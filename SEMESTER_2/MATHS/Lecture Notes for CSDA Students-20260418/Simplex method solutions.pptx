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notesSlides/notesSlide1.xml" ContentType="application/vnd.openxmlformats-officedocument.presentationml.notesSlide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317 152 1308 0 0,'0'-3'1312'0'0,"0"-5"-733"0"0,0-1 0 0 0,-1 0-1 0 0,0 0 1 0 0,0 1 0 0 0,-1-1 0 0 0,0 0-1 0 0,0 1 1 0 0,-1 0 0 0 0,0-1-1 0 0,-1 1 1 0 0,0 0 0 0 0,0 1 0 0 0,-1-1-1 0 0,-8-10 1 0 0,12 17-550 0 0,0 0 0 0 0,0-1 1 0 0,0 1-1 0 0,-1 0 0 0 0,1 0 0 0 0,0 1 0 0 0,-1-1 1 0 0,1 0-1 0 0,-1 0 0 0 0,1 1 0 0 0,-1-1 0 0 0,1 0 0 0 0,-1 1 1 0 0,1 0-1 0 0,-1-1 0 0 0,0 1 0 0 0,1 0 0 0 0,-1 0 1 0 0,1 0-1 0 0,-1 0 0 0 0,0 0 0 0 0,1 0 0 0 0,-1 1 1 0 0,0-1-1 0 0,1 0 0 0 0,-1 1 0 0 0,1-1 0 0 0,-1 1 0 0 0,-1 1 1 0 0,-3 0 19 0 0,0 2 0 0 0,1-1 0 0 0,-1 1 0 0 0,1 0 1 0 0,-8 7-1 0 0,3 0-2 0 0,-1 0 1 0 0,2 1 0 0 0,-1 1-1 0 0,2 0 1 0 0,0 0-1 0 0,0 1 1 0 0,-6 17 0 0 0,-35 105 14 0 0,49-134-62 0 0,-46 176 20 0 0,41-149 4 0 0,2-1 1 0 0,1 1 0 0 0,0 0 0 0 0,5 39 0 0 0,-2-58 18 0 0,1 0 1 0 0,0 0 0 0 0,0 0 0 0 0,1 0 0 0 0,0 0 0 0 0,1-1 0 0 0,0 1 0 0 0,1-1 0 0 0,0 0 0 0 0,0-1 0 0 0,12 16-1 0 0,-11-18-2 0 0,0 0 0 0 0,0 0 0 0 0,0-1-1 0 0,1 1 1 0 0,0-2 0 0 0,0 1-1 0 0,0-1 1 0 0,1 0 0 0 0,-1 0-1 0 0,1-1 1 0 0,0 0 0 0 0,0 0 0 0 0,0-1-1 0 0,14 2 1 0 0,0-1 9 0 0,1-2 0 0 0,0 0-1 0 0,-1-2 1 0 0,1-1 0 0 0,-1 0 0 0 0,1-2 0 0 0,-1 0-1 0 0,25-9 1 0 0,-20 4-1 0 0,-1-1 1 0 0,-1-1-1 0 0,0-1 0 0 0,-1-1 1 0 0,0-2-1 0 0,29-22 0 0 0,-35 22-5 0 0,-2-1-1 0 0,0 0 0 0 0,0-1 0 0 0,-2-1 1 0 0,0 0-1 0 0,-1-1 0 0 0,-1 0 1 0 0,-1-1-1 0 0,-1 0 0 0 0,0-1 0 0 0,-2 0 1 0 0,0-1-1 0 0,-1 0 0 0 0,3-22 0 0 0,-7 27-14 0 0,0 0 0 0 0,-1 1-1 0 0,-1-1 1 0 0,-1 0-1 0 0,0 0 1 0 0,-1 0 0 0 0,-1 0-1 0 0,-1 0 1 0 0,0 0 0 0 0,-1 1-1 0 0,-1-1 1 0 0,0 1-1 0 0,-1 1 1 0 0,-1-1 0 0 0,-1 1-1 0 0,0 0 1 0 0,-1 0 0 0 0,0 1-1 0 0,-16-18 1 0 0,19 26-21 0 0,1 1 0 0 0,-1-1 1 0 0,0 1-1 0 0,-1 0 0 0 0,1 1 1 0 0,-1 0-1 0 0,0 0 0 0 0,0 0 1 0 0,0 1-1 0 0,-1 0 0 0 0,1 0 0 0 0,-1 1 1 0 0,-7-2-1 0 0,3 2-1 0 0,0 1-1 0 0,1 0 1 0 0,-1 1 0 0 0,0 0-1 0 0,1 1 1 0 0,-1 0 0 0 0,0 1-1 0 0,-12 4 1 0 0,-1 2 8 0 0,-1 1-1 0 0,1 1 1 0 0,1 1-1 0 0,0 1 0 0 0,1 2 1 0 0,0 0-1 0 0,-21 19 1 0 0,22-16-7 0 0,1 2 0 0 0,1 0 0 0 0,1 1 0 0 0,-32 44 0 0 0,43-52-11 0 0,0 0 0 0 0,1 0 0 0 0,1 1 0 0 0,0-1 0 0 0,0 1 0 0 0,1 1 1 0 0,1-1-1 0 0,0 1 0 0 0,1 0 0 0 0,1 0 0 0 0,-2 22 0 0 0,5-23 6 0 0,1-1 0 0 0,0 1 0 0 0,0 0 1 0 0,2 0-1 0 0,-1-1 0 0 0,2 0 0 0 0,0 0 0 0 0,0 0 0 0 0,1 0 0 0 0,0-1 0 0 0,1 0 0 0 0,0 0 0 0 0,16 17 0 0 0,3 1 15 0 0,2-1 0 0 0,0-2 0 0 0,43 30 0 0 0,-27-25 62 0 0,1-2-1 0 0,2-2 1 0 0,95 40 0 0 0,-89-45-463 0 0,-51-21-148 0 0,11-1-2020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2660 0 0,'59'-82'15405'0'0,"-30"39"-12431"0"0,-27 39-2907 0 0,13-14 213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27 1432 0 0,'20'-16'6480'0'0,"-19"15"-6449"0"0,12-7 2251 0 0,-13 8-2253 0 0,0 0 0 0 0,1-1 0 0 0,-1 1 0 0 0,0 0 0 0 0,0 0 0 0 0,1 0 0 0 0,-1 0 0 0 0,0 0 0 0 0,0 0 0 0 0,0 0 0 0 0,1 0 0 0 0,-1 0 0 0 0,0 0 0 0 0,0 0 0 0 0,1 0 0 0 0,-1 0 0 0 0,0 0 0 0 0,0 0 0 0 0,1 0 0 0 0,-1 0 0 0 0,0 0 0 0 0,0 0 0 0 0,1 0 0 0 0,-1 0 0 0 0,0 0 0 0 0,0 0 1 0 0,1 0-1 0 0,-1 0 0 0 0,0 1 0 0 0,0-1 0 0 0,0 0 0 0 0,1 0 0 0 0,-1 0 0 0 0,0 0 0 0 0,0 1 0 0 0,0-1 0 0 0,0 0 0 0 0,0 0 0 0 0,1 0 0 0 0,-1 1 0 0 0,0-1 0 0 0,0 0 0 0 0,0 0 0 0 0,0 0 0 0 0,0 1 0 0 0,0-1 0 0 0,0 0 0 0 0,0 0 0 0 0,0 1 0 0 0,0-1 0 0 0,0 0 0 0 0,0 0 0 0 0,0 1 0 0 0,0-1 0 0 0,0 0 0 0 0,0 0 0 0 0,0 1 0 0 0,-2 33 450 0 0,-2 0 0 0 0,-2 0 0 0 0,-15 52-1 0 0,-3 16-196 0 0,3-3-72 0 0,-10 63 91 0 0,29-140-262 0 0,0-1 1 0 0,2 1-1 0 0,0-1 0 0 0,1 0 0 0 0,6 33 0 0 0,-6-50-33 0 0,0-1-1 0 0,-1 1 0 0 0,2 0 0 0 0,-1-1 0 0 0,0 1 1 0 0,1-1-1 0 0,-1 1 0 0 0,1-1 0 0 0,0 0 1 0 0,0 1-1 0 0,1-1 0 0 0,-1 0 0 0 0,1-1 0 0 0,-1 1 1 0 0,1 0-1 0 0,0-1 0 0 0,0 1 0 0 0,5 2 0 0 0,-3-3-3 0 0,-1 0 0 0 0,1 0-1 0 0,-1-1 1 0 0,1 0 0 0 0,0 0-1 0 0,-1 0 1 0 0,1-1 0 0 0,0 1-1 0 0,0-1 1 0 0,0 0-1 0 0,0 0 1 0 0,9-3 0 0 0,0 0-9 0 0,1-1 1 0 0,-1 0-1 0 0,0-2 0 0 0,0 0 1 0 0,0 0-1 0 0,-1-1 1 0 0,0-1-1 0 0,17-13 1 0 0,-6 2-17 0 0,-2-2 0 0 0,0-1 0 0 0,-2-1 0 0 0,0 0 0 0 0,-2-2 0 0 0,18-29 0 0 0,-13 15 14 0 0,-3 0 1 0 0,-1-1-1 0 0,22-69 0 0 0,-33 80 169 0 0,-1 1 0 0 0,-1-1-1 0 0,-2-1 1 0 0,1-46-1 0 0,-5 74-10 0 0,-10 18 216 0 0,3 5-93 0 0,1 1 1 0 0,-5 38 0 0 0,3-11-26 0 0,-70 458-235 0 0,77-499-528 0 0,1 0-1 0 0,-1-1 0 0 0,1 1 1 0 0,1 0-1 0 0,0 0 1 0 0,0-1-1 0 0,0 1 0 0 0,1-1 1 0 0,0 1-1 0 0,0-1 1 0 0,5 9-1 0 0,-7-15 299 0 0,1-1 1 0 0,-1 1-1 0 0,0-1 0 0 0,1 1 0 0 0,-1-1 1 0 0,1 1-1 0 0,0 0 0 0 0,-1-1 0 0 0,1 0 1 0 0,-1 1-1 0 0,1-1 0 0 0,0 1 1 0 0,-1-1-1 0 0,1 0 0 0 0,0 1 0 0 0,1-1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156 108 788 0 0,'6'-11'1398'0'0,"0"0"0"0"0,-1-1 0 0 0,0 1-1 0 0,-1-1 1 0 0,-1 0 0 0 0,4-16 0 0 0,-7 28-1368 0 0,0-1 0 0 0,0 1 0 0 0,0 0 0 0 0,0-1 1 0 0,0 1-1 0 0,0-1 0 0 0,0 1 0 0 0,0 0 0 0 0,0-1 0 0 0,0 1 0 0 0,0 0 1 0 0,0-1-1 0 0,0 1 0 0 0,-1 0 0 0 0,1-1 0 0 0,0 1 0 0 0,0 0 0 0 0,0-1 0 0 0,0 1 1 0 0,-1 0-1 0 0,1-1 0 0 0,0 1 0 0 0,0 0 0 0 0,0 0 0 0 0,-1-1 0 0 0,1 1 1 0 0,0 0-1 0 0,-1 0 0 0 0,1-1 0 0 0,0 1 0 0 0,-1 0 0 0 0,1 0 0 0 0,0 0 0 0 0,-1 0 1 0 0,1 0-1 0 0,0-1 0 0 0,-1 1 0 0 0,1 0 0 0 0,0 0 0 0 0,-1 0 0 0 0,1 0 0 0 0,0 0 1 0 0,-1 0-1 0 0,-13 3 483 0 0,13-3-578 0 0,-6 3 190 0 0,1 0-1 0 0,0 0 1 0 0,0 1 0 0 0,0 0-1 0 0,0 0 1 0 0,1 0-1 0 0,0 1 1 0 0,-8 7-1 0 0,0 1 61 0 0,-42 40 252 0 0,50-49-415 0 0,1 1 0 0 0,0 0 0 0 0,0 0-1 0 0,0 1 1 0 0,1-1 0 0 0,0 1 0 0 0,0-1 0 0 0,0 1 0 0 0,-2 8 0 0 0,5-13-18 0 0,-1 0 0 0 0,1 1 0 0 0,0-1 1 0 0,-1 0-1 0 0,1 0 0 0 0,0 0 0 0 0,0 0 1 0 0,0 1-1 0 0,0-1 0 0 0,0 0 0 0 0,0 0 1 0 0,1 0-1 0 0,-1 0 0 0 0,0 1 0 0 0,0-1 1 0 0,1 0-1 0 0,-1 0 0 0 0,1 0 0 0 0,0 1 1 0 0,1 0-2 0 0,1-1 1 0 0,-1 1 0 0 0,1-1-1 0 0,-1 0 1 0 0,1 1 0 0 0,-1-1 0 0 0,1-1-1 0 0,0 1 1 0 0,-1 0 0 0 0,1-1-1 0 0,0 1 1 0 0,0-1 0 0 0,-1 0 0 0 0,4 0-1 0 0,25 3 85 0 0,-6-2 58 0 0,0 1-1 0 0,0 1 0 0 0,0 2 1 0 0,0 0-1 0 0,25 10 0 0 0,-47-14-86 0 0,-1 0-1 0 0,0 0 1 0 0,0 0-1 0 0,0 0 0 0 0,0 1 1 0 0,0-1-1 0 0,0 0 1 0 0,0 1-1 0 0,0 0 1 0 0,0-1-1 0 0,-1 1 0 0 0,1 0 1 0 0,-1 0-1 0 0,1 0 1 0 0,-1 0-1 0 0,0 0 0 0 0,0 0 1 0 0,0 0-1 0 0,0 1 1 0 0,0-1-1 0 0,0 0 0 0 0,-1 0 1 0 0,1 1-1 0 0,0 2 1 0 0,-1-1 8 0 0,0-1 1 0 0,-1 1 0 0 0,1-1-1 0 0,-1 0 1 0 0,0 1 0 0 0,1-1-1 0 0,-1 0 1 0 0,-1 0 0 0 0,1 0-1 0 0,0 1 1 0 0,-1-1 0 0 0,0-1-1 0 0,1 1 1 0 0,-1 0 0 0 0,-1 0-1 0 0,1-1 1 0 0,-4 5 0 0 0,-6 4 28 0 0,-1 0 0 0 0,0 0 0 0 0,0-2 0 0 0,-1 1 0 0 0,-1-2 0 0 0,0 0 0 0 0,0 0 0 0 0,0-2 0 0 0,-1 0 0 0 0,0 0 0 0 0,0-2 0 0 0,-20 4 0 0 0,8-10-220 0 0,21 1 0 0 0,6 1 71 0 0,1 0 0 0 0,-1 0 0 0 0,0-1 0 0 0,0 1 0 0 0,0 0 0 0 0,0 0 0 0 0,1-1 0 0 0,-1 1 0 0 0,0-1 0 0 0,0 1 0 0 0,1-1 0 0 0,-1 1 0 0 0,0-1 0 0 0,0 1 0 0 0,1-1-1 0 0,-1 1 1 0 0,1-1 0 0 0,-1 0 0 0 0,1 0 0 0 0,-1 1 0 0 0,1-1 0 0 0,-1 0 0 0 0,1 0 0 0 0,-1 1 0 0 0,1-1 0 0 0,0 0 0 0 0,0 0 0 0 0,-1 0 0 0 0,1 0 0 0 0,0 1 0 0 0,0-2 0 0 0,0-1-149 0 0,0 1 0 0 0,0 0 0 0 0,0 0 0 0 0,0-1 0 0 0,0 1 0 0 0,1 0 0 0 0,-1 0 0 0 0,1-1 0 0 0,0 1 0 0 0,-1 0 0 0 0,3-3 0 0 0,3-4-1269 0 0,0 0 1 0 0,1 0-1 0 0,0 0 0 0 0,1 1 0 0 0,16-14 0 0 0,-24 22 1470 0 0,19-17-3736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7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57 1944 0 0,'10'-3'1190'0'0,"-8"2"-347"0"0,0 0 1 0 0,1 0 0 0 0,-1 1-1 0 0,1-1 1 0 0,-1 1 0 0 0,1-1 0 0 0,-1 1-1 0 0,5 0 1 0 0,-6 0-670 0 0,0 1 1 0 0,0-1-1 0 0,0 0 1 0 0,0 1-1 0 0,0-1 1 0 0,-1 1-1 0 0,1-1 1 0 0,0 1-1 0 0,0 0 1 0 0,-1-1-1 0 0,1 1 1 0 0,0 0-1 0 0,-1 0 0 0 0,1-1 1 0 0,-1 1-1 0 0,1 0 1 0 0,-1 0-1 0 0,1 0 1 0 0,-1 0-1 0 0,1-1 1 0 0,-1 1-1 0 0,0 0 1 0 0,0 0-1 0 0,1 0 0 0 0,-1 0 1 0 0,0 0-1 0 0,0 0 1 0 0,0 0-1 0 0,0 1 1 0 0,4 22 1719 0 0,14 43 1 0 0,-16-64-1866 0 0,0 1-1 0 0,0-1 1 0 0,1 0 0 0 0,0 0 0 0 0,0-1-1 0 0,-1 1 1 0 0,1 0 0 0 0,1-1 0 0 0,-1 0 0 0 0,0 0-1 0 0,1 0 1 0 0,3 2 0 0 0,-2-3-10 0 0,0 1-1 0 0,1-1 1 0 0,-1 0 0 0 0,0-1-1 0 0,1 1 1 0 0,-1-1 0 0 0,1 0 0 0 0,10-1-1 0 0,-14 0-13 0 0,1 0-1 0 0,-1 1 0 0 0,1-1 0 0 0,-1 0 0 0 0,1 0 0 0 0,-1 0 0 0 0,0-1 1 0 0,1 1-1 0 0,-1-1 0 0 0,0 1 0 0 0,0-1 0 0 0,0 0 0 0 0,0 0 1 0 0,0 1-1 0 0,-1-2 0 0 0,1 1 0 0 0,0 0 0 0 0,-1 0 0 0 0,0 0 0 0 0,1-1 1 0 0,-1 1-1 0 0,1-4 0 0 0,0 1-15 0 0,0-1 0 0 0,-1 0 0 0 0,0 0 0 0 0,0 1 0 0 0,0-1 0 0 0,-1 0 0 0 0,0 0 0 0 0,0 0 0 0 0,0 0 0 0 0,-1 0 0 0 0,0 1 0 0 0,0-1 0 0 0,-1 0 0 0 0,1 0 0 0 0,-6-10 0 0 0,6 12 5 0 0,-1 1 0 0 0,0-1 0 0 0,0 0 0 0 0,-1 1 1 0 0,1-1-1 0 0,-1 1 0 0 0,1 0 0 0 0,-1 0 0 0 0,0 0 0 0 0,-1 0 0 0 0,1 0 0 0 0,0 1 0 0 0,-1-1 1 0 0,1 1-1 0 0,-1 0 0 0 0,0 0 0 0 0,0 0 0 0 0,0 1 0 0 0,0 0 0 0 0,0-1 0 0 0,-8 0 1 0 0,6 2 2 0 0,0 0 1 0 0,0 0 0 0 0,1 1-1 0 0,-1 0 1 0 0,0 0 0 0 0,0 1 0 0 0,0-1-1 0 0,1 1 1 0 0,-1 1 0 0 0,-10 4 0 0 0,-3 4 13 0 0,-25 19 0 0 0,27-17 24 0 0,0 0 1 0 0,1 1 0 0 0,1 1-1 0 0,-18 22 1 0 0,25-27-2 0 0,0 1 0 0 0,1 0 0 0 0,0 1 0 0 0,1-1 0 0 0,0 1 0 0 0,1 1 0 0 0,0-1 0 0 0,-3 14 0 0 0,7-22-25 0 0,1-1 0 0 0,-1 0 0 0 0,1 1 1 0 0,-1-1-1 0 0,1 1 0 0 0,0-1 0 0 0,0 1 0 0 0,1-1 1 0 0,-1 0-1 0 0,1 1 0 0 0,0-1 0 0 0,0 0 0 0 0,0 1 0 0 0,0-1 1 0 0,0 0-1 0 0,4 6 0 0 0,-2-5 5 0 0,0 0 1 0 0,1 0-1 0 0,0 0 1 0 0,-1 0-1 0 0,1-1 1 0 0,0 0-1 0 0,1 1 1 0 0,-1-2-1 0 0,0 1 1 0 0,6 2-1 0 0,5 2-65 0 0,0-2-1 0 0,0 1 0 0 0,1-2 0 0 0,-1 0 0 0 0,1-1 0 0 0,17 1 0 0 0,-1-2-1186 0 0,0-1 1 0 0,34-4 0 0 0,20-8-7314 0 0,-63 8 2702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7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312 114 1416 0 0,'7'-8'1777'0'0,"1"0"-1"0"0,-1 0 0 0 0,0-1 1 0 0,-1 0-1 0 0,7-14 0 0 0,-12 22-1688 0 0,0 0 0 0 0,-1 0 0 0 0,1 0 0 0 0,0 0 0 0 0,-1 0 0 0 0,1 0 0 0 0,-1 0 0 0 0,0 0 0 0 0,1 0 0 0 0,-1-1 0 0 0,0 1 0 0 0,0 0 0 0 0,0 0 0 0 0,1 0 0 0 0,-1-1 0 0 0,-1 1 0 0 0,1 0 0 0 0,0 0 0 0 0,0 0 0 0 0,0-1 0 0 0,0 1 0 0 0,-1 0 0 0 0,1 0 0 0 0,-1 0 0 0 0,1 0 0 0 0,-1 0 0 0 0,1 0 0 0 0,-1 0 0 0 0,0 0 0 0 0,1 0 0 0 0,-1 0 0 0 0,0 0 0 0 0,0 0 0 0 0,0 0 0 0 0,0 0 0 0 0,1 1 0 0 0,-1-1 0 0 0,0 0 0 0 0,0 1 0 0 0,-1-1 0 0 0,1 0 0 0 0,-2 0 0 0 0,-1 0-15 0 0,0 0 0 0 0,0 0 1 0 0,-1 0-1 0 0,1 1 0 0 0,-1-1 0 0 0,1 1 1 0 0,-1 0-1 0 0,1 0 0 0 0,-1 1 0 0 0,-4 0 1 0 0,-20 7 7 0 0,0 0 1 0 0,1 2 0 0 0,0 1-1 0 0,1 2 1 0 0,0 0 0 0 0,1 2-1 0 0,-32 23 1 0 0,54-35-80 0 0,-1 1 0 0 0,1-1 1 0 0,0 1-1 0 0,1 0 0 0 0,-1 0 1 0 0,1 0-1 0 0,-1 1 0 0 0,-2 6 1 0 0,5-10-3 0 0,0 0 1 0 0,1 0-1 0 0,-1 0 1 0 0,1 1-1 0 0,0-1 1 0 0,-1 0-1 0 0,1 0 1 0 0,0 1 0 0 0,0-1-1 0 0,0 0 1 0 0,0 1-1 0 0,0-1 1 0 0,0 0-1 0 0,0 1 1 0 0,0-1 0 0 0,0 0-1 0 0,1 0 1 0 0,-1 1-1 0 0,0-1 1 0 0,1 0-1 0 0,-1 0 1 0 0,1 1 0 0 0,0-1-1 0 0,-1 0 1 0 0,1 0-1 0 0,0 0 1 0 0,0 0-1 0 0,-1 0 1 0 0,1 0 0 0 0,0 0-1 0 0,0 0 1 0 0,0 0-1 0 0,0-1 1 0 0,0 1-1 0 0,1 0 1 0 0,-1-1-1 0 0,0 1 1 0 0,1 0 0 0 0,15 6 8 0 0,0 0 1 0 0,1-1 0 0 0,-1-1-1 0 0,1-1 1 0 0,32 4 0 0 0,37 9 2 0 0,-65-11 7 0 0,-2-1-20 0 0,28 12 1 0 0,-42-14 13 0 0,-1-1 0 0 0,0 1 1 0 0,0 0-1 0 0,0 0 1 0 0,0 1-1 0 0,-1 0 0 0 0,1-1 1 0 0,-1 2-1 0 0,7 7 1 0 0,-10-11 14 0 0,-1 0 1 0 0,1 1-1 0 0,-1-1 1 0 0,1 1-1 0 0,-1-1 1 0 0,0 0-1 0 0,1 1 1 0 0,-1-1-1 0 0,0 1 1 0 0,0-1-1 0 0,0 1 1 0 0,0-1-1 0 0,0 1 1 0 0,0-1-1 0 0,-1 1 1 0 0,1-1-1 0 0,0 1 1 0 0,-1-1-1 0 0,1 1 1 0 0,-1-1-1 0 0,0 0 1 0 0,1 1-1 0 0,-2 1 1 0 0,-20 28 629 0 0,13-23-531 0 0,1-1 1 0 0,-1 0-1 0 0,0 0 0 0 0,-1 0 0 0 0,1-1 0 0 0,-1-1 0 0 0,-1 0 0 0 0,-10 5 0 0 0,3-4-23 0 0,0 0 0 0 0,0-1 0 0 0,-1-1 0 0 0,-20 3 1 0 0,32-7-95 0 0,0 1 0 0 0,-1-1 0 0 0,1 0 1 0 0,0 0-1 0 0,0-1 0 0 0,0 0 0 0 0,0 0 1 0 0,0-1-1 0 0,-7-2 0 0 0,12 4-57 0 0,1-1 0 0 0,-1 1-1 0 0,0-1 1 0 0,1 0-1 0 0,-1 1 1 0 0,1-1 0 0 0,-1 0-1 0 0,1 0 1 0 0,0 0 0 0 0,-1 0-1 0 0,1 0 1 0 0,0 0 0 0 0,0 0-1 0 0,0 0 1 0 0,-1 0 0 0 0,1-1-1 0 0,0 1 1 0 0,1 0-1 0 0,-1-1 1 0 0,-1-1 0 0 0,2 1-70 0 0,0 1 0 0 0,-1-1 0 0 0,1 1 0 0 0,0-1 0 0 0,0 1 0 0 0,1-1 0 0 0,-1 1 0 0 0,0-1 1 0 0,0 1-1 0 0,1-1 0 0 0,-1 1 0 0 0,1 0 0 0 0,-1-1 0 0 0,1 1 0 0 0,0 0 0 0 0,-1-1 0 0 0,3-1 0 0 0,1-3-716 0 0,1 1-1 0 0,0-1 0 0 0,0 1 0 0 0,0 0 1 0 0,1 1-1 0 0,0-1 0 0 0,7-4 0 0 0,5 0-2714 0 0,0-3-1422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50 2532 0 0,'2'-2'2063'0'0,"39"-42"11574"0"0,-35 42-12034 0 0,-1 1-16 0 0,-2 9-396 0 0,-2 5-722 0 0,0 0 1 0 0,-1 0-1 0 0,-1 0 1 0 0,0 0-1 0 0,-4 17 1 0 0,-18 67-188 0 0,13-63-178 0 0,5-14-359 0 0,-13 50-1627 0 0,10-25-4715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92 2412 0 0,'-1'-8'1015'0'0,"0"-5"690"0"0,-1-1-1 0 0,0 1 0 0 0,-1 0 1 0 0,-5-16-1 0 0,7 28-1435 0 0,1 15-2881 0 0,0 1-426 0 0,-2 0-1126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79 460 0 0,'-6'9'12795'0'0,"4"-1"-12291"0"0,1 0 0 0 0,1 1 1 0 0,-1-1-1 0 0,1 0 1 0 0,2 15-1 0 0,0 20 154 0 0,-3-30-556 0 0,-1 1 0 0 0,-1-1 0 0 0,0 1 0 0 0,0-1 0 0 0,-1 0 0 0 0,-7 14 0 0 0,-41 69 253 0 0,52-96-352 0 0,-1 1 0 0 0,1 0-1 0 0,0-1 1 0 0,-1 1-1 0 0,1-1 1 0 0,-1 1 0 0 0,1 0-1 0 0,-1-1 1 0 0,0 0-1 0 0,1 1 1 0 0,-1-1 0 0 0,0 1-1 0 0,1-1 1 0 0,-1 0-1 0 0,0 1 1 0 0,1-1 0 0 0,-1 0-1 0 0,0 0 1 0 0,1 1-1 0 0,-1-1 1 0 0,0 0 0 0 0,0 0-1 0 0,1 0 1 0 0,-1 0-1 0 0,0 0 1 0 0,0 0 0 0 0,0 0-1 0 0,1 0 1 0 0,-1 0-1 0 0,0-1 1 0 0,1 1 0 0 0,-2 0-1 0 0,1-1-8 0 0,0 0 5 0 0,0 0 0 0 0,1-1 0 0 0,-1 1 0 0 0,1 0 0 0 0,-1-1 0 0 0,1 1 0 0 0,0 0 0 0 0,-1-1 0 0 0,1 1 0 0 0,0-1 0 0 0,0 1 0 0 0,0 0 0 0 0,0-1 0 0 0,0 1 0 0 0,0-1 0 0 0,1-1 0 0 0,-1 2-1 0 0,2-13-8 0 0,0-1 0 0 0,2 1-1 0 0,-1-1 1 0 0,2 1 0 0 0,0 1 0 0 0,9-19 0 0 0,-3 10-18 0 0,1 1 0 0 0,30-40 0 0 0,-34 50 12 0 0,2 1 0 0 0,0 0 0 0 0,0 0-1 0 0,1 1 1 0 0,0 1 0 0 0,0-1 0 0 0,1 2-1 0 0,0 0 1 0 0,0 0 0 0 0,1 1 0 0 0,18-6-1 0 0,-25 10 15 0 0,1 0 0 0 0,-1 0 0 0 0,1 1 0 0 0,0 0 0 0 0,-1 0 0 0 0,1 1 0 0 0,0 0 0 0 0,0 0 0 0 0,0 0 0 0 0,0 1 0 0 0,-1 0 0 0 0,1 0 0 0 0,0 1 0 0 0,-1 0 0 0 0,1 0 0 0 0,-1 1 0 0 0,0-1 0 0 0,0 1 0 0 0,0 1 0 0 0,0-1 0 0 0,0 1 0 0 0,-1 0 0 0 0,1 0 0 0 0,8 10 0 0 0,-8-8 15 0 0,-1 1 1 0 0,0-1-1 0 0,0 1 0 0 0,0 0 1 0 0,-1 0-1 0 0,0 0 1 0 0,0 1-1 0 0,-1-1 0 0 0,0 1 1 0 0,-1 0-1 0 0,1 0 0 0 0,-2 0 1 0 0,1 0-1 0 0,-1 0 1 0 0,0 0-1 0 0,-1 1 0 0 0,1-1 1 0 0,-2 0-1 0 0,1 1 1 0 0,-1-1-1 0 0,-1 0 0 0 0,1 0 1 0 0,-1 0-1 0 0,-1 0 0 0 0,0 0 1 0 0,0 0-1 0 0,0-1 1 0 0,-1 0-1 0 0,-4 8 0 0 0,7-14-11 0 0,0 1 0 0 0,0-1 0 0 0,0 0 0 0 0,0 0 0 0 0,0 1 0 0 0,0-1 0 0 0,0 0 0 0 0,0 0 0 0 0,-1 0 0 0 0,1 0 0 0 0,0 0 0 0 0,-1-1 0 0 0,1 1 1 0 0,-1 0-1 0 0,1-1 0 0 0,-1 1 0 0 0,1 0 0 0 0,-1-1 0 0 0,1 0 0 0 0,-1 1 0 0 0,1-1 0 0 0,-1 0 0 0 0,0 0 0 0 0,1 0 0 0 0,-1 0 0 0 0,-1 0 0 0 0,2-1-4 0 0,-1 0 1 0 0,1 1-1 0 0,0-1 1 0 0,0 0-1 0 0,-1 0 1 0 0,1 0-1 0 0,0 0 1 0 0,0 0-1 0 0,0 0 1 0 0,0 0-1 0 0,0 0 1 0 0,0 0-1 0 0,1-1 1 0 0,-1 1-1 0 0,0 0 1 0 0,1-1-1 0 0,-1 1 1 0 0,1 0-1 0 0,-1-1 1 0 0,1 1-1 0 0,-1-1 1 0 0,1 1-1 0 0,0 0 1 0 0,0-1-1 0 0,0 1 1 0 0,0-1-1 0 0,0 1 1 0 0,0-1-1 0 0,0 1 1 0 0,1-2-1 0 0,1-12-11 0 0,0 0 0 0 0,1 0 0 0 0,1 0 0 0 0,0 1 0 0 0,2-1-1 0 0,-1 1 1 0 0,2 0 0 0 0,-1 1 0 0 0,2 0 0 0 0,0 0 0 0 0,1 0 0 0 0,12-14-1 0 0,-13 17 1 0 0,2 0 0 0 0,-1 0-1 0 0,1 1 1 0 0,0 0-1 0 0,1 1 1 0 0,0 0 0 0 0,1 1-1 0 0,-1 0 1 0 0,1 1-1 0 0,1 0 1 0 0,-1 1 0 0 0,1 0-1 0 0,0 1 1 0 0,13-3-1 0 0,-19 6 11 0 0,0 0-1 0 0,0 1 0 0 0,-1 0 0 0 0,1 0 1 0 0,0 0-1 0 0,0 1 0 0 0,-1 0 1 0 0,1 1-1 0 0,0-1 0 0 0,-1 1 0 0 0,1 0 1 0 0,11 6-1 0 0,-14-5 24 0 0,0-1 0 0 0,0 1 0 0 0,0 0 0 0 0,0 0 0 0 0,0 1 1 0 0,-1-1-1 0 0,1 1 0 0 0,-1-1 0 0 0,0 1 0 0 0,0 0 0 0 0,0 0 0 0 0,-1 1 0 0 0,0-1 0 0 0,0 1 0 0 0,0-1 0 0 0,0 1 0 0 0,0-1 1 0 0,1 9-1 0 0,-1-1 65 0 0,-1 1 0 0 0,0 0 0 0 0,-1 0 0 0 0,0 0 1 0 0,-1 0-1 0 0,0 0 0 0 0,-1 0 0 0 0,0 0 0 0 0,-1-1 1 0 0,-5 15-1 0 0,-2-1-31 0 0,-17 34 0 0 0,-2-5-3597 0 0,0-1-4765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2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74 2956 0 0,'10'-27'5419'0'0,"7"-13"1553"0"0,-15 38-6438 0 0,-2 2-500 0 0,-1 0 199 0 0,1 0-200 0 0,0-1 1 0 0,0 1-1 0 0,0 0 0 0 0,0 0 1 0 0,0 0-1 0 0,0 0 0 0 0,0 0 1 0 0,0 0-1 0 0,0 0 0 0 0,0 0 1 0 0,-1 0-1 0 0,1-1 0 0 0,0 1 1 0 0,0 0-1 0 0,0 0 0 0 0,0 0 0 0 0,0 0 1 0 0,0 0-1 0 0,0 0 0 0 0,0 0 1 0 0,0 0-1 0 0,1-1 0 0 0,-1 1 1 0 0,0 0-1 0 0,0 0 0 0 0,0 0 1 0 0,0 0-1 0 0,0 0 0 0 0,0-1 201 0 0,0 1-201 0 0,0 0 0 0 0,0 0 1 0 0,1 0-1 0 0,-1 0 0 0 0,0 0 1 0 0,0 0-1 0 0,0 0 0 0 0,0 0 0 0 0,0 0 1 0 0,0 0-1 0 0,0 0 0 0 0,0 0 1 0 0,0 0-1 0 0,1 0 0 0 0,-1 0 1 0 0,0 0-1 0 0,0 0 0 0 0,0 0 1 0 0,0 0-1 0 0,0 0 0 0 0,0 0 1 0 0,0 0-1 0 0,0 0 0 0 0,1 0 1 0 0,3 9 828 0 0,4 19 294 0 0,1 73 1107 0 0,-5 1 1 0 0,-16 193-1 0 0,-1-193-2114 0 0,-4-1 0 0 0,-4-1 0 0 0,-5 0 0 0 0,-4-2 0 0 0,-56 123 0 0 0,79-205-164 0 0,-10 22-732 0 0,0-1-1 0 0,-3-1 1 0 0,-45 66-1 0 0,63-100 548 0 0,1-1 0 0 0,0 1 0 0 0,0-1 0 0 0,-1 1 0 0 0,1-1 0 0 0,-1 0 0 0 0,1 0 1 0 0,-1 0-1 0 0,0 0 0 0 0,1 0 0 0 0,-1 0 0 0 0,0 0 0 0 0,0 0 0 0 0,-3 0 0 0 0,4-1 10 0 0,0 0 1 0 0,0 0 0 0 0,0 0-1 0 0,0 0 1 0 0,0 0 0 0 0,0 0-1 0 0,0 0 1 0 0,0-1 0 0 0,0 1-1 0 0,0 0 1 0 0,0-1 0 0 0,0 1-1 0 0,0-1 1 0 0,0 1 0 0 0,0-1-1 0 0,0 1 1 0 0,0-1 0 0 0,0 0-1 0 0,-1 0 1 0 0,-1-3-487 0 0,0 0-1 0 0,0 0 1 0 0,1-1 0 0 0,-1 1-1 0 0,1 0 1 0 0,0-1 0 0 0,0 1 0 0 0,0-1-1 0 0,-1-8 1 0 0,-3-13-3051 0 0,1-8-1471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1 531 1904 0 0,'0'-11'787'0'0,"0"0"0"0"0,1-1 1 0 0,0 1-1 0 0,1 0 0 0 0,0 0 0 0 0,0 1 0 0 0,2-1 0 0 0,3-11 0 0 0,-4 17-569 0 0,0 0-1 0 0,0 0 0 0 0,0 0 1 0 0,1 0-1 0 0,0 1 0 0 0,0-1 0 0 0,0 1 1 0 0,0 0-1 0 0,0 0 0 0 0,1 1 1 0 0,0-1-1 0 0,0 1 0 0 0,0 0 1 0 0,0 0-1 0 0,0 1 0 0 0,12-5 0 0 0,-3 4-16 0 0,0-1-1 0 0,1 2 0 0 0,-1 0 0 0 0,1 0 0 0 0,-1 2 0 0 0,1 0 0 0 0,-1 0 0 0 0,1 1 0 0 0,-1 1 1 0 0,22 5-1 0 0,-5 1-7 0 0,1 2 0 0 0,-1 1 1 0 0,46 23-1 0 0,-56-23-107 0 0,0 0-1 0 0,-1 2 1 0 0,0 0 0 0 0,26 24 0 0 0,-40-32-25 0 0,0 1 1 0 0,0-1-1 0 0,-1 1 1 0 0,0 1-1 0 0,0-1 1 0 0,-1 1 0 0 0,0-1-1 0 0,0 1 1 0 0,0 0-1 0 0,-1 1 1 0 0,0-1-1 0 0,-1 1 1 0 0,1-1-1 0 0,-1 1 1 0 0,-1 0-1 0 0,0 0 1 0 0,1 8 0 0 0,-3-10-31 0 0,1-1 1 0 0,-1 0 0 0 0,0 1 0 0 0,-1-1 0 0 0,1 0 0 0 0,-1 1 0 0 0,0-1 0 0 0,-1 0 0 0 0,1-1 0 0 0,-1 1 0 0 0,0 0-1 0 0,0-1 1 0 0,-1 1 0 0 0,1-1 0 0 0,-1 0 0 0 0,0 0 0 0 0,-6 5 0 0 0,1-2 2 0 0,0 0 0 0 0,-1-1 0 0 0,1 0 0 0 0,-1 0 0 0 0,0-1 0 0 0,-1 0 0 0 0,-13 4 0 0 0,23-9-31 0 0,0 1-1 0 0,0-1 0 0 0,0 0 0 0 0,0 1 0 0 0,0-1 0 0 0,0 0 1 0 0,0 0-1 0 0,0 0 0 0 0,0 0 0 0 0,-1 0 0 0 0,1 0 1 0 0,0 0-1 0 0,0 0 0 0 0,0 0 0 0 0,0 0 0 0 0,0-1 1 0 0,-2 0-1 0 0,3 1-3 0 0,0 0 1 0 0,-1-1-1 0 0,1 1 1 0 0,0-1-1 0 0,-1 1 1 0 0,1-1-1 0 0,0 1 1 0 0,0 0-1 0 0,0-1 1 0 0,-1 1-1 0 0,1-1 1 0 0,0 1-1 0 0,0-1 1 0 0,0 1-1 0 0,0-1 1 0 0,0 1-1 0 0,0-1 1 0 0,0 1-1 0 0,0-1 1 0 0,0 0 0 0 0,0 1-1 0 0,0-1 1 0 0,0 1-1 0 0,1-1 1 0 0,0-3-4 0 0,1 0 0 0 0,-1 0 0 0 0,1 0 0 0 0,0 1 0 0 0,0-1 0 0 0,5-5 0 0 0,215-231-112 0 0,-25 29 80 0 0,-187 199 35 0 0,63-78-2 0 0,-62 74-3 0 0,-1 0 0 0 0,0 0 0 0 0,-2-1 0 0 0,8-18 0 0 0,-13 28 2 0 0,-2 5 2 0 0,0-1 1 0 0,-1 0-1 0 0,1 1 0 0 0,0-1 1 0 0,-1 0-1 0 0,1 0 0 0 0,-1 0 1 0 0,0 1-1 0 0,0-1 0 0 0,0 0 0 0 0,-1 0 1 0 0,1 0-1 0 0,-2-4 0 0 0,2 6 0 0 0,0 0 0 0 0,1 0 1 0 0,-1 1 0 0 0,0-1-1 0 0,0 0 1 0 0,0 0 0 0 0,-1 1-1 0 0,1-1 1 0 0,0 0 0 0 0,0 0-1 0 0,0 1 1 0 0,0-1 0 0 0,-1 0-1 0 0,1 1 1 0 0,0-1 0 0 0,-1 0-1 0 0,1 1 1 0 0,-1-1 0 0 0,1 1-1 0 0,-1-2 1 0 0,0 1 1 0 0,0 1-1 0 0,1-1 1 0 0,-1 1-1 0 0,1-1 1 0 0,-1 1 0 0 0,0-1-1 0 0,1 1 1 0 0,-1 0-1 0 0,0-1 1 0 0,0 1 0 0 0,1 0-1 0 0,-1 0 1 0 0,0-1-1 0 0,0 1 1 0 0,1 0 0 0 0,-1 0-1 0 0,0 0 1 0 0,0 0 0 0 0,0 0-1 0 0,1 0 1 0 0,-1 0-1 0 0,0 0 1 0 0,0 0 0 0 0,0 1-1 0 0,1-1 1 0 0,-1 0-1 0 0,0 0 1 0 0,0 1 0 0 0,1-1-1 0 0,-1 0 1 0 0,-1 1-1 0 0,1 0 1 0 0,-5 2-4 0 0,1 0 0 0 0,-1 0 1 0 0,1 0-1 0 0,0 0 0 0 0,0 1 1 0 0,0 0-1 0 0,1 0 0 0 0,-1 0 1 0 0,-5 8-1 0 0,-31 45-37 0 0,25-30 46 0 0,0 1 1 0 0,2 1 0 0 0,1 1 0 0 0,2 0 0 0 0,-11 40 0 0 0,17-48 51 0 0,1 0 0 0 0,0 1 1 0 0,2-1-1 0 0,0 0 0 0 0,2 1 1 0 0,1-1-1 0 0,0 1 0 0 0,7 31 0 0 0,-6-43-15 0 0,1-1 0 0 0,0 0 1 0 0,0 0-1 0 0,1-1 0 0 0,1 1 0 0 0,-1-1 0 0 0,1 0 0 0 0,1 0 0 0 0,0 0 0 0 0,0-1 0 0 0,1 0 0 0 0,0 0 0 0 0,0-1 0 0 0,1 0 1 0 0,0 0-1 0 0,0 0 0 0 0,1-1 0 0 0,-1-1 0 0 0,1 1 0 0 0,1-1 0 0 0,-1-1 0 0 0,1 0 0 0 0,-1 0 0 0 0,1-1 0 0 0,0 0 0 0 0,11 1 0 0 0,-3-1 3 0 0,1-1 0 0 0,-1-1 0 0 0,0-1 0 0 0,0-1 0 0 0,0 0 0 0 0,1-1 0 0 0,-1-1 0 0 0,-1-1 0 0 0,1 0 0 0 0,0-1 0 0 0,-1-1 0 0 0,28-14 0 0 0,-30 13-28 0 0,0-1 0 0 0,-1-1 0 0 0,0 0 0 0 0,0-1 0 0 0,-1-1 1 0 0,-1 0-1 0 0,1 0 0 0 0,-2-1 0 0 0,0-1 0 0 0,0 0 0 0 0,-1 0 0 0 0,-1-1 1 0 0,0-1-1 0 0,6-14 0 0 0,-11 21-11 0 0,-1 0 0 0 0,0 0 0 0 0,-1 0 0 0 0,0 0 1 0 0,1-8-1 0 0,-3 12-9 0 0,0 0 0 0 0,0 1 0 0 0,0-1 0 0 0,0 0 0 0 0,-1 1 0 0 0,1-1 1 0 0,-1 1-1 0 0,0-1 0 0 0,0 1 0 0 0,0-1 0 0 0,-1 1 0 0 0,1-1 0 0 0,-3-2 1 0 0,3 5-1 0 0,1 0 1 0 0,-1 1 0 0 0,0-1-1 0 0,0 1 1 0 0,0-1 0 0 0,0 1 0 0 0,0-1-1 0 0,1 1 1 0 0,-1 0 0 0 0,0-1-1 0 0,0 1 1 0 0,0 0 0 0 0,0 0 0 0 0,0 0-1 0 0,0 0 1 0 0,-2 0 0 0 0,0-1-3 0 0,-1 1-1 0 0,1 0 1 0 0,0 0 0 0 0,0 0 0 0 0,-1 0-1 0 0,1 0 1 0 0,0 1 0 0 0,0 0-1 0 0,0-1 1 0 0,-1 1 0 0 0,1 0 0 0 0,0 1-1 0 0,-3 1 1 0 0,-35 20-14 0 0,38-21 21 0 0,-8 6 11 0 0,-1 1 1 0 0,2 0-1 0 0,-1 0 1 0 0,1 1 0 0 0,0 1-1 0 0,1 0 1 0 0,0 0-1 0 0,1 0 1 0 0,1 1 0 0 0,-1 1-1 0 0,2-1 1 0 0,-9 23-1 0 0,13-29 25 0 0,-1 1-1 0 0,1 0 1 0 0,1 0-1 0 0,0 0 0 0 0,0 0 1 0 0,0 0-1 0 0,0 0 1 0 0,1 0-1 0 0,1 0 0 0 0,-1 0 1 0 0,1 0-1 0 0,0 0 1 0 0,1 0-1 0 0,-1 0 0 0 0,1 0 1 0 0,1 0-1 0 0,-1-1 1 0 0,1 1-1 0 0,1-1 0 0 0,-1 0 1 0 0,1 0-1 0 0,0 0 1 0 0,0 0-1 0 0,1-1 0 0 0,-1 1 1 0 0,10 7-1 0 0,-2-4 48 0 0,1 0 0 0 0,-1-1-1 0 0,1-1 1 0 0,0 0 0 0 0,1 0 0 0 0,0-2-1 0 0,0 0 1 0 0,0 0 0 0 0,24 4-1 0 0,4-2-2 0 0,0-2-1 0 0,47-1 1 0 0,-42-3-463 0 0,48-6 1 0 0,-25-8-2835 0 0,-56 9 118 0 0,0 0-1 0 0,24-12 0 0 0,-19 6-3608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1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1112 0 0,'0'0'3217'0'0,"13"-6"49"0"0,0 6-2703 0 0,0 0-1 0 0,1 0 1 0 0,-1 1 0 0 0,-1 1 0 0 0,1 0 0 0 0,0 0 0 0 0,0 2 0 0 0,-1-1-1 0 0,1 2 1 0 0,13 6 0 0 0,-6-1-234 0 0,0 0 1 0 0,-1 2-1 0 0,0 0 0 0 0,-1 1 0 0 0,22 20 0 0 0,-36-30-237 0 0,-1 1-1 0 0,1 0 1 0 0,-1-1-1 0 0,0 1 1 0 0,0 0 0 0 0,0 0-1 0 0,-1 1 1 0 0,1-1-1 0 0,-1 1 1 0 0,0-1-1 0 0,0 1 1 0 0,-1 0-1 0 0,1-1 1 0 0,-1 1-1 0 0,0 0 1 0 0,0 0-1 0 0,-1 0 1 0 0,1 0-1 0 0,-1 7 1 0 0,-1-5 11 0 0,-1 0 0 0 0,1 0 1 0 0,-1 0-1 0 0,-1-1 0 0 0,1 1 1 0 0,-1-1-1 0 0,0 1 0 0 0,-1-1 1 0 0,1 0-1 0 0,-1 0 0 0 0,0 0 1 0 0,-10 9-1 0 0,8-7-5 0 0,-1-1 0 0 0,0 0 1 0 0,-16 11-1 0 0,22-17-49 0 0,-3-3-25 0 0,4 2-25 0 0,0 0 1 0 0,-1 0-1 0 0,1 0 1 0 0,0-1-1 0 0,-1 1 1 0 0,1 0-1 0 0,0 0 1 0 0,-1 0-1 0 0,1 0 0 0 0,0 0 1 0 0,0-1-1 0 0,-1 1 1 0 0,1 0-1 0 0,0 0 1 0 0,0-1-1 0 0,-1 1 1 0 0,1 0-1 0 0,0 0 0 0 0,0-1 1 0 0,0 1-1 0 0,-1 0 1 0 0,1 0-1 0 0,0-1 1 0 0,0 1-1 0 0,0 0 1 0 0,0-1-1 0 0,0 1 1 0 0,0 0-1 0 0,0-1 0 0 0,2-5-5 0 0,0 0 0 0 0,1 1 0 0 0,0-1 0 0 0,0 1 0 0 0,1-1 0 0 0,0 1 0 0 0,-1 0 0 0 0,10-8 0 0 0,43-36-27 0 0,-45 40 22 0 0,83-61-65 0 0,119-68 1 0 0,-112 76 54 0 0,-95 58 16 0 0,-1 1 0 0 0,0-1-1 0 0,0 0 1 0 0,0 0-1 0 0,-1 0 1 0 0,1-1 0 0 0,-1 1-1 0 0,0-1 1 0 0,-1 0 0 0 0,1 0-1 0 0,3-7 1 0 0,-7 12 3 0 0,-1 0 1 0 0,1-1 0 0 0,0 1 0 0 0,0 0-1 0 0,0-1 1 0 0,0 1 0 0 0,0 0-1 0 0,-1 0 1 0 0,1-1 0 0 0,0 1 0 0 0,0 0-1 0 0,0 0 1 0 0,-1-1 0 0 0,1 1-1 0 0,0 0 1 0 0,0 0 0 0 0,-1 0 0 0 0,1 0-1 0 0,0-1 1 0 0,-1 1 0 0 0,1 0-1 0 0,0 0 1 0 0,-1 0 0 0 0,1 0-1 0 0,0 0 1 0 0,0 0 0 0 0,-1 0 0 0 0,1 0-1 0 0,0 0 1 0 0,-1 0 0 0 0,1 0-1 0 0,0 0 1 0 0,-1 0 0 0 0,1 0 0 0 0,0 0-1 0 0,-1 0 1 0 0,-14 0-19 0 0,14 0 20 0 0,-8 3-2 0 0,-1 1 1 0 0,1 0 0 0 0,0 0 0 0 0,0 1-1 0 0,0 0 1 0 0,0 0 0 0 0,-14 13-1 0 0,8-7 2 0 0,-104 81-1 0 0,109-82-2 0 0,-1 0 1 0 0,1 1-1 0 0,1 0 0 0 0,0 0 1 0 0,1 1-1 0 0,0 0 0 0 0,0 1 0 0 0,-7 17 1 0 0,14-26 3 0 0,-1-1 1 0 0,1 1-1 0 0,0 0 0 0 0,0 0 1 0 0,1 0-1 0 0,-1-1 1 0 0,1 1-1 0 0,-1 0 0 0 0,1 0 1 0 0,1 0-1 0 0,-1 0 1 0 0,0 0-1 0 0,1-1 1 0 0,0 1-1 0 0,0 0 0 0 0,3 7 1 0 0,-2-7 1 0 0,1 0 1 0 0,0 1-1 0 0,0-1 0 0 0,0 0 1 0 0,0 0-1 0 0,1-1 1 0 0,-1 1-1 0 0,1-1 0 0 0,0 0 1 0 0,0 0-1 0 0,6 4 1 0 0,7 2-2 0 0,1-1 0 0 0,-1-1 0 0 0,1-1 1 0 0,1 0-1 0 0,30 5 0 0 0,-16-5-330 0 0,1-2 0 0 0,0-2 0 0 0,0-1-1 0 0,39-3 1 0 0,-38-1-2963 0 0,66-16 1 0 0,-74 11-239 0 0,-5 1-1340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1 236 96 0 0,'0'-4'411'0'0,"0"-1"1"0"0,0 0-1 0 0,1 0 0 0 0,-1 1 1 0 0,1-1-1 0 0,0 0 0 0 0,1 1 0 0 0,-1-1 1 0 0,1 1-1 0 0,0-1 0 0 0,0 1 1 0 0,0 0-1 0 0,1 0 0 0 0,-1 0 1 0 0,1 0-1 0 0,0 0 0 0 0,0 1 1 0 0,7-7-1 0 0,2-1 88 0 0,1 0 0 0 0,0 1-1 0 0,0 0 1 0 0,17-9 0 0 0,-18 13-256 0 0,0 1 0 0 0,1-1-1 0 0,-1 2 1 0 0,1 0 0 0 0,0 0 0 0 0,0 1 0 0 0,1 1-1 0 0,-1 0 1 0 0,0 1 0 0 0,1 1 0 0 0,-1 0-1 0 0,15 1 1 0 0,-21 0-117 0 0,1 1 0 0 0,-1-1 0 0 0,1 1 0 0 0,-1 1-1 0 0,0-1 1 0 0,1 1 0 0 0,-1 0 0 0 0,-1 1 0 0 0,13 8-1 0 0,-15-9-49 0 0,1 1 0 0 0,-1 0 0 0 0,0 0 0 0 0,0 0 0 0 0,-1 0 0 0 0,0 1 0 0 0,1 0 0 0 0,-1-1 0 0 0,-1 1 0 0 0,1 0 0 0 0,-1 1 0 0 0,0-1 0 0 0,0 0 0 0 0,2 9 0 0 0,-3-7-1 0 0,-1 1 0 0 0,0-1 1 0 0,0 0-1 0 0,0 0 0 0 0,-1 0 1 0 0,0 0-1 0 0,0 0 0 0 0,-1 0 0 0 0,1 0 1 0 0,-2 0-1 0 0,1 0 0 0 0,-1 0 1 0 0,-6 11-1 0 0,1-5 32 0 0,0 0-1 0 0,0-1 1 0 0,-2 0 0 0 0,1 0 0 0 0,-18 15 0 0 0,19-18-56 0 0,6-7-37 0 0,0 0-1 0 0,0 0 0 0 0,0 0 0 0 0,0 0 0 0 0,0-1 1 0 0,0 1-1 0 0,0 0 0 0 0,-1-1 0 0 0,1 0 1 0 0,0 1-1 0 0,-1-1 0 0 0,0 0 0 0 0,1 0 1 0 0,-1-1-1 0 0,-3 2 0 0 0,5-2-14 0 0,0 0 1 0 0,1 0-1 0 0,-1 0 1 0 0,0-1-1 0 0,0 1 1 0 0,1 0-1 0 0,-1 0 1 0 0,0 0-1 0 0,1-1 1 0 0,-1 1-1 0 0,0 0 1 0 0,1-1-1 0 0,-1 1 1 0 0,0-1-1 0 0,1 1 1 0 0,-1-1-1 0 0,1 1 1 0 0,-1-1-1 0 0,1 1 1 0 0,-1-1-1 0 0,1 0 1 0 0,0 1-1 0 0,-1-1 1 0 0,1 1-1 0 0,0-1 1 0 0,-1 0-1 0 0,1 0 1 0 0,0 1-1 0 0,0-1 1 0 0,-1 0-1 0 0,1 1 1 0 0,0-1-1 0 0,0 0 1 0 0,0 0-1 0 0,0 1 1 0 0,0-1-1 0 0,0 0 1 0 0,0 0-1 0 0,0 1 1 0 0,0-1-1 0 0,1 0 1 0 0,-1 0-1 0 0,10-37-9 0 0,-7 31 7 0 0,4-11-9 0 0,1 0 1 0 0,1 0-1 0 0,0 0 1 0 0,2 2-1 0 0,0-1 0 0 0,1 1 1 0 0,0 1-1 0 0,1 0 1 0 0,1 0-1 0 0,1 2 1 0 0,0 0-1 0 0,0 0 1 0 0,1 1-1 0 0,1 1 1 0 0,0 1-1 0 0,24-11 1 0 0,-32 18 8 0 0,-1 0-1 0 0,1 0 1 0 0,0 1 0 0 0,0 0 0 0 0,0 1 0 0 0,1-1 0 0 0,-1 2 0 0 0,0-1 0 0 0,0 2 0 0 0,1-1 0 0 0,-1 1 0 0 0,0 0 0 0 0,0 1-1 0 0,0 0 1 0 0,0 1 0 0 0,0 0 0 0 0,9 4 0 0 0,-13-5 7 0 0,0 1-1 0 0,0 0 1 0 0,0-1 0 0 0,-1 2-1 0 0,1-1 1 0 0,-1 0 0 0 0,0 1-1 0 0,0 0 1 0 0,0 0 0 0 0,-1 0-1 0 0,1 0 1 0 0,-1 1 0 0 0,0 0-1 0 0,0-1 1 0 0,-1 1 0 0 0,1 0-1 0 0,-1 0 1 0 0,0 0-1 0 0,-1 0 1 0 0,1 1 0 0 0,-1-1-1 0 0,0 1 1 0 0,0-1 0 0 0,-1 0-1 0 0,1 1 1 0 0,-1-1 0 0 0,0 1-1 0 0,-1-1 1 0 0,-1 10 0 0 0,-1-4 10 0 0,0 1 0 0 0,0-1 0 0 0,-1 0 0 0 0,-1 0 0 0 0,0-1 0 0 0,0 1 0 0 0,-1-1 0 0 0,0 0 0 0 0,-1-1 0 0 0,0 0 0 0 0,-15 16 0 0 0,21-24-15 0 0,1-1 0 0 0,-1 1 0 0 0,1 0 0 0 0,-1-1 0 0 0,1 1 0 0 0,-1-1 0 0 0,0 1 1 0 0,1-1-1 0 0,-1 1 0 0 0,0-1 0 0 0,0 1 0 0 0,1-1 0 0 0,-1 0 0 0 0,0 1 0 0 0,0-1 1 0 0,1 0-1 0 0,-1 0 0 0 0,0 1 0 0 0,0-1 0 0 0,0 0 0 0 0,0 0 0 0 0,1 0 0 0 0,-2 0 0 0 0,1-1-3 0 0,1 1 0 0 0,-1 0-1 0 0,1-1 1 0 0,-1 1 0 0 0,1-1 0 0 0,-1 0-1 0 0,1 1 1 0 0,-1-1 0 0 0,1 1-1 0 0,0-1 1 0 0,-1 1 0 0 0,1-1-1 0 0,0 0 1 0 0,-1 1 0 0 0,1-1-1 0 0,0 0 1 0 0,0 0 0 0 0,0 1-1 0 0,0-1 1 0 0,0-1 0 0 0,-1-3-29 0 0,1 0 1 0 0,0-1-1 0 0,0 1 1 0 0,1-1-1 0 0,1-6 1 0 0,1 0-6 0 0,1 1 0 0 0,1 0-1 0 0,0 0 1 0 0,1 1 0 0 0,0-1 0 0 0,0 1 0 0 0,1 1 0 0 0,15-18-1 0 0,-4 9 2 0 0,0 1 0 0 0,1 0 0 0 0,25-17-1 0 0,-31 26 23 0 0,1-1 0 0 0,-1 2 0 0 0,1 0-1 0 0,1 1 1 0 0,20-7 0 0 0,-28 11 12 0 0,0 0 1 0 0,0 1-1 0 0,0-1 1 0 0,1 1-1 0 0,-1 1 0 0 0,0 0 1 0 0,0 0-1 0 0,1 0 1 0 0,-1 1-1 0 0,0 0 1 0 0,0 0-1 0 0,1 1 0 0 0,10 4 1 0 0,-15-5 5 0 0,0 0 0 0 0,0 1 0 0 0,0 0 0 0 0,0 0 0 0 0,-1 0 0 0 0,1 0 0 0 0,-1 0 0 0 0,1 0 0 0 0,-1 1 0 0 0,0-1 0 0 0,0 1 0 0 0,0-1 0 0 0,0 1 0 0 0,0 0 0 0 0,2 5 0 0 0,-2-2 3 0 0,0-1 1 0 0,-1 1-1 0 0,1 0 1 0 0,-1 0-1 0 0,-1 0 0 0 0,1 0 1 0 0,-1 0-1 0 0,0 6 1 0 0,-1 4 12 0 0,-1 0 0 0 0,-1-1 0 0 0,0 1 1 0 0,-1-1-1 0 0,-10 26 0 0 0,-21 56 91 0 0,34-96-111 0 0,1-1 1 0 0,0 1 0 0 0,0 0 0 0 0,0 0 0 0 0,0-1-1 0 0,0 1 1 0 0,0 0 0 0 0,0-1 0 0 0,0 1-1 0 0,0 0 1 0 0,0-1 0 0 0,1 1 0 0 0,-1 0 0 0 0,0 0-1 0 0,0-1 1 0 0,1 1 0 0 0,-1-1 0 0 0,0 1-1 0 0,1 0 1 0 0,-1-1 0 0 0,0 1 0 0 0,1-1 0 0 0,-1 1-1 0 0,1-1 1 0 0,-1 1 0 0 0,1-1 0 0 0,0 1 0 0 0,-1-1-1 0 0,1 1 1 0 0,-1-1 0 0 0,1 0 0 0 0,0 1-1 0 0,-1-1 1 0 0,1 0 0 0 0,0 0 0 0 0,-1 0 0 0 0,1 1-1 0 0,0-1 1 0 0,-1 0 0 0 0,1 0 0 0 0,0 0-1 0 0,-1 0 1 0 0,1 0 0 0 0,0 0 0 0 0,0 0 0 0 0,-1 0-1 0 0,1 0 1 0 0,1-1 0 0 0,12-1-107 0 0,0-1 0 0 0,0 0 1 0 0,0-1-1 0 0,0-1 0 0 0,0 0 0 0 0,-1 0 0 0 0,23-15 1 0 0,88-62-1442 0 0,-119 78 1487 0 0,24-17-416 0 0,36-36 0 0 0,-52 44 361 0 0,-1 0-1 0 0,-1-1 0 0 0,0 0 0 0 0,17-28 1 0 0,-27 39 107 0 0,1 0 1 0 0,-1 0 0 0 0,0 0 0 0 0,1 0 0 0 0,-1 0 0 0 0,0 0-1 0 0,-1 0 1 0 0,1 0 0 0 0,-1 0 0 0 0,1-1 0 0 0,-1 1 0 0 0,0 0-1 0 0,0 0 1 0 0,0-1 0 0 0,-1 1 0 0 0,1 0 0 0 0,-1 0 0 0 0,0-1-1 0 0,0 1 1 0 0,0 0 0 0 0,0 0 0 0 0,0 0 0 0 0,-1 0 0 0 0,-2-4 0 0 0,3 6 4 0 0,0 0 1 0 0,0 1 0 0 0,0-1 0 0 0,0 0 0 0 0,0 0 0 0 0,0 1-1 0 0,0-1 1 0 0,0 1 0 0 0,0-1 0 0 0,-1 1 0 0 0,1-1 0 0 0,0 1-1 0 0,0 0 1 0 0,-1-1 0 0 0,1 1 0 0 0,0 0 0 0 0,0 0 0 0 0,-1 0-1 0 0,1 0 1 0 0,0 0 0 0 0,0 0 0 0 0,-3 1 0 0 0,-24 7-101 0 0,21-5 113 0 0,0 1 0 0 0,0 0 0 0 0,1 1 0 0 0,-1 0-1 0 0,1 0 1 0 0,0 0 0 0 0,0 0 0 0 0,1 1 0 0 0,0 0 0 0 0,-7 10 0 0 0,4-5 4 0 0,0 1 0 0 0,1 0 0 0 0,1 1 0 0 0,0-1 0 0 0,-4 15 1 0 0,8-20-2 0 0,-1 0 0 0 0,2 0 0 0 0,-1 0 0 0 0,1 0 1 0 0,0 0-1 0 0,0 1 0 0 0,1-1 0 0 0,0 0 0 0 0,0 0 1 0 0,1 1-1 0 0,0-1 0 0 0,0 0 0 0 0,1 0 0 0 0,0 0 0 0 0,0 0 1 0 0,0 0-1 0 0,1 0 0 0 0,0-1 0 0 0,1 1 0 0 0,-1-1 1 0 0,1 0-1 0 0,0 0 0 0 0,1 0 0 0 0,0-1 0 0 0,-1 1 1 0 0,2-1-1 0 0,-1 0 0 0 0,1-1 0 0 0,-1 1 0 0 0,1-1 1 0 0,0 0-1 0 0,1 0 0 0 0,7 2 0 0 0,0 0-163 0 0,0-1 0 0 0,1-1 0 0 0,-1-1 0 0 0,1 0 0 0 0,0 0 0 0 0,18-1 0 0 0,2-1-1297 0 0,55-5 0 0 0,-70 2-526 0 0,33-9 1 0 0,-14 0-1234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269 226 860 0 0,'-2'-36'1901'0'0,"-1"1"0"0"0,-2 0 0 0 0,-2 0 1 0 0,-14-48-1 0 0,20 81-1749 0 0,-3 4-18 0 0,0 0-100 0 0,0 1 0 0 0,1 0 0 0 0,-1 0 1 0 0,1 0-1 0 0,-1 1 0 0 0,1-1 1 0 0,0 1-1 0 0,0 0 0 0 0,0 0 0 0 0,1 0 1 0 0,-1 0-1 0 0,-2 9 0 0 0,-25 65 167 0 0,24-60-159 0 0,-38 117 404 0 0,-43 217 0 0 0,81-319-377 0 0,2 0 1 0 0,0 36 0 0 0,4-58-64 0 0,0 0 1 0 0,1 1 0 0 0,0-1 0 0 0,1 0 0 0 0,1 0 0 0 0,-1 0 0 0 0,2 0-1 0 0,0-1 1 0 0,9 20 0 0 0,-10-26-74 0 0,1 1 0 0 0,-1-1-1 0 0,1 0 1 0 0,0 0 0 0 0,0 0-1 0 0,0-1 1 0 0,1 1 0 0 0,-1-1-1 0 0,1 0 1 0 0,0-1 0 0 0,0 1-1 0 0,0-1 1 0 0,0 0 0 0 0,0 0-1 0 0,1 0 1 0 0,-1-1 0 0 0,1 0-1 0 0,-1 0 1 0 0,1 0 0 0 0,-1-1 0 0 0,9 1-1 0 0,0-1-346 0 0,1-1-1 0 0,-1 0 0 0 0,1-1 0 0 0,-1 0 1 0 0,0-2-1 0 0,0 1 0 0 0,15-7 1 0 0,-13 3-699 0 0,0-1 1 0 0,26-16 0 0 0,-2-4-858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262 150 1760 0 0,'2'-14'894'0'0,"5"-17"1619"0"0,-2 1 1 0 0,2-42 0 0 0,-7 69-2278 0 0,-1 3-209 0 0,0 1 1 0 0,1-1-1 0 0,-1 0 0 0 0,0 1 1 0 0,0-1-1 0 0,0 0 0 0 0,1 1 1 0 0,-1-1-1 0 0,0 1 0 0 0,1-1 1 0 0,-1 1-1 0 0,0-1 0 0 0,1 1 1 0 0,-1 0-1 0 0,1-1 0 0 0,-1 1 0 0 0,1 0 1 0 0,-1 0-1 0 0,1-1 0 0 0,-1 1 1 0 0,1 0-1 0 0,0 0 0 0 0,-1 0 1 0 0,-7 25 221 0 0,5-17-115 0 0,-74 271 1670 0 0,27-85-777 0 0,22-96-650 0 0,-66 201 265 0 0,86-277-634 0 0,9-17-59 0 0,6-14-33 0 0,28-54-550 0 0,-10 16 356 0 0,-4 11 134 0 0,1 2 0 0 0,2 1-1 0 0,27-30 1 0 0,-42 52 132 0 0,1 1-1 0 0,0 0 0 0 0,0 0 1 0 0,1 1-1 0 0,-1 1 1 0 0,2 0-1 0 0,-1 0 0 0 0,1 1 1 0 0,0 0-1 0 0,1 1 0 0 0,-1 1 1 0 0,26-7-1 0 0,-32 10 46 0 0,1 1 0 0 0,-1-1 0 0 0,0 1 0 0 0,0 0 1 0 0,1 1-1 0 0,-1-1 0 0 0,0 1 0 0 0,0 0 0 0 0,0 1 0 0 0,0-1 0 0 0,0 1 0 0 0,0 1 1 0 0,0-1-1 0 0,0 1 0 0 0,-1 0 0 0 0,1 0 0 0 0,-1 0 0 0 0,0 1 0 0 0,0 0 0 0 0,0 0 1 0 0,-1 0-1 0 0,1 1 0 0 0,4 6 0 0 0,-3-3 24 0 0,-1 0 0 0 0,0 0 0 0 0,-1 1 0 0 0,0-1 0 0 0,0 1 0 0 0,-1 0 0 0 0,0-1 0 0 0,0 2 0 0 0,-1-1 0 0 0,-1 0 0 0 0,1 0 0 0 0,-1 1 0 0 0,-1-1 0 0 0,0 1 0 0 0,-1 9 0 0 0,-1-2-12 0 0,0 1 0 0 0,-1 0 1 0 0,-1-1-1 0 0,0 0 0 0 0,-12 29 1 0 0,9-23-242 0 0,7-22 156 0 0,0-1 1 0 0,0 1-1 0 0,0-1 0 0 0,-1 1 0 0 0,1 0 0 0 0,0-1 1 0 0,0 1-1 0 0,0-1 0 0 0,0 1 0 0 0,0 0 0 0 0,0-1 0 0 0,0 1 1 0 0,0-1-1 0 0,1 1 0 0 0,-1-1 0 0 0,0 1 0 0 0,0 0 1 0 0,0-1-1 0 0,1 1 0 0 0,-1-1 0 0 0,0 1 0 0 0,0-1 0 0 0,1 1 1 0 0,-1-1-1 0 0,1 1 0 0 0,-1-1 0 0 0,0 1 0 0 0,1-1 1 0 0,-1 0-1 0 0,1 1 0 0 0,-1-1 0 0 0,2 1 0 0 0,4-1-214 0 0,0 0 0 0 0,0 0 0 0 0,0-1 0 0 0,0 0 0 0 0,0 0-1 0 0,0 0 1 0 0,0-1 0 0 0,0 0 0 0 0,8-4 0 0 0,55-29-1587 0 0,-50 25 1439 0 0,30-18-393 0 0,87-67 0 0 0,-25-4 3884 0 0,-86 78-1348 0 0,-18 20-213 0 0,-14 16-706 0 0,-5 3-196 0 0,1 1 1 0 0,-10 23-1 0 0,17-33-532 0 0,1 1 0 0 0,-1-1 0 0 0,1 1 1 0 0,1 0-1 0 0,0 0 0 0 0,-1 20 0 0 0,3-27-80 0 0,0 1 0 0 0,0-1-1 0 0,1 0 1 0 0,-1 1 0 0 0,1-1 0 0 0,0 1 0 0 0,0-1 0 0 0,0 0-1 0 0,0 0 1 0 0,0 0 0 0 0,1 0 0 0 0,0 0 0 0 0,-1 0 0 0 0,1 0-1 0 0,0 0 1 0 0,1 0 0 0 0,-1-1 0 0 0,3 3 0 0 0,-1-1-5 0 0,1-1 1 0 0,-1 0 0 0 0,1 0-1 0 0,0-1 1 0 0,0 1 0 0 0,0-1-1 0 0,1 0 1 0 0,-1 0 0 0 0,0-1-1 0 0,8 2 1 0 0,1-1 2 0 0,0-1 0 0 0,0 0 0 0 0,-1-1 0 0 0,1-1 0 0 0,0 0 0 0 0,0-1 0 0 0,-1 0 0 0 0,19-6 0 0 0,-25 6-4 0 0,1-1 0 0 0,-1-1 0 0 0,0 0 0 0 0,0 0 0 0 0,0 0 0 0 0,-1-1 0 0 0,1 1 0 0 0,-1-2 0 0 0,0 1 0 0 0,-1-1 0 0 0,8-8-1 0 0,-7 5-1 0 0,1 0 0 0 0,-1-1 0 0 0,-1 0 0 0 0,0 0-1 0 0,0 0 1 0 0,-1 0 0 0 0,6-23 0 0 0,-7 24-7 0 0,-2 0 1 0 0,1 0-1 0 0,-2 0 1 0 0,1-1 0 0 0,-1 1-1 0 0,0 0 1 0 0,-1-1 0 0 0,0 1-1 0 0,-4-16 1 0 0,3 19-4 0 0,0 0 0 0 0,0 0 1 0 0,-1 0-1 0 0,0 1 1 0 0,0-1-1 0 0,0 0 0 0 0,-1 1 1 0 0,0 0-1 0 0,0 0 0 0 0,0 0 1 0 0,0 1-1 0 0,-1-1 0 0 0,0 1 1 0 0,-9-7-1 0 0,10 9-23 0 0,-1 0 1 0 0,1 0-1 0 0,0 0 0 0 0,-1 1 1 0 0,1-1-1 0 0,-1 1 0 0 0,1 0 0 0 0,-1 0 1 0 0,1 1-1 0 0,-1-1 0 0 0,0 1 1 0 0,1 0-1 0 0,-1 0 0 0 0,0 1 1 0 0,1-1-1 0 0,-1 1 0 0 0,1 0 1 0 0,-1 0-1 0 0,1 1 0 0 0,-1 0 1 0 0,-7 3-1 0 0,7-2-269 0 0,1-1 1 0 0,0 1-1 0 0,-1 0 0 0 0,1 0 0 0 0,0 0 1 0 0,0 0-1 0 0,1 1 0 0 0,-1 0 1 0 0,1-1-1 0 0,0 1 0 0 0,0 1 1 0 0,0-1-1 0 0,0 0 0 0 0,1 1 1 0 0,0-1-1 0 0,0 1 0 0 0,0 0 1 0 0,0 0-1 0 0,-1 9 0 0 0,5 10-4595 0 0,0-13 774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4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320 703 1932 0 0,'2'-4'790'0'0,"0"0"-1"0"0,-1 0 0 0 0,1 0 1 0 0,-1 0-1 0 0,0 0 1 0 0,1-6-1 0 0,-2 9-695 0 0,0 0 1 0 0,0 0 0 0 0,0 0-1 0 0,0 0 1 0 0,0 0-1 0 0,0 0 1 0 0,0 0-1 0 0,0 0 1 0 0,-1 0-1 0 0,1 0 1 0 0,0 0-1 0 0,-1 0 1 0 0,1 0-1 0 0,-1 0 1 0 0,1 0-1 0 0,-1 0 1 0 0,0 0 0 0 0,1 0-1 0 0,-1 1 1 0 0,0-1-1 0 0,1 0 1 0 0,-1 0-1 0 0,0 1 1 0 0,0-1-1 0 0,0 1 1 0 0,0-1-1 0 0,0 1 1 0 0,1-1-1 0 0,-1 1 1 0 0,0-1-1 0 0,0 1 1 0 0,0 0 0 0 0,0-1-1 0 0,0 1 1 0 0,-1 0-1 0 0,-1 0 1 0 0,-6-1 151 0 0,0 1 1 0 0,-1 0-1 0 0,1 1 1 0 0,-1 0-1 0 0,1 0 1 0 0,0 1-1 0 0,0 0 1 0 0,0 1 0 0 0,0 0-1 0 0,0 0 1 0 0,0 1-1 0 0,1 0 1 0 0,0 1-1 0 0,-10 7 1 0 0,3-2-42 0 0,0 1 0 0 0,0 0 1 0 0,2 1-1 0 0,-1 1 0 0 0,2 0 1 0 0,-19 25-1 0 0,24-29-142 0 0,1 1 1 0 0,0 0-1 0 0,1 0 0 0 0,0 1 1 0 0,1-1-1 0 0,0 1 1 0 0,-4 16-1 0 0,7-24-53 0 0,0 0 0 0 0,1 0 0 0 0,0 1 0 0 0,-1-1 0 0 0,1 0 0 0 0,0 0 0 0 0,1 0 0 0 0,-1 0 0 0 0,0 1 0 0 0,1-1 0 0 0,0 0 0 0 0,0 0 0 0 0,0 0 0 0 0,0 0 0 0 0,0 0 0 0 0,0-1 0 0 0,1 1 0 0 0,0 0 0 0 0,-1 0 0 0 0,1-1 0 0 0,0 1 0 0 0,0-1 0 0 0,0 0 0 0 0,1 0 0 0 0,-1 1 0 0 0,0-1 0 0 0,1-1 0 0 0,0 1 0 0 0,-1 0 0 0 0,1-1 0 0 0,5 3 0 0 0,2-1-5 0 0,0 0 0 0 0,0 0 0 0 0,1-1-1 0 0,-1 0 1 0 0,1-1 0 0 0,0 0 0 0 0,-1-1 0 0 0,1 0-1 0 0,0 0 1 0 0,-1-2 0 0 0,1 1 0 0 0,-1-1 0 0 0,1-1 0 0 0,-1 1-1 0 0,0-2 1 0 0,11-4 0 0 0,4-3-11 0 0,0-1 0 0 0,-1-2 0 0 0,0 0 0 0 0,-1-1 0 0 0,22-20 0 0 0,-18 11-4 0 0,-1-2 1 0 0,-1 0 0 0 0,-1-2 0 0 0,-2-1 0 0 0,-1-1 0 0 0,-1 0 0 0 0,-1-2 0 0 0,19-45 0 0 0,-13 16 84 0 0,-2-2 1 0 0,-2 0-1 0 0,19-111 1 0 0,-36 149 102 0 0,-1 0 1 0 0,-1 0 0 0 0,-1 1-1 0 0,-2-30 1 0 0,0 51-164 0 0,1 0 1 0 0,-1 0-1 0 0,0-1 0 0 0,1 1 0 0 0,-1 0 1 0 0,-1 0-1 0 0,1 0 0 0 0,0 1 1 0 0,-1-1-1 0 0,1 0 0 0 0,-1 0 0 0 0,0 1 1 0 0,0-1-1 0 0,-4-3 0 0 0,4 5-11 0 0,0 0 0 0 0,0 1 0 0 0,0-1 0 0 0,0 1 0 0 0,0 0 0 0 0,0 0 0 0 0,0 0 0 0 0,-1 0 0 0 0,1 0 0 0 0,0 0 0 0 0,0 0 0 0 0,0 0 0 0 0,0 1-1 0 0,0 0 1 0 0,0-1 0 0 0,0 1 0 0 0,0 0 0 0 0,0 0 0 0 0,1 0 0 0 0,-3 1 0 0 0,-9 7 41 0 0,0 0 0 0 0,1 1 0 0 0,1 0 0 0 0,0 1 0 0 0,0 1-1 0 0,1-1 1 0 0,0 2 0 0 0,-9 15 0 0 0,-4 11 227 0 0,-28 63 0 0 0,33-61-183 0 0,3 0-1 0 0,1 1 1 0 0,1 1-1 0 0,3 0 1 0 0,2 1-1 0 0,1 0 1 0 0,3 0 0 0 0,1 0-1 0 0,3 0 1 0 0,6 65-1 0 0,-4-98-174 0 0,0-1 0 0 0,0 1 0 0 0,1-1-1 0 0,0 0 1 0 0,6 12 0 0 0,-6-17-350 0 0,-1 0-1 0 0,1-1 1 0 0,0 1-1 0 0,7 7 1 0 0,-7-9-270 0 0,0-1 0 0 0,0 1-1 0 0,0-1 1 0 0,0 1 0 0 0,0-1 0 0 0,1 0 0 0 0,4 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18 1188 0 0,'-28'3'2883'0'0,"-19"0"3357"0"0,-75 16-1 0 0,120-19-5789 0 0,5 1-93 0 0,23-1-83 0 0,1 0 0 0 0,49-8 0 0 0,-9 1-473 0 0,85-3-1738 0 0,58-5-6171 0 0,-146 12 2577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66 512 0 0,'12'-52'10224'0'0,"-10"39"-7725"0"0,-7 36-2029 0 0,-15 73 485 0 0,-55 153 0 0 0,-7 26-659 0 0,78-260-659 0 0,2-1 1 0 0,-2 28 0 0 0,4-37-273 0 0,0 0 0 0 0,0 1 0 0 0,1-1 0 0 0,0 0 0 0 0,0 0 0 0 0,0 0 0 0 0,0 0 0 0 0,1 0 0 0 0,0 0 0 0 0,0 0 0 0 0,4 6 0 0 0,2 0-4165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107 200 276 0 0,'10'-16'2476'0'0,"0"0"0"0"0,-1-1 1 0 0,11-26-1 0 0,-19 40-1450 0 0,-4 4-665 0 0,-1 0-230 0 0,0 1-1 0 0,0 0 1 0 0,1 0-1 0 0,-1 0 1 0 0,0 1-1 0 0,1-1 1 0 0,-1 1 0 0 0,1 0-1 0 0,0 0 1 0 0,0 0-1 0 0,0 0 1 0 0,-4 6-1 0 0,-31 50 798 0 0,34-52-841 0 0,-6 9 54 0 0,1 1-1 0 0,1 0 1 0 0,0 0 0 0 0,2 0-1 0 0,-1 1 1 0 0,-5 33 0 0 0,11-47-128 0 0,0 1 0 0 0,1 0 0 0 0,-1 0 0 0 0,1 0 0 0 0,0 0 0 0 0,1 0 0 0 0,-1 0 0 0 0,1 0 0 0 0,0 0 0 0 0,0 0 0 0 0,1-1 0 0 0,-1 1 0 0 0,1 0 0 0 0,0-1 0 0 0,0 1 0 0 0,0-1 0 0 0,1 0 0 0 0,0 0 0 0 0,0 0 0 0 0,0 0 0 0 0,0 0 0 0 0,1-1 0 0 0,-1 1 0 0 0,1-1 0 0 0,0 0 0 0 0,0 0 0 0 0,0 0 0 0 0,0 0 0 0 0,0-1 0 0 0,6 3 0 0 0,-1-2-5 0 0,-1 0-1 0 0,1 0 1 0 0,0-1-1 0 0,0 0 1 0 0,0 0-1 0 0,0-1 1 0 0,0 0 0 0 0,0 0-1 0 0,0-1 1 0 0,0-1-1 0 0,0 1 1 0 0,0-2-1 0 0,0 1 1 0 0,0-1-1 0 0,0 0 1 0 0,16-7-1 0 0,-19 6 10 0 0,0 0 0 0 0,0 0 0 0 0,0-1-1 0 0,-1 1 1 0 0,1-1 0 0 0,-1-1-1 0 0,0 1 1 0 0,0-1 0 0 0,0 1 0 0 0,-1-2-1 0 0,0 1 1 0 0,0 0 0 0 0,0-1-1 0 0,0 1 1 0 0,-1-1 0 0 0,0 0 0 0 0,0-1-1 0 0,-1 1 1 0 0,0 0 0 0 0,0-1-1 0 0,0 1 1 0 0,-1-1 0 0 0,1-8-1 0 0,-1 3 58 0 0,-1-1 0 0 0,0 0 0 0 0,-1 1 0 0 0,-1-1 0 0 0,0 0 0 0 0,0 1 0 0 0,-1 0 0 0 0,-1-1 0 0 0,0 1 0 0 0,0 0 0 0 0,-2 1 0 0 0,1-1 0 0 0,-1 1 0 0 0,-1 0 0 0 0,-9-12 0 0 0,3 7-324 0 0,-1 1 1 0 0,0 0 0 0 0,-21-17 0 0 0,9 11-2813 0 0,-38-22 0 0 0,53 35-261 0 0,-3 0-1210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6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81 1036 0 0,'-105'-23'8000'0'0,"46"11"-5044"0"0,56 11-2394 0 0,6 0-354 0 0,18-5-73 0 0,-1 0 0 0 0,1 2 1 0 0,37-4-1 0 0,71 3-605 0 0,-69 3-129 0 0,156-8-5272 0 0,-139 8 1912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326 139 1576 0 0,'124'-139'13263'0'0,"-125"143"-13211"0"0,-1 0 0 0 0,1-1-1 0 0,-1 0 1 0 0,0 1-1 0 0,0-1 1 0 0,0 0 0 0 0,0 0-1 0 0,-1 0 1 0 0,1 0-1 0 0,-5 3 1 0 0,0 2 51 0 0,-13 14 97 0 0,9-10-148 0 0,0 1 1 0 0,0 0-1 0 0,2 0 1 0 0,-1 1-1 0 0,2 0 1 0 0,-9 18-1 0 0,16-28-48 0 0,0-1 0 0 0,0 1-1 0 0,1-1 1 0 0,-1 1-1 0 0,0 0 1 0 0,1-1 0 0 0,0 1-1 0 0,0-1 1 0 0,0 1-1 0 0,1 0 1 0 0,-1-1-1 0 0,1 1 1 0 0,0-1 0 0 0,0 1-1 0 0,0-1 1 0 0,0 1-1 0 0,1-1 1 0 0,-1 1-1 0 0,4 4 1 0 0,4 4 9 0 0,0 0-1 0 0,0-1 1 0 0,22 19 0 0 0,15 18 223 0 0,-45-47-198 0 0,-1-1 0 0 0,1 1 0 0 0,-1 0-1 0 0,1 0 1 0 0,-1 0 0 0 0,0 0 0 0 0,1 0 0 0 0,-1 0-1 0 0,0 0 1 0 0,0 0 0 0 0,0 0 0 0 0,0 1 0 0 0,0-1-1 0 0,0 0 1 0 0,0 0 0 0 0,0 0 0 0 0,0 0 0 0 0,0 0-1 0 0,-1 0 1 0 0,1 0 0 0 0,0 0 0 0 0,-1 0 0 0 0,1 0-1 0 0,-1 0 1 0 0,1 0 0 0 0,-1-1 0 0 0,1 1 0 0 0,-1 0-1 0 0,1 0 1 0 0,-1 0 0 0 0,0 0 0 0 0,0-1-1 0 0,1 1 1 0 0,-1 0 0 0 0,0-1 0 0 0,0 1 0 0 0,0-1-1 0 0,-1 1 1 0 0,-4 3 113 0 0,1 0-1 0 0,-1-1 1 0 0,0 0-1 0 0,-10 4 0 0 0,-9 1 102 0 0,1-2-1 0 0,-1-1 0 0 0,-49 5 0 0 0,-77-7-24 0 0,119-3-199 0 0,29 0-84 0 0,0 1-135 0 0,0-1 0 0 0,0 0 0 0 0,0 0 0 0 0,-1 0 0 0 0,1 0 0 0 0,0-1 0 0 0,0 1 0 0 0,0-1 0 0 0,-1 0 0 0 0,1 0 0 0 0,0 0 0 0 0,0 0 0 0 0,-4-3 0 0 0,7 3 107 0 0,0 1 0 0 0,-1 0-1 0 0,1-1 1 0 0,0 1 0 0 0,0-1-1 0 0,0 1 1 0 0,0-1 0 0 0,0 1-1 0 0,0 0 1 0 0,0-1 0 0 0,0 1-1 0 0,0-1 1 0 0,0 1 0 0 0,0-1-1 0 0,0 1 1 0 0,0-1 0 0 0,0 1-1 0 0,0 0 1 0 0,0-1 0 0 0,1 1-1 0 0,-1-1 1 0 0,0 1 0 0 0,0 0-1 0 0,0-1 1 0 0,1 1 0 0 0,-1 0-1 0 0,1-1 1 0 0,7-10-1303 0 0,34-21-5598 0 0,-24 20 2930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7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84 2488 0 0,'43'-28'8718'0'0,"-43"30"-8488"0"0,1 1-1 0 0,-1-1 1 0 0,0 1 0 0 0,0-1 0 0 0,0 1 0 0 0,-1-1 0 0 0,1 1 0 0 0,0-1 0 0 0,-1 1 0 0 0,-1 4 0 0 0,-5 13 198 0 0,1-1 0 0 0,0 1 0 0 0,2 1-1 0 0,1-1 1 0 0,-2 32 0 0 0,5-45-405 0 0,0 0 0 0 0,0 1 0 0 0,0-1 0 0 0,1 0 0 0 0,0 0-1 0 0,1 1 1 0 0,0-1 0 0 0,0 0 0 0 0,0 0 0 0 0,1 0 0 0 0,0-1-1 0 0,0 1 1 0 0,1-1 0 0 0,0 1 0 0 0,0-1 0 0 0,0 0 0 0 0,1-1-1 0 0,9 10 1 0 0,-10-12-17 0 0,0 0-1 0 0,0 0 1 0 0,1-1 0 0 0,-1 1-1 0 0,0-1 1 0 0,1 0 0 0 0,0-1-1 0 0,0 1 1 0 0,-1-1-1 0 0,1 0 1 0 0,0 0 0 0 0,0 0-1 0 0,0-1 1 0 0,0 0 0 0 0,0 0-1 0 0,0 0 1 0 0,0 0-1 0 0,0-1 1 0 0,0 0 0 0 0,0 0-1 0 0,0 0 1 0 0,-1-1 0 0 0,1 1-1 0 0,6-4 1 0 0,-4 1 2 0 0,0 0 0 0 0,0 0 0 0 0,-1 0 0 0 0,0 0 0 0 0,0-1 0 0 0,0 0 0 0 0,0 0 0 0 0,-1-1 0 0 0,0 0 0 0 0,0 0 0 0 0,-1 0 0 0 0,1 0 0 0 0,-1-1 0 0 0,-1 0 1 0 0,5-9-1 0 0,-4 5 14 0 0,-1-1 1 0 0,-1 0 0 0 0,1 0-1 0 0,-2 0 1 0 0,0 0 0 0 0,0 0-1 0 0,-1 0 1 0 0,0 0 0 0 0,-1 0-1 0 0,-1 0 1 0 0,0 0 0 0 0,0 0 0 0 0,-1 0-1 0 0,-6-13 1 0 0,7 19-11 0 0,0 0 0 0 0,-1 0 1 0 0,0 0-1 0 0,0 1 0 0 0,-1-1 0 0 0,1 1 1 0 0,-1 0-1 0 0,0 0 0 0 0,-1 0 0 0 0,1 0 0 0 0,-1 1 1 0 0,0-1-1 0 0,0 1 0 0 0,0 1 0 0 0,-1-1 1 0 0,1 1-1 0 0,-1 0 0 0 0,0 0 0 0 0,0 0 0 0 0,0 1 1 0 0,0 0-1 0 0,0 0 0 0 0,0 1 0 0 0,-1 0 1 0 0,1 0-1 0 0,-1 0 0 0 0,-11 1 0 0 0,8 1-10 0 0,0 0-1 0 0,0 1 0 0 0,1 1 0 0 0,-1-1 1 0 0,1 1-1 0 0,-1 1 0 0 0,1 0 0 0 0,0 0 1 0 0,1 1-1 0 0,-1 0 0 0 0,-12 10 0 0 0,15-11-18 0 0,0 1-1 0 0,1 0 0 0 0,0 0 1 0 0,-1 0-1 0 0,2 1 0 0 0,-1 0 0 0 0,1 0 1 0 0,0 0-1 0 0,0 0 0 0 0,0 1 1 0 0,1-1-1 0 0,0 1 0 0 0,0 0 0 0 0,1 0 1 0 0,0 0-1 0 0,-1 9 0 0 0,2-13-124 0 0,1 1-1 0 0,0 0 1 0 0,0-1-1 0 0,1 1 1 0 0,-1 0-1 0 0,1-1 1 0 0,0 1 0 0 0,0 0-1 0 0,0-1 1 0 0,0 1-1 0 0,1-1 1 0 0,-1 0-1 0 0,1 1 1 0 0,0-1-1 0 0,0 0 1 0 0,0 0-1 0 0,0 0 1 0 0,5 4 0 0 0,-2-3-538 0 0,-1 0 0 0 0,1 0 0 0 0,0-1 1 0 0,0 1-1 0 0,0-1 0 0 0,0 0 1 0 0,0-1-1 0 0,1 1 0 0 0,-1-1 0 0 0,12 3 1 0 0,6-1-4136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8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72 1808 0 0,'8'-27'3663'0'0,"-5"21"-2546"0"0,-1 1 0 0 0,-1-1 0 0 0,1 1 0 0 0,-1-1 0 0 0,1-11-1 0 0,4 36 765 0 0,-71 392 2349 0 0,15-137-5402 0 0,47-261 214 0 0,-1 24-803 0 0,8-13-5170 0 0,0-10 1874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8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1 119 372 0 0,'1'-3'2608'0'0,"21"-21"5427"0"0,-21 24-7897 0 0,1 1 0 0 0,0 0 0 0 0,0 0 0 0 0,-1-1 0 0 0,1 1 0 0 0,-1 0-1 0 0,1 0 1 0 0,-1 0 0 0 0,1 1 0 0 0,-1-1 0 0 0,1 0 0 0 0,-1 1 0 0 0,0-1 0 0 0,0 0 0 0 0,0 1 0 0 0,0 0 0 0 0,0-1 0 0 0,0 1 0 0 0,0-1-1 0 0,0 3 1 0 0,20 45 1218 0 0,-15-33-996 0 0,2 4-153 0 0,2 1-1 0 0,0-1 1 0 0,2-1-1 0 0,0 0 1 0 0,16 19-1 0 0,-27-37-195 0 0,0 1 0 0 0,1-1 0 0 0,-1 0 0 0 0,1 1 0 0 0,0-1-1 0 0,-1 0 1 0 0,1 0 0 0 0,0 0 0 0 0,0 0 0 0 0,0 0 0 0 0,0 0 0 0 0,0-1-1 0 0,0 1 1 0 0,0-1 0 0 0,0 1 0 0 0,0-1 0 0 0,0 0 0 0 0,0 0 0 0 0,0 0 0 0 0,0 0-1 0 0,0 0 1 0 0,0 0 0 0 0,0 0 0 0 0,0-1 0 0 0,0 1 0 0 0,0-1 0 0 0,0 0-1 0 0,0 1 1 0 0,0-1 0 0 0,0 0 0 0 0,0 0 0 0 0,-1 0 0 0 0,4-2 0 0 0,5-5 3 0 0,0 1 0 0 0,-1-1 0 0 0,0-1 0 0 0,11-12 0 0 0,-11 11-4 0 0,60-73 80 0 0,-1 1-29 0 0,-58 71-66 0 0,2 0 0 0 0,-1 1 0 0 0,1 0 0 0 0,22-14 0 0 0,-28 22 4 0 0,0-1 0 0 0,-1 0 1 0 0,1 1-1 0 0,0 0 0 0 0,0 0 1 0 0,0 1-1 0 0,0 0 0 0 0,1 0 1 0 0,-1 0-1 0 0,0 1 0 0 0,0 0 1 0 0,1 0-1 0 0,-1 1 0 0 0,10 1 1 0 0,4 3 13 0 0,0 0 0 0 0,0 2 0 0 0,18 9 0 0 0,-10-5 9 0 0,5 1 61 0 0,0-2 1 0 0,69 11-1 0 0,-97-20-70 0 0,-1-1 0 0 0,1-1 0 0 0,-1 1 0 0 0,1-1 1 0 0,-1 0-1 0 0,1 0 0 0 0,-1 0 0 0 0,1 0 0 0 0,-1-1 0 0 0,0 0 0 0 0,0 0 0 0 0,0 0 0 0 0,0 0 0 0 0,0-1 0 0 0,6-5 0 0 0,-4 2 8 0 0,0 0 1 0 0,-1-1-1 0 0,0 0 0 0 0,0 0 0 0 0,-1 0 1 0 0,7-14-1 0 0,-11 20-21 0 0,0 1 0 0 0,0-1-1 0 0,0 1 1 0 0,1-1-1 0 0,-1 0 1 0 0,0 1-1 0 0,0-1 1 0 0,0 1-1 0 0,0-1 1 0 0,0 1-1 0 0,-1-1 1 0 0,1 1-1 0 0,0-1 1 0 0,0 1-1 0 0,0-1 1 0 0,0 1-1 0 0,-1-1 1 0 0,1 1-1 0 0,0-1 1 0 0,0 1-1 0 0,-1-1 1 0 0,1 1-1 0 0,0-1 1 0 0,-1 1-1 0 0,1-1 1 0 0,0 1-1 0 0,-1 0 1 0 0,1-1-1 0 0,-1 1 1 0 0,1 0-1 0 0,-1-1 1 0 0,1 1-1 0 0,-1 0 1 0 0,1 0-1 0 0,-1 0 1 0 0,1-1-1 0 0,-1 1 1 0 0,1 0-1 0 0,-1 0 1 0 0,1 0-1 0 0,-1 0 1 0 0,1 0-1 0 0,-1 0 1 0 0,0 0-1 0 0,1 0 1 0 0,-1 0-1 0 0,1 0 1 0 0,-1 0-1 0 0,1 0 1 0 0,-1 0-1 0 0,1 1 1 0 0,-1-1-1 0 0,0 0 1 0 0,-14 7 7 0 0,1 1 1 0 0,0 0-1 0 0,0 1 0 0 0,1 0 1 0 0,0 1-1 0 0,-22 21 1 0 0,20-15 9 0 0,1 0 0 0 0,0 1-1 0 0,1 0 1 0 0,-19 35 0 0 0,29-46-9 0 0,0 0 1 0 0,0 0-1 0 0,1 0 0 0 0,0 1 0 0 0,0-1 0 0 0,0 1 0 0 0,-1 13 0 0 0,3-18-4 0 0,0 1-1 0 0,0-1 1 0 0,0 1 0 0 0,1-1-1 0 0,-1 1 1 0 0,1-1-1 0 0,-1 1 1 0 0,1-1 0 0 0,0 0-1 0 0,0 1 1 0 0,0-1 0 0 0,0 0-1 0 0,0 0 1 0 0,0 0-1 0 0,1 1 1 0 0,-1-1 0 0 0,1-1-1 0 0,0 1 1 0 0,-1 0 0 0 0,1 0-1 0 0,0-1 1 0 0,0 1-1 0 0,0-1 1 0 0,4 3 0 0 0,8 3-17 0 0,1-1 0 0 0,0-1 0 0 0,0 0 1 0 0,0-1-1 0 0,0 0 0 0 0,1-1 0 0 0,-1-1 0 0 0,1-1 1 0 0,28 0-1 0 0,-4-4-1798 0 0,-1 0 1 0 0,69-17 0 0 0,-70 10-2354 0 0,-3-2-2089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3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668 77 1320 0 0,'25'-71'9778'0'0,"-25"69"-9440"0"0,2-2 18 0 0,-2 4-342 0 0,0 0-1 0 0,0 0 1 0 0,0 0-1 0 0,0 0 1 0 0,0 0-1 0 0,0 0 1 0 0,0 0-1 0 0,0 1 1 0 0,0-1-1 0 0,0 0 1 0 0,0 0-1 0 0,0 0 0 0 0,0 0 1 0 0,0 0-1 0 0,0 0 1 0 0,0 0-1 0 0,1 0 1 0 0,-1 0-1 0 0,0 0 1 0 0,0 0-1 0 0,0 0 1 0 0,0 0-1 0 0,0 0 0 0 0,0 0 1 0 0,0 0-1 0 0,0 0 1 0 0,0 0-1 0 0,0 0 1 0 0,0 0-1 0 0,0 0 1 0 0,0 0-1 0 0,0 0 1 0 0,0 0-1 0 0,0 0 1 0 0,0 0-1 0 0,1 0 0 0 0,-1 0 1 0 0,0 0-1 0 0,0 0 1 0 0,0 0-1 0 0,0 0 1 0 0,0 0-1 0 0,0 0 1 0 0,0-1-1 0 0,0 1 1 0 0,0 0-1 0 0,0 0 0 0 0,2 28 554 0 0,-2 0-1 0 0,-5 52 0 0 0,-17 58 232 0 0,18-117-688 0 0,-110 512 1630 0 0,-6 37-1080 0 0,113-532-632 0 0,-34 247 228 0 0,37-237-158 0 0,2 0 0 0 0,2 0 0 0 0,13 93 1 0 0,-11-131-78 0 0,0 0 1 0 0,0-1 0 0 0,1 1 0 0 0,0 0-1 0 0,1-1 1 0 0,0 0 0 0 0,1 0-1 0 0,0 0 1 0 0,7 9 0 0 0,-10-15-17 0 0,0-1 1 0 0,0 0-1 0 0,0 1 1 0 0,1-1-1 0 0,-1 0 1 0 0,1 0-1 0 0,-1 0 1 0 0,1-1-1 0 0,0 1 0 0 0,-1-1 1 0 0,1 1-1 0 0,0-1 1 0 0,0 0-1 0 0,0 0 1 0 0,0 0-1 0 0,0-1 1 0 0,0 1-1 0 0,1-1 1 0 0,-1 1-1 0 0,0-1 1 0 0,0 0-1 0 0,0 0 0 0 0,0-1 1 0 0,0 1-1 0 0,1-1 1 0 0,-1 1-1 0 0,0-1 1 0 0,0 0-1 0 0,0 0 1 0 0,0 0-1 0 0,-1-1 1 0 0,6-2-1 0 0,2-2-6 0 0,-1 1 1 0 0,0-1-1 0 0,0-1 0 0 0,-1 1 0 0 0,0-2 0 0 0,0 1 1 0 0,0-1-1 0 0,-1 0 0 0 0,-1-1 0 0 0,1 1 1 0 0,-1-1-1 0 0,-1-1 0 0 0,1 1 0 0 0,-2-1 1 0 0,1 0-1 0 0,-2 0 0 0 0,1 0 0 0 0,-1 0 0 0 0,2-13 1 0 0,-3 5-2 0 0,0 1 0 0 0,-1-1 0 0 0,0 1 1 0 0,-2-1-1 0 0,0 0 0 0 0,-1 1 0 0 0,-1-1 1 0 0,0 1-1 0 0,-1 0 0 0 0,-13-33 0 0 0,0 13 0 0 0,-2 0-1 0 0,-2 1 0 0 0,-1 1 1 0 0,-1 1-1 0 0,-2 1 0 0 0,-1 1 1 0 0,-2 1-1 0 0,-38-32 1 0 0,-34-22-13 0 0,-137-87 1 0 0,188 134-102 0 0,48 38 108 0 0,1-1 0 0 0,-1 1 0 0 0,1-1 0 0 0,0 0 0 0 0,-1 1 1 0 0,1-1-1 0 0,0 1 0 0 0,0-1 0 0 0,-1 1 0 0 0,1-1 0 0 0,0 0 1 0 0,0 1-1 0 0,0-1 0 0 0,0 1 0 0 0,0-1 0 0 0,0 0 0 0 0,0 1 0 0 0,0-1 1 0 0,0 0-1 0 0,0 1 0 0 0,0-1 0 0 0,0 1 0 0 0,0-1 0 0 0,1 0 0 0 0,-1 1 1 0 0,0-1-1 0 0,0 1 0 0 0,1-1 0 0 0,-1 0 0 0 0,0 1 0 0 0,1-1 1 0 0,-1 1-1 0 0,0-1 0 0 0,2 0 0 0 0,16-15-337 0 0,2 5-197 0 0,1 1 0 0 0,0 1 0 0 0,1 1 0 0 0,0 1 0 0 0,34-7 0 0 0,-11 2-348 0 0,225-58-7328 0 0,-225 57 5286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98 147 1556 0 0,'5'-11'1238'0'0,"0"1"1"0"0,-1-1-1 0 0,0 0 0 0 0,-1 0 1 0 0,0 0-1 0 0,-1-1 0 0 0,2-21 0 0 0,-4 33-1216 0 0,0 0-1 0 0,0 1 0 0 0,-1-1 0 0 0,1 0 1 0 0,0 0-1 0 0,0 1 0 0 0,0-1 0 0 0,-1 0 1 0 0,1 0-1 0 0,0 1 0 0 0,0-1 0 0 0,-1 0 1 0 0,1 0-1 0 0,0 0 0 0 0,-1 0 0 0 0,1 0 1 0 0,0 0-1 0 0,0 1 0 0 0,-1-1 1 0 0,1 0-1 0 0,0 0 0 0 0,-1 0 0 0 0,1 0 1 0 0,0 0-1 0 0,-1 0 0 0 0,1 0 0 0 0,0 0 1 0 0,-1 0-1 0 0,1 0 0 0 0,0 0 0 0 0,-1-1 1 0 0,1 1-1 0 0,0 0 0 0 0,0 0 0 0 0,-1 0 1 0 0,1 0-1 0 0,0 0 0 0 0,-1-1 0 0 0,1 1 1 0 0,0 0-1 0 0,0 0 0 0 0,-1 0 0 0 0,1-1 1 0 0,0 1-1 0 0,0 0 0 0 0,0 0 0 0 0,-1-1 1 0 0,1 1-1 0 0,0 0 0 0 0,0 0 0 0 0,0-1 1 0 0,0 1-1 0 0,0 0 0 0 0,0-1 0 0 0,0 1 1 0 0,-1 0-1 0 0,1-1 0 0 0,0 1 0 0 0,0 0 1 0 0,0-1-1 0 0,0 1 0 0 0,0 0 1 0 0,0-1-1 0 0,0 1 0 0 0,1 0 0 0 0,-1 0 1 0 0,0-1-1 0 0,0 1 0 0 0,0-1 0 0 0,-16 19 480 0 0,0 6-97 0 0,1 0-1 0 0,1 1 0 0 0,-18 45 0 0 0,28-58-361 0 0,0-1 0 0 0,0 1 0 0 0,1 0-1 0 0,1 0 1 0 0,0 0 0 0 0,1 0 0 0 0,0 0-1 0 0,1 1 1 0 0,0-1 0 0 0,1 0 0 0 0,2 16-1 0 0,-1-24-33 0 0,-1 0-1 0 0,0 0 0 0 0,1 0 0 0 0,0 0 0 0 0,0-1 0 0 0,0 1 0 0 0,0-1 0 0 0,0 1 0 0 0,1-1 0 0 0,0 0 0 0 0,-1 0 1 0 0,1 0-1 0 0,0 0 0 0 0,1 0 0 0 0,-1-1 0 0 0,0 1 0 0 0,1-1 0 0 0,0 0 0 0 0,-1 0 0 0 0,1 0 0 0 0,0-1 1 0 0,0 1-1 0 0,0-1 0 0 0,0 0 0 0 0,0 0 0 0 0,0 0 0 0 0,0-1 0 0 0,0 0 0 0 0,1 1 0 0 0,3-2 0 0 0,2 1-1 0 0,-1 0 0 0 0,0-1 0 0 0,0 0 0 0 0,0-1-1 0 0,1 0 1 0 0,-2 0 0 0 0,1-1 0 0 0,0 0 0 0 0,0-1-1 0 0,-1 0 1 0 0,0 0 0 0 0,13-9 0 0 0,-11 5-10 0 0,-1-1 1 0 0,-1 0-1 0 0,1 0 0 0 0,-1-1 1 0 0,-1 0-1 0 0,0-1 1 0 0,0 1-1 0 0,-1-1 0 0 0,0 0 1 0 0,-1-1-1 0 0,6-20 1 0 0,-8 21 3 0 0,0 1 0 0 0,0-1 0 0 0,-1 0 0 0 0,-1 0 1 0 0,0 0-1 0 0,-1 0 0 0 0,0 0 0 0 0,0 0 0 0 0,-1 0 0 0 0,0 0 1 0 0,-1 0-1 0 0,-1 0 0 0 0,-5-17 0 0 0,6 24-1 0 0,0-1 0 0 0,-1 1 0 0 0,1 0 0 0 0,-1 0 0 0 0,1 0 0 0 0,-1 0 1 0 0,-1 0-1 0 0,1 0 0 0 0,0 1 0 0 0,-1 0 0 0 0,0-1 0 0 0,0 1 0 0 0,0 1 0 0 0,0-1 0 0 0,0 0 0 0 0,0 1 0 0 0,-1 0 0 0 0,1 0 0 0 0,-1 1 0 0 0,0-1 0 0 0,1 1 0 0 0,-1 0 0 0 0,0 0 1 0 0,-9 0-1 0 0,8 1 0 0 0,0 0 0 0 0,0 0 0 0 0,0 1 0 0 0,0 0 0 0 0,0 0 0 0 0,0 1 0 0 0,1 0 0 0 0,-1 0 0 0 0,0 0 0 0 0,1 1 0 0 0,0-1 0 0 0,-1 1 0 0 0,1 1 0 0 0,0-1 0 0 0,1 1 0 0 0,-1 0 1 0 0,1 0-1 0 0,-1 0 0 0 0,1 0 0 0 0,-4 7 0 0 0,5-8-75 0 0,1 1-1 0 0,-1-1 1 0 0,1 1 0 0 0,0 0 0 0 0,0 0 0 0 0,0 0-1 0 0,0 1 1 0 0,1-1 0 0 0,0 0 0 0 0,0 0 0 0 0,0 1-1 0 0,0-1 1 0 0,1 1 0 0 0,0-1 0 0 0,-1 1 0 0 0,2-1-1 0 0,-1 1 1 0 0,0-1 0 0 0,2 5 0 0 0,-1-6-191 0 0,1 1 0 0 0,-1-1 0 0 0,1 0 0 0 0,0 0 0 0 0,0 0-1 0 0,0 0 1 0 0,0 0 0 0 0,0 0 0 0 0,1 0 0 0 0,0-1 0 0 0,-1 1 0 0 0,1-1 0 0 0,0 0 0 0 0,0 0 0 0 0,0 0 0 0 0,0 0 0 0 0,0 0 0 0 0,1-1 0 0 0,-1 0 0 0 0,0 1 0 0 0,1-1 0 0 0,-1 0-1 0 0,7 0 1 0 0,10 2-2178 0 0,1-1-549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0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45 170 1768 0 0,'10'-28'2181'0'0,"48"-111"6528"0"0,-57 137-7911 0 0,6 20 632 0 0,-11 55-274 0 0,-4 0 0 0 0,-33 141 0 0 0,11-70-802 0 0,18-86-261 0 0,2-7-642 0 0,-5 68 1 0 0,19-86-1621 0 0,-4-32 1914 0 0,1 0 0 0 0,-1 0 1 0 0,0 0-1 0 0,0 0 0 0 0,1 0 0 0 0,-1 0 0 0 0,0 0 0 0 0,1 0 1 0 0,-1 0-1 0 0,1-1 0 0 0,-1 1 0 0 0,1 0 0 0 0,-1 0 0 0 0,1 0 1 0 0,0-1-1 0 0,0 1 0 0 0,-1 0 0 0 0,1 0 0 0 0,0-1 0 0 0,0 1 0 0 0,0-1 1 0 0,-1 1-1 0 0,1-1 0 0 0,0 1 0 0 0,0-1 0 0 0,0 0 0 0 0,0 1 1 0 0,0-1-1 0 0,0 0 0 0 0,0 0 0 0 0,0 0 0 0 0,1 1 0 0 0,15-4-4466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0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136 127 1624 0 0,'36'-126'10965'0'0,"-36"131"-10747"0"0,0 1 0 0 0,-1 0-1 0 0,1-1 1 0 0,-1 1 0 0 0,0-1 0 0 0,-1 1-1 0 0,1-1 1 0 0,-1 0 0 0 0,-4 10 0 0 0,-2 4 98 0 0,-110 383 1240 0 0,114-384-1586 0 0,-19 91-210 0 0,21-98-244 0 0,1 1 1 0 0,0-1-1 0 0,1 0 0 0 0,0 1 0 0 0,1-1 0 0 0,0 1 0 0 0,5 15 0 0 0,-5-24 84 0 0,0 0 0 0 0,0 0 1 0 0,0 0-1 0 0,1 0 0 0 0,-1-1 1 0 0,1 1-1 0 0,0 0 0 0 0,0-1 1 0 0,0 1-1 0 0,0-1 0 0 0,0 0 1 0 0,0 0-1 0 0,1 0 0 0 0,-1 0 1 0 0,1 0-1 0 0,3 1 0 0 0,6 4-2899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42 116 1516 0 0,'20'-57'11598'0'0,"-21"58"-11528"0"0,0-1-1 0 0,0 0 1 0 0,1 1 0 0 0,-1-1 0 0 0,0 0-1 0 0,1 1 1 0 0,-1-1 0 0 0,0 1-1 0 0,0-1 1 0 0,1 1 0 0 0,-1-1 0 0 0,1 1-1 0 0,-1-1 1 0 0,1 1 0 0 0,-1 0 0 0 0,1-1-1 0 0,-1 1 1 0 0,1 0 0 0 0,-1-1-1 0 0,1 1 1 0 0,-1 1 0 0 0,-8 22 632 0 0,5-13-320 0 0,-2 3-144 0 0,0-1 0 0 0,1 1 0 0 0,0 0 0 0 0,2 0 0 0 0,-4 20-1 0 0,6-26-204 0 0,0-1-1 0 0,1 0 1 0 0,-1 1-1 0 0,1-1 1 0 0,1 0-1 0 0,0 1 1 0 0,0-1-1 0 0,0 0 1 0 0,1 0-1 0 0,0 1 1 0 0,0-1-1 0 0,6 10 1 0 0,-5-12-25 0 0,0-1 1 0 0,0 0-1 0 0,0-1 1 0 0,1 1-1 0 0,0-1 0 0 0,-1 1 1 0 0,1-1-1 0 0,0 0 1 0 0,1 0-1 0 0,-1-1 1 0 0,1 1-1 0 0,-1-1 1 0 0,1 0-1 0 0,-1-1 1 0 0,1 1-1 0 0,0-1 1 0 0,0 1-1 0 0,0-2 1 0 0,0 1-1 0 0,0 0 1 0 0,0-1-1 0 0,0 0 1 0 0,0 0-1 0 0,9-2 1 0 0,-4 1-1 0 0,0 0 0 0 0,0-1 0 0 0,0-1 0 0 0,0 1 0 0 0,-1-2 1 0 0,1 1-1 0 0,-1-1 0 0 0,0-1 0 0 0,0 0 0 0 0,0 0 0 0 0,12-9 1 0 0,-12 5-9 0 0,0 0 0 0 0,-1 0 0 0 0,0-1 0 0 0,-1 0 1 0 0,1 0-1 0 0,-2 0 0 0 0,0-1 0 0 0,0 0 1 0 0,7-20-1 0 0,-10 24-1 0 0,-1 0 0 0 0,0-1 0 0 0,0 1 0 0 0,-1-1 0 0 0,0 1 0 0 0,0-1 0 0 0,0 0 0 0 0,-1 1 0 0 0,-1-1-1 0 0,1 0 1 0 0,-1 1 0 0 0,0-1 0 0 0,-1 1 0 0 0,0-1 0 0 0,0 1 0 0 0,-6-14 0 0 0,6 17 1 0 0,-1 1 0 0 0,1-1-1 0 0,0 0 1 0 0,-1 1 0 0 0,0 0-1 0 0,0-1 1 0 0,0 1 0 0 0,0 1-1 0 0,-1-1 1 0 0,1 0-1 0 0,-1 1 1 0 0,1-1 0 0 0,-1 1-1 0 0,0 0 1 0 0,-5-1 0 0 0,3 1 0 0 0,0 0 0 0 0,0 1 0 0 0,0 0 1 0 0,0 0-1 0 0,0 0 0 0 0,0 1 0 0 0,-1 0 1 0 0,1 0-1 0 0,-11 3 0 0 0,6-1-2 0 0,-1 1-1 0 0,1 0 1 0 0,0 1-1 0 0,0 0 1 0 0,0 1-1 0 0,1 0 1 0 0,0 1-1 0 0,0 0 1 0 0,0 0-1 0 0,-15 14 1 0 0,18-13-132 0 0,0 0 1 0 0,1 0-1 0 0,-1 1 0 0 0,1 0 1 0 0,1 0-1 0 0,0 1 1 0 0,-7 15-1 0 0,10-20-183 0 0,1 0 1 0 0,-1 0-1 0 0,1 1 0 0 0,0-1 0 0 0,1 1 1 0 0,-1-1-1 0 0,1 0 0 0 0,0 7 0 0 0,0-8-214 0 0,1 1 0 0 0,0-1-1 0 0,-1 0 1 0 0,1 0 0 0 0,0 1-1 0 0,1-1 1 0 0,-1 0 0 0 0,0 0 0 0 0,1 0-1 0 0,0 0 1 0 0,0 0 0 0 0,2 2-1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1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1 185 496 0 0,'21'-52'14403'0'0,"-21"55"-13939"0"0,-7 52 986 0 0,3-34-1281 0 0,1-1 0 0 0,1 1 0 0 0,1 0 1 0 0,1-1-1 0 0,1 1 0 0 0,0 0 0 0 0,8 32 0 0 0,-8-50-165 0 0,-1-1-1 0 0,1 1 1 0 0,0-1 0 0 0,1 1-1 0 0,-1-1 1 0 0,0 1-1 0 0,1-1 1 0 0,0 0 0 0 0,-1 0-1 0 0,1 1 1 0 0,0-1-1 0 0,0-1 1 0 0,0 1-1 0 0,0 0 1 0 0,0 0 0 0 0,1-1-1 0 0,-1 1 1 0 0,0-1-1 0 0,1 0 1 0 0,-1 0-1 0 0,1 0 1 0 0,-1 0 0 0 0,1 0-1 0 0,0 0 1 0 0,0-1-1 0 0,-1 1 1 0 0,1-1-1 0 0,0 0 1 0 0,0 0 0 0 0,4 0-1 0 0,0 0-22 0 0,0-1-1 0 0,-1 0 0 0 0,1-1 0 0 0,-1 1 1 0 0,1-1-1 0 0,-1-1 0 0 0,0 1 1 0 0,1-1-1 0 0,-1 0 0 0 0,-1 0 1 0 0,11-7-1 0 0,-3-2-89 0 0,0-1 0 0 0,0 0 0 0 0,-1 0 0 0 0,-1-1 0 0 0,0-1 0 0 0,14-25 0 0 0,-3-2 13 0 0,21-56 1 0 0,-40 92 89 0 0,-1 7 19 0 0,-2 18 56 0 0,-5 29 88 0 0,5-48-155 0 0,-2 24 98 0 0,-1 32-1 0 0,3-48-91 0 0,0-1 1 0 0,1 0-1 0 0,0 1 0 0 0,0-1 1 0 0,1 0-1 0 0,0 1 0 0 0,0-1 0 0 0,6 11 1 0 0,-5-14-5 0 0,0 1 0 0 0,1-1-1 0 0,0 0 1 0 0,0 0 0 0 0,0 0 0 0 0,0 0 0 0 0,0-1 0 0 0,1 0 0 0 0,-1 0 0 0 0,1 0 0 0 0,0 0 0 0 0,0-1 0 0 0,0 0 0 0 0,0 0 0 0 0,1 0 0 0 0,5 1 0 0 0,6-2-9 0 0,-12-1 2 0 0,1 0 1 0 0,-1-1-1 0 0,1 1 1 0 0,-1-1-1 0 0,1-1 1 0 0,-1 1-1 0 0,1-1 1 0 0,-1 0 0 0 0,0 0-1 0 0,0-1 1 0 0,0 1-1 0 0,0-1 1 0 0,-1 0-1 0 0,7-6 1 0 0,-4 3-7 0 0,0-1 0 0 0,-1 0 0 0 0,0 0 0 0 0,0-1 0 0 0,-1 0 0 0 0,0 0 0 0 0,0 0 0 0 0,3-9 0 0 0,0-3-6 0 0,-1 0 0 0 0,-1 0 0 0 0,0-1 0 0 0,-2 1 0 0 0,-1-1 1 0 0,0 0-1 0 0,-1-27 0 0 0,-2 38 17 0 0,0-1-1 0 0,-1 0 1 0 0,-1 1 0 0 0,0-1-1 0 0,0 1 1 0 0,-1-1 0 0 0,0 1 0 0 0,-8-16-1 0 0,11 26-2 0 0,-1-1-1 0 0,0 0 0 0 0,1 0 1 0 0,-1 0-1 0 0,0 0 1 0 0,0 0-1 0 0,0 1 0 0 0,0-1 1 0 0,0 0-1 0 0,0 1 1 0 0,0-1-1 0 0,0 1 0 0 0,0-1 1 0 0,0 1-1 0 0,0-1 1 0 0,0 1-1 0 0,0 0 1 0 0,0 0-1 0 0,0-1 0 0 0,0 1 1 0 0,0 0-1 0 0,-1 0 1 0 0,1 0-1 0 0,0 0 0 0 0,0 0 1 0 0,0 1-1 0 0,0-1 1 0 0,0 0-1 0 0,0 0 0 0 0,-1 1 1 0 0,1-1-1 0 0,0 1 1 0 0,0-1-1 0 0,0 1 0 0 0,0-1 1 0 0,0 1-1 0 0,-1 1 1 0 0,0 0-64 0 0,0 0 0 0 0,1 1 0 0 0,-1-1 1 0 0,1 0-1 0 0,0 1 0 0 0,0-1 1 0 0,0 1-1 0 0,0 0 0 0 0,0-1 1 0 0,1 1-1 0 0,-1 0 0 0 0,1-1 0 0 0,-1 1 1 0 0,1 0-1 0 0,0 0 0 0 0,0-1 1 0 0,1 1-1 0 0,-1 0 0 0 0,0 0 0 0 0,1-1 1 0 0,0 1-1 0 0,-1 0 0 0 0,1-1 1 0 0,2 5-1 0 0,-1-2-575 0 0,1-1 1 0 0,-1-1-1 0 0,1 1 0 0 0,-1 0 0 0 0,1 0 1 0 0,0-1-1 0 0,0 0 0 0 0,1 0 1 0 0,-1 0-1 0 0,1 0 0 0 0,0 0 1 0 0,-1-1-1 0 0,1 1 0 0 0,7 2 1 0 0,-1 0-3120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57 2108 0 0,'1'-3'1724'0'0,"15"-41"5927"0"0,-15 43-7120 0 0,1-7 2369 0 0,0 23-2458 0 0,-1 0 0 0 0,-1-1 0 0 0,0 1 0 0 0,-2 0 0 0 0,1 0 0 0 0,-6 19 1 0 0,-1 21 1 0 0,1 3-204 0 0,3-30-517 0 0,1 0 1 0 0,2 49 0 0 0,1-74-94 0 0,0 0 0 0 0,1 0 1 0 0,0-1-1 0 0,-1 1 0 0 0,1-1 1 0 0,0 1-1 0 0,0-1 0 0 0,0 1 0 0 0,3 4 1 0 0,-3-7 95 0 0,0 1-1 0 0,-1 0 1 0 0,1 0 0 0 0,0 0 0 0 0,-1-1-1 0 0,1 1 1 0 0,0 0 0 0 0,0 0 0 0 0,0-1-1 0 0,-1 1 1 0 0,1-1 0 0 0,0 1 0 0 0,0-1-1 0 0,0 1 1 0 0,0-1 0 0 0,0 0 0 0 0,0 1 0 0 0,0-1-1 0 0,0 0 1 0 0,0 0 0 0 0,0 0 0 0 0,0 0-1 0 0,0 0 1 0 0,1 0 0 0 0,-1 0 0 0 0,0 0-1 0 0,0 0 1 0 0,1-1 0 0 0,13-3-3536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81 1500 0 0,'9'-16'2732'0'0,"-7"13"-2096"0"0,0 0 0 0 0,0 0-1 0 0,0 0 1 0 0,-1 0 0 0 0,1 0 0 0 0,-1-1-1 0 0,0 1 1 0 0,2-6 0 0 0,-2 9-67 0 0,0-1-519 0 0,-1 1 1 0 0,1 0 0 0 0,-1 0-1 0 0,1-1 1 0 0,0 1 0 0 0,-1 0-1 0 0,1 0 1 0 0,0 0 0 0 0,-1 0-1 0 0,1 0 1 0 0,0 0 0 0 0,-1 0-1 0 0,1 0 1 0 0,0 0-1 0 0,-1 0 1 0 0,1 0 0 0 0,1 0-1 0 0,3 7 303 0 0,1 0 0 0 0,-1 0 0 0 0,-1 0 0 0 0,1 1 0 0 0,-1-1-1 0 0,0 1 1 0 0,-1 0 0 0 0,0 0 0 0 0,0 1 0 0 0,-1-1 0 0 0,0 1-1 0 0,2 13 1 0 0,-2-8-21 0 0,-1 1-1 0 0,-1-1 0 0 0,0 1 0 0 0,-1-1 1 0 0,-1 0-1 0 0,-6 29 0 0 0,7-40-278 0 0,0 1-1 0 0,0-1 0 0 0,-1 0 0 0 0,0 0 0 0 0,1 1 1 0 0,-1-1-1 0 0,0 0 0 0 0,0 0 0 0 0,-1-1 0 0 0,1 1 1 0 0,-1 0-1 0 0,1-1 0 0 0,-6 4 0 0 0,7-6-46 0 0,0 1-1 0 0,0-1 0 0 0,0 1 1 0 0,0-1-1 0 0,0 0 1 0 0,0 0-1 0 0,-1 1 0 0 0,1-1 1 0 0,0 0-1 0 0,0 0 1 0 0,0 0-1 0 0,-1 0 1 0 0,1 0-1 0 0,0-1 0 0 0,0 1 1 0 0,0 0-1 0 0,0 0 1 0 0,0-1-1 0 0,-1 1 1 0 0,1-1-1 0 0,0 1 0 0 0,0-1 1 0 0,0 0-1 0 0,0 1 1 0 0,0-1-1 0 0,0 0 0 0 0,0 1 1 0 0,1-1-1 0 0,-2-1 1 0 0,-1-5-10 0 0,0 1 1 0 0,0-1 0 0 0,1 0 0 0 0,0 0-1 0 0,1-1 1 0 0,-1 1 0 0 0,1 0-1 0 0,1 0 1 0 0,-1-1 0 0 0,1 1 0 0 0,1-1-1 0 0,1-13 1 0 0,1 11-8 0 0,-1 0 0 0 0,1 0 0 0 0,1 1 0 0 0,0-1 0 0 0,0 1-1 0 0,1 0 1 0 0,0 0 0 0 0,12-15 0 0 0,-10 15-3 0 0,0 0 0 0 0,1 1 0 0 0,0 0 0 0 0,0 1-1 0 0,1 0 1 0 0,0 0 0 0 0,0 1 0 0 0,1 0 0 0 0,-1 0 0 0 0,1 1 0 0 0,0 1-1 0 0,1-1 1 0 0,-1 2 0 0 0,1-1 0 0 0,0 2 0 0 0,0-1 0 0 0,0 1 0 0 0,13 0-1 0 0,-14 2 2 0 0,0 0-1 0 0,0 1 1 0 0,0 0-1 0 0,-1 1 0 0 0,1 0 1 0 0,0 1-1 0 0,-1 0 0 0 0,0 0 1 0 0,1 1-1 0 0,8 4 1 0 0,-12-4 17 0 0,0 0 1 0 0,0 1 0 0 0,0-1 0 0 0,-1 1-1 0 0,0 0 1 0 0,0 1 0 0 0,0-1 0 0 0,0 1 0 0 0,-1 0-1 0 0,0 0 1 0 0,0 0 0 0 0,-1 1 0 0 0,0-1 0 0 0,4 10-1 0 0,-4-6 34 0 0,0 0-1 0 0,-1 1 1 0 0,0-1 0 0 0,-1 1-1 0 0,0 0 1 0 0,-1 0-1 0 0,0-1 1 0 0,-3 22-1 0 0,-3 3-440 0 0,-13 44-1 0 0,19-77 360 0 0,-1 2-322 0 0,0-2 10 0 0,0 0 1 0 0,0 0-1 0 0,1 0 0 0 0,-1 1 0 0 0,1-1 0 0 0,0 0 0 0 0,-1 0 0 0 0,1 0 1 0 0,0 1-1 0 0,1-1 0 0 0,-1 0 0 0 0,1 4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3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995 80 1588 0 0,'13'-18'2573'0'0,"-10"13"-1764"0"0,1-1 0 0 0,0 1 0 0 0,-1-1 0 0 0,0 1 0 0 0,-1-1 0 0 0,3-7 0 0 0,-5 13-776 0 0,0-1 1 0 0,0 1-1 0 0,0-1 1 0 0,0 0-1 0 0,0 1 1 0 0,0-1 0 0 0,0 1-1 0 0,0-1 1 0 0,0 1-1 0 0,0-1 1 0 0,0 0-1 0 0,-1 1 1 0 0,1-1 0 0 0,0 1-1 0 0,0-1 1 0 0,-1 1-1 0 0,1-1 1 0 0,0 1-1 0 0,-1-1 1 0 0,1 1-1 0 0,-1 0 1 0 0,1-1 0 0 0,0 1-1 0 0,-1-1 1 0 0,1 1-1 0 0,-1 0 1 0 0,1-1-1 0 0,-1 1 1 0 0,1 0 0 0 0,-1 0-1 0 0,1-1 1 0 0,-1 1-1 0 0,0 0 1 0 0,1 0-1 0 0,-1 0 1 0 0,1 0 0 0 0,-1 0-1 0 0,1 0 1 0 0,-1 0-1 0 0,0 0 1 0 0,1 0-1 0 0,-1 0 1 0 0,1 0 0 0 0,-2 0-1 0 0,-23 3 573 0 0,7 4-440 0 0,1 1 1 0 0,0 0 0 0 0,1 2-1 0 0,0 0 1 0 0,0 1 0 0 0,-25 22-1 0 0,33-26-121 0 0,-17 13 92 0 0,-32 35-1 0 0,49-46-107 0 0,-1 1-1 0 0,1 0 1 0 0,1 1-1 0 0,0 0 1 0 0,1 0-1 0 0,-9 19 1 0 0,14-27-22 0 0,0 1 0 0 0,0 0 0 0 0,0 0-1 0 0,0 1 1 0 0,1-1 0 0 0,0 0 0 0 0,0 0 0 0 0,0 0 0 0 0,0 0 0 0 0,1 0-1 0 0,-1 0 1 0 0,1 0 0 0 0,2 6 0 0 0,-2-8-35 0 0,0 0-1 0 0,-1 0 1 0 0,1 0-1 0 0,1 0 1 0 0,-1 0-1 0 0,0-1 1 0 0,0 1-1 0 0,1 0 1 0 0,-1-1-1 0 0,1 1 1 0 0,-1-1-1 0 0,1 1 1 0 0,0-1-1 0 0,-1 0 1 0 0,1 0-1 0 0,0 1 1 0 0,0-1-1 0 0,0-1 1 0 0,0 1-1 0 0,0 0 1 0 0,0 0-1 0 0,0-1 1 0 0,0 1-1 0 0,0-1 1 0 0,0 0-1 0 0,1 1 1 0 0,-1-1-1 0 0,0 0 1 0 0,4-1-1 0 0,3 1-12 0 0,0-2-1 0 0,1 1 1 0 0,-1-1-1 0 0,0-1 1 0 0,0 0-1 0 0,-1 0 1 0 0,1 0-1 0 0,-1-1 1 0 0,1 0-1 0 0,-1-1 1 0 0,9-7-1 0 0,7-8 67 0 0,-2 0 0 0 0,0-2 0 0 0,25-33 0 0 0,1 0 1077 0 0,-4 4 393 0 0,-43 50-1187 0 0,-3 18 208 0 0,-3-3-190 0 0,0 0 1 0 0,-1 0-1 0 0,-11 20 1 0 0,-3 7 70 0 0,-111 314 1346 0 0,-19 41-1056 0 0,113-315-578 0 0,-3-1-1 0 0,-73 108 1 0 0,102-173-84 0 0,0-1 0 0 0,-1 0 0 0 0,0 0 1 0 0,-1-2-1 0 0,-1 1 0 0 0,0-2 1 0 0,-1 0-1 0 0,0 0 0 0 0,0-1 1 0 0,-18 7-1 0 0,24-13-15 0 0,-1 0-1 0 0,0-1 1 0 0,0 0 0 0 0,-1 0-1 0 0,1-1 1 0 0,0-1-1 0 0,-1 1 1 0 0,1-2 0 0 0,-1 1-1 0 0,0-2 1 0 0,1 1 0 0 0,-1-2-1 0 0,1 1 1 0 0,0-1-1 0 0,-1-1 1 0 0,1 0 0 0 0,0 0-1 0 0,-16-8 1 0 0,14 4-9 0 0,0 1 0 0 0,1-1 0 0 0,-1-1 0 0 0,1 0 0 0 0,1-1 0 0 0,0 0 0 0 0,0 0 0 0 0,1-1 1 0 0,0-1-1 0 0,0 1 0 0 0,1-2 0 0 0,1 1 0 0 0,-10-19 0 0 0,13 20-5 0 0,-1-1-1 0 0,1 0 1 0 0,1 0 0 0 0,0-1 0 0 0,1 1 0 0 0,0 0-1 0 0,1-1 1 0 0,0 0 0 0 0,0 1 0 0 0,2-1 0 0 0,-1 0-1 0 0,1 1 1 0 0,1-1 0 0 0,0 1 0 0 0,1 0-1 0 0,5-14 1 0 0,1 4-142 0 0,1 0 0 0 0,0 0 1 0 0,2 1-1 0 0,1 1 0 0 0,0 0 0 0 0,2 1 0 0 0,0 0 0 0 0,1 1 0 0 0,24-20 0 0 0,22-14-3333 0 0,90-56-1 0 0,-133 94 2376 0 0,15-10-2538 0 0,0 0-1541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84 4992 0 0,'-89'-38'7585'0'0,"-10"-4"-2772"0"0,98 41-4951 0 0,0 1 0 0 0,-1-1 0 0 0,1 1 0 0 0,0-1 1 0 0,-1 1-1 0 0,1 0 0 0 0,0-1 0 0 0,-1 1 0 0 0,1 0 0 0 0,-1 0 0 0 0,1 0 0 0 0,-1 0 0 0 0,1 0 0 0 0,0 1 0 0 0,-1-1 0 0 0,1 0 0 0 0,-1 1 0 0 0,1-1 0 0 0,-2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1 464 0 0,'15'2'7465'0'0,"-13"-2"-7274"0"0,1 1 0 0 0,-1-1 0 0 0,0 1-1 0 0,1-1 1 0 0,-1 1 0 0 0,0 0 0 0 0,0 0 0 0 0,1 0 0 0 0,-1 0 0 0 0,0 0 0 0 0,0 0 0 0 0,0 1 0 0 0,0-1 0 0 0,-1 1 0 0 0,1-1 0 0 0,0 1 0 0 0,-1 0 0 0 0,1 0 0 0 0,-1-1 0 0 0,1 1 0 0 0,-1 0-1 0 0,0 0 1 0 0,0 1 0 0 0,0-1 0 0 0,0 0 0 0 0,0 0 0 0 0,0 0 0 0 0,-1 1 0 0 0,1-1 0 0 0,0 3 0 0 0,1 15 92 0 0,0 0 0 0 0,-1 0 0 0 0,-1 0 0 0 0,-1 0 0 0 0,-1 0 0 0 0,0-1 0 0 0,-2 1 0 0 0,-7 23 1 0 0,-8 17 197 0 0,-32 71 0 0 0,-26 29 284 0 0,-11 29-116 0 0,86-185-619 0 0,0 1-1 0 0,1 0 1 0 0,-1-1-1 0 0,1 1 1 0 0,0 0-1 0 0,1 0 1 0 0,-1-1 0 0 0,1 1-1 0 0,0 0 1 0 0,0 0-1 0 0,1 5 1 0 0,0-8-10 0 0,-1 1 0 0 0,1-1 0 0 0,0 0 0 0 0,0 0 1 0 0,0 1-1 0 0,0-1 0 0 0,0 0 0 0 0,0 0 1 0 0,1 0-1 0 0,-1 0 0 0 0,1-1 0 0 0,0 1 1 0 0,-1 0-1 0 0,1-1 0 0 0,0 1 0 0 0,0-1 1 0 0,0 1-1 0 0,0-1 0 0 0,0 0 0 0 0,0 0 1 0 0,0 0-1 0 0,1 0 0 0 0,-1 0 0 0 0,3 0 0 0 0,13 4 35 0 0,0-2-1 0 0,0 0 1 0 0,1-1-1 0 0,-1-1 1 0 0,21-1-1 0 0,4-2-103 0 0,45-10 0 0 0,-75 10-651 0 0,0-1 0 0 0,-1-1 0 0 0,18-7 0 0 0,-19 6-1708 0 0,0 0 0 0 0,0-1 0 0 0,17-13 0 0 0,-13 7-2617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4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200 102 1696 0 0,'4'-18'3392'0'0,"-1"1"0"0"0,-1-1 0 0 0,0-20 0 0 0,-2 36-2928 0 0,1-7 1000 0 0,-17 97 367 0 0,5-23-1173 0 0,-31 101 0 0 0,-74 129-1109 0 0,111-283-58 0 0,3-6-266 0 0,-1 0 0 0 0,0-1 0 0 0,0 1 1 0 0,-7 10-1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2264 0 0,'1'-3'281'0'0,"4"-11"1353"0"0,1 0 1 0 0,1 1-1 0 0,0-1 0 0 0,10-14 0 0 0,-14 24-1385 0 0,1 0 0 0 0,-1 1 0 0 0,1-1-1 0 0,-1 1 1 0 0,1 0 0 0 0,0-1 0 0 0,1 2 0 0 0,-1-1-1 0 0,0 0 1 0 0,1 1 0 0 0,0 0 0 0 0,-1 0-1 0 0,1 0 1 0 0,0 1 0 0 0,0 0 0 0 0,6-1-1 0 0,2 0-28 0 0,1 2 0 0 0,-1 0 0 0 0,0 0-1 0 0,0 1 1 0 0,0 1 0 0 0,0 0 0 0 0,-1 1-1 0 0,1 0 1 0 0,0 1 0 0 0,19 9 0 0 0,-13-4-14 0 0,0 0 1 0 0,0 2-1 0 0,-1 0 1 0 0,-1 1 0 0 0,29 26-1 0 0,-38-31-67 0 0,-1 0 0 0 0,-1 1-1 0 0,1-1 1 0 0,-1 1 0 0 0,-1 1 0 0 0,0-1-1 0 0,0 1 1 0 0,0 0 0 0 0,4 12-1 0 0,-8-16-56 0 0,1-1 0 0 0,-1 1 0 0 0,0 0 0 0 0,-1-1 0 0 0,1 1 0 0 0,-1 0 0 0 0,0 0 0 0 0,0-1 0 0 0,0 1 0 0 0,-1 0 0 0 0,0-1 0 0 0,0 1 0 0 0,0 0 0 0 0,0-1 0 0 0,-1 1 0 0 0,1-1 0 0 0,-1 0 0 0 0,0 1 0 0 0,-1-1 0 0 0,1 0 0 0 0,-5 5 0 0 0,-1 0-9 0 0,-1 1 1 0 0,-1-2 0 0 0,1 1 0 0 0,-2-2 0 0 0,1 1-1 0 0,-1-1 1 0 0,0-1 0 0 0,0 0 0 0 0,-1 0-1 0 0,-20 6 1 0 0,-2-2-276 0 0,0 0 0 0 0,-55 6 0 0 0,88-16 112 0 0,-2 1-333 0 0,-1 0-1 0 0,1-1 0 0 0,0 1 1 0 0,-1-1-1 0 0,1 0 1 0 0,0 0-1 0 0,-1 0 0 0 0,1 0 1 0 0,0-1-1 0 0,0 1 0 0 0,-1-1 1 0 0,1 0-1 0 0,-3-1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59 424 0 0,'11'-15'7134'0'0,"23"-25"598"0"0,-28 38-6395 0 0,-2 1 198 0 0,-2 13-372 0 0,-4 21-269 0 0,-1 0 1 0 0,-1 0-1 0 0,-2 0 1 0 0,-1 0-1 0 0,-20 52 0 0 0,-33 61-171 0 0,17-51-599 0 0,30-67-81 0 0,-36 68 226 0 0,-23 34-1488 0 0,53-94-1705 0 0,16-30 1796 0 0,-4 11-1412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152 152 80 0 0,'4'-30'4027'0'0,"-3"19"-2724"0"0,1 1-1 0 0,-1-1 1 0 0,2 1-1 0 0,-1-1 1 0 0,6-12-1 0 0,-6 21-1143 0 0,-1-1-1 0 0,1 0 0 0 0,0 0 1 0 0,0 0-1 0 0,0 1 1 0 0,0-1-1 0 0,0 1 0 0 0,1 0 1 0 0,-1-1-1 0 0,1 1 1 0 0,0 0-1 0 0,-1 0 0 0 0,1 1 1 0 0,0-1-1 0 0,0 1 0 0 0,0-1 1 0 0,0 1-1 0 0,0 0 1 0 0,0 0-1 0 0,1 0 0 0 0,4 0 1 0 0,4 0 2 0 0,-1 0 0 0 0,1 0 0 0 0,0 2 0 0 0,-1-1 0 0 0,1 2 0 0 0,0-1 0 0 0,-1 2 0 0 0,0-1 0 0 0,1 2 0 0 0,-1-1 0 0 0,0 2-1 0 0,-1-1 1 0 0,1 1 0 0 0,11 8 0 0 0,-15-8-83 0 0,1 0-1 0 0,-1 0 0 0 0,0 0 0 0 0,0 1 0 0 0,-1 0 1 0 0,0 1-1 0 0,0-1 0 0 0,0 1 0 0 0,-1 1 0 0 0,0-1 0 0 0,0 1 1 0 0,-1-1-1 0 0,0 1 0 0 0,0 0 0 0 0,-1 1 0 0 0,0-1 1 0 0,0 1-1 0 0,-1-1 0 0 0,1 11 0 0 0,-3-12 7 0 0,0 1-1 0 0,0-1 0 0 0,-1 0 1 0 0,0 0-1 0 0,-1 1 1 0 0,0-1-1 0 0,0 0 1 0 0,0 0-1 0 0,-1-1 1 0 0,0 1-1 0 0,0 0 1 0 0,-1-1-1 0 0,1 0 1 0 0,-1 0-1 0 0,-1 0 1 0 0,1 0-1 0 0,-1-1 0 0 0,-11 10 1 0 0,-1 0 73 0 0,-1 0 0 0 0,-1-2 0 0 0,0 0-1 0 0,-36 17 1 0 0,29-18-250 0 0,0-1-1 0 0,-1-1 0 0 0,0-1 1 0 0,-1-1-1 0 0,0-2 1 0 0,0-1-1 0 0,-1-1 0 0 0,-30 0 1 0 0,29-7-2450 0 0,29 3 2184 0 0,-1-1 0 0 0,1 0 0 0 0,0 1 0 0 0,-1-1 0 0 0,1 0-1 0 0,0 0 1 0 0,0 0 0 0 0,0 0 0 0 0,0 0 0 0 0,0 0 0 0 0,0 0 0 0 0,0 0 0 0 0,-2-2 0 0 0,3 2 117 0 0,0 0 1 0 0,-1 1-1 0 0,1-1 1 0 0,0 0 0 0 0,0 1-1 0 0,0-1 1 0 0,-1 0-1 0 0,1 1 1 0 0,0-1 0 0 0,0 0-1 0 0,0 0 1 0 0,0 1-1 0 0,0-1 1 0 0,0 0-1 0 0,0 1 1 0 0,1-1 0 0 0,-1 0-1 0 0,0 1 1 0 0,0-1-1 0 0,1-1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5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1352 0 0,'34'-22'12958'0'0,"2"-4"-9451"0"0,-10 7-3479 0 0,-24 18-523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5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2172 0 0,'0'0'8929'0'0,"-7"5"-7894"0"0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62 147 684 0 0,'-4'0'1600'0'0,"0"0"-1033"0"0,0 0 1 0 0,0 0-1 0 0,0-1 0 0 0,0 0 0 0 0,0 0 1 0 0,-4-2-1 0 0,6 3-381 0 0,1-1 0 0 0,0 1 0 0 0,-1-1 0 0 0,1 0 0 0 0,-1 1 0 0 0,1-1 0 0 0,0 0 0 0 0,0 0 0 0 0,-1 0 1 0 0,1 0-1 0 0,0 0 0 0 0,0-1 0 0 0,0 1 0 0 0,0 0 0 0 0,0 0 0 0 0,1-1 0 0 0,-1 1 0 0 0,0 0 0 0 0,0-1 0 0 0,1 1 0 0 0,-1-1 0 0 0,1 1 0 0 0,-1-3 0 0 0,1 1-29 0 0,-1-1-1 0 0,1 1 0 0 0,0-1 1 0 0,0 1-1 0 0,1 0 0 0 0,-1-1 1 0 0,1 1-1 0 0,0 0 0 0 0,0-1 1 0 0,0 1-1 0 0,0 0 0 0 0,0 0 1 0 0,1 0-1 0 0,-1 0 0 0 0,1 0 1 0 0,2-4-1 0 0,0 3-19 0 0,0 0-1 0 0,-1 0 1 0 0,1 1 0 0 0,0-1-1 0 0,1 1 1 0 0,-1 0-1 0 0,1 0 1 0 0,-1 0 0 0 0,10-3-1 0 0,-6 3-60 0 0,1 0-1 0 0,0 0 0 0 0,0 1 1 0 0,0 0-1 0 0,0 0 1 0 0,0 1-1 0 0,0 1 1 0 0,1-1-1 0 0,-1 2 0 0 0,0-1 1 0 0,0 1-1 0 0,11 3 1 0 0,-10-2-51 0 0,0 2-1 0 0,0-1 1 0 0,-1 1 0 0 0,0 1 0 0 0,0 0 0 0 0,0 0-1 0 0,0 1 1 0 0,-1 0 0 0 0,0 0 0 0 0,0 1 0 0 0,0 0-1 0 0,-1 0 1 0 0,0 1 0 0 0,-1 0 0 0 0,0 0 0 0 0,0 0-1 0 0,0 1 1 0 0,-1 0 0 0 0,6 15 0 0 0,-6-11-5 0 0,-1 0 0 0 0,-1 1 0 0 0,0-1 1 0 0,0 1-1 0 0,-1-1 0 0 0,-1 1 0 0 0,0 0 1 0 0,-1 0-1 0 0,-1 0 0 0 0,0-1 0 0 0,-1 1 1 0 0,0 0-1 0 0,-1-1 0 0 0,-6 16 0 0 0,3-13 9 0 0,-1 1 0 0 0,-1-1 1 0 0,-1 0-1 0 0,0-1 0 0 0,-20 25 0 0 0,29-40-28 0 0,0 1-1 0 0,0-1 1 0 0,-1 0 0 0 0,1 1 0 0 0,0-1-1 0 0,0 1 1 0 0,0-1 0 0 0,-1 0 0 0 0,1 1-1 0 0,0-1 1 0 0,0 0 0 0 0,-1 1 0 0 0,1-1-1 0 0,0 0 1 0 0,-1 1 0 0 0,1-1 0 0 0,0 0-1 0 0,-1 0 1 0 0,1 1 0 0 0,-1-1 0 0 0,1 0-1 0 0,0 0 1 0 0,-1 0 0 0 0,1 0 0 0 0,-1 0 0 0 0,1 1-1 0 0,-1-1 1 0 0,1 0 0 0 0,-1 0 0 0 0,1 0-1 0 0,0 0 1 0 0,-1 0 0 0 0,1 0 0 0 0,-1-1-1 0 0,1 1 1 0 0,-1 0 0 0 0,1 0 0 0 0,0 0-1 0 0,-1 0 1 0 0,1 0 0 0 0,-1-1 0 0 0,1 1-1 0 0,0 0 1 0 0,-1 0 0 0 0,1 0 0 0 0,0-1-1 0 0,-1 1 1 0 0,1 0 0 0 0,0-1 0 0 0,-1 1-1 0 0,1 0 1 0 0,0-1 0 0 0,0 1 0 0 0,-1-1-1 0 0,0-1 1 0 0,0 0 0 0 0,1 0 0 0 0,-1 0 0 0 0,0 1 0 0 0,1-1 0 0 0,-1 0 0 0 0,1 0 0 0 0,0 0 0 0 0,0 0 0 0 0,0 0 0 0 0,0-3 0 0 0,2-5-6 0 0,0 1 0 0 0,1 0 0 0 0,0 0 0 0 0,1 0 0 0 0,0 1 0 0 0,7-13 0 0 0,35-48-20 0 0,-35 53 11 0 0,0 2 11 0 0,0-1 0 0 0,1 2 0 0 0,1-1 0 0 0,0 2 0 0 0,1 0-1 0 0,0 0 1 0 0,1 1 0 0 0,1 1 0 0 0,19-10 0 0 0,-26 15 8 0 0,0 1-1 0 0,0 0 1 0 0,1 1-1 0 0,-1 0 0 0 0,1 0 1 0 0,-1 1-1 0 0,1 1 0 0 0,0-1 1 0 0,0 1-1 0 0,0 1 0 0 0,0 0 1 0 0,0 1-1 0 0,0-1 0 0 0,0 2 1 0 0,-1 0-1 0 0,1 0 0 0 0,0 0 1 0 0,13 6-1 0 0,-18-5 6 0 0,1 0-1 0 0,-1 0 0 0 0,0 0 0 0 0,0 1 1 0 0,0 0-1 0 0,0 0 0 0 0,-1 0 1 0 0,0 0-1 0 0,1 1 0 0 0,-2-1 1 0 0,1 1-1 0 0,0 0 0 0 0,-1 1 1 0 0,0-1-1 0 0,3 7 0 0 0,-2-1 27 0 0,-1-1 0 0 0,0 1 0 0 0,0 0-1 0 0,-1 1 1 0 0,0-1 0 0 0,-1 0 0 0 0,0 17 0 0 0,-6 10 82 0 0,5-36-96 0 0,-3 4-54 0 0,6-17 18 0 0,2-1 0 0 0,-1 1-1 0 0,2 0 1 0 0,-1 1 0 0 0,1-1 0 0 0,14-17-1 0 0,-8 13 4 0 0,1 0-1 0 0,0 1 0 0 0,26-21 1 0 0,-29 28 3 0 0,0 0 0 0 0,0 0 1 0 0,1 1-1 0 0,0 1 1 0 0,0 0-1 0 0,1 0 1 0 0,-1 1-1 0 0,1 0 1 0 0,0 1-1 0 0,0 1 1 0 0,0 0-1 0 0,14-1 0 0 0,-20 3 18 0 0,0 0 0 0 0,-1 0-1 0 0,1 0 1 0 0,-1 1 0 0 0,1 0-1 0 0,-1 0 1 0 0,0 0 0 0 0,1 1-1 0 0,-1 0 1 0 0,0 0-1 0 0,0 0 1 0 0,0 0 0 0 0,0 1-1 0 0,0 0 1 0 0,-1 0 0 0 0,1 0-1 0 0,-1 1 1 0 0,0-1 0 0 0,0 1-1 0 0,0 0 1 0 0,0 1-1 0 0,-1-1 1 0 0,0 0 0 0 0,1 1-1 0 0,-2 0 1 0 0,1 0 0 0 0,-1 0-1 0 0,4 9 1 0 0,-4-6 14 0 0,0 0 1 0 0,0 0-1 0 0,-1 0 0 0 0,0 0 0 0 0,-1 1 1 0 0,0-1-1 0 0,0 0 0 0 0,-1 0 1 0 0,0 1-1 0 0,-2 8 0 0 0,-4 13 5 0 0,-16 40-1 0 0,13-41-99 0 0,6-16-209 0 0,-8 26-1596 0 0,10-14-2338 0 0,2-24 4000 0 0,1-1-1 0 0,-1 1 0 0 0,0-1 0 0 0,0 1 0 0 0,1-1 1 0 0,-1 1-1 0 0,0 0 0 0 0,1-1 0 0 0,4 4-2147 0 0,-4-4 2147 0 0,-1 1 0 0 0,2-1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384 104 1156 0 0,'4'-6'1097'0'0,"0"-1"-1"0"0,-1 1 0 0 0,0-1 1 0 0,-1 0-1 0 0,3-8 1 0 0,-5 12-865 0 0,1 1-1 0 0,-1 0 1 0 0,0 0 0 0 0,0 0 0 0 0,0-1 0 0 0,0 1 0 0 0,0 0-1 0 0,-1 0 1 0 0,1 0 0 0 0,-1-1 0 0 0,1 1 0 0 0,-1 0-1 0 0,0 0 1 0 0,0 0 0 0 0,0 0 0 0 0,0 0 0 0 0,0 0 0 0 0,0 0-1 0 0,-3-2 1 0 0,3 2-176 0 0,0 1 1 0 0,-1 0-1 0 0,1 0 0 0 0,-1 1 1 0 0,1-1-1 0 0,-1 0 0 0 0,0 0 1 0 0,1 1-1 0 0,-1-1 0 0 0,0 1 0 0 0,1-1 1 0 0,-1 1-1 0 0,0 0 0 0 0,0 0 1 0 0,1 0-1 0 0,-1 0 0 0 0,0 0 1 0 0,0 0-1 0 0,1 0 0 0 0,-4 1 0 0 0,-31 9 536 0 0,9 2-460 0 0,1 0 0 0 0,0 2 0 0 0,1 1 0 0 0,0 1-1 0 0,2 1 1 0 0,-1 1 0 0 0,2 1 0 0 0,1 1 0 0 0,0 1 0 0 0,-17 23-1 0 0,33-37-118 0 0,-1 1-1 0 0,2 0 1 0 0,-1-1 0 0 0,1 2-1 0 0,0-1 1 0 0,0 0-1 0 0,-3 14 1 0 0,7-20-11 0 0,-1-1 0 0 0,1 1 0 0 0,-1 0 0 0 0,1 0 0 0 0,0 0 0 0 0,0 0 0 0 0,0 0 0 0 0,0 0 0 0 0,0 0 0 0 0,0-1 0 0 0,0 1 0 0 0,1 0 0 0 0,-1 0 0 0 0,1 0 0 0 0,-1 0 0 0 0,1-1 0 0 0,0 1 0 0 0,0 0 0 0 0,0 0 0 0 0,0-1 0 0 0,0 1 0 0 0,0-1 0 0 0,0 1 0 0 0,0-1 0 0 0,1 1 0 0 0,-1-1 0 0 0,0 0 0 0 0,1 0 0 0 0,-1 1 0 0 0,1-1 0 0 0,0 0 1 0 0,-1 0-1 0 0,1-1 0 0 0,0 1 0 0 0,0 0 0 0 0,-1-1 0 0 0,1 1 0 0 0,0-1 0 0 0,0 1 0 0 0,3-1 0 0 0,6 2 0 0 0,0-1 0 0 0,0 0-1 0 0,1-1 1 0 0,-1-1 0 0 0,0 0 0 0 0,0 0 0 0 0,0-1 0 0 0,0 0 0 0 0,0-1 0 0 0,0-1 0 0 0,0 1 0 0 0,-1-2-1 0 0,0 1 1 0 0,0-1 0 0 0,0-1 0 0 0,0 0 0 0 0,14-13 0 0 0,-6 5 17 0 0,-2-1 0 0 0,0-1 0 0 0,-1-1 1 0 0,-1 0-1 0 0,0-1 0 0 0,-1 0 0 0 0,20-40 0 0 0,3-13 1705 0 0,-35 69-1420 0 0,5 14 5 0 0,-19 127 294 0 0,12-114-647 0 0,1-1 0 0 0,5 46 0 0 0,-3-61-403 0 0,0 1 0 0 0,0-1-1 0 0,1 0 1 0 0,5 10 0 0 0,-5-13-315 0 0,0 0 0 0 0,0-1 0 0 0,1 0 0 0 0,-1 0 0 0 0,1 0 0 0 0,0 0 0 0 0,6 5 0 0 0,-1-3-2616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49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1 175 872 0 0,'3'-16'2273'0'0,"-1"2"-890"0"0,1 0 0 0 0,0 0-1 0 0,1 0 1 0 0,10-21 0 0 0,-12 31-1264 0 0,-1 1-1 0 0,1 0 1 0 0,0 0 0 0 0,0 0-1 0 0,0 0 1 0 0,0 1 0 0 0,1-1-1 0 0,-1 1 1 0 0,1-1-1 0 0,0 1 1 0 0,0 0 0 0 0,0 0-1 0 0,0 0 1 0 0,0 0 0 0 0,0 0-1 0 0,0 1 1 0 0,0-1 0 0 0,1 1-1 0 0,-1 0 1 0 0,0 0 0 0 0,1 0-1 0 0,-1 1 1 0 0,1-1 0 0 0,6 1-1 0 0,0 1-48 0 0,-1 0 0 0 0,1 0 0 0 0,-1 1 0 0 0,0 0-1 0 0,1 1 1 0 0,-1 0 0 0 0,0 1 0 0 0,-1 0 0 0 0,1 0 0 0 0,-1 1 0 0 0,0 0-1 0 0,0 0 1 0 0,0 1 0 0 0,0 0 0 0 0,-1 1 0 0 0,0-1 0 0 0,-1 1-1 0 0,0 0 1 0 0,0 1 0 0 0,10 16 0 0 0,-11-16 18 0 0,0 0 0 0 0,-1 0 0 0 0,0 0 0 0 0,0 1-1 0 0,-1-1 1 0 0,0 1 0 0 0,-1 0 0 0 0,0 0 0 0 0,0 0 0 0 0,-1 1 0 0 0,0-1 0 0 0,0 0 0 0 0,-1 0-1 0 0,-1 1 1 0 0,1-1 0 0 0,-2 0 0 0 0,1 0 0 0 0,-1 0 0 0 0,0 0 0 0 0,-1 0 0 0 0,0 0 0 0 0,-5 8 0 0 0,6-13-38 0 0,0 1 1 0 0,-1-1 0 0 0,1 0 0 0 0,-1 0 0 0 0,0 0 0 0 0,0 0 0 0 0,-1-1 0 0 0,1 1 0 0 0,-1-1-1 0 0,1 0 1 0 0,-1 0 0 0 0,0 0 0 0 0,-1-1 0 0 0,-7 5 0 0 0,10-7-22 0 0,2 0-26 0 0,0 0 0 0 0,-1 0 0 0 0,1-1 0 0 0,-1 1 0 0 0,1 0 0 0 0,0-1 0 0 0,-1 1 0 0 0,1 0-1 0 0,0-1 1 0 0,-1 1 0 0 0,1 0 0 0 0,0-1 0 0 0,0 1 0 0 0,-1 0 0 0 0,1-1 0 0 0,0 1 0 0 0,0-1 0 0 0,0 1-1 0 0,0-1 1 0 0,-1 1 0 0 0,1-1 0 0 0,0 1 0 0 0,0 0 0 0 0,0-2 0 0 0,5-8-6 0 0,0-1 0 0 0,0 1 0 0 0,1 0 0 0 0,0 1 0 0 0,1-1 0 0 0,0 1 0 0 0,15-15 0 0 0,66-56-81 0 0,-75 69 78 0 0,70-55-40 0 0,72-65-43 0 0,-153 128 92 0 0,1-2-3 0 0,-29 12 39 0 0,7 6 30 0 0,0 1-1 0 0,0 0 1 0 0,1 2-1 0 0,1 0 0 0 0,1 1 1 0 0,0 0-1 0 0,-20 30 1 0 0,31-40-57 0 0,0 1 1 0 0,1-1-1 0 0,-1 1 0 0 0,1 0 1 0 0,1 0-1 0 0,-1 0 1 0 0,1 1-1 0 0,1-1 1 0 0,0 1-1 0 0,-2 12 1 0 0,3-16-8 0 0,1-1 0 0 0,0 1 1 0 0,1 0-1 0 0,-1-1 1 0 0,1 1-1 0 0,0-1 1 0 0,0 1-1 0 0,0-1 1 0 0,0 1-1 0 0,1-1 0 0 0,0 0 1 0 0,0 1-1 0 0,0-1 1 0 0,0 0-1 0 0,1 0 1 0 0,0-1-1 0 0,0 1 1 0 0,0 0-1 0 0,0-1 0 0 0,0 0 1 0 0,7 5-1 0 0,6 3-116 0 0,0-1 0 0 0,0 0 0 0 0,1-1 0 0 0,0-1 0 0 0,1-1 0 0 0,0 0-1 0 0,28 5 1 0 0,-13-4-1556 0 0,0-3 0 0 0,1 0 1 0 0,47-1-1 0 0,-40-5-1758 0 0,-2-1-1166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56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80 0 0,'-7'-18'15537'0'0,"9"19"-15521"0"0,0 0-1 0 0,0-1 0 0 0,0 1 0 0 0,0 0 0 0 0,0-1 0 0 0,0 1 0 0 0,0-1 0 0 0,0 0 1 0 0,0 0-1 0 0,0 0 0 0 0,4 0 0 0 0,1 0 21 0 0,282 3 141 0 0,-163-4-179 0 0,-125 1 5 0 0,1 0 0 0 0,-1-1 1 0 0,0 1-1 0 0,0 0 0 0 0,0 0 0 0 0,0 1 0 0 0,0-1 0 0 0,0 0 0 0 0,0 0 0 0 0,0 0 1 0 0,0 1-1 0 0,0-1 0 0 0,0 1 0 0 0,0-1 0 0 0,0 0 0 0 0,0 1 0 0 0,0 0 0 0 0,0-1 1 0 0,0 1-1 0 0,-1 0 0 0 0,2 1 0 0 0,-1-2-1 0 0,-1 1 0 0 0,0 0 1 0 0,0 0-1 0 0,0 0 0 0 0,0-1 0 0 0,0 1 1 0 0,0 0-1 0 0,0 0 0 0 0,0 0 0 0 0,0-1 0 0 0,0 1 1 0 0,0 0-1 0 0,0 0 0 0 0,-1 0 0 0 0,1-1 1 0 0,0 1-1 0 0,-1 0 0 0 0,1 0 0 0 0,-1-1 0 0 0,0 2 1 0 0,-4 5 8 0 0,1-1 0 0 0,-2 0 0 0 0,1-1 0 0 0,-8 7 0 0 0,-238 188 176 0 0,156-127-161 0 0,6-4-63 0 0,89-68 39 0 0,-1-1 0 0 0,0 1 0 0 0,1-1 0 0 0,-1 1 0 0 0,0-1 1 0 0,1 1-1 0 0,-1 0 0 0 0,1-1 0 0 0,-1 1 0 0 0,1-1 0 0 0,-1 1 0 0 0,1 0 1 0 0,0 0-1 0 0,-1-1 0 0 0,1 1 0 0 0,0 0 0 0 0,-1 0 0 0 0,1-1 0 0 0,0 1 0 0 0,0 2 1 0 0,0-3-2 0 0,0 1 1 0 0,0-1-1 0 0,1 0 1 0 0,-1 1 0 0 0,0-1-1 0 0,1 1 1 0 0,-1-1 0 0 0,1 0-1 0 0,-1 1 1 0 0,0-1-1 0 0,1 0 1 0 0,-1 1 0 0 0,1-1-1 0 0,-1 0 1 0 0,1 0 0 0 0,-1 0-1 0 0,1 1 1 0 0,-1-1-1 0 0,1 0 1 0 0,-1 0 0 0 0,1 0-1 0 0,0 0 1 0 0,35 0 23 0 0,-33 0-29 0 0,246-38 76 0 0,-104 11-52 0 0,73-11 1593 0 0,-216 38-1508 0 0,19-3 404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5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2300 0 0,'0'0'1908'0'0,"-4"0"-305"0"0,-36 1 3258 0 0,36-1-3904 0 0,-13 0 1365 0 0,-5 5-161 0 0,-1 1 175 0 0,34 3-1831 0 0,23-2-436 0 0,0-3 0 0 0,0-1 1 0 0,1-1-1 0 0,42-4 0 0 0,-7 0-3174 0 0,-67 2 2495 0 0,-1 0-1 0 0,0 0 1 0 0,0 0-1 0 0,1 1 1 0 0,-1-1 0 0 0,0 1-1 0 0,0-1 1 0 0,0 1-1 0 0,0 0 1 0 0,0-1-1 0 0,0 1 1 0 0,0 0 0 0 0,0 0-1 0 0,0 1 1 0 0,2 1-1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19:57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1 624 0 0,'-102'62'14046'0'0,"101"-61"-13934"0"0,0-1-1 0 0,0 1 1 0 0,0-1-1 0 0,1 1 1 0 0,-1 0 0 0 0,0-1-1 0 0,0 1 1 0 0,0 0 0 0 0,1 0-1 0 0,-1-1 1 0 0,0 1-1 0 0,1 0 1 0 0,-1 0 0 0 0,0 0-1 0 0,1 0 1 0 0,-1 0-1 0 0,1 0 1 0 0,0 0 0 0 0,-1 0-1 0 0,1 1 1 0 0,0-1-68 0 0,0 0 0 0 0,0-1 0 0 0,1 1 0 0 0,-1-1 0 0 0,0 1 0 0 0,1 0 0 0 0,-1-1 0 0 0,0 1 0 0 0,1-1 0 0 0,-1 1 1 0 0,1-1-1 0 0,-1 1 0 0 0,1-1 0 0 0,-1 1 0 0 0,1-1 0 0 0,-1 1 0 0 0,1-1 0 0 0,-1 0 0 0 0,1 1 0 0 0,0-1 0 0 0,-1 0 0 0 0,2 1 0 0 0,5 1 73 0 0,1 1-1 0 0,-1-2 0 0 0,15 3 1 0 0,-19-4-67 0 0,80 8-270 0 0,134-7 0 0 0,-107-2-4167 0 0,-79 0-101 0 0,-2-2-2336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0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130 110 640 0 0,'-1'-2'1888'0'0,"-1"-3"-1166"0"0,-1 1 0 0 0,1-1 0 0 0,-1 1 0 0 0,0-1 0 0 0,0 1 0 0 0,0 0 0 0 0,-1 1 0 0 0,1-1 0 0 0,-1 0 0 0 0,-5-3 0 0 0,-45-28 5186 0 0,27 24-3219 0 0,19 9-1243 0 0,16 6-1112 0 0,-4-3-276 0 0,1 1-1 0 0,0-1 0 0 0,0 0 1 0 0,0-1-1 0 0,0 1 1 0 0,-1-1-1 0 0,1 0 0 0 0,6-1 1 0 0,4 0 46 0 0,575-18 464 0 0,-552 21-534 0 0,-39-1-28 0 0,-7 11 1 0 0,0 0 0 0 0,-17 18 0 0 0,-2 3 4 0 0,-7 23 42 0 0,-48 103 0 0 0,-12 68 138 0 0,58-134-175 0 0,-34 81 319 0 0,0 1-3775 0 0,66-168 2229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48 2928 0 0,'0'0'2048'0'0,"10"-32"9123"0"0,-10 31-11140 0 0,1 0 0 0 0,0-1 0 0 0,0 1 0 0 0,0 0-1 0 0,0 0 1 0 0,0 0 0 0 0,1 0 0 0 0,-1 1 0 0 0,0-1-1 0 0,0 0 1 0 0,0 0 0 0 0,1 1 0 0 0,-1-1 0 0 0,0 1-1 0 0,1-1 1 0 0,-1 1 0 0 0,1 0 0 0 0,-1-1 0 0 0,1 1-1 0 0,-1 0 1 0 0,0 0 0 0 0,1 0 0 0 0,-1 0 0 0 0,1 0-1 0 0,-1 0 1 0 0,1 0 0 0 0,1 1 0 0 0,6 1-15 0 0,0-1 0 0 0,-1 1 0 0 0,12 4 0 0 0,-14-3-7 0 0,1-1 0 0 0,-1 1 1 0 0,0 0-1 0 0,0 1 0 0 0,0 0 0 0 0,0-1 0 0 0,-1 2 0 0 0,1-1 0 0 0,-1 1 0 0 0,0 0 1 0 0,-1 0-1 0 0,1 0 0 0 0,-1 0 0 0 0,0 1 0 0 0,4 7 0 0 0,-6-8-3 0 0,0-1 0 0 0,0 1 0 0 0,-1 0 0 0 0,1-1 0 0 0,-1 1 0 0 0,0 0 0 0 0,-1 0 0 0 0,1 0 0 0 0,-1 0 0 0 0,0 0 0 0 0,0 0 0 0 0,0-1 0 0 0,-1 1 0 0 0,0 0 0 0 0,0 0 0 0 0,0 0 0 0 0,0-1 0 0 0,-1 1 0 0 0,0 0 0 0 0,0-1 0 0 0,0 1 0 0 0,-4 4 0 0 0,-2 3 1 0 0,-1-1 0 0 0,0 0 1 0 0,0 0-1 0 0,-2-1 1 0 0,1 0-1 0 0,-1 0 1 0 0,-1-1-1 0 0,1-1 0 0 0,-18 10 1 0 0,-1-2 6 0 0,-1-1 0 0 0,-56 18 0 0 0,70-28-18 0 0,14-4 30 0 0,-1-3-17 0 0,4 2-10 0 0,0 0 1 0 0,-1 0 0 0 0,1 0 0 0 0,0 0 0 0 0,-1 0 0 0 0,1 0-1 0 0,0 0 1 0 0,0 0 0 0 0,-1-1 0 0 0,1 1 0 0 0,0 0-1 0 0,-1 0 1 0 0,1 0 0 0 0,0 0 0 0 0,0 0 0 0 0,0 0 0 0 0,-1-1-1 0 0,1 1 1 0 0,0 0 0 0 0,0 0 0 0 0,-1 0 0 0 0,1-1 0 0 0,0 1-1 0 0,0 0 1 0 0,0 0 0 0 0,0-1 0 0 0,0 1 0 0 0,-1 0 0 0 0,1 0-1 0 0,0-1 1 0 0,0 1 0 0 0,0-1 0 0 0,8-8-1 0 0,0 1 0 0 0,0-1 0 0 0,1 1 0 0 0,0 1-1 0 0,1-1 1 0 0,-1 2 0 0 0,17-9 0 0 0,-8 3 1 0 0,278-166 14 0 0,-278 166-14 0 0,-6 5 3 0 0,-1-1 0 0 0,1 0 0 0 0,-1 0 1 0 0,-1-1-1 0 0,14-14 0 0 0,-24 22-3 0 0,1 1-1 0 0,-1-1 1 0 0,1 1-1 0 0,-1-1 1 0 0,0 1 0 0 0,1-1-1 0 0,-1 1 1 0 0,0-1 0 0 0,1 1-1 0 0,-1-1 1 0 0,0 1 0 0 0,1-1-1 0 0,-1 0 1 0 0,0 1 0 0 0,0-1-1 0 0,0 0 1 0 0,0 1-1 0 0,0-1 1 0 0,0 0 0 0 0,0 1-1 0 0,0-1 1 0 0,0 0 0 0 0,0 1-1 0 0,0-1 1 0 0,0 1 0 0 0,0-1-1 0 0,0 0 1 0 0,0 1-1 0 0,-1-1 1 0 0,1 0 0 0 0,0 1-1 0 0,-1-1 1 0 0,1 1 0 0 0,0-1-1 0 0,-1 1 1 0 0,1-1 0 0 0,0 1-1 0 0,-1-1 1 0 0,1 1-1 0 0,-1-1 1 0 0,1 1 0 0 0,-1-1-1 0 0,1 1 1 0 0,-1 0 0 0 0,0-1-1 0 0,1 1 1 0 0,-1 0 0 0 0,1 0-1 0 0,-1-1 1 0 0,0 1 0 0 0,1 0-1 0 0,-1 0 1 0 0,-1 0-1 0 0,-1-1 0 0 0,0 0-1 0 0,0 0 0 0 0,0 1 0 0 0,0 0 0 0 0,0-1 1 0 0,0 1-1 0 0,0 0 0 0 0,0 0 0 0 0,-6 2 1 0 0,-2 2-1 0 0,1 1 1 0 0,0 0 0 0 0,0 1 0 0 0,0 0 0 0 0,0 0 0 0 0,1 1 0 0 0,0 0 0 0 0,1 1 0 0 0,0 0-1 0 0,-13 16 1 0 0,17-18 2 0 0,-1-1-1 0 0,1 1 1 0 0,1 0-1 0 0,-1 0 1 0 0,1 0-1 0 0,0 0 1 0 0,0 1-1 0 0,1-1 1 0 0,0 1-1 0 0,0-1 1 0 0,0 1 0 0 0,1 0-1 0 0,0 0 1 0 0,0 0-1 0 0,1 0 1 0 0,0 0-1 0 0,0 0 1 0 0,1 0-1 0 0,2 10 1 0 0,-2-12 4 0 0,1-1 0 0 0,1 1 0 0 0,-1 0 0 0 0,1-1 0 0 0,-1 0 0 0 0,1 0 0 0 0,0 0 1 0 0,1 0-1 0 0,-1 0 0 0 0,1 0 0 0 0,0-1 0 0 0,0 0 0 0 0,0 0 0 0 0,0 0 0 0 0,0 0 0 0 0,1-1 1 0 0,-1 1-1 0 0,9 2 0 0 0,2 1 6 0 0,0-2 1 0 0,0 0 0 0 0,0 0-1 0 0,27 2 1 0 0,7-6-1868 0 0,13-10-7257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27 2264 0 0,'19'-25'14756'0'0,"-13"23"-12727"0"0,-4 13-1551 0 0,-12 68 748 0 0,-14 105-604 0 0,15-135-788 0 0,-7 49-52 0 0,15-85-1779 0 0,1 0-1 0 0,1 23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0 165 788 0 0,'0'-3'2885'0'0,"4"-62"10263"0"0,-2 63-12975 0 0,0 0 0 0 0,1 0 0 0 0,-1 0 0 0 0,1 0 0 0 0,-1 0 0 0 0,1 0 0 0 0,0 0 0 0 0,0 1 1 0 0,-1 0-1 0 0,1-1 0 0 0,5 0 0 0 0,49-14 243 0 0,1 3 1 0 0,80-7-1 0 0,-42 6-1237 0 0,-73 12-574 0 0,6-1-1815 0 0,-6-4-3945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1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51 908 0 0,'-20'-24'9573'0'0,"1"3"-3795"0"0,17 20-4821 0 0,-8-4 2162 0 0,8 7-2959 0 0,1 0 0 0 0,-1 0 1 0 0,1 0-1 0 0,0 0 1 0 0,-1 0-1 0 0,1 0 0 0 0,0 0 1 0 0,1 0-1 0 0,-1 0 1 0 0,0 1-1 0 0,1-1 1 0 0,-1 0-1 0 0,1 1 0 0 0,-1 1 1 0 0,-4 48 1121 0 0,3-27-880 0 0,-33 159 591 0 0,20-116-812 0 0,0-8-75 0 0,8-34-2754 0 0,-6 42 1 0 0,13-67 2312 0 0,0 0 1 0 0,0 1-1 0 0,0-1 1 0 0,0 0-1 0 0,0 0 1 0 0,0 1-1 0 0,0-1 0 0 0,1 0 1 0 0,-1 0-1 0 0,0 1 1 0 0,1-1-1 0 0,-1 0 1 0 0,1 0-1 0 0,-1 0 1 0 0,2 2-1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3016 0 0,'2'-26'4439'0'0,"0"9"536"0"0,6-34 1 0 0,-7 49-4882 0 0,0 0-1 0 0,0 0 1 0 0,0 0 0 0 0,0 1 0 0 0,1-1 0 0 0,-1 0 0 0 0,1 0 0 0 0,-1 1 0 0 0,1-1 0 0 0,0 1 0 0 0,0-1 0 0 0,-1 1 0 0 0,1 0 0 0 0,0 0 0 0 0,0-1 0 0 0,0 1 0 0 0,0 1 0 0 0,3-2 0 0 0,39-10 410 0 0,-4 6-547 0 0,0 1-1 0 0,1 2 1 0 0,58 3-1 0 0,-50 4-3712 0 0,0 3-3485 0 0,-31-4 1121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0 2172 0 0,'-31'11'2758'0'0,"1"1"-1"0"0,-35 19 1 0 0,50-23-2191 0 0,0 2 0 0 0,1 0 0 0 0,0 0 0 0 0,0 2 1 0 0,-21 22-1 0 0,33-32-525 0 0,-1 1 0 0 0,1 0 0 0 0,0 0 1 0 0,0 0-1 0 0,0 0 0 0 0,0 0 0 0 0,0 0 0 0 0,1 0 0 0 0,-1 1 0 0 0,1-1 1 0 0,0 1-1 0 0,0-1 0 0 0,0 1 0 0 0,1-1 0 0 0,-1 1 0 0 0,1-1 1 0 0,0 8-1 0 0,1-9-34 0 0,0 0 1 0 0,0 0-1 0 0,0-1 1 0 0,0 1 0 0 0,0 0-1 0 0,0 0 1 0 0,0-1 0 0 0,1 1-1 0 0,-1-1 1 0 0,1 1-1 0 0,-1-1 1 0 0,1 1 0 0 0,0-1-1 0 0,0 0 1 0 0,-1 0-1 0 0,1 0 1 0 0,0 0 0 0 0,0 0-1 0 0,0 0 1 0 0,3 0-1 0 0,28 12 288 0 0,59 14 0 0 0,6 3 317 0 0,-87-27-495 0 0,76 32 367 0 0,-78-30-293 0 0,0 0-1 0 0,0 0 0 0 0,0 1 1 0 0,-1 0-1 0 0,0 0 1 0 0,14 14-1 0 0,-21-19-104 0 0,1 1 0 0 0,-1-1 0 0 0,0 1 0 0 0,0 0 0 0 0,0-1 0 0 0,0 1 0 0 0,0 0 0 0 0,0 0 0 0 0,0 0 0 0 0,0 0 0 0 0,-1 0 0 0 0,1 0 0 0 0,-1 0 0 0 0,1 0 0 0 0,-1 0 0 0 0,0 0 0 0 0,0 0 0 0 0,0 0 0 0 0,0 0 0 0 0,0 0 0 0 0,-1 3 0 0 0,0-1 17 0 0,-1-1 1 0 0,1 1-1 0 0,-1-1 1 0 0,1 0-1 0 0,-1 0 0 0 0,0 0 1 0 0,0 0-1 0 0,-1 0 1 0 0,1 0-1 0 0,-1-1 0 0 0,-3 4 1 0 0,-3 2 56 0 0,-1-1 0 0 0,1-1 0 0 0,-1 0 0 0 0,0 0 1 0 0,-1-1-1 0 0,-20 8 0 0 0,13-8-126 0 0,-1 0 1 0 0,1-1-1 0 0,-1-1 1 0 0,0 0-1 0 0,0-2 1 0 0,-38-1-1 0 0,54 0-261 0 0,-16-3-2230 0 0,19 2 2332 0 0,-1 1 0 0 0,0-1-499 0 0,1 0 499 0 0,0 1-1 0 0,-1 0 1 0 0,1-1-1 0 0,0 1 1 0 0,0 0-1 0 0,0-1 1 0 0,0 1-1 0 0,0 0 1 0 0,0-1-1 0 0,0 1 1 0 0,-1-1-1 0 0,1 1 1 0 0,0 0-1 0 0,0-1 1 0 0,1 1-1 0 0,-1 0 1 0 0,0-1-1 0 0,0 1 1 0 0,0-1-1 0 0,0 1 1 0 0,0 0-1 0 0,0-1 1 0 0,0 1-1 0 0,0 0 1 0 0,1-1 0 0 0,33-13-13161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2608 0 0,'3'-7'1966'0'0,"0"0"0"0"0,1 0 0 0 0,0 1 0 0 0,9-13 0 0 0,-10 16-1750 0 0,0 0 0 0 0,1-1 1 0 0,-1 1-1 0 0,1 1 0 0 0,0-1 1 0 0,0 0-1 0 0,0 1 0 0 0,0 0 1 0 0,0 0-1 0 0,1 0 0 0 0,-1 0 1 0 0,1 1-1 0 0,-1 0 0 0 0,9-1 1 0 0,-2 0-66 0 0,1 1 0 0 0,-1 0 0 0 0,1 1 0 0 0,0 0 0 0 0,0 1 0 0 0,-1 0 0 0 0,1 1 0 0 0,20 6 0 0 0,-27-7-96 0 0,0 1-1 0 0,0 0 0 0 0,0 0 0 0 0,0 0 1 0 0,0 1-1 0 0,-1-1 0 0 0,1 1 1 0 0,-1 0-1 0 0,0 1 0 0 0,0-1 0 0 0,0 1 1 0 0,0 0-1 0 0,-1 0 0 0 0,1 0 0 0 0,-1 0 1 0 0,0 1-1 0 0,0-1 0 0 0,-1 1 1 0 0,1-1-1 0 0,-1 1 0 0 0,2 7 0 0 0,-3-7-12 0 0,0 0 0 0 0,-1 0 0 0 0,1 0 0 0 0,-1 0 0 0 0,0 0 0 0 0,-1 0-1 0 0,0 0 1 0 0,1-1 0 0 0,-1 1 0 0 0,-1 0 0 0 0,1 0 0 0 0,-1-1 0 0 0,0 1 0 0 0,0-1-1 0 0,0 1 1 0 0,0-1 0 0 0,-1 0 0 0 0,-6 8 0 0 0,0-1 29 0 0,0-1 0 0 0,-1 1 1 0 0,-1-1-1 0 0,0-1 0 0 0,-14 10 0 0 0,9-7 53 0 0,-2-1 1 0 0,1-1-1 0 0,-1-1 0 0 0,-1 0 0 0 0,-28 9 1 0 0,44-18-49 0 0,2 1-72 0 0,1-1 0 0 0,-1 0 0 0 0,1 0 0 0 0,-1 0 0 0 0,1 0 0 0 0,-1 0 0 0 0,1 0 1 0 0,-1 0-1 0 0,1 0 0 0 0,-1 0 0 0 0,1 0 0 0 0,-1 0 0 0 0,1-1 0 0 0,-1 1 0 0 0,1 0 1 0 0,-1 0-1 0 0,1 0 0 0 0,0-1 0 0 0,-1 1 0 0 0,1 0 0 0 0,-1 0 0 0 0,1-1 0 0 0,0 1 1 0 0,-1 0-1 0 0,1-1 0 0 0,0 1 0 0 0,-1-1 0 0 0,1 1 0 0 0,0 0 0 0 0,-1-1 0 0 0,1 1 1 0 0,0-1-1 0 0,0 0 0 0 0,0 0-2 0 0,0 0-1 0 0,0 0 1 0 0,1 0 0 0 0,-1 0 0 0 0,0-1 0 0 0,1 1-1 0 0,-1 0 1 0 0,1 0 0 0 0,0 0 0 0 0,-1 1-1 0 0,1-1 1 0 0,0 0 0 0 0,-1 0 0 0 0,1 0 0 0 0,0 0-1 0 0,1 0 1 0 0,33-27 4 0 0,1 2-1 0 0,0 2 1 0 0,79-38-1 0 0,-9 5-23 0 0,-75 40 24 0 0,-19 11-9 0 0,-1-1-1 0 0,1 0 1 0 0,-1-1-1 0 0,17-14 1 0 0,-28 21 1 0 0,1 1 0 0 0,-1-1-1 0 0,0 0 1 0 0,1 1 0 0 0,-1-1 0 0 0,0 0 0 0 0,0 0 0 0 0,1 1 0 0 0,-1-1 0 0 0,0 0-1 0 0,0 0 1 0 0,0 1 0 0 0,0-1 0 0 0,0 0 0 0 0,0 0 0 0 0,0 1 0 0 0,0-1-1 0 0,0 0 1 0 0,0 0 0 0 0,0 1 0 0 0,-1-1 0 0 0,1 0 0 0 0,0 0 0 0 0,-1 1 0 0 0,1-1-1 0 0,0 0 1 0 0,-1 1 0 0 0,1-1 0 0 0,-1 0 0 0 0,1 1 0 0 0,-1-1 0 0 0,1 1-1 0 0,-1-1 1 0 0,1 1 0 0 0,-1-1 0 0 0,1 1 0 0 0,-1-1 0 0 0,0 1 0 0 0,1 0 0 0 0,-1-1-1 0 0,0 1 1 0 0,0 0 0 0 0,1-1 0 0 0,-1 1 0 0 0,0 0 0 0 0,1 0 0 0 0,-1 0-1 0 0,0 0 1 0 0,-1 0 0 0 0,-7 0-4 0 0,1 0 0 0 0,-1 1 0 0 0,0 0-1 0 0,0 0 1 0 0,1 1 0 0 0,-1 0 0 0 0,1 1-1 0 0,-1 0 1 0 0,1 0 0 0 0,0 1 0 0 0,0 0 0 0 0,1 0-1 0 0,-9 7 1 0 0,3-2 6 0 0,2 0 1 0 0,-1 0-1 0 0,1 1 0 0 0,1 1 0 0 0,0 0 0 0 0,0 0 1 0 0,-10 17-1 0 0,18-25 2 0 0,0 1 0 0 0,0 0 0 0 0,0-1 1 0 0,0 1-1 0 0,1 0 0 0 0,-1 0 0 0 0,1 0 1 0 0,0 0-1 0 0,0 0 0 0 0,1 0 0 0 0,-1 0 0 0 0,1 0 1 0 0,0 1-1 0 0,0-1 0 0 0,0 0 0 0 0,1 0 0 0 0,-1 0 1 0 0,1 0-1 0 0,2 7 0 0 0,0-5 1 0 0,-1-1 0 0 0,1 0 0 0 0,0 0 0 0 0,1 0 0 0 0,-1 0 1 0 0,1-1-1 0 0,0 1 0 0 0,0-1 0 0 0,0 0 0 0 0,1 0 0 0 0,0 0 0 0 0,-1-1 0 0 0,9 4 0 0 0,12 7-372 0 0,0-1 1 0 0,2-1-1 0 0,-1-2 0 0 0,50 13 0 0 0,-41-15-4688 0 0,57 5-1 0 0,-62-11-918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3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21 2800 0 0,'-44'-21'14192'0'0,"50"23"-14091"0"0,0 0 0 0 0,0 0 0 0 0,-1 0 1 0 0,1 1-1 0 0,-1-1 0 0 0,0 1 1 0 0,0 1-1 0 0,0-1 0 0 0,0 1 1 0 0,0 0-1 0 0,-1 0 0 0 0,1 0 1 0 0,-1 0-1 0 0,0 1 0 0 0,-1 0 1 0 0,1 0-1 0 0,-1 0 0 0 0,0 0 0 0 0,0 0 1 0 0,-1 1-1 0 0,1-1 0 0 0,-1 1 1 0 0,0 0-1 0 0,-1 0 0 0 0,1 0 1 0 0,-1 0-1 0 0,-1 0 0 0 0,1 0 1 0 0,-1 0-1 0 0,0 0 0 0 0,0 0 0 0 0,0 0 1 0 0,-1 0-1 0 0,0 0 0 0 0,-1 0 1 0 0,1-1-1 0 0,-1 1 0 0 0,-3 6 1 0 0,1-2 154 0 0,-1-1 0 0 0,-1 0 0 0 0,0-1 0 0 0,0 1 0 0 0,0-1 0 0 0,-14 13 0 0 0,-52 37 1641 0 0,14-12-640 0 0,42-31-932 0 0,13-14-283 0 0,3 0-36 0 0,0-1 0 0 0,0 1-1 0 0,1-1 1 0 0,-1 1 0 0 0,0-1 0 0 0,0 1-1 0 0,0-1 1 0 0,0 1 0 0 0,0-1-1 0 0,0 1 1 0 0,1-1 0 0 0,-1 0-1 0 0,0 1 1 0 0,0-1 0 0 0,1 1-1 0 0,-1-1 1 0 0,0 1 0 0 0,1-1 0 0 0,-1 0-1 0 0,0 1 1 0 0,1-1 0 0 0,-1 0-1 0 0,1 1 1 0 0,-1-1 0 0 0,0 0-1 0 0,1 0 1 0 0,0 1 0 0 0,22 3 11 0 0,1-1 1 0 0,0-1 0 0 0,42-1-1 0 0,78-12-345 0 0,-111 7 166 0 0,-25 4 58 0 0,125-16-800 0 0,-48-3-2950 0 0,-71 14 1472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79 1620 0 0,'0'0'2948'0'0,"-1"-29"3627"0"0,18 9-5465 0 0,-16 19-985 0 0,17-22 1758 0 0,-16 18-885 0 0,-11 6-813 0 0,-13 8-231 0 0,-34 24 57 0 0,1 3-1 0 0,-69 59 1 0 0,105-81-10 0 0,12-9-11 0 0,0 0 0 0 0,0 0 1 0 0,0 1-1 0 0,1 0 0 0 0,0 0 1 0 0,0 1-1 0 0,1-1 0 0 0,-1 1 1 0 0,-7 14-1 0 0,12-19 9 0 0,1-1 0 0 0,-1 0 0 0 0,1 1 0 0 0,0-1 0 0 0,-1 1 0 0 0,1-1 0 0 0,0 1 0 0 0,0 0-1 0 0,0-1 1 0 0,0 1 0 0 0,0-1 0 0 0,0 1 0 0 0,1-1 0 0 0,-1 1 0 0 0,0-1 0 0 0,1 1 0 0 0,-1-1 0 0 0,1 1 0 0 0,0-1 0 0 0,-1 0 0 0 0,1 1 0 0 0,0-1-1 0 0,1 2 1 0 0,1 0 1 0 0,-1-1-1 0 0,1 1 1 0 0,0-1-1 0 0,0 0 1 0 0,0 0-1 0 0,6 3 1 0 0,-6-3 0 0 0,20 8 3 0 0,1 0-1 0 0,0-1 1 0 0,0-1-1 0 0,47 7 1 0 0,0 2-17 0 0,-42-10 15 0 0,-9-2 5 0 0,0 0 0 0 0,-1 1 0 0 0,28 13 0 0 0,-46-18 16 0 0,0-1-1 0 0,0 1 0 0 0,1 0 1 0 0,-1-1-1 0 0,0 1 0 0 0,0 0 1 0 0,0 0-1 0 0,0 0 0 0 0,0 0 1 0 0,0 0-1 0 0,0 0 0 0 0,0 0 0 0 0,-1 0 1 0 0,1 0-1 0 0,0 0 0 0 0,0 0 1 0 0,-1 0-1 0 0,1 1 0 0 0,-1-1 1 0 0,1 0-1 0 0,-1 1 0 0 0,0-1 1 0 0,1 0-1 0 0,-1 3 0 0 0,0-2 23 0 0,-1 0 0 0 0,1 0-1 0 0,-1 1 1 0 0,0-1-1 0 0,1 0 1 0 0,-1 0 0 0 0,0-1-1 0 0,0 1 1 0 0,-1 0 0 0 0,1 0-1 0 0,0 0 1 0 0,-1-1 0 0 0,1 1-1 0 0,-2 1 1 0 0,-5 4 125 0 0,1 0 0 0 0,-2-1 0 0 0,1 0 0 0 0,0-1-1 0 0,-17 8 1 0 0,-11 2-61 0 0,-1-2 0 0 0,-1-2 1 0 0,0-1-1 0 0,0-2 0 0 0,-1-1 0 0 0,-49 1 0 0 0,66-6-156 0 0,17-1-325 0 0,0 0 0 0 0,0-1 1 0 0,0 0-1 0 0,0 0 0 0 0,0 0 0 0 0,0-1 1 0 0,-6-1-1 0 0,11-10-3354 0 0,19-4-1198 0 0,-5 4 724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2600 0 0,'7'-6'2303'0'0,"-1"0"0"0"0,1 0 0 0 0,-1 0 0 0 0,9-14 0 0 0,-10 14-1606 0 0,-3 4-209 0 0,-2 2-462 0 0,0-1 0 0 0,0 1 0 0 0,0 0 0 0 0,0-1 0 0 0,0 1 0 0 0,1-1 0 0 0,-1 1 0 0 0,0 0 0 0 0,0-1 0 0 0,1 1 0 0 0,-1 0 0 0 0,0 0 0 0 0,0-1 0 0 0,1 1-1 0 0,-1 0 1 0 0,0 0 0 0 0,1-1 0 0 0,-1 1 0 0 0,0 0 0 0 0,1 0 0 0 0,-1 0 0 0 0,0-1 0 0 0,1 1 0 0 0,-1 0 0 0 0,1 0 0 0 0,-1 0 0 0 0,0 0 0 0 0,1 0 0 0 0,-1 0 0 0 0,1 0 0 0 0,-1 0 0 0 0,0 0 0 0 0,1 0 0 0 0,-1 0 0 0 0,1 0 0 0 0,-1 0 0 0 0,0 0 0 0 0,1 1 0 0 0,-1-1-1 0 0,0 0 1 0 0,1 0 0 0 0,-1 0 0 0 0,1 0 0 0 0,-1 1 0 0 0,0-1 0 0 0,0 0 0 0 0,1 0 0 0 0,-1 1 0 0 0,0-1 0 0 0,1 0 0 0 0,-1 1 0 0 0,0-1 0 0 0,0 0 0 0 0,1 1 0 0 0,-1-1 0 0 0,0 0 0 0 0,0 1 0 0 0,0-1 0 0 0,0 0 0 0 0,0 1 0 0 0,1-1 0 0 0,-1 1 0 0 0,2 36 311 0 0,-4 41 0 0 0,0-47-287 0 0,2 0-1 0 0,6 55 1 0 0,-5-82-47 0 0,0 1 0 0 0,0-1 0 0 0,0 0 0 0 0,0 0 0 0 0,1 1 0 0 0,0-1 0 0 0,0 0 1 0 0,0-1-1 0 0,0 1 0 0 0,0 0 0 0 0,1-1 0 0 0,0 1 0 0 0,-1-1 0 0 0,1 0 0 0 0,1 0 0 0 0,-1 0 0 0 0,0 0 0 0 0,1 0 0 0 0,-1-1 0 0 0,1 1 0 0 0,7 2 0 0 0,-6-3 0 0 0,-1-1 0 0 0,1 0 0 0 0,0 0 0 0 0,1 0 0 0 0,-1 0 0 0 0,0-1 0 0 0,0 0 0 0 0,0 0 0 0 0,0 0 0 0 0,0-1 0 0 0,0 0 0 0 0,0 0 0 0 0,0 0 0 0 0,0 0 0 0 0,0-1 0 0 0,0 0-1 0 0,-1 0 1 0 0,8-4 0 0 0,-3 0-2 0 0,0 0 0 0 0,0 0 0 0 0,-1-1 0 0 0,0 0 0 0 0,0 0 0 0 0,-1-1 0 0 0,0 0 0 0 0,0 0 0 0 0,-1-1 0 0 0,0 0 0 0 0,-1 0 0 0 0,8-16 0 0 0,0-9 138 0 0,-1 0-1 0 0,11-49 0 0 0,-22 77-90 0 0,4-11 120 0 0,0-9-96 0 0,-5 25-46 0 0,1 19 81 0 0,-10 57 151 0 0,4-40-213 0 0,1 0 0 0 0,2 0 0 0 0,3 42-1 0 0,-1-68-170 0 0,2 0-1 0 0,-1 0 0 0 0,1 0 1 0 0,1 0-1 0 0,-1 0 0 0 0,5 8 0 0 0,-5-13-293 0 0,0-1 0 0 0,0 0 0 0 0,0 1 0 0 0,1-1 0 0 0,-1 0 0 0 0,5 4 0 0 0,-4-4-380 0 0,-1-1 0 0 0,1 0 0 0 0,0-1 0 0 0,0 1 0 0 0,-1 0 0 0 0,1-1 0 0 0,1 0 0 0 0,4 2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170 123 420 0 0,'-16'-122'15204'0'0,"15"123"-14691"0"0,-2 2-382 0 0,1 0-1 0 0,1 0 1 0 0,-1-1 0 0 0,0 1 0 0 0,1 0 0 0 0,-1 1-1 0 0,1-1 1 0 0,0 0 0 0 0,0 0 0 0 0,0 4 0 0 0,-6 42 803 0 0,4-25-620 0 0,-63 406 1166 0 0,28-214-1213 0 0,32-200-202 0 0,6-16-64 0 0,0 0-1 0 0,-1-1 0 0 0,1 1 1 0 0,0 0-1 0 0,0 0 0 0 0,-1 0 1 0 0,1 0-1 0 0,0 0 0 0 0,0 0 0 0 0,0 0 1 0 0,-1 0-1 0 0,1 0 0 0 0,0 0 1 0 0,0-1-1 0 0,-1 1 0 0 0,1 0 1 0 0,0 0-1 0 0,0 0 0 0 0,0 0 1 0 0,0 0-1 0 0,-1-1 0 0 0,1 1 1 0 0,0 0-1 0 0,0 0 0 0 0,0 0 1 0 0,0-1-1 0 0,0 1 0 0 0,0 0 1 0 0,0 0-1 0 0,0-1 0 0 0,-1 1 1 0 0,1 0-1 0 0,0 0 0 0 0,0-1 1 0 0,-1-3-7 0 0,0 0 0 0 0,0 0 0 0 0,0 0 0 0 0,1 0 0 0 0,-1 0 0 0 0,1-5 1 0 0,1-8-25 0 0,1 0 1 0 0,0 1 0 0 0,2 0 0 0 0,-1 0 0 0 0,2 0 0 0 0,9-24 0 0 0,-10 33 21 0 0,0 0 1 0 0,0 0-1 0 0,0 1 1 0 0,0-1 0 0 0,1 1-1 0 0,1 0 1 0 0,-1 0-1 0 0,1 1 1 0 0,-1-1-1 0 0,2 1 1 0 0,-1 0 0 0 0,0 1-1 0 0,1 0 1 0 0,0 0-1 0 0,14-6 1 0 0,-11 6-4 0 0,1 1 1 0 0,0 0 0 0 0,0 0-1 0 0,0 1 1 0 0,0 1-1 0 0,1 0 1 0 0,-1 0 0 0 0,0 1-1 0 0,1 1 1 0 0,-1 0 0 0 0,0 0-1 0 0,0 1 1 0 0,12 3-1 0 0,-15-2 13 0 0,0 0-1 0 0,0 0 0 0 0,0 1 0 0 0,0 0 1 0 0,0 0-1 0 0,-1 1 0 0 0,0-1 0 0 0,0 2 1 0 0,0-1-1 0 0,-1 1 0 0 0,1 0 1 0 0,-2 1-1 0 0,1-1 0 0 0,-1 1 0 0 0,0 0 1 0 0,0 1-1 0 0,6 11 0 0 0,-9-13 9 0 0,0-1 0 0 0,0 1 0 0 0,0 0 0 0 0,-1-1 0 0 0,0 1-1 0 0,0 0 1 0 0,0 0 0 0 0,-1 0 0 0 0,0 0 0 0 0,0 0 0 0 0,0 0 0 0 0,-1 0 0 0 0,0-1-1 0 0,0 1 1 0 0,0 0 0 0 0,-1 0 0 0 0,0-1 0 0 0,-4 10 0 0 0,2-9 10 0 0,1 1 0 0 0,-1-1 0 0 0,-1 1 0 0 0,1-1 0 0 0,-1-1-1 0 0,0 1 1 0 0,0-1 0 0 0,-1 0 0 0 0,0 0 0 0 0,0 0 0 0 0,0-1 0 0 0,0 0 0 0 0,-1 0 0 0 0,-8 4 0 0 0,1-2-3 0 0,-1 0 0 0 0,0-1 0 0 0,0-1 0 0 0,0 0 0 0 0,-1-1 0 0 0,1-1-1 0 0,-1-1 1 0 0,0 0 0 0 0,-28-2 0 0 0,41 1-41 0 0,-75-10 144 0 0,71 9-265 0 0,-1 0 0 0 0,1-1 0 0 0,0-1 0 0 0,0 1 0 0 0,0-1 0 0 0,0 0 0 0 0,-12-8 0 0 0,18 11 11 0 0,0-1-1 0 0,1 1 1 0 0,-1-1-1 0 0,1 1 1 0 0,-1-1 0 0 0,0 0-1 0 0,1 1 1 0 0,-1-1-1 0 0,1 1 1 0 0,-1-1 0 0 0,1 0-1 0 0,0 0 1 0 0,-1 1-1 0 0,1-1 1 0 0,0 0-1 0 0,-1 1 1 0 0,1-1 0 0 0,0 0-1 0 0,0 0 1 0 0,0 0-1 0 0,0 1 1 0 0,0-1 0 0 0,0 0-1 0 0,0 0 1 0 0,0 0-1 0 0,0 1 1 0 0,0-1-1 0 0,0 0 1 0 0,0 0 0 0 0,1-1-1 0 0,0 0-563 0 0,0 0 0 0 0,0 0-1 0 0,0 0 1 0 0,1 0 0 0 0,-1 1 0 0 0,1-1-1 0 0,-1 0 1 0 0,1 0 0 0 0,2-1-1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38 940 0 0,'21'-37'16367'0'0,"-12"71"-13251"0"0,-2 1-1528 0 0,-2 1-1 0 0,2 48 0 0 0,-7 75 418 0 0,0-151-1919 0 0,-19 257 1230 0 0,12-223-1177 0 0,-1-1 0 0 0,-2 0-1 0 0,-2-1 1 0 0,-23 53 0 0 0,33-88-133 0 0,0 0 0 0 0,-1-1 1 0 0,1 1-1 0 0,-1-1 0 0 0,0 0 0 0 0,-1 1 0 0 0,1-1 1 0 0,-1 0-1 0 0,0-1 0 0 0,1 1 0 0 0,-2-1 0 0 0,1 0 1 0 0,0 0-1 0 0,-7 4 0 0 0,7-6-134 0 0,-1 1 0 0 0,1-1 0 0 0,-1 0-1 0 0,1 0 1 0 0,-1 0 0 0 0,1 0 0 0 0,-1-1 0 0 0,1 0-1 0 0,-1 0 1 0 0,1 0 0 0 0,-1-1 0 0 0,1 1 0 0 0,-1-1 0 0 0,1 0-1 0 0,-1 0 1 0 0,1-1 0 0 0,-5-1 0 0 0,-2-3-438 0 0,0 1 1 0 0,1-1 0 0 0,-1 0-1 0 0,1-1 1 0 0,0-1-1 0 0,1 1 1 0 0,0-2-1 0 0,0 1 1 0 0,1-1 0 0 0,-11-14-1 0 0,8 6-1325 0 0,0 1-1 0 0,1-2 1 0 0,1 1-1 0 0,0-1 1 0 0,-10-32 0 0 0,8 10-5209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7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0 110 392 0 0,'58'-103'12207'0'0,"-58"102"-12256"0"0,1 1 0 0 0,-1-1 0 0 0,1 1 0 0 0,-1-1 0 0 0,1 1 0 0 0,-1-1 0 0 0,1 1 0 0 0,-1 0 0 0 0,1-1 0 0 0,-1 1 0 0 0,1 0 0 0 0,0-1 0 0 0,-1 1 0 0 0,1 0 0 0 0,0 0 0 0 0,-1-1 0 0 0,1 1 0 0 0,0 0 0 0 0,-1 0 0 0 0,1 0 0 0 0,0 0 0 0 0,-1 0 0 0 0,1 0 0 0 0,0 0 0 0 0,-1 0 0 0 0,1 0 0 0 0,0 1 0 0 0,-1-1 0 0 0,1 0 0 0 0,0 0 0 0 0,0 1 0 0 0,15 9-4947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7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42 1660 0 0,'3'17'4259'0'0,"-1"-7"-2659"0"0,0-1-1 0 0,0 1 1 0 0,1-1-1 0 0,7 17 1 0 0,-9-23-1478 0 0,1-1-1 0 0,-1 1 1 0 0,1 0-1 0 0,0-1 0 0 0,0 0 1 0 0,0 1-1 0 0,0-1 1 0 0,1 0-1 0 0,-1 0 1 0 0,1 0-1 0 0,-1-1 1 0 0,1 1-1 0 0,0 0 1 0 0,-1-1-1 0 0,1 0 1 0 0,0 0-1 0 0,0 1 1 0 0,0-2-1 0 0,4 2 1 0 0,2 0 3 0 0,1 0 0 0 0,-1 0 1 0 0,0-1-1 0 0,1-1 0 0 0,-1 0 0 0 0,14-1 1 0 0,-17 0-106 0 0,-2 1 1 0 0,0 0 1 0 0,0 0-1 0 0,-1-1 1 0 0,1 0-1 0 0,0 0 1 0 0,0 0-1 0 0,-1 0 1 0 0,1 0-1 0 0,-1-1 1 0 0,1 0-1 0 0,-1 0 1 0 0,1 0-1 0 0,-1 0 0 0 0,0 0 1 0 0,0 0-1 0 0,4-5 1 0 0,-5 4-16 0 0,-1-1 0 0 0,1 0 0 0 0,-1 0 0 0 0,0 0 0 0 0,0 1 0 0 0,0-1 0 0 0,0 0 0 0 0,-1 0 0 0 0,1 0 0 0 0,-1 0 0 0 0,0 0 0 0 0,-1 0 0 0 0,1 0 0 0 0,0 0-1 0 0,-1 0 1 0 0,0 0 0 0 0,0 0 0 0 0,0 0 0 0 0,-4-6 0 0 0,4 7-6 0 0,0-1-1 0 0,-1 1 1 0 0,0 0-1 0 0,1 0 1 0 0,-1 0-1 0 0,-1 0 0 0 0,1 0 1 0 0,0 0-1 0 0,-1 1 1 0 0,1-1-1 0 0,-1 1 1 0 0,0-1-1 0 0,0 1 1 0 0,0 0-1 0 0,0 0 0 0 0,0 0 1 0 0,0 1-1 0 0,0-1 1 0 0,-1 1-1 0 0,1 0 1 0 0,-1 0-1 0 0,1 0 1 0 0,-5-1-1 0 0,0 3 9 0 0,0-1 0 0 0,-1 1 0 0 0,1 0 0 0 0,0 0 0 0 0,0 1 0 0 0,0 0 0 0 0,0 1 0 0 0,1 0 0 0 0,-1 0 0 0 0,1 1 0 0 0,-1-1 0 0 0,1 2 0 0 0,0-1 0 0 0,1 1 0 0 0,-1 0 0 0 0,1 0 0 0 0,-7 8 0 0 0,3-2 41 0 0,0-1 1 0 0,1 2-1 0 0,0-1 0 0 0,1 1 1 0 0,0 1-1 0 0,1-1 1 0 0,0 1-1 0 0,1 1 1 0 0,-5 17-1 0 0,9-26-33 0 0,1 0-1 0 0,-1 0 1 0 0,1 1-1 0 0,0-1 1 0 0,1 0-1 0 0,0 1 1 0 0,-1-1-1 0 0,2 1 1 0 0,-1-1-1 0 0,1 0 1 0 0,0 1-1 0 0,0-1 1 0 0,0 0-1 0 0,0 0 1 0 0,1 0-1 0 0,0 0 1 0 0,0 0-1 0 0,4 6 1 0 0,-2-6-38 0 0,-1-1 0 0 0,1 0 1 0 0,0 0-1 0 0,0 0 1 0 0,0 0-1 0 0,1 0 0 0 0,0-1 1 0 0,-1 0-1 0 0,1 0 1 0 0,0 0-1 0 0,0-1 1 0 0,1 1-1 0 0,-1-1 0 0 0,0 0 1 0 0,1-1-1 0 0,-1 1 1 0 0,7 0-1 0 0,11 1-879 0 0,0-1 0 0 0,0-1 0 0 0,0-1 1 0 0,23-2-1 0 0,-18-2-2232 0 0,34-8 1 0 0,-22 1-1954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8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84 168 0 0,'1'-3'666'0'0,"0"-4"765"0"0,1 0 0 0 0,-1 0 1 0 0,0-1-1 0 0,-1-6 0 0 0,0 12-1162 0 0,0 0 0 0 0,0 0 1 0 0,0 0-1 0 0,-1 1 0 0 0,1-1 0 0 0,0 0 0 0 0,-1 0 0 0 0,0 1 0 0 0,1-1 0 0 0,-1 0 0 0 0,0 1 0 0 0,0-1 1 0 0,0 1-1 0 0,0-1 0 0 0,0 1 0 0 0,-1 0 0 0 0,1-1 0 0 0,0 1 0 0 0,0 0 0 0 0,-3-2 0 0 0,2 2-155 0 0,1 1 0 0 0,0-1 1 0 0,-1 1-1 0 0,1 0 0 0 0,0-1 0 0 0,-1 1 0 0 0,1 0 0 0 0,0 0 0 0 0,-1 0 0 0 0,1 0 0 0 0,-1 0 1 0 0,1 0-1 0 0,0 1 0 0 0,-1-1 0 0 0,1 0 0 0 0,0 1 0 0 0,-1-1 0 0 0,-1 1 0 0 0,-22 12 894 0 0,8 1-729 0 0,1 0 0 0 0,0 1 0 0 0,0 0 0 0 0,2 1 0 0 0,0 1 0 0 0,1 1 1 0 0,0 0-1 0 0,2 0 0 0 0,0 1 0 0 0,1 1 0 0 0,1 0 0 0 0,1 0 0 0 0,0 0 0 0 0,-7 37 0 0 0,14-50-253 0 0,0 0-1 0 0,0 0 1 0 0,0 0-1 0 0,1 0 1 0 0,0 0-1 0 0,1 0 1 0 0,-1 0-1 0 0,1 0 1 0 0,1 0-1 0 0,-1 0 1 0 0,1 0-1 0 0,3 8 1 0 0,-3-12-84 0 0,-1 0 1 0 0,1-1-1 0 0,0 1 0 0 0,0 0 0 0 0,0-1 1 0 0,0 1-1 0 0,0-1 0 0 0,1 0 0 0 0,-1 1 1 0 0,1-1-1 0 0,-1 0 0 0 0,1-1 0 0 0,0 1 1 0 0,0 0-1 0 0,0-1 0 0 0,0 1 0 0 0,0-1 1 0 0,0 0-1 0 0,0 0 0 0 0,0-1 0 0 0,1 1 1 0 0,-1 0-1 0 0,0-1 0 0 0,0 0 0 0 0,1 0 1 0 0,-1 0-1 0 0,0 0 0 0 0,4-1 0 0 0,4 0-472 0 0,-1-1 0 0 0,0 0 0 0 0,0-1-1 0 0,0 0 1 0 0,0-1 0 0 0,-1 0-1 0 0,1 0 1 0 0,-1-1 0 0 0,14-9-1 0 0,-9 3-939 0 0,0 0 0 0 0,-1-1 0 0 0,0 0-1 0 0,21-26 1 0 0,-7-1-3132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106 442 528 0 0,'11'-62'3241'0'0,"-2"1"-1"0"0,-3-1 1 0 0,-3-1 0 0 0,-6-82 0 0 0,0 99-1328 0 0,3 44-1608 0 0,-1 2-267 0 0,0 0 0 0 0,1 1 0 0 0,-1-1 0 0 0,0 1 0 0 0,1-1 0 0 0,-1 1 1 0 0,0-1-1 0 0,1 1 0 0 0,-1-1 0 0 0,1 1 0 0 0,-1-1 0 0 0,0 1 0 0 0,1 0 0 0 0,0-1 1 0 0,-1 1-1 0 0,1 0 0 0 0,-1 0 0 0 0,1-1 0 0 0,0 1 0 0 0,0 0 0 0 0,-1 1 0 0 0,-6 20 357 0 0,6-19-291 0 0,-49 267 3036 0 0,41-202-2531 0 0,-40 374 1456 0 0,49-435-2160 0 0,-1 0-1 0 0,1 0 1 0 0,0-1-1 0 0,1 1 1 0 0,0 0-1 0 0,0-1 1 0 0,0 1-1 0 0,1 0 1 0 0,0-1-1 0 0,0 0 1 0 0,1 1-1 0 0,4 6 1 0 0,-7-12-13 0 0,1 0 0 0 0,0 0 1 0 0,0-1-1 0 0,0 1 0 0 0,0 0 1 0 0,0-1-1 0 0,1 1 1 0 0,-1-1-1 0 0,0 1 0 0 0,0-1 1 0 0,0 1-1 0 0,0-1 0 0 0,0 0 1 0 0,1 0-1 0 0,-1 1 1 0 0,0-1-1 0 0,0 0 0 0 0,1 0 1 0 0,-1 0-1 0 0,0-1 0 0 0,0 1 1 0 0,0 0-1 0 0,3-1 1 0 0,27-10-2181 0 0,-3-5-1497 0 0,-1-2-1 0 0,26-21 1 0 0,-48 35 3004 0 0,25-18-4667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97 1232 0 0,'-58'-6'5664'0'0,"-38"-7"3096"0"0,93 12-7868 0 0,54-16 89 0 0,143-16-1539 0 0,-62 21-3491 0 0,-36 3-1720 0 0,-50 4 1020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2100 0 0,'2'-1'2594'0'0,"26"-22"7639"0"0,-7 9-4615 0 0,-17 18-5091 0 0,0 0 0 0 0,0 1 0 0 0,-1-1 0 0 0,1 1-1 0 0,-1 0 1 0 0,0 0 0 0 0,0 0 0 0 0,0 0 0 0 0,-1 1 0 0 0,0-1 0 0 0,3 12-1 0 0,2 9 556 0 0,3 32-1 0 0,-10-55-1007 0 0,7 66 668 0 0,-3 1 0 0 0,-7 92 0 0 0,-3-71-686 0 0,-22 111 0 0 0,1-80-3937 0 0,23-105 2247 0 0,-7 30-2879 0 0,8-19-6647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9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19 119 320 0 0,'27'-74'19554'0'0,"-27"75"-19409"0"0,0 1-1 0 0,0 0 1 0 0,0 0-1 0 0,0-1 0 0 0,-1 1 1 0 0,1 0-1 0 0,0-1 1 0 0,-1 1-1 0 0,0 0 0 0 0,1-1 1 0 0,-1 1-1 0 0,0 1 1 0 0,-3 6 438 0 0,0 7 201 0 0,-5 17 774 0 0,-8 57 0 0 0,16-81-1474 0 0,0 0 0 0 0,1 0 1 0 0,0 0-1 0 0,0 0 1 0 0,1 0-1 0 0,0 0 0 0 0,1 0 1 0 0,0 0-1 0 0,0 0 0 0 0,1-1 1 0 0,6 14-1 0 0,-7-18-66 0 0,0 0 0 0 0,1 0 0 0 0,0-1 0 0 0,0 1 0 0 0,0-1 0 0 0,0 0 0 0 0,0 1 0 0 0,1-1 0 0 0,-1-1 0 0 0,1 1 0 0 0,0 0 0 0 0,0-1 0 0 0,0 0 0 0 0,7 3 0 0 0,-5-3 0 0 0,0 0 0 0 0,1 0 1 0 0,0-1-1 0 0,-1 0 1 0 0,1 0-1 0 0,-1-1 0 0 0,1 0 1 0 0,0 0-1 0 0,9-2 1 0 0,-7 1-5 0 0,-1 0 1 0 0,0-1 0 0 0,0 0 0 0 0,0-1 0 0 0,0 0 0 0 0,0 0-1 0 0,-1-1 1 0 0,1 0 0 0 0,-1 0 0 0 0,0-1 0 0 0,0 0-1 0 0,0 0 1 0 0,-1 0 0 0 0,0-1 0 0 0,0 0 0 0 0,7-9 0 0 0,-9 10-25 0 0,-1-1 1 0 0,0 0 0 0 0,0 1 0 0 0,0-1 0 0 0,0-1 0 0 0,-1 1 0 0 0,0 0 0 0 0,-1 0 0 0 0,1-1 0 0 0,-1 1 0 0 0,0-1-1 0 0,-1 1 1 0 0,1-1 0 0 0,-1 0 0 0 0,-1 1 0 0 0,1-1 0 0 0,-1 1 0 0 0,-3-11 0 0 0,1 9-3 0 0,0 1 1 0 0,0-1 0 0 0,-1 1-1 0 0,0-1 1 0 0,-1 1 0 0 0,1 0-1 0 0,-1 1 1 0 0,-1-1-1 0 0,1 1 1 0 0,-1 0 0 0 0,0 0-1 0 0,-1 1 1 0 0,1 0 0 0 0,-10-6-1 0 0,-5-1-456 0 0,0 1-1 0 0,-1 0 1 0 0,0 2-1 0 0,-26-8 1 0 0,1 4-3362 0 0,1 2-3746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09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42 3164 0 0,'-194'-11'16039'0'0,"191"11"-15322"0"0,4-1-672 0 0,1 0 0 0 0,-1 0 1 0 0,1 1-1 0 0,-1-1 0 0 0,1 0 1 0 0,0 1-1 0 0,-1-1 0 0 0,1 1 1 0 0,0 0-1 0 0,-1-1 0 0 0,1 1 1 0 0,3 0-1 0 0,-4 0-14 0 0,314-17 507 0 0,-155 11-515 0 0,-19 5-1211 0 0,-95 3-2145 0 0,-4 0-4159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0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1484 0 0,'2'-4'571'0'0,"1"0"0"0"0,0-1-1 0 0,0 1 1 0 0,0 0 0 0 0,0 0 0 0 0,0 1-1 0 0,1-1 1 0 0,0 1 0 0 0,0-1 0 0 0,0 1-1 0 0,0 1 1 0 0,0-1 0 0 0,6-2 0 0 0,-3 1-220 0 0,1 1 0 0 0,0 1 1 0 0,0-1-1 0 0,0 1 0 0 0,1 1 1 0 0,-1-1-1 0 0,13 1 1 0 0,-7 1-257 0 0,0 0 0 0 0,0 1 1 0 0,0 1-1 0 0,0 0 1 0 0,0 1-1 0 0,0 1 1 0 0,-1 0-1 0 0,1 0 0 0 0,15 9 1 0 0,-22-9-74 0 0,0 0 1 0 0,0 0 0 0 0,-1 1-1 0 0,1 0 1 0 0,-1 0-1 0 0,0 1 1 0 0,0-1-1 0 0,0 1 1 0 0,-1 1-1 0 0,0-1 1 0 0,-1 1 0 0 0,1 0-1 0 0,4 10 1 0 0,-6-11-11 0 0,-2-1 1 0 0,1 0 0 0 0,0 1 0 0 0,-1-1-1 0 0,0 1 1 0 0,-1 0 0 0 0,1-1 0 0 0,-1 1-1 0 0,0 0 1 0 0,0-1 0 0 0,-1 1 0 0 0,0 0-1 0 0,0-1 1 0 0,0 1 0 0 0,0-1 0 0 0,-1 1-1 0 0,0-1 1 0 0,0 0 0 0 0,-1 0 0 0 0,-3 7-1 0 0,-3 1 26 0 0,1-1 0 0 0,-1 0 0 0 0,-1-1-1 0 0,0 0 1 0 0,-1 0 0 0 0,0-1 0 0 0,-1 0-1 0 0,0-1 1 0 0,-19 11 0 0 0,6-7 44 0 0,0 0-1 0 0,-1-1 1 0 0,-55 15-1 0 0,80-26-78 0 0,-1-1 0 0 0,1 1-1 0 0,-1-1 1 0 0,1 0 0 0 0,0 0 0 0 0,-1 1-1 0 0,1-1 1 0 0,-1 0 0 0 0,1 0-1 0 0,-1 0 1 0 0,1-1 0 0 0,0 1 0 0 0,-1 0-1 0 0,1 0 1 0 0,-1-1 0 0 0,1 1-1 0 0,0-1 1 0 0,-3-1 0 0 0,4 2-3 0 0,-1-1 1 0 0,1 1-1 0 0,0-1 1 0 0,-1 0-1 0 0,1 1 1 0 0,0-1-1 0 0,-1 0 1 0 0,1 0-1 0 0,0 1 1 0 0,0-1-1 0 0,0 0 1 0 0,0 0-1 0 0,0 1 1 0 0,0-1-1 0 0,0 0 1 0 0,0 1-1 0 0,0-1 1 0 0,0 0-1 0 0,0 0 1 0 0,1 1-1 0 0,-1-1 1 0 0,0 0-1 0 0,0 1 1 0 0,1-1-1 0 0,-1 0 1 0 0,0 1-1 0 0,1-1 1 0 0,-1 0-1 0 0,1 1 1 0 0,-1-1-1 0 0,1 1 1 0 0,-1-1-1 0 0,1 1 1 0 0,-1-1-1 0 0,2 0 1 0 0,15-16 0 0 0,1 1 0 0 0,1 1 1 0 0,1 1-1 0 0,0 0 0 0 0,27-13 0 0 0,-33 19-1 0 0,193-107 14 0 0,-28 18-23 0 0,-167 90 20 0 0,-5 4-8 0 0,-2 0 1 0 0,1 0 0 0 0,0-1 0 0 0,-1 1 0 0 0,1-1 0 0 0,-1-1 0 0 0,0 1-1 0 0,-1-1 1 0 0,1 0 0 0 0,4-6 0 0 0,-9 7-7 0 0,-1 3 2 0 0,-1-1 1 0 0,1 1-1 0 0,-1-1 1 0 0,0 1 0 0 0,1 0-1 0 0,-1 0 1 0 0,0 0-1 0 0,0 0 1 0 0,0 0-1 0 0,1 0 1 0 0,-1 1 0 0 0,0-1-1 0 0,0 1 1 0 0,0-1-1 0 0,0 1 1 0 0,0 0-1 0 0,-1 0 1 0 0,1 0 0 0 0,0 0-1 0 0,0 0 1 0 0,0 0-1 0 0,0 0 1 0 0,0 1-1 0 0,0-1 1 0 0,0 1 0 0 0,-3 1-1 0 0,2-2 8 0 0,-13 5 74 0 0,0-1 0 0 0,0 2 0 0 0,1 0 0 0 0,0 1 0 0 0,0 1 0 0 0,1 0 0 0 0,-27 20 0 0 0,33-22-31 0 0,-1 2 0 0 0,1-1 0 0 0,0 1 1 0 0,0 0-1 0 0,1 1 0 0 0,0 0 0 0 0,0 0 0 0 0,1 1 0 0 0,1-1 1 0 0,-1 1-1 0 0,2 0 0 0 0,-7 18 0 0 0,10-23-39 0 0,0-1 1 0 0,0 1-1 0 0,1-1 0 0 0,-1 1 1 0 0,1-1-1 0 0,0 1 0 0 0,0 0 0 0 0,1-1 1 0 0,-1 1-1 0 0,1-1 0 0 0,0 1 1 0 0,0-1-1 0 0,1 0 0 0 0,-1 1 0 0 0,3 4 1 0 0,0-3 0 0 0,0 0 0 0 0,0-1 1 0 0,0 1-1 0 0,0-1 0 0 0,1 0 0 0 0,0 0 1 0 0,0 0-1 0 0,0-1 0 0 0,8 5 1 0 0,3 1-32 0 0,0-1 1 0 0,1-1-1 0 0,0 0 1 0 0,1-1-1 0 0,0-1 1 0 0,28 5-1 0 0,69 8-2571 0 0,-37-15-3787 0 0,-51-4 1620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48 432 0 0,'1'-2'2684'0'0,"4"-44"10728"0"0,-3 58-12007 0 0,0 13-672 0 0,-1 0 0 0 0,0 1 0 0 0,-3 0-1 0 0,-4 29 1 0 0,-25 100-820 0 0,13-77-1044 0 0,16-72 690 0 0,-3 20-3244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1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1228 0 0,'0'-3'3016'0'0,"0"-61"11324"0"0,1 63-14232 0 0,0 0 0 0 0,0 0 0 0 0,0 0 0 0 0,0 0 0 0 0,0 0 0 0 0,0 1 0 0 0,0-1 0 0 0,0 0 0 0 0,0 1 0 0 0,0-1 0 0 0,0 1 0 0 0,0-1 0 0 0,1 1 0 0 0,-1-1 0 0 0,0 1 0 0 0,0 0 0 0 0,0 0 0 0 0,1 0 0 0 0,-1 0 1 0 0,3 0-1 0 0,134-7 1180 0 0,22-1-2074 0 0,-54-6-5970 0 0,-82 6 150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24 360 0 0,'-34'-17'10141'0'0,"18"11"-5679"0"0,11 6-3289 0 0,4 0-1093 0 0,0 0 1 0 0,0 0-1 0 0,1 0 1 0 0,-1 0-1 0 0,0 0 0 0 0,0 0 1 0 0,0 0-1 0 0,1 0 1 0 0,-1 0-1 0 0,0 1 1 0 0,0-1-1 0 0,1 0 1 0 0,-1 0-1 0 0,0 1 0 0 0,-1 0 1 0 0,1 2 200 0 0,-1 0 0 0 0,0 0 0 0 0,1 0 0 0 0,0 0-1 0 0,0 0 1 0 0,0 0 0 0 0,0 1 0 0 0,0-1 0 0 0,1 0 0 0 0,-1 1 0 0 0,1 3 0 0 0,0 46 1242 0 0,1-26-1029 0 0,-17 250 850 0 0,15-262-1690 0 0,-3 11-934 0 0,1 29 1 0 0,3-46-424 0 0,0-1 0 0 0,1 0 0 0 0,0 0 0 0 0,4 12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125 135 1216 0 0,'0'-3'910'0'0,"1"-10"999"0"0,0 1-1 0 0,1 0 1 0 0,0 1-1 0 0,1-1 1 0 0,6-16-1 0 0,-8 25-1754 0 0,0 0 0 0 0,1 1 0 0 0,-1-1 0 0 0,1 1 0 0 0,0-1 0 0 0,0 1 0 0 0,0-1-1 0 0,0 1 1 0 0,0 0 0 0 0,0 0 0 0 0,1 0 0 0 0,-1 0 0 0 0,1 0 0 0 0,-1 1 0 0 0,1-1 0 0 0,0 1-1 0 0,0 0 1 0 0,-1-1 0 0 0,1 1 0 0 0,0 1 0 0 0,0-1 0 0 0,0 0 0 0 0,0 1 0 0 0,0-1 0 0 0,0 1-1 0 0,6 0 1 0 0,0 0-27 0 0,0 1 0 0 0,0 0 0 0 0,0 0 0 0 0,0 1 0 0 0,0 0 0 0 0,-1 1 0 0 0,1 0 0 0 0,0 0 0 0 0,-1 1 0 0 0,0 0 0 0 0,0 0 0 0 0,0 1 0 0 0,-1 0 0 0 0,1 0 0 0 0,-1 1 0 0 0,0 0-1 0 0,10 12 1 0 0,-12-11-63 0 0,0-1 0 0 0,0 0 0 0 0,-1 1 1 0 0,0 0-1 0 0,-1 0 0 0 0,1 0 0 0 0,-1 1 0 0 0,-1-1 0 0 0,1 1 0 0 0,-1 0 0 0 0,-1-1 0 0 0,1 1 0 0 0,-1 0 0 0 0,-1 0 0 0 0,1 0 0 0 0,-1 0 0 0 0,-1 0 0 0 0,1 0 0 0 0,-2 0 0 0 0,-2 12 0 0 0,-2-3 31 0 0,0 0 0 0 0,-1-1 0 0 0,0 0 0 0 0,-2-1 0 0 0,0 1 0 0 0,0-2 0 0 0,-2 1 1 0 0,1-1-1 0 0,-2-1 0 0 0,-24 23 0 0 0,-10 2 531 0 0,-94 60 0 0 0,92-66-246 0 0,31-22-292 0 0,12-8-65 0 0,1 1 0 0 0,0 0-1 0 0,-1 0 1 0 0,1 0 0 0 0,0 1-1 0 0,-4 4 1 0 0,8-8-23 0 0,0 0 1 0 0,0 1-1 0 0,-1-1 0 0 0,1 0 1 0 0,0 0-1 0 0,0 0 1 0 0,0 0-1 0 0,0 0 1 0 0,0 1-1 0 0,0-1 0 0 0,0 0 1 0 0,0 0-1 0 0,0 0 1 0 0,0 0-1 0 0,0 1 0 0 0,0-1 1 0 0,0 0-1 0 0,0 0 1 0 0,0 0-1 0 0,0 0 0 0 0,0 1 1 0 0,0-1-1 0 0,0 0 1 0 0,0 0-1 0 0,0 0 0 0 0,0 0 1 0 0,0 1-1 0 0,1-1 1 0 0,-1 0-1 0 0,0 0 0 0 0,0 0 1 0 0,0 0-1 0 0,0 0 1 0 0,0 0-1 0 0,0 1 0 0 0,0-1 1 0 0,1 0-1 0 0,-1 0 1 0 0,0 0-1 0 0,0 0 0 0 0,0 0 1 0 0,11 5 2 0 0,7-2 11 0 0,33 2-12 0 0,1-3 0 0 0,0-1 1 0 0,70-10-1 0 0,-86 6 2 0 0,190-16-847 0 0,-198 11-1065 0 0,-16 0-1768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2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2172 0 0,'3'-17'5306'0'0,"-2"15"-4928"0"0,0-1 1 0 0,-1 1 0 0 0,1 0-1 0 0,0 0 1 0 0,0 0-1 0 0,0-1 1 0 0,1 1-1 0 0,-1 0 1 0 0,1 0-1 0 0,-1 1 1 0 0,3-4-1 0 0,-2 4-207 0 0,0 0-1 0 0,0-1 1 0 0,0 1-1 0 0,-1 0 1 0 0,1 1-1 0 0,0-1 1 0 0,0 0-1 0 0,1 0 1 0 0,-1 1-1 0 0,0-1 1 0 0,0 1-1 0 0,0 0 1 0 0,4 0-1 0 0,26 2 885 0 0,-25-1-905 0 0,1 1 1 0 0,-1 0-1 0 0,0 0 0 0 0,0 1 1 0 0,-1 0-1 0 0,1 0 0 0 0,-1 1 1 0 0,1 0-1 0 0,-1 0 0 0 0,0 0 1 0 0,0 1-1 0 0,-1 0 0 0 0,0 0 1 0 0,1 0-1 0 0,7 12 0 0 0,-10-13-101 0 0,0 1 0 0 0,0-1 0 0 0,-1 1-1 0 0,0-1 1 0 0,0 1 0 0 0,0 0 0 0 0,0-1-1 0 0,-1 1 1 0 0,0 0 0 0 0,0 0 0 0 0,0 0-1 0 0,-1 1 1 0 0,1-1 0 0 0,-1 0 0 0 0,0 0 0 0 0,-1 0-1 0 0,1 0 1 0 0,-1 0 0 0 0,0 0 0 0 0,-1 0-1 0 0,1 0 1 0 0,-1 0 0 0 0,-2 5 0 0 0,0-2-15 0 0,0-1 0 0 0,0 1 0 0 0,-1-1 0 0 0,0 0 0 0 0,-1 0 0 0 0,1-1 0 0 0,-1 1-1 0 0,-1-1 1 0 0,1-1 0 0 0,-1 1 0 0 0,0-1 0 0 0,0 0 0 0 0,0-1 0 0 0,-1 1 0 0 0,0-1 0 0 0,0-1 0 0 0,0 0 0 0 0,0 0 0 0 0,-15 3 0 0 0,22-6-34 0 0,1 0 1 0 0,-1 1-1 0 0,1-1 0 0 0,-1 0 0 0 0,0 0 1 0 0,1 0-1 0 0,-1 0 0 0 0,1 0 0 0 0,-1-1 1 0 0,1 1-1 0 0,-1 0 0 0 0,1 0 0 0 0,-1 0 1 0 0,1 0-1 0 0,-1 0 0 0 0,1-1 0 0 0,-1 1 1 0 0,1 0-1 0 0,0 0 0 0 0,-1-1 1 0 0,1 1-1 0 0,-1 0 0 0 0,1-1 0 0 0,0 1 1 0 0,-1-1-1 0 0,1 1 0 0 0,0 0 0 0 0,-1-1 1 0 0,1 1-1 0 0,0-1 0 0 0,0 1 0 0 0,-1-1 1 0 0,1 1-1 0 0,0-1 0 0 0,0 1 0 0 0,0-1 1 0 0,0 1-1 0 0,-1-1 0 0 0,1 1 0 0 0,0-1 1 0 0,0 1-1 0 0,0-1 0 0 0,0 1 0 0 0,0-1 1 0 0,1 1-1 0 0,-1-1 0 0 0,0 1 0 0 0,0-1 1 0 0,0 1-1 0 0,0-1 0 0 0,0 1 0 0 0,1-1 1 0 0,-1 1-1 0 0,1-1 0 0 0,12-27-4 0 0,6 2 2 0 0,2 1 1 0 0,0 1-1 0 0,2 1 0 0 0,27-22 0 0 0,110-76-9 0 0,-105 82 18 0 0,66-53 1568 0 0,-120 91-1530 0 0,1 0 0 0 0,-1 0 0 0 0,0-1 1 0 0,-1 1-1 0 0,1 0 0 0 0,0-1 0 0 0,0 1 0 0 0,0-1 1 0 0,-1 1-1 0 0,1-1 0 0 0,-1 1 0 0 0,1-3 1 0 0,-12 10-12 0 0,-1-1 0 0 0,1 1-1 0 0,1 1 1 0 0,-1 0 0 0 0,1 1 0 0 0,1-1 0 0 0,-1 2 0 0 0,-14 16 0 0 0,13-13 0 0 0,1 1 0 0 0,1 0 1 0 0,0 1-1 0 0,0 0 0 0 0,1 0 0 0 0,-9 25 0 0 0,15-35-26 0 0,1 1-1 0 0,0 0 0 0 0,0-1 0 0 0,0 1 1 0 0,0 0-1 0 0,1 0 0 0 0,-1 0 0 0 0,2 0 0 0 0,-1 0 1 0 0,0-1-1 0 0,1 1 0 0 0,0 0 0 0 0,0 0 1 0 0,2 6-1 0 0,0-4-46 0 0,0-1 1 0 0,0 0-1 0 0,1 0 0 0 0,0-1 1 0 0,0 1-1 0 0,0-1 0 0 0,1 0 1 0 0,-1 0-1 0 0,8 6 0 0 0,7 3-549 0 0,2 0 0 0 0,0-1-1 0 0,0-1 1 0 0,37 15-1 0 0,-25-13-1550 0 0,41 11 0 0 0,-51-19-1396 0 0,30 4-1 0 0,-20-5-1912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83 872 0 0,'-9'-24'6711'0'0,"-5"-18"931"0"0,14 40-7140 0 0,2-4 142 0 0,-2 6-612 0 0,0-1-1 0 0,0 1 1 0 0,0 0-1 0 0,1-1 1 0 0,-1 1-1 0 0,0-1 1 0 0,0 1-1 0 0,0 0 1 0 0,1-1-1 0 0,-1 1 1 0 0,0 0-1 0 0,0-1 1 0 0,1 1-1 0 0,-1 0 1 0 0,0-1-1 0 0,0 1 1 0 0,1 0-1 0 0,-1 0 1 0 0,1-1-1 0 0,-1 1 1 0 0,0 0-1 0 0,1 0 1 0 0,-1 0-1 0 0,1-1 1 0 0,1 1 217 0 0,1 0-25 0 0,1 0-151 0 0,0 0 0 0 0,0 1 0 0 0,-1-1 0 0 0,1 1 0 0 0,0 0 0 0 0,0 0 0 0 0,-1 0 0 0 0,1 1 0 0 0,-1-1 0 0 0,1 1 0 0 0,-1 0 1 0 0,0 0-1 0 0,0 0 0 0 0,6 5 0 0 0,-6-4 32 0 0,1 1 0 0 0,-1-1 1 0 0,-1 1-1 0 0,1-1 0 0 0,0 1 1 0 0,-1 0-1 0 0,0 0 1 0 0,0 0-1 0 0,0 0 0 0 0,0 0 1 0 0,-1 1-1 0 0,0-1 0 0 0,0 1 1 0 0,0-1-1 0 0,0 1 0 0 0,-1-1 1 0 0,1 1-1 0 0,-1-1 0 0 0,0 1 1 0 0,-1-1-1 0 0,1 1 1 0 0,-1-1-1 0 0,0 1 0 0 0,0-1 1 0 0,0 1-1 0 0,-1-1 0 0 0,1 0 1 0 0,-1 0-1 0 0,-3 6 0 0 0,-7 9 391 0 0,0 0 0 0 0,-1-1 0 0 0,-1 0 0 0 0,-29 27 0 0 0,18-18-4 0 0,9-11-315 0 0,12-13-146 0 0,0 0 0 0 0,0 1 0 0 0,1 0 0 0 0,0-1 0 0 0,0 1 0 0 0,0 1 1 0 0,-2 3-1 0 0,5-7-29 0 0,0-1 1 0 0,0 1 0 0 0,0-1 0 0 0,0 0 0 0 0,0 1-1 0 0,0-1 1 0 0,0 1 0 0 0,0-1 0 0 0,0 1 0 0 0,0-1-1 0 0,1 0 1 0 0,-1 1 0 0 0,0-1 0 0 0,0 1 0 0 0,1-1-1 0 0,-1 0 1 0 0,0 1 0 0 0,0-1 0 0 0,1 0-1 0 0,-1 1 1 0 0,0-1 0 0 0,1 0 0 0 0,-1 0 0 0 0,0 1-1 0 0,1-1 1 0 0,-1 0 0 0 0,1 0 0 0 0,-1 0 0 0 0,1 1-1 0 0,-1-1 1 0 0,1 0 0 0 0,18 6 38 0 0,13-4-89 0 0,1-1 1 0 0,-1-1-1 0 0,0-2 0 0 0,46-7 0 0 0,129-38-3229 0 0,-168 32 617 0 0,-34 13 1628 0 0,0-1 0 0 0,-1 1-1 0 0,1-1 1 0 0,-1 0-1 0 0,4-4 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71 2196 0 0,'25'-24'6305'0'0,"33"-23"1191"0"0,-58 49-7410 0 0,0 1 0 0 0,-1-1-1 0 0,0 1 1 0 0,1-1-1 0 0,-1 0 1 0 0,0 0 0 0 0,0 1-1 0 0,0-1 1 0 0,-1 0-1 0 0,1 0 1 0 0,0 0 0 0 0,-1 0-1 0 0,1 0 1 0 0,-4 2-1 0 0,-29 26 309 0 0,21-19-213 0 0,-259 219 2138 0 0,270-228-2314 0 0,0-1 0 0 0,0 1 0 0 0,0 0 0 0 0,1 0 0 0 0,-1-1 0 0 0,1 1 0 0 0,-1 0 0 0 0,1 1 0 0 0,0-1 0 0 0,-1 0 0 0 0,1 0 0 0 0,0 1 0 0 0,1-1 0 0 0,-1 0 0 0 0,0 1 0 0 0,1-1 0 0 0,-1 0 0 0 0,1 4 0 0 0,0-4-1 0 0,1 0-1 0 0,-1 0 0 0 0,1 0 0 0 0,0 0 0 0 0,-1-1 0 0 0,1 1 0 0 0,0 0 1 0 0,0 0-1 0 0,0-1 0 0 0,0 1 0 0 0,1 0 0 0 0,-1-1 0 0 0,0 1 0 0 0,1-1 1 0 0,-1 0-1 0 0,1 1 0 0 0,-1-1 0 0 0,1 0 0 0 0,0 0 0 0 0,0 0 0 0 0,-1 0 1 0 0,1 0-1 0 0,4 1 0 0 0,20 8 19 0 0,1 0 1 0 0,51 10-1 0 0,60 3 47 0 0,-14-3-3856 0 0,-122-19 3190 0 0,16 3-2359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0 956 0 0,'-64'21'12103'0'0,"62"-21"-11340"0"0,1 0-661 0 0,1 0-1 0 0,-1 0 1 0 0,0 0 0 0 0,1 0-1 0 0,-1 0 1 0 0,1 0 0 0 0,-1 0-1 0 0,0 0 1 0 0,1 1 0 0 0,-1-1-1 0 0,0 0 1 0 0,1 0 0 0 0,-1 0-1 0 0,1 1 1 0 0,-1-1 0 0 0,0 0-1 0 0,1 1 1 0 0,-1-1 0 0 0,1 0-1 0 0,-1 1 1 0 0,1-1 0 0 0,-1 1 0 0 0,1-1-1 0 0,-1 1 1 0 0,1-1 0 0 0,0 1-1 0 0,-1-1 1 0 0,1 1 0 0 0,0-1-1 0 0,-1 1 1 0 0,1-1 0 0 0,0 2-1 0 0,-1-1 0 0 0,1 0-1 0 0,0-1 0 0 0,0 1 0 0 0,0 0 1 0 0,0 0-1 0 0,0 0 0 0 0,0 0 1 0 0,0 0-1 0 0,1-1 0 0 0,-1 1 0 0 0,0 0 1 0 0,0 0-1 0 0,1 0 0 0 0,-1-1 0 0 0,0 1 1 0 0,1 0-1 0 0,-1 0 0 0 0,1-1 1 0 0,-1 1-1 0 0,1 0 0 0 0,-1-1 0 0 0,1 1 1 0 0,-1 0-1 0 0,1-1 0 0 0,0 1 1 0 0,-1-1-1 0 0,1 1 0 0 0,0-1 0 0 0,0 1 1 0 0,-1-1-1 0 0,1 0 0 0 0,1 1 1 0 0,15 6 222 0 0,0 0 1 0 0,1-1 0 0 0,0-1 0 0 0,30 5 0 0 0,82 5-481 0 0,-84-11-378 0 0,63 2-3206 0 0,-37-11-4752 0 0,-47 2 1717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4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418 201 476 0 0,'209'-184'21577'0'0,"-208"183"-21461"0"0,13-14 2329 0 0,-26 18-854 0 0,-27 19-518 0 0,5 3-715 0 0,-230 183 1099 0 0,229-176-1359 0 0,2 1 0 0 0,1 2-1 0 0,1 1 1 0 0,2 2 0 0 0,-27 45-1 0 0,50-71-82 0 0,0 0 0 0 0,0 0 0 0 0,1 1 0 0 0,0 0 0 0 0,1-1 0 0 0,1 2 0 0 0,-4 20 0 0 0,6-28-9 0 0,1-1-1 0 0,0 1 1 0 0,0-1-1 0 0,0 1 1 0 0,1 0 0 0 0,-1-1-1 0 0,1 1 1 0 0,1-1-1 0 0,-1 1 1 0 0,1-1 0 0 0,0 0-1 0 0,0 0 1 0 0,0 0-1 0 0,1 0 1 0 0,0 0 0 0 0,0 0-1 0 0,0 0 1 0 0,0-1 0 0 0,1 0-1 0 0,7 7 1 0 0,1-1-11 0 0,1-2 0 0 0,-1 0 1 0 0,1 0-1 0 0,1-1 0 0 0,-1-1 1 0 0,1 0-1 0 0,0-1 0 0 0,1 0 1 0 0,-1-1-1 0 0,1-1 0 0 0,16 2 1 0 0,-19-4 3 0 0,-1 0-1 0 0,1 0 1 0 0,0-1 0 0 0,0-1 0 0 0,0 0-1 0 0,-1 0 1 0 0,1-1 0 0 0,0-1 0 0 0,-1 0-1 0 0,0 0 1 0 0,0-1 0 0 0,0-1 0 0 0,0 0-1 0 0,15-9 1 0 0,-22 11 0 0 0,0 0 0 0 0,-1 0 0 0 0,1 0 0 0 0,-1-1 0 0 0,0 1-1 0 0,0-1 1 0 0,0 0 0 0 0,-1 0 0 0 0,1 0 0 0 0,-1 0 0 0 0,3-8 0 0 0,-4 10-7 0 0,0 0 0 0 0,0-1 0 0 0,-1 1 0 0 0,1 0 0 0 0,-1-1 0 0 0,0 1 0 0 0,0 0 0 0 0,0-1 0 0 0,0 1 0 0 0,0-1 0 0 0,0 1 0 0 0,-1 0 0 0 0,1-1 0 0 0,-1 1 0 0 0,1 0 0 0 0,-1 0 0 0 0,0-1 0 0 0,0 1 0 0 0,0 0 0 0 0,0 0 0 0 0,0 0 0 0 0,-1 0 0 0 0,1 0 0 0 0,-1 0 0 0 0,-1-1 0 0 0,-3-3-156 0 0,-1 0 0 0 0,0 1 0 0 0,0 0 0 0 0,-1 0-1 0 0,1 0 1 0 0,-1 1 0 0 0,0 0 0 0 0,-16-5 0 0 0,9 5-392 0 0,0 1 0 0 0,0 0 0 0 0,0 1 0 0 0,-25-1 0 0 0,6 4-1716 0 0,1 1-1 0 0,0 2 0 0 0,-65 16 1 0 0,53-9-3186 0 0,-1-1-2954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1156 0 0,'15'-27'4474'0'0,"-10"16"-3214"0"0,0 1 1 0 0,1 0-1 0 0,1 1 1 0 0,-1-1-1 0 0,11-10 1 0 0,-17 20-1252 0 0,1-1 95 0 0,0-1 1 0 0,1 1 0 0 0,-1 0 0 0 0,0 0-1 0 0,1 0 1 0 0,-1-1 0 0 0,1 1-1 0 0,-1 0 1 0 0,1 1 0 0 0,2-2 0 0 0,2 6 340 0 0,-1 11 116 0 0,-4 9-227 0 0,-1 1 1 0 0,0-1-1 0 0,-2 0 0 0 0,-1 0 1 0 0,-9 38-1 0 0,0 4-100 0 0,6-30-135 0 0,1-6 11 0 0,-2 45 1 0 0,6-67-102 0 0,1 0 1 0 0,1 0 0 0 0,-1 0 0 0 0,1 0-1 0 0,1 0 1 0 0,0-1 0 0 0,0 1 0 0 0,0 0-1 0 0,1-1 1 0 0,5 12 0 0 0,-5-15-8 0 0,-1-1 1 0 0,0 0-1 0 0,0 0 0 0 0,1 0 0 0 0,0 0 1 0 0,-1 0-1 0 0,1-1 0 0 0,0 1 1 0 0,1-1-1 0 0,-1 0 0 0 0,0 0 1 0 0,1 0-1 0 0,-1 0 0 0 0,1-1 1 0 0,5 3-1 0 0,-3-3 5 0 0,0 1 1 0 0,1-1 0 0 0,-1-1-1 0 0,0 1 1 0 0,0-1-1 0 0,1 0 1 0 0,-1-1-1 0 0,0 1 1 0 0,8-3 0 0 0,-5 1-1 0 0,0 0 1 0 0,0-1 0 0 0,-1 0 0 0 0,1 0-1 0 0,-1-1 1 0 0,1-1 0 0 0,-1 1 0 0 0,-1-1 0 0 0,1 0-1 0 0,-1-1 1 0 0,0 0 0 0 0,0 0 0 0 0,8-10-1 0 0,-6 2 177 0 0,-1 1 0 0 0,-1-2-1 0 0,0 1 1 0 0,-1-1 0 0 0,-1 0 0 0 0,0 0-1 0 0,-1-1 1 0 0,0 1 0 0 0,-2-1-1 0 0,2-19 1 0 0,-4 32-62 0 0,0 0-34 0 0,-16 102 196 0 0,0 33-513 0 0,-8 81 42 0 0,24-108-3370 0 0,2-76-482 0 0,10 46 0 0 0,-7-53-2269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12 239 1264 0 0,'-5'-36'4617'0'0,"2"23"-3524"0"0,2 1-1 0 0,-1-1 1 0 0,2 1 0 0 0,-1-1-1 0 0,3-16 1 0 0,-1 26-1018 0 0,0-1 1 0 0,-1 1 0 0 0,2-1-1 0 0,-1 1 1 0 0,0 0-1 0 0,1 0 1 0 0,-1-1 0 0 0,1 1-1 0 0,0 0 1 0 0,0 0 0 0 0,0 0-1 0 0,0 1 1 0 0,1-1 0 0 0,-1 1-1 0 0,1-1 1 0 0,0 1-1 0 0,0 0 1 0 0,0 0 0 0 0,0 0-1 0 0,0 0 1 0 0,0 0 0 0 0,0 1-1 0 0,5-2 1 0 0,-4 1-60 0 0,1 1-1 0 0,-1 0 1 0 0,0 0-1 0 0,1 0 1 0 0,-1 0 0 0 0,1 1-1 0 0,-1 0 1 0 0,0 0 0 0 0,1 0-1 0 0,-1 0 1 0 0,1 1-1 0 0,-1 0 1 0 0,0 0 0 0 0,1 0-1 0 0,-1 0 1 0 0,0 1 0 0 0,0 0-1 0 0,0-1 1 0 0,0 2 0 0 0,0-1-1 0 0,0 0 1 0 0,-1 1-1 0 0,1-1 1 0 0,-1 1 0 0 0,1 0-1 0 0,-1 1 1 0 0,0-1 0 0 0,0 0-1 0 0,3 7 1 0 0,0-3-5 0 0,-1 1 0 0 0,0 0 1 0 0,-1 1-1 0 0,0-1 0 0 0,0 1 0 0 0,-1 0 1 0 0,0 0-1 0 0,-1 0 0 0 0,0 0 1 0 0,0 0-1 0 0,-1 1 0 0 0,0-1 0 0 0,0 11 1 0 0,-2-8 41 0 0,-1-1 0 0 0,0 1 0 0 0,0-1 1 0 0,-1 0-1 0 0,0 1 0 0 0,-1-1 0 0 0,-1-1 1 0 0,0 1-1 0 0,0-1 0 0 0,-1 0 0 0 0,-7 11 0 0 0,12-20 86 0 0,0-1-137 0 0,1 0-1 0 0,0 0 1 0 0,0 0 0 0 0,-1 0-1 0 0,1 0 1 0 0,0 0 0 0 0,0 0-1 0 0,0 0 1 0 0,-1 0-1 0 0,1 0 1 0 0,0 0 0 0 0,0 0-1 0 0,-1 0 1 0 0,1-1 0 0 0,0 1-1 0 0,0 0 1 0 0,0 0 0 0 0,0 0-1 0 0,-1 0 1 0 0,1-1 0 0 0,0 1-1 0 0,0 0 1 0 0,0 0-1 0 0,0 0 1 0 0,0-1 0 0 0,-1 1-1 0 0,1 0 1 0 0,0 0 0 0 0,0-1-1 0 0,0 1 1 0 0,0 0 0 0 0,0 0-1 0 0,0-1 1 0 0,0 1-1 0 0,0 0 1 0 0,0 0 0 0 0,0-1-1 0 0,0 1 1 0 0,0 0 0 0 0,0 0-1 0 0,0 0 1 0 0,0-1 0 0 0,0 1-1 0 0,0 0 1 0 0,0 0 0 0 0,1-1-1 0 0,3-10 5 0 0,-4 10-6 0 0,8-11 7 0 0,0 0 0 0 0,0 1 0 0 0,1 0 0 0 0,1 0 0 0 0,0 0 0 0 0,14-10 0 0 0,10-12 8 0 0,53-46 24 0 0,-56 54-39 0 0,35-38 0 0 0,-47 38-19 0 0,-18 25 18 0 0,-1-1 1 0 0,1 0 0 0 0,-1 1-1 0 0,1-1 1 0 0,-1 1-1 0 0,0-1 1 0 0,1 0 0 0 0,-1 0-1 0 0,0 1 1 0 0,0-1 0 0 0,0 0-1 0 0,1 0 1 0 0,-1 1-1 0 0,0-1 1 0 0,0 0 0 0 0,0 0-1 0 0,0 1 1 0 0,0-1-1 0 0,0 0 1 0 0,-1 0 0 0 0,1 1-1 0 0,0-1 1 0 0,0 0 0 0 0,0 1-1 0 0,-1-1 1 0 0,1 0-1 0 0,0 1 1 0 0,-1-1 0 0 0,1 0-1 0 0,-1 1 1 0 0,1-1 0 0 0,-1 0-1 0 0,1 1 1 0 0,-1-1-1 0 0,1 1 1 0 0,-1-1 0 0 0,1 1-1 0 0,-1 0 1 0 0,0-1-1 0 0,1 1 1 0 0,-1-1 0 0 0,0 1-1 0 0,1 0 1 0 0,-1 0 0 0 0,0-1-1 0 0,0 1 1 0 0,1 0-1 0 0,-1 0 1 0 0,0 0 0 0 0,1 0-1 0 0,-1 0 1 0 0,0 0-1 0 0,0 0 1 0 0,1 0 0 0 0,-1 0-1 0 0,0 0 1 0 0,0 0 0 0 0,1 0-1 0 0,-1 1 1 0 0,0-1-1 0 0,0 0 1 0 0,1 0 0 0 0,-1 1-1 0 0,0-1 1 0 0,0 1-1 0 0,-8 4 46 0 0,1 1 0 0 0,0 0 0 0 0,0 0 0 0 0,0 0 0 0 0,0 1 0 0 0,1 1 0 0 0,1-1 0 0 0,-1 1 0 0 0,1 0-1 0 0,-6 11 1 0 0,4-6 26 0 0,1-1 0 0 0,1 2 1 0 0,0-1-1 0 0,1 1 0 0 0,0 0 0 0 0,-5 25 0 0 0,10-34-61 0 0,-1-1 0 0 0,0 1 1 0 0,1 0-1 0 0,0 0 0 0 0,0 0 1 0 0,0-1-1 0 0,1 1 0 0 0,0 0 1 0 0,0 0-1 0 0,0-1 0 0 0,0 1 1 0 0,1 0-1 0 0,0-1 0 0 0,-1 0 0 0 0,2 1 1 0 0,-1-1-1 0 0,0 0 0 0 0,1 0 1 0 0,0 0-1 0 0,0 0 0 0 0,0-1 1 0 0,7 7-1 0 0,-3-5-4 0 0,0 0 1 0 0,1-1-1 0 0,-1 1 1 0 0,1-2-1 0 0,0 1 1 0 0,0-1-1 0 0,0 0 0 0 0,0-1 1 0 0,0 0-1 0 0,1 0 1 0 0,-1-1-1 0 0,11 1 1 0 0,10 0-772 0 0,0-2 0 0 0,0-1 0 0 0,36-6 1 0 0,-31 1-2815 0 0,32-11 0 0 0,-36 7-910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6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41 2700 0 0,'7'-22'10727'0'0,"-4"3"-4890"0"0,-1 31-4564 0 0,-6 62-668 0 0,-3 0 1 0 0,-19 83 0 0 0,15-79-2294 0 0,10-38-1507 0 0,8-2-4850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48 1904 0 0,'-65'-6'10076'0'0,"62"5"-9368"0"0,1 1-121 0 0,-4-3 1032 0 0,7 1-634 0 0,16-2-336 0 0,27-1-522 0 0,110-1 317 0 0,-2 0-2495 0 0,-52-5-5500 0 0,-76 7 2458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12 2156 0 0,'-2'-2'632'0'0,"0"1"0"0"0,-1 0 0 0 0,1-1 0 0 0,-1 1 0 0 0,0 0 0 0 0,1 0-1 0 0,-1 1 1 0 0,0-1 0 0 0,0 0 0 0 0,1 1 0 0 0,-1 0 0 0 0,-3 0 0 0 0,5 0-497 0 0,-1 0 1 0 0,1 0-1 0 0,-1 1 0 0 0,1-1 1 0 0,0 1-1 0 0,-1-1 0 0 0,1 1 1 0 0,0 0-1 0 0,-1-1 1 0 0,1 1-1 0 0,0 0 0 0 0,0 0 1 0 0,0 0-1 0 0,0 0 0 0 0,0 0 1 0 0,0 0-1 0 0,0 0 1 0 0,0 0-1 0 0,0 1 0 0 0,0-1 1 0 0,1 0-1 0 0,-1 0 0 0 0,0 1 1 0 0,1-1-1 0 0,-1 2 1 0 0,-6 18 622 0 0,1 0 1 0 0,1 0 0 0 0,1 0 0 0 0,-3 33 0 0 0,4 90-216 0 0,3-117-399 0 0,0 9-308 0 0,8 54 1 0 0,6-28-2320 0 0,-10-50 701 0 0,0-1 0 0 0,1-1 0 0 0,6 14 0 0 0,0-10-4248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7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50 138 32 0 0,'4'-12'2631'0'0,"0"-1"-327"0"0,1 0-1 0 0,0 0 1 0 0,13-23 0 0 0,-16 32-2102 0 0,1 0 0 0 0,0 1 1 0 0,-1 0-1 0 0,1-1 0 0 0,1 1 0 0 0,-1 0 1 0 0,0 1-1 0 0,1-1 0 0 0,-1 0 0 0 0,1 1 1 0 0,0 0-1 0 0,0 0 0 0 0,0 0 0 0 0,0 0 1 0 0,0 1-1 0 0,7-2 0 0 0,-1 1-68 0 0,-1 1 1 0 0,1 0-1 0 0,0 0 0 0 0,0 1 1 0 0,-1 0-1 0 0,1 1 0 0 0,0 0 1 0 0,-1 1-1 0 0,1 0 0 0 0,-1 0 1 0 0,1 1-1 0 0,11 5 0 0 0,-18-7-118 0 0,0 1 0 0 0,1-1 0 0 0,-1 1 0 0 0,0 0 0 0 0,0 0 0 0 0,0 1 0 0 0,0-1 0 0 0,-1 1 0 0 0,1-1 0 0 0,-1 1 0 0 0,1 0 0 0 0,-1 0 0 0 0,0 0 0 0 0,0 0 0 0 0,0 0 0 0 0,0 0 0 0 0,-1 1 0 0 0,1-1 0 0 0,-1 0 0 0 0,0 1 0 0 0,0-1-1 0 0,0 1 1 0 0,-1 0 0 0 0,1-1 0 0 0,-1 1 0 0 0,0 0 0 0 0,0-1 0 0 0,0 1 0 0 0,0 0 0 0 0,-1-1 0 0 0,0 1 0 0 0,1 0 0 0 0,-1-1 0 0 0,-3 7 0 0 0,1-2-1 0 0,0-1 0 0 0,-1 0 0 0 0,0 0 0 0 0,0 0 0 0 0,0 0 0 0 0,-1 0 0 0 0,0-1 0 0 0,0 0 0 0 0,-1 0 0 0 0,0 0 1 0 0,0-1-1 0 0,-7 5 0 0 0,-9 5 42 0 0,-1-1 0 0 0,-30 14 0 0 0,40-22-15 0 0,11-5-37 0 0,5-1-40 0 0,16 2 37 0 0,-1 0-1 0 0,0 1 1 0 0,1 1 0 0 0,-2 1 0 0 0,1 1 0 0 0,0 0 0 0 0,17 10 0 0 0,-25-11 97 0 0,-1 1 0 0 0,1 0-1 0 0,-1 0 1 0 0,-1 1 0 0 0,1 1 0 0 0,-1-1-1 0 0,-1 1 1 0 0,0 1 0 0 0,0-1 0 0 0,0 1 0 0 0,7 14-1 0 0,-11-19 40 0 0,-1 1 0 0 0,0 0-1 0 0,0 0 1 0 0,0 0-1 0 0,0 0 1 0 0,-1 0 0 0 0,0 0-1 0 0,0 0 1 0 0,0 0-1 0 0,-1 0 1 0 0,0 0-1 0 0,0 1 1 0 0,0-1 0 0 0,0 0-1 0 0,-3 10 1 0 0,1-9 34 0 0,0 1 0 0 0,-1-1 0 0 0,0 0 0 0 0,0 0 0 0 0,0 0 0 0 0,-1 0 0 0 0,0 0-1 0 0,0-1 1 0 0,0 0 0 0 0,-1 0 0 0 0,-4 5 0 0 0,0-2 0 0 0,-1 0-1 0 0,0-1 1 0 0,0 0-1 0 0,0-1 1 0 0,-1 0-1 0 0,0-1 1 0 0,0 0-1 0 0,0 0 1 0 0,-1-1-1 0 0,0-1 1 0 0,0 0-1 0 0,0-1 1 0 0,-14 2-1 0 0,6-4-34 0 0,0 0-1 0 0,0 0 0 0 0,-34-7 1 0 0,45 5-297 0 0,1 0 1 0 0,0 0 0 0 0,0-1 0 0 0,0 0-1 0 0,0-1 1 0 0,1 1 0 0 0,-1-1-1 0 0,1-1 1 0 0,0 1 0 0 0,0-1 0 0 0,-8-9-1 0 0,14 13 11 0 0,0 0-1 0 0,0 0 1 0 0,0 0-1 0 0,0-1 0 0 0,0 1 1 0 0,1 0-1 0 0,-1-1 1 0 0,1 1-1 0 0,-1 0 1 0 0,1-1-1 0 0,-1 1 0 0 0,1-1 1 0 0,0 1-1 0 0,0-1 1 0 0,-1 1-1 0 0,1-1 1 0 0,0 1-1 0 0,0-1 0 0 0,1 1 1 0 0,-1-1-1 0 0,0 1 1 0 0,0-1-1 0 0,1 1 1 0 0,-1-1-1 0 0,1 1 0 0 0,-1 0 1 0 0,1-1-1 0 0,0 1 1 0 0,0 0-1 0 0,-1-1 1 0 0,1 1-1 0 0,0 0 1 0 0,0 0-1 0 0,0 0 0 0 0,2-2 1 0 0,3-3-1453 0 0,0 0 0 0 0,1 0 0 0 0,-1 1 0 0 0,1 0 0 0 0,7-4 0 0 0,5-3-5498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92 2376 0 0,'-4'-48'11606'0'0,"4"46"-11010"0"0,2-1 152 0 0,-2 3-722 0 0,0-1 1 0 0,0 1 0 0 0,0 0 0 0 0,0 0 0 0 0,0-1-1 0 0,0 1 1 0 0,0 0 0 0 0,1 0 0 0 0,-1-1 0 0 0,0 1-1 0 0,0 0 1 0 0,0 0 0 0 0,0-1 0 0 0,0 1 0 0 0,0 0-1 0 0,1 0 1 0 0,-1 0 0 0 0,0-1 0 0 0,0 1 0 0 0,0 0-1 0 0,0 0 1 0 0,1 0 0 0 0,-1 0 0 0 0,0 0 0 0 0,0-1-1 0 0,1 1 1 0 0,-1 0 0 0 0,0 0 0 0 0,0 0 0 0 0,1 0-1 0 0,-1 0 1 0 0,0 0 0 0 0,0 0 0 0 0,1 0 0 0 0,-1 0-1 0 0,0 0 1 0 0,0 0 0 0 0,1 0 0 0 0,-1 0 0 0 0,6 0 77 0 0,0 0 1 0 0,0 0-1 0 0,1 0 1 0 0,-1 1 0 0 0,0 0-1 0 0,0 1 1 0 0,-1-1 0 0 0,1 1-1 0 0,0 0 1 0 0,0 1 0 0 0,-1-1-1 0 0,0 1 1 0 0,1 0 0 0 0,-1 1-1 0 0,0-1 1 0 0,0 1 0 0 0,-1 0-1 0 0,1 0 1 0 0,-1 0 0 0 0,0 1-1 0 0,0-1 1 0 0,0 1 0 0 0,3 6-1 0 0,-3-4-44 0 0,-1-1 0 0 0,0 0 0 0 0,0 1 0 0 0,0-1 0 0 0,-1 1-1 0 0,0 0 1 0 0,0 0 0 0 0,-1-1 0 0 0,0 1 0 0 0,0 1 0 0 0,0-1 0 0 0,-1 0 0 0 0,0 0-1 0 0,-1 0 1 0 0,0 0 0 0 0,0 0 0 0 0,0 0 0 0 0,-1 0 0 0 0,0 0 0 0 0,-3 8 0 0 0,0-5-26 0 0,1-1 1 0 0,-1 0-1 0 0,0-1 1 0 0,-1 1-1 0 0,0-1 1 0 0,-1 0-1 0 0,1-1 1 0 0,-2 1-1 0 0,1-2 1 0 0,-1 1-1 0 0,0-1 1 0 0,0 0-1 0 0,0 0 1 0 0,-1-1-1 0 0,0 0 1 0 0,0-1-1 0 0,0 0 1 0 0,-1 0-1 0 0,-10 2 1 0 0,15-5-27 0 0,4-1-7 0 0,0 1 0 0 0,0-1-1 0 0,1 0 1 0 0,-1 0 0 0 0,0 0 0 0 0,0 0 0 0 0,0 0 0 0 0,1 0 0 0 0,-1 0 0 0 0,0 0 0 0 0,0 0 0 0 0,0 0 0 0 0,1 0-1 0 0,-1-1 1 0 0,0 1 0 0 0,0 0 0 0 0,1-1 0 0 0,-2 1 0 0 0,1-1-1 0 0,0 1 1 0 0,1 0-1 0 0,-1 0 1 0 0,0-1-1 0 0,0 1 1 0 0,0-1-1 0 0,1 1 1 0 0,-1-1-1 0 0,0 1 1 0 0,1-1-1 0 0,-1 1 1 0 0,0-1-1 0 0,1 0 1 0 0,-1 1-1 0 0,1-1 1 0 0,-1 0-1 0 0,1 0 1 0 0,-1 1-1 0 0,1-1 1 0 0,-1 0-1 0 0,1 0 1 0 0,0 0-1 0 0,0 1 1 0 0,-1-1 0 0 0,1 0-1 0 0,0 0 1 0 0,0 0-1 0 0,0 0 1 0 0,0 0-1 0 0,0 0 1 0 0,0-1-1 0 0,10-19-12 0 0,-8 17 8 0 0,8-11-7 0 0,0 0 0 0 0,2 1 0 0 0,-1 0 0 0 0,2 1 0 0 0,-1 0 0 0 0,25-18 0 0 0,92-58-16 0 0,102-41-102 0 0,-223 125 130 0 0,-16 6 3 0 0,-13 6 10 0 0,4 3 8 0 0,1 1-1 0 0,1 0 1 0 0,0 1 0 0 0,1 1-1 0 0,0 0 1 0 0,1 1 0 0 0,0 0 0 0 0,-20 31-1 0 0,28-39-12 0 0,2 1-1 0 0,-1-1 0 0 0,0 1 0 0 0,1 0 1 0 0,1 0-1 0 0,-1 0 0 0 0,1 0 0 0 0,0 0 1 0 0,1 1-1 0 0,-1-1 0 0 0,1 15 1 0 0,1-15-4 0 0,1-1 0 0 0,-1 0 0 0 0,2-1 1 0 0,-1 1-1 0 0,1 0 0 0 0,-1 0 1 0 0,2 0-1 0 0,-1-1 0 0 0,1 1 1 0 0,-1-1-1 0 0,1 0 0 0 0,1 0 0 0 0,-1 0 1 0 0,1 0-1 0 0,5 5 0 0 0,8 7-281 0 0,1-2 0 0 0,0 0 0 0 0,1-1 0 0 0,1 0 0 0 0,29 14-1 0 0,32 10-3194 0 0,0-10-4057 0 0,-55-21 1541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8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74 1392 0 0,'-1'-2'2330'0'0,"-23"-47"10088"0"0,25 48-12354 0 0,-1 0-1 0 0,0 1 0 0 0,0-1 1 0 0,0 0-1 0 0,0 1 1 0 0,0-1-1 0 0,1 0 1 0 0,-1 1-1 0 0,0-1 1 0 0,1 1-1 0 0,-1-1 0 0 0,0 1 1 0 0,1-1-1 0 0,-1 1 1 0 0,1-1-1 0 0,-1 1 1 0 0,1-1-1 0 0,-1 1 0 0 0,1-1 1 0 0,-1 1-1 0 0,1-1 1 0 0,-1 1-1 0 0,1 0 1 0 0,-1 0-1 0 0,2-1 0 0 0,18-7 940 0 0,-14 8-883 0 0,-1-1-1 0 0,1 1 0 0 0,-1 1 0 0 0,1-1 0 0 0,-1 1 0 0 0,1 0 0 0 0,-1 0 1 0 0,0 1-1 0 0,0-1 0 0 0,1 1 0 0 0,-1 0 0 0 0,0 1 0 0 0,-1-1 1 0 0,9 6-1 0 0,-10-6-26 0 0,0 1 0 0 0,-1-1 1 0 0,0 0-1 0 0,1 1 0 0 0,-1 0 1 0 0,0-1-1 0 0,0 1 0 0 0,0 0 1 0 0,0 0-1 0 0,-1 0 1 0 0,1 0-1 0 0,-1 0 0 0 0,0 1 1 0 0,0-1-1 0 0,0 0 0 0 0,0 1 1 0 0,-1-1-1 0 0,1 0 0 0 0,-1 1 1 0 0,0-1-1 0 0,0 1 0 0 0,0-1 1 0 0,0 0-1 0 0,-1 1 0 0 0,-1 4 1 0 0,-1 2 95 0 0,0 0 1 0 0,-1 0-1 0 0,-1 0 0 0 0,0 0 1 0 0,0-1-1 0 0,-1 0 0 0 0,0 0 1 0 0,0 0-1 0 0,-13 12 1 0 0,-9 7 337 0 0,-36 29 0 0 0,-20 11-44 0 0,81-65-466 0 0,-1 4 0 0 0,4-6-18 0 0,0-1 1 0 0,0 1-1 0 0,0 0 0 0 0,1-1 1 0 0,-1 1-1 0 0,0-1 1 0 0,0 1-1 0 0,1-1 1 0 0,-1 1-1 0 0,1-1 0 0 0,-1 1 1 0 0,0-1-1 0 0,1 1 1 0 0,-1-1-1 0 0,1 0 1 0 0,-1 1-1 0 0,1-1 0 0 0,-1 1 1 0 0,1-1-1 0 0,-1 0 1 0 0,1 0-1 0 0,0 1 0 0 0,-1-1 1 0 0,1 0-1 0 0,-1 0 1 0 0,1 0-1 0 0,0 0 1 0 0,-1 0-1 0 0,2 0 0 0 0,25 3-405 0 0,0-2 0 0 0,0-2 0 0 0,40-4 0 0 0,87-21-2282 0 0,-120 20 2015 0 0,-18 3 136 0 0,112-24-2839 0 0,-105 21 924 0 0,1-1 0 0 0,-1-1-1 0 0,27-14 1 0 0,-33 12-2891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19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1408 0 0,'0'0'12065'0'0,"2"-1"-11734"0"0,24-2 212 0 0,0 0 1 0 0,0 2-1 0 0,39 2 0 0 0,-14 1-395 0 0,333-8-1774 0 0,-373 5-102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58 1408 0 0,'72'-47'10968'0'0,"-71"46"-10401"0"0,16-9 3586 0 0,-24 16-3722 0 0,-5 4-173 0 0,-1-2 1 0 0,-1 1-1 0 0,1-2 1 0 0,-26 11-1 0 0,4-2 27 0 0,-244 119 1003 0 0,260-125-1222 0 0,-27 14-13 0 0,45-23-52 0 0,1-1 0 0 0,-1 0 0 0 0,1 0 0 0 0,0 1 0 0 0,-1-1 0 0 0,1 0 0 0 0,-1 1 0 0 0,1-1 0 0 0,0 1 0 0 0,-1-1 0 0 0,1 0 0 0 0,0 1 0 0 0,-1-1 0 0 0,1 1 0 0 0,0-1 0 0 0,0 1 0 0 0,0-1 0 0 0,-1 1 0 0 0,1-1 0 0 0,0 1 0 0 0,0-1 0 0 0,0 1 0 0 0,0 0 0 0 0,0-1 0 0 0,0 1 0 0 0,0 0-1 0 0,0 0 0 0 0,0 0-1 0 0,0 0 1 0 0,0-1 0 0 0,1 1-1 0 0,-1 0 1 0 0,0-1 0 0 0,0 1-1 0 0,1 0 1 0 0,-1-1 0 0 0,0 1-1 0 0,1 0 1 0 0,-1-1 0 0 0,1 1-1 0 0,-1 0 1 0 0,1-1 0 0 0,-1 1-1 0 0,1-1 1 0 0,-1 1 0 0 0,1-1-1 0 0,0 1 1 0 0,-1-1 0 0 0,1 0-1 0 0,0 1 1 0 0,-1-1 0 0 0,1 0-1 0 0,0 1 1 0 0,-1-1 0 0 0,1 0-1 0 0,1 0 1 0 0,0 1 0 0 0,19 7 13 0 0,1 0 1 0 0,1-1-1 0 0,-1-2 1 0 0,1 0 0 0 0,31 2-1 0 0,9 3 11 0 0,1-1-115 0 0,32 8-1445 0 0,-82-14 124 0 0,-1 2 1 0 0,20 7-1 0 0,-18-1-1627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2484 0 0,'-3'0'1984'0'0,"-12"2"2706"0"0,-31 6 1093 0 0,46-6-5684 0 0,1-1 0 0 0,-1 0 0 0 0,0 0 0 0 0,0 0 0 0 0,1 0 0 0 0,-1 1 0 0 0,1-1 0 0 0,-1 0 0 0 0,1 0 0 0 0,-1 0 0 0 0,1 0 0 0 0,0 0 0 0 0,0 0 0 0 0,-1 0 0 0 0,1 0 0 0 0,0-1 0 0 0,0 1 0 0 0,0 0 0 0 0,0 0 0 0 0,0-1 0 0 0,1 2 0 0 0,28 12 304 0 0,-22-11-250 0 0,35 13-28 0 0,0-2 1 0 0,64 11-1 0 0,93 7-5618 0 0,-139-27-96 0 0,-33-2 1024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70 160 1940 0 0,'5'-18'3412'0'0,"0"0"-1"0"0,2-24 1 0 0,-4 26-717 0 0,0-1 0 0 0,11-32 2313 0 0,-13 50-4905 0 0,0 0 0 0 0,0 0-1 0 0,-1 0 1 0 0,1 1 0 0 0,0-1-1 0 0,0 0 1 0 0,-1 0 0 0 0,1 0 0 0 0,-1 1-1 0 0,1-1 1 0 0,-1 0 0 0 0,0 1-1 0 0,1-1 1 0 0,-1 0 0 0 0,0 1-1 0 0,0-1 1 0 0,0 3 0 0 0,0-2 87 0 0,3 23 347 0 0,-1 1 0 0 0,-2-1 1 0 0,-3 41-1 0 0,-18 77 94 0 0,18-129-565 0 0,-56 229-622 0 0,27-121-6278 0 0,29-101 4130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1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1540 0 0,'4'-8'1513'0'0,"0"0"1"0"0,0 0-1 0 0,1 0 0 0 0,0 1 0 0 0,1 0 1 0 0,-1 0-1 0 0,13-11 0 0 0,-14 15-1219 0 0,0 0 0 0 0,0 1-1 0 0,1-1 1 0 0,-1 1 0 0 0,1 0 0 0 0,-1 0-1 0 0,1 1 1 0 0,0-1 0 0 0,0 1 0 0 0,0 0 0 0 0,0 0-1 0 0,0 1 1 0 0,0-1 0 0 0,0 1 0 0 0,7 1-1 0 0,1 0-35 0 0,0 0 0 0 0,-1 2 0 0 0,1-1-1 0 0,-1 2 1 0 0,0-1 0 0 0,0 2 0 0 0,0-1-1 0 0,-1 2 1 0 0,1 0 0 0 0,-1 0 0 0 0,-1 1-1 0 0,1 0 1 0 0,9 9 0 0 0,-15-12-191 0 0,0 1 1 0 0,-1-1-1 0 0,0 1 1 0 0,1 0-1 0 0,-2 0 1 0 0,1 0-1 0 0,-1 1 1 0 0,1-1-1 0 0,-2 1 1 0 0,1 0-1 0 0,0 0 0 0 0,-1 0 1 0 0,0 0-1 0 0,-1 0 1 0 0,0 1-1 0 0,1-1 1 0 0,-2 0-1 0 0,1 1 1 0 0,-1-1-1 0 0,0 0 1 0 0,0 1-1 0 0,-1-1 1 0 0,0 1-1 0 0,0-1 1 0 0,-1 0-1 0 0,1 0 1 0 0,-4 8-1 0 0,-2 0 97 0 0,0 0 1 0 0,0 0-1 0 0,-1 0 0 0 0,-1-1 0 0 0,-1-1 0 0 0,0 1 1 0 0,0-2-1 0 0,-21 19 0 0 0,0-4 455 0 0,-1-2-1 0 0,-42 24 1 0 0,-6 4 442 0 0,78-51-995 0 0,2 0-64 0 0,0-1 0 0 0,0 1 0 0 0,0-1 0 0 0,1 1 0 0 0,-1-1 0 0 0,0 1 0 0 0,0-1 0 0 0,0 1 0 0 0,1-1 0 0 0,-1 0 0 0 0,0 1 0 0 0,0-1 0 0 0,1 0 0 0 0,-1 1 0 0 0,0-1 0 0 0,1 0 0 0 0,-1 1 0 0 0,1-1 0 0 0,-1 0 0 0 0,0 1 0 0 0,1-1 0 0 0,0 0 0 0 0,6 2 2 0 0,-1 0 1 0 0,1-1 0 0 0,0 0 0 0 0,0-1 0 0 0,0 1 0 0 0,0-1-1 0 0,12-2 1 0 0,6 1-20 0 0,335-14-727 0 0,-122-9-2488 0 0,-221 22 2687 0 0,0 0-1807 0 0,33-8-1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 1204 0 0,'-6'3'9267'0'0,"32"9"-7917"0"0,5 2-661 0 0,-14-4-466 0 0,-2 1-1 0 0,1 1 0 0 0,-1 0 0 0 0,-1 2 0 0 0,23 25 0 0 0,-31-32-190 0 0,-1 0 0 0 0,1 1 0 0 0,-2-1 0 0 0,1 1 0 0 0,-1 0-1 0 0,0 0 1 0 0,-1 1 0 0 0,0-1 0 0 0,0 1 0 0 0,-1-1 0 0 0,0 1 0 0 0,0 0 0 0 0,-1 0-1 0 0,0 15 1 0 0,-2-16-13 0 0,0 0-1 0 0,0-1 0 0 0,-1 1 0 0 0,0 0 1 0 0,0-1-1 0 0,-1 1 0 0 0,0-1 1 0 0,-1 0-1 0 0,1 0 0 0 0,-1 0 0 0 0,-1 0 1 0 0,1-1-1 0 0,-1 1 0 0 0,0-1 1 0 0,-10 8-1 0 0,5-5 72 0 0,0-1 1 0 0,-1 0-1 0 0,1-1 0 0 0,-2 0 1 0 0,1 0-1 0 0,-1-2 1 0 0,0 1-1 0 0,-18 4 0 0 0,27-9-2 0 0,-2-1 6 0 0,4 0-91 0 0,1 0 0 0 0,-1 0 1 0 0,1 0-1 0 0,0 0 1 0 0,-1 0-1 0 0,1 0 0 0 0,-1 0 1 0 0,1 0-1 0 0,-1 0 0 0 0,1 0 1 0 0,-1 0-1 0 0,1 0 0 0 0,-1 0 1 0 0,1 0-1 0 0,0-1 1 0 0,-1 1-1 0 0,1 0 0 0 0,-1 0 1 0 0,1 0-1 0 0,0-1 0 0 0,-1 1 1 0 0,1 0-1 0 0,0 0 0 0 0,-1-1 1 0 0,1-2 3 0 0,0 1 0 0 0,1-1 0 0 0,-1 1 0 0 0,1-1 0 0 0,0 1 0 0 0,0-1 0 0 0,0 1 0 0 0,0-1 0 0 0,0 1 0 0 0,0 0 0 0 0,1 0 0 0 0,-1-1 0 0 0,1 1 0 0 0,-1 0 0 0 0,1 1 0 0 0,0-1 0 0 0,2-2 0 0 0,39-35 13 0 0,-37 35-14 0 0,268-194 7 0 0,-116 87 18 0 0,-145 103-30 0 0,-8 4-1 0 0,1 1 0 0 0,-1-1 0 0 0,0-1 0 0 0,0 1 0 0 0,0-1 1 0 0,5-6-1 0 0,-9 9-4 0 0,-1-2 1 0 0,0 4 4 0 0,0 0 1 0 0,0-1-1 0 0,0 1 0 0 0,0 0 1 0 0,0-1-1 0 0,0 1 0 0 0,0 0 1 0 0,0-1-1 0 0,0 1 1 0 0,0 0-1 0 0,0 0 0 0 0,0-1 1 0 0,0 1-1 0 0,0 0 0 0 0,0-1 1 0 0,0 1-1 0 0,0 0 0 0 0,-1 0 1 0 0,1-1-1 0 0,0 1 0 0 0,0 0 1 0 0,0 0-1 0 0,0-1 1 0 0,-1 1-1 0 0,1 0 0 0 0,0 0 1 0 0,0-1-1 0 0,0 1 0 0 0,-1 0 1 0 0,1 0-1 0 0,0 0 0 0 0,0 0 1 0 0,-1-1-1 0 0,-6 1 94 0 0,0 1 0 0 0,1-1-1 0 0,-1 1 1 0 0,0 1 0 0 0,1-1 0 0 0,-1 1 0 0 0,0 0-1 0 0,1 0 1 0 0,-11 7 0 0 0,-59 33 762 0 0,70-38-798 0 0,-19 12 196 0 0,1 1-1 0 0,-23 20 1 0 0,39-30-194 0 0,-1 1 0 0 0,1 1 1 0 0,0 0-1 0 0,1 0 0 0 0,0 0 0 0 0,1 1 0 0 0,0 0 0 0 0,-5 11 0 0 0,9-19-36 0 0,1 1-1 0 0,0 0 0 0 0,0 0 0 0 0,1 0 0 0 0,-1 0 0 0 0,0-1 1 0 0,1 1-1 0 0,0 0 0 0 0,0 0 0 0 0,0 0 0 0 0,0 0 0 0 0,0 0 0 0 0,0 0 1 0 0,1 0-1 0 0,0 0 0 0 0,-1 0 0 0 0,1 0 0 0 0,0-1 0 0 0,3 6 1 0 0,-1-4-3 0 0,-1 0 0 0 0,1 0 0 0 0,1-1 0 0 0,-1 1 0 0 0,1-1 0 0 0,-1 0 0 0 0,1 0 0 0 0,0 0 0 0 0,0 0 0 0 0,0-1 0 0 0,5 3 0 0 0,10 3 13 0 0,1-1 1 0 0,0 0-1 0 0,1-2 1 0 0,25 5-1 0 0,-4-3-304 0 0,0-2 1 0 0,1-2-1 0 0,0-2 0 0 0,61-6 1 0 0,-47-2-4101 0 0,-2-5-3818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2432 0 0,'21'-21'10314'0'0,"-7"12"-6649"0"0,-14 9-3605 0 0,1-1-1 0 0,-1 1 1 0 0,0 0 0 0 0,0 0 0 0 0,1 0 0 0 0,-1 0 0 0 0,0 0 0 0 0,1 0-1 0 0,-1 1 1 0 0,0-1 0 0 0,0 0 0 0 0,1 0 0 0 0,-1 0 0 0 0,0 0-1 0 0,0 0 1 0 0,1 0 0 0 0,-1 0 0 0 0,0 0 0 0 0,0 1 0 0 0,1-1 0 0 0,-1 0-1 0 0,0 0 1 0 0,0 0 0 0 0,0 1 0 0 0,1-1 0 0 0,-1 0 0 0 0,0 0 0 0 0,0 0-1 0 0,0 1 1 0 0,1-1 0 0 0,0 4 116 0 0,-1 0 0 0 0,1-1 1 0 0,0 1-1 0 0,-1-1 0 0 0,0 1 0 0 0,0 7 0 0 0,-2 26 153 0 0,-2 0 0 0 0,-12 50 0 0 0,-4 41-416 0 0,19-126 18 0 0,0 16-556 0 0,0 0 1 0 0,1-1 0 0 0,2 21 0 0 0,-1-32 101 0 0,0-1 1 0 0,0 1 0 0 0,1-1 0 0 0,-1 1-1 0 0,1-1 1 0 0,3 5 0 0 0,-3-7-101 0 0,0 0-1 0 0,0 0 1 0 0,0-1 0 0 0,0 1 0 0 0,0-1 0 0 0,0 1-1 0 0,1-1 1 0 0,-1 0 0 0 0,1 0 0 0 0,-1 0 0 0 0,5 2 0 0 0,6 2-3672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4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68 556 0 0,'16'-17'8221'0'0,"-3"0"-5481"0"0,10-10 3829 0 0,-22 26-6105 0 0,5-5 907 0 0,-4 7-838 0 0,-4 8-301 0 0,-38 75 274 0 0,-24 60-1587 0 0,53-115-4528 0 0,-10 41 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5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12 256 0 0,'0'0'-88'0'0,"1"-12"28"0"0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42 228 872 0 0,'31'-80'13717'0'0,"-6"12"-7444"0"0,-24 66-6233 0 0,-1 1-1 0 0,1-1 1 0 0,0 0 0 0 0,0 0 0 0 0,1 0-1 0 0,-1 1 1 0 0,0-1 0 0 0,0 0-1 0 0,1 1 1 0 0,-1-1 0 0 0,1 1 0 0 0,-1 0-1 0 0,1 0 1 0 0,0-1 0 0 0,0 1 0 0 0,-1 0-1 0 0,1 0 1 0 0,0 0 0 0 0,0 1-1 0 0,0-1 1 0 0,0 0 0 0 0,0 1 0 0 0,0 0-1 0 0,0-1 1 0 0,0 1 0 0 0,0 0 0 0 0,0 0-1 0 0,1 0 1 0 0,-1 0 0 0 0,0 0 0 0 0,0 0-1 0 0,0 1 1 0 0,0-1 0 0 0,0 1-1 0 0,0 0 1 0 0,2 0 0 0 0,1 1-25 0 0,0 0 1 0 0,0 1-1 0 0,-1-1 0 0 0,1 1 1 0 0,-1 0-1 0 0,0 0 1 0 0,1 0-1 0 0,-1 0 0 0 0,-1 1 1 0 0,1 0-1 0 0,0 0 1 0 0,-1 0-1 0 0,3 5 0 0 0,-3-4 37 0 0,0 0 0 0 0,-1 0-1 0 0,0 0 1 0 0,0 1-1 0 0,-1-1 1 0 0,0 1 0 0 0,1-1-1 0 0,-2 1 1 0 0,1-1-1 0 0,-1 1 1 0 0,0 0-1 0 0,-1 9 1 0 0,0-6-4 0 0,-1 0 0 0 0,0 0 1 0 0,-1 0-1 0 0,0 0 0 0 0,0-1 0 0 0,-1 0 1 0 0,-6 11-1 0 0,-1-2-9 0 0,0 0 0 0 0,-2-1 0 0 0,0-1-1 0 0,0 0 1 0 0,-2-1 0 0 0,-23 19 0 0 0,20-19-32 0 0,0-1 0 0 0,-1-1-1 0 0,-21 11 1 0 0,38-22-140 0 0,1-12-392 0 0,3 7 424 0 0,0 0-1 0 0,1 0 0 0 0,-1 1 1 0 0,1-1-1 0 0,0 0 0 0 0,0 1 1 0 0,0 0-1 0 0,0 0 0 0 0,0 0 0 0 0,7-5 1 0 0,-2 2-87 0 0,114-89-577 0 0,169-99 0 0 0,-240 161 703 0 0,40-28 163 0 0,-89 59-94 0 0,-2 2-6 0 0,0 0 1 0 0,-1-1-1 0 0,1 1 1 0 0,0-1-1 0 0,0 1 1 0 0,0 0 0 0 0,0-1-1 0 0,-1 1 1 0 0,1 0-1 0 0,0-1 1 0 0,0 1-1 0 0,-1 0 1 0 0,1 0 0 0 0,0-1-1 0 0,-1 1 1 0 0,1 0-1 0 0,0 0 1 0 0,0 0 0 0 0,-1-1-1 0 0,1 1 1 0 0,-1 0-1 0 0,1 0 1 0 0,0 0-1 0 0,-1 0 1 0 0,1 0 0 0 0,0 0-1 0 0,-1-1 1 0 0,1 1-1 0 0,-1 0 1 0 0,1 0-1 0 0,0 0 1 0 0,-1 0 0 0 0,1 0-1 0 0,-1 1 1 0 0,1-1-1 0 0,0 0 1 0 0,-1 0 0 0 0,1 0-1 0 0,0 0 1 0 0,-1 0-1 0 0,1 0 1 0 0,0 1-1 0 0,-1-1 1 0 0,0 1 0 0 0,-19 7 111 0 0,-8 10 188 0 0,1 0 0 0 0,0 2 0 0 0,2 1 1 0 0,0 1-1 0 0,-23 28 0 0 0,37-38-171 0 0,0 0-1 0 0,1 1 0 0 0,-12 20 1 0 0,20-29-112 0 0,0-1-1 0 0,0 1 1 0 0,0 0-1 0 0,0 0 1 0 0,1 0-1 0 0,-1 0 1 0 0,1 0 0 0 0,0 0-1 0 0,0 0 1 0 0,1 1-1 0 0,-1-1 1 0 0,1 0 0 0 0,0 1-1 0 0,0-1 1 0 0,1 0-1 0 0,-1 0 1 0 0,1 1 0 0 0,1 4-1 0 0,0-6-20 0 0,0 0 0 0 0,0 1 0 0 0,0-1-1 0 0,0 0 1 0 0,1 0 0 0 0,-1 0 0 0 0,1-1 0 0 0,0 1-1 0 0,0-1 1 0 0,0 1 0 0 0,0-1 0 0 0,0 0 0 0 0,0 0 0 0 0,6 2-1 0 0,7 3-444 0 0,31 10 1 0 0,-33-12 58 0 0,25 7-1907 0 0,71 12-1 0 0,-8-14-6791 0 0,-74-10 3207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58 1832 0 0,'-47'-43'14777'0'0,"46"43"-14738"0"0,1 0-1 0 0,0 0 1 0 0,0-1 0 0 0,0 1-1 0 0,-1 0 1 0 0,1 0-1 0 0,0-1 1 0 0,0 1-1 0 0,0 0 1 0 0,-1-1 0 0 0,1 1-1 0 0,0 0 1 0 0,0 0-1 0 0,0-1 1 0 0,0 1-1 0 0,0 0 1 0 0,0-1 0 0 0,0 1-1 0 0,0 0 1 0 0,0-1-1 0 0,0 1 1 0 0,0 0 0 0 0,0-1-1 0 0,0 1 1 0 0,0-1-1 0 0,2 0 9 0 0,1 0 0 0 0,-1 0 0 0 0,0 0 0 0 0,1 1 0 0 0,-1-1 0 0 0,0 1 0 0 0,1-1 0 0 0,-1 1 0 0 0,1 0 0 0 0,-1 0 0 0 0,1 0 0 0 0,-1 0 0 0 0,1 0 0 0 0,-1 1 0 0 0,0-1 0 0 0,1 1 0 0 0,-1 0 0 0 0,0-1 0 0 0,1 1 0 0 0,-1 0 0 0 0,0 1-1 0 0,0-1 1 0 0,0 0 0 0 0,0 0 0 0 0,0 1 0 0 0,0-1 0 0 0,3 4 0 0 0,-2-3-6 0 0,-1 1 0 0 0,1 0 0 0 0,-1 0-1 0 0,0 1 1 0 0,0-1 0 0 0,0 0 0 0 0,0 1-1 0 0,0-1 1 0 0,-1 1 0 0 0,0 0 0 0 0,1 0 0 0 0,-1-1-1 0 0,-1 1 1 0 0,1 0 0 0 0,0 0 0 0 0,-1 0-1 0 0,0 4 1 0 0,-2 4 38 0 0,0 0 1 0 0,0 0-1 0 0,-1 0 0 0 0,-1-1 1 0 0,0 1-1 0 0,-1-1 0 0 0,0 0 1 0 0,0 0-1 0 0,-14 18 0 0 0,-4 3 172 0 0,-45 48-1 0 0,-37 27 288 0 0,53-57-406 0 0,51-49-127 0 0,1-1 0 0 0,-1 0-1 0 0,1 1 1 0 0,-1-1-1 0 0,1 0 1 0 0,-1 1 0 0 0,1-1-1 0 0,0 1 1 0 0,-1-1 0 0 0,1 1-1 0 0,-1-1 1 0 0,1 1-1 0 0,0-1 1 0 0,-1 1 0 0 0,1-1-1 0 0,0 1 1 0 0,0-1-1 0 0,-1 1 1 0 0,1 0 0 0 0,0-1-1 0 0,0 1 1 0 0,0-1 0 0 0,0 1-1 0 0,0 0 1 0 0,0-1-1 0 0,0 1 1 0 0,0 0 0 0 0,0-1-1 0 0,0 1 1 0 0,0-1 0 0 0,0 1-1 0 0,0 0 1 0 0,1-1-1 0 0,-1 1 1 0 0,0-1 0 0 0,0 1-1 0 0,1-1 1 0 0,-1 1 0 0 0,0-1-1 0 0,1 1 1 0 0,-1-1-1 0 0,1 1 1 0 0,-1-1 0 0 0,0 1-1 0 0,1-1 1 0 0,-1 1 0 0 0,1-1-1 0 0,2 2-2 0 0,-1-1-1 0 0,1 0 0 0 0,-1 0 1 0 0,0 0-1 0 0,1-1 1 0 0,0 1-1 0 0,-1-1 1 0 0,3 1-1 0 0,20 0-131 0 0,-1-2 0 0 0,1 0 0 0 0,-1-2 1 0 0,34-7-1 0 0,-4 0-786 0 0,130-20-4381 0 0,-62 4-1658 0 0,-65 11 1316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5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98 208 0 0,'-48'-35'7803'0'0,"-43"-28"3856"0"0,96 64-11542 0 0,0 1 1 0 0,-1-1 0 0 0,1 1-1 0 0,-1 0 1 0 0,1 0 0 0 0,6 4-1 0 0,0 0 19 0 0,274 111 746 0 0,-147-64-770 0 0,-135-52-105 0 0,-1 0 0 0 0,0 0-1 0 0,1 0 1 0 0,-1 1 0 0 0,0-1-1 0 0,0 1 1 0 0,1-1 0 0 0,-1 1-1 0 0,-1 0 1 0 0,1-1 0 0 0,3 5 0 0 0,-4-5-4 0 0,-1 0 0 0 0,0 0 0 0 0,1 0 0 0 0,-1 0 1 0 0,0-1-1 0 0,0 1 0 0 0,1 0 0 0 0,-1 0 0 0 0,0 0 1 0 0,0 0-1 0 0,0 0 0 0 0,0 0 0 0 0,-1 0 1 0 0,1 0-1 0 0,0 0 0 0 0,0 0 0 0 0,0 0 0 0 0,-1 0 1 0 0,1 0-1 0 0,0 0 0 0 0,-1 0 0 0 0,1 0 0 0 0,-1-1 1 0 0,1 1-1 0 0,-1 0 0 0 0,0 0 0 0 0,1 0 1 0 0,-1-1-1 0 0,0 1 0 0 0,1 0 0 0 0,-1-1 0 0 0,0 1 1 0 0,0-1-1 0 0,-1 2 0 0 0,-12 7 52 0 0,-1 0 0 0 0,0-1 1 0 0,0-1-1 0 0,-1 0 0 0 0,1-1 0 0 0,-27 6 0 0 0,2 1 134 0 0,-177 51 820 0 0,-19 7-394 0 0,232-70-691 0 0,1 0-1 0 0,0 0 1 0 0,0 0 0 0 0,-1 1 0 0 0,1-1-1 0 0,0 1 1 0 0,0 0 0 0 0,1 0 0 0 0,-1 0 0 0 0,0 0-1 0 0,1 0 1 0 0,-1 1 0 0 0,1-1 0 0 0,-4 6-1 0 0,5-7-20 0 0,1 0 0 0 0,0 0 0 0 0,0 0 1 0 0,0 0-1 0 0,0 0 0 0 0,0 0 0 0 0,0 0 0 0 0,0 0 0 0 0,0 0 0 0 0,1 0 0 0 0,-1 0 0 0 0,0 0 0 0 0,1 0 0 0 0,-1 0 0 0 0,0 0 0 0 0,1-1 0 0 0,-1 1 0 0 0,1 0 0 0 0,0 0 0 0 0,-1 0 0 0 0,1 0 0 0 0,-1-1 0 0 0,1 1 0 0 0,1 1 0 0 0,19 15-2400 0 0,-11-13 174 0 0,0 1 1 0 0,0-1 0 0 0,18 4 0 0 0,-11-4-3935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2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26 644 0 0,'14'-17'14507'0'0,"-11"10"-12434"0"0,-7 7-1705 0 0,-1-1 1 0 0,0 0-1 0 0,0 1 1 0 0,0 0 0 0 0,0 0-1 0 0,0 1 1 0 0,0-1 0 0 0,-5 2-1 0 0,-44 12 928 0 0,29-7-844 0 0,-75 19-433 0 0,1 5 0 0 0,-130 59 0 0 0,220-86-649 0 0,0 1 0 0 0,0 0 0 0 0,-10 8 0 0 0,16-10-64 0 0,0-1 1 0 0,0 1-1 0 0,1 0 1 0 0,-1 0-1 0 0,1 0 1 0 0,-4 5-1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0:5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433 128 76 0 0,'-25'-33'15314'0'0,"4"43"-14336"0"0,8 4-716 0 0,1 0 0 0 0,1 1 0 0 0,0 0 0 0 0,-8 17-1 0 0,-34 72 361 0 0,43-82-538 0 0,-3 7 8 0 0,0 2 0 0 0,2-1 1 0 0,2 1-1 0 0,1 1 0 0 0,-7 46 0 0 0,13-60-70 0 0,1 0-1 0 0,0 0 1 0 0,1 0-1 0 0,1 1 1 0 0,1-1-1 0 0,0 0 1 0 0,2 0-1 0 0,0 0 1 0 0,1-1-1 0 0,0 1 1 0 0,11 20-1 0 0,-9-26 42 0 0,0 0-1 0 0,1 0 1 0 0,1-1-1 0 0,0 0 1 0 0,1-1-1 0 0,-1 1 1 0 0,2-2-1 0 0,0 0 1 0 0,0 0-1 0 0,0-1 1 0 0,1 0-1 0 0,1-1 1 0 0,-1 0-1 0 0,1-1 1 0 0,21 6-1 0 0,-16-6 124 0 0,0 0 0 0 0,1-2-1 0 0,0 0 1 0 0,0-2 0 0 0,0 0 0 0 0,0 0-1 0 0,0-2 1 0 0,0-1 0 0 0,0 0-1 0 0,0-1 1 0 0,20-6 0 0 0,-25 5-105 0 0,0-2 0 0 0,-1 0 0 0 0,0-1 0 0 0,0 0 0 0 0,0-1 0 0 0,-1 0 1 0 0,0-1-1 0 0,0-1 0 0 0,-1 0 0 0 0,0 0 0 0 0,-1-1 0 0 0,0 0 0 0 0,0-1 0 0 0,-1 0 0 0 0,-1-1 1 0 0,0 1-1 0 0,0-2 0 0 0,6-15 0 0 0,-7 15-60 0 0,-2-1-1 0 0,1 0 1 0 0,-2-1 0 0 0,0 1 0 0 0,-1-1-1 0 0,0 0 1 0 0,-1 0 0 0 0,-1 0-1 0 0,-1 0 1 0 0,0 0 0 0 0,0 0 0 0 0,-2 0-1 0 0,0 0 1 0 0,0 1 0 0 0,-2-1-1 0 0,0 0 1 0 0,-7-17 0 0 0,-2 4-35 0 0,-2 1 1 0 0,0 0-1 0 0,-2 1 0 0 0,-1 1 1 0 0,-1 1-1 0 0,-1 0 0 0 0,-1 2 1 0 0,-1 0-1 0 0,-1 2 0 0 0,-31-22 1 0 0,10 11-279 0 0,-1 2 1 0 0,-2 3-1 0 0,-1 1 1 0 0,-1 3 0 0 0,-53-17-1 0 0,77 30-279 0 0,0 1 1 0 0,-1 2-1 0 0,-44-6 0 0 0,59 11-141 0 0,1 1-1 0 0,-1 0 1 0 0,0 1-1 0 0,-20 4 1 0 0,24-4-326 0 0,-1 2 0 0 0,0-1 0 0 0,1 1 0 0 0,-1 0 0 0 0,1 1 0 0 0,0 0 0 0 0,-9 7 0 0 0,-5 4-4847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1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 1352 0 0,'-3'-19'22870'0'0,"5"36"-23504"0"0,3 40 614 0 0,-2 0 0 0 0,-4 65 0 0 0,-1-29-67 0 0,0 9 43 0 0,2-82 99 0 0,0 4-69 0 0,0 1-4175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1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27 1272 0 0,'-3'-11'5499'0'0,"-2"-5"675"0"0,9 17-5714 0 0,0 1-308 0 0,1 0-1 0 0,0 1 0 0 0,-1 0 0 0 0,0 0 1 0 0,0 0-1 0 0,1 0 0 0 0,-2 0 1 0 0,1 1-1 0 0,0 0 0 0 0,-1 0 1 0 0,0 0-1 0 0,5 7 0 0 0,3 6 343 0 0,18 37-1 0 0,-11-10-261 0 0,-1 1-1 0 0,-3 1 1 0 0,-2 0 0 0 0,-1 0 0 0 0,-3 1 0 0 0,-2 1 0 0 0,-1-1-1 0 0,-4 64 1 0 0,-4-41-179 0 0,-4 0 1 0 0,-2 0-1 0 0,-4-1 0 0 0,-2-1 1 0 0,-25 68-1 0 0,14-69-73 0 0,-51 91-1 0 0,42-90-1524 0 0,33-64 622 0 0,-3 7-1617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2376 0 0,'1'-3'2672'0'0,"28"-30"9968"0"0,-16 42-11548 0 0,-5 17-491 0 0,-1 1-1 0 0,-1 0 0 0 0,-2 0 0 0 0,-1 1 1 0 0,0 27-1 0 0,4 28-88 0 0,-6-81-506 0 0,-1-1-1 0 0,0 1 1 0 0,1-1-1 0 0,-1 1 1 0 0,1-1-1 0 0,0 1 1 0 0,-1-1-1 0 0,1 1 1 0 0,0-1 0 0 0,0 0-1 0 0,0 1 1 0 0,0-1-1 0 0,0 0 1 0 0,0 0-1 0 0,1 0 1 0 0,-1 0-1 0 0,0 0 1 0 0,0 0-1 0 0,1 0 1 0 0,-1 0-1 0 0,1 0 1 0 0,-1-1 0 0 0,1 1-1 0 0,-1-1 1 0 0,1 1-1 0 0,-1-1 1 0 0,1 1-1 0 0,-1-1 1 0 0,1 0-1 0 0,0 0 1 0 0,-1 0-1 0 0,1 0 1 0 0,0 0-1 0 0,-1 0 1 0 0,3-1 0 0 0,9 0 9 0 0,-1-1 1 0 0,1 0 0 0 0,18-6 0 0 0,-16 4-4 0 0,983-246 12 0 0,-817 204-1585 0 0,-172 41 1151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 1204 0 0,'10'6'15128'0'0,"10"-10"-15051"0"0,-16 2-64 0 0,0 1-1 0 0,0 0 1 0 0,0 0 0 0 0,1 1-1 0 0,-1-1 1 0 0,0 1 0 0 0,1 0-1 0 0,-1 0 1 0 0,0 1 0 0 0,1-1-1 0 0,-1 1 1 0 0,0 0 0 0 0,0 0-1 0 0,7 2 1 0 0,-5-1-13 0 0,0 0 1 0 0,-1 0-1 0 0,1 0 1 0 0,-1 1-1 0 0,1 0 1 0 0,-1 0-1 0 0,0 0 1 0 0,0 1 0 0 0,0-1-1 0 0,0 1 1 0 0,-1 0-1 0 0,1 1 1 0 0,-1-1-1 0 0,0 1 1 0 0,-1 0-1 0 0,1 0 1 0 0,-1 0-1 0 0,0 0 1 0 0,5 11-1 0 0,-6-8 1 0 0,0-1 1 0 0,0 1-1 0 0,-1 0 0 0 0,1 0 1 0 0,-2-1-1 0 0,1 1 0 0 0,-1 0 0 0 0,0 0 1 0 0,-1 0-1 0 0,0-1 0 0 0,0 1 0 0 0,-1 0 1 0 0,0 0-1 0 0,0-1 0 0 0,-4 10 1 0 0,-1-2 111 0 0,-1 1 1 0 0,-1-1-1 0 0,0-1 1 0 0,0 1-1 0 0,-19 19 1 0 0,-64 58 904 0 0,35-39-445 0 0,31-29-465 0 0,24-22-91 0 0,2-2-15 0 0,0 1 0 0 0,0 0-1 0 0,0-1 1 0 0,1 1 0 0 0,-1-1 0 0 0,0 1-1 0 0,0-1 1 0 0,1 1 0 0 0,-1-1-1 0 0,0 1 1 0 0,1-1 0 0 0,-1 0 0 0 0,0 1-1 0 0,1-1 1 0 0,-1 1 0 0 0,1-1 0 0 0,-1 0-1 0 0,1 1 1 0 0,-1-1 0 0 0,1 0 0 0 0,-1 0-1 0 0,1 1 1 0 0,-1-1 0 0 0,1 0 0 0 0,-1 0-1 0 0,1 1 1 0 0,22 0 25 0 0,25-10 2 0 0,-42 7-24 0 0,330-101-280 0 0,-327 100-679 0 0,0-1-1 0 0,0 0 0 0 0,13-9 0 0 0,-19 11-131 0 0,0-1-1 0 0,0 1 0 0 0,0-1 0 0 0,0 0 1 0 0,0 0-1 0 0,0 0 0 0 0,1-4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3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46 616 0 0,'0'-2'2671'0'0,"-12"-42"8242"0"0,20 53-10026 0 0,2 4-554 0 0,-2 1 1 0 0,1-1 0 0 0,-2 2 0 0 0,0-1-1 0 0,7 21 1 0 0,20 78 234 0 0,-34-111-556 0 0,13 52 172 0 0,-3 2 0 0 0,-2-1-1 0 0,-2 1 1 0 0,-3 0 0 0 0,-6 83 0 0 0,-1-90-116 0 0,-2 0 1 0 0,-3-1-1 0 0,-2-1 1 0 0,-1 1-1 0 0,-3-2 1 0 0,-32 72-1 0 0,31-90-115 0 0,-28 40 1 0 0,5-9-3552 0 0,32-54 1012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4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2164 0 0,'11'-32'11110'0'0,"-5"9"-5162"0"0,-4 17-5366 0 0,-2 6-562 0 0,0 0 0 0 0,0 0 0 0 0,0 0 0 0 0,0 0 0 0 0,0 0 0 0 0,0 0 0 0 0,0-1 1 0 0,0 1-1 0 0,0 0 0 0 0,0 0 0 0 0,0 0 0 0 0,0 0 0 0 0,0 0 0 0 0,0 0 1 0 0,0 0-1 0 0,0 0 0 0 0,0-1 0 0 0,0 1 0 0 0,0 0 0 0 0,0 0 0 0 0,0 0 1 0 0,0 0-1 0 0,0 0 0 0 0,0 0 0 0 0,0 0 0 0 0,1 0 0 0 0,-1 0 0 0 0,0 0 1 0 0,0-1-1 0 0,0 1 0 0 0,0 0 0 0 0,0 0 0 0 0,0 0 0 0 0,0 0 0 0 0,0 0 0 0 0,1 0 1 0 0,-1 0-1 0 0,0 0 0 0 0,0 0 0 0 0,0 0 0 0 0,0 0 0 0 0,0 0 0 0 0,0 0 1 0 0,0 0-1 0 0,1 0 0 0 0,-1 0 0 0 0,0 0 0 0 0,0 0 0 0 0,0 0 0 0 0,0 0 1 0 0,0 0-1 0 0,0 0 0 0 0,0 0 0 0 0,0 0 0 0 0,1 1 0 0 0,1 3 3 0 0,1 0 0 0 0,-1 0-1 0 0,0 0 1 0 0,0 1 0 0 0,-1-1 0 0 0,1 1-1 0 0,-1 0 1 0 0,0-1 0 0 0,1 9 0 0 0,3 52 175 0 0,-5-54-126 0 0,2 58 1297 0 0,-12 113 0 0 0,4-111-518 0 0,6-70-842 0 0,0 0-1 0 0,-1-1 1 0 0,1 1 0 0 0,0 0-1 0 0,0 0 1 0 0,0 0-1 0 0,0 0 1 0 0,1-1 0 0 0,-1 1-1 0 0,0 0 1 0 0,0 0-1 0 0,0 0 1 0 0,1 0 0 0 0,-1-1-1 0 0,0 1 1 0 0,1 0-1 0 0,-1 0 1 0 0,0-1-1 0 0,1 1 1 0 0,-1 0 0 0 0,1-1-1 0 0,0 1 1 0 0,-1-1-1 0 0,2 2 1 0 0,-1-1-2 0 0,1-1 0 0 0,-1 1 0 0 0,0-1 0 0 0,1 1 0 0 0,-1-1 0 0 0,1 0 0 0 0,-1 0 0 0 0,1 1 0 0 0,-1-1 0 0 0,1 0 0 0 0,-1 0 0 0 0,0 0 0 0 0,3-1 0 0 0,6-1 5 0 0,-1 0 0 0 0,1-1 1 0 0,13-5-1 0 0,-14 4 11 0 0,647-246 50 0 0,-589 222-126 0 0,371-164 10 0 0,-424 186-5 0 0,13-11-1334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08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0 804 0 0,'0'0'10028'0'0,"-3"6"-9935"0"0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58 107 92 0 0,'11'-25'7011'0'0,"5"-14"-2508"0"0,-10 23-2501 0 0,-2 2-600 0 0,-1 2 1449 0 0,0 22-2428 0 0,-1 10-421 0 0,-2-1 0 0 0,-1 0 1 0 0,0 1-1 0 0,-7 27 0 0 0,3-8 17 0 0,-45 299-211 0 0,25-194-5830 0 0,17-120 562 0 0,4-13 1224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4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0 258 816 0 0,'1'-10'1418'0'0,"1"-1"-1"0"0,0 1 1 0 0,1 0-1 0 0,5-16 1 0 0,-4 17-790 0 0,1 0-1 0 0,-1 0 1 0 0,2 1-1 0 0,8-13 1 0 0,-4 11-353 0 0,-1 0 0 0 0,1 0 0 0 0,1 1 0 0 0,0 0 0 0 0,0 1 0 0 0,1 0 0 0 0,20-10 1 0 0,-15 9-153 0 0,0 1 0 0 0,0 1 0 0 0,1 1 1 0 0,0 0-1 0 0,0 2 0 0 0,0 0 1 0 0,1 0-1 0 0,-1 2 0 0 0,1 1 1 0 0,0 0-1 0 0,0 1 0 0 0,-1 1 0 0 0,1 1 1 0 0,25 5-1 0 0,-39-6-110 0 0,0 1-1 0 0,0 0 1 0 0,0-1-1 0 0,0 2 1 0 0,-1-1-1 0 0,1 0 1 0 0,-1 1-1 0 0,1 0 1 0 0,-1 0-1 0 0,0 1 1 0 0,0-1-1 0 0,0 1 1 0 0,3 4-1 0 0,-5-6 8 0 0,0 1-1 0 0,-1 0 0 0 0,1-1 1 0 0,-1 1-1 0 0,0 0 0 0 0,0 0 0 0 0,0 0 1 0 0,0 0-1 0 0,0 0 0 0 0,-1 0 0 0 0,1 0 1 0 0,-1 0-1 0 0,0 0 0 0 0,0 0 1 0 0,0 1-1 0 0,0-1 0 0 0,0 0 0 0 0,-1 0 1 0 0,1 0-1 0 0,-1 0 0 0 0,0 0 1 0 0,-2 5-1 0 0,-3 3 50 0 0,0 0 0 0 0,0 0 0 0 0,-1-1 1 0 0,0 0-1 0 0,-1-1 0 0 0,0 1 0 0 0,0-2 0 0 0,-20 17 1 0 0,-1-3 41 0 0,-54 32 0 0 0,-102 41-2270 0 0,174-85 272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52 888 0 0,'-4'-11'5525'0'0,"-3"2"-2102"0"0,5 7-2846 0 0,0 0 1 0 0,0-1-1 0 0,1 1 1 0 0,-1 0-1 0 0,1 0 1 0 0,-1-1-1 0 0,1 1 1 0 0,0-1-1 0 0,0 1 1 0 0,0-1-1 0 0,0-3 1 0 0,20 12-294 0 0,-9 0-250 0 0,0 1 1 0 0,-1 0-1 0 0,1 1 1 0 0,-2 0-1 0 0,1 0 1 0 0,-1 1-1 0 0,0 0 1 0 0,-1 1-1 0 0,0 0 1 0 0,0 0-1 0 0,-1 0 1 0 0,-1 1-1 0 0,6 14 1 0 0,-8-16-15 0 0,0 0 0 0 0,0 0 0 0 0,-1 1 0 0 0,0-1 0 0 0,-1 1 0 0 0,0 0 0 0 0,-1-1 0 0 0,0 1 0 0 0,0 0 0 0 0,-1 0 0 0 0,0-1 0 0 0,-1 1 0 0 0,0-1 0 0 0,-1 1 0 0 0,0-1 0 0 0,0 0 0 0 0,-5 10 0 0 0,3-9 14 0 0,-1 1-1 0 0,0-1 1 0 0,0 0 0 0 0,-1 0-1 0 0,-1-1 1 0 0,1 0 0 0 0,-2 0-1 0 0,1-1 1 0 0,-10 8 0 0 0,17-16-30 0 0,0 1 1 0 0,1-1 0 0 0,-1 1-1 0 0,0-1 1 0 0,1 1 0 0 0,-1-1-1 0 0,0 0 1 0 0,1 0-1 0 0,-1 1 1 0 0,0-1 0 0 0,0 0-1 0 0,0 0 1 0 0,1 0 0 0 0,-1 0-1 0 0,0 0 1 0 0,0 0 0 0 0,1 0-1 0 0,-1 0 1 0 0,0 0-1 0 0,0 0 1 0 0,0 0 0 0 0,0-1-1 0 0,-9-6 4 0 0,9 5-7 0 0,1 0-1 0 0,0 0 1 0 0,-1 0-1 0 0,1 0 1 0 0,0 0-1 0 0,0 0 0 0 0,0 0 1 0 0,0 0-1 0 0,0-1 1 0 0,0 1-1 0 0,0 0 1 0 0,1 0-1 0 0,-1 1 1 0 0,1-1-1 0 0,0 0 1 0 0,1-4-1 0 0,17-31 9 0 0,-18 35-8 0 0,12-18 9 0 0,0 0 1 0 0,1 2-1 0 0,1-1 1 0 0,1 2-1 0 0,30-27 1 0 0,-18 21-28 0 0,0 2 1 0 0,2 1-1 0 0,34-18 1 0 0,-60 36 10 0 0,0 0-1 0 0,0 0 1 0 0,0 0 0 0 0,1 0-1 0 0,-1 1 1 0 0,0-1-1 0 0,1 1 1 0 0,-1 0 0 0 0,1 1-1 0 0,0-1 1 0 0,-1 1-1 0 0,1 0 1 0 0,-1 0 0 0 0,1 0-1 0 0,5 1 1 0 0,-8 0 5 0 0,0-1 1 0 0,-1 1-1 0 0,1 0 0 0 0,-1-1 0 0 0,1 1 1 0 0,-1 0-1 0 0,1 0 0 0 0,-1 0 1 0 0,1 0-1 0 0,-1 0 0 0 0,0 1 0 0 0,0-1 1 0 0,1 0-1 0 0,-1 1 0 0 0,0-1 1 0 0,0 1-1 0 0,0-1 0 0 0,-1 1 0 0 0,1-1 1 0 0,0 1-1 0 0,0-1 0 0 0,-1 1 1 0 0,1 0-1 0 0,-1-1 0 0 0,0 1 0 0 0,1 0 1 0 0,-1 0-1 0 0,0 2 0 0 0,1 6-7 0 0,-1 0 0 0 0,-1 0 0 0 0,-2 16 0 0 0,2-18-6 0 0,-4 29 15 0 0,2-20-10 0 0,0-1 0 0 0,2 0 0 0 0,0 1 0 0 0,0 0 0 0 0,3 17 0 0 0,-1-30 12 0 0,-1 0-1 0 0,1-1 0 0 0,0 1 0 0 0,0 0 1 0 0,1-1-1 0 0,-1 1 0 0 0,1-1 1 0 0,0 1-1 0 0,-1-1 0 0 0,1 0 0 0 0,1 1 1 0 0,-1-1-1 0 0,1-1 0 0 0,-1 1 0 0 0,1 0 1 0 0,0 0-1 0 0,0-1 0 0 0,0 0 1 0 0,0 1-1 0 0,0-1 0 0 0,0 0 0 0 0,1-1 1 0 0,-1 1-1 0 0,1-1 0 0 0,-1 1 0 0 0,1-1 1 0 0,4 1-1 0 0,5 0 3 0 0,0 0 1 0 0,0 0-1 0 0,0-1 1 0 0,0-1-1 0 0,0 0 0 0 0,0-1 1 0 0,0-1-1 0 0,0 1 1 0 0,0-2-1 0 0,-1 0 1 0 0,1-1-1 0 0,18-7 0 0 0,-22 7 6 0 0,1-1 0 0 0,-1 1 0 0 0,0-2 0 0 0,-1 1 0 0 0,1-1 0 0 0,-1 0 0 0 0,0-1 0 0 0,0 0 0 0 0,-1 0 0 0 0,0-1 0 0 0,-1 0 0 0 0,1 0 0 0 0,-1 0 0 0 0,-1-1 0 0 0,0 0 0 0 0,6-12 0 0 0,-9 16 2 0 0,0-1-1 0 0,-1 0 1 0 0,0 1 0 0 0,0-1 0 0 0,0 0 0 0 0,0 0 0 0 0,-1 0-1 0 0,0 0 1 0 0,0 0 0 0 0,-1 1 0 0 0,1-1 0 0 0,-1 0 0 0 0,-1 0-1 0 0,1 1 1 0 0,-4-10 0 0 0,2 8-7 0 0,-1 0 0 0 0,0 1-1 0 0,0-1 1 0 0,0 1 0 0 0,0 0 0 0 0,-1 0 0 0 0,0 0-1 0 0,-1 1 1 0 0,1 0 0 0 0,-1 0 0 0 0,-8-5-1 0 0,8 5-7 0 0,-1 1-1 0 0,1 0 0 0 0,-1 1 0 0 0,0 0 1 0 0,0 0-1 0 0,0 0 0 0 0,0 1 0 0 0,0 0 0 0 0,-1 0 1 0 0,1 1-1 0 0,-1 0 0 0 0,1 0 0 0 0,-1 1 1 0 0,1-1-1 0 0,-1 2 0 0 0,1-1 0 0 0,-1 1 1 0 0,1 1-1 0 0,-1-1 0 0 0,1 1 0 0 0,0 0 0 0 0,0 1 1 0 0,0 0-1 0 0,0 0 0 0 0,-8 5 0 0 0,12-6-85 0 0,0 0-1 0 0,0 1 0 0 0,0-1 0 0 0,1 1 0 0 0,-1 0 0 0 0,1 0 1 0 0,0 0-1 0 0,0 0 0 0 0,0 0 0 0 0,0 0 0 0 0,0 0 1 0 0,1 1-1 0 0,-1-1 0 0 0,1 1 0 0 0,0-1 0 0 0,0 1 0 0 0,-1 5 1 0 0,2-6-126 0 0,0-1 1 0 0,0 1 0 0 0,0 0-1 0 0,0-1 1 0 0,1 1 0 0 0,-1 0-1 0 0,1-1 1 0 0,-1 1-1 0 0,1-1 1 0 0,0 1 0 0 0,0-1-1 0 0,0 1 1 0 0,0-1 0 0 0,1 0-1 0 0,-1 1 1 0 0,1-1 0 0 0,-1 0-1 0 0,1 0 1 0 0,0 0 0 0 0,0 0-1 0 0,0 0 1 0 0,0-1-1 0 0,0 1 1 0 0,0-1 0 0 0,3 3-1 0 0,31 11-4742 0 0,-16-9 802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74 2180 0 0,'-7'-73'11945'0'0,"-4"101"-10217"0"0,-81 345 1153 0 0,58-253-2502 0 0,34-120-361 0 0,-3 5 48 0 0,5-15-29 0 0,0 4-35 0 0,1 0 0 0 0,0 0 1 0 0,0 0-1 0 0,0 0 0 0 0,1 0 0 0 0,0 0 1 0 0,0 1-1 0 0,0 0 0 0 0,10-9 1 0 0,3-1 6 0 0,30-22-1 0 0,-37 31-18 0 0,1 0 0 0 0,-1 0-1 0 0,1 1 1 0 0,0 1 0 0 0,0 0-1 0 0,0 0 1 0 0,1 1-1 0 0,-1 0 1 0 0,1 1 0 0 0,21-1-1 0 0,-26 3 6 0 0,0 0-1 0 0,0 0 1 0 0,0 0-1 0 0,1 1 1 0 0,-1 0-1 0 0,0 0 1 0 0,0 1 0 0 0,0 0-1 0 0,-1 0 1 0 0,1 1-1 0 0,0 0 1 0 0,-1 0-1 0 0,0 0 1 0 0,0 1-1 0 0,0 0 1 0 0,0 0-1 0 0,0 1 1 0 0,-1-1 0 0 0,6 7-1 0 0,-9-8 17 0 0,0-1 0 0 0,-1 0 0 0 0,1 0 0 0 0,-1 1 1 0 0,0-1-1 0 0,0 1 0 0 0,0-1 0 0 0,0 1 0 0 0,0-1 0 0 0,0 1 0 0 0,-1 0 0 0 0,1-1 0 0 0,-1 1 1 0 0,0 0-1 0 0,0 0 0 0 0,0 4 0 0 0,-1-2 36 0 0,0 0 0 0 0,0-1 0 0 0,-1 1 1 0 0,1 0-1 0 0,-1-1 0 0 0,0 1 0 0 0,0-1 0 0 0,-5 8 1 0 0,-1-2 53 0 0,-1 1 0 0 0,1-1 0 0 0,-1-1 1 0 0,-1 1-1 0 0,0-2 0 0 0,-13 10 0 0 0,8-8 23 0 0,-1-1-1 0 0,0 0 0 0 0,0-1 1 0 0,-1 0-1 0 0,-1-2 1 0 0,-30 8-1 0 0,35-11-176 0 0,1 0 0 0 0,-1-2 0 0 0,0 1 0 0 0,0-2-1 0 0,1 0 1 0 0,-1 0 0 0 0,0-1 0 0 0,0-1 0 0 0,1 0 0 0 0,-18-5 0 0 0,29 6-63 0 0,0 1 1 0 0,0 0-1 0 0,0-1 1 0 0,0 1-1 0 0,0-1 1 0 0,0 1-1 0 0,0-1 1 0 0,0 1 0 0 0,0-1-1 0 0,0 0 1 0 0,0 1-1 0 0,0-1 1 0 0,1 0-1 0 0,-1 0 1 0 0,0 0-1 0 0,1 0 1 0 0,-1 0 0 0 0,0 0-1 0 0,1 0 1 0 0,-1 0-1 0 0,1 0 1 0 0,-1 0-1 0 0,1 0 1 0 0,0 0-1 0 0,-1 0 1 0 0,1 0 0 0 0,0 0-1 0 0,0 0 1 0 0,0 0-1 0 0,0 0 1 0 0,0 0-1 0 0,0-1 1 0 0,0 1-1 0 0,0 0 1 0 0,0 0 0 0 0,1 0-1 0 0,-1 0 1 0 0,0 0-1 0 0,1 0 1 0 0,-1 0-1 0 0,1-2 1 0 0,2-3-1170 0 0,0 0 0 0 0,1 1 0 0 0,-1-1 0 0 0,1 0-1 0 0,5-5 1 0 0,7-5-4404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45 2784 0 0,'22'-44'13043'0'0,"-19"47"-12004"0"0,-3-2-1006 0 0,0-1 0 0 0,1 0-1 0 0,-1 0 1 0 0,0 0-1 0 0,1 0 1 0 0,-1 1-1 0 0,0-1 1 0 0,1 0-1 0 0,-1 0 1 0 0,0 1 0 0 0,1-1-1 0 0,-1 0 1 0 0,0 1-1 0 0,0-1 1 0 0,1 0-1 0 0,-1 1 1 0 0,0-1-1 0 0,0 0 1 0 0,0 1 0 0 0,0-1-1 0 0,1 1 1 0 0,-1-1-1 0 0,0 0 1 0 0,0 1-1 0 0,3 33 1131 0 0,-2-1-1 0 0,-5 57 1 0 0,-18 66 545 0 0,11-89-3601 0 0,-4 112 0 0 0,15-173 1264 0 0,0 0-1 0 0,0 0 0 0 0,1 0 0 0 0,3 9 0 0 0,7 9-6072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6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243 153 556 0 0,'0'0'12839'0'0,"-5"9"-10566"0"0,5-8-2191 0 0,0 1 0 0 0,0-1 1 0 0,0 1-1 0 0,1-1 0 0 0,-1 1 0 0 0,0-1 0 0 0,1 1 1 0 0,-1-1-1 0 0,1 1 0 0 0,0-1 0 0 0,0 0 0 0 0,-1 1 1 0 0,1-1-1 0 0,0 0 0 0 0,0 0 0 0 0,0 0 0 0 0,0 1 0 0 0,0-1 1 0 0,0 0-1 0 0,1 0 0 0 0,-1-1 0 0 0,0 1 0 0 0,1 0 1 0 0,-1 0-1 0 0,0 0 0 0 0,1-1 0 0 0,-1 1 0 0 0,2 0 0 0 0,5 1-16 0 0,-1 0 0 0 0,1-1 0 0 0,-1 0 0 0 0,11 1 0 0 0,-10-2 28 0 0,-6 1-81 0 0,1-1 0 0 0,0 0 0 0 0,0 0 0 0 0,0-1 1 0 0,0 1-1 0 0,0 0 0 0 0,0-1 0 0 0,0 0 0 0 0,-1 0 0 0 0,1 0 0 0 0,0 0 0 0 0,-1 0 0 0 0,1 0 0 0 0,0-1 1 0 0,-1 1-1 0 0,0-1 0 0 0,5-3 0 0 0,-4 2 1 0 0,0-1 0 0 0,-1 1 0 0 0,1 0-1 0 0,-1-1 1 0 0,0 1 0 0 0,0-1 0 0 0,0 0 0 0 0,0 0 0 0 0,-1 0 0 0 0,1 0 0 0 0,0-5-1 0 0,-1 3-11 0 0,1 1-1 0 0,-2-1 1 0 0,1 1-1 0 0,-1-1 0 0 0,0 1 1 0 0,0-1-1 0 0,0 0 1 0 0,-1 1-1 0 0,0-1 0 0 0,0 1 1 0 0,0 0-1 0 0,-1-1 0 0 0,1 1 1 0 0,-1 0-1 0 0,-1 0 1 0 0,1 0-1 0 0,-1 0 0 0 0,-3-5 1 0 0,3 7-7 0 0,1 1 0 0 0,-1-1 0 0 0,0 0 0 0 0,-1 1 0 0 0,1 0 0 0 0,0 0 0 0 0,0 0 0 0 0,-1 0 0 0 0,0 0 0 0 0,1 1 0 0 0,-1-1 0 0 0,0 1 0 0 0,1 0 0 0 0,-1 0 0 0 0,-5 0 0 0 0,3 1-1 0 0,-1 0 1 0 0,0 0 0 0 0,1 0 0 0 0,-1 1-1 0 0,1 0 1 0 0,-1 1 0 0 0,1-1-1 0 0,-9 4 1 0 0,-4 4-1 0 0,0 0-1 0 0,1 1 1 0 0,0 1 0 0 0,-27 21-1 0 0,28-19 22 0 0,2 1-1 0 0,-1 1 0 0 0,-23 29 1 0 0,33-37-8 0 0,1 1 0 0 0,0-1 1 0 0,0 1-1 0 0,1 0 0 0 0,0 0 1 0 0,0 0-1 0 0,1 1 0 0 0,0-1 1 0 0,0 1-1 0 0,1-1 0 0 0,-2 15 1 0 0,4-19-1 0 0,0-1-1 0 0,0 0 1 0 0,1 1 0 0 0,-1-1 0 0 0,1 0 0 0 0,-1 1 0 0 0,1-1-1 0 0,0 0 1 0 0,0 0 0 0 0,0 0 0 0 0,1 0 0 0 0,-1 0 0 0 0,1 0-1 0 0,0 0 1 0 0,0 0 0 0 0,4 4 0 0 0,-2-3-127 0 0,0 0-1 0 0,1 0 1 0 0,-1-1 0 0 0,1 1-1 0 0,0-1 1 0 0,0 0-1 0 0,1-1 1 0 0,9 4 0 0 0,3 0-475 0 0,0-2 1 0 0,0 0 0 0 0,0-1 0 0 0,0-1 0 0 0,20 0-1 0 0,-10-2-2945 0 0,54-6 0 0 0,-46 0-1333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65 1276 0 0,'6'-25'11446'0'0,"-9"29"-10446"0"0,1 1-595 0 0,0-1 0 0 0,1 1 0 0 0,0-1 0 0 0,0 1 0 0 0,0 0-1 0 0,0 8 1 0 0,0 1 198 0 0,-8 35 649 0 0,-31 147 447 0 0,39-194-1574 0 0,-5-11-83 0 0,6 3-43 0 0,0 0-1 0 0,1 0 0 0 0,-1 0 1 0 0,1 1-1 0 0,0-1 0 0 0,0 0 1 0 0,1 0-1 0 0,0 1 0 0 0,0-1 1 0 0,0 1-1 0 0,4-7 0 0 0,2-6-27 0 0,-4 8 15 0 0,0 1 0 0 0,1-1 1 0 0,1 1-1 0 0,0 0 0 0 0,0 0 0 0 0,1 1 1 0 0,0-1-1 0 0,0 2 0 0 0,1-1 0 0 0,0 1 1 0 0,0 0-1 0 0,0 0 0 0 0,1 1 0 0 0,17-8 1 0 0,-19 10 4 0 0,-1 1 0 0 0,1 1 0 0 0,0-1 0 0 0,0 1 0 0 0,0 0 0 0 0,0 1 0 0 0,1-1 0 0 0,-1 2 0 0 0,0-1 0 0 0,1 1 0 0 0,-1 0 0 0 0,0 0 0 0 0,0 1 0 0 0,1 0 0 0 0,-1 0 0 0 0,0 1 0 0 0,0 0 0 0 0,0 0 0 0 0,0 1 0 0 0,0 0 0 0 0,-1 0 0 0 0,11 7 0 0 0,-13-7 16 0 0,0 0 1 0 0,0 0-1 0 0,0 1 0 0 0,-1-1 1 0 0,1 1-1 0 0,-1 0 0 0 0,0 0 1 0 0,0 1-1 0 0,0-1 0 0 0,-1 1 1 0 0,0-1-1 0 0,0 1 0 0 0,0 0 0 0 0,0 0 1 0 0,-1 0-1 0 0,1 0 0 0 0,-1 0 1 0 0,-1 0-1 0 0,1 0 0 0 0,-1 0 1 0 0,0 0-1 0 0,0 0 0 0 0,0 0 1 0 0,-1 0-1 0 0,1 0 0 0 0,-1 1 1 0 0,-4 8-1 0 0,5-12 89 0 0,0-5-97 0 0,0-1-2 0 0,0 0 1 0 0,1 0-1 0 0,-1 0 0 0 0,1 1 1 0 0,0-1-1 0 0,0 0 0 0 0,1 0 0 0 0,-1 0 1 0 0,1 1-1 0 0,0-1 0 0 0,0 1 1 0 0,0-1-1 0 0,4-3 0 0 0,37-45-42 0 0,-41 49 44 0 0,15-15-16 0 0,0 1 1 0 0,1 0-1 0 0,38-25 0 0 0,-44 34 6 0 0,0 1-1 0 0,0 1 0 0 0,0 0 0 0 0,1 0 1 0 0,-1 2-1 0 0,2-1 0 0 0,-1 2 0 0 0,18-4 0 0 0,-27 7 14 0 0,0-1 0 0 0,-1 1-1 0 0,1 0 1 0 0,0 0-1 0 0,0 1 1 0 0,-1-1-1 0 0,1 1 1 0 0,0 0-1 0 0,0-1 1 0 0,-1 2-1 0 0,1-1 1 0 0,-1 0-1 0 0,1 1 1 0 0,-1 0-1 0 0,0-1 1 0 0,1 1-1 0 0,-1 1 1 0 0,0-1-1 0 0,0 0 1 0 0,-1 1-1 0 0,1-1 1 0 0,0 1-1 0 0,-1 0 1 0 0,3 3-1 0 0,-2-1 23 0 0,0 0 1 0 0,0 0-1 0 0,-1 1 0 0 0,0-1 0 0 0,0 1 1 0 0,0-1-1 0 0,-1 1 0 0 0,1-1 0 0 0,-1 1 1 0 0,-1 0-1 0 0,1 0 0 0 0,-1 0 0 0 0,0 0 1 0 0,-1 7-1 0 0,-7 33 14 0 0,5-33 5 0 0,1-1 0 0 0,0 0 0 0 0,0 1 1 0 0,2 24-1 0 0,0-33-118 0 0,1-1 1 0 0,-1 1-1 0 0,1-1 0 0 0,0 1 1 0 0,0-1-1 0 0,1 1 1 0 0,-1-1-1 0 0,1 0 1 0 0,-1 0-1 0 0,1 0 0 0 0,0 0 1 0 0,0 0-1 0 0,1 0 1 0 0,-1 0-1 0 0,0 0 1 0 0,1-1-1 0 0,0 1 0 0 0,0-1 1 0 0,-1 0-1 0 0,1 0 1 0 0,6 3-1 0 0,0-1-503 0 0,0 0-1 0 0,0 0 1 0 0,1-1 0 0 0,-1 0-1 0 0,1 0 1 0 0,13 1 0 0 0,32-1-5416 0 0,-19-3-433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79 2732 0 0,'70'-78'13664'0'0,"-70"79"-13567"0"0,1 1 0 0 0,0-1 1 0 0,0 1-1 0 0,-1-1 0 0 0,1 1 1 0 0,-1 0-1 0 0,0-1 0 0 0,1 1 1 0 0,-1 0-1 0 0,0-1 0 0 0,0 1 1 0 0,0 0-1 0 0,0-1 0 0 0,0 1 1 0 0,0 0-1 0 0,0-1 0 0 0,-1 1 1 0 0,1-1-1 0 0,-1 1 1 0 0,0 2-1 0 0,-16 39 304 0 0,12-32-225 0 0,-22 53 69 0 0,-19 51-685 0 0,40-97-694 0 0,1 1 0 0 0,0 0 0 0 0,2 0 0 0 0,-2 24 0 0 0,7-12-4623 0 0,2-17 766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7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146 107 2596 0 0,'54'-92'12670'0'0,"-54"92"-12626"0"0,1 0 0 0 0,-1-1 0 0 0,0 1 0 0 0,0 0 0 0 0,1-1 0 0 0,-1 1 0 0 0,0-1 0 0 0,0 1 0 0 0,0 0 0 0 0,0-1 0 0 0,1 1 0 0 0,-1-1 0 0 0,0 1 0 0 0,0 0 0 0 0,0-1 0 0 0,0 1 0 0 0,0-1 0 0 0,0 1 0 0 0,0-1 0 0 0,0 1 0 0 0,0 0 0 0 0,0-1 0 0 0,-1 1 0 0 0,1-1 0 0 0,0 1 0 0 0,0 0 0 0 0,0-1 0 0 0,0 1 0 0 0,-1-1 0 0 0,1 1 0 0 0,0 0 0 0 0,0-1 0 0 0,-1 0 0 0 0,-14 0 481 0 0,-12 10-321 0 0,22-7-186 0 0,1 0 0 0 0,0 1 0 0 0,-1 0 0 0 0,1 0 0 0 0,0 0-1 0 0,1 1 1 0 0,-1-1 0 0 0,1 1 0 0 0,-1 0 0 0 0,1 0 0 0 0,0 0 0 0 0,0 0 0 0 0,-3 8 0 0 0,5-8-16 0 0,0-1 0 0 0,0 0 1 0 0,0 1-1 0 0,0-1 0 0 0,1 0 0 0 0,0 1 1 0 0,-1-1-1 0 0,1 1 0 0 0,1-1 1 0 0,-1 1-1 0 0,0-1 0 0 0,1 1 0 0 0,0-1 1 0 0,0 0-1 0 0,0 1 0 0 0,0-1 1 0 0,0 0-1 0 0,1 0 0 0 0,-1 0 0 0 0,5 6 1 0 0,7 9 4 0 0,2 0 0 0 0,0-2 0 0 0,1 1 0 0 0,1-2 1 0 0,29 22-1 0 0,8 8-11 0 0,-53-44 7 0 0,1 0 1 0 0,-1 0-1 0 0,0 0 1 0 0,0 0-1 0 0,0 0 1 0 0,0 0-1 0 0,0 0 1 0 0,0 0-1 0 0,-1 0 1 0 0,1 1-1 0 0,0-1 1 0 0,-1 0-1 0 0,1 0 1 0 0,0 1-1 0 0,-1-1 1 0 0,0 1-1 0 0,1-1 1 0 0,-1 0-1 0 0,0 1 1 0 0,0-1-1 0 0,1 1 1 0 0,-1-1-1 0 0,0 1 1 0 0,-1 2-1 0 0,0-2 4 0 0,0 0-1 0 0,0-1 1 0 0,0 1 0 0 0,0 0-1 0 0,0 0 1 0 0,-1 0-1 0 0,1-1 1 0 0,0 1-1 0 0,-1-1 1 0 0,0 1 0 0 0,1-1-1 0 0,-1 0 1 0 0,0 1-1 0 0,-3 0 1 0 0,-4 3-39 0 0,0-1-1 0 0,-1 0 1 0 0,1 0 0 0 0,-1-1 0 0 0,1-1-1 0 0,-12 2 1 0 0,1-2-747 0 0,0 0-1 0 0,1-2 1 0 0,-27-1 0 0 0,34-1-896 0 0,0 0 1 0 0,-1 0-1 0 0,-18-8 1 0 0,1-1-3896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7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2448 0 0,'5'-14'1900'0'0,"-3"5"-415"0"0,3-2-273 0 0,-1 2 516 0 0,1-5-1124 0 0,-1 7 232 0 0,6-5-612 0 0,1 3-840 0 0,0 2-3284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8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146 379 188 0 0,'-1'-13'3241'0'0,"0"9"-2577"0"0,1 1 1 0 0,0-1-1 0 0,-1 0 0 0 0,0 1 0 0 0,0-1 1 0 0,0 0-1 0 0,0 1 0 0 0,-1 0 0 0 0,-2-6 1 0 0,3 8-207 0 0,-1 2-40 0 0,-2 1-277 0 0,0 0 0 0 0,0 0 0 0 0,0 1-1 0 0,1-1 1 0 0,-1 1 0 0 0,1 0 0 0 0,-1 0 0 0 0,1 0-1 0 0,0 0 1 0 0,1 1 0 0 0,-1-1 0 0 0,-3 6 0 0 0,-29 55 831 0 0,24-41-716 0 0,4-10-143 0 0,1 0 1 0 0,1 0-1 0 0,0 1 1 0 0,-4 19-1 0 0,7-29-94 0 0,2 1 0 0 0,-1-1 0 0 0,0 1 0 0 0,1-1 0 0 0,0 1 0 0 0,0-1 0 0 0,0 1 0 0 0,1-1 0 0 0,-1 1 0 0 0,1-1 0 0 0,0 1 0 0 0,0-1 0 0 0,1 0 0 0 0,-1 1 0 0 0,1-1 0 0 0,0 0 0 0 0,5 7 0 0 0,-5-8-10 0 0,1-1 0 0 0,-1 0 0 0 0,0 0 0 0 0,1 0 0 0 0,0-1 1 0 0,-1 1-1 0 0,1-1 0 0 0,0 1 0 0 0,0-1 0 0 0,0 0 0 0 0,0 0 0 0 0,0 0 0 0 0,0 0 0 0 0,0-1 0 0 0,0 1 0 0 0,0-1 0 0 0,1 0 0 0 0,5 0 1 0 0,6-1 7 0 0,-1-1 1 0 0,26-5-1 0 0,-33 5-9 0 0,7-1 1 0 0,-1-1 1 0 0,0 0-1 0 0,0-1 1 0 0,0 0-1 0 0,0-1 1 0 0,-1-1-1 0 0,0 0 1 0 0,-1 0-1 0 0,1-1 1 0 0,-2-1-1 0 0,1 0 1 0 0,-1 0-1 0 0,0-1 1 0 0,-1 0-1 0 0,0-1 1 0 0,-1 0-1 0 0,0-1 1 0 0,-1 1-1 0 0,0-1 1 0 0,0-1-1 0 0,-2 1 1 0 0,1-1-1 0 0,-2 0 1 0 0,0 0-1 0 0,0-1 1 0 0,1-17-1 0 0,-2 7 6 0 0,-1-1 0 0 0,-2 0-1 0 0,-3-30 1 0 0,3 47-15 0 0,-1 1-1 0 0,0-1 1 0 0,-1 1 0 0 0,0 0-1 0 0,0 0 1 0 0,0 0 0 0 0,-1 0 0 0 0,0 0-1 0 0,-1 1 1 0 0,1-1 0 0 0,-1 1 0 0 0,-1 0-1 0 0,1 0 1 0 0,-1 0 0 0 0,-7-7-1 0 0,9 11 1 0 0,-1-1 0 0 0,1 1 0 0 0,-1-1 0 0 0,0 1 0 0 0,0 0 0 0 0,0 0 0 0 0,0 1 0 0 0,0-1 0 0 0,-1 1 0 0 0,1 0 0 0 0,0 0-1 0 0,0 0 1 0 0,-1 1 0 0 0,-8 0 0 0 0,6 0-1 0 0,0 1-1 0 0,0 0 0 0 0,0 1 1 0 0,0 0-1 0 0,0 0 1 0 0,0 0-1 0 0,1 1 1 0 0,-11 5-1 0 0,2 1-7 0 0,0 1 1 0 0,1 1-1 0 0,0 0 1 0 0,1 1-1 0 0,0 0 1 0 0,-17 22-1 0 0,22-24 5 0 0,0 1-1 0 0,1-1 0 0 0,0 2 1 0 0,1-1-1 0 0,0 1 1 0 0,1-1-1 0 0,0 2 1 0 0,1-1-1 0 0,-5 21 0 0 0,9-28 6 0 0,-1 0-1 0 0,0 0 1 0 0,1-1-1 0 0,0 1 1 0 0,0 0-1 0 0,1 0 1 0 0,-1 0-1 0 0,1 0 1 0 0,0 0-1 0 0,0 0 1 0 0,1 0-1 0 0,-1-1 1 0 0,1 1-1 0 0,0-1 1 0 0,1 1-1 0 0,-1-1 1 0 0,1 0-1 0 0,0 1 1 0 0,0-1-1 0 0,0-1 1 0 0,0 1-1 0 0,1 0 1 0 0,-1-1-1 0 0,1 0 1 0 0,0 0-1 0 0,0 0 1 0 0,8 4-1 0 0,-1-2 2 0 0,-1 0 1 0 0,1-1-1 0 0,1 0 0 0 0,-1-1 1 0 0,0 0-1 0 0,1-1 0 0 0,0-1 1 0 0,-1 0-1 0 0,24 0 0 0 0,-7-3 0 0 0,1 0 0 0 0,-1-2 0 0 0,28-8 0 0 0,-30 5 6 0 0,0-1 0 0 0,-1 0 0 0 0,1-2 0 0 0,-2-2 0 0 0,0 0 0 0 0,0-1 0 0 0,-1-1 0 0 0,-1-1 0 0 0,0-2 1 0 0,-1 0-1 0 0,-1-1 0 0 0,0-1 0 0 0,-2 0 0 0 0,0-2 0 0 0,-1 0 0 0 0,25-43 0 0 0,42-104 1091 0 0,-80 161-1029 0 0,5-12 141 0 0,-14 34-56 0 0,-3 9-119 0 0,-87 306 669 0 0,-48 160 24 0 0,-24-9-442 0 0,113-353-254 0 0,42-104 3 0 0,-1 0 0 0 0,-1-1 1 0 0,-19 23-1 0 0,29-41-8 0 0,0-1 0 0 0,0 0 0 0 0,0 0 0 0 0,-1 0 0 0 0,0-1 0 0 0,-7 5 0 0 0,11-7-23 0 0,0-1 1 0 0,0 0 0 0 0,0 1 0 0 0,0-1-1 0 0,0 0 1 0 0,0 0 0 0 0,0 1-1 0 0,0-1 1 0 0,0 0 0 0 0,0 0 0 0 0,0 0-1 0 0,0 0 1 0 0,0 0 0 0 0,0-1-1 0 0,0 1 1 0 0,0 0 0 0 0,0 0 0 0 0,0-1-1 0 0,0 1 1 0 0,0 0 0 0 0,0-1-1 0 0,0 1 1 0 0,0-1 0 0 0,0 0 0 0 0,0 1-1 0 0,0-1 1 0 0,1 0 0 0 0,-1 1-1 0 0,0-1 1 0 0,1 0 0 0 0,-1 0 0 0 0,0 1-1 0 0,1-1 1 0 0,-1 0 0 0 0,1 0-1 0 0,-1-1 1 0 0,-2-3 9 0 0,0 0 1 0 0,1 0-1 0 0,-1 0 0 0 0,-1-10 1 0 0,1 2 2 0 0,0-1 0 0 0,1 0 0 0 0,1 1 0 0 0,1-1 0 0 0,0 0 0 0 0,0 1 0 0 0,2-1 0 0 0,2-15 0 0 0,2 1-3 0 0,1 1 0 0 0,21-52 0 0 0,-9 38-23 0 0,2 0-1 0 0,3 1 1 0 0,0 2-1 0 0,3 0 1 0 0,1 2-1 0 0,2 0 1 0 0,1 3-1 0 0,1 0 1 0 0,61-45-1 0 0,-33 33-953 0 0,107-60 0 0 0,72-11-5032 0 0,-181 93 2179 0 0,0 5-1644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1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1988 0 0,'7'-24'2685'0'0,"-4"14"-1785"0"0,0-1 0 0 0,1 1-1 0 0,0-1 1 0 0,9-15-1 0 0,-11 23-794 0 0,0 0 0 0 0,0 0 0 0 0,0 1-1 0 0,0-1 1 0 0,1 1 0 0 0,-1 0 0 0 0,1-1-1 0 0,-1 1 1 0 0,1 0 0 0 0,0 0 0 0 0,0 1-1 0 0,0-1 1 0 0,0 1 0 0 0,0-1 0 0 0,0 1-1 0 0,0 0 1 0 0,1 0 0 0 0,-1 1 0 0 0,0-1-1 0 0,6 0 1 0 0,-5 1-76 0 0,0 0 1 0 0,0 0-1 0 0,1 1 1 0 0,-1 0-1 0 0,0-1 0 0 0,0 1 1 0 0,0 1-1 0 0,0-1 0 0 0,0 1 1 0 0,0-1-1 0 0,0 1 0 0 0,-1 0 1 0 0,1 0-1 0 0,0 1 1 0 0,-1-1-1 0 0,0 1 0 0 0,0 0 1 0 0,1 0-1 0 0,-2 0 0 0 0,1 0 1 0 0,0 0-1 0 0,-1 1 1 0 0,1-1-1 0 0,-1 1 0 0 0,0 0 1 0 0,0-1-1 0 0,-1 1 0 0 0,1 0 1 0 0,-1 0-1 0 0,1 0 1 0 0,-1 0-1 0 0,-1 0 0 0 0,1 1 1 0 0,-1-1-1 0 0,1 0 0 0 0,-1 0 1 0 0,-1 7-1 0 0,-1 5-10 0 0,0-1-1 0 0,-1 0 1 0 0,-1 1-1 0 0,-1-1 0 0 0,0-1 1 0 0,-1 1-1 0 0,0-1 1 0 0,-2 0-1 0 0,1 0 1 0 0,-2-1-1 0 0,1 0 1 0 0,-12 13-1 0 0,17-22-9 0 0,2-3-5 0 0,0 0 0 0 0,1 0 0 0 0,-1 0-1 0 0,1 0 1 0 0,-1 0 0 0 0,0 0 0 0 0,0 0 0 0 0,0 0-1 0 0,0 0 1 0 0,0 0 0 0 0,0 0 0 0 0,0-1-1 0 0,0 1 1 0 0,0 0 0 0 0,0-1 0 0 0,-1 2 0 0 0,1-2-4 0 0,1 0 0 0 0,-1 0 1 0 0,1 0-1 0 0,-1 0 0 0 0,1 0 1 0 0,-1-1-1 0 0,1 1 0 0 0,-1 0 1 0 0,1 0-1 0 0,-1 0 1 0 0,1 0-1 0 0,0 0 0 0 0,-1-1 1 0 0,1 1-1 0 0,-1 0 0 0 0,1 0 1 0 0,-1-1-1 0 0,1 1 0 0 0,0 0 1 0 0,-1 0-1 0 0,1-1 1 0 0,0 1-1 0 0,-1-1 0 0 0,1 1 1 0 0,0 0-1 0 0,0-1 0 0 0,-1 1 1 0 0,1-1-1 0 0,0 1 1 0 0,0 0-1 0 0,0-1 0 0 0,-1 0 1 0 0,4-19 9 0 0,15-19 16 0 0,-17 37-23 0 0,7-12 5 0 0,2 1 0 0 0,-1 0 0 0 0,2 0-1 0 0,-1 1 1 0 0,2 0 0 0 0,0 1 0 0 0,0 0 0 0 0,1 1 0 0 0,0 1 0 0 0,1 0 0 0 0,0 0 0 0 0,0 2 0 0 0,1 0-1 0 0,24-9 1 0 0,-29 13 2 0 0,0 1 0 0 0,0-1 0 0 0,0 2 0 0 0,1-1 0 0 0,-1 1 0 0 0,0 1-1 0 0,1 0 1 0 0,-1 0 0 0 0,0 1 0 0 0,16 4 0 0 0,-18-3 3 0 0,0 0-1 0 0,0 1 1 0 0,0 1 0 0 0,-1-1-1 0 0,0 1 1 0 0,0 0-1 0 0,0 1 1 0 0,0 0 0 0 0,0 0-1 0 0,-1 0 1 0 0,0 1 0 0 0,0 0-1 0 0,-1 0 1 0 0,8 10 0 0 0,-9-9 13 0 0,0 0 1 0 0,0 1 0 0 0,-1-1 0 0 0,0 1 0 0 0,0 0 0 0 0,-1 0-1 0 0,0 0 1 0 0,0 0 0 0 0,-1 0 0 0 0,0 1 0 0 0,0-1 0 0 0,-1 0-1 0 0,0 0 1 0 0,0 1 0 0 0,-1-1 0 0 0,-1 0 0 0 0,1 0 0 0 0,-1 0-1 0 0,0 0 1 0 0,-1 0 0 0 0,0 0 0 0 0,0 0 0 0 0,-5 8 0 0 0,8-16-21 0 0,-1 1 0 0 0,1-1 0 0 0,0 0 0 0 0,0 1 0 0 0,0-1 0 0 0,0 1 0 0 0,0-1 0 0 0,-1 1 0 0 0,1-1 0 0 0,0 0 0 0 0,0 1 0 0 0,-1-1 0 0 0,1 1 0 0 0,0-1 0 0 0,-1 0 0 0 0,1 0 0 0 0,0 1 1 0 0,-1-1-1 0 0,1 0 0 0 0,0 1 0 0 0,-1-1 0 0 0,1 0 0 0 0,-1 0 0 0 0,1 0 0 0 0,0 1 0 0 0,-1-1 0 0 0,1 0 0 0 0,-1 0 0 0 0,1 0 0 0 0,-1 0 0 0 0,1 0 0 0 0,-1 0 0 0 0,1 0 0 0 0,0 0 0 0 0,-1 0 0 0 0,1 0 0 0 0,-1 0 1 0 0,1 0-1 0 0,-1 0 0 0 0,1 0 0 0 0,-1-1 0 0 0,0 1 0 0 0,1 0-2 0 0,-1-1 1 0 0,1 0-1 0 0,-1 1 1 0 0,0-1-1 0 0,1 0 1 0 0,-1 1-1 0 0,1-1 1 0 0,0 0-1 0 0,-1 1 1 0 0,1-1-1 0 0,0 0 1 0 0,-1 0-1 0 0,1 1 1 0 0,0-1-1 0 0,0 0 1 0 0,-1 0-1 0 0,1-1 1 0 0,1-15 11 0 0,0 1-1 0 0,2 0 1 0 0,0 0-1 0 0,0 0 1 0 0,2 0 0 0 0,0 0-1 0 0,1 1 1 0 0,0-1-1 0 0,1 2 1 0 0,1-1 0 0 0,0 1-1 0 0,20-26 1 0 0,-20 29-13 0 0,1 1 1 0 0,0 0 0 0 0,1 1-1 0 0,0 0 1 0 0,0 0-1 0 0,1 1 1 0 0,0 0-1 0 0,0 1 1 0 0,1 0 0 0 0,0 1-1 0 0,0 0 1 0 0,0 1-1 0 0,1 1 1 0 0,0 0-1 0 0,25-5 1 0 0,-33 8-2 0 0,0 1 0 0 0,0 0 0 0 0,-1 0 1 0 0,1 0-1 0 0,0 0 0 0 0,0 1 0 0 0,-1-1 0 0 0,1 1 0 0 0,0 0 0 0 0,-1 1 1 0 0,1-1-1 0 0,-1 1 0 0 0,1 0 0 0 0,-1 0 0 0 0,0 1 0 0 0,0-1 0 0 0,0 1 0 0 0,0 0 1 0 0,0 0-1 0 0,-1 0 0 0 0,1 0 0 0 0,-1 1 0 0 0,4 5 0 0 0,-3-3 2 0 0,0 0 0 0 0,-1 1 0 0 0,0-1 0 0 0,0 1 0 0 0,0 0 0 0 0,-1 0 0 0 0,0 0 0 0 0,-1 0 0 0 0,0 0 0 0 0,0 1 0 0 0,0-1 0 0 0,-1 0 0 0 0,0 1 0 0 0,-1 7 0 0 0,-3 11 33 0 0,-12 44-1 0 0,10-47-465 0 0,1 1 0 0 0,-4 31 0 0 0,9-53 215 0 0,0 1-1 0 0,0 0 1 0 0,0-1-1 0 0,0 1 1 0 0,0 0-1 0 0,1-1 1 0 0,-1 1-1 0 0,1 0 0 0 0,2 3 1 0 0,-3-5-44 0 0,1 1 0 0 0,0-1 1 0 0,-1 0-1 0 0,1 0 0 0 0,0 0 0 0 0,0 0 0 0 0,0 0 0 0 0,0 0 1 0 0,0 0-1 0 0,0 0 0 0 0,0-1 0 0 0,0 1 0 0 0,0 0 1 0 0,1 0-1 0 0,-1-1 0 0 0,0 1 0 0 0,0-1 0 0 0,1 1 1 0 0,-1-1-1 0 0,0 0 0 0 0,1 0 0 0 0,-1 1 0 0 0,3-1 0 0 0,20 1-2416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357 122 2164 0 0,'6'-7'1044'0'0,"-1"1"0"0"0,1-1 0 0 0,-1-1 0 0 0,8-14-1 0 0,-12 19-835 0 0,0 0-1 0 0,0 0 0 0 0,0 0 0 0 0,0 0 0 0 0,-1 0 0 0 0,1 0 0 0 0,-1 0 1 0 0,0 0-1 0 0,0 0 0 0 0,0 0 0 0 0,0 0 0 0 0,0-1 0 0 0,-1 1 1 0 0,1 0-1 0 0,-1 0 0 0 0,-2-5 0 0 0,2 7-159 0 0,0 0 1 0 0,1 0-1 0 0,-1 0 0 0 0,0 0 1 0 0,0 0-1 0 0,-1 0 0 0 0,1 0 1 0 0,0 0-1 0 0,0 1 0 0 0,0-1 1 0 0,0 0-1 0 0,-1 1 0 0 0,1-1 1 0 0,0 1-1 0 0,-1 0 0 0 0,1-1 1 0 0,0 1-1 0 0,-1 0 0 0 0,-2 0 1 0 0,-26-1 427 0 0,18 3-309 0 0,0 0 1 0 0,0 1 0 0 0,1 1-1 0 0,-1 0 1 0 0,1 1 0 0 0,0 0-1 0 0,0 0 1 0 0,-14 10 0 0 0,-4 5 241 0 0,-43 38 0 0 0,55-43-268 0 0,0 1 0 0 0,-27 36 0 0 0,39-46-124 0 0,1 1 1 0 0,-1-1-1 0 0,1 1 0 0 0,0 0 0 0 0,1 0 0 0 0,0 1 0 0 0,0-1 1 0 0,1 1-1 0 0,-1-1 0 0 0,2 1 0 0 0,-1 0 0 0 0,0 9 0 0 0,2-15-13 0 0,0 0 0 0 0,0 1 1 0 0,1-1-1 0 0,-1 0 0 0 0,0 1 0 0 0,1-1 0 0 0,-1 0 0 0 0,1 0 0 0 0,0 1 0 0 0,0-1 0 0 0,0 0 0 0 0,0 0 0 0 0,0 0 0 0 0,1 0 0 0 0,-1 0 0 0 0,0 0 0 0 0,1-1 0 0 0,-1 1 0 0 0,3 1 0 0 0,-1-1 0 0 0,0 0 0 0 0,0 0-1 0 0,0 0 1 0 0,0 0 0 0 0,1-1-1 0 0,-1 0 1 0 0,1 0 0 0 0,-1 0-1 0 0,1 0 1 0 0,-1 0 0 0 0,6 0 0 0 0,0-1 2 0 0,1 0 1 0 0,-1 0 0 0 0,1-1 0 0 0,-1 0-1 0 0,0 0 1 0 0,1-1 0 0 0,-1-1 0 0 0,15-5-1 0 0,-11 2-3 0 0,-1-1 0 0 0,0 0 0 0 0,0-1-1 0 0,-1 0 1 0 0,0-1 0 0 0,0 0 0 0 0,-1-1-1 0 0,0 0 1 0 0,-1-1 0 0 0,0 0 0 0 0,12-19-1 0 0,2-10 97 0 0,-2-1-1 0 0,19-51 0 0 0,-37 86-70 0 0,1-4 96 0 0,4-10-76 0 0,-8 20-45 0 0,0 0 0 0 0,0 0 0 0 0,0 0 1 0 0,0 0-1 0 0,0-1 0 0 0,0 1 0 0 0,0 0 0 0 0,0 0 0 0 0,0 0 0 0 0,0-1 1 0 0,0 1-1 0 0,0 0 0 0 0,1 0 0 0 0,-1 0 0 0 0,0 0 0 0 0,0-1 1 0 0,0 1-1 0 0,0 0 0 0 0,0 0 0 0 0,0 0 0 0 0,1 0 0 0 0,-1 0 0 0 0,0 0 1 0 0,0-1-1 0 0,0 1 0 0 0,0 0 0 0 0,1 0 0 0 0,-1 0 0 0 0,0 0 1 0 0,0 0-1 0 0,0 0 0 0 0,0 0 0 0 0,1 0 0 0 0,-1 0 0 0 0,0 0 0 0 0,0 0 1 0 0,0 0-1 0 0,1 0 0 0 0,-1 0 0 0 0,0 0 0 0 0,0 0 0 0 0,0 0 1 0 0,1 0-1 0 0,-1 0 0 0 0,0 0 0 0 0,0 0 0 0 0,0 0 0 0 0,0 0 0 0 0,1 1 1 0 0,-1-1-1 0 0,0 0 0 0 0,0 0 0 0 0,0 0 0 0 0,0 0 0 0 0,1 0 1 0 0,-1 0-1 0 0,0 1 0 0 0,0-1 0 0 0,0 0 0 0 0,0 2 5 0 0,1-1 0 0 0,-1 1 1 0 0,0 0-1 0 0,0 0 0 0 0,0-1 0 0 0,0 1 0 0 0,0 0 0 0 0,-1-1 0 0 0,1 1 0 0 0,0 0 0 0 0,-1-1 1 0 0,0 3-1 0 0,-1 4 28 0 0,-3 25-152 0 0,0-2 239 0 0,2 0-1 0 0,0 52 0 0 0,3-74-537 0 0,1-1 0 0 0,0 0 0 0 0,0 1 0 0 0,1-1 0 0 0,0 0 0 0 0,0 0 0 0 0,1 0 0 0 0,0-1 0 0 0,1 1 0 0 0,-1 0 0 0 0,2-1 0 0 0,-1 0 0 0 0,1 0 0 0 0,11 12 0 0 0,-4-9-2900 0 0,2-2-1358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98 580 0 0,'2'-5'874'0'0,"0"0"0"0"0,0 0 0 0 0,1 0 0 0 0,-1 0-1 0 0,1 1 1 0 0,0-1 0 0 0,0 1 0 0 0,5-4 0 0 0,-6 6-722 0 0,0 1 0 0 0,1-1 1 0 0,-1 1-1 0 0,0 0 0 0 0,1 0 0 0 0,-1 0 1 0 0,1 0-1 0 0,-1 0 0 0 0,1 1 0 0 0,0-1 0 0 0,-1 1 1 0 0,1-1-1 0 0,-1 1 0 0 0,1 0 0 0 0,0 0 0 0 0,-1 1 1 0 0,1-1-1 0 0,3 1 0 0 0,2 0-28 0 0,0 1 0 0 0,0 0 0 0 0,0 0 1 0 0,0 1-1 0 0,0 0 0 0 0,-1 1 0 0 0,1-1 0 0 0,-1 2 0 0 0,0-1 0 0 0,0 1 1 0 0,-1 0-1 0 0,1 0 0 0 0,-1 0 0 0 0,0 1 0 0 0,0 0 0 0 0,-1 1 0 0 0,10 13 0 0 0,-11-14-60 0 0,-1 1 0 0 0,1 0 0 0 0,-1-1-1 0 0,0 2 1 0 0,0-1 0 0 0,-1 0-1 0 0,0 1 1 0 0,0-1 0 0 0,-1 1-1 0 0,0-1 1 0 0,0 1 0 0 0,-1-1 0 0 0,0 1-1 0 0,0 0 1 0 0,-1-1 0 0 0,0 1-1 0 0,0 0 1 0 0,-1-1 0 0 0,-3 9-1 0 0,1-7 53 0 0,0 0 1 0 0,0 0-1 0 0,-1-1 0 0 0,0 0 0 0 0,-1 0 0 0 0,0 0 0 0 0,0 0 0 0 0,-1-1 0 0 0,0 0 0 0 0,0 0 0 0 0,-1-1 0 0 0,0 0 1 0 0,0 0-1 0 0,0-1 0 0 0,-12 6 0 0 0,18-10-99 0 0,1-1 0 0 0,-1 1 0 0 0,0 0 0 0 0,0-1 0 0 0,1 1 1 0 0,-1-1-1 0 0,0 0 0 0 0,0 1 0 0 0,0-1 0 0 0,0 0 0 0 0,-1 0 0 0 0,2 0-13 0 0,1-1-1 0 0,-1 1 1 0 0,1 0 0 0 0,-1 0-1 0 0,1 0 1 0 0,-1 0-1 0 0,1-1 1 0 0,-1 1 0 0 0,1 0-1 0 0,-1 0 1 0 0,1-1-1 0 0,0 1 1 0 0,-1 0-1 0 0,1-1 1 0 0,-1 1 0 0 0,1 0-1 0 0,0-1 1 0 0,0 1-1 0 0,-1-1 1 0 0,1 1 0 0 0,0-1-1 0 0,-1 1 1 0 0,1-1-1 0 0,0 1 1 0 0,0-1 0 0 0,0-1-1 0 0,-1 0 1 0 0,1 0-1 0 0,0 0 1 0 0,1 0-1 0 0,-1 0 1 0 0,0 0-1 0 0,1 0 1 0 0,-1 0-1 0 0,1 0 1 0 0,-1 0-1 0 0,1 0 1 0 0,0 0-1 0 0,0 1 1 0 0,0-1-1 0 0,0 0 1 0 0,1-2 0 0 0,13-14-2 0 0,1 1 1 0 0,1 0-1 0 0,0 1 1 0 0,1 1-1 0 0,37-24 1 0 0,-1 0 4 0 0,-7 4 1 0 0,-22 17-7 0 0,0-1-1 0 0,-2-1 1 0 0,0 0 0 0 0,25-30 0 0 0,-43 40-21 0 0,-2-4 0 0 0,-3 13 18 0 0,0 1 1 0 0,-1-1 0 0 0,1 0-1 0 0,0 0 1 0 0,0 0 0 0 0,0 0 0 0 0,0 1-1 0 0,-1-1 1 0 0,1 0 0 0 0,0 0 0 0 0,-1 1-1 0 0,1-1 1 0 0,-1 0 0 0 0,1 1 0 0 0,-1-1-1 0 0,1 0 1 0 0,-1 1 0 0 0,1-1-1 0 0,-1 0 1 0 0,0 1 0 0 0,1-1 0 0 0,-1 1-1 0 0,0 0 1 0 0,1-1 0 0 0,-1 1 0 0 0,0-1-1 0 0,0 1 1 0 0,1 0 0 0 0,-1 0-1 0 0,0-1 1 0 0,0 1 0 0 0,0 0 0 0 0,1 0-1 0 0,-1 0 1 0 0,0 0 0 0 0,0 0 0 0 0,0 0-1 0 0,0 0 1 0 0,1 0 0 0 0,-1 0 0 0 0,0 0-1 0 0,0 1 1 0 0,0-1 0 0 0,1 0-1 0 0,-1 0 1 0 0,-1 1 0 0 0,-4 1-5 0 0,0 0 0 0 0,0 0 1 0 0,0 0-1 0 0,-11 7 0 0 0,3 0 1 0 0,0 0 1 0 0,1 1-1 0 0,0 1 1 0 0,0 0-1 0 0,1 1 0 0 0,-16 21 1 0 0,23-28 6 0 0,1 1 1 0 0,0-1 0 0 0,0 1-1 0 0,1 0 1 0 0,-1 0-1 0 0,2 1 1 0 0,-1-1 0 0 0,1 1-1 0 0,-1-1 1 0 0,2 1-1 0 0,-1 0 1 0 0,1-1 0 0 0,0 1-1 0 0,0 0 1 0 0,1 0-1 0 0,0 0 1 0 0,0 0 0 0 0,3 13-1 0 0,-1-15 4 0 0,0 1-1 0 0,1-1 1 0 0,0 0 0 0 0,0 0-1 0 0,0 0 1 0 0,1 0 0 0 0,-1 0-1 0 0,1-1 1 0 0,0 0 0 0 0,1 1-1 0 0,-1-1 1 0 0,1-1-1 0 0,-1 1 1 0 0,1-1 0 0 0,0 0-1 0 0,1 0 1 0 0,8 4 0 0 0,4 0-98 0 0,0 0 1 0 0,0 0-1 0 0,1-2 1 0 0,22 4-1 0 0,-8-4-1221 0 0,50 1-1 0 0,-5-9-4514 0 0,-34-1 59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1988 0 0,'35'-76'11320'0'0,"-34"74"-10818"0"0,1-4 424 0 0,-2 6-906 0 0,0 0 1 0 0,1 1 0 0 0,-1-1-1 0 0,0 0 1 0 0,0 0 0 0 0,1 0-1 0 0,-1 0 1 0 0,0 1 0 0 0,0-1 0 0 0,0 0-1 0 0,1 0 1 0 0,-1 0 0 0 0,0 1-1 0 0,0-1 1 0 0,0 0 0 0 0,0 0-1 0 0,1 1 1 0 0,-1-1 0 0 0,0 0-1 0 0,0 1 1 0 0,0-1 0 0 0,0 0-1 0 0,0 0 1 0 0,0 1 0 0 0,0-1-1 0 0,0 0 1 0 0,0 1 0 0 0,0-1-1 0 0,0 0 1 0 0,0 0 0 0 0,0 1-1 0 0,0-1 1 0 0,0 0 0 0 0,0 1-1 0 0,0-1 1 0 0,0 0 0 0 0,0 0-1 0 0,-1 1 1 0 0,1-1 0 0 0,-2 36 585 0 0,-1-1 1 0 0,-9 37-1 0 0,6-43-598 0 0,1 1 1 0 0,2 0 0 0 0,0 59-1 0 0,3-87-176 0 0,0 0 0 0 0,0-1-1 0 0,0 1 1 0 0,0 0 0 0 0,0-1 0 0 0,0 1-1 0 0,0 0 1 0 0,1-1 0 0 0,-1 1 0 0 0,1 0-1 0 0,-1-1 1 0 0,1 1 0 0 0,0-1-1 0 0,0 1 1 0 0,-1-1 0 0 0,1 0 0 0 0,0 1-1 0 0,0-1 1 0 0,0 0 0 0 0,1 1 0 0 0,-1-1-1 0 0,0 0 1 0 0,0 0 0 0 0,1 0-1 0 0,-1 0 1 0 0,0 0 0 0 0,1 0 0 0 0,-1-1-1 0 0,1 1 1 0 0,2 0 0 0 0,-3 0-53 0 0,-1-1 0 0 0,1 0 0 0 0,0 0 0 0 0,0 0 0 0 0,0-1 0 0 0,0 1 0 0 0,0 0 0 0 0,0 0 0 0 0,-1 0 0 0 0,1-1 0 0 0,0 1 1 0 0,0 0-1 0 0,0-1 0 0 0,-1 1 0 0 0,1-1 0 0 0,0 1 0 0 0,0-1 0 0 0,-1 1 0 0 0,2-1 0 0 0,11-11-5156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32 592 0 0,'-9'-7'2088'0'0,"2"-2"-612"0"0,2 2 573 0 0,-7 0-321 0 0,-6 5-1108 0 0,7 9-572 0 0,6 0-236 0 0,-1 9-924 0 0,5-7 16 0 0,2 11-2705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 1556 0 0,'2'2'1879'0'0,"1"8"-798"0"0,1 1 0 0 0,-1-1 1 0 0,-1 0-1 0 0,0 1 0 0 0,1 18 0 0 0,-2 59 599 0 0,-1-54-1112 0 0,0-6-349 0 0,-2 0-1 0 0,-1 0 0 0 0,-6 27 0 0 0,7-44-131 0 0,-1 0 0 0 0,0 0 0 0 0,-1-1 0 0 0,0 0-1 0 0,0 1 1 0 0,-1-2 0 0 0,-1 1 0 0 0,0 0 0 0 0,0-1 0 0 0,-12 14 0 0 0,17-22-78 0 0,0 0 1 0 0,0 0 0 0 0,0 1 0 0 0,0-1 0 0 0,-1 0 0 0 0,1 0-1 0 0,0 0 1 0 0,0-1 0 0 0,-1 1 0 0 0,1 0 0 0 0,-1 0 0 0 0,1-1-1 0 0,0 1 1 0 0,-1 0 0 0 0,0-1 0 0 0,1 0 0 0 0,-1 1 0 0 0,1-1-1 0 0,-1 0 1 0 0,1 0 0 0 0,-1 0 0 0 0,0 0 0 0 0,1 0 0 0 0,-1 0-1 0 0,1 0 1 0 0,-1-1 0 0 0,1 1 0 0 0,-1 0 0 0 0,1-1 0 0 0,-1 0-1 0 0,1 1 1 0 0,-1-1 0 0 0,1 0 0 0 0,-1 0 0 0 0,-1-1 0 0 0,0-1-3 0 0,-1-1 0 0 0,1 1 1 0 0,0-1-1 0 0,0 0 1 0 0,0 0-1 0 0,1 0 0 0 0,-1-1 1 0 0,1 1-1 0 0,0 0 1 0 0,-2-7-1 0 0,1 0-1 0 0,0 1 0 0 0,0 0 0 0 0,1-1 0 0 0,0 0 0 0 0,1 1 0 0 0,0-1-1 0 0,1 0 1 0 0,0 0 0 0 0,0 1 0 0 0,1-1 0 0 0,4-15 0 0 0,-3 20-6 0 0,-1 0 0 0 0,2 0 0 0 0,-1 1 0 0 0,1-1 0 0 0,0 0 0 0 0,0 1 0 0 0,0 0 0 0 0,1 0 0 0 0,0 0 0 0 0,0 0 0 0 0,0 0 0 0 0,0 1 0 0 0,1 0 0 0 0,0 0 0 0 0,0 0 0 0 0,0 1 0 0 0,0-1 0 0 0,0 1 0 0 0,1 0 0 0 0,0 1 0 0 0,7-3 0 0 0,0 1-5 0 0,0 1 1 0 0,1 0-1 0 0,-1 1 1 0 0,1 1 0 0 0,0 0-1 0 0,-1 1 1 0 0,1 1-1 0 0,-1 0 1 0 0,1 0-1 0 0,-1 1 1 0 0,1 1 0 0 0,-1 1-1 0 0,19 7 1 0 0,-18-6-1 0 0,0 1 0 0 0,0 0 0 0 0,-1 1 0 0 0,0 1 1 0 0,0 0-1 0 0,-1 1 0 0 0,0 0 0 0 0,-1 1 0 0 0,0 0 0 0 0,0 1 1 0 0,-1 0-1 0 0,9 13 0 0 0,-17-19 24 0 0,1-1 0 0 0,-1 0 0 0 0,1 0 0 0 0,-1 1 0 0 0,-1 0-1 0 0,1-1 1 0 0,-1 1 0 0 0,1 0 0 0 0,-1 0 0 0 0,-1-1 0 0 0,1 1 0 0 0,-1 0 0 0 0,0 0 0 0 0,0 0 0 0 0,0 0 0 0 0,0 0 0 0 0,-1 0-1 0 0,0 0 1 0 0,0-1 0 0 0,-1 1 0 0 0,1 0 0 0 0,-1-1 0 0 0,0 1 0 0 0,0-1 0 0 0,0 1 0 0 0,-1-1 0 0 0,0 0 0 0 0,0 0-1 0 0,-6 7 1 0 0,8-10-12 0 0,-1 0 0 0 0,1-1 0 0 0,-1 1 0 0 0,1 0 0 0 0,-1-1 0 0 0,0 1 0 0 0,1-1 0 0 0,-1 1 0 0 0,1-1 0 0 0,-1 0 0 0 0,0 0-1 0 0,0 1 1 0 0,1-1 0 0 0,-1 0 0 0 0,0-1 0 0 0,1 1 0 0 0,-1 0 0 0 0,0 0 0 0 0,1-1 0 0 0,-1 1 0 0 0,0-1 0 0 0,1 1 0 0 0,-1-1 0 0 0,1 0 0 0 0,-1 0-1 0 0,1 0 1 0 0,-1 0 0 0 0,1 0 0 0 0,0 0 0 0 0,-2-2 0 0 0,0-1-4 0 0,0 0 0 0 0,0-1 0 0 0,1 1 0 0 0,0-1 0 0 0,-1 0 0 0 0,2 0 0 0 0,-1 0 1 0 0,1 0-1 0 0,-1 0 0 0 0,1 0 0 0 0,1 0 0 0 0,-1-1 0 0 0,1 1 0 0 0,0 0 0 0 0,0 0 0 0 0,1 0 0 0 0,0-7 0 0 0,1 2-3 0 0,0 0 0 0 0,1 1 0 0 0,-1-1-1 0 0,2 1 1 0 0,0 0 0 0 0,0 0 0 0 0,0 0 0 0 0,8-10-1 0 0,-3 7 0 0 0,1 0-1 0 0,1 1 1 0 0,-1 0-1 0 0,2 1 1 0 0,0 1-1 0 0,0 0 0 0 0,0 0 1 0 0,1 1-1 0 0,0 1 1 0 0,17-7-1 0 0,-8 4 22 0 0,1 2 0 0 0,0 1 0 0 0,0 0 1 0 0,1 2-1 0 0,40-4 0 0 0,-52 8 93 0 0,0 0 0 0 0,0 1 0 0 0,1 1-1 0 0,-1 0 1 0 0,0 0 0 0 0,22 7 0 0 0,-30-7-49 0 0,-1 0-1 0 0,0 0 0 0 0,1 0 1 0 0,-1 1-1 0 0,0 0 0 0 0,0-1 0 0 0,0 1 1 0 0,0 0-1 0 0,0 1 0 0 0,-1-1 1 0 0,1 0-1 0 0,-1 1 0 0 0,1-1 0 0 0,-1 1 1 0 0,0 0-1 0 0,0 0 0 0 0,0 0 1 0 0,0 0-1 0 0,-1 0 0 0 0,1 1 1 0 0,-1-1-1 0 0,0 0 0 0 0,0 1 0 0 0,0-1 1 0 0,0 1-1 0 0,0-1 0 0 0,-1 6 1 0 0,0 8 26 0 0,-2 0 0 0 0,0-1 0 0 0,-1 1 0 0 0,0-1 0 0 0,-1 1 0 0 0,-1-1 0 0 0,-12 25 1 0 0,7-13-44 0 0,-9 32 1 0 0,19-59-93 0 0,-1 1 0 0 0,0 0 0 0 0,1 0 0 0 0,0-1 0 0 0,-1 1 0 0 0,1 0 0 0 0,0 0 0 0 0,0 0 0 0 0,0 0 1 0 0,0-1-1 0 0,0 1 0 0 0,0 0 0 0 0,1 0 0 0 0,-1 0 0 0 0,1-1 0 0 0,-1 1 0 0 0,1 0 0 0 0,0 0 0 0 0,-1-1 0 0 0,1 1 0 0 0,0-1 1 0 0,0 1-1 0 0,0 0 0 0 0,0-1 0 0 0,1 0 0 0 0,-1 1 0 0 0,0-1 0 0 0,1 0 0 0 0,1 2 0 0 0,1-1-239 0 0,0-1 0 0 0,0 0 0 0 0,0 0 1 0 0,0 0-1 0 0,0 0 0 0 0,0 0 0 0 0,0-1 0 0 0,0 0 0 0 0,0 0 0 0 0,0 0 0 0 0,1-1 0 0 0,6 0 0 0 0,3-3-205 0 0,0 1-1 0 0,0-2 1 0 0,0 1-1 0 0,0-2 1 0 0,-1 0-1 0 0,0-1 1 0 0,0 0-1 0 0,-1-1 1 0 0,19-15-1 0 0,-13 8 825 0 0,-1-1 0 0 0,0 0 0 0 0,-1-2 0 0 0,-1 0 0 0 0,16-25 0 0 0,-13 11 2792 0 0,28-68 672 0 0,-47 103-3635 0 0,-40 123 1214 0 0,36-108-1311 0 0,1 0-1 0 0,1 1 0 0 0,1-1 0 0 0,0 1 1 0 0,2 23-1 0 0,0-38-57 0 0,0 1 0 0 0,1 0 1 0 0,0-1-1 0 0,0 1 0 0 0,0-1 1 0 0,0 1-1 0 0,1-1 0 0 0,0 1 0 0 0,-1-1 1 0 0,2 0-1 0 0,3 7 0 0 0,-4-9-123 0 0,0 1-1 0 0,1-1 1 0 0,-1-1 0 0 0,0 1-1 0 0,0 0 1 0 0,1-1-1 0 0,-1 1 1 0 0,1-1-1 0 0,0 1 1 0 0,-1-1-1 0 0,1 0 1 0 0,0 0-1 0 0,0-1 1 0 0,-1 1 0 0 0,1 0-1 0 0,0-1 1 0 0,0 0-1 0 0,0 0 1 0 0,4 0-1 0 0,-2 0-483 0 0,-1 0-1 0 0,1-1 1 0 0,0 0-1 0 0,0 0 1 0 0,-1 0-1 0 0,1-1 1 0 0,-1 1-1 0 0,1-1 1 0 0,-1 0-1 0 0,1-1 0 0 0,-1 1 1 0 0,0-1-1 0 0,0 0 1 0 0,-1 1-1 0 0,1-2 1 0 0,6-5-1 0 0,7-10-4284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3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42 1824 0 0,'-6'-5'628'0'0,"0"0"-1"0"0,-1 1 1 0 0,1 0-1 0 0,-1 0 1 0 0,0 1-1 0 0,0 0 1 0 0,0 0 0 0 0,0 0-1 0 0,-1 1 1 0 0,1 0-1 0 0,-1 1 1 0 0,-9-1-1 0 0,15 2-608 0 0,1 0-1 0 0,-1 0 1 0 0,1 0-1 0 0,-1 0 1 0 0,0 0-1 0 0,1 1 1 0 0,-1-1-1 0 0,1 0 1 0 0,-1 1-1 0 0,1 0 1 0 0,-1-1-1 0 0,1 1 1 0 0,-1 0-1 0 0,1 0 1 0 0,0-1-1 0 0,0 1 1 0 0,-1 0-1 0 0,1 1 1 0 0,0-1-1 0 0,0 0 1 0 0,0 0-1 0 0,0 0 1 0 0,0 1-1 0 0,0-1 1 0 0,0 0-1 0 0,0 1 0 0 0,1-1 1 0 0,-1 1-1 0 0,0 2 1 0 0,0 1-611 0 0,0-1 0 0 0,0 1-1 0 0,1 0 1 0 0,-1 0 0 0 0,1-1 0 0 0,0 1 0 0 0,1 0-1 0 0,0 5 1 0 0,2 2-2211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1760 0 0,'-3'0'5163'0'0,"-6"-2"-3129"0"0,19 3 1530 0 0,10 1-717 0 0,-11-1-3774 0 0,0 0 1052 0 0,29 4 320 0 0,53 13 1 0 0,-81-15-425 0 0,0 0 0 0 0,-1 0-1 0 0,1 1 1 0 0,-1 0-1 0 0,0 1 1 0 0,0 0 0 0 0,0 1-1 0 0,-1 0 1 0 0,0 0-1 0 0,11 10 1 0 0,-16-13-16 0 0,0 1-1 0 0,0-1 1 0 0,-1 1-1 0 0,1 0 1 0 0,-1 0-1 0 0,0-1 1 0 0,0 2-1 0 0,0-1 0 0 0,0 0 1 0 0,-1 0-1 0 0,0 0 1 0 0,0 1-1 0 0,0-1 1 0 0,0 1-1 0 0,0 6 1 0 0,-2-5-1 0 0,1 1 0 0 0,-1-1 0 0 0,0 1 0 0 0,-1-1 0 0 0,0 1 0 0 0,0-1 0 0 0,0 0 0 0 0,0 0 0 0 0,-6 9 1 0 0,-3 3 20 0 0,-2 0 0 0 0,1-1 1 0 0,-2-1-1 0 0,-1 0 0 0 0,-21 19 1 0 0,13-16 206 0 0,-2 0 1 0 0,0-2-1 0 0,-53 29 0 0 0,74-44-140 0 0,0-1 0 0 0,0 1 0 0 0,0-1 0 0 0,0 0-1 0 0,0 0 1 0 0,-1 0 0 0 0,-7-1 0 0 0,12 0-90 0 0,-1 0 0 0 0,1 0 0 0 0,0-1 0 0 0,0 1 0 0 0,0 0 0 0 0,-1-1 0 0 0,1 1 0 0 0,0 0 0 0 0,0-1 0 0 0,0 1 0 0 0,0 0 0 0 0,0-1 0 0 0,0 1 0 0 0,0 0-1 0 0,0-1 1 0 0,0 1 0 0 0,0-1 0 0 0,0 1 0 0 0,0 0 0 0 0,0-1 0 0 0,0 1 0 0 0,0 0 0 0 0,0-1 0 0 0,0 1 0 0 0,0 0 0 0 0,1-1 0 0 0,-1 1 0 0 0,0 0 0 0 0,0-1 0 0 0,1 1 0 0 0,7-14 16 0 0,0 8-21 0 0,1 1 0 0 0,0 1 0 0 0,0-1 0 0 0,0 1 0 0 0,0 1 0 0 0,1 0 0 0 0,0 0 0 0 0,-1 1-1 0 0,1 0 1 0 0,0 1 0 0 0,0 0 0 0 0,0 1 0 0 0,0 0 0 0 0,0 0 0 0 0,0 1 0 0 0,0 0 0 0 0,17 5 0 0 0,-15-3 23 0 0,-1 0 1 0 0,1 1-1 0 0,-1 0 1 0 0,0 1-1 0 0,0 0 1 0 0,-1 0-1 0 0,0 2 1 0 0,0-1 0 0 0,0 1-1 0 0,0 1 1 0 0,-1-1-1 0 0,-1 2 1 0 0,1-1-1 0 0,12 18 1 0 0,-10-9 41 0 0,-2-1 0 0 0,-1 1 0 0 0,0 1-1 0 0,-1 0 1 0 0,0 0 0 0 0,-2 0 0 0 0,0 1 0 0 0,3 23 0 0 0,-7-27 21 0 0,1-1 0 0 0,-2 0 0 0 0,0 0 1 0 0,0 0-1 0 0,-1 0 0 0 0,-1 0 0 0 0,-1 0 1 0 0,0 0-1 0 0,0 0 0 0 0,-1-1 0 0 0,-12 25 0 0 0,12-31-5 0 0,0-1-1 0 0,-1 0 0 0 0,1 1 0 0 0,-1-1 0 0 0,-1-1 0 0 0,1 1 0 0 0,-1-1 0 0 0,0 0 0 0 0,0 0 0 0 0,-1-1 0 0 0,0 0 0 0 0,1 0 0 0 0,-1 0 0 0 0,0-1 0 0 0,-1 0 1 0 0,1-1-1 0 0,-1 1 0 0 0,1-1 0 0 0,-1-1 0 0 0,0 0 0 0 0,1 0 0 0 0,-1 0 0 0 0,0-1 0 0 0,-10 0 0 0 0,9-1-28 0 0,0 0 0 0 0,0 0 1 0 0,0 0-1 0 0,1-1 0 0 0,-1 0 0 0 0,1-1 0 0 0,-1 0 0 0 0,1-1 0 0 0,0 1 0 0 0,0-1 1 0 0,1-1-1 0 0,-1 0 0 0 0,1 0 0 0 0,0 0 0 0 0,0-1 0 0 0,0 0 0 0 0,1 0 1 0 0,0-1-1 0 0,0 1 0 0 0,1-1 0 0 0,-7-11 0 0 0,11 14-42 0 0,-1 0-1 0 0,0 0 1 0 0,1 0-1 0 0,0-1 1 0 0,0 1-1 0 0,1 0 1 0 0,-1 0-1 0 0,1-1 1 0 0,0 1 0 0 0,0 0-1 0 0,0-1 1 0 0,0 1-1 0 0,1 0 1 0 0,0-1-1 0 0,0 1 1 0 0,0 0-1 0 0,0 0 1 0 0,1 0 0 0 0,-1 0-1 0 0,1 0 1 0 0,0 0-1 0 0,0 0 1 0 0,1 1-1 0 0,-1-1 1 0 0,4-3-1 0 0,7-8-68 0 0,1 0-1 0 0,0 0 1 0 0,30-23-1 0 0,-42 37 48 0 0,32-25-818 0 0,1 2 0 0 0,1 2 0 0 0,58-27-1 0 0,123-40-8136 0 0,-166 69 5493 0 0,-12 4-752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369 702 240 0 0,'4'-7'822'0'0,"0"0"0"0"0,0 0 0 0 0,0 0 0 0 0,-1-1 0 0 0,0 0 0 0 0,-1 1 0 0 0,0-1 0 0 0,0 0 0 0 0,0 0 0 0 0,0-12 0 0 0,-2 17-716 0 0,1 1-1 0 0,-1-1 0 0 0,0 1 0 0 0,-1-1 0 0 0,1 1 0 0 0,0-1 0 0 0,-1 1 0 0 0,1-1 1 0 0,-1 1-1 0 0,0-1 0 0 0,0 1 0 0 0,0 0 0 0 0,0-1 0 0 0,0 1 0 0 0,0 0 0 0 0,-1 0 0 0 0,1 0 1 0 0,-1 0-1 0 0,1 0 0 0 0,-1 0 0 0 0,0 0 0 0 0,0 0 0 0 0,0 1 0 0 0,0-1 0 0 0,0 1 1 0 0,0 0-1 0 0,0-1 0 0 0,0 1 0 0 0,-1 0 0 0 0,1 0 0 0 0,0 0 0 0 0,-1 1 0 0 0,1-1 1 0 0,-1 1-1 0 0,1-1 0 0 0,-4 1 0 0 0,0-1-3 0 0,0 1 0 0 0,0 1-1 0 0,-1-1 1 0 0,1 1 0 0 0,0 1 0 0 0,0-1 0 0 0,0 1 0 0 0,0 0 0 0 0,0 0 0 0 0,-10 5-1 0 0,-3 4 187 0 0,-27 19-1 0 0,23-13-115 0 0,2 0-1 0 0,0 2 0 0 0,-36 40 1 0 0,47-47-136 0 0,0 1 0 0 0,1 0 1 0 0,0 0-1 0 0,1 1 1 0 0,1 0-1 0 0,0 1 0 0 0,1-1 1 0 0,-5 22-1 0 0,10-34-31 0 0,0 0 0 0 0,0 1-1 0 0,1-1 1 0 0,-1 1 0 0 0,1-1 0 0 0,0 0-1 0 0,0 1 1 0 0,0-1 0 0 0,0 1-1 0 0,0-1 1 0 0,0 1 0 0 0,1-1 0 0 0,-1 1-1 0 0,1-1 1 0 0,-1 0 0 0 0,1 1 0 0 0,0-1-1 0 0,0 0 1 0 0,0 1 0 0 0,0-1 0 0 0,1 0-1 0 0,-1 0 1 0 0,1 0 0 0 0,-1 0 0 0 0,1 0-1 0 0,0-1 1 0 0,-1 1 0 0 0,1 0-1 0 0,0-1 1 0 0,0 1 0 0 0,0-1 0 0 0,0 0-1 0 0,1 1 1 0 0,-1-1 0 0 0,0 0 0 0 0,0-1-1 0 0,1 1 1 0 0,-1 0 0 0 0,4 0 0 0 0,2 1-4 0 0,1-1 0 0 0,0-1 1 0 0,-1 1-1 0 0,1-2 0 0 0,0 1 1 0 0,-1-1-1 0 0,1 0 1 0 0,-1-1-1 0 0,1 0 0 0 0,8-3 1 0 0,-7 1-14 0 0,0 0 1 0 0,-1-1 0 0 0,0-1-1 0 0,1 0 1 0 0,-2 0 0 0 0,1 0-1 0 0,-1-1 1 0 0,0 0 0 0 0,0-1-1 0 0,-1 0 1 0 0,0 0-1 0 0,7-13 1 0 0,0 1-1 0 0,-2-2 0 0 0,0 0 0 0 0,-1 0 0 0 0,9-31 0 0 0,9-51 379 0 0,-24 85-270 0 0,-5 16 282 0 0,-11 14 75 0 0,5-2-311 0 0,1 0 0 0 0,1 0 0 0 0,0 1 0 0 0,0 0 0 0 0,1-1 0 0 0,0 1 0 0 0,0 0 0 0 0,1 1 0 0 0,-1 12-1 0 0,0-5-28 0 0,1-8-76 0 0,1 1 0 0 0,0-1 0 0 0,0 1 1 0 0,1-1-1 0 0,0 1 0 0 0,1-1 0 0 0,0 1 0 0 0,1-1 0 0 0,0 0 0 0 0,6 18 1 0 0,-5-23-33 0 0,-1 1 1 0 0,1-1-1 0 0,0 1 1 0 0,0-1 0 0 0,1 0-1 0 0,0 0 1 0 0,0 0 0 0 0,0-1-1 0 0,0 0 1 0 0,1 1-1 0 0,0-2 1 0 0,0 1 0 0 0,0 0-1 0 0,0-1 1 0 0,0 0 0 0 0,1 0-1 0 0,-1-1 1 0 0,1 1-1 0 0,9 2 1 0 0,-4-2-219 0 0,1-1 1 0 0,-1 1-1 0 0,0-2 0 0 0,1 0 0 0 0,-1 0 1 0 0,1-1-1 0 0,0 0 0 0 0,-1-1 0 0 0,1-1 1 0 0,-1 1-1 0 0,1-2 0 0 0,-1 0 1 0 0,0 0-1 0 0,0-1 0 0 0,0 0 0 0 0,-1-1 1 0 0,0 0-1 0 0,1-1 0 0 0,-2 0 0 0 0,1-1 1 0 0,-1 0-1 0 0,0 0 0 0 0,0-1 0 0 0,-1 0 1 0 0,0 0-1 0 0,0-1 0 0 0,8-13 1 0 0,4-9 3 0 0,0-2 1 0 0,-3 0-1 0 0,0-2 1 0 0,-2 0-1 0 0,-2 0 1 0 0,10-43-1 0 0,-8 14 590 0 0,-3-1 0 0 0,7-113 1 0 0,-17 128 1044 0 0,-1-1 1 0 0,-8-61 0 0 0,7 111-1404 0 0,0 1 0 0 0,0 0 0 0 0,0-1 0 0 0,0 1 0 0 0,0 0 0 0 0,0-1 0 0 0,0 1 0 0 0,0-1 0 0 0,0 1 0 0 0,-1 0 0 0 0,1-1 0 0 0,0 1 0 0 0,0 0 0 0 0,0-1 0 0 0,0 1 0 0 0,0 0 0 0 0,-1-1 0 0 0,1 1 0 0 0,0 0 0 0 0,0-1 0 0 0,-1 1 0 0 0,1 0 0 0 0,0 0 0 0 0,0-1 0 0 0,-1 1 0 0 0,1 0 0 0 0,0 0 0 0 0,-1-1 0 0 0,1 1 0 0 0,0 0 0 0 0,-1 0 0 0 0,-7 8 384 0 0,-5 19 214 0 0,-8 42 1031 0 0,-20 132-1 0 0,8 76-556 0 0,27-218-1542 0 0,2 0 0 0 0,8 109 0 0 0,-3-159-1 0 0,0-1-1 0 0,1 1 1 0 0,0-1-1 0 0,0 0 0 0 0,1 1 1 0 0,7 13-1 0 0,-8-18-187 0 0,1 0-1 0 0,0 0 0 0 0,-1-1 0 0 0,1 1 0 0 0,7 5 1 0 0,-8-6-185 0 0,1-1 1 0 0,0 0 0 0 0,0 0 0 0 0,0 0 0 0 0,0-1 0 0 0,0 1 0 0 0,1-1 0 0 0,3 2-1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2308 0 0,'67'-164'15294'0'0,"-67"163"-15219"0"0,0 1 1 0 0,0 0 0 0 0,0-1 0 0 0,0 1 0 0 0,0-1 0 0 0,0 1 0 0 0,0-1-1 0 0,0 1 1 0 0,1 0 0 0 0,-1-1 0 0 0,0 1 0 0 0,0-1 0 0 0,0 1-1 0 0,1 0 1 0 0,-1-1 0 0 0,0 1 0 0 0,0 0 0 0 0,1-1 0 0 0,-1 1 0 0 0,0 0-1 0 0,1-1 1 0 0,-1 1 0 0 0,1 0 0 0 0,-1 0 0 0 0,0 0 0 0 0,1-1-1 0 0,-1 1 1 0 0,1 0 0 0 0,-1 0 0 0 0,0 0 0 0 0,1 0 0 0 0,-1 0 0 0 0,1 0-1 0 0,-1-1 1 0 0,1 1 0 0 0,-1 0 0 0 0,0 0 0 0 0,1 1 0 0 0,-1-1 0 0 0,1 0-1 0 0,-1 0 1 0 0,1 0 0 0 0,-1 0 0 0 0,0 0 0 0 0,1 0 0 0 0,0 1-1 0 0,0-1-423 0 0,0 1 383 0 0,-1 0-1 0 0,1 0 1 0 0,-1 0 0 0 0,0 0-1 0 0,1 0 1 0 0,-1 0 0 0 0,0 0-1 0 0,0 0 1 0 0,0 0 0 0 0,0 0-1 0 0,0 0 1 0 0,0 0 0 0 0,0 0-1 0 0,-1 2 1 0 0,-4 92 1254 0 0,2-71-1216 0 0,1 0 1 0 0,2 0 0 0 0,0 0-1 0 0,1 0 1 0 0,5 24 0 0 0,-5-45-156 0 0,-1 0 1 0 0,1 0 0 0 0,0 0 0 0 0,0 0-1 0 0,0 0 1 0 0,1 0 0 0 0,-1 0-1 0 0,1-1 1 0 0,0 1 0 0 0,-1 0 0 0 0,1-1-1 0 0,0 0 1 0 0,0 1 0 0 0,1-1-1 0 0,-1 0 1 0 0,0 0 0 0 0,1 0 0 0 0,4 2-1 0 0,-3-2-140 0 0,0 0 0 0 0,1 0 0 0 0,-1-1 0 0 0,1 0 0 0 0,0 0 0 0 0,-1 0 0 0 0,1 0 0 0 0,0-1 0 0 0,-1 0 0 0 0,1 0 0 0 0,6-1-1 0 0,1-1-258 0 0,0 0 0 0 0,0-1 0 0 0,0 0 0 0 0,0-1-1 0 0,0 0 1 0 0,-1-1 0 0 0,0-1 0 0 0,16-9 0 0 0,-6-1 229 0 0,0 0 0 0 0,-1-1 0 0 0,-1-2 0 0 0,-1 0 0 0 0,19-24 0 0 0,-25 26 894 0 0,-1 1-1 0 0,0-2 1 0 0,-2 1 0 0 0,9-21-1 0 0,-12 25-290 0 0,-2 3 889 0 0,-15 13-568 0 0,8 0-587 0 0,-1-1-1 0 0,1 0 1 0 0,0 1-1 0 0,1-1 0 0 0,-1 1 1 0 0,0 0-1 0 0,1 0 1 0 0,0 0-1 0 0,-1 0 0 0 0,-1 4 1 0 0,-17 38 363 0 0,13-28-280 0 0,3-5-92 0 0,0 0 1 0 0,1 1-1 0 0,-5 17 1 0 0,8-26-62 0 0,1 0-1 0 0,-1 0 0 0 0,1 0 1 0 0,-1 0-1 0 0,1 0 1 0 0,0 1-1 0 0,1-1 1 0 0,-1 0-1 0 0,1 0 1 0 0,-1 0-1 0 0,1 0 1 0 0,1 0-1 0 0,-1-1 0 0 0,3 7 1 0 0,-3-9-12 0 0,1 1 0 0 0,0 0 0 0 0,0 0 0 0 0,0-1 1 0 0,0 1-1 0 0,0-1 0 0 0,0 0 0 0 0,0 0 0 0 0,0 0 0 0 0,0 0 0 0 0,0 0 0 0 0,1 0 1 0 0,-1 0-1 0 0,4 0 0 0 0,34 4-86 0 0,-27-6 44 0 0,-1 0 0 0 0,1-1 0 0 0,-1 0 0 0 0,1-1-1 0 0,-1-1 1 0 0,0 0 0 0 0,0-1 0 0 0,0 0 0 0 0,-1-1 0 0 0,1 0 0 0 0,-2 0 0 0 0,1-1 0 0 0,-1-1 0 0 0,0 0-1 0 0,10-10 1 0 0,-8 6-10 0 0,0 0 0 0 0,-1-1-1 0 0,-1 0 1 0 0,0 0-1 0 0,0-1 1 0 0,-2-1 0 0 0,0 0-1 0 0,0 0 1 0 0,-1 0 0 0 0,-1-1-1 0 0,4-17 1 0 0,-9 29 43 0 0,0 0 0 0 0,0-1 0 0 0,-1 1 1 0 0,1-1-1 0 0,-1 1 0 0 0,0-1 0 0 0,0 1 0 0 0,-1-1 1 0 0,1 1-1 0 0,-1-1 0 0 0,0 1 0 0 0,0 0 1 0 0,-1-1-1 0 0,1 1 0 0 0,-1 0 0 0 0,0 0 0 0 0,0 0 1 0 0,0 0-1 0 0,-5-6 0 0 0,3 6 1 0 0,1 1 1 0 0,-1-1-1 0 0,0 1 0 0 0,0 0 1 0 0,0 0-1 0 0,-1 0 1 0 0,1 1-1 0 0,-1 0 0 0 0,1-1 1 0 0,-1 2-1 0 0,0-1 0 0 0,0 0 1 0 0,0 1-1 0 0,0 0 0 0 0,0 0 1 0 0,0 1-1 0 0,-6-1 0 0 0,-1 1-20 0 0,0 1-1 0 0,0 0 1 0 0,0 1-1 0 0,0 1 1 0 0,1 0-1 0 0,-1 0 1 0 0,1 1-1 0 0,0 0 0 0 0,0 1 1 0 0,0 1-1 0 0,-15 10 1 0 0,3-2-603 0 0,2 2-1 0 0,0 1 1 0 0,1 1 0 0 0,-20 22 0 0 0,6-1-2074 0 0,14-13-1929 0 0,7-8-1287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2344 0 0,'1'-3'641'0'0,"-1"0"0"0"0,1 0 0 0 0,-1 0 0 0 0,1 1 0 0 0,0-1 0 0 0,0 0 0 0 0,0 1 0 0 0,1-1 1 0 0,-1 1-1 0 0,1-1 0 0 0,-1 1 0 0 0,5-5 812 0 0,9 9 27 0 0,-13-1-1339 0 0,0 0 0 0 0,1 0 0 0 0,-1 0 0 0 0,0 0 0 0 0,0 0 0 0 0,0 1 0 0 0,0-1 0 0 0,-1 0 0 0 0,1 1 0 0 0,0 0 1 0 0,-1-1-1 0 0,1 1 0 0 0,-1 0 0 0 0,1 0 0 0 0,-1 0 0 0 0,2 3 0 0 0,14 33 1204 0 0,-16-37-1300 0 0,4 14 247 0 0,-1 0 1 0 0,0 0 0 0 0,-1 0-1 0 0,-1 1 1 0 0,1 22 0 0 0,-2-28-230 0 0,-1 1 0 0 0,-1-1 0 0 0,0 1 1 0 0,-1-1-1 0 0,0 1 0 0 0,0-1 1 0 0,-1 0-1 0 0,-8 19 0 0 0,4-12 41 0 0,-2 2-5 0 0,8-18-59 0 0,-2-5-86 0 0,2 4 44 0 0,1 0 0 0 0,0 0 0 0 0,-1-1-1 0 0,1 1 1 0 0,0 0 0 0 0,0 0 0 0 0,-1 0-1 0 0,1-1 1 0 0,0 1 0 0 0,0 0 0 0 0,0 0-1 0 0,-1-1 1 0 0,1 1 0 0 0,0 0 0 0 0,0 0-1 0 0,0-1 1 0 0,0 1 0 0 0,-1 0 0 0 0,1-1-1 0 0,0 1 1 0 0,0 0 0 0 0,0-1 0 0 0,0 1-1 0 0,0 0 1 0 0,0 0 0 0 0,0-1 0 0 0,0 1-1 0 0,0 0 1 0 0,0-1 0 0 0,0 1 0 0 0,0 0-1 0 0,0-1 1 0 0,0 1 0 0 0,1-1 0 0 0,12-33-167 0 0,1 1 0 0 0,3 0 0 0 0,31-48 1 0 0,-35 62 150 0 0,1 0 1 0 0,1 0 0 0 0,1 2 0 0 0,1 0 0 0 0,0 0 0 0 0,34-23 0 0 0,-48 38 14 0 0,1-1 0 0 0,0 1 0 0 0,0 0-1 0 0,0 0 1 0 0,0 0 0 0 0,0 0 0 0 0,0 1 0 0 0,1 0 0 0 0,-1 0 0 0 0,0 0 0 0 0,1 0-1 0 0,-1 1 1 0 0,1-1 0 0 0,-1 1 0 0 0,1 0 0 0 0,8 2 0 0 0,-10-1 15 0 0,0 0 1 0 0,0 0-1 0 0,0 1 0 0 0,0-1 1 0 0,0 1-1 0 0,0-1 1 0 0,-1 1-1 0 0,1 0 0 0 0,-1 0 1 0 0,1 1-1 0 0,-1-1 1 0 0,0 0-1 0 0,0 1 1 0 0,0-1-1 0 0,0 1 0 0 0,0 0 1 0 0,-1-1-1 0 0,1 1 1 0 0,-1 0-1 0 0,0 0 0 0 0,0 0 1 0 0,0 0-1 0 0,1 5 1 0 0,0 4 99 0 0,-1 0-1 0 0,0 1 1 0 0,0-1 0 0 0,-1 0 0 0 0,-1 1 0 0 0,0-1 0 0 0,-1 1 0 0 0,-1-1 0 0 0,1 0 0 0 0,-7 14 0 0 0,4-4-7 0 0,0-1 1 0 0,-3 24 0 0 0,8-42-91 0 0,0 0 1 0 0,0-1-1 0 0,0 1 0 0 0,0 0 1 0 0,0 0-1 0 0,1-1 0 0 0,-1 1 1 0 0,1 0-1 0 0,-1-1 0 0 0,1 1 1 0 0,0 0-1 0 0,2 2 0 0 0,-2-4-33 0 0,0 1-1 0 0,0-1 0 0 0,0 0 0 0 0,0 0 1 0 0,1 0-1 0 0,-1 0 0 0 0,0 0 1 0 0,1 0-1 0 0,-1 0 0 0 0,1 0 0 0 0,-1 0 1 0 0,1-1-1 0 0,0 1 0 0 0,-1-1 1 0 0,1 1-1 0 0,-1-1 0 0 0,1 0 0 0 0,0 1 1 0 0,0-1-1 0 0,-1 0 0 0 0,1 0 0 0 0,0 0 1 0 0,-1 0-1 0 0,1-1 0 0 0,0 1 1 0 0,1-1-1 0 0,5 0-364 0 0,0-1-1 0 0,-1 0 1 0 0,1-1 0 0 0,-1 1 0 0 0,0-2-1 0 0,1 1 1 0 0,-1-1 0 0 0,-1 0 0 0 0,13-9-1 0 0,-6 2-1862 0 0,0 0-1 0 0,-1-1 0 0 0,19-24 0 0 0,-13 15-2423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6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65 2228 0 0,'-105'-24'5250'0'0,"-29"-9"-742"0"0,127 31-4532 0 0,0 0 0 0 0,0 1 0 0 0,0 0 0 0 0,0 0 0 0 0,0 0 0 0 0,0 1 0 0 0,0 0 0 0 0,-9 2 0 0 0,-35 8-5661 0 0,33-5 2004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1 556 0 0,'-53'10'5444'0'0,"29"-6"-2908"0"0,1 1 0 0 0,-26 9-1 0 0,47-13-2280 0 0,2-1-245 0 0,0 0 0 0 0,0 0-1 0 0,0 0 1 0 0,0 0 0 0 0,1 0 0 0 0,-1 0-1 0 0,0 0 1 0 0,0 0 0 0 0,0 0 0 0 0,0 1 0 0 0,0-1-1 0 0,0 0 1 0 0,0 0 0 0 0,0 0 0 0 0,0 0 0 0 0,0 0-1 0 0,0 0 1 0 0,0 0 0 0 0,0 1 0 0 0,0-1 0 0 0,0 0-1 0 0,0 0 1 0 0,0 0 0 0 0,0 0 0 0 0,0 0-1 0 0,0 0 1 0 0,0 0 0 0 0,0 1 0 0 0,0-1 0 0 0,0 0-1 0 0,0 0 1 0 0,0 0 0 0 0,0 0 0 0 0,0 0 0 0 0,0 0-1 0 0,0 0 1 0 0,0 1 0 0 0,0-1 0 0 0,0 0 0 0 0,0 0-1 0 0,0 0 1 0 0,0 0 0 0 0,-1 0 0 0 0,1 0 0 0 0,0 0-1 0 0,0 0 1 0 0,0 0 0 0 0,0 0 0 0 0,0 0-1 0 0,0 1 1 0 0,0-1 0 0 0,-1 0 0 0 0,1 0 0 0 0,0 0-1 0 0,10 5 94 0 0,3 0-119 0 0,0-1 1 0 0,1-1 0 0 0,-1 0 0 0 0,27 2 0 0 0,56-3-3754 0 0,-66-2 866 0 0,9 0-2448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7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1456 0 0,'120'-165'16732'0'0,"-120"164"-16616"0"0,1 0 0 0 0,-1 0 1 0 0,0 1-1 0 0,1-1 0 0 0,-1 0 1 0 0,1 0-1 0 0,-1 1 0 0 0,1-1 1 0 0,-1 1-1 0 0,1-1 0 0 0,0 0 1 0 0,-1 1-1 0 0,1-1 0 0 0,0 1 1 0 0,-1 0-1 0 0,1-1 1 0 0,0 1-1 0 0,-1-1 0 0 0,1 1 1 0 0,0 0-1 0 0,0 0 0 0 0,0-1 1 0 0,-1 1-1 0 0,2 0 0 0 0,-1 0-30 0 0,0 1 1 0 0,-1-1-1 0 0,1 1 0 0 0,0-1 0 0 0,-1 1 0 0 0,1-1 0 0 0,-1 1 0 0 0,1 0 0 0 0,-1-1 1 0 0,1 1-1 0 0,-1 0 0 0 0,1-1 0 0 0,-1 1 0 0 0,0 0 0 0 0,1 0 0 0 0,-1-1 1 0 0,0 1-1 0 0,0 0 0 0 0,1 1 0 0 0,1 9 495 0 0,0 0-1 0 0,1 18 1 0 0,-3-22-204 0 0,1 43 499 0 0,-2-1-1 0 0,-14 94 1 0 0,7-86-624 0 0,-19 131 316 0 0,-13 138-102 0 0,40-326-466 0 0,-1 11-236 0 0,0-1 0 0 0,1 0 0 0 0,1 1 0 0 0,0-1 0 0 0,3 18-1 0 0,-3-26 125 0 0,-1-1-1 0 0,1 0 0 0 0,0 0 0 0 0,-1 0 0 0 0,1 0 0 0 0,0 0 0 0 0,0 0 0 0 0,0-1 0 0 0,0 1 1 0 0,0 0-1 0 0,0 0 0 0 0,0-1 0 0 0,0 1 0 0 0,0 0 0 0 0,0-1 0 0 0,0 1 0 0 0,0-1 0 0 0,0 1 0 0 0,0-1 1 0 0,1 0-1 0 0,-1 1 0 0 0,0-1 0 0 0,0 0 0 0 0,2 0 0 0 0,29-1-2350 0 0,-20-3 1249 0 0,0 0 0 0 0,0-1 0 0 0,0 0 0 0 0,-1 0 0 0 0,0-1 0 0 0,0-1 0 0 0,-1 0 0 0 0,0 0 0 0 0,0-1 0 0 0,16-16 0 0 0,0-2-5177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128 104 1160 0 0,'-37'-7'3855'0'0,"20"3"-1487"0"0,-1 0 0 0 0,-27 0 1 0 0,34 5-480 0 0,21 1-1297 0 0,24 2-257 0 0,44 0 40 0 0,36 2-265 0 0,0-5 0 0 0,116-14 0 0 0,-107 1-47 0 0,-122 12-59 0 0,0-1-1 0 0,0 1 1 0 0,0 0-1 0 0,-1 0 1 0 0,1 0 0 0 0,0 0-1 0 0,0 0 1 0 0,0 0-1 0 0,0 0 1 0 0,0 0-1 0 0,0 1 1 0 0,0-1 0 0 0,0 0-1 0 0,-1 0 1 0 0,1 1-1 0 0,0-1 1 0 0,0 1-1 0 0,0-1 1 0 0,-1 0 0 0 0,1 1-1 0 0,0 0 1 0 0,0-1-1 0 0,-1 1 1 0 0,1-1 0 0 0,0 1-1 0 0,-1 0 1 0 0,1-1-1 0 0,-1 1 1 0 0,1 0-1 0 0,-1 0 1 0 0,1 0 0 0 0,-1-1-1 0 0,0 1 1 0 0,1 0-1 0 0,-1 0 1 0 0,0 0-1 0 0,0 0 1 0 0,1 0 0 0 0,-1 1-1 0 0,0 4 85 0 0,0 0 1 0 0,0 0-1 0 0,-1 0 0 0 0,0 0 0 0 0,-2 7 1 0 0,0 5 173 0 0,-3 45 466 0 0,2 67 0 0 0,5-108-653 0 0,1 0 1 0 0,0 1 0 0 0,2-1-1 0 0,0-1 1 0 0,2 1-1 0 0,13 35 1 0 0,-18-54-68 0 0,1-1 0 0 0,-1 1 0 0 0,0 0 0 0 0,1-1 0 0 0,-1 1 1 0 0,1-1-1 0 0,0 0 0 0 0,0 1 0 0 0,0-1 0 0 0,0 0 0 0 0,0 0 0 0 0,1 0 1 0 0,-1 0-1 0 0,0-1 0 0 0,1 1 0 0 0,0-1 0 0 0,-1 1 0 0 0,1-1 0 0 0,0 0 0 0 0,0 0 1 0 0,-1 0-1 0 0,1 0 0 0 0,0-1 0 0 0,0 1 0 0 0,4 0 0 0 0,-2-2-1 0 0,-1 1 0 0 0,1-1 0 0 0,-1 0 0 0 0,1 0 0 0 0,-1 0 0 0 0,1 0 0 0 0,-1-1-1 0 0,0 0 1 0 0,0 0 0 0 0,0 0 0 0 0,0 0 0 0 0,0-1 0 0 0,0 1 0 0 0,-1-1 0 0 0,1 0 0 0 0,3-4-1 0 0,10-13 48 0 0,-1 0-1 0 0,0 0 0 0 0,21-42 0 0 0,-9 16 438 0 0,-19 30-362 0 0,-7 13-110 0 0,-1 0 0 0 0,1 0-1 0 0,0 0 1 0 0,0 0-1 0 0,0 0 1 0 0,1 0-1 0 0,4-4 1 0 0,-6 6 1 0 0,15 21 308 0 0,-11-2 21 0 0,-1 0 1 0 0,0 1-1 0 0,-2-1 1 0 0,1 36-1 0 0,-9 75 671 0 0,-2-56-662 0 0,-3-1 0 0 0,-3 0 1 0 0,-30 89-1 0 0,29-117-269 0 0,-3 1 1 0 0,-1-2 0 0 0,-2-1-1 0 0,-3 0 1 0 0,-1-2-1 0 0,-34 43 1 0 0,53-75-40 0 0,-1 1 0 0 0,-1-2 0 0 0,0 1 0 0 0,0-1 0 0 0,0 0 0 0 0,-1-1 0 0 0,1 0 0 0 0,-2 0 0 0 0,-14 6 0 0 0,19-10-32 0 0,-1 0 0 0 0,0 0-1 0 0,1-1 1 0 0,-1 0-1 0 0,0 0 1 0 0,0 0 0 0 0,0-1-1 0 0,0 1 1 0 0,0-2-1 0 0,0 1 1 0 0,0-1 0 0 0,0 1-1 0 0,0-2 1 0 0,1 1-1 0 0,-1-1 1 0 0,0 0 0 0 0,1 0-1 0 0,-9-4 1 0 0,6 1-7 0 0,0 1 1 0 0,1-1 0 0 0,0 0-1 0 0,-1-1 1 0 0,2 0 0 0 0,-1 0-1 0 0,1 0 1 0 0,0-1 0 0 0,0 0-1 0 0,1 0 1 0 0,0-1 0 0 0,-7-12-1 0 0,10 16-35 0 0,0-1 0 0 0,0 0 0 0 0,1 0 0 0 0,0 1 1 0 0,-1-1-1 0 0,2 0 0 0 0,-1 0 0 0 0,0 0 0 0 0,1 0 0 0 0,0 0 0 0 0,0 0 0 0 0,1 0 0 0 0,-1 0 0 0 0,1 0 0 0 0,0 0 0 0 0,0 0 0 0 0,1 0 0 0 0,0 0 0 0 0,-1 1 0 0 0,2-1 0 0 0,-1 1 0 0 0,0-1 0 0 0,5-5 0 0 0,8-8-266 0 0,0 1-1 0 0,0 1 1 0 0,2 0 0 0 0,0 1 0 0 0,31-20 0 0 0,101-54-1316 0 0,-135 81 1472 0 0,267-134-3131 0 0,-44 25-802 0 0,-11-18-636 0 0,-197 114 4089 0 0,-1 0 1 0 0,-1-2 0 0 0,-1-1 0 0 0,-1-1-1 0 0,37-48 1 0 0,-51 58 794 0 0,0-1 1 0 0,-2 0-1 0 0,0 0 1 0 0,-1-1-1 0 0,0 0 0 0 0,-1-1 1 0 0,-2 1-1 0 0,1-1 1 0 0,-2 0-1 0 0,0-1 0 0 0,-2 1 1 0 0,2-29-1 0 0,-4 33 274 0 0,0 1-1 0 0,-1 0 1 0 0,0-1-1 0 0,-1 1 0 0 0,0 0 1 0 0,-1 0-1 0 0,-9-25 1 0 0,12 38-396 0 0,0-1-1 0 0,-1 1 1 0 0,1-1 0 0 0,0 0 0 0 0,0 1 0 0 0,-1-1 0 0 0,1 1-1 0 0,0-1 1 0 0,-1 1 0 0 0,1 0 0 0 0,0-1 0 0 0,-1 1 0 0 0,1-1-1 0 0,-1 1 1 0 0,1 0 0 0 0,-1-1 0 0 0,1 1 0 0 0,-1 0 0 0 0,1-1-1 0 0,-1 1 1 0 0,1 0 0 0 0,-1 0 0 0 0,1-1 0 0 0,-1 1 0 0 0,1 0-1 0 0,-1 0 1 0 0,1 0 0 0 0,-1 0 0 0 0,0 0 0 0 0,1 0 0 0 0,-1 0-1 0 0,0 0 1 0 0,0 1 39 0 0,-1-1 1 0 0,1 1-1 0 0,0 0 0 0 0,0 0 0 0 0,0-1 0 0 0,-1 1 0 0 0,1 0 0 0 0,0 0 0 0 0,0 0 1 0 0,0 0-1 0 0,0 1 0 0 0,-1 0 0 0 0,-2 5 292 0 0,0 0 0 0 0,1 0-1 0 0,-5 11 1 0 0,-18 69 1511 0 0,5 0-1 0 0,-10 91 0 0 0,7-38-655 0 0,-76 338 790 0 0,55-269-1666 0 0,-73 362 407 0 0,104-521-529 0 0,14-49-244 0 0,0 0 1 0 0,0 0 0 0 0,-1 0 0 0 0,1 0 0 0 0,0 0 0 0 0,-1-1 0 0 0,1 1 0 0 0,-1 0 0 0 0,1 0 0 0 0,-1 0 0 0 0,1-1 0 0 0,-1 1 0 0 0,1 0 0 0 0,-1-1 0 0 0,0 1 0 0 0,1-1 0 0 0,-1 1-1 0 0,0-1 1 0 0,0 1 0 0 0,1-1 0 0 0,-1 1 0 0 0,0-1 0 0 0,0 0 0 0 0,0 1 0 0 0,0-1 0 0 0,0 0 0 0 0,1 0 0 0 0,-1 1 0 0 0,0-1 0 0 0,-2 0 0 0 0,1 0-4 0 0,0 0-1 0 0,0 0 1 0 0,0 0 0 0 0,0-1 0 0 0,-1 1 0 0 0,1 0-1 0 0,0-1 1 0 0,0 0 0 0 0,0 1 0 0 0,0-1 0 0 0,-4-2 0 0 0,0-2-94 0 0,-1-1 0 0 0,1 1 1 0 0,-1-1-1 0 0,2 0 1 0 0,-1-1-1 0 0,1 1 1 0 0,0-1-1 0 0,0 0 0 0 0,1-1 1 0 0,-5-8-1 0 0,1-1-285 0 0,2 0 0 0 0,-1-1 0 0 0,-5-29-1 0 0,8 25 75 0 0,2 0 0 0 0,0-1 0 0 0,1 1 0 0 0,2 0 1 0 0,0-1-1 0 0,5-23 0 0 0,3-6-339 0 0,24-71 1 0 0,-12 56 351 0 0,4 2 0 0 0,2 0-1 0 0,3 2 1 0 0,62-96-1 0 0,-64 119 242 0 0,1 1 0 0 0,2 1 0 0 0,1 2-1 0 0,2 1 1 0 0,1 1 0 0 0,2 3-1 0 0,61-41 1 0 0,-75 57 41 0 0,2 1 0 0 0,-1 2 1 0 0,49-18-1 0 0,-60 26 8 0 0,0 0 1 0 0,1 1 0 0 0,-1 0-1 0 0,1 2 1 0 0,-1-1-1 0 0,1 2 1 0 0,0-1 0 0 0,-1 2-1 0 0,25 3 1 0 0,-33-3 10 0 0,0 1-1 0 0,0-1 1 0 0,0 1 0 0 0,0 0 0 0 0,0 0 0 0 0,-1 0 0 0 0,1 0-1 0 0,-1 1 1 0 0,0 0 0 0 0,0 0 0 0 0,0 0 0 0 0,0 1-1 0 0,0-1 1 0 0,-1 1 0 0 0,1 0 0 0 0,-1 0 0 0 0,4 6 0 0 0,-5-6 19 0 0,0 0 0 0 0,0 0 1 0 0,-1 0-1 0 0,1 0 1 0 0,-1 1-1 0 0,0-1 1 0 0,-1 0-1 0 0,1 0 1 0 0,-1 1-1 0 0,1-1 0 0 0,-1 1 1 0 0,0-1-1 0 0,-1 0 1 0 0,1 1-1 0 0,-1-1 1 0 0,0 0-1 0 0,0 1 1 0 0,0-1-1 0 0,-1 0 0 0 0,-3 6 1 0 0,0 1 20 0 0,-2-1-1 0 0,1 1 1 0 0,-2-2 0 0 0,1 1 0 0 0,-1-1-1 0 0,-1 0 1 0 0,1-1 0 0 0,-2 0 0 0 0,1 0-1 0 0,-1-1 1 0 0,0 0 0 0 0,0-1 0 0 0,-13 6-1 0 0,-16 6 257 0 0,-1-2-1 0 0,-55 14 1 0 0,67-22 37 0 0,25-7-277 0 0,-12-4 51 0 0,16 0-106 0 0,1 0 0 0 0,0 0-1 0 0,1 1 1 0 0,-1-1 0 0 0,0 1-1 0 0,1 0 1 0 0,-1 0-1 0 0,1 0 1 0 0,0 0 0 0 0,-1 0-1 0 0,5-2 1 0 0,42-20 10 0 0,-34 17-11 0 0,134-63 21 0 0,78-38-95 0 0,-162 73 64 0 0,86-61 0 0 0,-147 93 0 0 0,38-31-51 0 0,-39 32 44 0 0,-1-1 0 0 0,1 0 0 0 0,-1 0 0 0 0,0 0 1 0 0,0 0-1 0 0,0 0 0 0 0,0 0 0 0 0,0 0 0 0 0,-1-1 1 0 0,1 1-1 0 0,1-6 0 0 0,-3 8 4 0 0,0 0 0 0 0,0 0-1 0 0,1-1 1 0 0,-1 1 0 0 0,0 0 0 0 0,0 0 0 0 0,0 0-1 0 0,0-1 1 0 0,0 1 0 0 0,-1 0 0 0 0,1 0 0 0 0,0 0-1 0 0,0-1 1 0 0,-1 1 0 0 0,1 0 0 0 0,-1 0 0 0 0,1 0-1 0 0,-1 0 1 0 0,1 0 0 0 0,-1 0 0 0 0,0 0 0 0 0,0 0-1 0 0,-1-1 1 0 0,1 1 0 0 0,-1 0 0 0 0,0 0 0 0 0,0 0 0 0 0,1 0 0 0 0,-1 0 0 0 0,0 0 0 0 0,0 1 0 0 0,0-1 0 0 0,0 0 0 0 0,0 1 0 0 0,0 0 0 0 0,-3-1 0 0 0,-3 1 3 0 0,0 1 1 0 0,0-1-1 0 0,0 1 1 0 0,1 0-1 0 0,-16 5 0 0 0,8 0-1 0 0,-1 0-1 0 0,1 1 0 0 0,0 1 0 0 0,1 1 0 0 0,0 0 0 0 0,0 0 0 0 0,1 2 1 0 0,0 0-1 0 0,1 0 0 0 0,0 1 0 0 0,-18 25 0 0 0,24-29 12 0 0,1 0-1 0 0,0 0 1 0 0,1 0 0 0 0,0 1-1 0 0,1 0 1 0 0,-1 0 0 0 0,2 0 0 0 0,-1 0-1 0 0,-2 18 1 0 0,5-20 7 0 0,0 1 0 0 0,0-1 0 0 0,1 0 0 0 0,-1 1 0 0 0,2-1 0 0 0,-1 0 0 0 0,1 1 0 0 0,0-1 0 0 0,1 0 1 0 0,-1 0-1 0 0,1-1 0 0 0,1 1 0 0 0,7 11 0 0 0,-3-8 1 0 0,0 0-1 0 0,1-1 1 0 0,0 0 0 0 0,0 0 0 0 0,1-1 0 0 0,1 0 0 0 0,-1-1 0 0 0,1 0-1 0 0,0-1 1 0 0,1 0 0 0 0,0-1 0 0 0,0 0 0 0 0,0 0 0 0 0,20 3 0 0 0,-2-1-529 0 0,-1-2 0 0 0,1-1 1 0 0,0-2-1 0 0,0 0 0 0 0,37-4 1 0 0,-8-4-4060 0 0,-19-3-1970 0 0,-17 3 223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2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 6921 0 0,'0'0'14892'0'0,"-6"-4"-16868"0"0,-22 3-7641 0 0,7-1 1801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83 2008 0 0,'10'-14'2162'0'0,"-3"4"-671"0"0,-1 0 1 0 0,0 0-1 0 0,0 0 1 0 0,5-15-1 0 0,-10 23-849 0 0,-11 14-451 0 0,-126 196 1209 0 0,71-100-1049 0 0,17-34-154 0 0,-5 7 69 0 0,-54 110-1 0 0,80-142-105 0 0,26-47-106 0 0,18-18-30 0 0,13-30-40 0 0,-2 0 1 0 0,-3-2 0 0 0,37-95-1 0 0,-1 1 19 0 0,-35 86 6 0 0,30-58 51 0 0,-48 100-63 0 0,1 0 0 0 0,0 1 0 0 0,1 0 0 0 0,0 0 0 0 0,19-16 0 0 0,-27 27-1 0 0,0 0-1 0 0,0 0 1 0 0,0 1-1 0 0,0-1 1 0 0,0 1-1 0 0,1-1 0 0 0,-1 1 1 0 0,0 0-1 0 0,1 0 1 0 0,-1 0-1 0 0,1 0 0 0 0,0 1 1 0 0,-1-1-1 0 0,1 1 1 0 0,0-1-1 0 0,-1 1 1 0 0,1 0-1 0 0,0 0 0 0 0,-1 0 1 0 0,1 0-1 0 0,0 1 1 0 0,-1-1-1 0 0,6 2 1 0 0,-4 0-2 0 0,0 0 0 0 0,0 1 1 0 0,0-1-1 0 0,0 1 0 0 0,-1 0 0 0 0,1 0 1 0 0,-1 0-1 0 0,1 0 0 0 0,-1 0 1 0 0,0 1-1 0 0,0 0 0 0 0,-1 0 1 0 0,4 5-1 0 0,1 4 5 0 0,-1 1 0 0 0,0-1 0 0 0,-1 1-1 0 0,-1 0 1 0 0,0 1 0 0 0,0-1 0 0 0,1 21 0 0 0,1 108 38 0 0,-5-76 1 0 0,-3 17-11 0 0,2 22 245 0 0,1-92-591 0 0,0 0 0 0 0,1-1-1 0 0,1 1 1 0 0,0-1-1 0 0,7 18 1 0 0,-2-18-2068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28 1868 0 0,'-112'-10'9079'0'0,"109"9"-8766"0"0,-1 3 41 0 0,-4 1 348 0 0,8-3-679 0 0,1 0-1 0 0,-1 1 1 0 0,0-1 0 0 0,0 0 0 0 0,0 1 0 0 0,0-1-1 0 0,1 0 1 0 0,-1 0 0 0 0,0 1 0 0 0,0-1 0 0 0,1 0 0 0 0,-1 0-1 0 0,0 1 1 0 0,1-1 0 0 0,-1 0 0 0 0,0 0 0 0 0,0 0-1 0 0,1 1 1 0 0,-1-1 0 0 0,0 0 0 0 0,1 0 0 0 0,-1 0-1 0 0,0 0 1 0 0,1 0 0 0 0,-1 0 0 0 0,1 0 0 0 0,-1 0-1 0 0,0 0 1 0 0,1 0 0 0 0,-1 0 0 0 0,0 0 0 0 0,1 0 0 0 0,16 3 145 0 0,0 0 1 0 0,0-1 0 0 0,30-1 0 0 0,60-7-353 0 0,-56 2-434 0 0,-47 4 523 0 0,53-4-3629 0 0,64-11-1 0 0,-91 8 731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31 1884 0 0,'0'-3'1918'0'0,"0"0"-1217"0"0,1 1 0 0 0,-1-1 0 0 0,0 0-1 0 0,0 0 1 0 0,0 1 0 0 0,-1-1 0 0 0,-4-6 2554 0 0,5 9-3218 0 0,0 0 1 0 0,0 1 0 0 0,0-1 0 0 0,0 0 0 0 0,0 0-1 0 0,0 0 1 0 0,0 0 0 0 0,0 0 0 0 0,0 0 0 0 0,-1 0-1 0 0,-5 18 798 0 0,-33 203 4768 0 0,24-114-4583 0 0,8-63-905 0 0,-39 303-883 0 0,46-313-3708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95 1892 0 0,'11'-27'6258'0'0,"25"-40"675"0"0,-36 68-6792 0 0,0 0-1 0 0,1 0 1 0 0,-1 0 0 0 0,0 0 0 0 0,0 0-1 0 0,0 0 1 0 0,0 1 0 0 0,0-1 0 0 0,0 0 0 0 0,0 0-1 0 0,0 0 1 0 0,0 0 0 0 0,0 1 0 0 0,-1-1 0 0 0,0 1-1 0 0,-4 22 938 0 0,-53 213 1976 0 0,52-215-3053 0 0,-11 42-177 0 0,2 0 1 0 0,-7 73-1 0 0,22-128-310 0 0,-2 51-1774 0 0,2-57 1530 0 0,0 1 1 0 0,1 0 0 0 0,0 0-1 0 0,-1-1 1 0 0,1 1 0 0 0,1-1-1 0 0,-1 1 1 0 0,0 0-1 0 0,1-1 1 0 0,0 0 0 0 0,0 1-1 0 0,4 5 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77 2060 0 0,'58'-71'11092'0'0,"-58"71"-11032"0"0,0-1 1 0 0,0 1-1 0 0,0 0 0 0 0,0 0 1 0 0,1-1-1 0 0,-1 1 0 0 0,0 0 1 0 0,0 0-1 0 0,0-1 1 0 0,0 1-1 0 0,1 0 0 0 0,-1 0 1 0 0,0-1-1 0 0,0 1 0 0 0,0 0 1 0 0,1 0-1 0 0,-1 0 1 0 0,0-1-1 0 0,0 1 0 0 0,1 0 1 0 0,-1 0-1 0 0,0 0 0 0 0,1 0 1 0 0,-1 0-1 0 0,0 0 0 0 0,0-1 1 0 0,1 1-1 0 0,-1 0 1 0 0,0 0-1 0 0,1 0 0 0 0,-1 0 1 0 0,0 0-1 0 0,1 0 0 0 0,-1 0 1 0 0,0 0-1 0 0,1 0 1 0 0,-1 1-1 0 0,0-1 0 0 0,3 13 1051 0 0,-6 20-162 0 0,-129 403 3250 0 0,97-330-3849 0 0,21-64-272 0 0,-43 119 394 0 0,54-153-364 0 0,2-5-24 0 0,1-4-53 0 0,18-40-152 0 0,6-2 30 0 0,1 2-1 0 0,31-38 1 0 0,-43 63 66 0 0,0 1 1 0 0,0 1 0 0 0,2 0 0 0 0,-1 1 0 0 0,2 0 0 0 0,0 2 0 0 0,30-18 0 0 0,-38 25 11 0 0,0 1 0 0 0,0 0 0 0 0,1 1 0 0 0,-1 0-1 0 0,1 1 1 0 0,-1-1 0 0 0,1 2 0 0 0,-1-1 0 0 0,1 1 0 0 0,-1 0 0 0 0,1 1-1 0 0,-1 0 1 0 0,1 0 0 0 0,-1 1 0 0 0,1 0 0 0 0,-1 1 0 0 0,0 0 0 0 0,12 6 0 0 0,-13-6 12 0 0,0 1 0 0 0,0-1 1 0 0,-1 1-1 0 0,0 1 0 0 0,0-1 0 0 0,0 1 1 0 0,0 0-1 0 0,-1 1 0 0 0,0-1 1 0 0,0 1-1 0 0,0 0 0 0 0,-1 1 1 0 0,0-1-1 0 0,0 1 0 0 0,0-1 0 0 0,-1 1 1 0 0,0 0-1 0 0,0 0 0 0 0,-1 1 1 0 0,0-1-1 0 0,1 9 0 0 0,-3-8 78 0 0,0-1 0 0 0,0 1 0 0 0,-1-1-1 0 0,0 0 1 0 0,0 1 0 0 0,0-1 0 0 0,-1 0-1 0 0,-1 0 1 0 0,1 0 0 0 0,-1 0-1 0 0,0 0 1 0 0,-1 0 0 0 0,1-1 0 0 0,-1 0-1 0 0,-1 0 1 0 0,1 0 0 0 0,-1 0 0 0 0,0-1-1 0 0,0 1 1 0 0,-1-1 0 0 0,-8 6 0 0 0,1-1 193 0 0,-1-1 1 0 0,0 0 0 0 0,-1 0 0 0 0,1-2-1 0 0,-2 0 1 0 0,1-1 0 0 0,-1 0 0 0 0,-25 5-1 0 0,19-7-295 0 0,-1-1 0 0 0,-1 0 0 0 0,1-2 0 0 0,0-1-1 0 0,0-1 1 0 0,0-1 0 0 0,0-1 0 0 0,-43-11 0 0 0,65 14-113 0 0,0 0 0 0 0,0-1 0 0 0,0 1 1 0 0,0 0-1 0 0,0-1 0 0 0,0 1 0 0 0,0-1 0 0 0,0 1 1 0 0,0-1-1 0 0,0 1 0 0 0,0-1 0 0 0,1 0 0 0 0,-1 1 1 0 0,0-1-1 0 0,0 0 0 0 0,0 0 0 0 0,1 0 1 0 0,-1 0-1 0 0,0 1 0 0 0,1-1 0 0 0,-1 0 0 0 0,1 0 1 0 0,-1 0-1 0 0,1 0 0 0 0,0 0 0 0 0,-1-1 0 0 0,1 1 1 0 0,0 0-1 0 0,0 0 0 0 0,0 0 0 0 0,0 0 1 0 0,-1 0-1 0 0,2 0 0 0 0,-1 0 0 0 0,0 0 0 0 0,0 0 1 0 0,0-1-1 0 0,1 0 0 0 0,0-3-491 0 0,1 1 0 0 0,-1 0 0 0 0,1 0 0 0 0,0 0 0 0 0,1 0 1 0 0,-1 0-1 0 0,4-4 0 0 0,24-28-6199 0 0,-10 16 531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2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50 102 2876 0 0,'20'-30'6959'0'0,"20"-42"0"0"0,-42 92-6579 0 0,-1-1 1 0 0,-1 1-1 0 0,-1-1 0 0 0,0 0 0 0 0,-1-1 1 0 0,-15 31-1 0 0,-6 19-564 0 0,22-52-250 0 0,-4 11-1223 0 0,-10 44 0 0 0,18-61-32 0 0,0 1-1 0 0,0-1 1 0 0,0 0 0 0 0,3 17 0 0 0,-1-14-2985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4 2856 0 0,'3'-1'1977'0'0,"2"0"-1519"0"0,14 0 7724 0 0,-26 10-7298 0 0,-55 45 2028 0 0,-9 9-1241 0 0,62-54-1525 0 0,1 0 0 0 0,0 1 0 0 0,0 0-1 0 0,1 0 1 0 0,-8 15 0 0 0,13-21-137 0 0,0 0 0 0 0,1 0 0 0 0,0 0 0 0 0,0 0 0 0 0,0 0 0 0 0,0 1 0 0 0,0-1 0 0 0,1 0 0 0 0,0 0 0 0 0,0 1 0 0 0,0-1 0 0 0,1 0 0 0 0,-1 0 0 0 0,1 1 0 0 0,0-1 0 0 0,0 0 0 0 0,0 0 0 0 0,1 0 0 0 0,-1 0 0 0 0,1 0 0 0 0,0 0 0 0 0,3 4 0 0 0,6 7 46 0 0,-1-1 0 0 0,2 0 0 0 0,26 24 1 0 0,-22-22-45 0 0,-10-9-9 0 0,16 17 63 0 0,-21-22-60 0 0,0-1 1 0 0,-1 1-1 0 0,1-1 1 0 0,-1 1-1 0 0,0 0 1 0 0,1-1-1 0 0,-1 1 1 0 0,0-1-1 0 0,0 1 1 0 0,0 0-1 0 0,0-1 1 0 0,0 1-1 0 0,-1 2 1 0 0,1-2 2 0 0,-1-1 1 0 0,0 1-1 0 0,1-1 1 0 0,-1 1-1 0 0,0-1 1 0 0,0 1-1 0 0,0-1 1 0 0,0 1-1 0 0,0-1 1 0 0,-1 0-1 0 0,1 0 0 0 0,0 1 1 0 0,-1-1-1 0 0,1 0 1 0 0,-3 1-1 0 0,-23 13 62 0 0,26-15-68 0 0,-17 8-247 0 0,0-1-1 0 0,-1-1 0 0 0,0-1 0 0 0,0-1 1 0 0,0 0-1 0 0,-38 2 0 0 0,34-6-3113 0 0,-1 0-1 0 0,-44-7 0 0 0,43 2-3042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4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333 146 1808 0 0,'3'-13'1431'0'0,"0"0"0"0"0,0-1 0 0 0,-1 0 0 0 0,-1 1 0 0 0,-1-23 0 0 0,0 36-1413 0 0,0-1 1 0 0,0 1-1 0 0,0-1 0 0 0,0 1 0 0 0,0-1 1 0 0,0 1-1 0 0,-1-1 0 0 0,1 0 0 0 0,0 1 0 0 0,0-1 1 0 0,-1 1-1 0 0,1-1 0 0 0,0 1 0 0 0,-1 0 0 0 0,1-1 1 0 0,0 1-1 0 0,-1-1 0 0 0,1 1 0 0 0,-1 0 0 0 0,1-1 1 0 0,-1 1-1 0 0,1 0 0 0 0,-1-1 0 0 0,1 1 0 0 0,-1 0 1 0 0,1 0-1 0 0,-1-1 0 0 0,1 1 0 0 0,-1 0 0 0 0,1 0 1 0 0,-1 0-1 0 0,0 0 0 0 0,1 0 0 0 0,-1 0 0 0 0,1 0 1 0 0,-1 0-1 0 0,1 0 0 0 0,-1 0 0 0 0,0 0 0 0 0,0 0 1 0 0,-1 1 15 0 0,-1-1 1 0 0,1 0 0 0 0,-1 1 0 0 0,1 0 0 0 0,-1-1-1 0 0,1 1 1 0 0,-5 2 0 0 0,-11 10 206 0 0,0 0 1 0 0,1 0-1 0 0,1 2 0 0 0,-17 19 1 0 0,-54 70 628 0 0,79-93-816 0 0,-59 81 297 0 0,61-82-339 0 0,1-1 0 0 0,0 1 0 0 0,0 0 0 0 0,1 0-1 0 0,1 0 1 0 0,-1 0 0 0 0,2 1 0 0 0,-3 16 0 0 0,4-25-8 0 0,1 0 0 0 0,0 0 0 0 0,0 0 1 0 0,0 0-1 0 0,0 0 0 0 0,1 0 0 0 0,-1 0 0 0 0,0 0 0 0 0,1 0 1 0 0,0 0-1 0 0,-1 0 0 0 0,1 0 0 0 0,0 0 0 0 0,0-1 0 0 0,0 1 1 0 0,0 0-1 0 0,0 0 0 0 0,0-1 0 0 0,1 1 0 0 0,1 2 0 0 0,0-3 1 0 0,-1 1-1 0 0,1 0 1 0 0,0-1-1 0 0,0 0 0 0 0,-1 0 1 0 0,1 1-1 0 0,0-2 1 0 0,0 1-1 0 0,0 0 1 0 0,0 0-1 0 0,0-1 1 0 0,5 0-1 0 0,2 0 13 0 0,0 0 0 0 0,0-1-1 0 0,1 0 1 0 0,-1-1 0 0 0,0 0 0 0 0,0-1 0 0 0,12-5-1 0 0,-4 0-1 0 0,-1-1-1 0 0,1-1 1 0 0,-1 0 0 0 0,-1-2-1 0 0,0 0 1 0 0,-1 0-1 0 0,0-2 1 0 0,14-16 0 0 0,-4 1 193 0 0,-2-1 1 0 0,-1-1-1 0 0,24-44 1 0 0,-43 68-148 0 0,-2 5 52 0 0,-3 4-107 0 0,0 0 0 0 0,0 0-1 0 0,0 0 1 0 0,0 0-1 0 0,0 0 1 0 0,1 0 0 0 0,-1 0-1 0 0,1 1 1 0 0,0-1 0 0 0,-2 4-1 0 0,2-2 9 0 0,-8 11-24 0 0,1 0 0 0 0,1 0 0 0 0,0 1 0 0 0,2 0 0 0 0,0 1 0 0 0,0-1 0 0 0,2 1 0 0 0,-4 33 0 0 0,9-47 10 0 0,9 0 0 0 0,79 0 0 0 0,321-6-2 0 0,-321 5 13 0 0,-90-2-11 0 0,1 0 0 0 0,0 0 1 0 0,-1 0-1 0 0,1 0 1 0 0,-1 0-1 0 0,1 0 1 0 0,-1 0-1 0 0,1 0 1 0 0,-1 0-1 0 0,1 0 0 0 0,0 0 1 0 0,-1 0-1 0 0,1 0 1 0 0,-1 1-1 0 0,1-1 1 0 0,-1 0-1 0 0,1 0 1 0 0,-1 1-1 0 0,1-1 0 0 0,-1 0 1 0 0,0 1-1 0 0,1-1 1 0 0,-1 0-1 0 0,1 1 1 0 0,-1-1-1 0 0,0 1 1 0 0,1 0-1 0 0,-1-1 0 0 0,1 3 6 0 0,0 0-1 0 0,0 0 1 0 0,1-1 0 0 0,-1 1-1 0 0,1 0 1 0 0,-1 0 0 0 0,1-1-1 0 0,0 1 1 0 0,0-1 0 0 0,0 0-1 0 0,0 1 1 0 0,0-1 0 0 0,1 0-1 0 0,-1 0 1 0 0,1 0 0 0 0,-1-1-1 0 0,1 1 1 0 0,3 1 0 0 0,-1-1 3 0 0,1 0 0 0 0,-1-1 0 0 0,1 1 0 0 0,0-1 0 0 0,0 0 0 0 0,0 0 0 0 0,0-1 0 0 0,-1 0 0 0 0,7-1 0 0 0,8-1 23 0 0,-1-1 0 0 0,0-1 0 0 0,0-1 0 0 0,33-13-1 0 0,-35 12-11 0 0,-1-2 0 0 0,0 0-1 0 0,-1-1 1 0 0,0 0-1 0 0,-1-1 1 0 0,0-1 0 0 0,0 0-1 0 0,19-22 1 0 0,-18 16-21 0 0,-1-1 1 0 0,-1-1-1 0 0,0 0 1 0 0,-2 0 0 0 0,0-1-1 0 0,9-27 1 0 0,22-62 75 0 0,-41 107-40 0 0,11-33 1682 0 0,-20 27-1379 0 0,2 8-315 0 0,-4-1 24 0 0,-26-9 82 0 0,34 9-123 0 0,-9 0 188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6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422 272 112 0 0,'18'-16'4010'0'0,"-11"9"-2273"0"0,1-1 0 0 0,11-14 1 0 0,13-11 1651 0 0,-30 32-2944 0 0,-1-1-90 0 0,1 0-1 0 0,0 0 1 0 0,-1 0-1 0 0,1 0 1 0 0,-1 0 0 0 0,1 0-1 0 0,-1 0 1 0 0,0-1 0 0 0,0 1-1 0 0,0 0 1 0 0,0-1 0 0 0,0-3-1 0 0,-1 4-261 0 0,-1 1-75 0 0,-1 0 0 0 0,1 0 0 0 0,-1 0 0 0 0,0 0-1 0 0,1 0 1 0 0,-1 0 0 0 0,0 0 0 0 0,0 0 0 0 0,0 1 0 0 0,0-1 0 0 0,-2 0 0 0 0,-3 1-19 0 0,0-1 0 0 0,0 1 0 0 0,1 0 0 0 0,-1 1 0 0 0,0 0 0 0 0,1 0 0 0 0,-1 0 0 0 0,-12 5 0 0 0,11-4-4 0 0,-21 9-2 0 0,1 0-1 0 0,0 2 1 0 0,1 1-1 0 0,1 1 1 0 0,0 2-1 0 0,1 0 1 0 0,1 2-1 0 0,1 0 1 0 0,0 2-1 0 0,-26 31 1 0 0,31-31-18 0 0,1 1 1 0 0,-24 41-1 0 0,36-53 20 0 0,0 0 0 0 0,0 0 0 0 0,1 0 0 0 0,0 1 0 0 0,1-1 0 0 0,0 1 0 0 0,0 0 0 0 0,1 0 0 0 0,0 16 0 0 0,2-25 10 0 0,-1 0 0 0 0,1 1 0 0 0,0-1 0 0 0,1 1 0 0 0,-1-1 0 0 0,0 0 0 0 0,1 1-1 0 0,-1-1 1 0 0,1 0 0 0 0,0 1 0 0 0,0-1 0 0 0,0 0 0 0 0,0 0 0 0 0,0 0 0 0 0,0 0-1 0 0,0 0 1 0 0,1 0 0 0 0,-1 0 0 0 0,1 0 0 0 0,0 0 0 0 0,-1-1 0 0 0,1 1 0 0 0,0-1 0 0 0,0 1-1 0 0,0-1 1 0 0,0 0 0 0 0,0 0 0 0 0,0 0 0 0 0,0 0 0 0 0,1 0 0 0 0,-1 0 0 0 0,0 0 0 0 0,0-1-1 0 0,1 1 1 0 0,-1-1 0 0 0,1 0 0 0 0,2 1 0 0 0,6-1 8 0 0,0-1 0 0 0,0 0-1 0 0,0 0 1 0 0,0-1 0 0 0,0-1 0 0 0,15-5 0 0 0,-6 1 5 0 0,-1-1 0 0 0,0-1 0 0 0,-1 0 0 0 0,0-1 0 0 0,0-2 0 0 0,-1 1 0 0 0,-1-2 0 0 0,0 0 0 0 0,-1-1 0 0 0,22-25 0 0 0,-21 19-3 0 0,-1 0 0 0 0,0-1 0 0 0,-2-1 0 0 0,0 0 0 0 0,-2-1 0 0 0,0-1 0 0 0,-1 1 0 0 0,7-31 0 0 0,1-41 1059 0 0,-18 93-1075 0 0,-7 21 26 0 0,0 0 6 0 0,2 1 0 0 0,0-1 0 0 0,1 1 0 0 0,-2 27 0 0 0,-2 5 84 0 0,3-17-53 0 0,1 1 0 0 0,1-1 0 0 0,6 72 0 0 0,-3-101-44 0 0,1 0 1 0 0,0-1 0 0 0,1 1 0 0 0,-1-1-1 0 0,1 1 1 0 0,0-1 0 0 0,4 7 0 0 0,-5-11-13 0 0,0 1 1 0 0,0 0 0 0 0,0 0-1 0 0,0-1 1 0 0,1 1-1 0 0,-1 0 1 0 0,0-1-1 0 0,1 1 1 0 0,-1-1-1 0 0,1 0 1 0 0,0 0 0 0 0,-1 1-1 0 0,1-1 1 0 0,0 0-1 0 0,0 0 1 0 0,0-1-1 0 0,0 1 1 0 0,0 0 0 0 0,0-1-1 0 0,0 1 1 0 0,0-1-1 0 0,3 1 1 0 0,6-2 7 0 0,-1 0-1 0 0,1 0 1 0 0,-1-2 0 0 0,0 1 0 0 0,0-1 0 0 0,0 0 0 0 0,0-1-1 0 0,0 0 1 0 0,-1-1 0 0 0,1 0 0 0 0,-1-1 0 0 0,0 1-1 0 0,-1-2 1 0 0,0 1 0 0 0,0-1 0 0 0,7-8 0 0 0,7-8 6 0 0,0-1 1 0 0,-2 0 0 0 0,-1-2 0 0 0,-1 0-1 0 0,-2-1 1 0 0,0 0 0 0 0,-2-2 0 0 0,-1 0-1 0 0,-1 0 1 0 0,-1-1 0 0 0,-2-1 0 0 0,7-41 0 0 0,-14 61-16 0 0,-1 0 0 0 0,0-1 0 0 0,-1 1 0 0 0,0-1 0 0 0,-3-15 0 0 0,2 22-11 0 0,0-1 0 0 0,-1 1-1 0 0,0 0 1 0 0,1 0 0 0 0,-2 0 0 0 0,1 0 0 0 0,0 0-1 0 0,-1 1 1 0 0,0-1 0 0 0,0 1 0 0 0,-1-1-1 0 0,1 1 1 0 0,-8-7 0 0 0,9 9 0 0 0,0 1 0 0 0,-1-1 0 0 0,1 1 0 0 0,0-1 0 0 0,0 1 0 0 0,-1 0 0 0 0,1 0 0 0 0,-1 0 0 0 0,1 0 0 0 0,-1 0 0 0 0,1 1 0 0 0,-1-1-1 0 0,1 1 1 0 0,-1 0 0 0 0,0-1 0 0 0,1 1 0 0 0,-1 0 0 0 0,-2 1 0 0 0,0 0-1 0 0,1 0-1 0 0,-1 0 0 0 0,1 1 0 0 0,0-1 0 0 0,-1 1 1 0 0,1 0-1 0 0,0 0 0 0 0,0 1 0 0 0,-6 4 0 0 0,2 0-7 0 0,0 0 0 0 0,0 1-1 0 0,1 0 1 0 0,0 0 0 0 0,1 0-1 0 0,0 1 1 0 0,0 0 0 0 0,-8 17-1 0 0,11-19 11 0 0,0 0-1 0 0,1 1 1 0 0,0-1 0 0 0,0 1-1 0 0,0 0 1 0 0,1 0-1 0 0,0-1 1 0 0,1 1 0 0 0,1 16-1 0 0,-1-21 8 0 0,1 1 0 0 0,-1-1-1 0 0,1 1 1 0 0,0-1 0 0 0,1 1-1 0 0,-1-1 1 0 0,0 0 0 0 0,1 0 0 0 0,0 1-1 0 0,0-1 1 0 0,0 0 0 0 0,0-1-1 0 0,0 1 1 0 0,1 0 0 0 0,-1-1 0 0 0,1 1-1 0 0,0-1 1 0 0,0 0 0 0 0,-1 0-1 0 0,1 0 1 0 0,1 0 0 0 0,-1 0-1 0 0,0 0 1 0 0,5 0 0 0 0,5 3 4 0 0,1-2 1 0 0,0 0-1 0 0,0-1 1 0 0,1 0-1 0 0,-1-1 1 0 0,0-1-1 0 0,1 0 1 0 0,-1-1-1 0 0,24-4 0 0 0,14-6 5 0 0,60-20 0 0 0,-105 29-10 0 0,55-21-41 0 0,-1-2 1 0 0,108-62-1 0 0,-100 47 97 0 0,-12 0-71 0 0,-60 40 5 0 0,0 0 1 0 0,1 0-1 0 0,-1 1 1 0 0,0-1 0 0 0,1 1-1 0 0,-1-1 1 0 0,0 1 0 0 0,1 0-1 0 0,-1 0 1 0 0,1 0-1 0 0,-1 1 1 0 0,-3 2 0 0 0,-32 24-48 0 0,35-25 51 0 0,-26 22 48 0 0,1 2 0 0 0,2 1-1 0 0,-42 55 1 0 0,-49 107 10 0 0,104-165-42 0 0,1 1 0 0 0,2 0 1 0 0,0 0-1 0 0,2 1 1 0 0,-7 41-1 0 0,14-67-6 0 0,1 1-1 0 0,0 0 1 0 0,0 0-1 0 0,0-1 1 0 0,0 1-1 0 0,0 0 1 0 0,0 0-1 0 0,0-1 1 0 0,1 1 0 0 0,-1 0-1 0 0,1-1 1 0 0,-1 1-1 0 0,1 0 1 0 0,-1-1-1 0 0,1 1 1 0 0,0-1-1 0 0,0 1 1 0 0,0-1-1 0 0,0 1 1 0 0,0-1-1 0 0,0 0 1 0 0,0 0-1 0 0,1 1 1 0 0,-1-1 0 0 0,0 0-1 0 0,1 0 1 0 0,-1 0-1 0 0,1 0 1 0 0,-1 0-1 0 0,1-1 1 0 0,-1 1-1 0 0,1 0 1 0 0,-1-1-1 0 0,1 1 1 0 0,0-1-1 0 0,0 1 1 0 0,-1-1-1 0 0,1 0 1 0 0,2 0 0 0 0,6 1 9 0 0,0 0 0 0 0,0-1 1 0 0,0 0-1 0 0,0-1 0 0 0,13-2 1 0 0,29-8-5 0 0,-1-1 0 0 0,-1-3 1 0 0,83-37-1 0 0,134-87 23 0 0,-211 103-1 0 0,-2-1 0 0 0,59-54 0 0 0,-106 84-27 0 0,0 0 0 0 0,0 0 0 0 0,0-1 0 0 0,-1 0 0 0 0,5-9 0 0 0,-8 13-10 0 0,0-1 0 0 0,-1 0 0 0 0,1 0-1 0 0,-1-1 1 0 0,0 1 0 0 0,-1 0-1 0 0,1-1 1 0 0,-1 1 0 0 0,0-1 0 0 0,0-5-1 0 0,-1 10 3 0 0,0 0-1 0 0,0 1 1 0 0,0-1-1 0 0,0 0 1 0 0,0 1 0 0 0,0-1-1 0 0,0 1 1 0 0,0-1-1 0 0,-1 0 1 0 0,1 1-1 0 0,0-1 1 0 0,0 0-1 0 0,-1 1 1 0 0,1-1 0 0 0,0 1-1 0 0,-1-1 1 0 0,1 1-1 0 0,-1-1 1 0 0,1 1-1 0 0,0-1 1 0 0,-1 1-1 0 0,1-1 1 0 0,-1 1 0 0 0,0 0-1 0 0,1-1 1 0 0,-2 1-1 0 0,1-1 0 0 0,-1 1 0 0 0,1-1-1 0 0,-1 1 1 0 0,1 0 0 0 0,-1 0-1 0 0,1-1 1 0 0,-1 1 0 0 0,0 0 0 0 0,1 1-1 0 0,-3-1 1 0 0,-2 1-4 0 0,1 0 0 0 0,0 1 0 0 0,0 0 1 0 0,1 0-1 0 0,-8 3 0 0 0,-11 10-5 0 0,2 1 0 0 0,0 1 0 0 0,1 1 1 0 0,1 1-1 0 0,0 0 0 0 0,2 1 0 0 0,0 1 0 0 0,1 1 1 0 0,1 1-1 0 0,2 0 0 0 0,0 0 0 0 0,-11 29 0 0 0,21-45 16 0 0,1 0 0 0 0,0 0-1 0 0,0 0 1 0 0,0 0 0 0 0,1 0-1 0 0,0 0 1 0 0,1 0 0 0 0,-1 1-1 0 0,1-1 1 0 0,1 0 0 0 0,-1 0-1 0 0,3 11 1 0 0,-1-14 1 0 0,-1 1 1 0 0,1-1-1 0 0,0 0 1 0 0,0 1-1 0 0,1-1 0 0 0,-1 0 1 0 0,1 0-1 0 0,0 0 1 0 0,0-1-1 0 0,0 1 1 0 0,0-1-1 0 0,1 0 1 0 0,-1 0-1 0 0,1 0 0 0 0,0 0 1 0 0,0 0-1 0 0,0-1 1 0 0,0 0-1 0 0,9 4 1 0 0,7 1-18 0 0,1-1-1 0 0,-1-1 1 0 0,1 0 0 0 0,1-2 0 0 0,-1 0 0 0 0,31-1 0 0 0,-1-3-908 0 0,79-12-1 0 0,-80 5-1162 0 0,63-19 0 0 0,-8-10-4407 0 0,-53 18 678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8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1684 0 0,'5'-12'719'0'0,"0"0"-1"0"0,0 0 0 0 0,1 0 1 0 0,0 1-1 0 0,1 0 1 0 0,0 0-1 0 0,1 0 1 0 0,0 1-1 0 0,1 1 0 0 0,0-1 1 0 0,14-10-1 0 0,-16 15-593 0 0,1-1 0 0 0,-1 1 0 0 0,1 1-1 0 0,1-1 1 0 0,-1 1 0 0 0,1 1 0 0 0,-1 0-1 0 0,1 0 1 0 0,0 0 0 0 0,0 1 0 0 0,0 1 0 0 0,0 0-1 0 0,1 0 1 0 0,-1 0 0 0 0,0 1 0 0 0,16 2-1 0 0,-14 0-55 0 0,-1 0 0 0 0,1 1 0 0 0,0 0-1 0 0,-1 0 1 0 0,1 1 0 0 0,-1 1-1 0 0,0 0 1 0 0,-1 0 0 0 0,1 1-1 0 0,-1 0 1 0 0,0 1 0 0 0,0 0-1 0 0,-1 0 1 0 0,0 1 0 0 0,0 0 0 0 0,-1 0-1 0 0,0 1 1 0 0,-1 0 0 0 0,1 0-1 0 0,-2 0 1 0 0,1 1 0 0 0,-1 0-1 0 0,-1 0 1 0 0,0 0 0 0 0,0 1-1 0 0,-1 0 1 0 0,-1-1 0 0 0,0 1 0 0 0,0 0-1 0 0,-1 0 1 0 0,0 0 0 0 0,-1 14-1 0 0,-2-9 63 0 0,-1 0 0 0 0,0-1 0 0 0,-1 1-1 0 0,0-1 1 0 0,-1 0 0 0 0,-1-1 0 0 0,-1 1 0 0 0,0-1-1 0 0,-1 0 1 0 0,0-1 0 0 0,-1 0 0 0 0,0 0-1 0 0,-21 20 1 0 0,30-32-97 0 0,-1 0-1 0 0,0 0 1 0 0,-1 0-1 0 0,1 0 1 0 0,0 0 0 0 0,0-1-1 0 0,0 1 1 0 0,-1 0-1 0 0,1-1 1 0 0,0 1-1 0 0,0-1 1 0 0,-3 2 0 0 0,3-2-24 0 0,1 0 1 0 0,-1 0 0 0 0,1 0 0 0 0,-1 0-1 0 0,1 0 1 0 0,-1-1 0 0 0,1 1 0 0 0,-1 0-1 0 0,0 0 1 0 0,1 0 0 0 0,-1 0 0 0 0,1-1-1 0 0,-1 1 1 0 0,1 0 0 0 0,0 0 0 0 0,-1-1-1 0 0,1 1 1 0 0,-1 0 0 0 0,1-1 0 0 0,-1 1 0 0 0,1 0-1 0 0,-1-2 1 0 0,0 0 0 0 0,0 0 1 0 0,0 0-1 0 0,0 0 1 0 0,0 0-1 0 0,1 0 1 0 0,-1 0-1 0 0,1 0 1 0 0,0-1-1 0 0,-1 1 0 0 0,1 0 1 0 0,0 0-1 0 0,0-1 1 0 0,0 1-1 0 0,1-4 1 0 0,3-12 6 0 0,0 1 1 0 0,1-1 0 0 0,1 1 0 0 0,1 1-1 0 0,0-1 1 0 0,1 1 0 0 0,16-24 0 0 0,-6 14-22 0 0,1 1 1 0 0,1 0 0 0 0,36-32-1 0 0,-38 40 1 0 0,2 0 0 0 0,0 2 0 0 0,1 1 0 0 0,0 0-1 0 0,25-11 1 0 0,-38 21 1 0 0,1 0 0 0 0,-1 0 0 0 0,1 1 0 0 0,0 0 0 0 0,0 1 0 0 0,0 0 0 0 0,0 0 0 0 0,0 1 0 0 0,1 0-1 0 0,-1 1 1 0 0,0 0 0 0 0,1 1 0 0 0,-1-1 0 0 0,0 2 0 0 0,0-1 0 0 0,18 6 0 0 0,-23-5 7 0 0,0 0 0 0 0,0 0 1 0 0,-1 0-1 0 0,1 0 0 0 0,-1 0 0 0 0,1 1 0 0 0,-1 0 0 0 0,0 0 1 0 0,0 0-1 0 0,0 0 0 0 0,-1 0 0 0 0,1 0 0 0 0,-1 1 1 0 0,5 6-1 0 0,-5-4-1 0 0,1 0 1 0 0,-1 1-1 0 0,0-1 1 0 0,-1 0-1 0 0,0 1 1 0 0,0-1-1 0 0,0 1 1 0 0,-1 11-1 0 0,-2 5-6 0 0,0 0-1 0 0,-2 0 1 0 0,-1-1 0 0 0,-9 28-1 0 0,5-23 66 0 0,4-15-181 0 0,1-1-1 0 0,1 1 1 0 0,0 0-1 0 0,0 0 1 0 0,0 20 0 0 0,2-30 20 0 0,2 1 0 0 0,-1-1 0 0 0,0 1 0 0 0,0-1 0 0 0,1 1 0 0 0,0-1 0 0 0,-1 0 0 0 0,1 1 0 0 0,0-1 0 0 0,0 1 0 0 0,0-1 0 0 0,0 0 0 0 0,1 0 0 0 0,-1 0 0 0 0,1 0 0 0 0,-1 0 0 0 0,1 0 0 0 0,0 0 0 0 0,-1 0 0 0 0,1-1 0 0 0,0 1 0 0 0,0-1 0 0 0,1 1 1 0 0,-1-1-1 0 0,0 0 0 0 0,0 0 0 0 0,1 0 0 0 0,-1 0 0 0 0,0 0 0 0 0,1 0 0 0 0,-1-1 0 0 0,5 1 0 0 0,0 0-86 0 0,0 0 0 0 0,0-1 0 0 0,0 0 0 0 0,0 0 0 0 0,0-1 0 0 0,1 0 0 0 0,-1 0 0 0 0,0 0 0 0 0,0-1 0 0 0,-1 0 0 0 0,1-1 0 0 0,7-3 0 0 0,5-3-152 0 0,0-1 0 0 0,31-23 0 0 0,-20 10 205 0 0,-1-2 1 0 0,-2-1-1 0 0,37-43 0 0 0,62-97 841 0 0,-114 150-535 0 0,7-15 329 0 0,-15 23-321 0 0,1 0 0 0 0,0 0 0 0 0,11-12 1 0 0,-15 19-11 0 0,-2 5-25 0 0,0-1 0 0 0,0 1 0 0 0,0 0-1 0 0,-1-1 1 0 0,0 1 0 0 0,0-1-1 0 0,1 1 1 0 0,-4 2 0 0 0,-4 10 236 0 0,-8 24 333 0 0,-12 42 0 0 0,25-67-637 0 0,0 0-1 0 0,1 0 1 0 0,1 0-1 0 0,0 0 1 0 0,1 0-1 0 0,1 23 0 0 0,1-33-57 0 0,0 0-1 0 0,0-1 0 0 0,0 1 1 0 0,0-1-1 0 0,0 1 0 0 0,1-1 1 0 0,0 1-1 0 0,0-1 0 0 0,0 0 1 0 0,1 0-1 0 0,-1 0 0 0 0,1 0 1 0 0,0-1-1 0 0,0 1 0 0 0,6 5 0 0 0,-3-5 20 0 0,-1 0-1 0 0,1 0 0 0 0,0 0 1 0 0,0-1-1 0 0,0 0 1 0 0,1 0-1 0 0,-1-1 0 0 0,1 0 1 0 0,13 3-1 0 0,-10-3 17 0 0,1-1 0 0 0,-1 0 0 0 0,1 0 0 0 0,0-1 0 0 0,-1-1 0 0 0,1 0 0 0 0,-1 0 0 0 0,1-1 0 0 0,-1 0 0 0 0,0-1 0 0 0,0 0 0 0 0,0-1 0 0 0,19-9 0 0 0,-21 7-36 0 0,0 0 0 0 0,0-1 0 0 0,0 0 0 0 0,-1 0 0 0 0,0-1 1 0 0,-1 0-1 0 0,1 0 0 0 0,-1-1 0 0 0,-1 1 0 0 0,0-1 0 0 0,0 0 0 0 0,-1-1 1 0 0,0 1-1 0 0,0-1 0 0 0,-1 0 0 0 0,-1 0 0 0 0,3-17 0 0 0,-4 21-24 0 0,0 0 0 0 0,-1 0 0 0 0,0 0 1 0 0,0 0-1 0 0,0 0 0 0 0,-1-1 0 0 0,0 1 0 0 0,0 0 0 0 0,0 0 0 0 0,-1 0 0 0 0,0 1 0 0 0,0-1 0 0 0,-1 0 0 0 0,1 1 0 0 0,-1-1 0 0 0,0 1 0 0 0,-1 0 0 0 0,1 0 0 0 0,-1 0 0 0 0,0 1 0 0 0,-1-1 0 0 0,1 1 0 0 0,-1 0 0 0 0,1 0 0 0 0,-1 0 0 0 0,0 1 0 0 0,-1 0 0 0 0,1 0 1 0 0,0 0-1 0 0,-11-3 0 0 0,6 3-6 0 0,-1 0 1 0 0,1 1 0 0 0,0 1-1 0 0,-1 0 1 0 0,1 0-1 0 0,-1 1 1 0 0,1 0 0 0 0,-1 1-1 0 0,1 0 1 0 0,-1 1 0 0 0,1 0-1 0 0,-16 5 1 0 0,12-2 5 0 0,0 0-1 0 0,1 1 1 0 0,0 0 0 0 0,1 1 0 0 0,-1 0 0 0 0,1 1 0 0 0,0 0-1 0 0,-17 17 1 0 0,28-24 3 0 0,0 0 0 0 0,0-1-1 0 0,1 1 1 0 0,-1 0-1 0 0,0 0 1 0 0,1-1 0 0 0,-1 1-1 0 0,1 0 1 0 0,-1 0 0 0 0,1 0-1 0 0,-1 0 1 0 0,1 0-1 0 0,-1 0 1 0 0,1 0 0 0 0,0 0-1 0 0,0 0 1 0 0,-1 0 0 0 0,1 0-1 0 0,0 0 1 0 0,0 0 0 0 0,0 1-1 0 0,0-1 0 0 0,1 0-1 0 0,-1 0 1 0 0,1 0 0 0 0,-1 0-1 0 0,1 0 1 0 0,-1-1-1 0 0,1 1 1 0 0,0 0 0 0 0,-1-1-1 0 0,1 1 1 0 0,0 0-1 0 0,0-1 1 0 0,-1 1 0 0 0,1-1-1 0 0,0 1 1 0 0,0-1-1 0 0,0 1 1 0 0,1 0 0 0 0,3 1-3 0 0,0-1 0 0 0,0 1 1 0 0,1-1-1 0 0,-1 0 1 0 0,1 0-1 0 0,7-1 0 0 0,12-1 0 0 0,-1-1-1 0 0,1-1 0 0 0,45-12 0 0 0,71-30-87 0 0,-50 13 11 0 0,-49 18 57 0 0,43-13-35 0 0,-77 25 48 0 0,-1 1-1 0 0,1-1 1 0 0,0 2 0 0 0,0-1-1 0 0,0 1 1 0 0,0 0 0 0 0,0 1 0 0 0,12 2-1 0 0,-16-2 9 0 0,0 0 0 0 0,-1 0 1 0 0,1 1-1 0 0,-1-1 0 0 0,1 1 0 0 0,-1 0 0 0 0,1 0 0 0 0,-1 0 0 0 0,0 1 0 0 0,0-1 0 0 0,0 1 1 0 0,-1-1-1 0 0,1 1 0 0 0,2 4 0 0 0,-1-1 0 0 0,0 0-1 0 0,-1 0 1 0 0,0 0 0 0 0,-1 0 0 0 0,1 0-1 0 0,-1 0 1 0 0,2 12 0 0 0,-1-2-6 0 0,-2-1 1 0 0,0 1-1 0 0,0 0 1 0 0,-2-1-1 0 0,0 1 0 0 0,-4 21 1 0 0,-5 1 179 0 0,-1 0-1 0 0,-31 69 1 0 0,42-107-171 0 0,-5 6 481 0 0,5-15-370 0 0,4-15-100 0 0,10-13 27 0 0,2 0 1 0 0,41-66-1 0 0,-47 87-48 0 0,1 1 0 0 0,1 0 0 0 0,0 0 0 0 0,1 1 0 0 0,1 1 0 0 0,0 0 0 0 0,1 1 0 0 0,21-14 0 0 0,-33 24 4 0 0,-1 1 0 0 0,1-1 0 0 0,0 0 0 0 0,0 1 0 0 0,-1 0 1 0 0,1 0-1 0 0,0 0 0 0 0,0 0 0 0 0,0 0 0 0 0,0 0 1 0 0,1 1-1 0 0,2-1 0 0 0,28 1-3 0 0,-22 6 10 0 0,-7-2 1 0 0,-1-1 0 0 0,0 1 1 0 0,0-1 0 0 0,0 1 0 0 0,0 0 0 0 0,-1 0-1 0 0,0 1 1 0 0,1-1 0 0 0,-1 1 0 0 0,-1 0 0 0 0,1 0-1 0 0,-1-1 1 0 0,0 2 0 0 0,0-1 0 0 0,0 0-1 0 0,-1 0 1 0 0,0 1 0 0 0,0-1 0 0 0,0 0 0 0 0,0 8-1 0 0,-1 2 13 0 0,0 1-1 0 0,-1-1 0 0 0,0 0 0 0 0,-1 0 0 0 0,-7 25 0 0 0,1-12-152 0 0,-9 34-329 0 0,10-24-4556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48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11 123 96 0 0,'-6'-10'9264'0'0,"5"9"-9003"0"0,1 0 1 0 0,-1 0 0 0 0,0 0-1 0 0,1 0 1 0 0,0 0 0 0 0,-1 0 0 0 0,1-1-1 0 0,0 1 1 0 0,-1 0 0 0 0,1 0-1 0 0,0 0 1 0 0,0 0 0 0 0,0 0 0 0 0,0 0-1 0 0,0 0 1 0 0,0-1 0 0 0,0 1-1 0 0,1 0 1 0 0,-1 0 0 0 0,0 0 0 0 0,1 0-1 0 0,-1-1 1 0 0,2 0-176 0 0,0 0 0 0 0,0 0 0 0 0,-1 0-1 0 0,1 1 1 0 0,0-1 0 0 0,1 1 0 0 0,-1-1 0 0 0,0 1 0 0 0,0 0 0 0 0,4-2 0 0 0,19-8-951 0 0,47-14 1 0 0,-4 2-6563 0 0,-46 15 2663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0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4 150 748 0 0,'-3'-12'3533'0'0,"2"10"-3351"0"0,2-1 0 0 0,-1 0 0 0 0,0 1 0 0 0,0-1 0 0 0,1 0 0 0 0,-1 1 0 0 0,1-1 0 0 0,0 0-1 0 0,0 1 1 0 0,0-1 0 0 0,0 1 0 0 0,0-1 0 0 0,1 1 0 0 0,-1 0 0 0 0,1-1 0 0 0,-1 1 0 0 0,1 0 0 0 0,0 0 0 0 0,0 0 0 0 0,0 0 0 0 0,0 1 0 0 0,0-1-1 0 0,0 0 1 0 0,1 1 0 0 0,-1 0 0 0 0,1-1 0 0 0,-1 1 0 0 0,1 0 0 0 0,2-1 0 0 0,1 1-78 0 0,0 0 1 0 0,0 0-1 0 0,0 0 0 0 0,0 1 1 0 0,0 0-1 0 0,0 0 0 0 0,0 0 1 0 0,0 1-1 0 0,0 0 0 0 0,0 0 1 0 0,0 0-1 0 0,-1 1 0 0 0,7 2 1 0 0,-4-1-60 0 0,0 1 1 0 0,-1-1 0 0 0,0 1 0 0 0,0 1 0 0 0,0-1-1 0 0,-1 1 1 0 0,1 0 0 0 0,-1 1 0 0 0,0-1 0 0 0,-1 1-1 0 0,1 0 1 0 0,-1 1 0 0 0,0-1 0 0 0,-1 1 0 0 0,1 0-1 0 0,-1 0 1 0 0,-1 1 0 0 0,0-1 0 0 0,0 1-1 0 0,0 0 1 0 0,-1-1 0 0 0,0 1 0 0 0,0 0 0 0 0,-1 1-1 0 0,0-1 1 0 0,-1 0 0 0 0,1 0 0 0 0,-2 0 0 0 0,1 0-1 0 0,-1 1 1 0 0,0-1 0 0 0,-1 0 0 0 0,-3 9 0 0 0,-2 0 85 0 0,-1-1 1 0 0,-1 0 0 0 0,-15 22-1 0 0,17-31 42 0 0,6-12-19 0 0,4-13-32 0 0,10-7-70 0 0,2 0 0 0 0,0 1 0 0 0,1 1 0 0 0,23-26 0 0 0,-3 9-88 0 0,52-44 1 0 0,-74 72 9 0 0,0 0 0 0 0,1 0 0 0 0,0 2 0 0 0,1 0 0 0 0,0 1 0 0 0,0 0 0 0 0,33-11 0 0 0,-47 20 29 0 0,-1-1 0 0 0,1 0 0 0 0,0 1 0 0 0,0 0 0 0 0,0-1 0 0 0,0 1 0 0 0,0 0-1 0 0,0 0 1 0 0,0 0 0 0 0,0 0 0 0 0,0 0 0 0 0,-1 1 0 0 0,1-1 0 0 0,0 1 0 0 0,0-1 0 0 0,0 1 0 0 0,0-1-1 0 0,-1 1 1 0 0,1 0 0 0 0,3 2 0 0 0,-3-1 3 0 0,-1 0 0 0 0,1-1 0 0 0,-1 1-1 0 0,1 0 1 0 0,-1 0 0 0 0,0 1 0 0 0,1-1 0 0 0,-1 0-1 0 0,-1 0 1 0 0,1 0 0 0 0,0 1 0 0 0,0-1 0 0 0,-1 0-1 0 0,1 4 1 0 0,0 6 16 0 0,0 1 0 0 0,-1-1 0 0 0,-1 1 0 0 0,-4 21 0 0 0,0-9 14 0 0,-15 43 0 0 0,4-17 14 0 0,9-28-36 0 0,3-11 17 0 0,1 0 0 0 0,0 0 0 0 0,1 0 0 0 0,-2 19 0 0 0,4-30-24 0 0,0 1 0 0 0,1-1 0 0 0,-1 0 0 0 0,0 0 0 0 0,1 0 0 0 0,-1 1 0 0 0,1-1 0 0 0,-1 0 0 0 0,1 0 0 0 0,0 0 0 0 0,-1 0 0 0 0,1 0 0 0 0,0 0 0 0 0,0 0 0 0 0,0 0 0 0 0,0 0 0 0 0,0 0 0 0 0,0-1 0 0 0,0 1 0 0 0,0 0 0 0 0,0 0 0 0 0,0-1 0 0 0,2 1 0 0 0,26 8 90 0 0,-15-8-83 0 0,1-1 0 0 0,-1 0 0 0 0,0-2-1 0 0,-1 1 1 0 0,1-2 0 0 0,0 0 0 0 0,0 0 0 0 0,16-7-1 0 0,0-2 16 0 0,-1-1 0 0 0,42-25 0 0 0,-30 12 24 0 0,0-2 0 0 0,39-35 0 0 0,-56 41-48 0 0,-1 0 1 0 0,-1-1 0 0 0,-2-2 0 0 0,24-33 0 0 0,-42 55-9 0 0,0 0 1 0 0,0 0-1 0 0,0 0 1 0 0,0 0-1 0 0,-1-1 0 0 0,1 1 1 0 0,-1 0-1 0 0,0-1 0 0 0,0 1 1 0 0,0-1-1 0 0,0 1 0 0 0,-1-1 1 0 0,1 1-1 0 0,-1-1 1 0 0,0 0-1 0 0,0-4 0 0 0,-1 7 3 0 0,1 0-1 0 0,0 1 0 0 0,-1-1 0 0 0,1 0 0 0 0,0 1 1 0 0,-1-1-1 0 0,1 1 0 0 0,-1-1 0 0 0,1 1 1 0 0,-1-1-1 0 0,1 1 0 0 0,-1-1 0 0 0,1 1 0 0 0,-1-1 1 0 0,0 1-1 0 0,1-1 0 0 0,-1 1 0 0 0,0 0 0 0 0,1 0 1 0 0,-1-1-1 0 0,0 1 0 0 0,1 0 0 0 0,-1 0 1 0 0,0 0-1 0 0,1 0 0 0 0,-1-1 0 0 0,0 1 0 0 0,0 0 1 0 0,1 0-1 0 0,-1 1 0 0 0,-1-1 0 0 0,-22 5 4 0 0,12 1 9 0 0,0 0 0 0 0,0 0 0 0 0,1 1 0 0 0,0 0-1 0 0,-19 17 1 0 0,-45 49 55 0 0,66-63-77 0 0,0 0 0 0 0,0 0 0 0 0,2 1 1 0 0,-1 0-1 0 0,1 0 0 0 0,-8 18 0 0 0,13-25 9 0 0,1 0 0 0 0,-1 0 1 0 0,1 0-1 0 0,0 0 0 0 0,0 0 0 0 0,1 0 1 0 0,-1 0-1 0 0,1 0 0 0 0,0 0 1 0 0,0 0-1 0 0,0 0 0 0 0,1 0 0 0 0,-1 0 1 0 0,1 0-1 0 0,0 0 0 0 0,0 0 1 0 0,0 0-1 0 0,1 0 0 0 0,-1 0 1 0 0,1-1-1 0 0,0 1 0 0 0,0 0 0 0 0,0-1 1 0 0,6 6-1 0 0,1 1-86 0 0,1-2-1 0 0,0 1 1 0 0,0-2 0 0 0,1 1-1 0 0,0-1 1 0 0,0-1 0 0 0,0 0-1 0 0,1-1 1 0 0,0 0 0 0 0,1-1 0 0 0,-1 0-1 0 0,14 2 1 0 0,4 0-429 0 0,0-1 0 0 0,1-2 0 0 0,0-2 1 0 0,31-1-1 0 0,-10-3-428 0 0,0-3 0 0 0,0-2-1 0 0,0-2 1 0 0,-1-3 0 0 0,0-2 0 0 0,-1-1 0 0 0,58-30 0 0 0,-68 26 1591 0 0,-2-2 1 0 0,61-44-1 0 0,-91 60-332 0 0,0 0-1 0 0,-1 0 0 0 0,1-1 1 0 0,-2 0-1 0 0,1 0 0 0 0,-1-1 1 0 0,0 0-1 0 0,0 0 0 0 0,-1 0 1 0 0,0-1-1 0 0,0 0 0 0 0,3-11 1 0 0,-8 20-279 0 0,0-1 0 0 0,1 0 0 0 0,-1 0 0 0 0,0 1 0 0 0,0-1 1 0 0,0 0-1 0 0,0 0 0 0 0,0 0 0 0 0,-1 1 0 0 0,1-1 0 0 0,0 0 1 0 0,0 0-1 0 0,0 1 0 0 0,-1-1 0 0 0,1 0 0 0 0,0 0 0 0 0,-1 1 1 0 0,1-1-1 0 0,-1 0 0 0 0,1 1 0 0 0,-1-1 0 0 0,1 1 0 0 0,-1-1 1 0 0,1 0-1 0 0,-1 1 0 0 0,0-1 0 0 0,1 1 0 0 0,-1 0 0 0 0,0-1 1 0 0,1 1-1 0 0,-1 0 0 0 0,0-1 0 0 0,1 1 0 0 0,-1 0 0 0 0,-1-1 1 0 0,-25-4 805 0 0,16 6-600 0 0,0 1 1 0 0,-1 0-1 0 0,1 1 0 0 0,0 0 1 0 0,0 1-1 0 0,1 0 1 0 0,-1 1-1 0 0,-15 9 0 0 0,11-7-3 0 0,-15 9 302 0 0,1 1-1 0 0,-48 37 1 0 0,62-42-452 0 0,0 1 0 0 0,1 0-1 0 0,1 1 1 0 0,0 1 0 0 0,1 0 0 0 0,-13 20 0 0 0,23-32-82 0 0,1 0 0 0 0,-1-1 0 0 0,1 1 1 0 0,-1 0-1 0 0,1 0 0 0 0,0 0 1 0 0,0 0-1 0 0,0 0 0 0 0,1 0 1 0 0,-1 1-1 0 0,1-1 0 0 0,0 0 0 0 0,-1 0 1 0 0,1 0-1 0 0,1 0 0 0 0,-1 1 1 0 0,0-1-1 0 0,1 0 0 0 0,0 0 0 0 0,0 0 1 0 0,0 0-1 0 0,1 4 0 0 0,0-4-2 0 0,1 0-1 0 0,-1 0 0 0 0,1 1 0 0 0,0-2 0 0 0,-1 1 0 0 0,1 0 1 0 0,1 0-1 0 0,-1-1 0 0 0,0 0 0 0 0,1 0 0 0 0,-1 0 0 0 0,1 0 1 0 0,-1 0-1 0 0,1 0 0 0 0,0-1 0 0 0,7 2 0 0 0,-1-1 2 0 0,0-1-1 0 0,-1 0 0 0 0,1 0 1 0 0,0-1-1 0 0,0 0 0 0 0,0-1 1 0 0,-1 0-1 0 0,1-1 0 0 0,0 0 1 0 0,-1 0-1 0 0,1-1 0 0 0,-1 0 1 0 0,11-6-1 0 0,3-2 4 0 0,0-1 1 0 0,-1-1-1 0 0,37-29 1 0 0,-26 13 32 0 0,58-65 0 0 0,-25 23-27 0 0,-47 55-80 0 0,-19 16 65 0 0,0 0 0 0 0,1 0 0 0 0,-1 0 0 0 0,0 0 0 0 0,0 0 0 0 0,0 0 0 0 0,0 0 0 0 0,0 0 0 0 0,0 0 0 0 0,0 0 0 0 0,1 0 0 0 0,-1 0 0 0 0,0 0 0 0 0,0 0 0 0 0,0 0 0 0 0,0 0 0 0 0,0 0 0 0 0,0 0 0 0 0,1 0 0 0 0,-1 0 0 0 0,0 0 1 0 0,0 0-1 0 0,0 0 0 0 0,0 0 0 0 0,0 0 0 0 0,0 0 0 0 0,1 0 0 0 0,-1 0 0 0 0,0 0 0 0 0,0 0 0 0 0,0 0 0 0 0,0 0 0 0 0,0 0 0 0 0,0 1 0 0 0,0-1 0 0 0,0 0 0 0 0,0 0 0 0 0,1 0 0 0 0,-1 0 0 0 0,0 0 0 0 0,0 0 0 0 0,0 0 0 0 0,0 0 0 0 0,0 1 0 0 0,0-1 0 0 0,0 0 0 0 0,0 0 0 0 0,-3 15 16 0 0,-164 498 2054 0 0,37-105-838 0 0,-22-8-781 0 0,149-393-447 0 0,-17 40 84 0 0,-31 51 0 0 0,44-86-67 0 0,-1-1 0 0 0,0 1 0 0 0,0-1 0 0 0,-1-1 0 0 0,0 0 0 0 0,-1 0 0 0 0,0-1 0 0 0,-1 0 0 0 0,-17 10 0 0 0,24-16-12 0 0,-2 0 0 0 0,1-1-1 0 0,0 0 1 0 0,0 0 0 0 0,-1 0-1 0 0,1-1 1 0 0,-1 0 0 0 0,1 0-1 0 0,-1 0 1 0 0,1-1 0 0 0,-1 1-1 0 0,0-1 1 0 0,1-1 0 0 0,-9-1-1 0 0,6 1-7 0 0,0-2 0 0 0,0 1 0 0 0,1-1 0 0 0,-1 0 0 0 0,1-1 0 0 0,0 0 0 0 0,0 0 0 0 0,0 0 0 0 0,-7-7 0 0 0,1 0 16 0 0,1-1 1 0 0,1 0-1 0 0,0-1 1 0 0,0 0-1 0 0,2 0 1 0 0,-1-1-1 0 0,2 0 0 0 0,0-1 1 0 0,-7-18-1 0 0,11 24 0 0 0,1-1 0 0 0,1 1 0 0 0,-1-1 0 0 0,2 0 1 0 0,-1 0-1 0 0,1 0 0 0 0,1 0 0 0 0,0 0 0 0 0,0 0 0 0 0,3-18 0 0 0,0 14-20 0 0,1 0 1 0 0,0 1-1 0 0,1-1 1 0 0,0 1-1 0 0,1 0 1 0 0,15-22-1 0 0,-2 7-116 0 0,1 2 1 0 0,2 1-1 0 0,0 1 0 0 0,2 0 0 0 0,45-34 1 0 0,-6 12-824 0 0,110-61 1 0 0,79-20-3386 0 0,-55 28-3337 0 0,-148 73 3145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2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464 576 828 0 0,'1'-3'521'0'0,"1"0"0"0"0,-1-1 1 0 0,0 1-1 0 0,0-1 0 0 0,0 0 0 0 0,0 1 1 0 0,0-1-1 0 0,-1 0 0 0 0,0 1 0 0 0,0-1 0 0 0,0 0 1 0 0,0 0-1 0 0,0 1 0 0 0,-1-1 0 0 0,0 0 0 0 0,1 1 1 0 0,-3-4-1 0 0,2 4-403 0 0,-1 1 0 0 0,1-1 0 0 0,-1 1 1 0 0,0 0-1 0 0,0 0 0 0 0,0 0 0 0 0,0 0 0 0 0,0 0 1 0 0,0 0-1 0 0,0 1 0 0 0,-1-1 0 0 0,1 1 0 0 0,-1 0 1 0 0,1-1-1 0 0,-1 1 0 0 0,0 0 0 0 0,1 0 1 0 0,-1 1-1 0 0,0-1 0 0 0,0 1 0 0 0,0-1 0 0 0,-4 1 1 0 0,-7-1 74 0 0,0 1 0 0 0,-1 1 0 0 0,1 0 1 0 0,0 1-1 0 0,0 1 0 0 0,0 0 0 0 0,0 1 1 0 0,1 0-1 0 0,-20 9 0 0 0,4 1-55 0 0,0 1 0 0 0,1 1 0 0 0,-28 22 0 0 0,45-30-109 0 0,0 1-1 0 0,1 0 1 0 0,0 0 0 0 0,1 1 0 0 0,0 0 0 0 0,0 0 0 0 0,1 1 0 0 0,-11 20 0 0 0,17-27-24 0 0,0 0 0 0 0,0 0 1 0 0,0 0-1 0 0,1 1 0 0 0,0-1 0 0 0,0 0 1 0 0,0 1-1 0 0,0-1 0 0 0,1 1 1 0 0,0-1-1 0 0,0 1 0 0 0,0-1 0 0 0,0 0 1 0 0,1 1-1 0 0,-1-1 0 0 0,1 1 1 0 0,0-1-1 0 0,1 0 0 0 0,-1 1 1 0 0,1-1-1 0 0,0 0 0 0 0,0 0 0 0 0,0 0 1 0 0,0-1-1 0 0,1 1 0 0 0,0 0 1 0 0,-1-1-1 0 0,1 0 0 0 0,7 6 0 0 0,-4-3-20 0 0,0 0 0 0 0,1-1 0 0 0,0 0 0 0 0,1 0 0 0 0,-1-1 0 0 0,1 0-1 0 0,0 0 1 0 0,0-1 0 0 0,0 0 0 0 0,0 0 0 0 0,0-1 0 0 0,1 0-1 0 0,-1-1 1 0 0,1 1 0 0 0,-1-2 0 0 0,1 1 0 0 0,0-1 0 0 0,-1 0 0 0 0,16-3-1 0 0,-10 0-85 0 0,0-1-1 0 0,-1 0 1 0 0,0-1-1 0 0,0 0 1 0 0,0-1 0 0 0,-1 0-1 0 0,0-1 1 0 0,0-1-1 0 0,0 0 1 0 0,-1 0-1 0 0,16-16 1 0 0,-4-1 54 0 0,0 0 0 0 0,-1-1 0 0 0,-2-2 0 0 0,0 0 1 0 0,-2-1-1 0 0,-2 0 0 0 0,0-2 0 0 0,19-53 0 0 0,-35 83 51 0 0,0 0-1 0 0,1 1 1 0 0,-1-1-1 0 0,0 1 1 0 0,1-1-1 0 0,-1 0 1 0 0,0 1-1 0 0,0-1 1 0 0,0 0-1 0 0,0 0 1 0 0,0 1-1 0 0,0-1 1 0 0,0 0-1 0 0,0 1 0 0 0,0-1 1 0 0,0 0-1 0 0,0 1 1 0 0,0-1-1 0 0,0 0 1 0 0,0 1-1 0 0,-1-1 1 0 0,1 0-1 0 0,0 1 1 0 0,-1-1-1 0 0,1 0 1 0 0,-1 0 6 0 0,0 1 0 0 0,1 0 1 0 0,-1 0-1 0 0,0 0 1 0 0,0 0-1 0 0,1 0 0 0 0,-1 0 1 0 0,0 0-1 0 0,0 0 0 0 0,1 0 1 0 0,-1 0-1 0 0,0 0 0 0 0,1 0 1 0 0,-1 1-1 0 0,0-1 1 0 0,1 0-1 0 0,-1 1 0 0 0,0-1 1 0 0,0 1-1 0 0,-5 2 66 0 0,1 0 0 0 0,0 1 0 0 0,0-1 0 0 0,-6 6 0 0 0,-4 7 42 0 0,2-1 1 0 0,0 1 0 0 0,1 1 0 0 0,1 0-1 0 0,0 1 1 0 0,-8 21 0 0 0,13-26-88 0 0,0 1 1 0 0,2-1-1 0 0,-1 1 0 0 0,2 0 1 0 0,0 0-1 0 0,0 0 0 0 0,2 0 1 0 0,0 1-1 0 0,1 22 0 0 0,0-31-23 0 0,1-1 0 0 0,0 0-1 0 0,0 0 1 0 0,0 0 0 0 0,1 0-1 0 0,-1 0 1 0 0,1 0 0 0 0,1 0-1 0 0,-1 0 1 0 0,1-1 0 0 0,-1 1-1 0 0,1-1 1 0 0,1 0-1 0 0,-1 0 1 0 0,1 0 0 0 0,-1 0-1 0 0,1 0 1 0 0,0-1 0 0 0,0 0-1 0 0,1 0 1 0 0,-1 0 0 0 0,1 0-1 0 0,-1-1 1 0 0,1 1 0 0 0,0-1-1 0 0,0 0 1 0 0,0-1 0 0 0,5 2-1 0 0,1-1-3 0 0,1 0 0 0 0,-1-1 0 0 0,0 0 0 0 0,0-1 0 0 0,1 0-1 0 0,-1-1 1 0 0,0 0 0 0 0,1-1 0 0 0,-1 0 0 0 0,0 0 0 0 0,0-1 0 0 0,12-6-1 0 0,1-3-80 0 0,0-1-1 0 0,-1 0 1 0 0,-1-2-1 0 0,0-1 1 0 0,-1-1-1 0 0,-1 0 1 0 0,0-2-1 0 0,19-24 1 0 0,7-13-394 0 0,69-110 0 0 0,-63 78 364 0 0,-4-1 0 0 0,64-166 0 0 0,-103 235 257 0 0,-6 15-114 0 0,-1 0 1 0 0,0 0-1 0 0,0 0 0 0 0,0 0 0 0 0,-1 0 0 0 0,1 0 0 0 0,0-8 1 0 0,-16 23 73 0 0,4 0 19 0 0,0 1 0 0 0,0 0 0 0 0,1 1 0 0 0,1 0 0 0 0,-10 19 0 0 0,2-4 104 0 0,-156 282 1948 0 0,143-244-1829 0 0,2 2 1 0 0,-34 134-1 0 0,58-189-325 0 0,0 1-1 0 0,1 1 1 0 0,1-1-1 0 0,0 0 1 0 0,1 0-1 0 0,0 0 1 0 0,1 1-1 0 0,3 13 1 0 0,-3-22-62 0 0,0-1 1 0 0,0 0-1 0 0,1 1 0 0 0,0-1 1 0 0,0 0-1 0 0,0 1 0 0 0,0-1 1 0 0,0 0-1 0 0,1-1 0 0 0,0 1 1 0 0,0 0-1 0 0,0-1 0 0 0,0 0 1 0 0,1 1-1 0 0,-1-1 0 0 0,1 0 1 0 0,0-1-1 0 0,0 1 0 0 0,0-1 1 0 0,0 0-1 0 0,0 0 0 0 0,1 0 1 0 0,-1 0-1 0 0,1-1 0 0 0,8 2 1 0 0,-1-1-228 0 0,0-1 1 0 0,1-1 0 0 0,-1 1 0 0 0,0-2-1 0 0,0 0 1 0 0,0 0 0 0 0,0-1 0 0 0,0-1-1 0 0,0 0 1 0 0,0-1 0 0 0,-1 0 0 0 0,0 0-1 0 0,0-1 1 0 0,0-1 0 0 0,16-10 0 0 0,6-7-100 0 0,0-2 0 0 0,-2-1 0 0 0,38-39 0 0 0,-18 7 1212 0 0,-1-2 1 0 0,57-93 0 0 0,-125 186-319 0 0,1 1 0 0 0,2 1 0 0 0,1 0-1 0 0,1 1 1 0 0,-11 59 0 0 0,23-87-513 0 0,0-1-1 0 0,0 1 1 0 0,1 0-1 0 0,0 0 1 0 0,0 0 0 0 0,1 0-1 0 0,0-1 1 0 0,0 1-1 0 0,1 0 1 0 0,4 10-1 0 0,-5-15-22 0 0,1 1-1 0 0,0-1 0 0 0,0 0 1 0 0,0 0-1 0 0,0 0 1 0 0,1 0-1 0 0,-1 0 0 0 0,1 0 1 0 0,0-1-1 0 0,0 1 0 0 0,0-1 1 0 0,0 0-1 0 0,0 1 1 0 0,0-1-1 0 0,0-1 0 0 0,1 1 1 0 0,-1-1-1 0 0,1 1 0 0 0,-1-1 1 0 0,1 0-1 0 0,0 0 1 0 0,0 0-1 0 0,6 0 0 0 0,-1-1-66 0 0,1 0-1 0 0,-1 0 0 0 0,1-1 1 0 0,-1-1-1 0 0,1 1 0 0 0,-1-1 1 0 0,1-1-1 0 0,-1 0 0 0 0,0 0 1 0 0,-1-1-1 0 0,1 0 0 0 0,14-9 0 0 0,4-5-76 0 0,0-1-1 0 0,32-31 1 0 0,-17 11 398 0 0,-3-2 0 0 0,47-62 0 0 0,-86 103-250 0 0,0-1 0 0 0,0 1 0 0 0,1-1 0 0 0,-1 1 0 0 0,0 0 0 0 0,0-1 0 0 0,0 1 0 0 0,0 0 0 0 0,0-1 0 0 0,1 1 0 0 0,-1 0 0 0 0,0 0 0 0 0,0-1 0 0 0,1 1 0 0 0,-1 0 0 0 0,0-1 0 0 0,0 1 0 0 0,1 0 0 0 0,-1 0 0 0 0,0 0 0 0 0,1-1 0 0 0,-1 1 0 0 0,0 0 0 0 0,1 0 0 0 0,-1 0 0 0 0,0 0 0 0 0,1 0 0 0 0,-1 0 0 0 0,1 0 0 0 0,-1-1 0 0 0,0 1 0 0 0,1 0 0 0 0,-1 0 0 0 0,0 0 0 0 0,1 1 0 0 0,-1-1 0 0 0,1 0 0 0 0,0 15 5 0 0,-10 27 46 0 0,9-41-43 0 0,-10 38 118 0 0,1 1 0 0 0,3 0 1 0 0,-3 57-1 0 0,9-95-117 0 0,0-1 0 0 0,0 1 0 0 0,0-1 0 0 0,0 0 0 0 0,0 1 0 0 0,1-1 0 0 0,-1 0 0 0 0,0 1 0 0 0,1-1 0 0 0,-1 0 0 0 0,1 1 0 0 0,0-1 0 0 0,-1 0 0 0 0,1 0 0 0 0,0 0 0 0 0,0 1 0 0 0,-1-1 0 0 0,1 0 0 0 0,0 0 0 0 0,0 0 0 0 0,0 0 0 0 0,1-1 0 0 0,-1 1 0 0 0,0 0 0 0 0,0 0 0 0 0,0-1 0 0 0,0 1 0 0 0,1 0 0 0 0,-1-1 0 0 0,0 0 0 0 0,1 1 0 0 0,-1-1 0 0 0,0 0 0 0 0,1 1 0 0 0,-1-1 0 0 0,0 0 0 0 0,4 0 0 0 0,-1 0 3 0 0,1-1-1 0 0,0 1 0 0 0,0-1 1 0 0,0 0-1 0 0,-1 0 0 0 0,1 0 0 0 0,0-1 1 0 0,8-3-1 0 0,1-3 4 0 0,-1-1 0 0 0,0-1 0 0 0,0 0 0 0 0,-1-1 1 0 0,21-23-1 0 0,46-67 19 0 0,-13 6-7 0 0,-21 29-64 0 0,55-62 0 0 0,-98 126 32 0 0,0 0 0 0 0,0 1-1 0 0,-1-1 1 0 0,1 1 0 0 0,0-1-1 0 0,0 1 1 0 0,0 0 0 0 0,1-1 0 0 0,-1 1-1 0 0,0 0 1 0 0,0 1 0 0 0,1-1-1 0 0,-1 0 1 0 0,0 1 0 0 0,1-1 0 0 0,-1 1-1 0 0,1-1 1 0 0,-1 1 0 0 0,0 0 0 0 0,1 0-1 0 0,-1 1 1 0 0,1-1 0 0 0,-1 0-1 0 0,0 1 1 0 0,1-1 0 0 0,-1 1 0 0 0,0 0-1 0 0,1 0 1 0 0,-1 0 0 0 0,0 0-1 0 0,0 0 1 0 0,3 2 0 0 0,8 6-2 0 0,-1-1 0 0 0,-1 2 1 0 0,1 0-1 0 0,12 14 0 0 0,-2-2 9 0 0,-13-14 10 0 0,1 0 0 0 0,0-1 1 0 0,0 0-1 0 0,0-1 0 0 0,1 0 0 0 0,0 0 1 0 0,1-1-1 0 0,-1-1 0 0 0,23 6 0 0 0,-31-10-10 0 0,0 0 0 0 0,0 0 0 0 0,-1 0 0 0 0,1 0-1 0 0,0-1 1 0 0,0 1 0 0 0,0-1 0 0 0,0 0 0 0 0,-1 0 0 0 0,1 0-1 0 0,0 0 1 0 0,-1 0 0 0 0,4-3 0 0 0,0 1 3 0 0,0-1-1 0 0,0-1 1 0 0,10-9 0 0 0,-10 8-7 0 0,0 0 0 0 0,-1-1 0 0 0,1 0-1 0 0,-2 0 1 0 0,1 0 0 0 0,-1 0 0 0 0,0-1 0 0 0,0 0-1 0 0,-1 1 1 0 0,0-2 0 0 0,0 1 0 0 0,-1 0 0 0 0,2-14-1 0 0,-4 20-2 0 0,-1 1 1 0 0,1-1-1 0 0,0 1 0 0 0,0 0 0 0 0,-1-1 0 0 0,1 1 0 0 0,-1-1 0 0 0,0 1 0 0 0,1 0 0 0 0,-1-1 0 0 0,0 1 0 0 0,0 0 0 0 0,0 0 0 0 0,1-1 0 0 0,-1 1 0 0 0,-1 0 0 0 0,1 0 1 0 0,0 0-1 0 0,0 0 0 0 0,0 0 0 0 0,0 1 0 0 0,-1-1 0 0 0,1 0 0 0 0,0 0 0 0 0,-1 1 0 0 0,1-1 0 0 0,-1 1 0 0 0,1-1 0 0 0,0 1 0 0 0,-1 0 0 0 0,1 0 0 0 0,-1-1 0 0 0,1 1 0 0 0,-1 0 1 0 0,1 0-1 0 0,-3 1 0 0 0,-4-1 0 0 0,0 0 0 0 0,-1 1 0 0 0,1 0 0 0 0,0 0 1 0 0,-9 3-1 0 0,-2 2 18 0 0,1 1 0 0 0,-1 1 0 0 0,2 0 1 0 0,-1 2-1 0 0,1 0 0 0 0,0 0 0 0 0,1 2 0 0 0,1 0 0 0 0,0 1 1 0 0,0 0-1 0 0,1 1 0 0 0,1 1 0 0 0,0 0 0 0 0,2 1 1 0 0,-1 0-1 0 0,-14 30 0 0 0,23-41 11 0 0,1 0-1 0 0,1 0 1 0 0,-1 0 0 0 0,1 0-1 0 0,0 0 1 0 0,0 1 0 0 0,0-1 0 0 0,0 0-1 0 0,1 0 1 0 0,0 1 0 0 0,1-1-1 0 0,-1 0 1 0 0,1 1 0 0 0,0-1-1 0 0,0 0 1 0 0,0 0 0 0 0,1 0-1 0 0,0 0 1 0 0,0 0 0 0 0,4 8-1 0 0,-3-8 6 0 0,1-1 0 0 0,0 1 0 0 0,-1-1 0 0 0,2 1 0 0 0,-1-1 0 0 0,0 0 0 0 0,1-1 0 0 0,0 1 0 0 0,0-1 0 0 0,0 0 0 0 0,0 0 0 0 0,0 0 0 0 0,0-1 0 0 0,1 0 0 0 0,0 0 0 0 0,-1 0 0 0 0,1-1 0 0 0,8 2 0 0 0,0-2-113 0 0,1 0 0 0 0,-1-1 0 0 0,0-1 0 0 0,1 0 0 0 0,-1-1 0 0 0,0 0 0 0 0,27-8 0 0 0,-21 3-768 0 0,-1 0 0 0 0,-1-1 0 0 0,0-1 0 0 0,34-22 1 0 0,-47 28 190 0 0,-1 0 1 0 0,1-1 0 0 0,-1 1 0 0 0,0-1 0 0 0,0 0-1 0 0,0 0 1 0 0,-1-1 0 0 0,1 1 0 0 0,-1-1-1 0 0,0 1 1 0 0,-1-1 0 0 0,4-7 0 0 0,-2-3-3618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271 114 2404 0 0,'-86'-46'9407'0'0,"34"10"-6280"0"0,48 33-2861 0 0,1 0-519 0 0,-1 0 1 0 0,0 0-1 0 0,1 1 1 0 0,-1-1 0 0 0,0 1-1 0 0,0 0 1 0 0,-1 0-1 0 0,1 0 1 0 0,0 1 0 0 0,-7-2-1 0 0,4 2-1063 0 0,-1 0 0 0 0,1 1 0 0 0,0 0 0 0 0,-14 1 0 0 0,-7 2-2127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2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0 120 0 0,'-66'18'3939'0'0,"33"-10"-1435"0"0,0 1 1 0 0,-52 23-1 0 0,84-32-2473 0 0,1 0-1 0 0,0 0 0 0 0,0 0 1 0 0,0 0-1 0 0,-1 0 0 0 0,1 0 0 0 0,0 0 1 0 0,0 0-1 0 0,-1 0 0 0 0,1 0 1 0 0,0 1-1 0 0,0-1 0 0 0,0 0 0 0 0,-1 0 1 0 0,1 0-1 0 0,0 0 0 0 0,0 0 1 0 0,0 1-1 0 0,0-1 0 0 0,-1 0 0 0 0,1 0 1 0 0,0 0-1 0 0,0 0 0 0 0,0 1 0 0 0,0-1 1 0 0,0 0-1 0 0,0 0 0 0 0,0 0 1 0 0,-1 1-1 0 0,1-1 0 0 0,0 0 0 0 0,0 0 1 0 0,0 1-1 0 0,0-1 0 0 0,0 0 1 0 0,0 0-1 0 0,0 1 0 0 0,0-1 0 0 0,0 0 1 0 0,0 0-1 0 0,0 0 0 0 0,0 1 1 0 0,1-1-1 0 0,-1 0 0 0 0,0 0 0 0 0,0 1 1 0 0,0-1-1 0 0,0 0 0 0 0,0 0 1 0 0,0 0-1 0 0,0 1 0 0 0,1-1 0 0 0,-1 0 1 0 0,0 0-1 0 0,0 0 0 0 0,0 0 1 0 0,0 0-1 0 0,1 1 0 0 0,-1-1 0 0 0,0 0 1 0 0,13 6 357 0 0,-12-6-376 0 0,23 6 195 0 0,0 0 1 0 0,1-2-1 0 0,26 1 0 0 0,-11-1-235 0 0,-35-3-12 0 0,251 29-2152 0 0,-86-13-2710 0 0,-69-9-181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1124 0 0,'46'15'5811'0'0,"34"12"4221"0"0,-32-13-7055 0 0,-46-13-2913 0 0,3 0 1101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45 1244 0 0,'-2'0'3440'0'0,"-1"0"-2623"0"0,-1 0-1 0 0,1-1 1 0 0,0 1-1 0 0,0-1 0 0 0,0 0 1 0 0,-1 0-1 0 0,1 0 0 0 0,-4-3 1378 0 0,6 4-2107 0 0,1 0-1 0 0,-1 0 0 0 0,1 0 1 0 0,-1 0-1 0 0,0 0 0 0 0,1 0 1 0 0,-1 0-1 0 0,1 0 0 0 0,-1 0 1 0 0,1-1-1 0 0,-1 1 0 0 0,1 0 1 0 0,-1 0-1 0 0,1 0 0 0 0,0-1 1 0 0,-1 1-1 0 0,1 0 0 0 0,-1-1 1 0 0,1 1-1 0 0,0 0 0 0 0,-1-1 1 0 0,1 1-1 0 0,-1-1 0 0 0,1 1 1 0 0,0 0-1 0 0,0-1 0 0 0,-1 1 1 0 0,1-1-1 0 0,0 1 0 0 0,0-1 1 0 0,0 1-1 0 0,-1-1 0 0 0,2 0-38 0 0,-1 0-1 0 0,1 0 1 0 0,0 0 0 0 0,-1 1-1 0 0,1-1 1 0 0,0 0 0 0 0,0 1-1 0 0,-1-1 1 0 0,1 0 0 0 0,0 1-1 0 0,0-1 1 0 0,0 1-1 0 0,0-1 1 0 0,1 0 0 0 0,40-12 13 0 0,-33 12-55 0 0,1 0 1 0 0,-1 1-1 0 0,1-1 0 0 0,0 2 0 0 0,-1 0 0 0 0,1 0 1 0 0,-1 0-1 0 0,1 1 0 0 0,-1 1 0 0 0,17 6 1 0 0,-22-8-12 0 0,0 1 1 0 0,-1 0 0 0 0,1 1 0 0 0,0-1 0 0 0,-1 1 0 0 0,0-1 0 0 0,1 1 0 0 0,-1 0 0 0 0,0 0 0 0 0,-1 0 0 0 0,1 1 0 0 0,0-1 0 0 0,-1 1 0 0 0,0-1 0 0 0,0 1 0 0 0,0 0 0 0 0,0 0-1 0 0,-1 0 1 0 0,1 0 0 0 0,-1 0 0 0 0,0 0 0 0 0,0 0 0 0 0,-1 0 0 0 0,1 1 0 0 0,-1-1 0 0 0,0 0 0 0 0,0 8 0 0 0,-3 5 12 0 0,0-1 1 0 0,-1 1 0 0 0,-1-1-1 0 0,0 0 1 0 0,-10 21-1 0 0,6-16 86 0 0,8-19-63 0 0,-2 8 66 0 0,3-10-93 0 0,0 0 0 0 0,0 0-1 0 0,0 1 1 0 0,0-1 0 0 0,0 0-1 0 0,0 1 1 0 0,0-1 0 0 0,0 0 0 0 0,0 1-1 0 0,0-1 1 0 0,0 0 0 0 0,0 1-1 0 0,0-1 1 0 0,1 0 0 0 0,-1 1 0 0 0,0-1-1 0 0,0 0 1 0 0,0 1 0 0 0,0-1-1 0 0,0 0 1 0 0,1 0 0 0 0,-1 1 0 0 0,0-1-1 0 0,0 0 1 0 0,0 0 0 0 0,1 1-1 0 0,-1-1 1 0 0,0 0 0 0 0,0 0-1 0 0,1 0 1 0 0,-1 0 0 0 0,0 1 0 0 0,1-1-1 0 0,-1 0 1 0 0,0 0 0 0 0,1 0-1 0 0,-1 0 1 0 0,1 0 0 0 0,37 1 26 0 0,-31-1-33 0 0,1 1 0 0 0,-1 0-1 0 0,0 1 1 0 0,0-1 0 0 0,0 2 0 0 0,0-1 0 0 0,0 1 0 0 0,0 0-1 0 0,-1 0 1 0 0,1 1 0 0 0,-1-1 0 0 0,0 2 0 0 0,0-1 0 0 0,0 1-1 0 0,-1-1 1 0 0,10 12 0 0 0,-11-12 34 0 0,-1 0-1 0 0,0 1 1 0 0,0-1 0 0 0,-1 1-1 0 0,0-1 1 0 0,1 1-1 0 0,-1 0 1 0 0,-1 0 0 0 0,1 0-1 0 0,-1 0 1 0 0,0 0-1 0 0,0 0 1 0 0,0 0 0 0 0,-1 0-1 0 0,0 0 1 0 0,0 0-1 0 0,0 0 1 0 0,0 1 0 0 0,-1-1-1 0 0,0 0 1 0 0,0 0 0 0 0,0 0-1 0 0,-1 0 1 0 0,-2 6-1 0 0,-4 4 251 0 0,-1 0-1 0 0,0 0 1 0 0,-1-1-1 0 0,-1 0 0 0 0,0-1 1 0 0,-1 0-1 0 0,0-1 1 0 0,-1-1-1 0 0,-1 1 1 0 0,1-2-1 0 0,-22 13 0 0 0,10-9 210 0 0,0-1 0 0 0,0-1-1 0 0,-2-1 1 0 0,1-1-1 0 0,-1-1 1 0 0,-34 5-1 0 0,52-12-471 0 0,1 0 0 0 0,-1-1 0 0 0,0-1-1 0 0,1 1 1 0 0,-1-1 0 0 0,0-1 0 0 0,1 0-1 0 0,-1 0 1 0 0,0 0 0 0 0,1-1 0 0 0,-1-1-1 0 0,1 1 1 0 0,0-1 0 0 0,0-1 0 0 0,0 0 0 0 0,-12-7-1 0 0,19 10-217 0 0,-1-1 0 0 0,1 1 0 0 0,-1-1 0 0 0,1 1 0 0 0,0-1-1 0 0,0 1 1 0 0,0-1 0 0 0,0 0 0 0 0,0 1 0 0 0,0-1 0 0 0,0 0 0 0 0,1 0-1 0 0,-1 0 1 0 0,1 0 0 0 0,-1 0 0 0 0,1 1 0 0 0,0-1 0 0 0,-1 0 0 0 0,1 0-1 0 0,0 0 1 0 0,0 0 0 0 0,1 0 0 0 0,-1 0 0 0 0,0 0 0 0 0,1 0 0 0 0,-1 0-1 0 0,1 0 1 0 0,1-3 0 0 0,2-5-2233 0 0,0 0-1 0 0,1 1 1 0 0,12-18 0 0 0,-12 20 38 0 0,5-6-2511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4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96 1572 0 0,'-2'-9'1128'0'0,"1"1"1"0"0,0 0-1 0 0,0-1 0 0 0,0 1 0 0 0,1-1 1 0 0,1 1-1 0 0,2-16 0 0 0,-3 23-1083 0 0,0 0-1 0 0,1 1 1 0 0,-1-1 0 0 0,1 0-1 0 0,-1 1 1 0 0,0-1-1 0 0,1 0 1 0 0,0 1 0 0 0,-1-1-1 0 0,1 1 1 0 0,-1-1-1 0 0,1 1 1 0 0,0-1 0 0 0,-1 1-1 0 0,1-1 1 0 0,0 1-1 0 0,-1 0 1 0 0,1-1 0 0 0,0 1-1 0 0,0 0 1 0 0,-1 0-1 0 0,1-1 1 0 0,0 1-1 0 0,0 0 1 0 0,0 0 0 0 0,-1 0-1 0 0,1 0 1 0 0,0 0-1 0 0,1 0 1 0 0,24 5 589 0 0,-13 1-406 0 0,1 1 1 0 0,-1 1 0 0 0,-1 0-1 0 0,1 0 1 0 0,-2 2 0 0 0,1-1-1 0 0,-1 1 1 0 0,0 1 0 0 0,-1 0-1 0 0,9 12 1 0 0,0 3 79 0 0,-1 1-1 0 0,-2 1 1 0 0,23 48 0 0 0,-25-38-132 0 0,-1-1-1 0 0,-2 2 1 0 0,-1-1-1 0 0,-2 2 1 0 0,-2-1 0 0 0,-2 1-1 0 0,-1-1 1 0 0,-4 48-1 0 0,-3-12-80 0 0,-4-1 0 0 0,-4 0 0 0 0,-29 104 0 0 0,7-68-227 0 0,-5-1 0 0 0,-98 191-1 0 0,-155 174-5542 0 0,224-381 1724 0 0,-10 3-1898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1:5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2644 0 0,'20'-23'2925'0'0,"-4"0"-1053"0"0,-5 5-668 0 0,1 2-644 0 0,-7 2-352 0 0,-3 1-416 0 0,-2 5-644 0 0,-12-10-5097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604 152 1716 0 0,'3'-8'2982'0'0,"4"-9"2604"0"0,-4 3-3560 0 0,-3 12-1376 0 0,1-23 3023 0 0,-2-14 979 0 0,1 37-4484 0 0,-11-8-9 0 0,-4-1-94 0 0,14 11-55 0 0,-1-2 2 0 0,-2-1-9 0 0,-2-2-7 0 0,-27-5 11 0 0,16 6-13 0 0,11 4 6 0 0,0 1 1 0 0,-1-1-1 0 0,1 1 1 0 0,-1 0-1 0 0,1 0 1 0 0,0 1 0 0 0,0 0-1 0 0,0 0 1 0 0,0 1-1 0 0,0-1 1 0 0,0 1-1 0 0,0 0 1 0 0,1 1 0 0 0,0-1-1 0 0,-9 9 1 0 0,1-3 30 0 0,-14 14 55 0 0,0 0 0 0 0,1 2 0 0 0,-32 40 1 0 0,-58 91 567 0 0,33-27-109 0 0,69-103-503 0 0,0 0 0 0 0,2 1-1 0 0,-10 32 1 0 0,19-49-28 0 0,1-1-1 0 0,0 1 0 0 0,0-1 1 0 0,1 1-1 0 0,0 0 0 0 0,0 0 1 0 0,2 0-1 0 0,-1 0 1 0 0,1 0-1 0 0,0-1 0 0 0,1 1 1 0 0,5 17-1 0 0,-4-19-16 0 0,1 1 0 0 0,0-1 0 0 0,1 0 0 0 0,0 0 0 0 0,0-1 0 0 0,1 1 0 0 0,0-1 0 0 0,0 0 0 0 0,0-1 0 0 0,1 0 0 0 0,0 0 0 0 0,0 0 0 0 0,15 9 0 0 0,-4-6 78 0 0,0 0 0 0 0,0 0 0 0 0,0-2 0 0 0,1 0-1 0 0,0-2 1 0 0,33 6 0 0 0,-39-8 179 0 0,0-2 0 0 0,0 0 0 0 0,1 0 0 0 0,-1-1-1 0 0,0-1 1 0 0,0 0 0 0 0,0-1 0 0 0,1 0 0 0 0,-2-1 0 0 0,25-9-1 0 0,-31 9-160 0 0,-1 1 0 0 0,0-1 0 0 0,0 0 0 0 0,0-1-1 0 0,0 1 1 0 0,-1-1 0 0 0,1 0 0 0 0,-1 0-1 0 0,0-1 1 0 0,0 1 0 0 0,0-1 0 0 0,-1 0-1 0 0,5-7 1 0 0,-7 9-79 0 0,0 0 0 0 0,0 1 0 0 0,0-1 0 0 0,0 0-1 0 0,0 0 1 0 0,-1 1 0 0 0,1-1 0 0 0,-1 0 0 0 0,0 0 0 0 0,0 0-1 0 0,0 0 1 0 0,0 0 0 0 0,0 1 0 0 0,-1-1 0 0 0,1 0 0 0 0,-1 0 0 0 0,0 0-1 0 0,0 1 1 0 0,0-1 0 0 0,0 0 0 0 0,0 1 0 0 0,-1-1 0 0 0,1 1 0 0 0,-1-1-1 0 0,0 1 1 0 0,1 0 0 0 0,-1-1 0 0 0,0 1 0 0 0,-4-3 0 0 0,-2-1-15 0 0,0 1 0 0 0,0-1 0 0 0,0 1 1 0 0,-1 0-1 0 0,0 1 0 0 0,0 0 0 0 0,0 0 1 0 0,-1 1-1 0 0,1 1 0 0 0,-1-1 0 0 0,-16-1 0 0 0,4 2-595 0 0,1 1-1 0 0,-1 0 0 0 0,1 2 0 0 0,-30 4 0 0 0,40-3-163 0 0,1 0 0 0 0,-1 1 1 0 0,0 0-1 0 0,1 1 0 0 0,0 0 0 0 0,0 1 1 0 0,-11 7-1 0 0,-3 4-5137 0 0,-32 27 0 0 0,41-31 554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66 908 0 0,'5'-14'3675'0'0,"12"-37"3189"0"0,-65 211-2506 0 0,-47 111-3041 0 0,48-137-21 0 0,47-132-618 0 0,2 0-483 0 0,-2-1-192 0 0,0-1-1 0 0,0 0 1 0 0,0 0 0 0 0,0 0-1 0 0,0 0 1 0 0,0 1-1 0 0,0-1 1 0 0,0 0-1 0 0,0 0 1 0 0,0 0-1 0 0,0 0 1 0 0,0 0-1 0 0,0 1 1 0 0,1-1-1 0 0,-1 0 1 0 0,0 0-1 0 0,0 0 1 0 0,0 0 0 0 0,0 0-1 0 0,0 0 1 0 0,0 1-1 0 0,1-1 1 0 0,-1 0-1 0 0,0 0 1 0 0,0 0-1 0 0,0 0 1 0 0,0 0-1 0 0,1 0 1 0 0,-1 0-1 0 0,0 0 1 0 0,0 0-1 0 0,0 0 1 0 0,0 0 0 0 0,1 0-1 0 0,-1 0 1 0 0,0 0-1 0 0,0 0 1 0 0,0 0-1 0 0,0 0 1 0 0,1 0-1 0 0,-1 0 1 0 0,230-95-1790 0 0,-220 91 1687 0 0,-1 1 0 0 0,1-2-1 0 0,-1 1 1 0 0,0-1 0 0 0,-1 0 0 0 0,1-1 0 0 0,-1 0-1 0 0,-1-1 1 0 0,1 1 0 0 0,9-13 0 0 0,-14 16 71 0 0,-1 0 0 0 0,0 0 0 0 0,-1 0 0 0 0,1 0 0 0 0,-1-1-1 0 0,1 1 1 0 0,-1-1 0 0 0,0 1 0 0 0,0-1 0 0 0,-1 0 0 0 0,1-7 0 0 0,-1 1 58 0 0,0-1 0 0 0,-4-18 0 0 0,2 16 165 0 0,2 11-85 0 0,-9-18 407 0 0,-11 79 540 0 0,3 2 1 0 0,-14 86 0 0 0,-13 52-1505 0 0,28-132-2803 0 0,9-25-3480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0 113 184 0 0,'0'-3'2166'0'0,"0"-1"-1715"0"0,1-1-1 0 0,-1 0 1 0 0,1 0 0 0 0,0 1-1 0 0,0-1 1 0 0,0 1 0 0 0,1-1-1 0 0,0 1 1 0 0,0 0 0 0 0,0-1-1 0 0,0 1 1 0 0,0 0-1 0 0,1 0 1 0 0,0 0 0 0 0,0 1-1 0 0,0-1 1 0 0,0 1 0 0 0,5-4-1 0 0,-4 4-371 0 0,0 0 0 0 0,0 0-1 0 0,0 1 1 0 0,1-1 0 0 0,-1 1-1 0 0,1 0 1 0 0,-1 0 0 0 0,1 1-1 0 0,0-1 1 0 0,0 1 0 0 0,0 0-1 0 0,0 0 1 0 0,-1 1 0 0 0,1-1-1 0 0,0 1 1 0 0,0 0 0 0 0,0 1-1 0 0,0-1 1 0 0,0 1 0 0 0,0 0-1 0 0,0 0 1 0 0,0 1 0 0 0,0-1-1 0 0,-1 1 1 0 0,1 0 0 0 0,-1 0 0 0 0,9 6-1 0 0,-10-6-24 0 0,0 0 0 0 0,0 1-1 0 0,0-1 1 0 0,0 1 0 0 0,0-1 0 0 0,0 1 0 0 0,-1 0-1 0 0,1 0 1 0 0,-1 1 0 0 0,0-1 0 0 0,0 0-1 0 0,0 1 1 0 0,-1-1 0 0 0,1 1 0 0 0,-1 0-1 0 0,0-1 1 0 0,0 1 0 0 0,1 7 0 0 0,-1-5 56 0 0,-1 0 1 0 0,-1 0-1 0 0,1-1 1 0 0,-1 1 0 0 0,0 0-1 0 0,0 0 1 0 0,-1-1-1 0 0,0 1 1 0 0,0-1-1 0 0,0 1 1 0 0,0-1 0 0 0,-5 7-1 0 0,-11 16 578 0 0,-35 42-1 0 0,40-54-308 0 0,12-15-73 0 0,22-17-264 0 0,89-65-33 0 0,15-12 57 0 0,-117 86-79 0 0,-1 2 12 0 0,-1 0 1 0 0,0-1-1 0 0,0 0 1 0 0,0 0-1 0 0,-1 0 1 0 0,7-10-1 0 0,-11 14-41 0 0,-2-1-24 0 0,1 3 65 0 0,0 0 0 0 0,0 0 0 0 0,0-1 0 0 0,0 1 0 0 0,0 0 0 0 0,0 0 0 0 0,0-1 0 0 0,0 1 0 0 0,0 0 0 0 0,0 0 0 0 0,0-1 0 0 0,0 1 0 0 0,0 0 0 0 0,0 0 0 0 0,0 0 0 0 0,0-1 0 0 0,0 1 0 0 0,0 0 0 0 0,0 0 0 0 0,0 0 0 0 0,0-1 0 0 0,-1 1 0 0 0,1 0 0 0 0,0 0 0 0 0,0 0 0 0 0,0-1 0 0 0,0 1 0 0 0,-1 0 0 0 0,1 0 0 0 0,0 0 0 0 0,0 0 0 0 0,0 0 0 0 0,-1-1 1 0 0,1 1-1 0 0,0 0 0 0 0,0 0 0 0 0,-5 2-9 0 0,0 0 0 0 0,1 1 1 0 0,-1-1-1 0 0,1 1 0 0 0,0 0 1 0 0,0 0-1 0 0,0 1 1 0 0,0-1-1 0 0,0 1 0 0 0,1 0 1 0 0,0 0-1 0 0,0 0 0 0 0,0 0 1 0 0,0 0-1 0 0,0 1 0 0 0,-2 7 1 0 0,0-2 3 0 0,0 1 0 0 0,1 0 0 0 0,0 0 0 0 0,1 0 0 0 0,0 0 0 0 0,-1 19 0 0 0,3-24 22 0 0,1-1 1 0 0,0 1-1 0 0,0 0 0 0 0,1 0 0 0 0,-1-1 1 0 0,1 1-1 0 0,1 0 0 0 0,-1-1 0 0 0,1 1 1 0 0,0-1-1 0 0,0 0 0 0 0,0 1 0 0 0,1-1 0 0 0,0 0 1 0 0,0 0-1 0 0,5 6 0 0 0,-4-7-198 0 0,1 0 1 0 0,-1 0-1 0 0,1 0 0 0 0,0 0 1 0 0,0-1-1 0 0,1 0 0 0 0,-1 0 1 0 0,1-1-1 0 0,-1 1 0 0 0,1-1 1 0 0,0 0-1 0 0,0 0 0 0 0,0-1 1 0 0,0 0-1 0 0,8 1 0 0 0,-2-1-1819 0 0,0-1 0 0 0,1 1 0 0 0,20-4 0 0 0,-16 0-2344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 1980 0 0,'11'-3'15982'0'0,"-11"6"-15808"0"0,1 0 0 0 0,-1 0-1 0 0,0 1 1 0 0,0-1 0 0 0,-1 0 0 0 0,1 1-1 0 0,-1-1 1 0 0,0 0 0 0 0,0 0-1 0 0,-2 6 1 0 0,-18 39 239 0 0,12-29-392 0 0,-3 9-1309 0 0,-12 40 0 0 0,21-57-680 0 0,1 0 1 0 0,0 0-1 0 0,1 0 0 0 0,-1 12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6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84 556 0 0,'-23'-26'9455'0'0,"16"20"-7174"0"0,9 5-1690 0 0,101-3 1840 0 0,-7 1-1998 0 0,70-14-1183 0 0,-55-1-5430 0 0,-94 14 3350 0 0,-4-1-753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25 400 0 0,'-9'-7'2421'0'0,"7"5"-1958"0"0,0 0 0 0 0,0 0 0 0 0,0 0 0 0 0,0 0 0 0 0,-1 1 0 0 0,1 0 0 0 0,0-1 0 0 0,-1 1 0 0 0,0 0 0 0 0,-2-1 0 0 0,4 2-382 0 0,0 1 0 0 0,0-1 0 0 0,-1 0 0 0 0,1 1 0 0 0,0-1 0 0 0,0 0 0 0 0,0 1-1 0 0,0 0 1 0 0,0-1 0 0 0,0 1 0 0 0,0 0 0 0 0,0-1 0 0 0,0 1 0 0 0,0 0 0 0 0,0 0 0 0 0,1 0 0 0 0,-1 0 0 0 0,0 0 0 0 0,1 0 0 0 0,-1 0 0 0 0,0 0 0 0 0,1 0 0 0 0,-1 0 0 0 0,1 0 0 0 0,0 0 0 0 0,-1 0 0 0 0,1 2 0 0 0,-9 19 463 0 0,2 1 0 0 0,0-1 0 0 0,-4 32 0 0 0,-5 73-50 0 0,13-89-440 0 0,-4 76-846 0 0,7-92-2247 0 0,6 32 0 0 0,-4-39-592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7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1 160 876 0 0,'9'-28'3436'0'0,"-5"14"-2104"0"0,1-1 0 0 0,0 1 0 0 0,1 0 0 0 0,11-18 0 0 0,-15 29-1190 0 0,0 0-1 0 0,0 0 0 0 0,0 0 1 0 0,1 0-1 0 0,-1 1 1 0 0,1-1-1 0 0,0 1 1 0 0,-1-1-1 0 0,1 1 0 0 0,0 0 1 0 0,1 0-1 0 0,-1 0 1 0 0,0 1-1 0 0,0-1 1 0 0,1 1-1 0 0,-1-1 1 0 0,1 1-1 0 0,-1 0 0 0 0,1 1 1 0 0,0-1-1 0 0,-1 1 1 0 0,1-1-1 0 0,6 2 1 0 0,-5-1-51 0 0,0 1 0 0 0,0 0 0 0 0,0 0 0 0 0,0 0 0 0 0,0 1 0 0 0,0-1 0 0 0,0 1 0 0 0,-1 0 0 0 0,1 1 0 0 0,-1-1 0 0 0,1 1 0 0 0,-1 0 0 0 0,0 0 0 0 0,0 1 0 0 0,0-1 0 0 0,6 8 0 0 0,-8-8-51 0 0,1 1 0 0 0,-1-1 0 0 0,0 1 0 0 0,0 0 0 0 0,0-1 0 0 0,-1 1 0 0 0,1 0 0 0 0,-1 0-1 0 0,0 0 1 0 0,0 0 0 0 0,-1 0 0 0 0,1 0 0 0 0,-1 1 0 0 0,0-1 0 0 0,0 0 0 0 0,0 0 0 0 0,0 0 0 0 0,-1 0 0 0 0,0 0-1 0 0,1 0 1 0 0,-2 0 0 0 0,-1 7 0 0 0,-6 8 24 0 0,-1 0-1 0 0,-1-1 1 0 0,-1 0-1 0 0,0-1 1 0 0,-1 0-1 0 0,-1-1 1 0 0,0 0-1 0 0,-1-1 0 0 0,-30 22 1 0 0,37-31-51 0 0,10-8-39 0 0,0 1 16 0 0,-1 0 1 0 0,1 0 0 0 0,0 0-1 0 0,0 0 1 0 0,-1 0 0 0 0,1 1-1 0 0,0-1 1 0 0,0 1 0 0 0,2-1-1 0 0,14 0-8 0 0,0 0-1 0 0,0 1 0 0 0,0 1 0 0 0,0 1 1 0 0,0 1-1 0 0,20 5 0 0 0,-30-6 88 0 0,1 1-1 0 0,-1 0 1 0 0,1 0-1 0 0,-1 1 1 0 0,0 0-1 0 0,0 0 1 0 0,-1 1-1 0 0,1 0 1 0 0,-1 0-1 0 0,0 1 1 0 0,-1 0-1 0 0,1 0 1 0 0,-1 1-1 0 0,9 12 1 0 0,-14-17 12 0 0,1 1 0 0 0,-1-1-1 0 0,0 1 1 0 0,0-1 0 0 0,0 1 0 0 0,0-1-1 0 0,-1 1 1 0 0,1 0 0 0 0,-1-1 0 0 0,1 1-1 0 0,-1 0 1 0 0,0 0 0 0 0,0-1 0 0 0,0 1-1 0 0,0 0 1 0 0,-1-1 0 0 0,0 4 0 0 0,0-1 21 0 0,-1 0 1 0 0,0 0 0 0 0,0 0 0 0 0,-1 0 0 0 0,0-1 0 0 0,1 1 0 0 0,-1-1 0 0 0,-5 6 0 0 0,-1 0 46 0 0,0-1 1 0 0,-1-1-1 0 0,1 1 0 0 0,-2-2 1 0 0,1 1-1 0 0,-19 9 1 0 0,10-8-57 0 0,-1-1 0 0 0,0-1 0 0 0,0 0 0 0 0,-1-2 0 0 0,0 0 0 0 0,-39 3 0 0 0,56-8-357 0 0,0 1-1 0 0,0-1 1 0 0,0-1 0 0 0,0 1 0 0 0,0-1-1 0 0,-4 0 1 0 0,7 1 64 0 0,0-1 0 0 0,0 1 0 0 0,0 0 0 0 0,0-1 0 0 0,1 1 0 0 0,-1 0 0 0 0,0-1 0 0 0,0 1 0 0 0,0-1-1 0 0,0 0 1 0 0,1 1 0 0 0,-1-1 0 0 0,0 0 0 0 0,1 1 0 0 0,-1-1 0 0 0,0 0 0 0 0,1 0 0 0 0,-1 1 0 0 0,1-1 0 0 0,-1 0 0 0 0,1 0 0 0 0,0 0 0 0 0,-1 0 0 0 0,1-1 0 0 0,0-1-399 0 0,1 1 1 0 0,1-1-1 0 0,-1 1 1 0 0,0-1-1 0 0,1 1 1 0 0,-1 0-1 0 0,1 0 1 0 0,0-1-1 0 0,0 1 1 0 0,-1 0-1 0 0,2 0 1 0 0,-1 1-1 0 0,3-3 1 0 0,7-6-4102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2268 0 0,'1'-2'1954'0'0,"7"-7"705"0"0,-6 6-2301 0 0,0-1 1 0 0,1 1-1 0 0,-1 0 1 0 0,1 0-1 0 0,-1 0 1 0 0,1 1-1 0 0,0-1 1 0 0,0 1-1 0 0,0-1 1 0 0,1 1-1 0 0,-1 0 1 0 0,0 0 0 0 0,1 1-1 0 0,0-1 1 0 0,-1 1-1 0 0,1-1 1 0 0,0 1-1 0 0,0 0 1 0 0,4 0-1 0 0,-4 1-298 0 0,0 0 1 0 0,0 0-1 0 0,0 0 0 0 0,0 1 0 0 0,0-1 0 0 0,-1 1 1 0 0,1 0-1 0 0,0 0 0 0 0,0 0 0 0 0,-1 1 0 0 0,1 0 0 0 0,0-1 1 0 0,-1 1-1 0 0,1 0 0 0 0,-1 1 0 0 0,0-1 0 0 0,0 0 1 0 0,0 1-1 0 0,0 0 0 0 0,0 0 0 0 0,-1 0 0 0 0,1 0 0 0 0,-1 0 1 0 0,0 0-1 0 0,0 1 0 0 0,0-1 0 0 0,0 1 0 0 0,-1-1 1 0 0,1 1-1 0 0,-1 0 0 0 0,0 0 0 0 0,0 0 0 0 0,1 4 0 0 0,-2 0 33 0 0,-1 0-1 0 0,1 0 0 0 0,-1 0 0 0 0,0 0 0 0 0,-1 0 0 0 0,0 0 0 0 0,0-1 0 0 0,-1 1 0 0 0,0-1 0 0 0,0 1 0 0 0,-7 10 0 0 0,-5 6 258 0 0,-36 42-1 0 0,20-26 1 0 0,28-37 5 0 0,4-5-164 0 0,10-14-142 0 0,18-23-157 0 0,103-120-131 0 0,-121 146 224 0 0,0-1 0 0 0,-1 0-1 0 0,-1-1 1 0 0,-1 1 0 0 0,0-2-1 0 0,-1 1 1 0 0,0-1 0 0 0,6-27 0 0 0,-12 42 36 0 0,-2 0-25 0 0,-1 1 1 0 0,1-1-1 0 0,0 1 0 0 0,0-1 0 0 0,0 1 1 0 0,0 0-1 0 0,-1-1 0 0 0,1 1 0 0 0,0 0 1 0 0,0 0-1 0 0,-1 0 0 0 0,1 0 0 0 0,0 0 1 0 0,0 0-1 0 0,-1 0 0 0 0,1 1 0 0 0,0-1 1 0 0,0 0-1 0 0,0 1 0 0 0,0-1 0 0 0,-1 1 1 0 0,1-1-1 0 0,0 1 0 0 0,0 0 0 0 0,0-1 1 0 0,0 1-1 0 0,0 0 0 0 0,-1 1 0 0 0,-5 4 53 0 0,0 0 0 0 0,1 1 0 0 0,-1 0 0 0 0,1 0 0 0 0,0 0 0 0 0,1 1 0 0 0,0 0 0 0 0,-5 10 0 0 0,3-2 136 0 0,0 0-1 0 0,0 1 0 0 0,-4 21 0 0 0,9-31-141 0 0,1-1 0 0 0,0 1 0 0 0,0-1 0 0 0,1 1 0 0 0,0-1 0 0 0,0 1 0 0 0,0 0 0 0 0,1-1 0 0 0,0 1 0 0 0,0-1 0 0 0,0 1 0 0 0,3 6 0 0 0,-2-9-72 0 0,0 0 0 0 0,0 0 1 0 0,1 0-1 0 0,-1 0 1 0 0,1 0-1 0 0,0 0 1 0 0,0-1-1 0 0,0 1 1 0 0,0-1-1 0 0,0 0 1 0 0,1 0-1 0 0,0 0 1 0 0,0 0-1 0 0,-1-1 1 0 0,1 0-1 0 0,1 1 1 0 0,7 2-1 0 0,-2-2-658 0 0,1 1-1 0 0,0-2 1 0 0,1 1 0 0 0,-1-2-1 0 0,0 1 1 0 0,1-2-1 0 0,14 0 1 0 0,-13-1-1221 0 0,0 0 0 0 0,0-1 0 0 0,19-6 0 0 0,-11 1-2054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8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2228 0 0,'10'-11'6040'0'0,"-10"11"-6040"0"0,2-4 1112 0 0,1 0 0 0 0,0 0 0 0 0,0 0 0 0 0,0 1 0 0 0,1-1 0 0 0,5-4-1 0 0,-7 7-889 0 0,15 0 177 0 0,-12 1-355 0 0,0 0 0 0 0,-1 0 0 0 0,1 0 0 0 0,-1 1 0 0 0,1-1 0 0 0,-1 1 1 0 0,1 0-1 0 0,-1 1 0 0 0,1-1 0 0 0,-1 1 0 0 0,0 0 0 0 0,0 0 0 0 0,0 0 1 0 0,0 1-1 0 0,0-1 0 0 0,0 1 0 0 0,-1 0 0 0 0,1 0 0 0 0,-1 0 0 0 0,0 0 1 0 0,0 1-1 0 0,0 0 0 0 0,0-1 0 0 0,-1 1 0 0 0,1 0 0 0 0,-1 0 0 0 0,2 5 1 0 0,-4-5 54 0 0,1 0 0 0 0,-1 1 0 0 0,0-1 1 0 0,0 0-1 0 0,0 1 0 0 0,0-1 0 0 0,-1 0 1 0 0,0 1-1 0 0,0-1 0 0 0,0 0 0 0 0,0 0 0 0 0,-1 0 1 0 0,0 0-1 0 0,1 0 0 0 0,-5 6 0 0 0,-4 6 150 0 0,-1-1 0 0 0,-14 17 0 0 0,24-31-236 0 0,-15 18 225 0 0,-25 22 1 0 0,40-41-234 0 0,0 1 1 0 0,1-1-1 0 0,-1 1 1 0 0,0 0-1 0 0,0-1 0 0 0,0 1 1 0 0,1 0-1 0 0,-1 0 1 0 0,0 0-1 0 0,1 0 1 0 0,-1 0-1 0 0,1-1 1 0 0,-1 1-1 0 0,1 0 0 0 0,-1 0 1 0 0,1 0-1 0 0,0 0 1 0 0,-1 2-1 0 0,1-2-4 0 0,1-1 0 0 0,-1 1 0 0 0,0-1 0 0 0,0 1 0 0 0,1-1 0 0 0,-1 1 0 0 0,1-1 0 0 0,-1 0 0 0 0,0 1 0 0 0,1-1 0 0 0,-1 0 0 0 0,1 1 0 0 0,-1-1 0 0 0,1 0 0 0 0,-1 1 0 0 0,1-1 0 0 0,-1 0 0 0 0,1 0 0 0 0,-1 0 0 0 0,1 0 0 0 0,-1 1 0 0 0,1-1 0 0 0,-1 0 0 0 0,1 0 0 0 0,0 0 0 0 0,8 0-43 0 0,0 0 0 0 0,0 0 0 0 0,11-2 0 0 0,-13 2-45 0 0,301-37-9401 0 0,-267 31 6868 0 0,27-5-3474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27 136 2044 0 0,'-23'-25'15564'0'0,"23"25"-15521"0"0,-1 0 1 0 0,1-1-1 0 0,0 1 1 0 0,-1-1-1 0 0,1 1 1 0 0,0 0-1 0 0,0-1 1 0 0,0 1-1 0 0,-1-1 1 0 0,1 1 0 0 0,0-1-1 0 0,0 1 1 0 0,0-1-1 0 0,0 1 1 0 0,0-1-1 0 0,0 1 1 0 0,0-1-1 0 0,0 1 1 0 0,0-1-1 0 0,0 1 1 0 0,0-1-1 0 0,0 1 1 0 0,0-1 0 0 0,0 1-1 0 0,0-1 1 0 0,0 1-1 0 0,1-1 1 0 0,-1 1-1 0 0,0-1 1 0 0,0 1-1 0 0,1 0 1 0 0,-1-1-1 0 0,0 1 1 0 0,1-1 0 0 0,-1 1-1 0 0,0 0 1 0 0,1-1-1 0 0,-1 1 1 0 0,0 0-1 0 0,1-1 1 0 0,-1 1-1 0 0,1 0 1 0 0,-1 0-1 0 0,1-1 1 0 0,-1 1-1 0 0,1 0 1 0 0,-1 0 0 0 0,1 0-1 0 0,-1 0 1 0 0,1 0-1 0 0,0 0 1 0 0,35-12 171 0 0,-26 9-77 0 0,77-19-196 0 0,89-10-1 0 0,-113 22-1722 0 0,-36 7-118 0 0,16-3-7195 0 0,-30 3 4164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14 2512 0 0,'-14'-11'6740'0'0,"13"11"-6066"0"0,-1-1 0 0 0,-2 0 0 0 0,2 2-449 0 0,-1 0 0 0 0,1 1 0 0 0,0-1-1 0 0,0 1 1 0 0,0 0 0 0 0,0 0-1 0 0,1 0 1 0 0,-1 0 0 0 0,0 0 0 0 0,1 0-1 0 0,-1 0 1 0 0,1 0 0 0 0,0 1-1 0 0,0-1 1 0 0,0 0 0 0 0,-1 4-1 0 0,-14 50 1532 0 0,8-25-1151 0 0,4-15-445 0 0,-34 118 599 0 0,32-107-1793 0 0,2-1-1 0 0,0 1 0 0 0,0 31 0 0 0,5-49-338 0 0,-1-1-1 0 0,2 1 0 0 0,-1 0 0 0 0,4 11 1 0 0,-1-4-3590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93 1824 0 0,'7'-53'10298'0'0,"-3"33"-8402"0"0,-4 20-1856 0 0,0-1 0 0 0,0 0 1 0 0,0 1-1 0 0,0-1 0 0 0,0 1 0 0 0,0-1 1 0 0,1 1-1 0 0,-1-1 0 0 0,0 0 0 0 0,0 1 1 0 0,1-1-1 0 0,-1 1 0 0 0,0-1 0 0 0,1 1 1 0 0,-1-1-1 0 0,0 1 0 0 0,1 0 0 0 0,-1-1 1 0 0,1 1-1 0 0,-1-1 0 0 0,1 1 0 0 0,-1 0 1 0 0,1-1-1 0 0,-1 1 0 0 0,1 0 0 0 0,-1 0 1 0 0,1-1-1 0 0,0 1 0 0 0,-1 0 0 0 0,1 0 1 0 0,1 0 13 0 0,0 0 0 0 0,-1 0 0 0 0,1 0 0 0 0,0 1 1 0 0,0-1-1 0 0,-1 0 0 0 0,1 1 0 0 0,-1-1 1 0 0,1 1-1 0 0,2 1 0 0 0,1 0 24 0 0,0 1-1 0 0,-1 0 1 0 0,1 0-1 0 0,-1 1 1 0 0,7 5-1 0 0,-8-4-41 0 0,1 1 0 0 0,-1-1-1 0 0,0 1 1 0 0,-1-1-1 0 0,1 1 1 0 0,-1 0-1 0 0,0 0 1 0 0,-1 0 0 0 0,1 0-1 0 0,-1 0 1 0 0,-1 1-1 0 0,1-1 1 0 0,-1 0-1 0 0,0 1 1 0 0,0-1 0 0 0,-1 0-1 0 0,0 0 1 0 0,0 0-1 0 0,0 1 1 0 0,-1-1-1 0 0,0 0 1 0 0,-3 8-1 0 0,-1-1 94 0 0,-1 1-1 0 0,0-1 0 0 0,0 0 0 0 0,-1 0 0 0 0,-1-1 0 0 0,0 0 1 0 0,-1 0-1 0 0,-14 12 0 0 0,-35 26 600 0 0,59-49-720 0 0,-1-1 0 0 0,1 0 0 0 0,0 0 0 0 0,-1 1 0 0 0,1-1-1 0 0,-1 0 1 0 0,1 0 0 0 0,-1 1 0 0 0,1-1 0 0 0,-1 0 0 0 0,1 0 0 0 0,-1 0 0 0 0,1 0 0 0 0,-1 0-1 0 0,1 0 1 0 0,-1 0 0 0 0,1 0 0 0 0,-1 0 0 0 0,1 0 0 0 0,-1 0 0 0 0,1 0 0 0 0,-1 0 0 0 0,1 0 0 0 0,-1-1-1 0 0,1 1-4 0 0,0 0-1 0 0,-1 0 1 0 0,1 0-1 0 0,0 0 0 0 0,0 0 1 0 0,0 0-1 0 0,0 0 1 0 0,0-1-1 0 0,-1 1 0 0 0,1 0 1 0 0,0 0-1 0 0,0 0 0 0 0,0 0 1 0 0,0-1-1 0 0,0 1 1 0 0,0 0-1 0 0,0 0 0 0 0,0 0 1 0 0,0 0-1 0 0,0-1 1 0 0,0 1-1 0 0,0 0 0 0 0,0 0 1 0 0,-1 0-1 0 0,2-1 0 0 0,-1 1 1 0 0,0 0-1 0 0,0 0 1 0 0,0 0-1 0 0,0-1 0 0 0,0 1 1 0 0,0 0-1 0 0,0 0 1 0 0,0 0-1 0 0,0 0 0 0 0,0-1 1 0 0,0 1-1 0 0,0 0 0 0 0,0 0 1 0 0,1 0-1 0 0,-1 0 1 0 0,0-1-1 0 0,0 1 0 0 0,0 0 1 0 0,0 0-1 0 0,0 0 1 0 0,1 0-1 0 0,-1 0 0 0 0,0 0 1 0 0,0 0-1 0 0,1-1 0 0 0,273-189 8 0 0,-118 85 95 0 0,-149 101-107 0 0,-1 0-1 0 0,0-1 1 0 0,0 0 0 0 0,-1 0-1 0 0,1-1 1 0 0,-1 1 0 0 0,5-9-1 0 0,-9 13 8 0 0,-5-3-89 0 0,4 4 82 0 0,-1 0-1 0 0,1 0 0 0 0,0-1 1 0 0,0 1-1 0 0,-1 0 0 0 0,1 0 1 0 0,0-1-1 0 0,-1 1 1 0 0,1 0-1 0 0,0 0 0 0 0,-1-1 1 0 0,1 1-1 0 0,0 0 0 0 0,-1 0 1 0 0,1 0-1 0 0,0 0 0 0 0,-1 0 1 0 0,1 0-1 0 0,0 0 0 0 0,-1 0 1 0 0,1 0-1 0 0,-1 0 1 0 0,1 0-1 0 0,0 0 0 0 0,-1 0 1 0 0,1 0-1 0 0,-1 0 0 0 0,1 0 1 0 0,0 0-1 0 0,-1 0 0 0 0,1 0 1 0 0,0 0-1 0 0,-1 1 1 0 0,1-1-1 0 0,0 0 0 0 0,-1 0 1 0 0,1 0-1 0 0,0 1 0 0 0,-1-1 1 0 0,1 0-1 0 0,0 1 0 0 0,-13 7 17 0 0,2 0-1 0 0,-1 0 0 0 0,1 2 1 0 0,1-1-1 0 0,-1 1 0 0 0,2 1 0 0 0,-17 21 1 0 0,10-7 286 0 0,0 1 0 0 0,-23 50 0 0 0,37-71-264 0 0,0 0 1 0 0,0 0 0 0 0,1 1 0 0 0,0-1-1 0 0,-1 1 1 0 0,2-1 0 0 0,-1 0 0 0 0,1 1-1 0 0,-1 0 1 0 0,2-1 0 0 0,-1 1-1 0 0,1 5 1 0 0,0-8-26 0 0,0 0 1 0 0,0 0-1 0 0,0 0 0 0 0,0 0 0 0 0,1 0 0 0 0,-1 0 1 0 0,1 0-1 0 0,0-1 0 0 0,-1 1 0 0 0,1 0 0 0 0,0-1 1 0 0,1 0-1 0 0,-1 1 0 0 0,0-1 0 0 0,1 0 0 0 0,-1 0 1 0 0,1 0-1 0 0,0-1 0 0 0,0 1 0 0 0,-1-1 0 0 0,7 3 1 0 0,3 0-489 0 0,0 0 0 0 0,1-1 0 0 0,-1-1 0 0 0,0 0 1 0 0,1 0-1 0 0,-1-1 0 0 0,18-1 0 0 0,-13-2-2706 0 0,-1 0 0 0 0,29-7 0 0 0,-24 4-2034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28 1692 0 0,'-4'-28'16816'0'0,"1"37"-15992"0"0,1 2-517 0 0,0 1 0 0 0,2 0 0 0 0,-1 0 0 0 0,1 0 0 0 0,1 0 1 0 0,3 15-1 0 0,-3-21-316 0 0,0-1 0 0 0,1 1 0 0 0,-1-1 0 0 0,2 1 1 0 0,-1-1-1 0 0,0 0 0 0 0,1 0 0 0 0,0 0 0 0 0,0 0 0 0 0,1 0 1 0 0,-1-1-1 0 0,1 1 0 0 0,0-1 0 0 0,9 7 0 0 0,-10-9 7 0 0,0 1 1 0 0,0-1-1 0 0,0 0 0 0 0,1-1 0 0 0,-1 1 0 0 0,1-1 0 0 0,-1 1 0 0 0,1-1 0 0 0,0 0 0 0 0,-1 0 1 0 0,1-1-1 0 0,0 1 0 0 0,0-1 0 0 0,0 0 0 0 0,-1 0 0 0 0,1 0 0 0 0,0 0 0 0 0,0-1 1 0 0,0 1-1 0 0,-1-1 0 0 0,1 0 0 0 0,0 0 0 0 0,-1 0 0 0 0,1-1 0 0 0,-1 0 0 0 0,1 1 1 0 0,-1-1-1 0 0,0 0 0 0 0,0 0 0 0 0,3-3 0 0 0,9-8 62 0 0,-1 0 0 0 0,-1 0 0 0 0,0-1 0 0 0,19-28 0 0 0,-14 19 384 0 0,17-27 342 0 0,-34 49-717 0 0,0 1-43 0 0,0 0-1 0 0,-1 0 1 0 0,1 0-1 0 0,0 1 1 0 0,-1-1 0 0 0,1 0-1 0 0,-1 1 1 0 0,1-1-1 0 0,-1 1 1 0 0,1-1 0 0 0,0 1-1 0 0,-1-1 1 0 0,0 1-1 0 0,1-1 1 0 0,-1 1 0 0 0,1-1-1 0 0,-1 1 1 0 0,0 0-1 0 0,1-1 1 0 0,-1 1 0 0 0,0 0-1 0 0,1-1 1 0 0,-1 1-1 0 0,0 0 1 0 0,0-1 0 0 0,0 1-1 0 0,0 0 1 0 0,0 1-1 0 0,2 21 692 0 0,-6 25 321 0 0,-3 0 0 0 0,-25 89-1 0 0,-4-23-996 0 0,-4-2-3391 0 0,21-59 80 0 0,14-36 46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2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90 224 0 0,'-9'-3'2588'0'0,"1"0"-1"0"0,0 0 1 0 0,-10-6 0 0 0,11 5-605 0 0,-12-6 1991 0 0,21 8-3915 0 0,0 0 1 0 0,0 0 0 0 0,1 1 0 0 0,-1-1 0 0 0,0 0-1 0 0,1 1 1 0 0,-1 0 0 0 0,1 0 0 0 0,-1-1 0 0 0,1 1 0 0 0,-1 1-1 0 0,6-2 1 0 0,41-9 39 0 0,-37 9-57 0 0,98-15-2335 0 0,-37 10-5569 0 0,-57 6 2971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2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2 232 0 0,'-53'32'13621'0'0,"58"-30"-13425"0"0,0 0 0 0 0,0-1 0 0 0,0 1 0 0 0,1-1 0 0 0,-1 0 0 0 0,0-1 0 0 0,1 1 1 0 0,8-1-1 0 0,50-6-202 0 0,-38 2-217 0 0,98-11-3260 0 0,-42 4-1609 0 0,-36 3 682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2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73 2084 0 0,'4'-61'13645'0'0,"-4"59"-12910"0"0,-1-3 343 0 0,1 1 72 0 0,-5 11-420 0 0,-6 18-44 0 0,1 0 1 0 0,0 1-1 0 0,-6 34 1 0 0,0-5-402 0 0,-45 164 45 0 0,36-71-6894 0 0,25-144 5714 0 0,-1 0 0 0 0,1 0 0 0 0,0 0 0 0 0,0-1 0 0 0,1 1 0 0 0,-1 0-1 0 0,1 0 1 0 0,-1 0 0 0 0,3 3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2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1176 0 0,'10'-54'9207'0'0,"-7"45"-7997"0"0,0-1 0 0 0,0 1-1 0 0,9-16 1 0 0,-10 21-1053 0 0,0 0 0 0 0,1 0 0 0 0,-1 0-1 0 0,1 1 1 0 0,0-1 0 0 0,0 1 0 0 0,0 0-1 0 0,1-1 1 0 0,-1 2 0 0 0,1-1 0 0 0,-1 0-1 0 0,1 1 1 0 0,0 0 0 0 0,0-1 0 0 0,0 2-1 0 0,0-1 1 0 0,1 0 0 0 0,-1 1 0 0 0,0 0-1 0 0,1 0 1 0 0,-1 0 0 0 0,1 0 0 0 0,8 1-1 0 0,-4 0-23 0 0,1 1-1 0 0,0 0 1 0 0,-1 0-1 0 0,1 1 0 0 0,-1 0 1 0 0,1 1-1 0 0,-1 0 0 0 0,0 1 1 0 0,0-1-1 0 0,11 8 0 0 0,-15-8-32 0 0,0 0-1 0 0,0 1 0 0 0,0 0 0 0 0,0 0 0 0 0,-1 0 0 0 0,0 1 0 0 0,0-1 0 0 0,0 1 0 0 0,0 0 0 0 0,-1 0 1 0 0,0 0-1 0 0,0 1 0 0 0,0-1 0 0 0,-1 1 0 0 0,1-1 0 0 0,-1 1 0 0 0,-1 0 0 0 0,2 9 0 0 0,-2-6 105 0 0,-1 0-1 0 0,0 0 0 0 0,0 0 0 0 0,-1 0 0 0 0,0-1 0 0 0,-1 1 1 0 0,0 0-1 0 0,0-1 0 0 0,-1 1 0 0 0,0-1 0 0 0,-1 0 0 0 0,0 0 1 0 0,0 0-1 0 0,0-1 0 0 0,-11 14 0 0 0,-8 7 875 0 0,0-1 1 0 0,-43 37-1 0 0,51-50-620 0 0,-76 62 1699 0 0,89-75-2143 0 0,7 2 47 0 0,-5-3-60 0 0,0 1 1 0 0,1-1-1 0 0,-1 0 1 0 0,0 1-1 0 0,0-1 1 0 0,1 0-1 0 0,-1 1 1 0 0,0-1-1 0 0,0 0 0 0 0,1 1 1 0 0,-1-1-1 0 0,0 0 1 0 0,1 1-1 0 0,-1-1 1 0 0,0 0-1 0 0,1 0 1 0 0,-1 0-1 0 0,1 1 0 0 0,-1-1 1 0 0,0 0-1 0 0,1 0 1 0 0,-1 0-1 0 0,1 0 1 0 0,-1 0-1 0 0,1 0 1 0 0,-1 0-1 0 0,0 0 0 0 0,1 0 1 0 0,45 5-405 0 0,0-3 0 0 0,0-1 0 0 0,65-8 0 0 0,141-30-2031 0 0,-193 27 2227 0 0,-49 9 0 0 0,1-1 1 0 0,-1 0 0 0 0,0-1-1 0 0,0 0 1 0 0,10-5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89 1228 0 0,'-23'-7'4437'0'0,"21"7"-3711"0"0,-12-18 2401 0 0,14 15-3009 0 0,0 0 0 0 0,0 0 0 0 0,1 1 0 0 0,-1-1 0 0 0,1 0 0 0 0,-1 0 0 0 0,1 1 0 0 0,0-1 0 0 0,0 0 0 0 0,0 1 0 0 0,1-1 0 0 0,-1 1 0 0 0,1 0 0 0 0,-1-1 0 0 0,1 1 0 0 0,0 0 0 0 0,0 0 0 0 0,0 0 0 0 0,0 0 0 0 0,0 0 0 0 0,0 0 0 0 0,1 1 0 0 0,4-4 0 0 0,-4 4-101 0 0,-1 1 0 0 0,1-1 0 0 0,0 0 0 0 0,-1 1 0 0 0,1-1 0 0 0,0 1 0 0 0,0 0 0 0 0,-1 0 0 0 0,1 0 0 0 0,0 0 0 0 0,0 1 0 0 0,4 0 0 0 0,-3 0-20 0 0,0 0 0 0 0,0 0 0 0 0,1 0 0 0 0,-1 1 0 0 0,0-1 0 0 0,-1 1 0 0 0,1 0 0 0 0,0 0 0 0 0,0 1 1 0 0,-1-1-1 0 0,1 1 0 0 0,-1 0 0 0 0,0-1 0 0 0,0 1 0 0 0,0 1 0 0 0,0-1 0 0 0,-1 0 0 0 0,1 1 0 0 0,-1-1 0 0 0,0 1 0 0 0,0 0 0 0 0,0 0 0 0 0,0 0 0 0 0,-1 0 0 0 0,0 0 0 0 0,2 5 0 0 0,-2 2 5 0 0,0-1-1 0 0,0 0 0 0 0,-1 1 1 0 0,0-1-1 0 0,0 1 1 0 0,-1-1-1 0 0,-1 0 1 0 0,0 0-1 0 0,0 1 1 0 0,-1-1-1 0 0,-1-1 0 0 0,1 1 1 0 0,-2 0-1 0 0,-5 10 1 0 0,-6 7 38 0 0,-1 0 1 0 0,-1-2-1 0 0,-30 34 1 0 0,24-34 214 0 0,-46 36 1 0 0,49-43 399 0 0,21-18-644 0 0,0 0-1 0 0,-1 1 0 0 0,1-1 1 0 0,0 0-1 0 0,0 0 1 0 0,0 1-1 0 0,0-1 0 0 0,-1 0 1 0 0,1 0-1 0 0,0 1 1 0 0,0-1-1 0 0,-1 0 0 0 0,1 0 1 0 0,0 1-1 0 0,0-1 1 0 0,-1 0-1 0 0,1 0 0 0 0,0 0 1 0 0,-1 0-1 0 0,1 1 1 0 0,0-1-1 0 0,-1 0 0 0 0,1 0 1 0 0,0 0-1 0 0,-1 0 1 0 0,1 0-1 0 0,0 0 0 0 0,-1 0 1 0 0,1 0-1 0 0,0 0 0 0 0,-1 0 1 0 0,1 0-1 0 0,0 0 1 0 0,-1 0-1 0 0,1 0 0 0 0,0 0 1 0 0,-1-1-1 0 0,1 1 1 0 0,0 0-1 0 0,-1 0 0 0 0,1 0 1 0 0,0 0-1 0 0,0-1 1 0 0,-1 1-1 0 0,1 0 0 0 0,0 0 1 0 0,0-1-1 0 0,-1 1 1 0 0,1 0-1 0 0,0 0 0 0 0,0-1 1 0 0,0 1-1 0 0,-1 0 1 0 0,1 0-1 0 0,0-1 0 0 0,0 0 1 0 0,0 1-11 0 0,0-2 4 0 0,1 0 0 0 0,0 0 0 0 0,0 0 0 0 0,0 0 1 0 0,1 0-1 0 0,-1 0 0 0 0,0 1 0 0 0,4-4 0 0 0,-4 4 3 0 0,11-13 10 0 0,1 1 0 0 0,1 0 0 0 0,0 1 0 0 0,23-15-1 0 0,67-36 33 0 0,-84 52-51 0 0,118-61-11 0 0,10-7 44 0 0,-145 77-40 0 0,0 0 0 0 0,0 0 0 0 0,0 0 0 0 0,0 0 0 0 0,-1-1 0 0 0,1 1 0 0 0,-1-1 0 0 0,0 1 0 0 0,1-1 1 0 0,1-5-1 0 0,-3 8 7 0 0,-1 0 0 0 0,0-1 0 0 0,0 1 0 0 0,0-1 1 0 0,0 1-1 0 0,0 0 0 0 0,0-1 0 0 0,0 1 1 0 0,0-1-1 0 0,0 1 0 0 0,0-1 0 0 0,0 1 0 0 0,0 0 1 0 0,0-1-1 0 0,0 1 0 0 0,0-1 0 0 0,-1 1 0 0 0,1 0 1 0 0,0-1-1 0 0,0 1 0 0 0,0-1 0 0 0,-1 1 0 0 0,1 0 1 0 0,0-1-1 0 0,0 1 0 0 0,-1 0 0 0 0,1 0 1 0 0,0-1-1 0 0,-1 1 0 0 0,1 0 0 0 0,0-1 0 0 0,-1 1 1 0 0,1 0-1 0 0,-1 0 0 0 0,1 0 0 0 0,0 0 0 0 0,-1-1 1 0 0,1 1-1 0 0,-1 0 0 0 0,1 0 0 0 0,0 0 0 0 0,-1 0 1 0 0,0 0-1 0 0,-22-4-46 0 0,13 5 38 0 0,1-1-1 0 0,-1 2 1 0 0,1 0 0 0 0,0 0-1 0 0,0 0 1 0 0,-1 1 0 0 0,2 1-1 0 0,-1 0 1 0 0,0 0 0 0 0,1 0-1 0 0,0 1 1 0 0,-12 9 0 0 0,13-9 10 0 0,1 0 0 0 0,0 1 0 0 0,0 0 1 0 0,0 0-1 0 0,1 0 0 0 0,0 1 0 0 0,0-1 0 0 0,0 1 1 0 0,1 0-1 0 0,0 1 0 0 0,1-1 0 0 0,0 1 0 0 0,0-1 0 0 0,-4 17 1 0 0,7-22 1 0 0,-1 1 0 0 0,1 0 0 0 0,0 0 0 0 0,0 0 0 0 0,0-1 1 0 0,0 1-1 0 0,1 0 0 0 0,-1 0 0 0 0,1 0 0 0 0,-1-1 0 0 0,1 1 0 0 0,0 0 1 0 0,0-1-1 0 0,0 1 0 0 0,1-1 0 0 0,-1 1 0 0 0,0-1 0 0 0,1 0 1 0 0,0 1-1 0 0,2 2 0 0 0,3 1 9 0 0,0-1-1 0 0,0 1 1 0 0,0-1 0 0 0,0-1 0 0 0,1 0 0 0 0,15 7-1 0 0,34 8 63 0 0,-55-18-80 0 0,7 3-774 0 0,0-1 1 0 0,0 0-1 0 0,18 3 0 0 0,-4-3-4614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6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41 1524 0 0,'6'-9'6562'0'0,"8"-22"6060"0"0,-18 52-12391 0 0,-34 125 870 0 0,14-64-986 0 0,11-39 592 0 0,4-13-4066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2228 0 0,'-16'-9'12693'0'0,"16"9"-12642"0"0,37-1 2145 0 0,-17 0-2422 0 0,171-21-445 0 0,-66-7-6194 0 0,-106 22 3818 0 0,-1 0-908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23 2520 0 0,'-63'-23'11591'0'0,"63"23"-11536"0"0,-1 0 1 0 0,0 1 0 0 0,1-1-1 0 0,-1 0 1 0 0,0 0-1 0 0,1 1 1 0 0,-1-1 0 0 0,1 0-1 0 0,-1 1 1 0 0,1-1 0 0 0,-1 1-1 0 0,0-1 1 0 0,1 1 0 0 0,-1-1-1 0 0,1 1 1 0 0,0-1-1 0 0,-1 1 1 0 0,1-1 0 0 0,-1 1-1 0 0,1-1 1 0 0,-1 2 0 0 0,-7 13 768 0 0,-4 25 451 0 0,-13 73 0 0 0,6-19-920 0 0,11-64-259 0 0,-17 80-1434 0 0,23-95-189 0 0,1 0-1 0 0,0 27 1 0 0,7-12-4173 0 0,-2-18 564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47 153 348 0 0,'-2'-3'523'0'0,"0"-1"1"0"0,0 1-1 0 0,1-1 1 0 0,-1 0-1 0 0,1 1 1 0 0,0-1-1 0 0,0 0 1 0 0,0 0-1 0 0,1 0 1 0 0,-1 0-1 0 0,1 1 1 0 0,0-1-1 0 0,0 0 0 0 0,1-5 1 0 0,0 4-266 0 0,0 1 0 0 0,0 0 0 0 0,0 0 0 0 0,1 0 0 0 0,-1 1 0 0 0,1-1 0 0 0,0 0 0 0 0,1 0 0 0 0,-1 1 0 0 0,0 0 0 0 0,6-7 0 0 0,-3 6-199 0 0,-1 0 0 0 0,0 1 1 0 0,1-1-1 0 0,0 1 0 0 0,-1 0 0 0 0,1 0 0 0 0,1 0 0 0 0,-1 1 0 0 0,0 0 0 0 0,1 0 0 0 0,-1 0 1 0 0,1 1-1 0 0,-1 0 0 0 0,1 0 0 0 0,0 0 0 0 0,-1 1 0 0 0,1-1 0 0 0,0 1 0 0 0,8 2 0 0 0,-6-1-51 0 0,-1 0-1 0 0,0 1 0 0 0,1 1 0 0 0,-1-1 0 0 0,0 1 1 0 0,-1 0-1 0 0,1 1 0 0 0,0-1 0 0 0,-1 1 0 0 0,0 1 1 0 0,0-1-1 0 0,0 1 0 0 0,0 0 0 0 0,8 10 0 0 0,-11-10-7 0 0,0-1-1 0 0,0 1 0 0 0,0-1 0 0 0,-1 1 1 0 0,1 0-1 0 0,-1 0 0 0 0,-1 0 0 0 0,1 1 1 0 0,-1-1-1 0 0,1 0 0 0 0,-1 1 0 0 0,-1-1 1 0 0,1 1-1 0 0,-1-1 0 0 0,0 0 0 0 0,0 1 1 0 0,-1-1-1 0 0,0 1 0 0 0,0-1 0 0 0,0 1 1 0 0,-2 4-1 0 0,-2 5 150 0 0,-1 0-1 0 0,-1-1 1 0 0,0 0 0 0 0,-1-1 0 0 0,-1 1-1 0 0,0-1 1 0 0,0-1 0 0 0,-18 18 0 0 0,2-7 392 0 0,0 0 0 0 0,-54 35-1 0 0,-4 3 73 0 0,82-60-593 0 0,1 0-18 0 0,0-1 0 0 0,0 1 0 0 0,1-1 0 0 0,-1 1 0 0 0,0-1 0 0 0,0 1 0 0 0,1-1 0 0 0,-1 0 0 0 0,0 1 0 0 0,1-1 0 0 0,-1 1 0 0 0,0-1 0 0 0,1 0 0 0 0,-1 1 0 0 0,1-1 0 0 0,-1 0 0 0 0,1 0 0 0 0,-1 1 0 0 0,1-1 0 0 0,-1 0 0 0 0,1 0 0 0 0,-1 1 0 0 0,1-1 0 0 0,-1 0 0 0 0,1 0 0 0 0,0 0 1 0 0,20 3 39 0 0,212-22-1342 0 0,-76-6-6760 0 0,-126 18 3563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7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67 496 0 0,'-2'-2'2253'0'0,"0"-2"-943"0"0,0 0 0 0 0,0 0-1 0 0,0-1 1 0 0,1 1 0 0 0,0 0 0 0 0,-2-8 0 0 0,18 15-746 0 0,-12-2-491 0 0,-1 0 0 0 0,1 0 0 0 0,-1 0 1 0 0,0 0-1 0 0,1 1 0 0 0,-1-1 0 0 0,0 1 1 0 0,0-1-1 0 0,0 1 0 0 0,0 0 0 0 0,0 0 0 0 0,0 0 1 0 0,2 2-1 0 0,17 28 705 0 0,-21-31-743 0 0,3 4 59 0 0,-1 0 0 0 0,1 0 0 0 0,-1 0 0 0 0,0 1 0 0 0,-1-1 1 0 0,0 0-1 0 0,0 1 0 0 0,0-1 0 0 0,0 1 0 0 0,-1 0 0 0 0,0-1 0 0 0,0 1 0 0 0,0-1 0 0 0,-1 1 1 0 0,0-1-1 0 0,0 1 0 0 0,0-1 0 0 0,-1 1 0 0 0,1-1 0 0 0,-2 0 0 0 0,-2 7 0 0 0,-1-1 51 0 0,0-1 0 0 0,-1 0-1 0 0,0 0 1 0 0,-1 0 0 0 0,0-1-1 0 0,0 0 1 0 0,-1-1 0 0 0,-18 14-1 0 0,-24 14 142 0 0,50-35-285 0 0,23-16-108 0 0,48-20-255 0 0,102-52-177 0 0,-133 64 468 0 0,0-1 1 0 0,41-36-1 0 0,-73 55 68 0 0,-1 0-1 0 0,0-1 1 0 0,-1 0 0 0 0,7-9-1 0 0,-10 13 3 0 0,-1-1-1 0 0,1 1 1 0 0,-1-1-1 0 0,0 0 0 0 0,0 1 1 0 0,1-1-1 0 0,-2 0 1 0 0,1 0-1 0 0,0 1 1 0 0,-1-1-1 0 0,1 0 1 0 0,-1 0-1 0 0,0 0 0 0 0,0-4 1 0 0,0 6 1 0 0,0 0 1 0 0,-1 0-1 0 0,1 0 0 0 0,-1 0 1 0 0,1 0-1 0 0,-1 0 1 0 0,1 0-1 0 0,-1 0 0 0 0,0 0 1 0 0,1 1-1 0 0,-1-1 1 0 0,0 0-1 0 0,0 0 0 0 0,0 1 1 0 0,1-1-1 0 0,-1 0 1 0 0,0 1-1 0 0,0-1 0 0 0,0 1 1 0 0,0-1-1 0 0,0 1 1 0 0,0 0-1 0 0,0-1 0 0 0,0 1 1 0 0,-2 0-1 0 0,-25-4 82 0 0,21 5-68 0 0,1 0-1 0 0,-1 0 1 0 0,1 0 0 0 0,-1 1 0 0 0,1 0 0 0 0,-1 0-1 0 0,1 1 1 0 0,0 0 0 0 0,0 0 0 0 0,0 0-1 0 0,-7 6 1 0 0,-1 1 2 0 0,2 0-1 0 0,-1 1 1 0 0,-15 18-1 0 0,21-21-9 0 0,1 0 0 0 0,0 0 0 0 0,0 0 0 0 0,1 1-1 0 0,0-1 1 0 0,0 2 0 0 0,1-1 0 0 0,0 0 0 0 0,1 1 0 0 0,-4 18-1 0 0,6-22 2 0 0,0 0-1 0 0,1 0 1 0 0,0 0-1 0 0,0 0 0 0 0,0 0 1 0 0,1 0-1 0 0,0 0 1 0 0,0-1-1 0 0,1 1 1 0 0,-1 0-1 0 0,1 0 0 0 0,0-1 1 0 0,1 1-1 0 0,0-1 1 0 0,-1 0-1 0 0,2 0 1 0 0,-1 0-1 0 0,0 0 0 0 0,7 7 1 0 0,-3-6-116 0 0,0 1 0 0 0,0-2 0 0 0,0 1 0 0 0,1-1 0 0 0,0 0 0 0 0,0 0 0 0 0,0-1 0 0 0,1 0 0 0 0,-1-1 0 0 0,1 0-1 0 0,14 4 1 0 0,-7-4-1417 0 0,1-1 1 0 0,-1 0-1 0 0,1-1 0 0 0,0-1 0 0 0,26-2 0 0 0,-18-2-2837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8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26 596 0 0,'-32'-14'9011'0'0,"29"13"-8086"0"0,-15-9 3025 0 0,31 15-3543 0 0,-6-2-272 0 0,1 1 0 0 0,-1 0 0 0 0,0 0 0 0 0,0 0 0 0 0,-1 1 0 0 0,1 0 0 0 0,10 12 0 0 0,-15-14-21 0 0,1-1 0 0 0,-1 1 1 0 0,0 0-1 0 0,0 0 0 0 0,-1 1 1 0 0,1-1-1 0 0,-1 0 0 0 0,1 0 1 0 0,-1 1-1 0 0,0-1 0 0 0,0 1 0 0 0,-1-1 1 0 0,1 1-1 0 0,-1-1 0 0 0,0 1 1 0 0,0-1-1 0 0,0 1 0 0 0,0-1 1 0 0,0 1-1 0 0,-1-1 0 0 0,-1 5 1 0 0,-1 3 166 0 0,-1 0-1 0 0,-1-1 1 0 0,0 0 0 0 0,-1 0 0 0 0,1-1 0 0 0,-2 1 0 0 0,1-1 0 0 0,-1 0 0 0 0,-1-1-1 0 0,-9 9 1 0 0,-15 12 608 0 0,-46 31-1 0 0,49-39-444 0 0,19-14-346 0 0,0 1 29 0 0,10-8-127 0 0,0 1 0 0 0,0-1 0 0 0,0 0-1 0 0,0 1 1 0 0,-1-1 0 0 0,1 1 0 0 0,0-1 0 0 0,0 0 0 0 0,0 1-1 0 0,0-1 1 0 0,0 0 0 0 0,0 1 0 0 0,0-1 0 0 0,0 1 0 0 0,0-1 0 0 0,1 0-1 0 0,-1 1 1 0 0,0-1 0 0 0,0 0 0 0 0,0 1 0 0 0,0-1 0 0 0,0 0-1 0 0,1 1 1 0 0,-1-1 0 0 0,0 0 0 0 0,1 1 0 0 0,0-1-1 0 0,-1 1 0 0 0,1-1 0 0 0,0 1 0 0 0,0-1 0 0 0,0 0 1 0 0,-1 0-1 0 0,1 1 0 0 0,0-1 0 0 0,0 0 0 0 0,0 0 0 0 0,0 0 0 0 0,0 0 0 0 0,0 0 0 0 0,0 0 1 0 0,-1 0-1 0 0,1 0 0 0 0,2-1 0 0 0,-2 1 0 0 0,61-4-745 0 0,0-2-1 0 0,110-27 1 0 0,-112 20-891 0 0,56-17-3058 0 0,-95 23 217 0 0,32-18 0 0 0,-40 18 411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8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79 2328 0 0,'-12'-5'7209'0'0,"0"-8"-1784"0"0,12 13-5380 0 0,23-1 1594 0 0,-16 1-1819 0 0,420-25 2222 0 0,-161 5-1702 0 0,-251 19-1076 0 0,0-1 0 0 0,20-5 0 0 0,-33 7-390 0 0,6-5-882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41 1576 0 0,'-3'-1'2258'0'0,"-35"-28"10067"0"0,36 28-11923 0 0,0-1-1 0 0,1 1 1 0 0,-1 0-1 0 0,0 0 1 0 0,1 0-1 0 0,-1 0 0 0 0,0 1 1 0 0,0-1-1 0 0,0 0 1 0 0,-3 0-1 0 0,3 11 119 0 0,-1-1 0 0 0,1 1 0 0 0,0 0 0 0 0,1 0 0 0 0,0-1 0 0 0,1 18-1 0 0,-1 7 111 0 0,-17 350 977 0 0,17-361-1689 0 0,1 13-1115 0 0,5-13-4371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09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93 127 1648 0 0,'-27'-12'5666'0'0,"-37"-26"1"0"0,62 37-5379 0 0,3-3 50 0 0,-1 4-331 0 0,0 0-1 0 0,0 0 1 0 0,0 0-1 0 0,0-1 0 0 0,0 1 1 0 0,0 0-1 0 0,0 0 1 0 0,0 0-1 0 0,0-1 0 0 0,0 1 1 0 0,0 0-1 0 0,0 0 1 0 0,0 0-1 0 0,0-1 0 0 0,0 1 1 0 0,0 0-1 0 0,0 0 1 0 0,0 0-1 0 0,0-1 0 0 0,0 1 1 0 0,0 0-1 0 0,1 0 1 0 0,-1 0-1 0 0,0 0 0 0 0,0-1 1 0 0,0 1-1 0 0,0 0 1 0 0,0 0-1 0 0,1 0 1 0 0,-1 0-1 0 0,0 0 0 0 0,0-1 1 0 0,0 1-1 0 0,0 0 1 0 0,1 0-1 0 0,-1 0 0 0 0,0 0 1 0 0,0 0-1 0 0,0 0 1 0 0,1 0-1 0 0,8-3 51 0 0,0 0-1 0 0,0 1 1 0 0,1 0 0 0 0,-1 0 0 0 0,1 1-1 0 0,-1 0 1 0 0,1 1 0 0 0,0 0 0 0 0,-1 1-1 0 0,1 0 1 0 0,-1 0 0 0 0,14 4 0 0 0,-13-3-27 0 0,-1 1 1 0 0,0 0 0 0 0,0 0-1 0 0,-1 1 1 0 0,1 0 0 0 0,0 1 0 0 0,-1 0-1 0 0,0 0 1 0 0,-1 0 0 0 0,1 1-1 0 0,-1 0 1 0 0,13 14 0 0 0,-18-17 32 0 0,0 1 0 0 0,0-1 0 0 0,-1 0 1 0 0,1 1-1 0 0,-1-1 0 0 0,1 1 0 0 0,-1 0 0 0 0,0-1 0 0 0,-1 1 1 0 0,1 0-1 0 0,-1 0 0 0 0,1 0 0 0 0,-1-1 0 0 0,0 1 1 0 0,0 0-1 0 0,-1 0 0 0 0,1 0 0 0 0,-1-1 0 0 0,0 1 1 0 0,0 0-1 0 0,0-1 0 0 0,-1 1 0 0 0,1 0 0 0 0,-1-1 1 0 0,-3 6-1 0 0,-4 5 160 0 0,0 0-1 0 0,-1-1 1 0 0,0-1 0 0 0,-19 20 0 0 0,11-17-24 0 0,0-1 0 0 0,-1 0 1 0 0,-34 18-1 0 0,52-31-196 0 0,1-1 0 0 0,-1 1 1 0 0,0-1-1 0 0,1 0 0 0 0,-1 1 0 0 0,1-1 0 0 0,-1 0 0 0 0,0 1 0 0 0,0-1 1 0 0,1 0-1 0 0,-1 0 0 0 0,0 1 0 0 0,1-1 0 0 0,-1 0 0 0 0,0 0 1 0 0,0 0-1 0 0,1 0 0 0 0,-1 0 0 0 0,0 0 0 0 0,0 0 0 0 0,0-1 1 0 0,0 1-4 0 0,1-1 0 0 0,0 1 1 0 0,0-1-1 0 0,0 1 1 0 0,0-1-1 0 0,-1 1 1 0 0,1-1-1 0 0,0 1 0 0 0,0-1 1 0 0,0 1-1 0 0,0-1 1 0 0,0 1-1 0 0,0-1 0 0 0,1 1 1 0 0,-1-1-1 0 0,0 1 1 0 0,0-1-1 0 0,0 1 1 0 0,0-1-1 0 0,1 1 0 0 0,-1 0 1 0 0,0-1-1 0 0,17-28-14 0 0,25-15-2 0 0,83-66-1 0 0,-74 67 34 0 0,49-52 0 0 0,-95 91-8 0 0,-2-1 1 0 0,1 1-1 0 0,0-1 0 0 0,-1 0 0 0 0,0 0 1 0 0,0-1-1 0 0,4-9 0 0 0,-7 11-14 0 0,-1 4 6 0 0,1-1-1 0 0,0 0 0 0 0,-1 1 0 0 0,1-1 0 0 0,-1 1 0 0 0,1-1 1 0 0,-1 0-1 0 0,1 1 0 0 0,-1-1 0 0 0,1 1 0 0 0,-1 0 1 0 0,0-1-1 0 0,1 1 0 0 0,-1-1 0 0 0,0 1 0 0 0,1 0 1 0 0,-1 0-1 0 0,0-1 0 0 0,0 1 0 0 0,1 0 0 0 0,-1 0 0 0 0,0 0 1 0 0,0 0-1 0 0,1 0 0 0 0,-1 0 0 0 0,0 0 0 0 0,0 0 1 0 0,1 0-1 0 0,-1 0 0 0 0,0 0 0 0 0,0 0 0 0 0,0 1 0 0 0,-16 5 8 0 0,5-1 80 0 0,1 0-1 0 0,-1 1 1 0 0,1 1 0 0 0,0-1 0 0 0,1 2 0 0 0,-18 15 0 0 0,3 0 463 0 0,-27 34 0 0 0,42-43-371 0 0,-1-1 1 0 0,2 1 0 0 0,0 1 0 0 0,-14 30-1 0 0,20-38-128 0 0,0 0-1 0 0,1 0 1 0 0,0 0-1 0 0,0 1 1 0 0,0-1-1 0 0,1 0 1 0 0,1 1-1 0 0,-1-1 1 0 0,1 0-1 0 0,0 1 1 0 0,1-1-1 0 0,-1 1 1 0 0,4 12-1 0 0,-1-15-29 0 0,-1 0-1 0 0,1 0 1 0 0,0 0-1 0 0,0 0 0 0 0,0-1 1 0 0,1 1-1 0 0,-1-1 1 0 0,1 0-1 0 0,0 0 0 0 0,1 0 1 0 0,-1-1-1 0 0,1 1 1 0 0,-1-1-1 0 0,1 0 1 0 0,0 0-1 0 0,0-1 0 0 0,0 1 1 0 0,10 2-1 0 0,4 1-373 0 0,0 0 0 0 0,0-2-1 0 0,40 5 1 0 0,-29-7-2160 0 0,50-2 0 0 0,-50-2 552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0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66 1072 0 0,'-52'-38'12463'0'0,"52"38"-12413"0"0,-1 0 0 0 0,1 0 0 0 0,-1 0 0 0 0,1-1 0 0 0,0 1 0 0 0,-1 0-1 0 0,1 0 1 0 0,-1 0 0 0 0,1-1 0 0 0,0 1 0 0 0,-1 0 0 0 0,1 0 0 0 0,0-1 0 0 0,-1 1 0 0 0,1 0 0 0 0,0-1-1 0 0,-1 1 1 0 0,1 0 0 0 0,0-1 0 0 0,0 1 0 0 0,-1-1 0 0 0,1 1 0 0 0,0 0 0 0 0,0-1 0 0 0,0 1-1 0 0,0-1 1 0 0,0 1 0 0 0,0-1 0 0 0,0 1 0 0 0,-1-1 0 0 0,1 1 0 0 0,0 0 0 0 0,0-1 0 0 0,1 1 0 0 0,-1-1-1 0 0,0 1 1 0 0,0-1 0 0 0,0 1 0 0 0,0 0 0 0 0,0-1 0 0 0,0 1 0 0 0,1-1 0 0 0,-1 1 0 0 0,0 0-1 0 0,0-1 1 0 0,0 1 0 0 0,1-1 0 0 0,-1 1 0 0 0,0 0 0 0 0,1-1 0 0 0,-1 1 0 0 0,0 0 0 0 0,1 0 0 0 0,-1-1-1 0 0,1 1 1 0 0,1-1-17 0 0,0-1 0 0 0,0 1 0 0 0,0 1 0 0 0,0-1 0 0 0,0 0 0 0 0,0 0-1 0 0,0 1 1 0 0,0-1 0 0 0,1 1 0 0 0,2-1 0 0 0,-3 1-22 0 0,7 0 49 0 0,-1 0-1 0 0,1 1 1 0 0,0 0-1 0 0,15 4 1 0 0,-21-4-49 0 0,1 0 1 0 0,-1 1-1 0 0,0-1 1 0 0,1 1-1 0 0,-1 0 1 0 0,0 0-1 0 0,0 0 1 0 0,0 1-1 0 0,-1-1 0 0 0,1 1 1 0 0,0-1-1 0 0,3 6 1 0 0,-4-5 20 0 0,-1-1 0 0 0,0 0 0 0 0,0 1 0 0 0,0-1 0 0 0,-1 1 0 0 0,1-1 0 0 0,0 1 0 0 0,-1-1 1 0 0,0 1-1 0 0,1 0 0 0 0,-1-1 0 0 0,0 1 0 0 0,-1-1 0 0 0,1 1 0 0 0,0 0 0 0 0,-1-1 0 0 0,1 1 0 0 0,-1-1 0 0 0,0 1 0 0 0,-1 2 0 0 0,-3 6 44 0 0,-1 0 1 0 0,0-1-1 0 0,-1 1 0 0 0,0-2 0 0 0,0 1 0 0 0,-1-1 0 0 0,-11 10 0 0 0,-14 18 83 0 0,32-35-148 0 0,-2 5 12 0 0,3-5-18 0 0,6 0-6 0 0,-4-1 4 0 0,2-1-8 0 0,26-2-19 0 0,58 3-1 0 0,-78 0 21 0 0,-1 0 0 0 0,1 0-1 0 0,-1 1 1 0 0,1 1 0 0 0,-1-1-1 0 0,0 1 1 0 0,0 1 0 0 0,0 0-1 0 0,0 0 1 0 0,14 10 0 0 0,-21-13 37 0 0,0 1 0 0 0,-1-1 1 0 0,1 1-1 0 0,0-1 1 0 0,0 1-1 0 0,-1 0 0 0 0,1 0 1 0 0,-1 0-1 0 0,0 0 0 0 0,1 0 1 0 0,-1 0-1 0 0,0 0 1 0 0,0 0-1 0 0,0 0 0 0 0,0 1 1 0 0,-1-1-1 0 0,1 0 0 0 0,-1 1 1 0 0,1-1-1 0 0,-1 0 1 0 0,0 1-1 0 0,0-1 0 0 0,0 1 1 0 0,0-1-1 0 0,0 0 0 0 0,-1 5 1 0 0,-1-3 106 0 0,0 1 1 0 0,0 0 0 0 0,-1-1-1 0 0,1 0 1 0 0,-1 1-1 0 0,0-1 1 0 0,0 0 0 0 0,-1 0-1 0 0,1-1 1 0 0,-1 1-1 0 0,-7 5 1 0 0,-7 4 13 0 0,-1 0 0 0 0,0-2 0 0 0,-1 0 0 0 0,-1-1 0 0 0,0-1 0 0 0,0-1 0 0 0,0-1 0 0 0,-1 0 0 0 0,0-2 0 0 0,-1-1-1 0 0,-29 3 1 0 0,43-7-536 0 0,-1 0 0 0 0,1-1 0 0 0,0 1 0 0 0,0-2 0 0 0,0 1 0 0 0,-1-1 0 0 0,-8-4-1 0 0,17 6 133 0 0,0-1-1 0 0,0 1 0 0 0,0-1 0 0 0,0 1 0 0 0,0-1 0 0 0,0 1 0 0 0,0-1 0 0 0,0 0 1 0 0,0 1-1 0 0,1-1 0 0 0,-1 0 0 0 0,0 0 0 0 0,0 0 0 0 0,1 1 0 0 0,-1-1 0 0 0,1 0 0 0 0,-1 0 1 0 0,1 0-1 0 0,-1 0 0 0 0,1 0 0 0 0,-1 0 0 0 0,1 0 0 0 0,0 0 0 0 0,0 0 0 0 0,-1 0 0 0 0,1 0 1 0 0,0 0-1 0 0,0-1 0 0 0,0 1 0 0 0,0 0 0 0 0,0 0 0 0 0,1 0 0 0 0,-1 0 0 0 0,0 0 1 0 0,0 0-1 0 0,1 0 0 0 0,-1 0 0 0 0,0 0 0 0 0,1 0 0 0 0,-1 0 0 0 0,1 0 0 0 0,0 0 0 0 0,-1 0 1 0 0,1 0-1 0 0,0 1 0 0 0,-1-1 0 0 0,2-1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18 300 0 0,'-23'-7'13283'0'0,"44"9"-12962"0"0,2 0-22 0 0,167-9 775 0 0,-97 2-3138 0 0,-2 3-5328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1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2272 0 0,'-29'12'3356'0'0,"3"-3"597"0"0,-27 16 1 0 0,53-25-3926 0 0,0 0 1 0 0,-1 0 0 0 0,1 0 0 0 0,0 0 0 0 0,-1 0 0 0 0,1 0-1 0 0,0 0 1 0 0,-1 1 0 0 0,1-1 0 0 0,0 0 0 0 0,-1 0 0 0 0,1 0-1 0 0,0 1 1 0 0,0-1 0 0 0,-1 0 0 0 0,1 0 0 0 0,0 1 0 0 0,0-1-1 0 0,0 0 1 0 0,-1 1 0 0 0,1-1 0 0 0,0 0 0 0 0,0 1 0 0 0,0-1-1 0 0,0 0 1 0 0,0 1 0 0 0,0-1 0 0 0,0 0 0 0 0,0 1 0 0 0,0-1 0 0 0,0 0-1 0 0,0 1 1 0 0,0-1 0 0 0,0 0 0 0 0,0 1 0 0 0,0-1 0 0 0,0 0-1 0 0,0 1 1 0 0,0-1 0 0 0,0 0 0 0 0,0 1 0 0 0,0-1 0 0 0,1 0-1 0 0,-1 1 1 0 0,0-1 0 0 0,0 0 0 0 0,0 0 0 0 0,1 1 0 0 0,-1-1-1 0 0,0 0 1 0 0,0 0 0 0 0,1 1 0 0 0,-1-1 0 0 0,0 0 0 0 0,0 0-1 0 0,1 0 1 0 0,-1 1 0 0 0,0-1 0 0 0,1 0 0 0 0,-1 0 0 0 0,1 0-1 0 0,13 6 404 0 0,2-3-321 0 0,0 0 0 0 0,0-2 0 0 0,0 0-1 0 0,0-1 1 0 0,0 0 0 0 0,16-3 0 0 0,-3 1-43 0 0,144-12-1793 0 0,-58-2-5303 0 0,-73 8 1587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14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11 268 0 0,'0'0'688'0'0,"16"-1"972"0"0,-2-5-1508 0 0,-5 3-512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14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4 880 0 0,'0'0'4392'0'0,"10"-4"-4412"0"0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17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1 162 512 0 0,'0'0'2073'0'0,"11"-10"389"0"0,34-62 118 0 0,-19 29-2394 0 0,-25 42-156 0 0,11-33-34 0 0,-11 32-282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1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1 912 0 0,'0'0'716'0'0,"11"5"596"0"0,3-1-1376 0 0,8-6-1624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1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1116 0 0,'0'0'3476'0'0,"0"8"-3104"0"0,7-11-2932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48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 1896 0 0,'0'0'1442'0'0,"-15"-6"1819"0"0,-15 5-518 0 0,27 1-2235 0 0,-1 0-78 0 0,-3 0-168 0 0,4-1-143 0 0,-1 1 0 0 0,1 0-1 0 0,0 0 1 0 0,0 1-1 0 0,0-1 1 0 0,-1 1 0 0 0,1-1-1 0 0,0 1 1 0 0,-4 1-1 0 0,6-1 209 0 0,9 7 864 0 0,9-3-873 0 0,1-2 0 0 0,0 0 0 0 0,-1-1 0 0 0,26 0-1 0 0,77-8 38 0 0,-76 3-240 0 0,25-1-16 0 0,270-5 92 0 0,-333 9-182 0 0,0 0-1 0 0,0 0 0 0 0,0 1 0 0 0,0 0 0 0 0,0 0 0 0 0,0 1 0 0 0,11 4 0 0 0,-16-5-7 0 0,0-1 0 0 0,-1 1 0 0 0,1 0 1 0 0,0 0-1 0 0,-1 0 0 0 0,1 0 0 0 0,0 0 0 0 0,-1 0 0 0 0,1 0 0 0 0,-1 0 0 0 0,0 0 1 0 0,1 0-1 0 0,-1 0 0 0 0,0 0 0 0 0,0 0 0 0 0,1 0 0 0 0,-1 0 0 0 0,0 0 0 0 0,0 0 1 0 0,0 0-1 0 0,0 1 0 0 0,-1-1 0 0 0,1 0 0 0 0,0 0 0 0 0,0 0 0 0 0,-1 0 0 0 0,1 0 1 0 0,0 0-1 0 0,-1 0 0 0 0,1 0 0 0 0,-1 0 0 0 0,1 0 0 0 0,-1 0 0 0 0,-1 1 0 0 0,-21 31 42 0 0,-4-3-14 0 0,-2-1 0 0 0,-42 33 0 0 0,-71 43 11 0 0,103-78-21 0 0,-94 62 33 0 0,73-52 9 0 0,2 3 0 0 0,-55 50 0 0 0,91-66-30 0 0,22-23-25 0 0,-1 0 1 0 0,1-1-1 0 0,0 1 0 0 0,-1 0 0 0 0,1 0 0 0 0,0 0 0 0 0,-1 0 0 0 0,1 0 0 0 0,0 0 0 0 0,0 0 0 0 0,0 0 0 0 0,0-1 0 0 0,0 1 0 0 0,0 0 0 0 0,0 0 0 0 0,0 0 0 0 0,0 0 0 0 0,0 0 1 0 0,1 0-1 0 0,-1 0 0 0 0,0 0 0 0 0,0 0 0 0 0,1-1 0 0 0,-1 1 0 0 0,1 0 0 0 0,-1 0 0 0 0,1 0 0 0 0,0 0 0 0 0,0 0-2 0 0,0 0 0 0 0,0-1 1 0 0,0 1-1 0 0,0-1 0 0 0,0 1 0 0 0,0-1 0 0 0,0 0 0 0 0,0 1 1 0 0,0-1-1 0 0,0 0 0 0 0,0 0 0 0 0,0 1 0 0 0,1-1 0 0 0,-1 0 1 0 0,0 0-1 0 0,0 0 0 0 0,2-1 0 0 0,0 1 8 0 0,32 0 15 0 0,1-1 1 0 0,-1-2 0 0 0,1-1-1 0 0,62-17 1 0 0,-56 11-27 0 0,261-52-854 0 0,-100 25-4642 0 0,-146 25 1023 0 0,-34 6 1140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49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82 2488 0 0,'-2'-2'694'0'0,"0"0"0"0"0,0 0 0 0 0,0 0 0 0 0,-1 0 1 0 0,1 1-1 0 0,0-1 0 0 0,-1 0 0 0 0,0 1 0 0 0,1 0 0 0 0,-1 0 0 0 0,1 0 0 0 0,-1 0 0 0 0,-4-1 0 0 0,4 1 342 0 0,1 0-296 0 0,-8-2-90 0 0,8 2-77 0 0,1 1-464 0 0,1-1 0 0 0,-1 1 0 0 0,0 0 0 0 0,1 0 0 0 0,-1 0 0 0 0,1-1 0 0 0,-1 1 0 0 0,1 0 0 0 0,-1 0 0 0 0,1-1 0 0 0,-1 1 0 0 0,1 0 0 0 0,0-1 0 0 0,-1 1 0 0 0,1-1 0 0 0,-1 1 0 0 0,1-1 0 0 0,0 1 0 0 0,-1-1 0 0 0,2-1-80 0 0,1 0-1 0 0,0 0 0 0 0,0 0 0 0 0,0 1 1 0 0,0-1-1 0 0,0 1 0 0 0,0 0 1 0 0,0 0-1 0 0,0-1 0 0 0,0 1 1 0 0,1 0-1 0 0,-1 1 0 0 0,1-1 1 0 0,3 0-1 0 0,45-10 73 0 0,-39 10-87 0 0,-1-2-247 0 0,19-2-824 0 0,33-2 0 0 0,-50 7-1168 0 0,0 0 0 0 0,-1 1 0 0 0,15 2 0 0 0,-11 0-2048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4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 1896 0 0,'-146'78'15443'0'0,"148"-77"-14872"0"0,1 0-461 0 0,0 0 1 0 0,0 0 0 0 0,1 0-1 0 0,-1-1 1 0 0,0 1 0 0 0,0-1-1 0 0,0 0 1 0 0,0 0-1 0 0,0 0 1 0 0,1-1 0 0 0,4 0-1 0 0,44-11 207 0 0,-33 7-158 0 0,414-65 404 0 0,-239 43-2339 0 0,-129 22-4976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0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61 1548 0 0,'-2'0'1894'0'0,"-28"-1"4792"0"0,27 0-6022 0 0,-26 0 2133 0 0,26 1-1739 0 0,17-4-572 0 0,237-39 86 0 0,-185 33-567 0 0,-63 10-12 0 0,7 0 50 0 0,-8-1-19 0 0,0 1-1 0 0,-1 0 1 0 0,1 0 0 0 0,0 0 0 0 0,-1 0 0 0 0,1 0-1 0 0,0 1 1 0 0,-1-1 0 0 0,1 0 0 0 0,-1 1 0 0 0,1-1-1 0 0,0 1 1 0 0,-1 0 0 0 0,1-1 0 0 0,-1 1 0 0 0,1 0-1 0 0,1 2 1 0 0,-1 0 42 0 0,0 0-1 0 0,0 0 1 0 0,-1 0 0 0 0,1 0-1 0 0,-1 1 1 0 0,0-1-1 0 0,0 1 1 0 0,0-1-1 0 0,0 1 1 0 0,-1-1 0 0 0,0 1-1 0 0,1-1 1 0 0,-1 1-1 0 0,-1 3 1 0 0,2-1 65 0 0,-1 33 404 0 0,-1 0 1 0 0,-9 54-1 0 0,-22 78 425 0 0,14-84-548 0 0,-73 334 1900 0 0,36-137-1122 0 0,55-284-1227 0 0,0 0 1 0 0,0 1-1 0 0,-1-1 0 0 0,1 1 1 0 0,0-1-1 0 0,0 1 1 0 0,0-1-1 0 0,0 1 0 0 0,0-1 1 0 0,-1 0-1 0 0,1 1 1 0 0,0-1-1 0 0,0 1 0 0 0,0-1 1 0 0,0 1-1 0 0,0-1 1 0 0,1 1-1 0 0,-1-1 0 0 0,0 1 1 0 0,0-1-1 0 0,0 0 1 0 0,0 1-1 0 0,0-1 0 0 0,1 1 1 0 0,-1-1-1 0 0,0 1 0 0 0,1-1 1 0 0,7-9-3308 0 0,-1-1 2518 0 0,58-56-10055 0 0,-46 48 5592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1440 0 0,'2'-11'1967'0'0,"-1"1"0"0"0,2-1-1 0 0,6-19 1 0 0,-8 26-1674 0 0,1 1 1 0 0,-1-1-1 0 0,1 1 0 0 0,0-1 0 0 0,0 1 1 0 0,0 0-1 0 0,1 0 0 0 0,-1 0 0 0 0,1 0 1 0 0,0 1-1 0 0,0-1 0 0 0,0 1 0 0 0,6-4 1 0 0,-5 4-179 0 0,0 1 0 0 0,0 0 0 0 0,0 1 0 0 0,0-1 1 0 0,0 1-1 0 0,0-1 0 0 0,0 1 0 0 0,1 1 1 0 0,-1-1-1 0 0,0 1 0 0 0,0-1 0 0 0,0 1 0 0 0,0 0 1 0 0,0 1-1 0 0,0-1 0 0 0,6 4 0 0 0,-2-1-14 0 0,-1 0-1 0 0,-1 0 0 0 0,1 1 0 0 0,-1 0 0 0 0,1 0 1 0 0,-1 1-1 0 0,-1 0 0 0 0,1 0 0 0 0,-1 0 0 0 0,0 0 1 0 0,6 12-1 0 0,-8-13-60 0 0,-1 1 0 0 0,1 0-1 0 0,-1 0 1 0 0,-1 0 0 0 0,1 0 0 0 0,-1 0 0 0 0,0 0 0 0 0,0 0 0 0 0,-1 0 0 0 0,0 1 0 0 0,0-1 0 0 0,0 0 0 0 0,-1 0-1 0 0,0 0 1 0 0,-3 12 0 0 0,-1-3-4 0 0,0-1 0 0 0,-1 0-1 0 0,-1-1 1 0 0,0 0 0 0 0,-1 0-1 0 0,0 0 1 0 0,-1-1 0 0 0,0 0-1 0 0,-1 0 1 0 0,-1-1 0 0 0,0-1-1 0 0,0 0 1 0 0,-19 13 0 0 0,17-18 66 0 0,14-12-23 0 0,17-15-52 0 0,30-18-70 0 0,2 2 1 0 0,2 2-1 0 0,60-31 1 0 0,47-31-24 0 0,-150 92 81 0 0,-5 3-3 0 0,0 1 0 0 0,0-1-1 0 0,-1 0 1 0 0,1 0 0 0 0,-1 0 0 0 0,6-7 0 0 0,-8 9 1 0 0,-1 1-11 0 0,0 0 0 0 0,0-1 1 0 0,0 1-1 0 0,0 0 0 0 0,-1-1 0 0 0,1 1 0 0 0,0 0 0 0 0,0-1 1 0 0,0 1-1 0 0,0 0 0 0 0,0-1 0 0 0,0 1 0 0 0,-1 0 1 0 0,1 0-1 0 0,0-1 0 0 0,0 1 0 0 0,-1 0 0 0 0,1 0 0 0 0,0-1 1 0 0,0 1-1 0 0,-1 0 0 0 0,1 0 0 0 0,0 0 0 0 0,0-1 1 0 0,-1 1-1 0 0,1 0 0 0 0,0 0 0 0 0,-1 0 0 0 0,1 0 1 0 0,0 0-1 0 0,-1 0 0 0 0,1 0 0 0 0,0 0 0 0 0,-1 0 0 0 0,1 0 1 0 0,0 0-1 0 0,-1 0 0 0 0,1 0 0 0 0,0 0 0 0 0,-1 0 1 0 0,1 0-1 0 0,-14 3 28 0 0,13-2-33 0 0,-7 2 29 0 0,1 0-1 0 0,0 1 1 0 0,0 0 0 0 0,0 0 0 0 0,0 1 0 0 0,1-1 0 0 0,0 2 0 0 0,0-1-1 0 0,-7 8 1 0 0,-2 4 114 0 0,-24 38 0 0 0,34-47-119 0 0,-1 1-1 0 0,2 0 0 0 0,-1 0 1 0 0,1 0-1 0 0,1 0 0 0 0,0 0 1 0 0,0 1-1 0 0,0 0 0 0 0,-1 17 1 0 0,4-22-18 0 0,0 0 0 0 0,0 0 0 0 0,0-1 0 0 0,1 1 0 0 0,0 0-1 0 0,0 0 1 0 0,0-1 0 0 0,1 1 0 0 0,-1-1 0 0 0,1 1 0 0 0,0-1 0 0 0,0 1 0 0 0,1-1 0 0 0,-1 0 0 0 0,1 0 0 0 0,0 0 0 0 0,0-1 0 0 0,0 1 0 0 0,1-1 0 0 0,-1 1 0 0 0,1-1 0 0 0,4 3 0 0 0,1 0-359 0 0,1 0-1 0 0,0-1 1 0 0,0 0 0 0 0,1-1 0 0 0,-1 0 0 0 0,1 0 0 0 0,0-1-1 0 0,15 2 1 0 0,-9-2-1392 0 0,0-1 0 0 0,0-1 0 0 0,0-1-1 0 0,31-4 1 0 0,-20 1-2625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1552 0 0,'27'-24'14858'0'0,"-24"24"-14067"0"0,-2 1-623 0 0,0 0 1 0 0,1 0-1 0 0,-1 0 0 0 0,0 0 1 0 0,0 1-1 0 0,0-1 0 0 0,0 0 1 0 0,0 0-1 0 0,0 1 0 0 0,0-1 1 0 0,0 0-1 0 0,0 1 0 0 0,0-1 1 0 0,-1 1-1 0 0,1-1 0 0 0,-1 1 1 0 0,1 0-1 0 0,-1-1 0 0 0,0 1 1 0 0,1-1-1 0 0,-1 1 0 0 0,0 2 1 0 0,4 34 1812 0 0,-3 73 0 0 0,-5-52-1600 0 0,-21 100 0 0 0,20-135-465 0 0,-8 49-1638 0 0,12-66 290 0 0,1 0 0 0 0,0 0-1 0 0,0 0 1 0 0,2 11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2 114 1336 0 0,'0'-16'6880'0'0,"0"10"-6023"0"0,-1 5-548 0 0,1 0 1 0 0,0-1-1 0 0,0 1 1 0 0,0-1-1 0 0,0 1 1 0 0,0 0-1 0 0,0-1 1 0 0,0 1-1 0 0,0-1 1 0 0,0 1-1 0 0,0 0 1 0 0,1-1-1 0 0,-1 1 1 0 0,1 0-1 0 0,-1 0 1 0 0,1-1-1 0 0,-1 1 0 0 0,1 0 1 0 0,0 0-1 0 0,0 0 1 0 0,0-1-1 0 0,-1 1 1 0 0,1 0-1 0 0,0 0 1 0 0,0 0-1 0 0,0 1 1 0 0,1-1-1 0 0,-1 0 1 0 0,0 0-1 0 0,0 0 1 0 0,0 1-1 0 0,1-1 1 0 0,1 0-1 0 0,35-6 611 0 0,-1 1 0 0 0,65-1 0 0 0,-23 1-781 0 0,-14 3-783 0 0,24-2-2682 0 0,-77 3 1070 0 0,0 0 0 0 0,20-7 0 0 0,-22 4-1627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20 2392 0 0,'-13'-9'5215'0'0,"-6"-1"-888"0"0,14 10-2599 0 0,5 0-1624 0 0,-1 0 0 0 0,1 0 1 0 0,-1 0-1 0 0,0 0 0 0 0,1 0 0 0 0,-1 0 1 0 0,1 0-1 0 0,-1 0 0 0 0,0 0 0 0 0,1 0 1 0 0,-1 1-1 0 0,0-1 0 0 0,1 0 0 0 0,-1 0 1 0 0,1 0-1 0 0,-1 1 0 0 0,1-1 1 0 0,-2 1-1 0 0,-1 5 523 0 0,0-1 0 0 0,1 1 1 0 0,0 0-1 0 0,0-1 1 0 0,0 1-1 0 0,0 0 0 0 0,1 1 1 0 0,0-1-1 0 0,0 0 0 0 0,1 8 1 0 0,0 14 563 0 0,4 28 1 0 0,-1-24-672 0 0,4 98 267 0 0,11 113-3313 0 0,-18-241 2225 0 0,9 45-3989 0 0,-9-45 3374 0 0,1 1 0 0 0,0-1 0 0 0,0 0 0 0 0,0 0 0 0 0,1 1 0 0 0,-1-1 0 0 0,7 7-1833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1456 0 0,'2'-9'1828'0'0,"0"0"-1"0"0,1 0 0 0 0,1 0 1 0 0,4-9-1 0 0,-5 12-706 0 0,1-1 0 0 0,1 1 0 0 0,-1 0 0 0 0,11-10 1 0 0,-8 9-655 0 0,2 0 0 0 0,-1 0 0 0 0,1 2 0 0 0,0-1 0 0 0,0 1 1 0 0,0 0-1 0 0,1 1 0 0 0,14-5 0 0 0,44-11-213 0 0,0 3 0 0 0,1 3-1 0 0,1 3 1 0 0,123-3 0 0 0,-116 12-4617 0 0,-73 2 2895 0 0,4 3-1456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2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1 372 0 0,'-11'3'1046'0'0,"0"1"0"0"0,0 0 0 0 0,0 0 0 0 0,0 1-1 0 0,1 1 1 0 0,-1 0 0 0 0,2 0 0 0 0,-1 1 0 0 0,1 0 0 0 0,0 1 0 0 0,0 0 0 0 0,1 0-1 0 0,-8 10 1 0 0,1 1 30 0 0,2 1-1 0 0,0 0 0 0 0,1 0 0 0 0,0 1 1 0 0,-11 33-1 0 0,21-49-937 0 0,0 0-1 0 0,1 0 1 0 0,0 1 0 0 0,0-1-1 0 0,0 0 1 0 0,0 0 0 0 0,1 1-1 0 0,0-1 1 0 0,0 1 0 0 0,0-1-1 0 0,2 8 1 0 0,-1-10-77 0 0,0 1 1 0 0,0-1-1 0 0,0 0 1 0 0,1 1-1 0 0,-1-1 1 0 0,1 0-1 0 0,0 0 1 0 0,0 0-1 0 0,0 0 1 0 0,0 0-1 0 0,0-1 0 0 0,1 1 1 0 0,-1-1-1 0 0,1 1 1 0 0,0-1-1 0 0,-1 0 1 0 0,6 3-1 0 0,4 1 41 0 0,-1-1 0 0 0,1 0-1 0 0,0 0 1 0 0,0-2 0 0 0,25 5-1 0 0,65 2 240 0 0,-1 0-32 0 0,-85-8-107 0 0,0 2 1 0 0,-1 0-1 0 0,0 1 1 0 0,0 0 0 0 0,0 2-1 0 0,-1-1 1 0 0,18 12 0 0 0,-27-15-78 0 0,-1 1 1 0 0,1-1 0 0 0,-1 1 0 0 0,0 0-1 0 0,0 0 1 0 0,0 0 0 0 0,-1 1 0 0 0,1-1-1 0 0,-1 1 1 0 0,3 7 0 0 0,-4-8-46 0 0,-1 0 1 0 0,1 0-1 0 0,-1 0 1 0 0,0 1 0 0 0,-1-1-1 0 0,1 0 1 0 0,-1 0-1 0 0,0 0 1 0 0,0 1-1 0 0,0-1 1 0 0,0 0-1 0 0,-1 0 1 0 0,0 1 0 0 0,0-1-1 0 0,-2 6 1 0 0,-1 0 33 0 0,-1 1 1 0 0,0-2-1 0 0,-1 1 0 0 0,0-1 1 0 0,0 1-1 0 0,-1-2 1 0 0,0 1-1 0 0,-1-1 1 0 0,0 0-1 0 0,-17 12 0 0 0,3-3-50 0 0,-2-1 0 0 0,0-1 0 0 0,-29 13 0 0 0,32-18-4 0 0,-1 0 0 0 0,-1-2 0 0 0,0-1-1 0 0,-38 8 1 0 0,54-13-179 0 0,0-1 0 0 0,0 0 0 0 0,0-1 0 0 0,-1 0 0 0 0,1 0-1 0 0,0 0 1 0 0,0-1 0 0 0,0 0 0 0 0,0 0 0 0 0,0-1 0 0 0,0 0 0 0 0,0 0-1 0 0,1 0 1 0 0,-1-1 0 0 0,1 0 0 0 0,-1-1 0 0 0,1 1 0 0 0,0-1 0 0 0,-9-8-1 0 0,13 9-199 0 0,-1 1 0 0 0,1 0 0 0 0,1-1-1 0 0,-1 1 1 0 0,0-1 0 0 0,1 1 0 0 0,-1-1-1 0 0,1 0 1 0 0,0 0 0 0 0,0 0 0 0 0,0 0-1 0 0,0 0 1 0 0,0 0 0 0 0,1 0 0 0 0,0 0-1 0 0,-1 0 1 0 0,1 0 0 0 0,0 0 0 0 0,0 0-1 0 0,1 0 1 0 0,-1 0 0 0 0,1 0 0 0 0,-1 0-1 0 0,1 0 1 0 0,1-3 0 0 0,1-1-966 0 0,0 0-1 0 0,1 0 1 0 0,0 0 0 0 0,0 0-1 0 0,0 1 1 0 0,1 0 0 0 0,0 0-1 0 0,9-9 1 0 0,6-3-5650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33 444 0 0,'2'-1'2677'0'0,"7"-6"710"0"0,21-12 5038 0 0,-27 18-8047 0 0,0 0-1 0 0,1 0 1 0 0,-1 0-1 0 0,0 1 1 0 0,1-1-1 0 0,-1 1 1 0 0,0 0-1 0 0,1 0 1 0 0,-1 0-1 0 0,7 1 1 0 0,-4 0-148 0 0,1 1 0 0 0,0-1 0 0 0,-1 2 0 0 0,1-1 0 0 0,-1 1 0 0 0,0 0 0 0 0,1 0 0 0 0,-1 0 0 0 0,-1 1 0 0 0,1 0 0 0 0,-1 0 0 0 0,1 1 0 0 0,5 6 0 0 0,-8-7-122 0 0,1 0 0 0 0,-1 0 0 0 0,0 0 0 0 0,-1 0 0 0 0,1 1 0 0 0,-1-1 0 0 0,0 1-1 0 0,0 0 1 0 0,0 0 0 0 0,0 0 0 0 0,-1 0 0 0 0,0 0 0 0 0,0 0 0 0 0,0 0 0 0 0,-1 0 0 0 0,0 0 0 0 0,0 0-1 0 0,0 0 1 0 0,-2 8 0 0 0,-1-1 27 0 0,0 1 0 0 0,-2-1-1 0 0,1 0 1 0 0,-1 0 0 0 0,-1 0-1 0 0,0-1 1 0 0,-1 0 0 0 0,0 0-1 0 0,-1-1 1 0 0,0 0 0 0 0,-1 0-1 0 0,0 0 1 0 0,-10 7 0 0 0,-9 7 265 0 0,0-2 1 0 0,-2-2-1 0 0,-45 25 1 0 0,58-36 268 0 0,-35 14 1 0 0,49-22-555 0 0,-1-4 65 0 0,8-4-104 0 0,6-4-57 0 0,-9 11-17 0 0,28-25 15 0 0,2 2 1 0 0,65-38-1 0 0,-38 25 47 0 0,34-19-51 0 0,-47 30-20 0 0,-1-2 0 0 0,81-67 0 0 0,-121 91 0 0 0,-1-1 0 0 0,0 0 0 0 0,1 0 0 0 0,-1 0 0 0 0,0-1-1 0 0,-1 1 1 0 0,5-10 0 0 0,-7 12 3 0 0,0 1-1 0 0,0-1 1 0 0,-1 0-1 0 0,1 1 1 0 0,0-1 0 0 0,-1 1-1 0 0,1-1 1 0 0,-1 1-1 0 0,0-1 1 0 0,1 1 0 0 0,-1-1-1 0 0,0 1 1 0 0,0-1 0 0 0,0 1-1 0 0,0 0 1 0 0,0-1-1 0 0,0 1 1 0 0,0 0 0 0 0,0 0-1 0 0,-1 0 1 0 0,1 0-1 0 0,0 0 1 0 0,-1 0 0 0 0,1 0-1 0 0,-1 1 1 0 0,1-1-1 0 0,-1 0 1 0 0,1 1 0 0 0,-1-1-1 0 0,1 1 1 0 0,-4-1-1 0 0,-5 1 2 0 0,0 1-1 0 0,-1 0 0 0 0,1 0 0 0 0,0 1 0 0 0,-1 0 0 0 0,1 1 0 0 0,1 0 0 0 0,-1 1 1 0 0,0 0-1 0 0,1 0 0 0 0,-1 1 0 0 0,1 0 0 0 0,1 1 0 0 0,-1 0 0 0 0,1 0 1 0 0,0 1-1 0 0,-12 12 0 0 0,10-9 2 0 0,1 1 1 0 0,0 0-1 0 0,1 0 1 0 0,0 1-1 0 0,0 0 1 0 0,2 0-1 0 0,-1 0 1 0 0,2 1-1 0 0,-1 0 1 0 0,2 1-1 0 0,0-1 1 0 0,0 1-1 0 0,-1 14 1 0 0,5-21 2 0 0,0-1 1 0 0,0 1-1 0 0,0-1 1 0 0,1 1-1 0 0,0-1 1 0 0,0 1-1 0 0,0-1 0 0 0,1 0 1 0 0,0 0-1 0 0,6 12 1 0 0,-3-9-3 0 0,1 1 1 0 0,0-1-1 0 0,0 0 0 0 0,1 0 1 0 0,15 14-1 0 0,-3-6-14 0 0,2-1 0 0 0,0 0 0 0 0,1-1 1 0 0,37 18-1 0 0,-22-15-1284 0 0,0-2 0 0 0,2-1 0 0 0,78 19-1 0 0,-36-21-3913 0 0,1-9-3398 0 0,-52-5 595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 2164 0 0,'-21'-7'18241'0'0,"31"10"-16357"0"0,17 4-1246 0 0,-20-5-385 0 0,1 1 0 0 0,-1 1 0 0 0,0-1 1 0 0,0 1-1 0 0,-1 0 0 0 0,1 1 0 0 0,-1-1 1 0 0,0 1-1 0 0,0 1 0 0 0,-1-1 0 0 0,1 1 0 0 0,-1 0 1 0 0,6 8-1 0 0,-9-10-171 0 0,0 1-1 0 0,0-1 1 0 0,0 0 0 0 0,-1 0 0 0 0,0 1 0 0 0,1-1-1 0 0,-1 1 1 0 0,-1-1 0 0 0,1 1 0 0 0,-1-1-1 0 0,0 1 1 0 0,0 0 0 0 0,0-1 0 0 0,0 1 0 0 0,-1-1-1 0 0,0 1 1 0 0,0-1 0 0 0,0 1 0 0 0,0-1 0 0 0,-1 1-1 0 0,0-1 1 0 0,0 0 0 0 0,-4 6 0 0 0,-8 13 478 0 0,-2 0 0 0 0,0-1 0 0 0,-37 38 0 0 0,15-23 486 0 0,-46 33 0 0 0,76-64-1046 0 0,2 5 0 0 0,6-10 0 0 0,0-1 0 0 0,0 0 0 0 0,0 1 0 0 0,0-1 0 0 0,0 0 0 0 0,0 1 0 0 0,0-1 0 0 0,0 1 0 0 0,0-1 0 0 0,0 0 0 0 0,0 1 0 0 0,0-1 0 0 0,0 0 0 0 0,0 1 0 0 0,0-1 0 0 0,0 0 0 0 0,1 0 0 0 0,-1 1 0 0 0,0-1 0 0 0,0 0 0 0 0,0 1 0 0 0,1-1 0 0 0,-1 0 0 0 0,0 0 0 0 0,0 1 0 0 0,1-1 0 0 0,-1 0 0 0 0,0 0 0 0 0,1 0 0 0 0,-1 1 0 0 0,0-1 0 0 0,1 0 0 0 0,-1 0 0 0 0,10 3 0 0 0,1-1 0 0 0,-1-1 0 0 0,0 0 0 0 0,1 0 0 0 0,-1-1 0 0 0,15-1 0 0 0,-3 1 0 0 0,152-1-4363 0 0,290-40 1 0 0,-346 16-1000 0 0,-43 0-3368 0 0,-46 14 1184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4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51 2804 0 0,'-35'-2'4470'0'0,"15"1"-426"0"0,2 0 2865 0 0,45 0-5467 0 0,27-5 0 0 0,-15 1-1037 0 0,299-15-120 0 0,-246 17-3292 0 0,-63 0 716 0 0,8-5-6511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4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23 376 0 0,'-53'-23'11799'0'0,"52"23"-11626"0"0,0 0 0 0 0,0 0-1 0 0,0 1 1 0 0,0-1 0 0 0,1 0-1 0 0,-1 0 1 0 0,0 1 0 0 0,0-1-1 0 0,0 0 1 0 0,1 1 0 0 0,-1-1 0 0 0,0 1-1 0 0,1-1 1 0 0,-1 1 0 0 0,0 0-1 0 0,1-1 1 0 0,-1 1 0 0 0,0-1-1 0 0,1 1 1 0 0,-1 0 0 0 0,1 0 0 0 0,0-1-1 0 0,-1 1 1 0 0,1 0 0 0 0,-1 0-1 0 0,1 0 1 0 0,0-1 0 0 0,0 1-1 0 0,-1 0 1 0 0,1 0 0 0 0,0 0 0 0 0,0 0-1 0 0,0 1 1 0 0,0 38 2280 0 0,1-24-1508 0 0,-4 85 1101 0 0,-31 183-1 0 0,29-253-2029 0 0,-8 57-1162 0 0,12-78 227 0 0,0-1 0 0 0,1 1 1 0 0,1 0-1 0 0,0 0 1 0 0,0-1-1 0 0,4 16 1 0 0,-4-22 143 0 0,0-1 1 0 0,0 0-1 0 0,0 0 1 0 0,0 0 0 0 0,0 0-1 0 0,0 0 1 0 0,1 0-1 0 0,-1 0 1 0 0,3 2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258 160 1464 0 0,'33'-75'10919'0'0,"-29"62"-9196"0"0,-9 8 164 0 0,4 5-1785 0 0,-1 0 1 0 0,1 0 0 0 0,0 0-1 0 0,0 0 1 0 0,0 1 0 0 0,0-1-1 0 0,0 0 1 0 0,0 0-1 0 0,0 1 1 0 0,0-1 0 0 0,0 1-1 0 0,0-1 1 0 0,0 1 0 0 0,0-1-1 0 0,-2 2 1 0 0,-13 14 450 0 0,0 0-1 0 0,0 2 1 0 0,2-1 0 0 0,0 2 0 0 0,-13 23 0 0 0,3-6 6 0 0,-5 8 388 0 0,-35 69 1 0 0,55-95-784 0 0,1 0-1 0 0,1 1 1 0 0,0 0 0 0 0,2 0-1 0 0,0 0 1 0 0,1 1 0 0 0,-1 23 0 0 0,5-39-144 0 0,0 1 1 0 0,0 0 0 0 0,0 0 0 0 0,1 0-1 0 0,-1-1 1 0 0,1 1 0 0 0,0 0-1 0 0,1 0 1 0 0,-1-1 0 0 0,1 1 0 0 0,0-1-1 0 0,0 0 1 0 0,0 1 0 0 0,0-1 0 0 0,1 0-1 0 0,0 0 1 0 0,0 0 0 0 0,0-1 0 0 0,0 1-1 0 0,1-1 1 0 0,-1 0 0 0 0,1 0-1 0 0,0 0 1 0 0,8 4 0 0 0,-4-3-5 0 0,0 0-1 0 0,0-1 1 0 0,1 0 0 0 0,-1-1-1 0 0,1 0 1 0 0,0 0 0 0 0,0-1-1 0 0,-1 0 1 0 0,1-1 0 0 0,0 0-1 0 0,0 0 1 0 0,14-3 0 0 0,-3-1 4 0 0,-1 0 1 0 0,1-2 0 0 0,-1 0 0 0 0,-1-2-1 0 0,1 0 1 0 0,-1 0 0 0 0,-1-2 0 0 0,0 0-1 0 0,0-1 1 0 0,-1-1 0 0 0,0-1 0 0 0,-1 0-1 0 0,25-27 1 0 0,-26 23-11 0 0,1-1 0 0 0,-2 0 0 0 0,-1-1 0 0 0,0-1 0 0 0,-1 0 1 0 0,-1 0-1 0 0,-1-1 0 0 0,-1 0 0 0 0,-1-1 0 0 0,0 1 0 0 0,-2-1 0 0 0,3-25 0 0 0,-8 37-12 0 0,1 0 1 0 0,-2 0-1 0 0,1 0 1 0 0,-1-1-1 0 0,-1 1 0 0 0,0 0 1 0 0,0 0-1 0 0,-1 1 1 0 0,0-1-1 0 0,-1 0 0 0 0,0 1 1 0 0,-1 0-1 0 0,1 0 1 0 0,-2 0-1 0 0,1 1 0 0 0,-1 0 1 0 0,-1 0-1 0 0,1 0 1 0 0,-1 0-1 0 0,-1 1 0 0 0,1 1 1 0 0,-1-1-1 0 0,-1 1 1 0 0,1 1-1 0 0,-1-1 0 0 0,0 1 1 0 0,0 1-1 0 0,0 0 1 0 0,-1 0-1 0 0,1 1 0 0 0,-1 0 1 0 0,0 0-1 0 0,0 1 1 0 0,-13-1-1 0 0,12 2-87 0 0,-1 1 0 0 0,1 0 1 0 0,-1 0-1 0 0,1 1 0 0 0,-1 0 0 0 0,1 1 0 0 0,0 1 1 0 0,0 0-1 0 0,-21 8 0 0 0,28-10-180 0 0,1 1 0 0 0,-1 0 0 0 0,1-1 0 0 0,0 2 0 0 0,-1-1 0 0 0,1 0 0 0 0,0 0 0 0 0,1 1 0 0 0,-1 0 1 0 0,0-1-1 0 0,1 1 0 0 0,-1 0 0 0 0,1 1 0 0 0,0-1 0 0 0,0 0 0 0 0,0 0 0 0 0,1 1 0 0 0,-1-1 0 0 0,1 1 0 0 0,0 0 0 0 0,0-1 0 0 0,0 1 0 0 0,0 0 0 0 0,1 0 0 0 0,-1 0 0 0 0,1-1 0 0 0,0 1 0 0 0,0 0 0 0 0,0 0 1 0 0,1 0-1 0 0,-1-1 0 0 0,1 1 0 0 0,2 4 0 0 0,10 27-6461 0 0,-2-19 93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1884 0 0,'-7'-9'9337'0'0,"0"0"-7417"0"0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0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325 249 476 0 0,'-52'-55'416'0'0,"-7"2"-208"0"0,-5 1-284 0 0,-7 6-276 0 0,-7 3 124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0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70 880 0 0,'17'-14'6492'0'0,"2"-8"-2297"0"0,-18 21-3636 0 0,1-1 20 0 0,-1 0-1 0 0,0 0 1 0 0,0 0 0 0 0,1-1 0 0 0,-1 1 0 0 0,0 0 0 0 0,-1 0 0 0 0,1-1-1 0 0,1-3 1 0 0,-4 5-549 0 0,1 0 0 0 0,0 0 0 0 0,-1 1-1 0 0,1-1 1 0 0,0 1 0 0 0,-1-1 0 0 0,1 1 0 0 0,-1-1-1 0 0,1 1 1 0 0,-1 0 0 0 0,1 0 0 0 0,-1 0 0 0 0,1 0-1 0 0,-1 0 1 0 0,1 0 0 0 0,-1 0 0 0 0,1 0 0 0 0,-1 1-1 0 0,1-1 1 0 0,0 0 0 0 0,-1 1 0 0 0,1 0 0 0 0,-2 0-1 0 0,-40 17 22 0 0,40-17-30 0 0,-30 17-7 0 0,0 1 0 0 0,0 2 0 0 0,2 2 0 0 0,-53 48 0 0 0,-98 121 43 0 0,175-183-55 0 0,-78 97 18 0 0,78-96-26 0 0,0 1 0 0 0,0 0 1 0 0,2 1-1 0 0,-1-1 0 0 0,1 1 0 0 0,1 1 0 0 0,0-1 0 0 0,-2 18 0 0 0,5-26 9 0 0,0 1-1 0 0,1-1 1 0 0,0 1-1 0 0,0-1 1 0 0,1 1-1 0 0,-1-1 1 0 0,1 1-1 0 0,0-1 0 0 0,0 0 1 0 0,0 1-1 0 0,0-1 1 0 0,1 0-1 0 0,0 0 1 0 0,0 0-1 0 0,4 7 1 0 0,-2-6 1 0 0,0 0 1 0 0,1-1-1 0 0,-1 1 0 0 0,1-1 1 0 0,0 0-1 0 0,0 0 1 0 0,0-1-1 0 0,1 1 0 0 0,-1-1 1 0 0,7 2-1 0 0,6 2 7 0 0,1-1-1 0 0,0 0 1 0 0,1-2 0 0 0,-1 0-1 0 0,1-1 1 0 0,19 0 0 0 0,15-2-21 0 0,99-10 0 0 0,48-22 240 0 0,-157 19-150 0 0,-42 11-78 0 0,17-12-2436 0 0,-16 8 1859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0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57 1784 0 0,'4'-11'8942'0'0,"-10"-13"-4512"0"0,-1 2 995 0 0,5 22-5400 0 0,-8 1-8 0 0,9 2 9 0 0,-1 0-1 0 0,1 0 0 0 0,-1 0 1 0 0,1 1-1 0 0,0-1 0 0 0,0 0 1 0 0,0 0-1 0 0,1 1 0 0 0,-1 4 1 0 0,0-2 30 0 0,-49 259 797 0 0,34-171-770 0 0,0 52-514 0 0,18-119-2647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0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1608 0 0,'0'0'10616'0'0,"0"1"-10558"0"0,0-1-1 0 0,0 1 0 0 0,0-1 0 0 0,-1 1 0 0 0,1-1 1 0 0,0 0-1 0 0,0 1 0 0 0,0-1 0 0 0,0 1 1 0 0,0-1-1 0 0,0 1 0 0 0,1-1 0 0 0,-1 1 0 0 0,0-1 1 0 0,0 1-1 0 0,0-1 0 0 0,0 0 0 0 0,0 1 0 0 0,1-1 1 0 0,-1 1-1 0 0,0-1 0 0 0,0 0 0 0 0,1 1 0 0 0,-1 0 1 0 0,19 1 97 0 0,0 0 0 0 0,0-2 0 0 0,1 0 0 0 0,-1 0 1 0 0,0-2-1 0 0,29-6 0 0 0,26-2-1279 0 0,-2 3-1776 0 0,-45 4-1408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1648 0 0,'-126'66'11616'0'0,"130"-62"-11280"0"0,-4-4-327 0 0,0 0 0 0 0,0 1-1 0 0,1-1 1 0 0,-1 1 0 0 0,0-1-1 0 0,1 0 1 0 0,-1 0 0 0 0,0 1-1 0 0,1-1 1 0 0,-1 0 0 0 0,0 1-1 0 0,1-1 1 0 0,-1 0 0 0 0,0 0-1 0 0,1 0 1 0 0,-1 0-1 0 0,1 1 1 0 0,-1-1 0 0 0,0 0-1 0 0,1 0 1 0 0,-1 0 0 0 0,1 0-1 0 0,-1 0 1 0 0,1 0 0 0 0,-1 0-1 0 0,1 0 1 0 0,-1 0 0 0 0,0 0-1 0 0,1 0 1 0 0,0 0 0 0 0,164-14-1493 0 0,-53 3-4012 0 0,-64 6 1011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222 183 808 0 0,'1'30'17411'0'0,"-2"-30"-17379"0"0,0 1-1 0 0,1-1 1 0 0,-1 1-1 0 0,0-1 1 0 0,0 0-1 0 0,0 0 1 0 0,0 1-1 0 0,0-1 1 0 0,0 0-1 0 0,1 0 1 0 0,-1 0-1 0 0,0 0 1 0 0,0 0-1 0 0,0 0 1 0 0,0 0-1 0 0,0-1 1 0 0,0 1-1 0 0,0 0 1 0 0,1 0-1 0 0,-1-1 1 0 0,0 1-1 0 0,0 0 1 0 0,0-1-1 0 0,1 1 1 0 0,-1-1-1 0 0,-1 0 1 0 0,-33-17-59 0 0,25 13 77 0 0,-139-65-80 0 0,149 71 30 0 0,0-1-1 0 0,0 0 1 0 0,0 0-1 0 0,0 0 0 0 0,-1 0 1 0 0,1 0-1 0 0,0 0 1 0 0,0 0-1 0 0,0 0 1 0 0,-1-1-1 0 0,1 1 1 0 0,0 0-1 0 0,0 0 1 0 0,0 0-1 0 0,-1 0 1 0 0,1 0-1 0 0,0 0 1 0 0,0 0-1 0 0,0 0 1 0 0,0 0-1 0 0,0 0 1 0 0,-1-1-1 0 0,1 1 1 0 0,0 0-1 0 0,0 0 1 0 0,0 0-1 0 0,0 0 1 0 0,0 0-1 0 0,0-1 1 0 0,0 1-1 0 0,-1 0 1 0 0,1 0-1 0 0,0 0 0 0 0,0 0 1 0 0,0-1-1 0 0,0 1 1 0 0,0 0-1 0 0,0 0 1 0 0,0 0-1 0 0,0-1 1 0 0,0 1-1 0 0,0 0 1 0 0,0 0-1 0 0,0 0 1 0 0,0-1-1 0 0,0 1 1 0 0,0 0-1 0 0,0 0 1 0 0,0 0-1 0 0,0 0 1 0 0,1-1-1 0 0,-1 1 1 0 0,0 0-1 0 0,0 0 1 0 0,0 0-1 0 0,0 0 1 0 0,0-1-1 0 0,0 1 1 0 0,0 0-1 0 0,1 0 1 0 0,-1 0-1 0 0,0 0 0 0 0,0 0 1 0 0,20-5-55 0 0,35 1-32 0 0,-50 4 85 0 0,239-23 443 0 0,-85 6-62 0 0,-154 17-176 0 0,-1-1 0 0 0,1 0 0 0 0,0 0 0 0 0,0 0 0 0 0,-1-1 0 0 0,8-3 0 0 0,-10 5-128 0 0,-1-1 1 0 0,0 0 0 0 0,1 1 0 0 0,-1-1-1 0 0,0 0 1 0 0,0 0 0 0 0,0 0-1 0 0,0 0 1 0 0,1 0 0 0 0,-1 0 0 0 0,0 0-1 0 0,-1 0 1 0 0,1-1 0 0 0,0 1 0 0 0,0 0-1 0 0,0 0 1 0 0,-1-1 0 0 0,1 1-1 0 0,-1-1 1 0 0,1 1 0 0 0,-1 0 0 0 0,1-1-1 0 0,-1-1 1 0 0,0 1 195 0 0,-1-5 305 0 0,1-5 633 0 0,-3 11-825 0 0,-3 7-394 0 0,3 1 74 0 0,-1-1-1 0 0,1 2 1 0 0,1-1 0 0 0,0 0 0 0 0,0 0 0 0 0,0 1 0 0 0,0 8 0 0 0,-2 4 66 0 0,-157 673-833 0 0,68-305-8386 0 0,72-299 3568 0 0,-1-3-2777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3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47 1056 0 0,'52'-46'12660'0'0,"-52"46"-12633"0"0,0 0 0 0 0,1 0-1 0 0,-1 0 1 0 0,0 1 0 0 0,1-1 0 0 0,-1 0 0 0 0,0 0 0 0 0,0 1 0 0 0,1-1-1 0 0,-1 0 1 0 0,0 1 0 0 0,0-1 0 0 0,1 0 0 0 0,-1 1 0 0 0,0-1-1 0 0,0 0 1 0 0,0 1 0 0 0,0-1 0 0 0,1 0 0 0 0,-1 1 0 0 0,0-1 0 0 0,0 0-1 0 0,0 1 1 0 0,0-1 0 0 0,0 1 0 0 0,0-1 0 0 0,0 0 0 0 0,0 1-1 0 0,0-1 1 0 0,0 0 0 0 0,0 1 0 0 0,0-1 0 0 0,0 1 0 0 0,-1-1-1 0 0,1 0 1 0 0,0 1 0 0 0,0-1 0 0 0,-5 17 248 0 0,-31 65 60 0 0,-56 92 0 0 0,30-63-2492 0 0,7 4-4112 0 0,43-86 1418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414 230 2056 0 0,'5'-11'1108'0'0,"3"-7"634"0"0,-1-2 0 0 0,-1 1-1 0 0,8-40 1 0 0,-13 54-1511 0 0,-1 0 0 0 0,0-1 0 0 0,0 1 0 0 0,0 0 0 0 0,-1 0 0 0 0,1 0 0 0 0,-1 0 0 0 0,0 0 0 0 0,-3-6 0 0 0,3 8-114 0 0,0 0-1 0 0,-1 0 1 0 0,1 1-1 0 0,-1-1 1 0 0,0 0-1 0 0,0 1 1 0 0,0 0-1 0 0,0-1 1 0 0,0 1-1 0 0,-1 0 1 0 0,1 0-1 0 0,-1 0 1 0 0,1 0-1 0 0,-1 0 1 0 0,0 1-1 0 0,-3-2 1 0 0,3 2-56 0 0,-1 0 1 0 0,0 0 0 0 0,0 0-1 0 0,0 0 1 0 0,0 1-1 0 0,0 0 1 0 0,0 0-1 0 0,0 0 1 0 0,1 0-1 0 0,-1 0 1 0 0,0 1-1 0 0,0 0 1 0 0,0 0-1 0 0,0 0 1 0 0,0 0-1 0 0,1 0 1 0 0,-1 1-1 0 0,1 0 1 0 0,-1 0-1 0 0,-3 2 1 0 0,-8 6 105 0 0,0 1 1 0 0,-25 23 0 0 0,40-34-164 0 0,-30 27 169 0 0,2 2 0 0 0,2 1-1 0 0,0 0 1 0 0,2 2-1 0 0,2 1 1 0 0,1 1-1 0 0,1 1 1 0 0,-17 44-1 0 0,32-68-139 0 0,2 0-1 0 0,-1 0 1 0 0,1 1-1 0 0,1-1 1 0 0,0 1-1 0 0,1 0 1 0 0,0-1-1 0 0,0 1 1 0 0,1 0-1 0 0,4 20 1 0 0,-3-25-40 0 0,0-1 1 0 0,1 1-1 0 0,1-1 1 0 0,-1 0-1 0 0,1 0 1 0 0,0 1-1 0 0,0-2 1 0 0,0 1-1 0 0,1 0 0 0 0,0-1 1 0 0,0 0-1 0 0,1 0 1 0 0,-1 0-1 0 0,1 0 1 0 0,0-1-1 0 0,1 1 1 0 0,-1-1-1 0 0,1-1 0 0 0,-1 1 1 0 0,9 3-1 0 0,2 0-557 0 0,2-1 0 0 0,-1 0 0 0 0,0-1-1 0 0,1 0 1 0 0,0-2 0 0 0,27 2 0 0 0,-16-3-2826 0 0,47-4 1 0 0,-31-3-1473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4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47 2336 0 0,'-2'-3'2397'0'0,"0"0"-1490"0"0,0 0 1 0 0,0 0-1 0 0,0 0 0 0 0,0-1 0 0 0,1 1 1 0 0,-2-5-1 0 0,2 7-812 0 0,1 1 0 0 0,0-1 1 0 0,0 1-1 0 0,0-1 0 0 0,0 1 0 0 0,0-1 0 0 0,0 1 0 0 0,0-1 0 0 0,0 1 1 0 0,0-1-1 0 0,0 1 0 0 0,0-1 0 0 0,1 1 0 0 0,-1-1 0 0 0,0 1 1 0 0,0-1-1 0 0,0 1 0 0 0,1-1 0 0 0,-1 1 0 0 0,0-1 0 0 0,0 1 1 0 0,1-1-1 0 0,0 0 0 0 0,0 1-21 0 0,0-1 0 0 0,0 1 1 0 0,0-1-1 0 0,0 1 0 0 0,1-1 1 0 0,-1 1-1 0 0,0 0 0 0 0,0 0 1 0 0,0-1-1 0 0,1 1 0 0 0,-1 0 0 0 0,0 0 1 0 0,0 0-1 0 0,1 0 0 0 0,0 1 1 0 0,6 0 89 0 0,-1 0 0 0 0,1 0 0 0 0,-1 1 0 0 0,1 0 0 0 0,-1 0 0 0 0,0 1 1 0 0,0 0-1 0 0,0 0 0 0 0,0 0 0 0 0,-1 1 0 0 0,9 6 0 0 0,-12-7-113 0 0,0-1 0 0 0,0 1-1 0 0,0 0 1 0 0,0 0 0 0 0,-1 0 0 0 0,1 1-1 0 0,-1-1 1 0 0,0 0 0 0 0,0 1-1 0 0,0 0 1 0 0,-1-1 0 0 0,1 1 0 0 0,-1 0-1 0 0,0 0 1 0 0,0 0 0 0 0,0 0-1 0 0,-1 0 1 0 0,1 0 0 0 0,-1 0 0 0 0,0 0-1 0 0,0 0 1 0 0,0 0 0 0 0,-1 0 0 0 0,0 4-1 0 0,-3 5 61 0 0,0 0 0 0 0,-1 0-1 0 0,0 0 1 0 0,-1-1 0 0 0,0 1-1 0 0,-1-2 1 0 0,0 1 0 0 0,-1-1-1 0 0,0 0 1 0 0,-13 13 0 0 0,-12 10 551 0 0,-59 46 1 0 0,-61 42 464 0 0,145-112-1030 0 0,10-6-45 0 0,7-4-38 0 0,56-16-2446 0 0,109-42 0 0 0,-21-11-6274 0 0,-112 47 3053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4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98 104 0 0,'-8'-6'2807'0'0,"1"1"0"0"0,-1 0 0 0 0,0 0 0 0 0,-15-6 0 0 0,-11-6 2188 0 0,33 16-4503 0 0,-7-5 915 0 0,11 4-1343 0 0,0 0 1 0 0,0 0-1 0 0,0 0 1 0 0,0 0-1 0 0,1 1 1 0 0,-1 0-1 0 0,1-1 1 0 0,-1 1-1 0 0,6 0 1 0 0,41-7-238 0 0,-36 6-25 0 0,10-1-690 0 0,79-10-2346 0 0,-28 13-6580 0 0,-53 2 4847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5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45 660 0 0,'-62'35'7188'0'0,"-16"11"2107"0"0,78-45-9267 0 0,0-1 0 0 0,1 1-1 0 0,-1-1 1 0 0,0 1 0 0 0,1-1 0 0 0,-1 1 0 0 0,1-1 0 0 0,-1 0 0 0 0,0 1 0 0 0,1-1-1 0 0,-1 0 1 0 0,1 1 0 0 0,-1-1 0 0 0,1 0 0 0 0,0 0 0 0 0,-1 1 0 0 0,1-1-1 0 0,-1 0 1 0 0,1 0 0 0 0,-1 0 0 0 0,1 0 0 0 0,-1 0 0 0 0,1 0 0 0 0,0 0-1 0 0,-1 0 1 0 0,1 0 0 0 0,-1 0 0 0 0,1 0 0 0 0,-1 0 0 0 0,1 0 0 0 0,0-1-1 0 0,0 1 1 0 0,19-4 126 0 0,-20 4-146 0 0,219-59-3504 0 0,-78 10-3789 0 0,-92 29 2246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42 175 2952 0 0,'-39'-56'14451'0'0,"38"56"-14358"0"0,1-1 0 0 0,0 0 0 0 0,0 0 0 0 0,-1 0 0 0 0,1 0 0 0 0,0 1 1 0 0,0-1-1 0 0,0 0 0 0 0,0 0 0 0 0,0 0 0 0 0,0 0 0 0 0,0 0 0 0 0,0 1 0 0 0,0-1 0 0 0,1 0 0 0 0,-1 0 0 0 0,0 0 0 0 0,0 0 1 0 0,1 1-1 0 0,-1-1 0 0 0,1 0 0 0 0,-1 0 0 0 0,1 1 0 0 0,-1-1 0 0 0,1 0 0 0 0,-1 1 0 0 0,1-1 0 0 0,-1 1 0 0 0,1-1 0 0 0,1 0 1 0 0,14-8 210 0 0,1 1 1 0 0,0 1 0 0 0,0 0-1 0 0,28-6 1 0 0,80-12-416 0 0,-54 12-1085 0 0,-19 5-1723 0 0,-20 4-2769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0 1412 0 0,'-22'11'2451'0'0,"-20"10"2388"0"0,-51 33-1 0 0,82-46-4248 0 0,-1 1-1 0 0,1-1 1 0 0,1 2-1 0 0,0 0 0 0 0,0 0 1 0 0,1 0-1 0 0,1 1 1 0 0,-15 23-1 0 0,22-32-507 0 0,0 0-1 0 0,0 0 1 0 0,0 0-1 0 0,0 0 1 0 0,0 0 0 0 0,0 1-1 0 0,1-1 1 0 0,-1 0-1 0 0,1 0 1 0 0,-1 1 0 0 0,1-1-1 0 0,0 0 1 0 0,0 1-1 0 0,0-1 1 0 0,0 0 0 0 0,0 0-1 0 0,1 1 1 0 0,-1-1-1 0 0,1 0 1 0 0,-1 0 0 0 0,1 1-1 0 0,0-1 1 0 0,0 0 0 0 0,2 3-1 0 0,-1-2 7 0 0,1 0 0 0 0,-1-1 0 0 0,1 1 1 0 0,0-1-1 0 0,0 1 0 0 0,0-1 0 0 0,1 0 0 0 0,-1 0 0 0 0,0-1 0 0 0,1 1 0 0 0,-1-1 0 0 0,1 1 1 0 0,-1-1-1 0 0,7 1 0 0 0,26 5 287 0 0,40 2-1 0 0,33 6 29 0 0,-97-12-283 0 0,1 1 0 0 0,-1 0 0 0 0,0 0 0 0 0,0 1 0 0 0,-1 1 1 0 0,19 12-1 0 0,-22-13 74 0 0,0 1 1 0 0,-1 1 0 0 0,1-1 0 0 0,-1 1 0 0 0,-1 1 0 0 0,1-1 0 0 0,-1 1-1 0 0,-1 0 1 0 0,1 1 0 0 0,-2-1 0 0 0,1 1 0 0 0,-1 0 0 0 0,0 0 0 0 0,2 10-1 0 0,-4-13-90 0 0,-1-1-1 0 0,0 1 0 0 0,-1-1 0 0 0,1 1 0 0 0,-1-1 0 0 0,0 1 0 0 0,0 0 1 0 0,-1-1-1 0 0,0 1 0 0 0,0-1 0 0 0,0 1 0 0 0,-1-1 0 0 0,1 0 0 0 0,-1 1 1 0 0,0-1-1 0 0,-1 0 0 0 0,0 0 0 0 0,1 0 0 0 0,-1-1 0 0 0,-1 1 0 0 0,1-1 1 0 0,-1 1-1 0 0,0-1 0 0 0,0 0 0 0 0,-8 6 0 0 0,3-4-46 0 0,1 1 0 0 0,-1-2 1 0 0,-1 1-1 0 0,1-1 0 0 0,-1-1 0 0 0,0 0 1 0 0,0 0-1 0 0,0-1 0 0 0,0 0 0 0 0,-17 2 0 0 0,20-4-54 0 0,0-1-1 0 0,0 0 0 0 0,-1 0 0 0 0,1-1 1 0 0,0 1-1 0 0,0-1 0 0 0,0-1 0 0 0,0 0 1 0 0,0 0-1 0 0,0 0 0 0 0,1 0 0 0 0,-1-1 1 0 0,1-1-1 0 0,-1 1 0 0 0,1-1 0 0 0,-8-6 0 0 0,4 3-449 0 0,-10-9-2376 0 0,8-1-3668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0 920 0 0,'2'3'600'0'0,"1"-1"1"0"0,-1 0-1 0 0,0 1 0 0 0,0-1 0 0 0,0 1 1 0 0,-1 0-1 0 0,1 0 0 0 0,-1-1 1 0 0,1 1-1 0 0,-1 0 0 0 0,0 0 0 0 0,0 0 1 0 0,0 1-1 0 0,0-1 0 0 0,-1 0 0 0 0,0 0 1 0 0,1 0-1 0 0,-1 5 0 0 0,-1-4-140 0 0,1 1-1 0 0,-1-1 1 0 0,0 1-1 0 0,-1 0 0 0 0,1-1 1 0 0,-1 0-1 0 0,-4 8 1 0 0,-5 9 398 0 0,-2-1 1 0 0,-1-1-1 0 0,-28 32 0 0 0,-57 48 93 0 0,85-86-797 0 0,-119 109-650 0 0,63-59-2631 0 0,2 1-5194 0 0,46-44 2130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77 2004 0 0,'6'-15'5824'0'0,"-6"12"-5366"0"0,0 0-1 0 0,-1 0 1 0 0,1 1 0 0 0,0-1-1 0 0,-1 0 1 0 0,1 0 0 0 0,-1 1-1 0 0,0-1 1 0 0,0 0 0 0 0,0 1-1 0 0,0-1 1 0 0,-1 1 0 0 0,1-1-1 0 0,0 1 1 0 0,-3-3 0 0 0,2 3-280 0 0,0 0 1 0 0,0 1 0 0 0,0-1-1 0 0,0 1 1 0 0,0-1 0 0 0,0 1-1 0 0,-1 0 1 0 0,1 0 0 0 0,0 0 0 0 0,0 0-1 0 0,-4 0 1 0 0,3 1-102 0 0,0 1 0 0 0,0-1 0 0 0,0 1 0 0 0,0 0 0 0 0,0 0 0 0 0,1 0 0 0 0,-1 1 0 0 0,0-1 0 0 0,1 1 0 0 0,-1-1 0 0 0,1 1 0 0 0,-1 0 1 0 0,-2 3-1 0 0,4-4-31 0 0,-15 13 189 0 0,1 1 0 0 0,0 1 0 0 0,1 0 0 0 0,1 1 0 0 0,-16 26 0 0 0,8-7 168 0 0,-30 71 1 0 0,42-83-229 0 0,1-1-1 0 0,-9 42 0 0 0,15-56-142 0 0,1 0 1 0 0,0 0-1 0 0,0 0 0 0 0,1 1 0 0 0,0-1 0 0 0,0 0 1 0 0,1 0-1 0 0,1 0 0 0 0,-1 0 0 0 0,6 16 1 0 0,-4-21-49 0 0,-1 1 1 0 0,0 0-1 0 0,1-1 0 0 0,0 0 1 0 0,0 0-1 0 0,0 0 1 0 0,0 0-1 0 0,1 0 1 0 0,-1-1-1 0 0,1 1 0 0 0,0-1 1 0 0,9 5-1 0 0,-5-3-185 0 0,0-1 1 0 0,1-1-1 0 0,0 1 0 0 0,0-1 0 0 0,0-1 0 0 0,14 3 0 0 0,8-2-992 0 0,0-1 0 0 0,0-1 0 0 0,36-4 0 0 0,75-13-6231 0 0,-97 9 2118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47 672 0 0,'-2'-1'2517'0'0,"-75"-35"12848"0"0,77 35-15332 0 0,0 1 1 0 0,0 0 0 0 0,0 0 0 0 0,0 0-1 0 0,0 0 1 0 0,0 0 0 0 0,0 0-1 0 0,0 0 1 0 0,0 0 0 0 0,1 0-1 0 0,-1-1 1 0 0,0 1 0 0 0,0 0-1 0 0,0 0 1 0 0,0 0 0 0 0,0 0-1 0 0,0 0 1 0 0,-1 0 0 0 0,1 0-1 0 0,0 0 1 0 0,0-1 0 0 0,0 1-1 0 0,0 0 1 0 0,0 0 0 0 0,0-1 303 0 0,0 1-304 0 0,0 0 1 0 0,-1 0 0 0 0,1 0-1 0 0,0 0 1 0 0,0 0 0 0 0,0 0-1 0 0,0 0 1 0 0,17-5 827 0 0,-6 5-741 0 0,1 0 0 0 0,-1 1 1 0 0,1 0-1 0 0,-1 0 1 0 0,0 2-1 0 0,1-1 0 0 0,-1 1 1 0 0,0 1-1 0 0,-1 0 1 0 0,1 1-1 0 0,-1 0 0 0 0,18 11 1 0 0,-24-13-105 0 0,0-1-1 0 0,0 1 1 0 0,0 0 0 0 0,-1 1-1 0 0,1-1 1 0 0,-1 1 0 0 0,0-1-1 0 0,0 1 1 0 0,0 0 0 0 0,0 0-1 0 0,-1 0 1 0 0,0 0 0 0 0,0 1 0 0 0,0-1-1 0 0,0 1 1 0 0,0-1 0 0 0,-1 1-1 0 0,0 0 1 0 0,0-1 0 0 0,0 1-1 0 0,-1 0 1 0 0,0 0 0 0 0,0 0-1 0 0,0 0 1 0 0,0-1 0 0 0,-1 1 0 0 0,1 0-1 0 0,-1 0 1 0 0,-1-1 0 0 0,1 1-1 0 0,-1 0 1 0 0,1-1 0 0 0,-4 6-1 0 0,-3 4 41 0 0,0 1 0 0 0,-2-1 0 0 0,1 0 0 0 0,-2-1 0 0 0,1-1-1 0 0,-2 1 1 0 0,-14 11 0 0 0,-4 0 172 0 0,-61 40 0 0 0,91-64-228 0 0,0 0 0 0 0,0 0 0 0 0,0 0 1 0 0,-1 0-1 0 0,1 0 0 0 0,0 0 0 0 0,0 0 1 0 0,-1 0-1 0 0,1 0 0 0 0,0 0 1 0 0,0 1-1 0 0,0-1 0 0 0,0 0 0 0 0,-1 0 1 0 0,1 0-1 0 0,0 0 0 0 0,0 0 1 0 0,0 1-1 0 0,0-1 0 0 0,-1 0 0 0 0,1 0 1 0 0,0 0-1 0 0,0 1 0 0 0,0-1 0 0 0,0 0 1 0 0,0 0-1 0 0,0 1 0 0 0,0-1 1 0 0,0 0-1 0 0,0 0 0 0 0,0 0 0 0 0,0 1 1 0 0,0-1-1 0 0,0 0 0 0 0,0 0 1 0 0,0 1-1 0 0,0-1 0 0 0,0 0 0 0 0,9 3-4 0 0,4-2 2 0 0,13-1 116 0 0,-1 1 0 0 0,0 2-1 0 0,0 0 1 0 0,44 12 0 0 0,-60-12-32 0 0,0-1-1 0 0,-1 1 1 0 0,0 1 0 0 0,0 0 0 0 0,0 0-1 0 0,0 0 1 0 0,-1 1 0 0 0,1 0 0 0 0,-1 1 0 0 0,0-1-1 0 0,-1 2 1 0 0,0-1 0 0 0,0 1 0 0 0,0-1-1 0 0,0 1 1 0 0,6 13 0 0 0,-10-16 11 0 0,0 0 0 0 0,-1 0 0 0 0,1 0 0 0 0,-1 0 0 0 0,0 0 0 0 0,0 0 0 0 0,-1 0 0 0 0,1 1 0 0 0,-1-1 1 0 0,0 0-1 0 0,0 0 0 0 0,0 0 0 0 0,-1 1 0 0 0,1-1 0 0 0,-2 5 0 0 0,-1-3 13 0 0,1 1 0 0 0,-1-1-1 0 0,0 0 1 0 0,0 0 0 0 0,0 0 0 0 0,-1-1 0 0 0,0 1 0 0 0,-8 9 0 0 0,2-6-13 0 0,0 1 1 0 0,-1-1-1 0 0,0-1 0 0 0,0 0 1 0 0,-1-1-1 0 0,0 0 1 0 0,0 0-1 0 0,-24 8 0 0 0,25-12-52 0 0,-1 0 0 0 0,0 0 0 0 0,0-1 1 0 0,1-1-1 0 0,-1 0 0 0 0,-24-1 0 0 0,32 0-173 0 0,-1 0 0 0 0,1-1 0 0 0,-1 1-1 0 0,1-1 1 0 0,0 0 0 0 0,-1-1 0 0 0,1 1 0 0 0,0-1 0 0 0,0 0 0 0 0,0 0 0 0 0,0 0 0 0 0,0 0 0 0 0,0-1 0 0 0,0 1 0 0 0,1-1 0 0 0,-1 0 0 0 0,1 0 0 0 0,0 0 0 0 0,0-1 0 0 0,0 1 0 0 0,-2-5 0 0 0,4 5-114 0 0,0 0-1 0 0,0 0 1 0 0,0 0 0 0 0,0 0 0 0 0,1 0 0 0 0,-1-1-1 0 0,1 1 1 0 0,0 0 0 0 0,0 0 0 0 0,0 0-1 0 0,0-1 1 0 0,1 1 0 0 0,-1 0 0 0 0,1 0 0 0 0,0 0-1 0 0,0 0 1 0 0,0 0 0 0 0,0 0 0 0 0,0 0 0 0 0,1 0-1 0 0,-1 0 1 0 0,3-3 0 0 0,6-7-876 0 0,-1 0 0 0 0,1 0 0 0 0,14-12 0 0 0,-14 15 218 0 0,45-43-5774 0 0,-27 26 323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7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3284 0 0,'4'-8'3487'0'0,"-1"-1"-1"0"0,2 0 1 0 0,7-12 0 0 0,-10 19-3216 0 0,0-1 0 0 0,0 1 1 0 0,0-1-1 0 0,0 1 0 0 0,1 0 1 0 0,-1 0-1 0 0,1 0 0 0 0,-1 0 1 0 0,1 1-1 0 0,0-1 0 0 0,0 1 1 0 0,0 0-1 0 0,6-2 0 0 0,120-28-65 0 0,-108 28-1505 0 0,-1 0 1 0 0,1 2 0 0 0,0 0 0 0 0,25 3-1 0 0,-16 8-5213 0 0,-26-8 5066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7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2176 0 0,'-117'92'11718'0'0,"99"-69"-9946"0"0,14-10-906 0 0,4-12-842 0 0,0-1-1 0 0,0 1 1 0 0,0-1-1 0 0,1 0 0 0 0,-1 1 1 0 0,0-1-1 0 0,0 0 1 0 0,1 1-1 0 0,-1-1 0 0 0,0 0 1 0 0,0 1-1 0 0,1-1 0 0 0,-1 0 1 0 0,0 1-1 0 0,1-1 1 0 0,-1 0-1 0 0,1 0 0 0 0,-1 1 1 0 0,0-1-1 0 0,1 0 1 0 0,-1 0-1 0 0,1 0 0 0 0,-1 0 1 0 0,1 0-1 0 0,-1 0 1 0 0,0 0-1 0 0,1 1 0 0 0,-1-1 1 0 0,1 0-1 0 0,0-1 1 0 0,28 2-295 0 0,0-2 0 0 0,46-7 0 0 0,-27 2-661 0 0,145-26-6990 0 0,-135 19 2735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86 2116 0 0,'-1'-6'1065'0'0,"-1"1"0"0"0,0-1-1 0 0,0 1 1 0 0,0 0 0 0 0,-1 0-1 0 0,0-1 1 0 0,0 2 0 0 0,0-1-1 0 0,-4-5 1 0 0,6 10-927 0 0,0-1 0 0 0,0 0 0 0 0,0 1 0 0 0,0-1 0 0 0,0 1 0 0 0,0-1 0 0 0,0 1 0 0 0,0 0 0 0 0,0-1 0 0 0,0 1 0 0 0,0 0 0 0 0,0 0 0 0 0,0 0 0 0 0,0-1 0 0 0,0 1 0 0 0,0 0 0 0 0,0 0 0 0 0,0 1 0 0 0,0-1 0 0 0,0 0 0 0 0,0 0 0 0 0,0 0 0 0 0,-2 1 0 0 0,-22 11 1463 0 0,8 0-956 0 0,0 2-1 0 0,1 0 1 0 0,1 1-1 0 0,0 0 1 0 0,1 1-1 0 0,0 1 1 0 0,-17 28-1 0 0,16-19-206 0 0,0 2 0 0 0,2-1-1 0 0,0 2 1 0 0,-13 48 0 0 0,23-66-378 0 0,1-1 1 0 0,0 1-1 0 0,1 0 1 0 0,0 0-1 0 0,0 0 1 0 0,2 0-1 0 0,-1 0 1 0 0,1 0-1 0 0,1 0 1 0 0,0 0-1 0 0,6 20 1 0 0,-6-25-47 0 0,1 0 0 0 0,0 0 0 0 0,0 0 0 0 0,0 0 0 0 0,1 0 0 0 0,-1-1 0 0 0,1 1 0 0 0,1-1 0 0 0,-1 0 0 0 0,1 0 0 0 0,0-1 0 0 0,0 0 0 0 0,0 1 0 0 0,1-2 0 0 0,-1 1 0 0 0,1-1 0 0 0,0 0 0 0 0,0 0 0 0 0,0 0 0 0 0,11 3 0 0 0,-5-4-4 0 0,-1 1 0 0 0,0-2 0 0 0,1 1 0 0 0,-1-2 0 0 0,1 1-1 0 0,-1-2 1 0 0,1 1 0 0 0,-1-2 0 0 0,1 1 0 0 0,-1-2 0 0 0,14-3 0 0 0,-10 0-2 0 0,-1 1 0 0 0,-1-2 0 0 0,1 0 0 0 0,-1 0 0 0 0,0-1 0 0 0,-1-1 0 0 0,0 0 0 0 0,12-11-1 0 0,-11 7-17 0 0,0-1 0 0 0,-1 0-1 0 0,0 0 1 0 0,-2-1 0 0 0,1 0-1 0 0,-2-1 1 0 0,0 0 0 0 0,-1-1-1 0 0,0 0 1 0 0,-2 0 0 0 0,0-1-1 0 0,-1 1 1 0 0,0-1 0 0 0,2-31-1 0 0,-6 41 0 0 0,-1-1-1 0 0,0 0 0 0 0,-1 1 0 0 0,0-1 1 0 0,0 1-1 0 0,-1 0 0 0 0,0-1 0 0 0,0 1 1 0 0,-1 0-1 0 0,0 0 0 0 0,0 0 0 0 0,-1 0 1 0 0,-7-10-1 0 0,4 9 30 0 0,0 0 1 0 0,0 0-1 0 0,-1 1 0 0 0,-1 0 1 0 0,1 1-1 0 0,-1 0 0 0 0,0 0 1 0 0,-1 1-1 0 0,-12-6 1 0 0,-2 0-490 0 0,-2 2 1 0 0,1 1 0 0 0,-1 1 0 0 0,0 1 0 0 0,0 2 0 0 0,-1 0 0 0 0,-50-1 0 0 0,69 6-54 0 0,0 0 0 0 0,0 0 0 0 0,0 1-1 0 0,0 1 1 0 0,-11 2 0 0 0,-18 12-8266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8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15 2636 0 0,'7'-14'10041'0'0,"-6"14"-9975"0"0,1 11 1249 0 0,-2 19-566 0 0,-13 31 286 0 0,-28 83 0 0 0,6-27-2221 0 0,27-83-2540 0 0,-7 51 0 0 0,13-61-2109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426 110 1912 0 0,'4'-7'1054'0'0,"-1"0"1"0"0,0 0-1 0 0,0 0 0 0 0,-1-1 0 0 0,0 1 0 0 0,0-1 0 0 0,0 0 1 0 0,0-13-1 0 0,-2 20-953 0 0,0-1 0 0 0,-1 1 0 0 0,1 0 0 0 0,0 0 0 0 0,0 0 0 0 0,-1 0 0 0 0,1 0 0 0 0,-1 0 0 0 0,1 0 0 0 0,-1 0 0 0 0,0 0 0 0 0,1 0 0 0 0,-1 0 0 0 0,0 0 0 0 0,0 0 0 0 0,1 1 0 0 0,-1-1 0 0 0,0 0 1 0 0,0 0-1 0 0,0 1 0 0 0,0-1 0 0 0,0 1 0 0 0,0-1 0 0 0,0 1 0 0 0,0-1 0 0 0,-2 0 0 0 0,-25-4 1292 0 0,21 5-1177 0 0,0 1 0 0 0,0 0 0 0 0,0 0-1 0 0,1 1 1 0 0,-1 0 0 0 0,0 0 0 0 0,-8 5 0 0 0,-43 24 682 0 0,46-24-733 0 0,-18 11 132 0 0,2 0 0 0 0,0 3-1 0 0,-46 42 1 0 0,63-52-259 0 0,0 1-1 0 0,0 1 1 0 0,1-1 0 0 0,0 2-1 0 0,2-1 1 0 0,-1 1-1 0 0,2 0 1 0 0,0 1 0 0 0,0 0-1 0 0,-5 19 1 0 0,11-28-73 0 0,-1 1-1 0 0,2-1 1 0 0,-1 0 0 0 0,0 0-1 0 0,1 1 1 0 0,1-1 0 0 0,-1 0 0 0 0,1 1-1 0 0,0-1 1 0 0,0 0 0 0 0,0 0 0 0 0,1 0-1 0 0,0 0 1 0 0,1 0 0 0 0,-1 0-1 0 0,1 0 1 0 0,0-1 0 0 0,0 1 0 0 0,1-1-1 0 0,0 0 1 0 0,0 0 0 0 0,0-1-1 0 0,0 1 1 0 0,1-1 0 0 0,-1 1 0 0 0,12 6-1 0 0,-4-3-655 0 0,1 0 0 0 0,-1-1 0 0 0,2 0 0 0 0,18 7 0 0 0,-11-7-1807 0 0,1 0 0 0 0,23 3 1 0 0,-13-4-3110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35 2700 0 0,'-1'-2'2066'0'0,"-7"-30"9040"0"0,3 35-10860 0 0,1 0 0 0 0,0 0 0 0 0,1 1 0 0 0,-1 0 0 0 0,1 0 1 0 0,0 0-1 0 0,-1 0 0 0 0,2 0 0 0 0,-1 0 0 0 0,0 1 0 0 0,1-1 0 0 0,0 1 0 0 0,0 0 0 0 0,-1 6 0 0 0,-2 4-85 0 0,1-1-1 0 0,1 1 0 0 0,0 0 0 0 0,0 14 1 0 0,2-22-144 0 0,1-1 1 0 0,0 1-1 0 0,1-1 1 0 0,-1 0-1 0 0,1 1 1 0 0,1-1 0 0 0,-1 0-1 0 0,1 0 1 0 0,0 0-1 0 0,0 0 1 0 0,1 0 0 0 0,0 0-1 0 0,0-1 1 0 0,0 1-1 0 0,1-1 1 0 0,-1 0 0 0 0,1 0-1 0 0,1 0 1 0 0,-1 0-1 0 0,1-1 1 0 0,-1 0-1 0 0,9 6 1 0 0,-7-6-14 0 0,1-1-1 0 0,0 1 1 0 0,0-1-1 0 0,0-1 1 0 0,0 1-1 0 0,0-1 1 0 0,0 0-1 0 0,1-1 1 0 0,-1 1-1 0 0,0-2 1 0 0,1 1-1 0 0,-1-1 1 0 0,1 0-1 0 0,-1 0 1 0 0,1-1-1 0 0,-1 0 1 0 0,1-1-1 0 0,12-4 1 0 0,-5 1-26 0 0,0-1 1 0 0,-1-1-1 0 0,0-1 0 0 0,-1 0 1 0 0,0 0-1 0 0,0-2 0 0 0,20-18 1 0 0,2-7 167 0 0,33-44 0 0 0,-32 36 567 0 0,-35 41-715 0 0,13-11 704 0 0,-9 13-106 0 0,-6 13-20 0 0,-58 219 1305 0 0,-18 87-3259 0 0,69-263-1251 0 0,8-51 1805 0 0,0 0 0 0 0,0-1 0 0 0,0 1 0 0 0,1 0 0 0 0,-1 0 0 0 0,1-1 0 0 0,0 1-1 0 0,1-1 1 0 0,1 7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9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1956 0 0,'3'-10'1676'0'0,"3"-9"2822"0"0,1 1 0 0 0,16-34 0 0 0,-20 49-4343 0 0,-1 0 1 0 0,0 0-1 0 0,1 1 0 0 0,0-1 1 0 0,0 0-1 0 0,0 1 1 0 0,0 0-1 0 0,0-1 1 0 0,0 1-1 0 0,1 1 1 0 0,-1-1-1 0 0,1 0 1 0 0,-1 1-1 0 0,8-2 1 0 0,4-1-38 0 0,0 1-1 0 0,21-1 1 0 0,-12 2-41 0 0,4-2-1340 0 0,35 2 0 0 0,-4 6-8150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1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0 896 0 0,'-35'20'5103'0'0,"24"-15"-3851"0"0,0 1 1 0 0,0 0-1 0 0,1 1 1 0 0,-1 0-1 0 0,1 0 1 0 0,1 1-1 0 0,-13 14 1 0 0,21-22-1213 0 0,1 1 1 0 0,-1-1 0 0 0,1 1-1 0 0,0-1 1 0 0,-1 1-1 0 0,1-1 1 0 0,0 1-1 0 0,0-1 1 0 0,-1 1 0 0 0,1-1-1 0 0,0 1 1 0 0,0 0-1 0 0,0-1 1 0 0,0 1 0 0 0,0-1-1 0 0,0 1 1 0 0,0-1-1 0 0,0 1 1 0 0,0 0-1 0 0,0-1 1 0 0,0 1 0 0 0,0-1-1 0 0,0 1 1 0 0,0-1-1 0 0,0 1 1 0 0,1 0 0 0 0,-1-1-1 0 0,0 1 1 0 0,1 0-6 0 0,0 1 0 0 0,0-2-1 0 0,0 1 1 0 0,0 0 0 0 0,1 0 0 0 0,-1 0 0 0 0,0 0 0 0 0,0-1 0 0 0,0 1 0 0 0,1 0 0 0 0,1 0 0 0 0,35 7 219 0 0,39-1-1024 0 0,80-3 0 0 0,-85-7-3666 0 0,91-14 0 0 0,-96 5-617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0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441 166 108 0 0,'0'-3'3000'0'0,"-1"-3"-1308"0"0,1 0 0 0 0,-1 0 0 0 0,0 0 1 0 0,-1 0-1 0 0,1 1 0 0 0,-5-10 0 0 0,4 13-1392 0 0,0 1-1 0 0,0 0 0 0 0,-1 0 0 0 0,1-1 0 0 0,0 1 1 0 0,-1 1-1 0 0,1-1 0 0 0,-1 0 0 0 0,1 1 0 0 0,-1-1 1 0 0,-2 0-1 0 0,3 1-227 0 0,1 0 0 0 0,0-1 0 0 0,-1 1 0 0 0,1 0 0 0 0,-1 0 1 0 0,1 0-1 0 0,0 0 0 0 0,-1 0 0 0 0,1 0 0 0 0,-1 1 0 0 0,1-1 1 0 0,0 0-1 0 0,-1 1 0 0 0,1-1 0 0 0,-3 2 0 0 0,-1 0 130 0 0,-11 2 169 0 0,1 1-1 0 0,0 1 1 0 0,1 0 0 0 0,-1 1 0 0 0,1 1 0 0 0,0 0 0 0 0,1 1-1 0 0,-18 15 1 0 0,-3 6 411 0 0,-49 56-1 0 0,69-69-605 0 0,1 0 0 0 0,0 0-1 0 0,-18 36 1 0 0,25-42-133 0 0,1 0 1 0 0,1 0-1 0 0,0 0 1 0 0,1 0-1 0 0,0 1 0 0 0,0 0 1 0 0,1-1-1 0 0,-1 19 1 0 0,3-25-25 0 0,1 0-1 0 0,-1 0 1 0 0,0 0 0 0 0,1 0 0 0 0,0 0 0 0 0,0 0 0 0 0,1 0-1 0 0,-1 0 1 0 0,1-1 0 0 0,0 1 0 0 0,1 0 0 0 0,-1-1 0 0 0,1 0-1 0 0,-1 0 1 0 0,7 7 0 0 0,-5-7-4 0 0,1 1-1 0 0,0-1 1 0 0,0-1 0 0 0,1 1-1 0 0,-1-1 1 0 0,1 0 0 0 0,-1 0-1 0 0,1 0 1 0 0,0-1 0 0 0,13 4-1 0 0,-3-3 15 0 0,1-1 0 0 0,-1 0-1 0 0,1-1 1 0 0,0 0 0 0 0,-1-2-1 0 0,1 0 1 0 0,0-1 0 0 0,23-6-1 0 0,-15 1-8 0 0,-1-1 0 0 0,0-1 0 0 0,-1-1 0 0 0,0-1-1 0 0,-1-1 1 0 0,0-1 0 0 0,-1-1 0 0 0,27-23-1 0 0,-17 10-10 0 0,-1-2-1 0 0,-1-1 0 0 0,-2-1 0 0 0,33-47 0 0 0,-49 62 8 0 0,-1 1 0 0 0,-1-2 0 0 0,0 0 0 0 0,-1 0 0 0 0,-1 0-1 0 0,-1-1 1 0 0,7-26 0 0 0,-12 39-18 0 0,0 0 0 0 0,-1 0 0 0 0,1-1 0 0 0,-1 1-1 0 0,0 0 1 0 0,0-1 0 0 0,0 1 0 0 0,-1 0 0 0 0,0 0 0 0 0,0-1 0 0 0,0 1-1 0 0,-1 0 1 0 0,0 0 0 0 0,0 0 0 0 0,0 0 0 0 0,0 1 0 0 0,-1-1 0 0 0,0 0-1 0 0,0 1 1 0 0,0 0 0 0 0,0 0 0 0 0,-1 0 0 0 0,0 0 0 0 0,1 0 0 0 0,-1 1-1 0 0,-1-1 1 0 0,1 1 0 0 0,0 1 0 0 0,-1-1 0 0 0,-8-3 0 0 0,2 1-106 0 0,0 1 0 0 0,-1 1 0 0 0,1 0 0 0 0,-1 0 0 0 0,0 1 0 0 0,1 1 0 0 0,-1 0 0 0 0,0 1 0 0 0,0 0 0 0 0,0 0 0 0 0,0 2 0 0 0,0-1 0 0 0,1 2 0 0 0,-16 4 0 0 0,13-3-588 0 0,-1 1 1 0 0,1 0-1 0 0,0 1 1 0 0,1 1-1 0 0,-1 0 1 0 0,1 1-1 0 0,1 1 1 0 0,0 0-1 0 0,0 0 0 0 0,-20 22 1 0 0,-2 11-6887 0 0,19-19-55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0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6221 0 0,'6'-7'16265'0'0,"8"9"-16069"0"0,-7 5-852 0 0,-3 4-1844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91 1880 0 0,'6'-21'4219'0'0,"9"-41"0"0"0,-13 54-3047 0 0,-14 32-155 0 0,-284 521 1897 0 0,197-377-3462 0 0,66-93-6763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84 784 0 0,'2'-6'1152'0'0,"0"-1"0"0"0,0 0 0 0 0,1 1-1 0 0,0 0 1 0 0,0-1 0 0 0,0 1 0 0 0,8-9 0 0 0,-10 13-983 0 0,1 0 0 0 0,-1 0 0 0 0,1 1 1 0 0,0-1-1 0 0,-1 0 0 0 0,1 1 0 0 0,0 0 1 0 0,0-1-1 0 0,0 1 0 0 0,0 0 0 0 0,0 0 1 0 0,0 0-1 0 0,1 0 0 0 0,-1 0 0 0 0,0 1 1 0 0,0-1-1 0 0,1 1 0 0 0,-1-1 0 0 0,0 1 0 0 0,1 0 1 0 0,-1 0-1 0 0,0 0 0 0 0,1 0 0 0 0,-1 0 1 0 0,0 1-1 0 0,1-1 0 0 0,3 2 0 0 0,4 2 144 0 0,1 0 0 0 0,-1 1 0 0 0,0 0 0 0 0,0 0-1 0 0,0 1 1 0 0,-1 1 0 0 0,0 0 0 0 0,0 0 0 0 0,12 13-1 0 0,-10-7-74 0 0,-1 0-1 0 0,0 0 0 0 0,-1 1 0 0 0,-1 0 0 0 0,0 0 1 0 0,5 16-1 0 0,1 7-44 0 0,-3 1 1 0 0,-1 0-1 0 0,-1 0 0 0 0,5 75 1 0 0,-12-93-261 0 0,7 56-158 0 0,-8-68-444 0 0,1 1 1 0 0,0-1-1 0 0,1 0 1 0 0,0 1-1 0 0,0-1 0 0 0,6 10 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100 102 1512 0 0,'-97'-21'11148'0'0,"94"20"-10370"0"0,5 0-716 0 0,-1-1 1 0 0,1 1-1 0 0,0 0 0 0 0,-1-1 1 0 0,1 1-1 0 0,0 0 1 0 0,0 0-1 0 0,0 0 0 0 0,0 0 1 0 0,0 0-1 0 0,0 1 1 0 0,0-1-1 0 0,3 0 0 0 0,-3 1-46 0 0,48-13-774 0 0,2 2 0 0 0,52-3 0 0 0,-22 3-2333 0 0,-33 4 204 0 0,1-2-784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30 1488 0 0,'-8'-6'8632'0'0,"8"6"-8534"0"0,-1 0 1 0 0,1 0 0 0 0,-1 1-1 0 0,1-1 1 0 0,-1 0 0 0 0,0 0 0 0 0,1 1-1 0 0,-1-1 1 0 0,1 0 0 0 0,-1 1-1 0 0,1-1 1 0 0,0 0 0 0 0,-1 1-1 0 0,1-1 1 0 0,-1 1 0 0 0,1-1 0 0 0,0 1-1 0 0,-1-1 1 0 0,1 1 0 0 0,0-1-1 0 0,-1 1 1 0 0,1-1 0 0 0,0 1-1 0 0,0-1 1 0 0,0 1 0 0 0,0 0 0 0 0,-1 0-1 0 0,4 23 1626 0 0,20 30-8 0 0,-17-40-1245 0 0,0-1-347 0 0,-1 0 0 0 0,0 1 1 0 0,-1-1-1 0 0,-1 1 0 0 0,0 0 1 0 0,-1 0-1 0 0,-1 0 1 0 0,0 0-1 0 0,-1 17 0 0 0,0-24-102 0 0,-1 0 0 0 0,0 0 0 0 0,-1 0 0 0 0,0-1 0 0 0,0 1 0 0 0,0-1 0 0 0,-1 1 0 0 0,1-1 0 0 0,-2 0 0 0 0,1 0 0 0 0,-1 0 0 0 0,0 0 0 0 0,0-1 0 0 0,0 1 0 0 0,-1-1 0 0 0,0 0 0 0 0,0-1 0 0 0,0 1 0 0 0,-1-1 0 0 0,-8 6 0 0 0,12-9-17 0 0,1 0 1 0 0,-1 0-1 0 0,1 0 1 0 0,-1 0-1 0 0,0 0 0 0 0,1 0 1 0 0,-1-1-1 0 0,0 1 1 0 0,0-1-1 0 0,1 1 0 0 0,-1-1 1 0 0,0 0-1 0 0,0 1 1 0 0,0-1-1 0 0,1 0 0 0 0,-1 0 1 0 0,0-1-1 0 0,0 1 1 0 0,0 0-1 0 0,0 0 0 0 0,-2-2 1 0 0,4 2-5 0 0,0-1 0 0 0,0 0-1 0 0,0 0 1 0 0,0 0 0 0 0,0 1 0 0 0,0-1 0 0 0,0 0 0 0 0,0 0 0 0 0,0 0 0 0 0,0 1 0 0 0,1-1 0 0 0,-1 0 0 0 0,0 0-1 0 0,0 0 1 0 0,1 1 0 0 0,-1-1 0 0 0,1 0 0 0 0,0 0 1 0 0,2-7-5 0 0,1-1-1 0 0,1 1 1 0 0,0 0 0 0 0,0 1 0 0 0,0-1 0 0 0,1 1-1 0 0,9-8 1 0 0,51-43 5 0 0,-58 51 2 0 0,278-208-43 0 0,-270 203 42 0 0,0 0 0 0 0,15-14 0 0 0,-30 24 7 0 0,-4 3 16 0 0,-5 2 69 0 0,-1 1 0 0 0,1 0-1 0 0,0 1 1 0 0,0 0 0 0 0,0 0-1 0 0,1 0 1 0 0,-1 1 0 0 0,-9 10-1 0 0,3-2 127 0 0,1 0-1 0 0,0 2 1 0 0,-12 17 0 0 0,22-27-188 0 0,-1 0 1 0 0,1 0-1 0 0,0-1 1 0 0,0 2-1 0 0,0-1 1 0 0,1 0-1 0 0,0 1 1 0 0,1-1 0 0 0,-1 1-1 0 0,1-1 1 0 0,0 1-1 0 0,1 7 1 0 0,0-10-26 0 0,1 0 0 0 0,-1 0 1 0 0,1 0-1 0 0,0-1 0 0 0,0 1 1 0 0,1 0-1 0 0,-1 0 0 0 0,1-1 1 0 0,0 1-1 0 0,0-1 0 0 0,0 0 1 0 0,0 1-1 0 0,1-1 0 0 0,-1 0 1 0 0,1 0-1 0 0,0 0 0 0 0,0-1 1 0 0,0 1-1 0 0,0-1 0 0 0,0 1 1 0 0,6 2-1 0 0,3 1-102 0 0,0 0-1 0 0,1-1 1 0 0,-1-1-1 0 0,1 0 1 0 0,1 0 0 0 0,-1-1-1 0 0,0-1 1 0 0,21 1-1 0 0,13-1-2008 0 0,50-5 0 0 0,61-17-6088 0 0,-98 10 2866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 1812 0 0,'-9'-1'1964'0'0,"0"0"-1"0"0,0 0 1 0 0,0 1-1 0 0,-11 1 1 0 0,-12 0 3646 0 0,66 6-4774 0 0,107-3-668 0 0,-49-3-2540 0 0,-1 6-6032 0 0,-73-3 3340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52 1792 0 0,'-40'18'4647'0'0,"21"-9"-557"0"0,-34 20-1 0 0,51-28-3566 0 0,-4 0 309 0 0,6 1-146 0 0,13 0-341 0 0,14-5-235 0 0,0-1 1 0 0,36-11 0 0 0,-28 7-510 0 0,119-32-3916 0 0,-52 9-1801 0 0,-60 19 2014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6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97 2520 0 0,'2'-76'14930'0'0,"-2"56"-11755"0"0,-1 21-3076 0 0,0 1 0 0 0,0 0 0 0 0,1-1 1 0 0,-1 1-1 0 0,1 0 0 0 0,-1-1 0 0 0,1 1 1 0 0,0 0-1 0 0,-1 0 0 0 0,1 0 0 0 0,0 1 1 0 0,0 0 80 0 0,-28 144 2063 0 0,0 6-1213 0 0,-1 117-17 0 0,29-264-999 0 0,-8 82 473 0 0,7-86-325 0 0,15-26-328 0 0,0-1 134 0 0,0 1-1 0 0,2 0 1 0 0,0 2-1 0 0,2 0 1 0 0,30-30-1 0 0,-38 42 14 0 0,1 1-1 0 0,0 0 1 0 0,1 0-1 0 0,0 1 1 0 0,0 1 0 0 0,1 0-1 0 0,0 1 1 0 0,0 0-1 0 0,0 1 1 0 0,1 0-1 0 0,0 1 1 0 0,22-3-1 0 0,-29 6 11 0 0,-1 0 0 0 0,0 1 0 0 0,1 0 0 0 0,-1 1-1 0 0,0 0 1 0 0,1 0 0 0 0,-1 0 0 0 0,0 0 0 0 0,0 1 0 0 0,1 0 0 0 0,-2 1 0 0 0,1-1 0 0 0,0 1-1 0 0,0 0 1 0 0,5 5 0 0 0,-4-3 20 0 0,0 1-1 0 0,0 0 1 0 0,-1 0 0 0 0,0 1-1 0 0,0 0 1 0 0,-1 0-1 0 0,0 0 1 0 0,0 1-1 0 0,0 0 1 0 0,3 9 0 0 0,-3-7 8 0 0,-1 1 0 0 0,-1-1 0 0 0,0 1 0 0 0,0 0 0 0 0,-1 0 0 0 0,0-1 0 0 0,-1 1 0 0 0,0 1 0 0 0,-1-1 1 0 0,0 0-1 0 0,0 0 0 0 0,-2 0 0 0 0,1 0 0 0 0,-1 0 0 0 0,-1 0 0 0 0,0-1 0 0 0,-1 1 0 0 0,-4 10 0 0 0,2-11-2 0 0,-1 0-1 0 0,0-1 0 0 0,0 0 0 0 0,-1 0 0 0 0,0-1 0 0 0,-1 0 0 0 0,1 0 0 0 0,-2-1 0 0 0,1 0 0 0 0,-1-1 0 0 0,0 0 0 0 0,0 0 0 0 0,0-1 0 0 0,-1 0 1 0 0,0-1-1 0 0,0 0 0 0 0,0-1 0 0 0,-17 3 0 0 0,0-2 2 0 0,1-1 0 0 0,0-1 0 0 0,-1-2 0 0 0,1 0 0 0 0,-1-2 0 0 0,-47-9 0 0 0,45 5-57 0 0,0-2 0 0 0,0-1 0 0 0,1-2 0 0 0,-53-26 0 0 0,63 26-1935 0 0,0 0 0 0 0,-17-15 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6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4208 0 0,'9'11'3277'0'0,"-4"-2"-809"0"0,2-2-680 0 0,-1 0 476 0 0,6 5-2124 0 0,-3-1-1924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28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756 46 1068 0 0,'6'-18'12009'0'0,"-5"10"-9994"0"0,-20-5 11 0 0,6 10-1817 0 0,-1 2-1 0 0,1-1 1 0 0,-1 2-1 0 0,0 0 1 0 0,-14 2 0 0 0,-72 14 343 0 0,49-7-352 0 0,27-4-145 0 0,-13 6-30 0 0,31-9-20 0 0,0-1-6 0 0,1 0 0 0 0,-1 1 0 0 0,1-1 0 0 0,0 1 1 0 0,0 0-1 0 0,0 1 0 0 0,0-1 0 0 0,0 1 0 0 0,0 0 1 0 0,0 0-1 0 0,1 1 0 0 0,0-1 0 0 0,-1 1 0 0 0,1 0 1 0 0,1 0-1 0 0,-1 1 0 0 0,1-1 0 0 0,-1 1 0 0 0,1-1 1 0 0,1 1-1 0 0,-3 5 0 0 0,-1 4 86 0 0,0 0-1 0 0,1-1 1 0 0,1 2-1 0 0,1-1 1 0 0,-3 22 0 0 0,-2 81 617 0 0,2-24-146 0 0,-12 119 240 0 0,-3 31-67 0 0,-2 46 202 0 0,0 0-254 0 0,-9-2-679 0 0,-20 95 74 0 0,33-233-103 0 0,-5 52 1528 0 0,11-57-961 0 0,7-68 115 0 0,3-38-441 0 0,-3 41 222 0 0,5-62-372 0 0,0 0 1 0 0,-6 19 0 0 0,0 12 33 0 0,-15 110 346 0 0,18-126-330 0 0,0 0 0 0 0,2 62 0 0 0,2-82-116 0 0,0 35 37 0 0,2-1 0 0 0,3 0 0 0 0,13 65 0 0 0,-17-106-7 0 0,0-1 1 0 0,0 1-1 0 0,1 0 0 0 0,0-1 0 0 0,0 1 0 0 0,0-1 0 0 0,1 0 0 0 0,-1 0 0 0 0,1 0 1 0 0,0 0-1 0 0,0 0 0 0 0,0 0 0 0 0,1-1 0 0 0,4 4 0 0 0,-2-2-94 0 0,1 0-1 0 0,0-1 0 0 0,0 0 1 0 0,0-1-1 0 0,1 1 0 0 0,-1-1 1 0 0,15 3-1 0 0,3-1-663 0 0,1-1-1 0 0,0-1 1 0 0,0-2 0 0 0,30-1-1 0 0,-12-2-2040 0 0,48-8-1 0 0,-2-9-5657 0 0,-37 2 79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0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363 116 540 0 0,'103'-73'15239'0'0,"-88"57"-10491"0"0,-18 14-4666 0 0,-1-1 0 0 0,1 0 0 0 0,0 1-1 0 0,-1 0 1 0 0,1 0 0 0 0,-1 0 0 0 0,0 0 0 0 0,0 1 0 0 0,0 0 0 0 0,0-1 0 0 0,0 1 0 0 0,0 1 0 0 0,0-1 0 0 0,-6 0 0 0 0,-5 0 48 0 0,1 0 0 0 0,-1 1-1 0 0,-18 3 1 0 0,7 0 11 0 0,1 2 1 0 0,-1 1-1 0 0,1 1 1 0 0,0 1 0 0 0,-30 15-1 0 0,48-19-129 0 0,0 1 1 0 0,0 0-1 0 0,0 0 0 0 0,0 1 0 0 0,1 0 1 0 0,0 0-1 0 0,1 1 0 0 0,-1-1 0 0 0,1 1 0 0 0,0 1 1 0 0,1-1-1 0 0,0 0 0 0 0,-6 16 0 0 0,-1 3 25 0 0,2 1-1 0 0,-10 50 0 0 0,6-2-11 0 0,3 2 0 0 0,-1 82-1 0 0,19 153 141 0 0,9 214 1165 0 0,-21 0 308 0 0,0-88-119 0 0,1-109-523 0 0,1 155-231 0 0,33 5 351 0 0,-3-95-617 0 0,-55 211-52 0 0,0-209-96 0 0,25-347-319 0 0,2 185 36 0 0,3-196-11 0 0,10 102-132 0 0,-9-122 30 0 0,-1 1 1 0 0,2-1 0 0 0,0 0 0 0 0,2-1 0 0 0,10 24 0 0 0,-12-32-155 0 0,0 0 1 0 0,0 0-1 0 0,1-1 1 0 0,0 1-1 0 0,0-1 1 0 0,1-1-1 0 0,0 1 1 0 0,1-1-1 0 0,-1-1 1 0 0,1 1-1 0 0,1-1 1 0 0,-1-1-1 0 0,1 1 1 0 0,0-2-1 0 0,0 1 1 0 0,0-1-1 0 0,1 0 1 0 0,0-1-1 0 0,-1 0 1 0 0,1-1-1 0 0,0 0 1 0 0,0 0-1 0 0,15-1 1 0 0,3 0-482 0 0,0-2 1 0 0,0-2-1 0 0,0 0 1 0 0,-1-1-1 0 0,32-10 1 0 0,131-53-3643 0 0,62-48-5551 0 0,-167 70 3192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2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49 112 1624 0 0,'-40'-47'6804'0'0,"39"46"-6727"0"0,0 0-1 0 0,0 0 1 0 0,1 0-1 0 0,-1-1 1 0 0,0 1-1 0 0,1 0 1 0 0,-1 0-1 0 0,0-1 1 0 0,1 1-1 0 0,0 0 1 0 0,-1 0-1 0 0,1-1 1 0 0,0 1-1 0 0,-1 0 1 0 0,1-1-1 0 0,0 1 1 0 0,0-1-1 0 0,0 1 1 0 0,0 0-1 0 0,1-1 1 0 0,-1 1-1 0 0,0 0 1 0 0,0-1-1 0 0,1 1 1 0 0,-1 0-1 0 0,1-1 1 0 0,-1 1-1 0 0,1 0 1 0 0,0 0-1 0 0,-1 0 1 0 0,1-1-1 0 0,0 1 0 0 0,0 0 1 0 0,0 0-1 0 0,0 0 1 0 0,0 0-1 0 0,1-1 1 0 0,1 0 1 0 0,1 0 0 0 0,-1 0 0 0 0,1 0 0 0 0,-1 1 0 0 0,1-1 0 0 0,0 1 0 0 0,-1 0 0 0 0,1 0 0 0 0,0 0 0 0 0,0 0 0 0 0,0 1-1 0 0,7 0 1 0 0,-1 0-24 0 0,0 1 0 0 0,0 0 0 0 0,0 1-1 0 0,0 0 1 0 0,-1 1 0 0 0,1 0-1 0 0,0 0 1 0 0,-1 1 0 0 0,0 0-1 0 0,0 1 1 0 0,0 0 0 0 0,0 0 0 0 0,10 9-1 0 0,-15-10-31 0 0,0-1-1 0 0,-1 0 0 0 0,1 1 1 0 0,-1 0-1 0 0,0 0 0 0 0,0 0 1 0 0,0 0-1 0 0,0 0 1 0 0,-1 0-1 0 0,0 1 0 0 0,0 0 1 0 0,0-1-1 0 0,0 1 0 0 0,-1 0 1 0 0,0 0-1 0 0,0 0 1 0 0,0-1-1 0 0,0 1 0 0 0,-1 0 1 0 0,0 0-1 0 0,0 0 0 0 0,0 0 1 0 0,-1 0-1 0 0,0 0 0 0 0,0 0 1 0 0,0 0-1 0 0,0 0 1 0 0,-1 0-1 0 0,-3 7 0 0 0,-1 0 33 0 0,-1-1 0 0 0,0 0 0 0 0,-1 0 0 0 0,0 0 1 0 0,-1-1-1 0 0,0 0 0 0 0,0-1 0 0 0,-14 11 0 0 0,-12 6 424 0 0,-41 25 1 0 0,74-50-373 0 0,2-1-105 0 0,0 0-1 0 0,0 0 1 0 0,-1 0 0 0 0,1 0 0 0 0,0 0 0 0 0,0 0 0 0 0,0 0-1 0 0,0-1 1 0 0,0 1 0 0 0,-1 0 0 0 0,1 0 0 0 0,0 0-1 0 0,0 0 1 0 0,0 0 0 0 0,0 0 0 0 0,0-1 0 0 0,0 1 0 0 0,0 0-1 0 0,0 0 1 0 0,0 0 0 0 0,-1 0 0 0 0,1 0 0 0 0,0-1 0 0 0,0 1-1 0 0,0 0 1 0 0,0 0 0 0 0,0 0 0 0 0,0 0 0 0 0,0-1-1 0 0,0 1 1 0 0,0 0 0 0 0,0 0 0 0 0,0 0 0 0 0,0 0 0 0 0,0-1-1 0 0,0 1 1 0 0,1 0 0 0 0,-1 0 0 0 0,0 0 0 0 0,0 0 0 0 0,0-1-1 0 0,0 1 1 0 0,0 0 0 0 0,0 0 0 0 0,0 0 0 0 0,0 0-1 0 0,0 0 1 0 0,1 0 0 0 0,-1-1 0 0 0,5-7 12 0 0,119-123 18 0 0,-20 24-38 0 0,-97 99 10 0 0,-1 1 13 0 0,1 0 1 0 0,-1-1 0 0 0,-1 0 0 0 0,0 0-1 0 0,0-1 1 0 0,7-17 0 0 0,-12 26-17 0 0,1 0 0 0 0,-1-1 0 0 0,0 1 1 0 0,0 0-1 0 0,0 0 0 0 0,0-1 0 0 0,0 1 1 0 0,0 0-1 0 0,0-1 0 0 0,0 1 0 0 0,0 0 0 0 0,0 0 1 0 0,0-1-1 0 0,0 1 0 0 0,0 0 0 0 0,0-1 0 0 0,0 1 1 0 0,0 0-1 0 0,-1 0 0 0 0,1-1 0 0 0,0 1 1 0 0,0 0-1 0 0,0 0 0 0 0,0-1 0 0 0,0 1 0 0 0,-1 0 1 0 0,1 0-1 0 0,0-1 0 0 0,0 1 0 0 0,-1 0 1 0 0,1 0-1 0 0,0 0 0 0 0,0 0 0 0 0,0-1 0 0 0,-1 1 1 0 0,1 0-1 0 0,0 0 0 0 0,-1 0 0 0 0,1 0 1 0 0,0 0-1 0 0,0 0 0 0 0,-1 0 0 0 0,1 0 0 0 0,0 0 1 0 0,-1 0-1 0 0,1 0 0 0 0,0 0 0 0 0,0 0 1 0 0,-1 0-1 0 0,0 0 1 0 0,-1 0 1 0 0,1 0-1 0 0,0 0 0 0 0,0 0 1 0 0,-1 0-1 0 0,1 0 1 0 0,0 1-1 0 0,0-1 0 0 0,-1 0 1 0 0,1 1-1 0 0,0-1 1 0 0,-2 2-1 0 0,-6 5 2 0 0,1 0-1 0 0,0 1 1 0 0,0 0 0 0 0,1 0-1 0 0,-1 1 1 0 0,2 0-1 0 0,0 1 1 0 0,0-1 0 0 0,0 1-1 0 0,1 0 1 0 0,1 0 0 0 0,-1 1-1 0 0,2-1 1 0 0,-3 13-1 0 0,4-17-4 0 0,1 0-1 0 0,0 0 0 0 0,0 1 1 0 0,0-1-1 0 0,1 0 0 0 0,0 0 1 0 0,0 1-1 0 0,1-1 0 0 0,-1 0 1 0 0,1 0-1 0 0,1 0 0 0 0,-1 0 1 0 0,1 0-1 0 0,0 0 0 0 0,1 0 1 0 0,-1 0-1 0 0,1-1 0 0 0,0 1 1 0 0,1-1-1 0 0,-1 0 0 0 0,1 0 1 0 0,0 0-1 0 0,0 0 0 0 0,1-1 1 0 0,-1 0-1 0 0,1 0 0 0 0,6 4 1 0 0,1-1-456 0 0,0 0-1 0 0,0-1 1 0 0,1-1 0 0 0,0 0 0 0 0,0-1-1 0 0,14 3 1 0 0,-12-4-1667 0 0,0-1-1 0 0,27 1 1 0 0,-21-4-1370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2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42 1044 0 0,'3'-25'10728'0'0,"-9"9"-5595"0"0,3 26-4733 0 0,-4 132 608 0 0,11-44-3196 0 0,-3-15-5782 0 0,-2-56 2219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48 952 0 0,'-3'-2'926'0'0,"0"0"1"0"0,1-1-1 0 0,-1 1 0 0 0,1-1 0 0 0,0 1 1 0 0,-4-7-1 0 0,4 5 267 0 0,2 1-182 0 0,3-7-166 0 0,0 9-697 0 0,0-1 0 0 0,0 1 0 0 0,-1 0 0 0 0,1 1 0 0 0,0-1 0 0 0,0 1 0 0 0,0-1 0 0 0,0 1 0 0 0,0 0 0 0 0,0 0 0 0 0,0 0 0 0 0,0 0 0 0 0,0 1 0 0 0,6 0 0 0 0,0 2 126 0 0,0-1 1 0 0,0 1 0 0 0,17 8-1 0 0,-16-6-122 0 0,0 1-1 0 0,0 0 0 0 0,-1 0 1 0 0,0 1-1 0 0,-1 0 0 0 0,1 1 1 0 0,-1 0-1 0 0,-1 0 0 0 0,0 1 1 0 0,0 0-1 0 0,0 0 1 0 0,6 12-1 0 0,-9-12-36 0 0,0-1 0 0 0,-1 1 0 0 0,0 0 0 0 0,0 0 0 0 0,-1 0 0 0 0,0 0 0 0 0,0 0 0 0 0,-1 0 0 0 0,0 1 0 0 0,-1-1 0 0 0,0 0 0 0 0,-1 0 0 0 0,0 1 1 0 0,0-1-1 0 0,-3 10 0 0 0,-2-3 62 0 0,0 1 1 0 0,-1-1 0 0 0,-1-1-1 0 0,0 0 1 0 0,-1 0 0 0 0,-1 0-1 0 0,0-1 1 0 0,-1-1-1 0 0,-1 0 1 0 0,-15 15 0 0 0,17-21-77 0 0,10-12-15 0 0,11-14-57 0 0,132-132-37 0 0,-35 39 42 0 0,-102 106-35 0 0,-1-1 0 0 0,0 0-1 0 0,0-1 1 0 0,-1 1 0 0 0,6-14-1 0 0,-9 17 1 0 0,-2-3-12 0 0,0 5-8 0 0,-2 2 20 0 0,-1 0 1 0 0,0 1-1 0 0,1 0 0 0 0,-1-1 0 0 0,1 1 0 0 0,-1 0 0 0 0,1 1 1 0 0,0-1-1 0 0,-1 1 0 0 0,1-1 0 0 0,0 1 0 0 0,0 0 1 0 0,0 0-1 0 0,0 0 0 0 0,0 1 0 0 0,0-1 0 0 0,1 1 0 0 0,-4 3 1 0 0,-1 3-2 0 0,-1 0-1 0 0,1 0 1 0 0,0 1 0 0 0,-8 15 0 0 0,12-19 3 0 0,1 0-1 0 0,-1 0 1 0 0,1 0 0 0 0,0 1-1 0 0,0-1 1 0 0,1 1-1 0 0,0-1 1 0 0,0 1-1 0 0,0 0 1 0 0,1-1 0 0 0,0 1-1 0 0,0 0 1 0 0,1-1-1 0 0,0 1 1 0 0,0-1 0 0 0,0 1-1 0 0,5 11 1 0 0,-2-10 0 0 0,0 0-1 0 0,0-1 1 0 0,1 0 0 0 0,0 1 0 0 0,0-2-1 0 0,0 1 1 0 0,1 0 0 0 0,0-1 0 0 0,1 0-1 0 0,-1-1 1 0 0,1 0 0 0 0,0 0 0 0 0,10 6-1 0 0,9 2-1365 0 0,-1-1-1 0 0,2-1 0 0 0,-1-1 0 0 0,2-1 0 0 0,-1-2 1 0 0,1 0-1 0 0,0-2 0 0 0,52 3 0 0 0,-57-8-3698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3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63 1548 0 0,'-43'-46'12807'0'0,"43"46"-12773"0"0,0 0 0 0 0,-1 0 0 0 0,1-1 1 0 0,0 1-1 0 0,0 0 0 0 0,-1 0 0 0 0,1-1 0 0 0,0 1 1 0 0,-1 0-1 0 0,1 0 0 0 0,0-1 0 0 0,0 1 1 0 0,0 0-1 0 0,-1-1 0 0 0,1 1 0 0 0,0 0 0 0 0,0-1 1 0 0,0 1-1 0 0,0 0 0 0 0,0-1 0 0 0,0 1 1 0 0,0-1-1 0 0,-1 1 0 0 0,1 0 0 0 0,0-1 1 0 0,0 1-1 0 0,0 0 0 0 0,1-1 0 0 0,-1 1 0 0 0,0-1 1 0 0,0 1-1 0 0,0 0 0 0 0,0-1 0 0 0,0 1 1 0 0,0 0-1 0 0,0-1 0 0 0,1 1 0 0 0,-1 0 0 0 0,0-1 1 0 0,0 1-1 0 0,0 0 0 0 0,1 0 0 0 0,-1-1 1 0 0,0 1-1 0 0,0 0 0 0 0,1 0 0 0 0,-1-1 0 0 0,0 1 1 0 0,1 0-1 0 0,-1 0 0 0 0,0 0 0 0 0,1-1 1 0 0,-1 1-1 0 0,0 0 0 0 0,1 0 0 0 0,-1 0 1 0 0,0 0-1 0 0,1 0 0 0 0,-1 0 0 0 0,1 0 0 0 0,-1 0 1 0 0,1 0-1 0 0,4 0 54 0 0,1-1-1 0 0,-1 2 1 0 0,0-1 0 0 0,1 1 0 0 0,-1 0-1 0 0,0 0 1 0 0,0 0 0 0 0,0 1-1 0 0,0 0 1 0 0,0 0 0 0 0,0 0 0 0 0,0 0-1 0 0,0 1 1 0 0,-1 0 0 0 0,1 0 0 0 0,-1 0-1 0 0,0 1 1 0 0,0-1 0 0 0,0 1 0 0 0,-1 0-1 0 0,1 0 1 0 0,-1 0 0 0 0,0 1-1 0 0,0-1 1 0 0,0 1 0 0 0,-1 0 0 0 0,1 0-1 0 0,-1 0 1 0 0,-1 0 0 0 0,1 0 0 0 0,-1 0-1 0 0,1 0 1 0 0,-1 0 0 0 0,-1 1 0 0 0,1-1-1 0 0,-1 0 1 0 0,0 1 0 0 0,-1 6-1 0 0,-1-1 185 0 0,-1 1 0 0 0,0-1-1 0 0,0 0 1 0 0,-2 0 0 0 0,1 0-1 0 0,-1-1 1 0 0,-13 20 0 0 0,-2-3 441 0 0,-32 34 0 0 0,5-7-269 0 0,47-54-443 0 0,-1 1 0 0 0,1-1 0 0 0,0 0 1 0 0,-1 1-1 0 0,1-1 0 0 0,-1 0 0 0 0,1 1 0 0 0,0-1 0 0 0,-1 0 0 0 0,1 1 0 0 0,0-1 0 0 0,0 1 0 0 0,-1-1 0 0 0,1 1 0 0 0,0-1 0 0 0,0 1 1 0 0,0-1-1 0 0,0 1 0 0 0,0-1 0 0 0,-1 1 0 0 0,1-1 0 0 0,0 1 0 0 0,0-1 0 0 0,0 1 0 0 0,0-1 0 0 0,0 1 0 0 0,1-1 0 0 0,-1 1 1 0 0,0-1-1 0 0,0 1 0 0 0,0-1 0 0 0,0 1 0 0 0,0-1 0 0 0,1 1 0 0 0,-1-1 0 0 0,0 0 0 0 0,0 1 0 0 0,1-1 0 0 0,-1 1 0 0 0,0-1 0 0 0,1 0 1 0 0,-1 1-1 0 0,0-1 0 0 0,1 0 0 0 0,-1 1 0 0 0,1-1 0 0 0,-1 0 0 0 0,1 0 0 0 0,-1 1 0 0 0,0-1 0 0 0,1 0 0 0 0,-1 0 0 0 0,1 0 1 0 0,-1 1-1 0 0,1-1 0 0 0,-1 0 0 0 0,1 0 0 0 0,-1 0 0 0 0,2 0 0 0 0,37 1-71 0 0,-33-1 55 0 0,318-38-2476 0 0,-157 14-875 0 0,21-1-5663 0 0,-129 18 2363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4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3 104 1724 0 0,'-1'-4'397'0'0,"1"1"0"0"0,-1 0 1 0 0,1-1-1 0 0,0 1 0 0 0,0 0 0 0 0,0-1 0 0 0,0 1 0 0 0,0 0 0 0 0,1-1 0 0 0,-1 1 1 0 0,1 0-1 0 0,0 0 0 0 0,0 0 0 0 0,1-1 0 0 0,-1 1 0 0 0,0 0 0 0 0,3-3 0 0 0,-1 3-168 0 0,-1 0-1 0 0,1 0 0 0 0,0 0 1 0 0,0 0-1 0 0,0 1 0 0 0,1-1 0 0 0,-1 1 1 0 0,1 0-1 0 0,-1 0 0 0 0,1 0 1 0 0,-1 1-1 0 0,7-3 0 0 0,0 2-44 0 0,0 0-1 0 0,0 0 1 0 0,0 0 0 0 0,1 2-1 0 0,-1-1 1 0 0,0 1-1 0 0,0 1 1 0 0,1 0 0 0 0,-1 0-1 0 0,13 4 1 0 0,-15-3-62 0 0,-1 0-1 0 0,1 1 1 0 0,-1 0 0 0 0,0 1 0 0 0,0-1-1 0 0,0 1 1 0 0,0 1 0 0 0,-1-1 0 0 0,0 1-1 0 0,0 0 1 0 0,0 1 0 0 0,0-1 0 0 0,7 11-1 0 0,-11-12-40 0 0,1 0 0 0 0,-1 0 1 0 0,0 0-1 0 0,0 0 0 0 0,0 1 0 0 0,0-1 0 0 0,-1 1 0 0 0,0-1 0 0 0,0 1 0 0 0,0 0 0 0 0,0-1 1 0 0,-1 1-1 0 0,0 0 0 0 0,0 0 0 0 0,0-1 0 0 0,0 1 0 0 0,-1 0 0 0 0,0-1 0 0 0,0 1 0 0 0,0 0 1 0 0,-1-1-1 0 0,1 1 0 0 0,-5 7 0 0 0,-4 4 58 0 0,0-1 1 0 0,-1 0-1 0 0,-1 0 1 0 0,0-1-1 0 0,-1 0 1 0 0,-1-1-1 0 0,0-1 1 0 0,-29 20-1 0 0,36-27-115 0 0,-11 7 68 0 0,15-13-53 0 0,6-8-24 0 0,3 0-12 0 0,1-1 0 0 0,0 2-1 0 0,0-1 1 0 0,1 1 0 0 0,0 0 0 0 0,13-10-1 0 0,-3 2-1 0 0,235-199-17 0 0,-208 177 10 0 0,-44 37 2 0 0,-2 6 5 0 0,0 0 1 0 0,-1-1 0 0 0,0 1 0 0 0,0 0 0 0 0,0-1-1 0 0,0 0 1 0 0,-6 8 0 0 0,0 1 24 0 0,2-2 2 0 0,0 2 0 0 0,1-1 0 0 0,0 0-1 0 0,1 1 1 0 0,0 0 0 0 0,1 0 0 0 0,1 0 0 0 0,-2 24 0 0 0,4-29-23 0 0,0-1 1 0 0,1 0-1 0 0,0 0 0 0 0,0 1 0 0 0,0-1 0 0 0,1 0 1 0 0,0 0-1 0 0,1 0 0 0 0,-1-1 0 0 0,1 1 1 0 0,1-1-1 0 0,-1 1 0 0 0,1-1 0 0 0,0 0 0 0 0,0 0 1 0 0,1-1-1 0 0,8 9 0 0 0,-3-6-348 0 0,0 1 0 0 0,0-2 0 0 0,1 0 1 0 0,0 0-1 0 0,0-1 0 0 0,1 0 0 0 0,12 4 0 0 0,-10-5-1670 0 0,1 0 0 0 0,-1-2 0 0 0,18 3 0 0 0,-5-3-4103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5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42 1988 0 0,'-29'-13'7618'0'0,"10"4"-4676"0"0,17 8-2249 0 0,-8-8 1648 0 0,14 8-2230 0 0,1-1 0 0 0,0 0-1 0 0,0 1 1 0 0,-1 0 0 0 0,1 0-1 0 0,0 0 1 0 0,0 1 0 0 0,0 0 0 0 0,9 0-1 0 0,51 7 253 0 0,-56-5-324 0 0,0 0-1 0 0,0 1 1 0 0,15 6 0 0 0,-20-8-6 0 0,-1 0-1 0 0,0 1 0 0 0,0 0 0 0 0,-1 0 1 0 0,1 0-1 0 0,0 0 0 0 0,-1 0 0 0 0,1 0 1 0 0,-1 0-1 0 0,1 1 0 0 0,-1 0 0 0 0,0-1 1 0 0,2 5-1 0 0,-3-5-10 0 0,-1 1 0 0 0,0-1 0 0 0,0 1-1 0 0,0-1 1 0 0,0 1 0 0 0,0-1 0 0 0,0 1 0 0 0,-1-1 0 0 0,1 1 0 0 0,-1-1 0 0 0,0 1-1 0 0,0-1 1 0 0,0 0 0 0 0,0 1 0 0 0,0-1 0 0 0,0 0 0 0 0,0 0 0 0 0,-1 0 0 0 0,1 0-1 0 0,-3 3 1 0 0,-4 3 34 0 0,0 0-1 0 0,0 0 1 0 0,-11 8 0 0 0,-10 9-3 0 0,28-24-67 0 0,1 0 14 0 0,0 0 0 0 0,1 1 0 0 0,-1-1 0 0 0,1 0 0 0 0,-1 0 0 0 0,1 0 0 0 0,-1 0-1 0 0,1 0 1 0 0,0 0 0 0 0,0 0 0 0 0,-1 0 0 0 0,1 0 0 0 0,0-1 0 0 0,0 1 0 0 0,0 0 0 0 0,0 0-1 0 0,0-1 1 0 0,0 1 0 0 0,0-1 0 0 0,0 1 0 0 0,0 0 0 0 0,0-1 0 0 0,2 1 0 0 0,36 12-7 0 0,-18-7 6 0 0,14 5 117 0 0,-1 3-1 0 0,-1 0 1 0 0,0 2-1 0 0,46 32 1 0 0,-77-47-19 0 0,0 0 0 0 0,0 1 0 0 0,0-1 0 0 0,0 1 1 0 0,0 0-1 0 0,0 0 0 0 0,-1 0 0 0 0,1 0 0 0 0,-1 0 1 0 0,1 0-1 0 0,-1 0 0 0 0,0 0 0 0 0,0 0 0 0 0,0 0 0 0 0,0 1 1 0 0,0-1-1 0 0,-1 1 0 0 0,1-1 0 0 0,-1 0 0 0 0,1 1 1 0 0,-1-1-1 0 0,0 1 0 0 0,0-1 0 0 0,0 5 0 0 0,-1-4 1 0 0,0 0-1 0 0,0 0 0 0 0,-1 1 1 0 0,1-1-1 0 0,-1 0 0 0 0,0 0 1 0 0,0-1-1 0 0,0 1 0 0 0,0 0 1 0 0,0-1-1 0 0,0 1 0 0 0,-1-1 1 0 0,1 1-1 0 0,-1-1 0 0 0,0 0 1 0 0,0 0-1 0 0,-3 1 0 0 0,-15 9 57 0 0,1-2-1 0 0,-2-1 0 0 0,1-1 0 0 0,-1 0 1 0 0,-1-2-1 0 0,-45 7 0 0 0,38-9-515 0 0,-1-2 1 0 0,1-1-1 0 0,-1-1 0 0 0,-54-8 0 0 0,69 5-912 0 0,-1-1-1 0 0,-17-6 1 0 0,-5-8-8751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34 142 2004 0 0,'-2'-1'1986'0'0,"-1"-1"-1248"0"0,0-1 0 0 0,0 1 0 0 0,0 0 1 0 0,1-1-1 0 0,-1 0 0 0 0,1 1 0 0 0,-1-1 1 0 0,1 0-1 0 0,0 0 0 0 0,-3-7 0 0 0,5 9-659 0 0,0 0 0 0 0,0 0 0 0 0,1 1 0 0 0,-1-1-1 0 0,0 0 1 0 0,0 0 0 0 0,1 1 0 0 0,-1-1-1 0 0,1 0 1 0 0,-1 1 0 0 0,1-1 0 0 0,-1 0 0 0 0,1 1-1 0 0,-1-1 1 0 0,1 0 0 0 0,-1 1 0 0 0,1-1-1 0 0,0 1 1 0 0,-1-1 0 0 0,1 1 0 0 0,0 0 0 0 0,-1-1-1 0 0,1 1 1 0 0,0 0 0 0 0,0-1 0 0 0,-1 1-1 0 0,2 0 1 0 0,22-9 872 0 0,-14 7-808 0 0,-1 0 0 0 0,1 1-1 0 0,-1 0 1 0 0,1 1-1 0 0,0 0 1 0 0,0 1-1 0 0,-1 0 1 0 0,1 0 0 0 0,-1 1-1 0 0,1 0 1 0 0,-1 1-1 0 0,0 0 1 0 0,0 0 0 0 0,11 6-1 0 0,-15-7-104 0 0,-1 1 1 0 0,1 0-1 0 0,-1-1 0 0 0,0 2 1 0 0,0-1-1 0 0,0 0 0 0 0,-1 1 1 0 0,1 0-1 0 0,-1-1 0 0 0,1 1 0 0 0,-1 1 1 0 0,-1-1-1 0 0,1 0 0 0 0,-1 1 1 0 0,1 0-1 0 0,-1-1 0 0 0,0 1 1 0 0,-1 0-1 0 0,1 0 0 0 0,-1 0 1 0 0,0 0-1 0 0,-1 0 0 0 0,1 0 0 0 0,-1 0 1 0 0,0 0-1 0 0,0 1 0 0 0,0-1 1 0 0,-2 8-1 0 0,0-6 38 0 0,0 0 1 0 0,0 0-1 0 0,-1 0 0 0 0,0 0 1 0 0,0 0-1 0 0,0 0 0 0 0,-1-1 0 0 0,0 1 1 0 0,-1-1-1 0 0,1 0 0 0 0,-6 5 1 0 0,0-1 44 0 0,0-1 1 0 0,0 0-1 0 0,-1 0 1 0 0,-23 13 0 0 0,31-21-96 0 0,0-2-14 0 0,3 1-11 0 0,0 0-1 0 0,-1 0 1 0 0,1 0 0 0 0,-1 0-1 0 0,1 0 1 0 0,-1 0 0 0 0,1 0-1 0 0,0 0 1 0 0,-1 0 0 0 0,1 0-1 0 0,-1 0 1 0 0,1 0 0 0 0,-1-1-1 0 0,1 1 1 0 0,0 0 0 0 0,-1 0-1 0 0,1 0 1 0 0,0-1 0 0 0,-1 1-1 0 0,1 0 1 0 0,0 0 0 0 0,-1-1-1 0 0,1 1 1 0 0,0 0-1 0 0,0-1 1 0 0,-1 1 0 0 0,1 0-1 0 0,0-1 1 0 0,0 1 0 0 0,-1-1-1 0 0,1 1 1 0 0,0 0 0 0 0,0-1-1 0 0,0 1 1 0 0,0-1 0 0 0,0 1-1 0 0,0 0 1 0 0,0-1 0 0 0,0 1-1 0 0,0-1 1 0 0,0 1 0 0 0,0-1-1 0 0,0 1 1 0 0,0-1 0 0 0,8-13-5 0 0,2 1 1 0 0,-1 0 0 0 0,2 1-1 0 0,18-19 1 0 0,57-43-23 0 0,-59 52 21 0 0,12-10 6 0 0,-13 12-20 0 0,-1 0 0 0 0,-1-2 1 0 0,32-37-1 0 0,-56 58 17 0 0,1 0-1 0 0,0-1 1 0 0,0 1-1 0 0,0 0 1 0 0,-1 0-1 0 0,1 0 0 0 0,0-1 1 0 0,-1 1-1 0 0,1 0 1 0 0,-1 0-1 0 0,0-1 1 0 0,1 1-1 0 0,-1 0 1 0 0,0-2-1 0 0,0 2 3 0 0,0 1-1 0 0,0-1 0 0 0,0 1 1 0 0,0 0-1 0 0,-1-1 0 0 0,1 1 1 0 0,0-1-1 0 0,0 1 0 0 0,0 0 1 0 0,-1-1-1 0 0,1 1 0 0 0,0 0 0 0 0,0-1 1 0 0,-1 1-1 0 0,1 0 0 0 0,0-1 1 0 0,-1 1-1 0 0,1 0 0 0 0,0 0 1 0 0,-1-1-1 0 0,1 1 0 0 0,-1 0 1 0 0,1 0-1 0 0,0 0 0 0 0,-1 0 1 0 0,1-1-1 0 0,-1 1 0 0 0,-1 0 3 0 0,0 0 0 0 0,0-1 0 0 0,0 1 0 0 0,0 0 0 0 0,-1 0 0 0 0,1 1 0 0 0,0-1 0 0 0,0 0 0 0 0,0 1 0 0 0,0-1 0 0 0,0 1 0 0 0,-3 1 0 0 0,-1 1 2 0 0,0 1 1 0 0,0 0-1 0 0,0 0 1 0 0,1 0-1 0 0,-1 0 0 0 0,1 1 1 0 0,0 0-1 0 0,1 0 1 0 0,-1 0-1 0 0,1 1 1 0 0,0 0-1 0 0,0 0 0 0 0,1 0 1 0 0,0 0-1 0 0,0 0 1 0 0,0 1-1 0 0,1-1 1 0 0,0 1-1 0 0,0-1 1 0 0,0 1-1 0 0,1 0 0 0 0,0 0 1 0 0,1 0-1 0 0,-1 0 1 0 0,1 0-1 0 0,1 0 1 0 0,-1 0-1 0 0,1 0 0 0 0,1-1 1 0 0,-1 1-1 0 0,1 0 1 0 0,0 0-1 0 0,0-1 1 0 0,1 1-1 0 0,0-1 0 0 0,0 0 1 0 0,1 0-1 0 0,0 0 1 0 0,0 0-1 0 0,0-1 1 0 0,0 0-1 0 0,1 1 1 0 0,0-2-1 0 0,0 1 0 0 0,11 8 1 0 0,0-4-433 0 0,0 0 1 0 0,0-1 0 0 0,0 0-1 0 0,1-2 1 0 0,0 0 0 0 0,0 0-1 0 0,20 2 1 0 0,-21-5-1479 0 0,0-2 0 0 0,0 1 1 0 0,0-2-1 0 0,29-2 0 0 0,-23-2-2902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47 1444 0 0,'2'-5'1680'0'0,"0"1"0"0"0,-1-1 1 0 0,1 0-1 0 0,-1 0 0 0 0,0-6 0 0 0,1 0 3121 0 0,-6 24-3229 0 0,1-5-1427 0 0,0 1 1 0 0,1-1 0 0 0,0 1-1 0 0,0 0 1 0 0,1 0 0 0 0,0 0-1 0 0,1 0 1 0 0,0 0-1 0 0,0 0 1 0 0,1 0 0 0 0,0 0-1 0 0,0 0 1 0 0,1-1 0 0 0,1 1-1 0 0,-1 0 1 0 0,2-1 0 0 0,-1 1-1 0 0,1-1 1 0 0,6 11 0 0 0,-8-18-141 0 0,0 1 0 0 0,-1 0 0 0 0,1-1 0 0 0,0 1 0 0 0,0-1 0 0 0,0 0 0 0 0,0 0 0 0 0,0 0 0 0 0,0 0-1 0 0,0 0 1 0 0,0 0 0 0 0,0 0 0 0 0,0-1 0 0 0,1 1 0 0 0,-1-1 0 0 0,0 0 0 0 0,0 1 0 0 0,1-1 0 0 0,-1 0 0 0 0,0-1 0 0 0,1 1 0 0 0,-1 0 0 0 0,0 0 0 0 0,0-1 0 0 0,0 1 0 0 0,1-1 0 0 0,2-1 0 0 0,4-2-1 0 0,0 1 0 0 0,0-1 0 0 0,-1-1 0 0 0,0 0-1 0 0,9-6 1 0 0,83-72-34 0 0,-61 49 27 0 0,-36 31-8 0 0,3-3 21 0 0,-4 4 56 0 0,0 3 74 0 0,-1-1-116 0 0,0 1 0 0 0,0-1 0 0 0,0 0 0 0 0,0 1 0 0 0,0-1 0 0 0,0 1 0 0 0,0 0 0 0 0,0-1 0 0 0,-1 1 0 0 0,1 0 0 0 0,0-1 0 0 0,0 1 0 0 0,-1 0 0 0 0,1 0 0 0 0,-1-1 0 0 0,1 1 0 0 0,0 0 0 0 0,-1 0 0 0 0,1 0 0 0 0,-1 1 0 0 0,6 28 356 0 0,-6-14-196 0 0,-3 32 0 0 0,-6 15-104 0 0,-7 69-342 0 0,9-44-3804 0 0,7-72 1382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34 1280 0 0,'-94'-17'8109'0'0,"1"1"-1843"0"0,90 15-5463 0 0,-8 2 2237 0 0,18 2-2451 0 0,-5-2-561 0 0,0 0-1 0 0,0 0 1 0 0,0-1-1 0 0,0 1 1 0 0,0-1 0 0 0,0 1-1 0 0,1-1 1 0 0,-1 0-1 0 0,0 0 1 0 0,0 0 0 0 0,4-1-1 0 0,9 1 89 0 0,87 2 233 0 0,-49-3-257 0 0,70 10 0 0 0,-111-7-68 0 0,0 0 1 0 0,0 1-1 0 0,0 0 1 0 0,0 1 0 0 0,15 7-1 0 0,-21-8 64 0 0,-1 0 0 0 0,0 0-1 0 0,0 1 1 0 0,0-1 0 0 0,-1 1-1 0 0,1 1 1 0 0,-1-1 0 0 0,0 0-1 0 0,0 1 1 0 0,-1 0 0 0 0,1 0-1 0 0,5 11 1 0 0,-1 2 166 0 0,-1 1 1 0 0,0 1-1 0 0,-2-1 1 0 0,0 1-1 0 0,-1 0 1 0 0,-1 0-1 0 0,1 39 1 0 0,-16 146 773 0 0,9-166-940 0 0,-32 270 441 0 0,-3 25 34 0 0,-1 1000 340 0 0,41-1157-817 0 0,1 740 224 0 0,-5-687-277 0 0,-6 284 530 0 0,-28-1 476 0 0,26-417-903 0 0,2-13 897 0 0,-3-1-1 0 0,-25 88 1 0 0,33-160-1032 0 0,-2 3-1 0 0,0-2 0 0 0,-1-1 0 0 0,1 0 0 0 0,-4-2 0 0 0,-1-1 0 0 0,4-2 0 0 0,-1 0 0 0 0,0-1 0 0 0,0 0 0 0 0,0-1 0 0 0,-1 1 0 0 0,1-1 0 0 0,-13 2 0 0 0,1 1 0 0 0,-48 14 0 0 0,-37 12-2441 0 0,67-23 160 0 0,-1-1-1 0 0,0-2 1 0 0,0-2 0 0 0,-68-1 0 0 0,89-4-4089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8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122 172 1232 0 0,'-62'-47'9964'0'0,"4"3"-4783"0"0,57 43-4956 0 0,1-1-45 0 0,1-1-158 0 0,0 1-1 0 0,0 0 1 0 0,0 0-1 0 0,1 0 1 0 0,-1 0-1 0 0,0 0 1 0 0,1 0-1 0 0,0 0 1 0 0,-1 1-1 0 0,1-1 1 0 0,0 0-1 0 0,0 1 1 0 0,0-1-1 0 0,0 1 1 0 0,0 0-1 0 0,0 0 1 0 0,0 0-1 0 0,1 0 1 0 0,-1 0-1 0 0,4-1 1 0 0,56-15 14 0 0,-57 16-36 0 0,110-20-2260 0 0,-95 18-1793 0 0,37 2 0 0 0,-42 3-447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8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 2220 0 0,'-76'67'11512'0'0,"75"-67"-11451"0"0,1 1 1 0 0,0-1-1 0 0,-1 0 0 0 0,1 0 1 0 0,0 0-1 0 0,-1 0 0 0 0,1 1 1 0 0,0-1-1 0 0,0 0 1 0 0,-1 0-1 0 0,1 0 0 0 0,0 1 1 0 0,0-1-1 0 0,0 0 0 0 0,-1 0 1 0 0,1 1-1 0 0,0-1 0 0 0,0 0 1 0 0,0 1-1 0 0,0-1 0 0 0,-1 0 1 0 0,1 1-1 0 0,0-1 1 0 0,0 0-1 0 0,0 1 0 0 0,0-1 1 0 0,0 0-1 0 0,0 1 0 0 0,0-1 1 0 0,0 0-1 0 0,0 1 0 0 0,0-1 1 0 0,0 0-1 0 0,0 1 0 0 0,12 1 523 0 0,18-6-349 0 0,217-41-2232 0 0,-164 31-68 0 0,48-8-3612 0 0,-65 10 1122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4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62 1316 0 0,'0'0'1112'0'0,"2"-1"-119"0"0,44-21 8724 0 0,-43 16-8522 0 0,-2 6-1174 0 0,-1 0 0 0 0,0-1 0 0 0,0 1 0 0 0,0 0 0 0 0,1 0 0 0 0,-1 0 0 0 0,0-1 0 0 0,0 1 0 0 0,0 0 0 0 0,0 0 0 0 0,0 0 0 0 0,1-1 1 0 0,-1 1-1 0 0,0 0 0 0 0,0 0 0 0 0,0-1 0 0 0,0 1 0 0 0,0 0 0 0 0,0 0 0 0 0,0-1 0 0 0,0 1 0 0 0,0 0 0 0 0,0 0 0 0 0,0-1 0 0 0,0 1 1 0 0,0 0-1 0 0,0 0 0 0 0,0-1 0 0 0,0 1 0 0 0,0 0 0 0 0,-1 0 0 0 0,1-1 0 0 0,0 1 0 0 0,0 0 0 0 0,0 0 0 0 0,0-1 0 0 0,0 1 1 0 0,-1 0-1 0 0,1 0 0 0 0,0 0 0 0 0,0-1 0 0 0,0 1 0 0 0,-1 0 0 0 0,1 0 0 0 0,0 0 0 0 0,0 0 0 0 0,0 0 0 0 0,-1 0 0 0 0,1-1 0 0 0,0 1 1 0 0,0 0-1 0 0,-1 0 0 0 0,1 0 0 0 0,-6-3 140 0 0,0 0 1 0 0,0 0-1 0 0,0 1 0 0 0,0-1 1 0 0,0 2-1 0 0,0-1 1 0 0,-1 0-1 0 0,1 1 1 0 0,0 0-1 0 0,-1 1 0 0 0,-6 0 1 0 0,-78 4 481 0 0,85-4-567 0 0,-15 2 10 0 0,1 1 0 0 0,-1 0 0 0 0,1 2 0 0 0,0 0 0 0 0,0 1 0 0 0,1 2 0 0 0,-28 13 0 0 0,37-15-73 0 0,0 0 0 0 0,1 0-1 0 0,-1 1 1 0 0,1 0 0 0 0,1 1 0 0 0,0-1-1 0 0,0 2 1 0 0,0-1 0 0 0,1 1 0 0 0,0 1-1 0 0,1-1 1 0 0,0 1 0 0 0,1 0 0 0 0,0 0-1 0 0,-4 13 1 0 0,-1 9 185 0 0,1 1 0 0 0,2 0 0 0 0,-5 47 0 0 0,3 105 571 0 0,6-88-497 0 0,-5 108 195 0 0,-9 145 448 0 0,-82 801 2485 0 0,74-859-1940 0 0,-18 176 557 0 0,13-96-249 0 0,28-347-1637 0 0,-2 25 100 0 0,-5 137 525 0 0,10-154-610 0 0,0-1-1 0 0,2 1 0 0 0,13 54 1 0 0,-13-78-126 0 0,-1 0 0 0 0,1-1-1 0 0,1 1 1 0 0,0-1 0 0 0,0 0 0 0 0,1 0 0 0 0,-1 0 0 0 0,2 0-1 0 0,-1-1 1 0 0,1 0 0 0 0,0 0 0 0 0,1 0 0 0 0,7 5 0 0 0,-4-5-100 0 0,0 0 0 0 0,0-1 0 0 0,0 0 0 0 0,1-1 0 0 0,0 0 1 0 0,0-1-1 0 0,1 0 0 0 0,-1-1 0 0 0,13 3 0 0 0,3-3-481 0 0,0 0 1 0 0,0-2-1 0 0,0-1 0 0 0,0-1 1 0 0,1-1-1 0 0,-1-1 0 0 0,-1-2 1 0 0,31-8-1 0 0,-29 4-475 0 0,-1 0 0 0 0,-1-2-1 0 0,1-1 1 0 0,-2-1 0 0 0,28-19 0 0 0,-24 12-3393 0 0,49-44-1 0 0,-20 7-5102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498 189 732 0 0,'1'-13'1566'0'0,"1"-5"404"0"0,0-1 0 0 0,-2 1 0 0 0,0-1 0 0 0,-1 1 1 0 0,-6-28-1 0 0,7 44-1845 0 0,0 0 1 0 0,-1 0-1 0 0,0 0 1 0 0,1 0-1 0 0,-1 0 1 0 0,0 1-1 0 0,0-1 1 0 0,0 0 0 0 0,0 0-1 0 0,-1 1 1 0 0,1-1-1 0 0,0 0 1 0 0,-1 1-1 0 0,1-1 1 0 0,-1 1-1 0 0,1 0 1 0 0,-1 0 0 0 0,0-1-1 0 0,1 1 1 0 0,-1 0-1 0 0,-2-1 1 0 0,1 2-46 0 0,0-1 0 0 0,0 1 0 0 0,0 0 0 0 0,0-1 0 0 0,0 1 1 0 0,0 1-1 0 0,0-1 0 0 0,0 0 0 0 0,1 1 0 0 0,-1-1 0 0 0,0 1 0 0 0,0 0 1 0 0,0 0-1 0 0,1 0 0 0 0,-4 1 0 0 0,-8 6 94 0 0,1-1 0 0 0,0 1 0 0 0,0 1 0 0 0,1 1 0 0 0,0 0 0 0 0,-19 20 0 0 0,-55 76 324 0 0,59-68-382 0 0,2 1 1 0 0,1 1-1 0 0,-20 47 0 0 0,35-68-89 0 0,1 1 0 0 0,1 0 0 0 0,1 0 1 0 0,1 1-1 0 0,1 0 0 0 0,1 0 0 0 0,0 0 0 0 0,2 0 0 0 0,1 24 0 0 0,1-37-21 0 0,0-1 0 0 0,0 1 0 0 0,1-1 0 0 0,0 0 0 0 0,0 0 0 0 0,1 0 0 0 0,0 0 0 0 0,0 0 0 0 0,0-1 0 0 0,1 1 0 0 0,0-1 0 0 0,1 0 0 0 0,-1 0 0 0 0,1 0 0 0 0,0-1 0 0 0,1 0 0 0 0,-1 0 0 0 0,1 0 0 0 0,10 7 0 0 0,-10-9 1 0 0,-1-1 0 0 0,0 1 0 0 0,1-1 0 0 0,0 0 0 0 0,-1 0 0 0 0,1 0-1 0 0,0-1 1 0 0,0 0 0 0 0,0 0 0 0 0,0 0 0 0 0,0-1 0 0 0,0 0 0 0 0,0 0 0 0 0,0-1-1 0 0,0 0 1 0 0,0 0 0 0 0,0 0 0 0 0,0 0 0 0 0,0-1 0 0 0,0 0 0 0 0,-1-1 0 0 0,1 1-1 0 0,-1-1 1 0 0,9-5 0 0 0,-10 4 1 0 0,1 1 1 0 0,-1-1-1 0 0,0 0 0 0 0,0 0 0 0 0,0-1 0 0 0,0 1 0 0 0,-1-1 1 0 0,1 1-1 0 0,-1-1 0 0 0,-1-1 0 0 0,1 1 0 0 0,-1 0 0 0 0,0 0 1 0 0,3-9-1 0 0,-5 11-7 0 0,1 0 1 0 0,0 1-1 0 0,-1-1 1 0 0,0 0 0 0 0,0 1-1 0 0,0-1 1 0 0,0 0-1 0 0,0 1 1 0 0,0-1 0 0 0,-1 0-1 0 0,1 1 1 0 0,-1-1-1 0 0,0 0 1 0 0,0 1-1 0 0,0-1 1 0 0,0 1 0 0 0,0 0-1 0 0,-1-1 1 0 0,1 1-1 0 0,-1 0 1 0 0,1 0 0 0 0,-1-1-1 0 0,0 1 1 0 0,0 1-1 0 0,0-1 1 0 0,0 0-1 0 0,0 0 1 0 0,0 1 0 0 0,0-1-1 0 0,-1 1 1 0 0,1 0-1 0 0,-5-2 1 0 0,0 1-79 0 0,0 0 0 0 0,0 0 1 0 0,0 1-1 0 0,0 0 0 0 0,0 0 1 0 0,0 0-1 0 0,-1 1 0 0 0,1 0 0 0 0,0 1 1 0 0,0 0-1 0 0,-1 0 0 0 0,1 0 0 0 0,0 1 1 0 0,0 0-1 0 0,1 1 0 0 0,-1-1 1 0 0,0 1-1 0 0,1 0 0 0 0,-1 1 0 0 0,-5 4 1 0 0,-3 2-892 0 0,0 1 1 0 0,0 0-1 0 0,1 1 0 0 0,1 1 1 0 0,0 0-1 0 0,-18 25 1 0 0,14-11-3156 0 0,-4 4-2048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1060 0 0,'-16'18'10033'0'0,"10"-9"-8361"0"0,-5 22 4097 0 0,10-18-4992 0 0,0 0-1 0 0,1 0 0 0 0,1 16 0 0 0,1 7 791 0 0,-7 69-728 0 0,-22 130 0 0 0,18-172-1939 0 0,8-55 327 0 0,-3 45-1493 0 0,6-36-1426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0 120 948 0 0,'13'-19'3355'0'0,"-6"8"-1736"0"0,1 0 0 0 0,0 1-1 0 0,0 0 1 0 0,1 0 0 0 0,0 1-1 0 0,1 0 1 0 0,17-13 0 0 0,-24 21-1469 0 0,0-1 0 0 0,0 1 0 0 0,0 0 0 0 0,0 0 0 0 0,0 0 0 0 0,1 1 0 0 0,-1-1-1 0 0,0 1 1 0 0,1 0 0 0 0,-1 0 0 0 0,0 0 0 0 0,1 0 0 0 0,-1 0 0 0 0,0 1 0 0 0,1-1 0 0 0,-1 1 0 0 0,0 0 0 0 0,0 0 0 0 0,0 0 0 0 0,0 1 0 0 0,0-1 0 0 0,3 3 0 0 0,-1-1-9 0 0,0 0 1 0 0,-1 0 0 0 0,0 0 0 0 0,0 1-1 0 0,0-1 1 0 0,0 1 0 0 0,0 0-1 0 0,-1 1 1 0 0,0-1 0 0 0,0 0 0 0 0,0 1-1 0 0,3 7 1 0 0,-2-2 41 0 0,-2 0 0 0 0,1 0 1 0 0,-1 0-1 0 0,0 0 0 0 0,-1 0 0 0 0,-1 0 0 0 0,1 0 1 0 0,-3 20-1 0 0,-1-7 214 0 0,-1 1 0 0 0,-12 37 0 0 0,9-40-23 0 0,-1-1 0 0 0,-1 0-1 0 0,-1-1 1 0 0,-15 24 0 0 0,-56 66 1873 0 0,59-80-1570 0 0,20-28-501 0 0,5-1-138 0 0,8-3-40 0 0,1-1 0 0 0,-1 0 0 0 0,0 0 0 0 0,-1-1 0 0 0,18-11 0 0 0,-2 2-172 0 0,203-89-3817 0 0,-66 31-980 0 0,-6-9-4677 0 0,-83 39 457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1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728 181 1728 0 0,'-4'-8'1049'0'0,"-2"0"480"0"0,2-1 0 0 0,-1 0 0 0 0,1-1-1 0 0,-4-15 1 0 0,7 23-1299 0 0,1 0-1 0 0,0-1 0 0 0,-1 1 0 0 0,1-1 0 0 0,0 1 0 0 0,0 0 1 0 0,0-1-1 0 0,0 1 0 0 0,1-1 0 0 0,-1 1 0 0 0,1 0 0 0 0,-1-1 1 0 0,1 1-1 0 0,0 0 0 0 0,0 0 0 0 0,0-1 0 0 0,0 1 1 0 0,0 0-1 0 0,1 0 0 0 0,-1 0 0 0 0,1 0 0 0 0,-1 0 0 0 0,1 1 1 0 0,3-3-1 0 0,2-2 48 0 0,1 1 0 0 0,0 0-1 0 0,1 0 1 0 0,-1 1 0 0 0,1 0 0 0 0,0 1 0 0 0,0 0 0 0 0,0 0 0 0 0,16-2-1 0 0,11 0 130 0 0,42-1-1 0 0,-64 5-294 0 0,329 3 681 0 0,-271 1-733 0 0,-47-3-57 0 0,-21 0 0 0 0,1 0 1 0 0,-1 1-1 0 0,1-1 1 0 0,-1 1-1 0 0,1 0 0 0 0,-1 0 1 0 0,1 0-1 0 0,-1 1 1 0 0,0 0-1 0 0,6 2 0 0 0,-7-2 30 0 0,-1 0 0 0 0,0 1 0 0 0,1-1 0 0 0,-1 0 0 0 0,0 1 0 0 0,0 0 0 0 0,0-1 0 0 0,0 1-1 0 0,1 4 1 0 0,2 3 155 0 0,-1 0-1 0 0,0 0 1 0 0,0 1 0 0 0,-1 0-1 0 0,0-1 1 0 0,-1 1-1 0 0,-1 0 1 0 0,1 17 0 0 0,-5 93 1317 0 0,2-107-1320 0 0,-57 404 3081 0 0,29-250-2274 0 0,13-63-443 0 0,-79 611 1486 0 0,67 378-512 0 0,37-796-1522 0 0,4 390 0 0 0,-13-638 0 0 0,-2 0 0 0 0,-3-1 0 0 0,-14 66 0 0 0,13-91 0 0 0,-1-1 0 0 0,0 1 0 0 0,-2-2 0 0 0,-1 1 0 0 0,-1-1 0 0 0,0 0 0 0 0,-2-1 0 0 0,-26 33 0 0 0,28-41-8 0 0,-1-1 1 0 0,0 0-1 0 0,0-1 1 0 0,-1-1-1 0 0,-1 0 1 0 0,0 0-1 0 0,0-2 1 0 0,-1 0-1 0 0,0 0 1 0 0,-21 7-1 0 0,12-8-31 0 0,1-1-1 0 0,-1 0 0 0 0,1-2 1 0 0,-2-1-1 0 0,1-1 1 0 0,-34-2-1 0 0,8-3-131 0 0,1-2 0 0 0,-62-14 0 0 0,-86-32-621 0 0,18 8-6402 0 0,59 19-3227 0 0,53 12-662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202 111 1236 0 0,'-14'-50'7471'0'0,"0"21"-5358"0"0,13 27-1891 0 0,-1 1 10 0 0,2 1-225 0 0,0 0 0 0 0,0-1-1 0 0,-1 1 1 0 0,1 0-1 0 0,0 0 1 0 0,0 0 0 0 0,-1-1-1 0 0,1 1 1 0 0,0 0 0 0 0,0 0-1 0 0,-1 0 1 0 0,1 0-1 0 0,0 0 1 0 0,-1-1 0 0 0,1 1-1 0 0,0 0 1 0 0,0 0 0 0 0,-1 0-1 0 0,1 0 1 0 0,0 0-1 0 0,-1 0 1 0 0,1 0 0 0 0,0 0-1 0 0,-1 0 1 0 0,1 0-1 0 0,0 0 1 0 0,-1 1 0 0 0,-4 3 60 0 0,1 1 0 0 0,0 0 0 0 0,0 0 0 0 0,1 0 0 0 0,-1 0 0 0 0,1 1 0 0 0,0-1 0 0 0,-3 10 0 0 0,-17 55 337 0 0,16-49-236 0 0,-20 68 378 0 0,4 0 1 0 0,-21 157-1 0 0,43-233-510 0 0,0 1 0 0 0,1-1 1 0 0,0 1-1 0 0,1-1 0 0 0,1 1 0 0 0,5 24 0 0 0,-6-34-11 0 0,0 0-1 0 0,1-1 1 0 0,-1 1-1 0 0,1-1 0 0 0,-1 1 1 0 0,1-1-1 0 0,0 0 0 0 0,1 1 1 0 0,-1-1-1 0 0,0 0 0 0 0,1 0 1 0 0,0-1-1 0 0,0 1 0 0 0,-1-1 1 0 0,2 1-1 0 0,-1-1 0 0 0,0 0 1 0 0,0 0-1 0 0,1 0 0 0 0,-1 0 1 0 0,1-1-1 0 0,-1 0 0 0 0,1 1 1 0 0,0-1-1 0 0,-1-1 0 0 0,1 1 1 0 0,0 0-1 0 0,5-1 0 0 0,3 0 26 0 0,1-1 0 0 0,-1 0 0 0 0,0-1-1 0 0,0 0 1 0 0,0-1 0 0 0,0-1-1 0 0,-1 0 1 0 0,1 0 0 0 0,-1-1 0 0 0,16-10-1 0 0,-9 5 3 0 0,-1-1-1 0 0,0-1 1 0 0,-1-1-1 0 0,-1 0 1 0 0,22-24-1 0 0,-23 20-7 0 0,-1-1-1 0 0,-1 0 1 0 0,0-1-1 0 0,-1 0 0 0 0,-2-1 1 0 0,0 0-1 0 0,-1 0 0 0 0,0-1 1 0 0,-2 0-1 0 0,-1-1 0 0 0,0 1 1 0 0,2-42-1 0 0,-6 45-24 0 0,0 0-1 0 0,-2 0 1 0 0,0 0 0 0 0,-1 0 0 0 0,-1 1-1 0 0,0-1 1 0 0,-1 1 0 0 0,-2 0 0 0 0,1 0-1 0 0,-2 0 1 0 0,0 1 0 0 0,-1 0 0 0 0,-1 0-1 0 0,0 1 1 0 0,-1 0 0 0 0,-15-17 0 0 0,21 28-21 0 0,1 0 0 0 0,-1 0 0 0 0,0 0 0 0 0,0 1 0 0 0,0 0 0 0 0,-1 0 0 0 0,1 0 1 0 0,-1 1-1 0 0,0-1 0 0 0,0 1 0 0 0,1 0 0 0 0,-1 0 0 0 0,-1 1 0 0 0,1-1 0 0 0,-10 0 1 0 0,9 2-1 0 0,0 0 1 0 0,0 1-1 0 0,0-1 1 0 0,0 1 0 0 0,1 1-1 0 0,-1-1 1 0 0,0 1 0 0 0,1 0-1 0 0,-1 0 1 0 0,1 0-1 0 0,0 1 1 0 0,0 0 0 0 0,0 0-1 0 0,-5 5 1 0 0,-5 3-16 0 0,1 1 0 0 0,1 1-1 0 0,0 0 1 0 0,0 0 0 0 0,2 2 0 0 0,-20 29 0 0 0,24-33 7 0 0,1 1 1 0 0,0 0 0 0 0,0 0 0 0 0,2 1-1 0 0,-1 0 1 0 0,1-1 0 0 0,1 2 0 0 0,1-1-1 0 0,0 0 1 0 0,-1 17 0 0 0,3-26 9 0 0,0 1 1 0 0,0-1-1 0 0,1 1 0 0 0,-1-1 1 0 0,1 0-1 0 0,0 1 1 0 0,0-1-1 0 0,1 1 0 0 0,-1-1 1 0 0,1 0-1 0 0,0 0 0 0 0,0 0 1 0 0,0 0-1 0 0,1 0 1 0 0,-1-1-1 0 0,1 1 0 0 0,0-1 1 0 0,0 1-1 0 0,0-1 1 0 0,1 0-1 0 0,5 4 0 0 0,-3-4 3 0 0,0 0-1 0 0,0 0 1 0 0,0 0-1 0 0,1-1 1 0 0,-1 0 0 0 0,1 0-1 0 0,0-1 1 0 0,0 0-1 0 0,-1 0 1 0 0,1 0-1 0 0,0-1 1 0 0,0 0-1 0 0,11-2 1 0 0,1-1-22 0 0,1 0 0 0 0,-1-2 1 0 0,0 0-1 0 0,0-1 0 0 0,-1-2 0 0 0,0 1 1 0 0,22-14-1 0 0,115-82-213 0 0,-15 9 156 0 0,-131 88 68 0 0,1 1 0 0 0,0 0 0 0 0,0 1 0 0 0,1 0 0 0 0,-1 1 0 0 0,1 0 0 0 0,0 1 0 0 0,-1 0 0 0 0,18-1 0 0 0,-20 3 3 0 0,-1 0-1 0 0,0 1 1 0 0,1 0 0 0 0,-1 0-1 0 0,0 1 1 0 0,0 0-1 0 0,0 0 1 0 0,0 1-1 0 0,0 0 1 0 0,-1 0-1 0 0,1 0 1 0 0,-1 1-1 0 0,0 0 1 0 0,0 0 0 0 0,8 7-1 0 0,2 5-3 0 0,-1 0 0 0 0,0 1 0 0 0,-1 0 0 0 0,0 1 0 0 0,-2 1-1 0 0,0 0 1 0 0,-1 1 0 0 0,15 39 0 0 0,-20-42 72 0 0,0 0-1 0 0,-1 1 0 0 0,-1-1 1 0 0,0 1-1 0 0,-1 0 0 0 0,-2 0 1 0 0,0 0-1 0 0,0 1 1 0 0,-2-1-1 0 0,0 0 0 0 0,-5 26 1 0 0,3-34 250 0 0,1 0 1 0 0,-1 0 0 0 0,-1-1-1 0 0,0 1 1 0 0,0-1-1 0 0,-10 16 1 0 0,14-24-292 0 0,0-1 1 0 0,0 1 0 0 0,-1-1-1 0 0,1 1 1 0 0,0-1 0 0 0,0 1-1 0 0,-1-1 1 0 0,1 1 0 0 0,-1-1-1 0 0,1 1 1 0 0,0-1 0 0 0,-1 1-1 0 0,1-1 1 0 0,-1 0 0 0 0,1 1 0 0 0,-1-1-1 0 0,1 0 1 0 0,-1 1 0 0 0,1-1-1 0 0,-1 0 1 0 0,0 0 0 0 0,1 1-1 0 0,-1-1 1 0 0,1 0 0 0 0,-1 0-1 0 0,0 0 1 0 0,1 0 0 0 0,-1 0-1 0 0,1 0 1 0 0,-1 0 0 0 0,0 0-1 0 0,1 0 1 0 0,-1 0 0 0 0,1 0-1 0 0,-1 0 1 0 0,0 0 0 0 0,1-1-1 0 0,-1 1 1 0 0,1 0 0 0 0,-1 0-1 0 0,1-1 1 0 0,-1 1 0 0 0,1 0-1 0 0,-1-1 1 0 0,1 1 0 0 0,-1-1-1 0 0,1 1 1 0 0,-1 0 0 0 0,1-1-1 0 0,0 1 1 0 0,-1-1 0 0 0,0 0-1 0 0,0-2-9 0 0,0 1 0 0 0,0 0 0 0 0,0-1 0 0 0,0 1 0 0 0,0-1 0 0 0,0 0 0 0 0,0 1 0 0 0,1-1 0 0 0,-1-4 0 0 0,2-18 15 0 0,1 0 0 0 0,2-1 0 0 0,0 1 0 0 0,1 1 0 0 0,2-1 1 0 0,0 1-1 0 0,2 0 0 0 0,19-37 0 0 0,-12 30-251 0 0,2 2 1 0 0,1 0-1 0 0,1 1 1 0 0,1 1-1 0 0,47-46 0 0 0,-53 59-439 0 0,1 1 0 0 0,1 0 0 0 0,0 1-1 0 0,25-13 1 0 0,-26 17-1172 0 0,0 1 1 0 0,1 1-1 0 0,18-5 0 0 0,-1 2-4344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41 851 1332 0 0,'-2'0'228'0'0,"1"0"0"0"0,-1 0 0 0 0,1 0 0 0 0,-1 0 0 0 0,1 0 1 0 0,-1 0-1 0 0,1 1 0 0 0,-1-1 0 0 0,1 0 0 0 0,-1 1 0 0 0,1 0 0 0 0,-1-1 0 0 0,1 1 0 0 0,0 0 0 0 0,-1-1 0 0 0,1 1 0 0 0,0 0 0 0 0,-1 0 0 0 0,1 0 1 0 0,0 0-1 0 0,0 0 0 0 0,0 0 0 0 0,0 1 0 0 0,0-1 0 0 0,0 0 0 0 0,1 1 0 0 0,-1-1 0 0 0,0 0 0 0 0,0 1 0 0 0,1-1 0 0 0,-1 1 0 0 0,1 1 0 0 0,-1 1-40 0 0,1 0-1 0 0,-1 0 1 0 0,1 0-1 0 0,1 1 0 0 0,-1-1 1 0 0,0 0-1 0 0,1 0 1 0 0,0 0-1 0 0,0 0 0 0 0,0 0 1 0 0,3 5-1 0 0,-2-2-35 0 0,1-1 0 0 0,0 1 0 0 0,0-1 0 0 0,1 1-1 0 0,0-1 1 0 0,0 0 0 0 0,1-1 0 0 0,-1 1 0 0 0,11 9 0 0 0,-12-13-56 0 0,0 0 1 0 0,1 0-1 0 0,-1 0 0 0 0,1-1 1 0 0,-1 1-1 0 0,1-1 1 0 0,-1 1-1 0 0,1-1 1 0 0,0-1-1 0 0,0 1 0 0 0,0 0 1 0 0,-1-1-1 0 0,1 0 1 0 0,0 0-1 0 0,0 0 1 0 0,0 0-1 0 0,0-1 0 0 0,-1 1 1 0 0,1-1-1 0 0,6-2 1 0 0,7-3 35 0 0,0-1 0 0 0,0 0 0 0 0,0-1 0 0 0,-1-1 0 0 0,0-1 0 0 0,-1 0 0 0 0,0-1 1 0 0,0-1-1 0 0,15-16 0 0 0,5-8-37 0 0,-2-2 1 0 0,33-48-1 0 0,-10-1-44 0 0,82-173 1 0 0,-70 122-11 0 0,36-49 26 0 0,-75 137-84 0 0,-28 48 12 0 0,0 0 0 0 0,0 0 1 0 0,1 0-1 0 0,-1 0 0 0 0,1 0 1 0 0,-1 1-1 0 0,1-1 1 0 0,0 0-1 0 0,0 1 0 0 0,0-1 1 0 0,0 1-1 0 0,3-2 0 0 0,-4 3 4 0 0,0-1-1 0 0,0 1 0 0 0,0 0 0 0 0,0 0 0 0 0,0 0 0 0 0,0 0 0 0 0,0 0 0 0 0,0 0 1 0 0,0 0-1 0 0,0 0 0 0 0,0 0 0 0 0,0 0 0 0 0,0 0 0 0 0,0 1 0 0 0,0-1 0 0 0,0 0 1 0 0,0 1-1 0 0,0-1 0 0 0,0 1 0 0 0,-1-1 0 0 0,1 1 0 0 0,0-1 0 0 0,0 1 0 0 0,0 0 1 0 0,-1-1-1 0 0,1 1 0 0 0,0 0 0 0 0,-1-1 0 0 0,1 1 0 0 0,-1 0 0 0 0,1 0 0 0 0,0 1 1 0 0,4 7-7 0 0,-1-1 0 0 0,0 1 0 0 0,0 0 1 0 0,-1 0-1 0 0,-1 0 0 0 0,4 18 0 0 0,3 59-6 0 0,-9-86 14 0 0,3 78 24 0 0,-4 0 1 0 0,-10 81-1 0 0,-36 154-6 0 0,23-165-290 0 0,17-81-1208 0 0,5-24-6335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8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51 1736 0 0,'-7'-6'1194'0'0,"0"1"0"0"0,0 0 0 0 0,0 0 0 0 0,-1 1 0 0 0,0 0 0 0 0,0 0-1 0 0,-11-2 1 0 0,-2-3-150 0 0,19 9-751 0 0,-8-3 702 0 0,25 7-962 0 0,-1 0 0 0 0,1-1 0 0 0,-1-1 0 0 0,1 0 0 0 0,0-1 0 0 0,21-1-1 0 0,-2 1-18 0 0,280 2-1590 0 0,-105-10-3255 0 0,-173 5 2552 0 0,-2-1-494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59 120 1432 0 0,'0'0'1284'0'0,"5"-11"2619"0"0,-11-5-411 0 0,3 5-1591 0 0,8 21-1171 0 0,7 13-153 0 0,-1 2 1 0 0,-1 0 0 0 0,7 29-1 0 0,-14-42-455 0 0,-1 0-1 0 0,0 0 0 0 0,-1 0 1 0 0,0 0-1 0 0,-1 0 0 0 0,0 0 1 0 0,-1 0-1 0 0,-1 0 0 0 0,-3 18 0 0 0,-1-14 75 0 0,1 0 0 0 0,-2-1 0 0 0,0 0-1 0 0,-1 0 1 0 0,-1-1 0 0 0,0 0-1 0 0,-16 19 1 0 0,24-32-176 0 0,0 0 0 0 0,0 0 0 0 0,0 0-1 0 0,-1 0 1 0 0,1 0 0 0 0,0 0 0 0 0,0 0 0 0 0,-1-1 0 0 0,1 1 0 0 0,0-1 0 0 0,-1 1-1 0 0,1-1 1 0 0,0 1 0 0 0,-1-1 0 0 0,1 0 0 0 0,-1 0 0 0 0,-2 1 0 0 0,3-1-25 0 0,1 0 7 0 0,-1 0 0 0 0,1 0 0 0 0,0-1 0 0 0,-1 1 0 0 0,1 0 0 0 0,0 0 0 0 0,-1 0 0 0 0,1 0 0 0 0,-1-1 0 0 0,1 1 0 0 0,0 0 1 0 0,0 0-1 0 0,-1-1 0 0 0,1 1 0 0 0,0 0 0 0 0,-1 0 0 0 0,1-1 0 0 0,0 1 0 0 0,0 0 0 0 0,-1-1 0 0 0,1 1 0 0 0,0 0 0 0 0,0-1 0 0 0,0 1 0 0 0,0 0 1 0 0,0-1-1 0 0,-1 1 0 0 0,1-1 0 0 0,0 1 0 0 0,0 0 0 0 0,0-1 0 0 0,0 1 0 0 0,0-1 0 0 0,0 1 0 0 0,0 0 0 0 0,0-1 0 0 0,0 1 0 0 0,1-1 0 0 0,-1 1 1 0 0,2-14 19 0 0,-2 14-22 0 0,3-10-2 0 0,0 0 0 0 0,1 0 0 0 0,1 0-1 0 0,-1 1 1 0 0,2-1 0 0 0,-1 1 0 0 0,1 0 0 0 0,8-9 0 0 0,63-61-164 0 0,-69 71 158 0 0,121-111-238 0 0,27-27 27 0 0,-122 114 74 0 0,-32 30 125 0 0,-17 15-35 0 0,-89 130 235 0 0,93-125-157 0 0,1 0 0 0 0,0 0 1 0 0,2 1-1 0 0,0 1 0 0 0,1-1 0 0 0,-6 32 0 0 0,12-47-16 0 0,0 1 0 0 0,1-1 0 0 0,-1 1-1 0 0,1-1 1 0 0,0 1 0 0 0,0-1 0 0 0,1 1 0 0 0,0-1 0 0 0,-1 1 0 0 0,1-1 0 0 0,1 1-1 0 0,-1-1 1 0 0,1 0 0 0 0,0 1 0 0 0,3 6 0 0 0,-1-7-33 0 0,0 1-1 0 0,-1-1 1 0 0,1 1 0 0 0,1-1-1 0 0,-1 0 1 0 0,1-1-1 0 0,-1 1 1 0 0,1-1 0 0 0,0 0-1 0 0,10 5 1 0 0,6-1-439 0 0,-1 0 0 0 0,1-1 1 0 0,1-1-1 0 0,-1-1 0 0 0,31 1 0 0 0,3-1-3343 0 0,92-6 0 0 0,-93-3-956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9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24 1824 0 0,'-122'7'14481'0'0,"303"-22"-13689"0"0,-88 4-1592 0 0,-4 7-3679 0 0,-73 6 2567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3:5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0 1464 0 0,'-133'77'9000'0'0,"93"-53"-6591"0"0,39-24-2313 0 0,0 0 1 0 0,0 1 0 0 0,0 0-1 0 0,0-1 1 0 0,0 1 0 0 0,0-1-1 0 0,0 1 1 0 0,0 0 0 0 0,0 0-1 0 0,0 0 1 0 0,1 0 0 0 0,-1-1-1 0 0,0 1 1 0 0,1 0 0 0 0,-1 0-1 0 0,0 0 1 0 0,1 0 0 0 0,-1 1 0 0 0,1-1-1 0 0,-1 0 1 0 0,1 2 0 0 0,0-2-41 0 0,0 0 1 0 0,0-1-1 0 0,1 1 1 0 0,-1 0-1 0 0,1 0 1 0 0,-1-1-1 0 0,1 1 0 0 0,-1 0 1 0 0,1 0-1 0 0,-1-1 1 0 0,1 1-1 0 0,0-1 1 0 0,-1 1-1 0 0,1-1 1 0 0,0 1-1 0 0,-1-1 1 0 0,1 1-1 0 0,0-1 1 0 0,0 1-1 0 0,-1-1 1 0 0,3 1-1 0 0,4 1 84 0 0,0 1-1 0 0,1-1 1 0 0,-1-1 0 0 0,14 2-1 0 0,30-1-668 0 0,0-3 0 0 0,66-8 0 0 0,26-12-7127 0 0,-102 13 2363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96 1308 0 0,'2'-21'4255'0'0,"0"4"471"0"0,0 1-1 0 0,-1-26 0 0 0,0 84-3125 0 0,-2-1 0 0 0,-12 81 0 0 0,-29 80-944 0 0,-27 22-192 0 0,29-101-147 0 0,38-115-287 0 0,0-1 60 0 0,0-1 0 0 0,-1 1 0 0 0,1 0 0 0 0,-7 9 0 0 0,8-14-9 0 0,2-4-153 0 0,8-17 62 0 0,1 1-1 0 0,1 0 1 0 0,0 1-1 0 0,1 0 1 0 0,1 1-1 0 0,1 0 1 0 0,0 1 0 0 0,1 1-1 0 0,0 0 1 0 0,1 1-1 0 0,1 1 1 0 0,0 0-1 0 0,1 1 1 0 0,36-16-1 0 0,-45 24-6 0 0,-1 1-1 0 0,1 0 0 0 0,-1 0 1 0 0,1 0-1 0 0,0 1 0 0 0,-1 1 0 0 0,1 0 1 0 0,0 0-1 0 0,0 0 0 0 0,0 1 1 0 0,-1 0-1 0 0,1 1 0 0 0,0 0 0 0 0,-1 1 1 0 0,0-1-1 0 0,1 2 0 0 0,-1-1 1 0 0,12 8-1 0 0,-14-8 24 0 0,-1 1 0 0 0,0 0 0 0 0,1 0 0 0 0,-1 0 0 0 0,-1 1-1 0 0,1 0 1 0 0,-1-1 0 0 0,0 2 0 0 0,0-1 0 0 0,0 0 0 0 0,-1 1 0 0 0,0 0 0 0 0,0 0 0 0 0,0 0 0 0 0,-1 0 0 0 0,0 0 0 0 0,0 0 0 0 0,0 1 0 0 0,-1-1 0 0 0,0 1 0 0 0,0-1 0 0 0,-1 1 0 0 0,0-1 0 0 0,0 1-1 0 0,-1 9 1 0 0,-2-4 24 0 0,0 1 0 0 0,-1-1 0 0 0,0-1 0 0 0,-1 1 0 0 0,0-1-1 0 0,-1 1 1 0 0,0-2 0 0 0,-1 1 0 0 0,0-1 0 0 0,0 0 0 0 0,-1 0 0 0 0,-1-1-1 0 0,1 0 1 0 0,-2 0 0 0 0,1-1 0 0 0,-14 9 0 0 0,8-7 28 0 0,0 0 0 0 0,0-1 0 0 0,-1-1-1 0 0,0 0 1 0 0,0-2 0 0 0,0 1 0 0 0,-1-2 0 0 0,0 0 0 0 0,-1-2 0 0 0,1 1 0 0 0,-19 0 0 0 0,15-4-80 0 0,1-1 1 0 0,-1-1 0 0 0,1-1 0 0 0,-1-1 0 0 0,1 0-1 0 0,0-2 1 0 0,-33-13 0 0 0,-39-25-3302 0 0,6-8-6181 0 0,71 41 4676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87 1340 0 0,'30'-27'3749'0'0,"-19"18"-1971"0"0,-1-1-1 0 0,13-15 1 0 0,-22 23-1504 0 0,12-11 3047 0 0,-62 24-2744 0 0,1 1 0 0 0,1 3 1 0 0,0 2-1 0 0,-73 38 1 0 0,107-48-582 0 0,0 1 0 0 0,0 0 0 0 0,1 1 0 0 0,0 0 1 0 0,1 0-1 0 0,0 2 0 0 0,0-1 0 0 0,1 1 0 0 0,1 1 1 0 0,0 0-1 0 0,0 0 0 0 0,2 1 0 0 0,-1 0 1 0 0,1 0-1 0 0,1 1 0 0 0,1 0 0 0 0,0 0 0 0 0,0 0 1 0 0,2 1-1 0 0,0-1 0 0 0,-2 18 0 0 0,-12 215 747 0 0,3-33 343 0 0,-20 50 401 0 0,-73 277 0 0 0,57-265-1304 0 0,50-273-177 0 0,-1 1 1 0 0,1 0-1 0 0,0 0 1 0 0,0-1-1 0 0,0 1 1 0 0,1 0-1 0 0,0 0 1 0 0,-1-1-1 0 0,1 1 1 0 0,0-1-1 0 0,1 1 1 0 0,-1 0-1 0 0,1-1 1 0 0,-1 0-1 0 0,1 1 1 0 0,0-1-1 0 0,0 0 1 0 0,0 0-1 0 0,1 0 0 0 0,-1 0 1 0 0,1-1-1 0 0,0 1 1 0 0,0-1-1 0 0,0 1 1 0 0,0-1-1 0 0,0 0 1 0 0,0 0-1 0 0,0 0 1 0 0,4 1-1 0 0,10 3-62 0 0,-1 0 1 0 0,1-2-1 0 0,0 0 0 0 0,35 4 0 0 0,-38-6-55 0 0,56 6-2013 0 0,139-4-1 0 0,71-25-6940 0 0,-172 11 3173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2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801 47 40 0 0,'41'-46'10232'0'0,"-41"58"-9373"0"0,-3-6-720 0 0,0 0 0 0 0,-1 0 0 0 0,0 0-1 0 0,0-1 1 0 0,0 0 0 0 0,-1 1 0 0 0,1-1 0 0 0,-1-1 0 0 0,-1 1 0 0 0,-6 4-1 0 0,0 1-4 0 0,-31 26 22 0 0,-1-2 1 0 0,-1-1 0 0 0,-2-3-1 0 0,-2-2 1 0 0,0-2 0 0 0,-1-2-1 0 0,-2-3 1 0 0,0-1-1 0 0,-66 14 1 0 0,103-31-138 0 0,-1 0 0 0 0,1 0 0 0 0,-1-2 0 0 0,-22 0 0 0 0,34-1-15 0 0,-1 0 0 0 0,1-1 0 0 0,-1 0-1 0 0,1 1 1 0 0,-1-2 0 0 0,1 1 0 0 0,0 0 0 0 0,0-1 0 0 0,-1 0 0 0 0,1 0 0 0 0,0 0 0 0 0,1 0-1 0 0,-1-1 1 0 0,0 1 0 0 0,1-1 0 0 0,-1 0 0 0 0,1 0 0 0 0,0-1 0 0 0,0 1 0 0 0,-3-5 0 0 0,0-1-4 0 0,1 0 0 0 0,0-1 0 0 0,0 0-1 0 0,1 0 1 0 0,0 0 0 0 0,1-1 0 0 0,0 1 0 0 0,1-1 0 0 0,-2-18 0 0 0,4 26 0 0 0,0-1 0 0 0,0 0 0 0 0,0 0 0 0 0,0 0 1 0 0,1 1-1 0 0,-1-1 0 0 0,1 0 0 0 0,0 1 0 0 0,0-1 0 0 0,0 1 0 0 0,1-1 0 0 0,-1 1 0 0 0,1-1 0 0 0,0 1 0 0 0,0 0 0 0 0,0 0 0 0 0,1 0 1 0 0,-1 0-1 0 0,0 0 0 0 0,1 0 0 0 0,0 1 0 0 0,0-1 0 0 0,0 1 0 0 0,0 0 0 0 0,0 0 0 0 0,0 0 0 0 0,1 0 0 0 0,-1 1 0 0 0,0-1 1 0 0,1 1-1 0 0,4-1 0 0 0,3-1 7 0 0,0 1 1 0 0,1 1-1 0 0,-1 0 1 0 0,0 1 0 0 0,1 0-1 0 0,-1 0 1 0 0,0 1 0 0 0,1 1-1 0 0,-1 0 1 0 0,0 1-1 0 0,0 0 1 0 0,0 0 0 0 0,-1 1-1 0 0,1 0 1 0 0,14 9-1 0 0,-8-3-3 0 0,-1 0-1 0 0,0 0 1 0 0,0 2-1 0 0,-1 0 0 0 0,-1 1 1 0 0,0 0-1 0 0,-1 1 0 0 0,17 22 1 0 0,-20-20 35 0 0,1 1 0 0 0,-2 0 0 0 0,0 1 1 0 0,8 25-1 0 0,18 77-1520 0 0,-28-92 377 0 0,12 20-4718 0 0,-12-35 1748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1500 0 0,'18'-19'8226'0'0,"-18"19"-8086"0"0,1-1 0 0 0,-1 1 0 0 0,1-1 0 0 0,-1 1 0 0 0,1-1 0 0 0,-1 1 0 0 0,1 0 0 0 0,-1-1 0 0 0,1 1 0 0 0,0-1 0 0 0,-1 1 0 0 0,1 0 0 0 0,-1 0 0 0 0,1-1 0 0 0,0 1 0 0 0,-1 0 0 0 0,1 0 0 0 0,0 0 0 0 0,-1 0 0 0 0,1 0 0 0 0,0 0 0 0 0,0 0 0 0 0,-1 0 0 0 0,1 0 0 0 0,0 0 0 0 0,-1 0 0 0 0,2 1 0 0 0,-2 0-64 0 0,1 0 0 0 0,0 0-1 0 0,-1 0 1 0 0,1 0 0 0 0,-1 1 0 0 0,0-1 0 0 0,1 0 0 0 0,-1 1 0 0 0,0-1-1 0 0,0 0 1 0 0,0 1 0 0 0,0-1 0 0 0,0 0 0 0 0,0 1 0 0 0,0-1 0 0 0,0 0 0 0 0,-1 2-1 0 0,-14 89 668 0 0,-3 15-682 0 0,17-93-797 0 0,0-1-1 0 0,1 1 1 0 0,1 0-1 0 0,0 0 0 0 0,4 20 1 0 0,-4-31 328 0 0,-1 0 0 0 0,1-1 0 0 0,0 1 0 0 0,0-1 0 0 0,0 1 0 0 0,0-1 0 0 0,0 1 0 0 0,1-1 0 0 0,-1 0 0 0 0,1 0 0 0 0,-1 1 0 0 0,1-1 0 0 0,2 2 1 0 0,4 3-2874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29 2216 0 0,'25'-23'6273'0'0,"-23"21"-5633"0"0,-2 2-556 0 0,0 0 1 0 0,0 0-1 0 0,1-1 1 0 0,-1 1-1 0 0,0 0 0 0 0,0 0 1 0 0,1-1-1 0 0,-1 1 1 0 0,0 0-1 0 0,1 0 1 0 0,-1 0-1 0 0,0-1 1 0 0,1 1-1 0 0,-1 0 0 0 0,0 0 1 0 0,1 0-1 0 0,-1 0 1 0 0,0 0-1 0 0,1 0 1 0 0,-1 0-1 0 0,0 0 1 0 0,1 0-1 0 0,-1 0 0 0 0,1 0 1 0 0,-1 0-1 0 0,-1 7 10 0 0,-1-1 0 0 0,0 0 0 0 0,0 1 0 0 0,-1-1 0 0 0,1 0 0 0 0,-1 0 0 0 0,-1 0 0 0 0,-6 8 0 0 0,-6 14-63 0 0,10-17-357 0 0,2 0 0 0 0,0 0-1 0 0,-4 14 1 0 0,2 15-4529 0 0,5-26 1218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3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601 23 1476 0 0,'18'-23'8132'0'0,"-20"30"-7907"0"0,1-1-1 0 0,-1 0 1 0 0,-1 0 0 0 0,1 0-1 0 0,-1 0 1 0 0,0 0 0 0 0,-6 9-1 0 0,-33 40 814 0 0,26-35-765 0 0,-14 16 83 0 0,-2-2-1 0 0,-1-1 0 0 0,-66 50 0 0 0,-125 69 14 0 0,198-136-19 0 0,-28 13 0 0 0,52-28-255 0 0,-16-2 33 0 0,17 1-122 0 0,0-1 0 0 0,0 1 1 0 0,1-1-1 0 0,-1 1 0 0 0,0-1 0 0 0,0 1 0 0 0,0-1 0 0 0,1 0 0 0 0,-1 1 0 0 0,0-1 0 0 0,1 0 0 0 0,-1 0 0 0 0,1 1 0 0 0,-1-1 0 0 0,1 0 0 0 0,-1 0 0 0 0,1 0 0 0 0,-1 0 0 0 0,1 0 0 0 0,0 1 0 0 0,0-1 0 0 0,-1 0 0 0 0,1-1 0 0 0,-4-22 81 0 0,6 7-84 0 0,0 0 0 0 0,1 0-1 0 0,0 0 1 0 0,2 0-1 0 0,0 1 1 0 0,0 0 0 0 0,2 0-1 0 0,0 0 1 0 0,1 1 0 0 0,16-24-1 0 0,-22 35-8 0 0,0 1 0 0 0,1-1 1 0 0,-1 1-1 0 0,1 0 0 0 0,-1 0 0 0 0,1 0 0 0 0,0 0 0 0 0,0 1 0 0 0,1-1 1 0 0,-1 1-1 0 0,0 0 0 0 0,1 0 0 0 0,7-4 0 0 0,-7 6-3 0 0,0 0 9 0 0,0 1 1 0 0,-1 0 0 0 0,1 0-1 0 0,-1 0 1 0 0,0 1-1 0 0,1-1 1 0 0,-1 1 0 0 0,0 0-1 0 0,0 0 1 0 0,0 0-1 0 0,0 0 1 0 0,0 0 0 0 0,-1 0-1 0 0,1 1 1 0 0,-1 0-1 0 0,1-1 1 0 0,-1 1 0 0 0,0 0-1 0 0,0 0 1 0 0,2 4-1 0 0,0-1 24 0 0,10 16 12 0 0,-2 1-1 0 0,14 34 0 0 0,-16-33-216 0 0,1-1 0 0 0,18 28 0 0 0,-24-44-240 0 0,1 0 0 0 0,-1 0 0 0 0,1-1 1 0 0,0 0-1 0 0,0 0 0 0 0,1 0 0 0 0,0 0 0 0 0,0-1 0 0 0,0-1 0 0 0,14 8 0 0 0,27 7-4164 0 0,-23-15 1006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74 1444 0 0,'5'-18'3524'0'0,"-4"14"-2767"0"0,0-1-1 0 0,0 1 1 0 0,0-1-1 0 0,1 1 0 0 0,0-1 1 0 0,0 1-1 0 0,0 0 1 0 0,1 0-1 0 0,4-7 0 0 0,-5 10-638 0 0,1 0 0 0 0,0 0 0 0 0,-1 0 0 0 0,1 1 0 0 0,0-1 0 0 0,-1 1 0 0 0,1-1 0 0 0,0 1 0 0 0,0 0 0 0 0,-1 0 0 0 0,1 0 0 0 0,0 1 0 0 0,0-1 0 0 0,-1 1 0 0 0,5 1 0 0 0,-1 0-52 0 0,1 0 0 0 0,-1 1 0 0 0,0 0 0 0 0,0 0 0 0 0,-1 1 0 0 0,1 0 0 0 0,-1 0 0 0 0,1 0 0 0 0,-1 1 0 0 0,0-1 0 0 0,-1 1 0 0 0,1 0 0 0 0,-1 1 0 0 0,0-1 0 0 0,-1 1 0 0 0,1 0 0 0 0,-1-1 0 0 0,0 2 0 0 0,0-1 0 0 0,-1 0 1 0 0,0 0-1 0 0,0 1 0 0 0,0 0 0 0 0,-1-1 0 0 0,0 1 0 0 0,-1 0 0 0 0,1-1 0 0 0,-1 1 0 0 0,0 0 0 0 0,-1 0 0 0 0,0-1 0 0 0,0 1 0 0 0,0 0 0 0 0,-1-1 0 0 0,-2 8 0 0 0,-2 0 142 0 0,-1 0-1 0 0,0-1 1 0 0,0 0-1 0 0,-2 0 1 0 0,1-1 0 0 0,-2 0-1 0 0,0 0 1 0 0,-12 10 0 0 0,-8 6 583 0 0,-57 39 1 0 0,87-67-790 0 0,0 1 0 0 0,-1-1 1 0 0,1 0-1 0 0,-1 0 0 0 0,1 1 1 0 0,0-1-1 0 0,-1 0 1 0 0,1 0-1 0 0,0 1 0 0 0,0-1 1 0 0,-1 0-1 0 0,1 1 1 0 0,0-1-1 0 0,0 0 0 0 0,-1 1 1 0 0,1-1-1 0 0,0 0 0 0 0,0 1 1 0 0,0-1-1 0 0,0 1 1 0 0,0-1-1 0 0,0 0 0 0 0,-1 1 1 0 0,1-1-1 0 0,0 1 1 0 0,0-1-1 0 0,0 0 0 0 0,0 1 1 0 0,0-1-1 0 0,1 1 0 0 0,-1-1 1 0 0,0 1-1 0 0,1 0-3 0 0,-1 0 1 0 0,1 0-1 0 0,0-1 0 0 0,0 1 0 0 0,0 0 1 0 0,0-1-1 0 0,0 1 0 0 0,0 0 1 0 0,0-1-1 0 0,0 0 0 0 0,0 1 0 0 0,0-1 1 0 0,0 1-1 0 0,0-1 0 0 0,0 0 0 0 0,0 0 1 0 0,1 0-1 0 0,-1 0 0 0 0,0 1 0 0 0,0-2 1 0 0,0 1-1 0 0,0 0 0 0 0,0 0 0 0 0,2 0 1 0 0,1-1-22 0 0,135-8-5017 0 0,-49-4-2430 0 0,-59 6 2094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0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2 1220 0 0,'17'-2'7639'0'0,"-13"3"-6876"0"0,-4-1-652 0 0,1 1-1 0 0,-1-1 0 0 0,0 0 0 0 0,1 0 0 0 0,-1 0 0 0 0,0 1 0 0 0,1-1 0 0 0,-1 0 110 0 0,0 0-110 0 0,0 1 1 0 0,1-1-1 0 0,-1 0 0 0 0,0 1 0 0 0,0-1 0 0 0,0 0 0 0 0,1 1 0 0 0,-1-1 0 0 0,0 0 0 0 0,0 1 0 0 0,0-1 1 0 0,0 0-1 0 0,0 1 0 0 0,0-1 0 0 0,0 0 0 0 0,0 1 0 0 0,0-1 0 0 0,0 0 0 0 0,0 1 0 0 0,0-1 0 0 0,0 1 0 0 0,-2 4 242 0 0,1-1 0 0 0,-1 1 0 0 0,0-1 0 0 0,-1 1-1 0 0,-5 7 1 0 0,8-11-302 0 0,-46 65 1173 0 0,-71 80-1 0 0,-34 48-3677 0 0,123-150 528 0 0,-6 8-4317 0 0,21-34 1523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2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72 1800 0 0,'5'-25'7371'0'0,"0"-14"1364"0"0,-3 31-6318 0 0,-60 232 2791 0 0,25-106-4203 0 0,-59 207 763 0 0,77-265-1417 0 0,14-58-363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2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81 159 580 0 0,'-25'-31'10649'0'0,"1"-2"-4722"0"0,5 7-3103 0 0,18 25-2602 0 0,1-1-189 0 0,0 1-1 0 0,0-1 1 0 0,1 0 0 0 0,-1 1-1 0 0,0-1 1 0 0,1 1 0 0 0,-1-1-1 0 0,1 0 1 0 0,-1 1 0 0 0,1-1-1 0 0,0 1 1 0 0,0-1 0 0 0,-1 1-1 0 0,1 0 1 0 0,2-2 0 0 0,8-4-18 0 0,1 1 0 0 0,0 1 0 0 0,0 0 0 0 0,1 1 0 0 0,-1 0 0 0 0,1 1 0 0 0,0 0 1 0 0,0 1-1 0 0,0 0 0 0 0,27 1 0 0 0,-30 1-17 0 0,1 1-1 0 0,-1 0 1 0 0,1 1 0 0 0,-1 0-1 0 0,1 0 1 0 0,-1 1 0 0 0,0 0 0 0 0,0 1-1 0 0,0 0 1 0 0,-1 1 0 0 0,1 0-1 0 0,-1 1 1 0 0,0-1 0 0 0,10 11 0 0 0,-16-14 7 0 0,0 1 0 0 0,-1-1 1 0 0,1 1-1 0 0,-1 0 0 0 0,0 0 1 0 0,0 1-1 0 0,0-1 0 0 0,0 0 1 0 0,0 0-1 0 0,-1 1 1 0 0,0-1-1 0 0,0 1 0 0 0,0 0 1 0 0,0-1-1 0 0,0 1 0 0 0,0 4 1 0 0,-1-2 0 0 0,-1 0 0 0 0,1 0 0 0 0,-1 0 0 0 0,0 0 0 0 0,0-1-1 0 0,-1 1 1 0 0,1 0 0 0 0,-1-1 0 0 0,-4 8 0 0 0,-3 4 23 0 0,-1-1 0 0 0,-1 0 0 0 0,0 0 0 0 0,-1-1 0 0 0,-16 16 0 0 0,-18 12 638 0 0,-76 56 0 0 0,73-61-399 0 0,27-22-141 0 0,17-13-113 0 0,0 0-1 0 0,0 0 1 0 0,0 1-1 0 0,1 0 1 0 0,0 0-1 0 0,-7 8 1 0 0,11-11-13 0 0,0-1-1 0 0,0 0 1 0 0,0 1 0 0 0,0-1 0 0 0,0 0 0 0 0,0 1 0 0 0,0-1 0 0 0,0 0-1 0 0,0 1 1 0 0,1-1 0 0 0,-1 0 0 0 0,0 1 0 0 0,0-1 0 0 0,0 0 0 0 0,0 1-1 0 0,1-1 1 0 0,-1 0 0 0 0,0 1 0 0 0,0-1 0 0 0,1 0 0 0 0,-1 0-1 0 0,0 1 1 0 0,0-1 0 0 0,1 0 0 0 0,-1 0 0 0 0,0 0 0 0 0,1 0 0 0 0,-1 1-1 0 0,0-1 1 0 0,1 0 0 0 0,-1 0 0 0 0,0 0 0 0 0,1 0 0 0 0,-1 0 0 0 0,1 0-1 0 0,-1 0 1 0 0,0 0 0 0 0,1 0 0 0 0,0 0 0 0 0,13 3-18 0 0,27-1 31 0 0,0-2 1 0 0,69-10-1 0 0,-51 4-8 0 0,327-31 272 0 0,-354 34-220 0 0,-29 2-140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27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74 1012 0 0,'-8'-11'7810'0'0,"2"-7"-2807"0"0,-7-17 5553 0 0,13 34-10486 0 0,0 1 0 0 0,0-1 0 0 0,0 1 0 0 0,0 0 0 0 0,0-1 0 0 0,0 1 0 0 0,0-1 0 0 0,0 1-1 0 0,0 0 1 0 0,0-1 0 0 0,-1 1 0 0 0,1-1 0 0 0,0 1 0 0 0,0 0 0 0 0,0-1 0 0 0,-1 1 0 0 0,1 0 0 0 0,0 0 0 0 0,0-1 0 0 0,-1 1 0 0 0,1 0 0 0 0,0-1 0 0 0,-1 1 0 0 0,-4 14 190 0 0,1 1 1 0 0,-4 17-1 0 0,-3 16 307 0 0,-12 35 105 0 0,-25 73 355 0 0,27-83-614 0 0,14-43-214 0 0,-16 38 1 0 0,23-67-185 0 0,-10 33 230 0 0,9-30-1209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27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84 1768 0 0,'20'-50'13207'0'0,"-17"30"-8937"0"0,-11 25-4114 0 0,0 1 1 0 0,0 0-1 0 0,0 1 0 0 0,1 0 0 0 0,0 0 1 0 0,0 0-1 0 0,1 1 0 0 0,-7 11 0 0 0,-5 4 77 0 0,-109 144 858 0 0,115-148-1039 0 0,0 0 1 0 0,2 0-1 0 0,1 2 0 0 0,0-1 1 0 0,1 1-1 0 0,2 0 0 0 0,-7 31 0 0 0,12-46-45 0 0,1 0 0 0 0,-1 1 0 0 0,1-1 0 0 0,0 0-1 0 0,1 1 1 0 0,-1-1 0 0 0,1 0 0 0 0,1 0 0 0 0,-1 0-1 0 0,1 0 1 0 0,0 0 0 0 0,0 0 0 0 0,1 0-1 0 0,0 0 1 0 0,0-1 0 0 0,0 1 0 0 0,1-1 0 0 0,-1 0-1 0 0,1 0 1 0 0,1 0 0 0 0,-1-1 0 0 0,1 1 0 0 0,-1-1-1 0 0,1 0 1 0 0,0-1 0 0 0,9 6 0 0 0,-2-3 78 0 0,0 0 0 0 0,0 0 0 0 0,0-1 0 0 0,1-1 0 0 0,-1 0 0 0 0,1-1 0 0 0,0 0 0 0 0,1-1 0 0 0,-1-1 0 0 0,0 0 0 0 0,22-1 1 0 0,-18-2 63 0 0,0 0 1 0 0,-1-1 0 0 0,1-2 0 0 0,-1 1 0 0 0,0-2-1 0 0,0 0 1 0 0,-1-1 0 0 0,0 0 0 0 0,0-1 0 0 0,0-1-1 0 0,-1 0 1 0 0,-1-1 0 0 0,0-1 0 0 0,0 0 0 0 0,-1-1-1 0 0,16-19 1 0 0,-17 18-56 0 0,-1-1 0 0 0,0 0 0 0 0,-1-1-1 0 0,-1 0 1 0 0,0 0 0 0 0,-1-1 0 0 0,0 0 0 0 0,-2 0 0 0 0,0-1-1 0 0,-1 1 1 0 0,0-1 0 0 0,-1 0 0 0 0,-1 0 0 0 0,-1 0 0 0 0,-1-1-1 0 0,-1-19 1 0 0,0 27-74 0 0,-1-1-1 0 0,0 1 0 0 0,0 0 1 0 0,-1-1-1 0 0,-1 1 0 0 0,1 0 1 0 0,-2 1-1 0 0,1-1 1 0 0,-1 1-1 0 0,-1 0 0 0 0,0 0 1 0 0,0 0-1 0 0,-1 1 0 0 0,0 0 1 0 0,0 0-1 0 0,-11-8 1 0 0,8 9-73 0 0,0 0 0 0 0,-1 0 0 0 0,1 1 0 0 0,-1 0 0 0 0,-1 1 0 0 0,1 1 1 0 0,-1 0-1 0 0,0 0 0 0 0,0 1 0 0 0,0 0 0 0 0,0 1 0 0 0,0 1 0 0 0,-22 0 1 0 0,14 1-583 0 0,0 2 0 0 0,0 0 0 0 0,0 1 0 0 0,0 2 0 0 0,-30 9 0 0 0,-91 46-7857 0 0,107-44 5097 0 0,-38 17-5833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6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93 156 0 0,'-4'-14'4050'0'0,"-9"-38"2880"0"0,12 51-6360 0 0,1-1-370 0 0,1 1 0 0 0,-1 0 0 0 0,0-1-1 0 0,0 1 1 0 0,-1-1 0 0 0,1 1 0 0 0,0 0 0 0 0,0-1 0 0 0,-1 1 0 0 0,1 0 0 0 0,-1 0 0 0 0,1-1 0 0 0,-1 1 0 0 0,-1-2 0 0 0,-4-1 430 0 0,1 15-227 0 0,-18 130 924 0 0,21-119-1270 0 0,1 0 0 0 0,1 1 1 0 0,1-1-1 0 0,5 35 0 0 0,-4-48-46 0 0,0-1 1 0 0,1 1-1 0 0,0 0 1 0 0,0-1-1 0 0,1 0 0 0 0,5 9 1 0 0,-7-13-8 0 0,1 0 0 0 0,-1-1 0 0 0,1 1-1 0 0,0-1 1 0 0,1 1 0 0 0,-1-1 0 0 0,0 0 0 0 0,1 0 0 0 0,0 0 0 0 0,0-1 0 0 0,0 1 0 0 0,0-1 0 0 0,7 3 0 0 0,-6-3 0 0 0,0-1 0 0 0,0 1 0 0 0,1-1 0 0 0,-1 0 0 0 0,1-1 0 0 0,-1 1 0 0 0,0-1 0 0 0,1 0 0 0 0,-1-1 0 0 0,1 1 0 0 0,-1-1 0 0 0,0 0 0 0 0,1 0 0 0 0,-1-1 0 0 0,0 1 0 0 0,0-1 0 0 0,0 0 0 0 0,0-1 0 0 0,0 1 0 0 0,0-1 0 0 0,-1 0 0 0 0,1 0 0 0 0,3-5 0 0 0,1 0 171 0 0,-1 0 0 0 0,0-1 0 0 0,0 0 1 0 0,-1 0-1 0 0,-1-1 0 0 0,0 0 0 0 0,0 0 0 0 0,-1-1 1 0 0,8-19-1 0 0,-4 4 536 0 0,-3 12-97 0 0,0-1-1 0 0,2-18 1 0 0,-7 32-461 0 0,-1 3-144 0 0,1-1 1 0 0,0 1-1 0 0,-1 0 1 0 0,1 0-1 0 0,-1-1 1 0 0,1 1-1 0 0,-1 0 1 0 0,0 0-1 0 0,0 0 1 0 0,0 0-1 0 0,0-1 1 0 0,-1 4-1 0 0,-8 125-50 0 0,-6 101 211 0 0,11-76-4519 0 0,8-121 1185 0 0,1-11-3145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97 896 0 0,'-75'-19'13039'0'0,"72"18"-12549"0"0,3 2-439 0 0,-1-1-1 0 0,1 0 1 0 0,-1 0-1 0 0,1 0 1 0 0,-1 0-1 0 0,1 1 1 0 0,-1-1-1 0 0,1 0 0 0 0,-1 0 1 0 0,1 0-1 0 0,-1 0 1 0 0,1 0-1 0 0,-1 0 1 0 0,1 0-1 0 0,-1 0 1 0 0,1-1-1 0 0,-1 1 1 0 0,1 0-1 0 0,-1 0 0 0 0,1 0 1 0 0,-1-1-1 0 0,1 1 1 0 0,-1 0-1 0 0,0-1 1 0 0,3-9 428 0 0,12-10-279 0 0,-6 14-183 0 0,1 1 0 0 0,-1 0 0 0 0,1 0 0 0 0,0 1 0 0 0,1 0 0 0 0,-1 0 0 0 0,1 1 0 0 0,-1 1 0 0 0,1-1 0 0 0,0 2 0 0 0,0-1 0 0 0,0 1 0 0 0,0 1 0 0 0,0 0 0 0 0,0 0 0 0 0,0 1 0 0 0,0 0 0 0 0,0 1 0 0 0,12 3 0 0 0,-19-4-13 0 0,0 0 0 0 0,0 0 0 0 0,-1 0 0 0 0,1 0 0 0 0,0 1 0 0 0,0-1 0 0 0,-1 1 0 0 0,1 0 0 0 0,-1 0 0 0 0,0 0 0 0 0,1 0 0 0 0,-1 0 0 0 0,0 0 0 0 0,0 0 0 0 0,0 1-1 0 0,0-1 1 0 0,-1 1 0 0 0,1 0 0 0 0,0 2 0 0 0,0 0 3 0 0,-1-1 0 0 0,0 1-1 0 0,0-1 1 0 0,0 1 0 0 0,-1 0 0 0 0,0-1-1 0 0,0 1 1 0 0,0 0 0 0 0,0-1-1 0 0,-1 1 1 0 0,-1 6 0 0 0,-2 4 8 0 0,0-1 0 0 0,-2 1 0 0 0,1-1 1 0 0,-2 0-1 0 0,0 0 0 0 0,-13 18 0 0 0,-16 16 97 0 0,-1-2-1 0 0,-56 52 0 0 0,92-96-53 0 0,17-2-50 0 0,26-5 14 0 0,-30 5-11 0 0,1 0 1 0 0,-1 1 0 0 0,0 0 0 0 0,0 1 0 0 0,0 0 0 0 0,0 1 0 0 0,-1 0 0 0 0,1 1-1 0 0,17 9 1 0 0,-21-9 74 0 0,0 0-1 0 0,0 0 0 0 0,-1 1 0 0 0,1 0 0 0 0,-1 0 0 0 0,-1 1 0 0 0,1 0 1 0 0,-1 0-1 0 0,0 1 0 0 0,0 0 0 0 0,-1 0 0 0 0,0 0 0 0 0,0 0 1 0 0,4 10-1 0 0,-7-13 21 0 0,-1 0 1 0 0,0 0-1 0 0,0 0 0 0 0,0 0 1 0 0,0 0-1 0 0,0 0 0 0 0,-1 0 1 0 0,0 0-1 0 0,0 0 1 0 0,0 1-1 0 0,0-1 0 0 0,-1 0 1 0 0,-2 8-1 0 0,1-6 27 0 0,0 1 0 0 0,-1-1 1 0 0,0 0-1 0 0,0 0 0 0 0,-1 0 0 0 0,1-1 0 0 0,-1 1 0 0 0,-5 4 1 0 0,-1 1 77 0 0,-1-1 0 0 0,0-1 0 0 0,0 1 1 0 0,-1-2-1 0 0,0 0 0 0 0,0 0 1 0 0,-17 7-1 0 0,14-9-80 0 0,1 0-1 0 0,-1-2 1 0 0,0 1-1 0 0,0-2 1 0 0,-1 0-1 0 0,1-1 1 0 0,-1 0-1 0 0,1-1 1 0 0,-1-1-1 0 0,-26-3 1 0 0,30 2-250 0 0,-1-2 0 0 0,0 0 0 0 0,1 0 1 0 0,0-1-1 0 0,-1-1 0 0 0,2 0 1 0 0,-1 0-1 0 0,1-2 0 0 0,-1 1 0 0 0,2-1 1 0 0,-1-1-1 0 0,1 0 0 0 0,-10-9 0 0 0,19 15-31 0 0,0 1-1 0 0,0 0 0 0 0,0-1 0 0 0,0 1 0 0 0,0 0 1 0 0,0-1-1 0 0,0 1 0 0 0,1-1 0 0 0,-1 1 0 0 0,1-1 1 0 0,-1 1-1 0 0,1-1 0 0 0,-1 0 0 0 0,1 1 0 0 0,0-1 0 0 0,0 0 1 0 0,0 1-1 0 0,0-1 0 0 0,0 0 0 0 0,0 1 0 0 0,0-1 1 0 0,1 1-1 0 0,-1-1 0 0 0,1 0 0 0 0,-1 1 0 0 0,1-1 1 0 0,-1 1-1 0 0,1-1 0 0 0,0 1 0 0 0,0-1 0 0 0,0 1 1 0 0,0 0-1 0 0,0-1 0 0 0,0 1 0 0 0,1-1 0 0 0,3-4-1183 0 0,0 1-1 0 0,1-1 0 0 0,0 1 1 0 0,0 1-1 0 0,0-1 0 0 0,7-3 0 0 0,4-3-4430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7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119 175 1824 0 0,'-16'-38'9311'0'0,"15"36"-8769"0"0,1 1 0 0 0,-1-1 0 0 0,1 0-1 0 0,-1 0 1 0 0,0 0 0 0 0,0 0 0 0 0,0 0 0 0 0,-2-2-1 0 0,-1 12-234 0 0,-1 0-1 0 0,1 0 0 0 0,1 0 0 0 0,0 1 1 0 0,0 0-1 0 0,-2 10 0 0 0,-4 10 119 0 0,7-23-342 0 0,-15 43 508 0 0,-12 58-1 0 0,26-93-547 0 0,0 1 0 0 0,1-1 1 0 0,1 1-1 0 0,1-1 0 0 0,0 1 0 0 0,1 0 0 0 0,0-1 0 0 0,7 29 1 0 0,-6-36-37 0 0,0-1 1 0 0,1 1-1 0 0,-1-1 1 0 0,2 0 0 0 0,-1 0-1 0 0,1 0 1 0 0,0 0 0 0 0,0-1-1 0 0,0 1 1 0 0,1-1 0 0 0,0 0-1 0 0,0 0 1 0 0,0-1-1 0 0,7 5 1 0 0,-4-4 2 0 0,1 0-1 0 0,1 0 1 0 0,-1-1-1 0 0,1 0 1 0 0,-1-1-1 0 0,1 0 1 0 0,0 0-1 0 0,20 2 1 0 0,-13-4 18 0 0,0 0 1 0 0,0-1 0 0 0,0-1-1 0 0,0 0 1 0 0,0-1-1 0 0,-1-1 1 0 0,1-1 0 0 0,0 0-1 0 0,-1-2 1 0 0,0 1-1 0 0,21-12 1 0 0,-24 9 52 0 0,-1 0 0 0 0,0 0 1 0 0,-1-1-1 0 0,0-1 0 0 0,0 0 0 0 0,-1 0 0 0 0,-1-1 1 0 0,1 0-1 0 0,-2-1 0 0 0,0 0 0 0 0,0-1 0 0 0,8-17 1 0 0,-9 14 27 0 0,-1 0 0 0 0,0 0 0 0 0,-1-1 0 0 0,-1 0 1 0 0,0 0-1 0 0,-2 0 0 0 0,0 0 0 0 0,0 0 0 0 0,-2-1 1 0 0,-1-19-1 0 0,-1 25-93 0 0,0-1 0 0 0,-1 1 0 0 0,0-1-1 0 0,0 1 1 0 0,-2 0 0 0 0,1 0 0 0 0,-2 1 0 0 0,1-1 0 0 0,-2 1 0 0 0,1 1 0 0 0,-2-1 0 0 0,1 1 0 0 0,-1 0 0 0 0,-1 1 0 0 0,0-1 0 0 0,0 2 0 0 0,-1-1 0 0 0,0 2-1 0 0,0-1 1 0 0,-1 1 0 0 0,1 1 0 0 0,-2 0 0 0 0,1 0 0 0 0,-1 1 0 0 0,0 1 0 0 0,0 0 0 0 0,-23-5 0 0 0,19 7-132 0 0,0 0 0 0 0,0 1 1 0 0,1 1-1 0 0,-1 0 0 0 0,0 1 0 0 0,-16 3 0 0 0,26-3-174 0 0,1 0 0 0 0,-1 0-1 0 0,0 1 1 0 0,1 0-1 0 0,-1 0 1 0 0,1 0-1 0 0,0 0 1 0 0,0 1-1 0 0,0 0 1 0 0,0 0 0 0 0,0 0-1 0 0,1 1 1 0 0,-1-1-1 0 0,1 1 1 0 0,0 0-1 0 0,0 1 1 0 0,1-1-1 0 0,-1 1 1 0 0,-5 8 0 0 0,4 9-2912 0 0,7-6-1950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1536 0 0,'0'0'6517'0'0,"8"-11"-2746"0"0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0 764 0 0,'0'0'6137'0'0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48 0 0,'0'0'1288'0'0,"-4"7"1644"0"0,-1 2-2784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41 115 3112 0 0,'8'-13'3787'0'0,"-1"0"-1"0"0,5-15 0 0 0,10-16 2805 0 0,-21 42-6083 0 0,7-13 2922 0 0,-9 35-3117 0 0,0-1-1 0 0,0 0 1 0 0,-2 0 0 0 0,-1 0 0 0 0,-7 24 0 0 0,0 4-101 0 0,-7 33-154 0 0,-17 93-67 0 0,29-133-1376 0 0,2 0 1 0 0,1 55 0 0 0,4-73-718 0 0,6 29 0 0 0,4-4-6425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38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1141 49 1160 0 0,'-14'-3'5620'0'0,"-19"-9"1736"0"0,31 11-6521 0 0,-11-3 2418 0 0,46 3 926 0 0,46-1-4165 0 0,34-3 192 0 0,93-8 1747 0 0,-103 6 1710 0 0,-100 7-3598 0 0,3 2 50 0 0,-6-2-110 0 0,0 0 0 0 0,1 0 0 0 0,-1 0 0 0 0,1 0 1 0 0,-1 0-1 0 0,0 0 0 0 0,1 0 0 0 0,-1 0 0 0 0,1 0 0 0 0,-1 0 0 0 0,1 0 0 0 0,-1 0 0 0 0,0 1 0 0 0,1-1 0 0 0,-1 0 0 0 0,0 0 0 0 0,1 0 0 0 0,-1 1 0 0 0,0-1 0 0 0,1 0 0 0 0,-1 0 0 0 0,0 1 0 0 0,1-1 0 0 0,-1 0 0 0 0,0 1 0 0 0,0-1 0 0 0,1 0 0 0 0,-1 1 0 0 0,0-1 1 0 0,0 0-1 0 0,1 1 0 0 0,1 14 176 0 0,-1 0 1 0 0,0-1-1 0 0,-1 1 1 0 0,-2 23-1 0 0,-14 64 256 0 0,13-81-397 0 0,-123 978 891 0 0,92-668-1044 0 0,1 30 118 0 0,-4 35-8 0 0,34-373 6 0 0,-35 269 38 0 0,22-204 4 0 0,-33 109 1 0 0,36-160 0 0 0,-24 53 1 0 0,28-73-23 0 0,0-1 0 0 0,0 0 1 0 0,-2 0-1 0 0,0-1 0 0 0,-17 18 1 0 0,20-26-42 0 0,-1 1-1 0 0,0-1 1 0 0,-1-1 0 0 0,1 1 0 0 0,-1-2-1 0 0,-1 1 1 0 0,1-1 0 0 0,-1-1 0 0 0,1 0-1 0 0,-1 0 1 0 0,-1-1 0 0 0,1-1 0 0 0,0 0-1 0 0,-1 0 1 0 0,1-1 0 0 0,-1-1 0 0 0,-18-1-1 0 0,-14-4-801 0 0,1-1-1 0 0,-1-2 0 0 0,-54-19 0 0 0,30 8-829 0 0,-319-55-7196 0 0,219 55 1498 0 0,74 9 23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1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1796 0 0,'0'0'2804'0'0,"-7"5"-2012"0"0,0 2-1232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2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45 1304 0 0,'60'-43'6964'0'0,"-58"42"-6454"0"0,4 2 168 0 0,-6-2-640 0 0,1 1 0 0 0,-1 0 0 0 0,1 0 0 0 0,0 0 0 0 0,-1 0 0 0 0,1 0 0 0 0,0 0 0 0 0,-1 0 0 0 0,1 0 0 0 0,-1 0 0 0 0,1 1 0 0 0,0-1 0 0 0,-1 0 0 0 0,1 0 0 0 0,-1 0 0 0 0,1 1 0 0 0,0-1 0 0 0,-1 0 0 0 0,1 1 0 0 0,0 0 0 0 0,1 4 164 0 0,0 0 0 0 0,0 0 0 0 0,0 0 0 0 0,-1 1 0 0 0,0-1 0 0 0,0 0 1 0 0,0 1-1 0 0,-1-1 0 0 0,0 1 0 0 0,0-1 0 0 0,0 1 0 0 0,-1-1 1 0 0,-1 9-1 0 0,-4 10 365 0 0,-13 39 0 0 0,16-53-462 0 0,-17 42 248 0 0,-2 0-1 0 0,-3-1 0 0 0,-49 76 0 0 0,32-64-180 0 0,-4-3 0 0 0,-62 65 0 0 0,93-109-134 0 0,5-4-2 0 0,-1-1 0 0 0,0-1 0 0 0,0 0 1 0 0,-16 11-1 0 0,27-21-35 0 0,-1 1 0 0 0,0-1 0 0 0,0 1 0 0 0,0 0-1 0 0,0-1 1 0 0,1 0 0 0 0,-1 1 0 0 0,0-1 0 0 0,0 1 0 0 0,0-1 0 0 0,0 0 0 0 0,0 0 0 0 0,0 0 0 0 0,0 0 0 0 0,0 1 0 0 0,0-1 0 0 0,0 0-1 0 0,0-1 1 0 0,0 1 0 0 0,0 0 0 0 0,0 0 0 0 0,0 0 0 0 0,0 0 0 0 0,0-1 0 0 0,0 1 0 0 0,0-1 0 0 0,0 1 0 0 0,1 0 0 0 0,-1-1 0 0 0,0 0-1 0 0,0 1 1 0 0,0-1 0 0 0,1 1 0 0 0,-1-1 0 0 0,0 0 0 0 0,1 0 0 0 0,-1 1 0 0 0,0-1 0 0 0,1 0 0 0 0,-1 0 0 0 0,1 0 0 0 0,-1 0 0 0 0,1 1-1 0 0,0-1 1 0 0,-1 0 0 0 0,1 0 0 0 0,0 0 0 0 0,-1-2 0 0 0,-1-4-6 0 0,1 0-1 0 0,0-1 1 0 0,0 0-1 0 0,0-13 1 0 0,3-33-12 0 0,2 1 1 0 0,3 0-1 0 0,23-94 1 0 0,-29 145 13 0 0,0 0 0 0 0,-1 0 0 0 0,1-1 0 0 0,0 1-1 0 0,0 0 1 0 0,0 0 0 0 0,0 0 0 0 0,0 0 0 0 0,0 0 0 0 0,1 0 0 0 0,-1 0 0 0 0,1 0 0 0 0,-1 1 0 0 0,1-1 0 0 0,0 1 0 0 0,0-1 0 0 0,0 1 0 0 0,0-1-1 0 0,0 1 1 0 0,0 0 0 0 0,0 0 0 0 0,3-1 0 0 0,-2 1 1 0 0,1 1 0 0 0,-1-1-1 0 0,1 1 1 0 0,0 0 0 0 0,-1 0-1 0 0,1 0 1 0 0,-1 1 0 0 0,1-1-1 0 0,-1 1 1 0 0,1 0 0 0 0,-1 0-1 0 0,0 0 1 0 0,1 0 0 0 0,4 3-1 0 0,10 6 6 0 0,0 0-1 0 0,-1 1 0 0 0,-1 1 0 0 0,0 0 0 0 0,0 2 1 0 0,17 18-1 0 0,77 101 123 0 0,-93-112-97 0 0,56 77-58 0 0,-21-28-1488 0 0,2-2-3530 0 0,-41-54 1839 0 0,-1-2-1064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66 2104 0 0,'1'-3'1971'0'0,"1"-9"955"0"0,-2 8-2078 0 0,1 0 0 0 0,0 0 0 0 0,0 0 0 0 0,0 0 0 0 0,0 0 0 0 0,4-6 0 0 0,-4 8-773 0 0,0 1 0 0 0,0 0 0 0 0,0 0-1 0 0,0 0 1 0 0,0 0 0 0 0,0-1-1 0 0,0 1 1 0 0,1 1 0 0 0,-1-1-1 0 0,0 0 1 0 0,1 0 0 0 0,-1 0-1 0 0,1 1 1 0 0,-1-1 0 0 0,1 1 0 0 0,-1-1-1 0 0,1 1 1 0 0,-1 0 0 0 0,1-1-1 0 0,-1 1 1 0 0,1 0 0 0 0,0 0-1 0 0,1 0 1 0 0,-1 0-50 0 0,0 0-1 0 0,0 0 1 0 0,0 0-1 0 0,1 0 1 0 0,-1 1 0 0 0,0-1-1 0 0,0 1 1 0 0,0-1-1 0 0,0 1 1 0 0,0 0 0 0 0,0-1-1 0 0,0 1 1 0 0,0 0-1 0 0,0 1 1 0 0,0-1 0 0 0,-1 0-1 0 0,1 0 1 0 0,0 1-1 0 0,-1-1 1 0 0,1 1-1 0 0,-1-1 1 0 0,1 1 0 0 0,-1 0-1 0 0,0 0 1 0 0,0-1-1 0 0,0 1 1 0 0,0 0 0 0 0,0 0-1 0 0,0 0 1 0 0,0 0-1 0 0,-1 0 1 0 0,1 0 0 0 0,-1 1-1 0 0,1-1 1 0 0,-1 0-1 0 0,0 0 1 0 0,0 0 0 0 0,0 0-1 0 0,0 1 1 0 0,0-1-1 0 0,-1 0 1 0 0,1 0 0 0 0,-1 2-1 0 0,-3 7 39 0 0,0 0 0 0 0,-1 0 0 0 0,0-1 0 0 0,0 0 0 0 0,-1 0 0 0 0,-1 0 0 0 0,-9 11 0 0 0,-60 58 106 0 0,46-50-17 0 0,22-20 62 0 0,14-12-29 0 0,13-5-165 0 0,-7 6-30 0 0,1 0 1 0 0,0 1-1 0 0,1 0 1 0 0,-1 1 0 0 0,0 1-1 0 0,0 0 1 0 0,0 0 0 0 0,14 5-1 0 0,-18-4 44 0 0,0 1 1 0 0,0 0-1 0 0,0 0 0 0 0,-1 1 0 0 0,1 0 0 0 0,-1 0 0 0 0,0 1 1 0 0,-1 0-1 0 0,1 1 0 0 0,-1 0 0 0 0,0 0 0 0 0,6 7 1 0 0,-10-10 97 0 0,-1 0-1 0 0,0 0 1 0 0,0 0 0 0 0,0 0 0 0 0,0 0 0 0 0,0 1 0 0 0,-1-1 0 0 0,1 1 0 0 0,-1-1 0 0 0,0 1 0 0 0,0-1 0 0 0,-1 1 0 0 0,1 0 0 0 0,-1-1 0 0 0,1 8 0 0 0,-2-5 64 0 0,0 0 1 0 0,0-1 0 0 0,0 0 0 0 0,-1 1 0 0 0,1-1-1 0 0,-1 0 1 0 0,-1 0 0 0 0,1 1 0 0 0,-6 6-1 0 0,-2 2 208 0 0,0-1 0 0 0,-1 0 0 0 0,-1-1 0 0 0,0 0-1 0 0,0-1 1 0 0,-15 10 0 0 0,7-7 55 0 0,0 0 0 0 0,-1-2-1 0 0,-1 0 1 0 0,0-2 0 0 0,0 0 0 0 0,-43 11 0 0 0,54-18-433 0 0,0 0 0 0 0,-1-1 1 0 0,1 0-1 0 0,-1-1 0 0 0,0-1 1 0 0,1 0-1 0 0,-1 0 0 0 0,0-1 1 0 0,1 0-1 0 0,-1-1 0 0 0,1-1 1 0 0,0 0-1 0 0,-1 0 1 0 0,1-1-1 0 0,1 0 0 0 0,-13-7 1 0 0,22 10-221 0 0,-1 0 1 0 0,0 0 0 0 0,1 0 0 0 0,0-1-1 0 0,-1 1 1 0 0,1 0 0 0 0,0 0 0 0 0,-1-1-1 0 0,1 1 1 0 0,0-1 0 0 0,0 1 0 0 0,0-1-1 0 0,0 1 1 0 0,1-1 0 0 0,-1 0 0 0 0,0 0 0 0 0,1 1-1 0 0,-1-1 1 0 0,1 0 0 0 0,-1 0 0 0 0,1 0-1 0 0,0 1 1 0 0,0-1 0 0 0,0 0 0 0 0,0 0-1 0 0,0 0 1 0 0,0 0 0 0 0,0 1 0 0 0,1-1-1 0 0,-1 0 1 0 0,1 0 0 0 0,-1 0 0 0 0,1 1 0 0 0,0-1-1 0 0,0 0 1 0 0,0 1 0 0 0,0-1 0 0 0,0 1-1 0 0,1-3 1 0 0,4-4-1399 0 0,0 0 0 0 0,0 1 0 0 0,1-1 0 0 0,0 1 0 0 0,0 1 0 0 0,9-8 0 0 0,7-3-5111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3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95 3140 0 0,'-1'-9'1371'0'0,"-1"0"-1"0"0,-1 0 0 0 0,0 1 0 0 0,0-1 1 0 0,-1 1-1 0 0,0 0 0 0 0,0 0 0 0 0,-8-10 1 0 0,11 17-1293 0 0,0 0 1 0 0,0 0-1 0 0,-1 0 1 0 0,1 1-1 0 0,0-1 1 0 0,-1 0-1 0 0,1 1 1 0 0,0-1-1 0 0,-1 1 0 0 0,1-1 1 0 0,-1 1-1 0 0,1 0 1 0 0,-1-1-1 0 0,1 1 1 0 0,-1 0-1 0 0,1 0 1 0 0,-1 0-1 0 0,1 0 1 0 0,-1 1-1 0 0,1-1 1 0 0,-1 0-1 0 0,1 1 1 0 0,-1-1-1 0 0,1 1 1 0 0,0-1-1 0 0,-1 1 1 0 0,1-1-1 0 0,0 1 1 0 0,-1 0-1 0 0,1 0 0 0 0,-1 1 1 0 0,-6 3 2 0 0,1 1 1 0 0,0 0-1 0 0,-11 12 1 0 0,15-15 18 0 0,-43 47-333 0 0,3 1 0 0 0,-47 74 0 0 0,41-42-3116 0 0,9 2-3491 0 0,29-61 1722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45 1324 0 0,'48'-40'7349'0'0,"-46"39"-6860"0"0,-2 1-361 0 0,1-1 0 0 0,-1 1 1 0 0,1-1-1 0 0,-1 1 1 0 0,1 0-1 0 0,0-1 1 0 0,-1 1-1 0 0,1 0 1 0 0,-1 0-1 0 0,1 0 1 0 0,0 0-1 0 0,-1-1 1 0 0,1 1-1 0 0,0 0 1 0 0,-1 0-1 0 0,1 0 1 0 0,0 0-1 0 0,-1 0 1 0 0,1 0-1 0 0,0 1 1 0 0,0 2 73 0 0,0-1 0 0 0,-1 1 0 0 0,1 0-1 0 0,-1 0 1 0 0,0 0 0 0 0,0 0 0 0 0,0 0 0 0 0,0 0 0 0 0,0 0 0 0 0,-1 0 0 0 0,1-1 0 0 0,-1 1 0 0 0,0 0 0 0 0,0 0 0 0 0,0 0 0 0 0,0-1-1 0 0,0 1 1 0 0,-4 4 0 0 0,-5 11 838 0 0,-18 24-1 0 0,24-36-798 0 0,-26 34 304 0 0,-2-2 0 0 0,-1-1 1 0 0,-72 60-1 0 0,-130 76 55 0 0,234-172-598 0 0,-17 11 62 0 0,0-1 1 0 0,0 0-1 0 0,-32 13 0 0 0,49-24-64 0 0,0 1-1 0 0,0-1 1 0 0,-1 0 0 0 0,1 0-1 0 0,0 1 1 0 0,0-1 0 0 0,0 0 0 0 0,0 0-1 0 0,-1 0 1 0 0,1 0 0 0 0,0 0-1 0 0,0 0 1 0 0,0-1 0 0 0,-1 1-1 0 0,1 0 1 0 0,0-1 0 0 0,0 1 0 0 0,0 0-1 0 0,0-1 1 0 0,0 1 0 0 0,0-1-1 0 0,0 0 1 0 0,0 1 0 0 0,-1-2 0 0 0,0 0-2 0 0,1 0 0 0 0,-1 0 1 0 0,1 0-1 0 0,0 0 0 0 0,-1 0 0 0 0,1 0 1 0 0,0 0-1 0 0,0 0 0 0 0,1-1 1 0 0,-1 1-1 0 0,0-3 0 0 0,-1-4-3 0 0,1 1 0 0 0,0-1 0 0 0,1 0 0 0 0,0 0 0 0 0,1-12 0 0 0,2-1-20 0 0,1-1-1 0 0,1 0 1 0 0,9-25 0 0 0,-12 42 19 0 0,0 0 0 0 0,1 1-1 0 0,0-1 1 0 0,-1 1 0 0 0,1 0 0 0 0,1 0 0 0 0,-1 0-1 0 0,1 0 1 0 0,0 0 0 0 0,0 1 0 0 0,1-1 0 0 0,-1 1-1 0 0,1 1 1 0 0,0-1 0 0 0,0 0 0 0 0,0 1-1 0 0,6-3 1 0 0,-8 5 2 0 0,0 1 0 0 0,0-1 0 0 0,1 0-1 0 0,-1 1 1 0 0,0 0 0 0 0,1-1 0 0 0,-1 1-1 0 0,1 1 1 0 0,-1-1 0 0 0,0 0 0 0 0,1 1 0 0 0,-1 0-1 0 0,0 0 1 0 0,0 0 0 0 0,5 2 0 0 0,4 2-6 0 0,1 1 0 0 0,15 12 0 0 0,-18-12-7 0 0,10 7 43 0 0,-1 1-1 0 0,-1 1 0 0 0,-1 0 1 0 0,19 21-1 0 0,56 76-1598 0 0,-15-17-6163 0 0,-64-81 3986 0 0,3-3-1585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4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55 656 0 0,'19'-55'16355'0'0,"-20"70"-15038"0"0,-17 61 1040 0 0,11-54-1970 0 0,-7 46-1 0 0,14-61-357 0 0,-1 0-1 0 0,1 0 1 0 0,0-1-1 0 0,1 1 0 0 0,-1 0 1 0 0,1 0-1 0 0,1-1 1 0 0,-1 1-1 0 0,1-1 0 0 0,0 1 1 0 0,4 7-1 0 0,-5-11-30 0 0,1 0-1 0 0,0 0 1 0 0,-1 0-1 0 0,1-1 1 0 0,0 1-1 0 0,1 0 1 0 0,-1-1-1 0 0,0 1 1 0 0,1-1-1 0 0,-1 0 1 0 0,1 0-1 0 0,0 0 1 0 0,0 0-1 0 0,-1 0 1 0 0,1-1-1 0 0,1 1 1 0 0,-1-1-1 0 0,0 0 1 0 0,0 0-1 0 0,0 0 1 0 0,1 0 0 0 0,-1 0-1 0 0,0-1 1 0 0,1 0-1 0 0,-1 1 1 0 0,0-1-1 0 0,1 0 1 0 0,-1-1-1 0 0,1 1 1 0 0,-1-1-1 0 0,6-1 1 0 0,0-1-36 0 0,0 0 0 0 0,-1 0 0 0 0,1-1 1 0 0,-1 0-1 0 0,0-1 0 0 0,0 0 1 0 0,0 0-1 0 0,0-1 0 0 0,-1 0 0 0 0,10-10 1 0 0,6-11-57 0 0,23-33 1 0 0,11-14 404 0 0,-54 70-212 0 0,11-12-139 0 0,-8 14 234 0 0,-5 11 429 0 0,-9 45 74 0 0,-4-1-1 0 0,-31 96 0 0 0,-1-3-2353 0 0,34-94-1610 0 0,10-49 2200 0 0,0 1 0 0 0,0-1-1 0 0,0 0 1 0 0,0 0 0 0 0,0 0-1 0 0,1 1 1 0 0,0-1 0 0 0,0 3-1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546 118 2412 0 0,'-10'-21'3710'0'0,"3"7"-358"0"0,1-1 0 0 0,0 0 0 0 0,-4-18 0 0 0,10 31-3022 0 0,0-1 47 0 0,0 3-367 0 0,0 0 0 0 0,0-1 1 0 0,0 1-1 0 0,0 0 0 0 0,0 0 1 0 0,0-1-1 0 0,0 1 1 0 0,0 0-1 0 0,0 0 0 0 0,0-1 1 0 0,0 1-1 0 0,0 0 0 0 0,0-1 1 0 0,0 1-1 0 0,0 0 1 0 0,1 0-1 0 0,-1-1 0 0 0,0 1 1 0 0,0 0-1 0 0,0 0 1 0 0,0 0-1 0 0,0-1 0 0 0,0 1 1 0 0,1 0-1 0 0,-1 0 0 0 0,0-1 1 0 0,0 1-1 0 0,0 0 1 0 0,1 0-1 0 0,-1 0 0 0 0,0 0 1 0 0,0 0-1 0 0,1-1 0 0 0,-1 1 1 0 0,27-3 243 0 0,0 0 0 0 0,0 2-1 0 0,49 4 1 0 0,-20 0-77 0 0,41-2 122 0 0,211 15 1129 0 0,-307-15-1378 0 0,0-1 1 0 0,0 1-1 0 0,0-1 1 0 0,0 1-1 0 0,0-1 0 0 0,0 1 1 0 0,0-1-1 0 0,0 1 1 0 0,0 0-1 0 0,0 0 1 0 0,0-1-1 0 0,0 1 1 0 0,0 0-1 0 0,-1 0 0 0 0,1 0 1 0 0,0 0-1 0 0,-1 0 1 0 0,1 0-1 0 0,-1 0 1 0 0,1 0-1 0 0,-1 0 1 0 0,1 1-1 0 0,0 0 0 0 0,5 30 848 0 0,-6-28-763 0 0,3 24 395 0 0,-2 0 1 0 0,-1 0-1 0 0,-4 35 0 0 0,-19 85 724 0 0,18-118-1027 0 0,-88 424 1070 0 0,-2 6-1003 0 0,73-318 286 0 0,-6 183-1 0 0,30 24-102 0 0,1-119-301 0 0,-3-228-176 0 0,0 0 0 0 0,-1 1 0 0 0,1-1 0 0 0,-1 0 0 0 0,0 1 0 0 0,1-1 0 0 0,-1 0 0 0 0,0 0 0 0 0,-1 0 0 0 0,1 0 0 0 0,0 0 0 0 0,0 0 0 0 0,-1 0 0 0 0,1 0 0 0 0,-1 0 0 0 0,0-1 0 0 0,1 1 0 0 0,-1-1 0 0 0,0 1 0 0 0,0-1 0 0 0,0 1 0 0 0,0-1 0 0 0,0 0 0 0 0,-1 0 0 0 0,1 0 0 0 0,0-1 0 0 0,0 1 0 0 0,-1 0 0 0 0,-3 0 0 0 0,-9 2 0 0 0,-1 0 0 0 0,0-1 0 0 0,-21-1 0 0 0,23 0 0 0 0,-370-11-8664 0 0,253 3 5222 0 0,17 1-3638 0 0,-5-3-4097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17 245 1044 0 0,'-9'-7'5567'0'0,"9"6"-5371"0"0,-7-20 8520 0 0,22 22-8012 0 0,-5 2-492 0 0,1 1 0 0 0,-1 0 0 0 0,0 0-1 0 0,0 1 1 0 0,0 0 0 0 0,-1 1 0 0 0,0 0-1 0 0,0 0 1 0 0,0 1 0 0 0,11 12-1 0 0,-11-10-163 0 0,0 1-1 0 0,0 0 1 0 0,-1 1-1 0 0,0 0 0 0 0,-1 0 1 0 0,-1 1-1 0 0,0 0 1 0 0,8 19-1 0 0,-12-23-26 0 0,0-1 0 0 0,-1 1 0 0 0,1 0-1 0 0,-2-1 1 0 0,1 1 0 0 0,-1 0 0 0 0,0 0 0 0 0,0-1 0 0 0,-1 1-1 0 0,0 0 1 0 0,-1 0 0 0 0,0-1 0 0 0,0 1 0 0 0,0-1 0 0 0,-6 11 0 0 0,1-4 68 0 0,-1-1 0 0 0,0 1 1 0 0,-1-2-1 0 0,0 0 0 0 0,-1 0 1 0 0,-22 21-1 0 0,-5-1 262 0 0,35-31-327 0 0,2-1-23 0 0,0-1 0 0 0,-1 1 1 0 0,1 0-1 0 0,0 0 1 0 0,-1 0-1 0 0,1-1 1 0 0,0 1-1 0 0,0 0 1 0 0,0-1-1 0 0,-1 1 1 0 0,1 0-1 0 0,0 0 1 0 0,0-1-1 0 0,0 1 1 0 0,-1 0-1 0 0,1-1 1 0 0,0 1-1 0 0,0 0 1 0 0,0-1-1 0 0,0 1 1 0 0,0 0-1 0 0,0-1 1 0 0,0 1-1 0 0,0-1 1 0 0,0 1-1 0 0,0 0 1 0 0,0-1-1 0 0,0 1 1 0 0,0 0-1 0 0,0-1 1 0 0,39-70 7 0 0,2 3 1 0 0,70-88 0 0 0,117-118-82 0 0,-207 250 69 0 0,-5 7 7 0 0,-9 9-2 0 0,1 0 0 0 0,-2 0 0 0 0,1 0 0 0 0,5-10 0 0 0,-10 14-14 0 0,0 0-5 0 0,-4 5 11 0 0,-4 4 6 0 0,-11 11 56 0 0,1-1 0 0 0,1 2 0 0 0,1 0 0 0 0,-22 34 0 0 0,14-21 9 0 0,-6 11 184 0 0,-42 77 0 0 0,59-96-206 0 0,1 1 0 0 0,1 1 0 0 0,1-1 0 0 0,1 2 0 0 0,-6 34 0 0 0,12-52-36 0 0,1-1-1 0 0,-1 1 1 0 0,1 0-1 0 0,1 0 1 0 0,-1 0-1 0 0,1-1 0 0 0,0 1 1 0 0,1 0-1 0 0,-1-1 1 0 0,1 1-1 0 0,1-1 1 0 0,-1 0-1 0 0,1 0 1 0 0,0 0-1 0 0,1 0 1 0 0,-1 0-1 0 0,1 0 1 0 0,0-1-1 0 0,1 0 0 0 0,-1 0 1 0 0,1 0-1 0 0,0-1 1 0 0,0 1-1 0 0,0-1 1 0 0,1 0-1 0 0,0 0 1 0 0,0-1-1 0 0,0 0 1 0 0,0 0-1 0 0,0 0 1 0 0,7 1-1 0 0,7 2-186 0 0,0-1 1 0 0,0-1-1 0 0,0 0 0 0 0,1-2 1 0 0,-1 0-1 0 0,1-1 0 0 0,-1-1 1 0 0,1-2-1 0 0,-1 0 0 0 0,1 0 0 0 0,-1-2 1 0 0,0-1-1 0 0,20-7 0 0 0,-35 10-402 0 0,-1 0 0 0 0,0-1 0 0 0,1 1-1 0 0,-1-1 1 0 0,0 0 0 0 0,-1 0 0 0 0,5-5 0 0 0,10-15-6478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48 420 0 0,'-9'-8'7168'0'0,"-18"1"1364"0"0,9 2-4516 0 0,30 6-819 0 0,29 1-2277 0 0,134-19-1938 0 0,-112 9-2671 0 0,-1 2-4140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8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56 2000 0 0,'-67'48'12143'0'0,"66"-48"-11981"0"0,0 1 0 0 0,1-1 0 0 0,-1 0 0 0 0,0 1-1 0 0,1-1 1 0 0,-1 1 0 0 0,1-1 0 0 0,-1 1 0 0 0,1-1 0 0 0,-1 1-1 0 0,1 0 1 0 0,-1-1 0 0 0,1 1 0 0 0,0-1 0 0 0,-1 1 0 0 0,1 0-1 0 0,0 0 1 0 0,0-1 0 0 0,-1 1 0 0 0,1 0 0 0 0,0-1 0 0 0,0 1-1 0 0,0 0 1 0 0,0 0 0 0 0,0 1 0 0 0,0-2-89 0 0,1 1 1 0 0,0 0-1 0 0,-1-1 1 0 0,1 1-1 0 0,-1-1 0 0 0,1 1 1 0 0,0-1-1 0 0,0 0 1 0 0,-1 1-1 0 0,1-1 1 0 0,0 0-1 0 0,0 1 0 0 0,-1-1 1 0 0,1 0-1 0 0,0 0 1 0 0,0 0-1 0 0,0 1 0 0 0,1-1 1 0 0,5 0 60 0 0,0 0 0 0 0,0 0-1 0 0,13-2 1 0 0,240-59-2659 0 0,-88 11-6574 0 0,-128 36 2846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4:4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454 110 524 0 0,'-7'-110'18004'0'0,"-4"119"-16953"0"0,8-4-826 0 0,1 0-1 0 0,-1 0 0 0 0,1 0 1 0 0,0 1-1 0 0,0-1 0 0 0,1 0 1 0 0,-1 1-1 0 0,0 10 1 0 0,-4 10 353 0 0,-60 210 1890 0 0,-54 175-63 0 0,86-308-1974 0 0,-65 134-1 0 0,89-216-365 0 0,-10 16 542 0 0,19-35-439 0 0,-2-4-71 0 0,3 2-96 0 0,-1 0 0 0 0,1 0 1 0 0,0 0-1 0 0,0 0 0 0 0,0-1 1 0 0,-1 1-1 0 0,1 0 0 0 0,0 0 0 0 0,0 0 1 0 0,0 0-1 0 0,-1 0 0 0 0,1 0 1 0 0,0 0-1 0 0,0 0 0 0 0,0 0 1 0 0,0 0-1 0 0,-1-1 0 0 0,1 1 1 0 0,0 0-1 0 0,0 0 0 0 0,0 0 1 0 0,0 0-1 0 0,0 0 0 0 0,-1-1 1 0 0,1 1-1 0 0,0 0 0 0 0,0 0 1 0 0,0 0-1 0 0,0 0 0 0 0,0-1 1 0 0,0 1-1 0 0,0 0 0 0 0,0 0 1 0 0,0 0-1 0 0,0-1 0 0 0,0 1 1 0 0,0 0-1 0 0,0 0 0 0 0,0 0 1 0 0,0-1-1 0 0,0 1 0 0 0,0 0 1 0 0,9-39 19 0 0,2 1 0 0 0,1 1 1 0 0,30-63-1 0 0,-31 79-41 0 0,1 0 0 0 0,1 0 0 0 0,1 1 0 0 0,0 1 0 0 0,2 1 0 0 0,0 0 0 0 0,28-23 0 0 0,-39 36 15 0 0,1 2 1 0 0,-1-1-1 0 0,1 1 1 0 0,-1-1-1 0 0,1 1 0 0 0,0 1 1 0 0,0-1-1 0 0,1 1 0 0 0,-1 1 1 0 0,0-1-1 0 0,1 1 1 0 0,-1 0-1 0 0,1 0 0 0 0,-1 1 1 0 0,1-1-1 0 0,-1 2 1 0 0,1-1-1 0 0,-1 1 0 0 0,1 0 1 0 0,-1 0-1 0 0,1 1 0 0 0,-1-1 1 0 0,0 2-1 0 0,0-1 1 0 0,0 1-1 0 0,0 0 0 0 0,7 4 1 0 0,-4-1 9 0 0,0-1 0 0 0,-1 2 0 0 0,0-1 0 0 0,0 1 0 0 0,-1 0 0 0 0,1 1 0 0 0,-2 0 0 0 0,1 0 0 0 0,-1 1 0 0 0,0-1 0 0 0,-1 1 0 0 0,0 0 0 0 0,-1 1 0 0 0,1-1 1 0 0,-2 1-1 0 0,4 14 0 0 0,-4-9 120 0 0,-1-1-1 0 0,-1 0 1 0 0,0 1 0 0 0,-1-1 0 0 0,-1 0 0 0 0,0 1 0 0 0,-1-1 0 0 0,-1 0 0 0 0,0 0 0 0 0,0 0-1 0 0,-2 0 1 0 0,0-1 0 0 0,0 1 0 0 0,-1-1 0 0 0,-12 19 0 0 0,12-23-35 0 0,-1 0 0 0 0,1-1 0 0 0,-1 0 0 0 0,0 0 0 0 0,-1 0 0 0 0,0-1 1 0 0,0 0-1 0 0,-1 0 0 0 0,0-1 0 0 0,0 0 0 0 0,0-1 0 0 0,-1 0 0 0 0,0 0 0 0 0,0-1 0 0 0,0-1 0 0 0,0 1 1 0 0,-1-2-1 0 0,1 1 0 0 0,-1-1 0 0 0,0-1 0 0 0,-14 0 0 0 0,6-1-94 0 0,-1-1-1 0 0,1-1 1 0 0,0-1 0 0 0,0-1-1 0 0,-33-10 1 0 0,41 10-26 0 0,0-1-1 0 0,0 0 1 0 0,1 0 0 0 0,-1-1-1 0 0,1-1 1 0 0,0 0 0 0 0,1 0 0 0 0,0 0-1 0 0,0-1 1 0 0,-13-15 0 0 0,22 22-121 0 0,-4-4-1018 0 0,0 1-1 0 0,1-1 1 0 0,0 0-1 0 0,0 0 1 0 0,-4-8-1 0 0,2-20-12952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5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83 1696 0 0,'-13'-10'5982'0'0,"-6"-15"681"0"0,19 24-6598 0 0,0 1 0 0 0,0-1 0 0 0,0 1 0 0 0,0 0 0 0 0,0-1 1 0 0,0 1-1 0 0,1 0 0 0 0,-1-1 0 0 0,0 1 0 0 0,0 0 0 0 0,1-1 1 0 0,-1 1-1 0 0,0 0 0 0 0,0 0 0 0 0,1-1 0 0 0,-1 1 0 0 0,0 0 1 0 0,1 0-1 0 0,-1 0 0 0 0,0-1 0 0 0,1 1 0 0 0,-1 0 0 0 0,0 0 1 0 0,1 0-1 0 0,-1 0 0 0 0,1 0 0 0 0,-1 0 0 0 0,0 0 0 0 0,1-1 1 0 0,-1 1-1 0 0,1 0 0 0 0,0 1 0 0 0,12-1 514 0 0,-12 0-563 0 0,11 2 273 0 0,0 0 1 0 0,0 1 0 0 0,0 1 0 0 0,0 0-1 0 0,-1 1 1 0 0,1 0 0 0 0,15 10 0 0 0,-6-2 26 0 0,0 1-1 0 0,31 28 1 0 0,-46-36-240 0 0,0 0-1 0 0,0 0 0 0 0,-1 0 1 0 0,0 0-1 0 0,0 1 1 0 0,-1 0-1 0 0,1 0 1 0 0,4 12-1 0 0,-8-15-41 0 0,1 0-1 0 0,-1 0 0 0 0,0 0 1 0 0,0 0-1 0 0,-1 1 1 0 0,1-1-1 0 0,-1 0 1 0 0,0 0-1 0 0,0 0 0 0 0,0 0 1 0 0,-1 1-1 0 0,1-1 1 0 0,-1 0-1 0 0,0 0 1 0 0,0 0-1 0 0,-1 0 0 0 0,1 0 1 0 0,-3 4-1 0 0,-1 1 17 0 0,-1-1 0 0 0,0 1 0 0 0,0-1 0 0 0,-1-1-1 0 0,0 1 1 0 0,-1-1 0 0 0,1 0 0 0 0,-1-1 0 0 0,0 0 0 0 0,-1 0 0 0 0,0 0-1 0 0,-14 5 1 0 0,7-3 25 0 0,-1-2 1 0 0,0 0-1 0 0,0-1 0 0 0,-1 0 1 0 0,1-2-1 0 0,-23 2 0 0 0,40-5-72 0 0,0 1 0 0 0,-1-1 0 0 0,1 0 0 0 0,-1 0 0 0 0,1 0 0 0 0,0 0 0 0 0,-1 0 0 0 0,1 0 0 0 0,-1 0 0 0 0,1 0 1 0 0,-1 0-1 0 0,1 0 0 0 0,-1 0 0 0 0,1 0 0 0 0,0 0 0 0 0,-1 0 0 0 0,1 0 0 0 0,-1 0 0 0 0,1 0 0 0 0,-1-1 0 0 0,1 1 0 0 0,0 0 0 0 0,-1 0 0 0 0,1 0 0 0 0,0-1 0 0 0,-1 1 0 0 0,1 0 0 0 0,0-1 0 0 0,-1 1 0 0 0,1 0 0 0 0,0-1 0 0 0,-1 1 0 0 0,1 0 0 0 0,0-1 0 0 0,0 1 1 0 0,0 0-1 0 0,-1-1 0 0 0,1 1 0 0 0,0-1 0 0 0,0 1 0 0 0,0 0 0 0 0,0-1 0 0 0,0 1 0 0 0,0-1 0 0 0,0 1 0 0 0,0-1 0 0 0,0 1 0 0 0,0-1 0 0 0,0 1 0 0 0,0 0 0 0 0,0-1 0 0 0,0 1 0 0 0,0-1 0 0 0,0 1 0 0 0,0-1 0 0 0,1 1 0 0 0,-1 0 0 0 0,0-1 0 0 0,0 1 0 0 0,0 0 0 0 0,1-1 1 0 0,-1 1-1 0 0,0 0 0 0 0,1-1 0 0 0,17-22 10 0 0,16-5-13 0 0,1 2 1 0 0,41-24 0 0 0,84-39 68 0 0,-80 47-87 0 0,-40 20 24 0 0,52-30 3 0 0,-79 44 21 0 0,1-1-1 0 0,-2-1 0 0 0,1-1 1 0 0,13-15-1 0 0,-25 26-26 0 0,0-1-1 0 0,0 1 1 0 0,-1-1-1 0 0,1 0 1 0 0,-1 1-1 0 0,1-1 1 0 0,-1 0-1 0 0,1 0 1 0 0,-1 1 0 0 0,1-1-1 0 0,-1 0 1 0 0,1 0-1 0 0,-1 0 1 0 0,0 1-1 0 0,0-1 1 0 0,1 0-1 0 0,-1 0 1 0 0,0 0-1 0 0,0 0 1 0 0,0 0-1 0 0,0 0 1 0 0,0 0-1 0 0,0 0 1 0 0,0-1 0 0 0,-1 2-1 0 0,1-1 0 0 0,-1 1 0 0 0,1-1 1 0 0,-1 1-1 0 0,0 0 0 0 0,1-1 1 0 0,-1 1-1 0 0,1 0 0 0 0,-1-1 1 0 0,0 1-1 0 0,1 0 0 0 0,-1 0 1 0 0,0 0-1 0 0,1 0 0 0 0,-1-1 0 0 0,0 1 1 0 0,1 0-1 0 0,-1 0 0 0 0,0 0 1 0 0,1 0-1 0 0,-1 1 0 0 0,0-1 1 0 0,1 0-1 0 0,-1 0 0 0 0,1 0 1 0 0,-1 0-1 0 0,-1 1 0 0 0,-7 3 30 0 0,-1-1 0 0 0,1 2 1 0 0,0-1-1 0 0,0 1 0 0 0,1 1 0 0 0,-1 0 0 0 0,-8 7 0 0 0,-48 51 423 0 0,53-52-374 0 0,1 0 0 0 0,0 1 1 0 0,1 0-1 0 0,1 0 0 0 0,-15 30 1 0 0,21-38-69 0 0,2-1 1 0 0,-1 1 0 0 0,0 0 0 0 0,1 0 0 0 0,0-1 0 0 0,0 1 0 0 0,1 0 0 0 0,-1 0 0 0 0,1 0-1 0 0,0 0 1 0 0,0 0 0 0 0,1 0 0 0 0,-1 0 0 0 0,1 0 0 0 0,0 0 0 0 0,0-1 0 0 0,1 1 0 0 0,0 0 0 0 0,-1-1-1 0 0,2 1 1 0 0,-1-1 0 0 0,0 1 0 0 0,1-1 0 0 0,4 5 0 0 0,4 4-291 0 0,1-1 0 0 0,1 0 0 0 0,0-1-1 0 0,1 0 1 0 0,0-1 0 0 0,1 0 0 0 0,26 12 0 0 0,116 43-4293 0 0,-157-64 4552 0 0,89 28-3597 0 0,-29-12-1744 0 0,-13-6-1399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58 2472 0 0,'-16'-5'3137'0'0,"0"-1"0"0"0,1-1 1 0 0,-21-12 1366 0 0,37 17-3886 0 0,-1 1-543 0 0,0 0 1 0 0,1 0 0 0 0,-1 0 0 0 0,1 1 0 0 0,-1-1 0 0 0,1 0 0 0 0,-1 0-1 0 0,1 1 1 0 0,0-1 0 0 0,-1 0 0 0 0,1 1 0 0 0,0-1 0 0 0,-1 1-1 0 0,1-1 1 0 0,0 1 0 0 0,0-1 0 0 0,0 1 0 0 0,0 0 0 0 0,-1-1 0 0 0,3 1-1 0 0,27-5 961 0 0,32 8 225 0 0,-45-1-971 0 0,-1 1 0 0 0,1 1 0 0 0,23 8 0 0 0,-35-10-201 0 0,0 0-1 0 0,0 0 1 0 0,0 1-1 0 0,0-1 0 0 0,0 1 1 0 0,-1 0-1 0 0,1 1 1 0 0,-1-1-1 0 0,0 1 1 0 0,0 0-1 0 0,0 0 1 0 0,-1 0-1 0 0,1 0 1 0 0,4 9-1 0 0,-7-11-24 0 0,0 1 0 0 0,1 0 0 0 0,-2-1 0 0 0,1 1 0 0 0,0 0 0 0 0,-1 0 0 0 0,1 0 0 0 0,-1 0-1 0 0,0 0 1 0 0,0 0 0 0 0,0 0 0 0 0,0 0 0 0 0,0 0 0 0 0,-1-1 0 0 0,-1 6 0 0 0,0-3 17 0 0,0 1 0 0 0,0-1-1 0 0,-1 0 1 0 0,0 0 0 0 0,0 0 0 0 0,0 0 0 0 0,-6 6-1 0 0,-4 3 145 0 0,-1 0-1 0 0,-1-1 0 0 0,-25 17 0 0 0,-4-1 152 0 0,-14 12 51 0 0,57-41-419 0 0,1 1-1 0 0,-1-1 0 0 0,0 1 1 0 0,1-1-1 0 0,0 1 1 0 0,-1-1-1 0 0,1 1 1 0 0,-1 0-1 0 0,1-1 0 0 0,0 1 1 0 0,-1 0-1 0 0,1-1 1 0 0,0 1-1 0 0,0 0 1 0 0,-1-1-1 0 0,1 1 1 0 0,0 0-1 0 0,0-1 0 0 0,0 1 1 0 0,0 0-1 0 0,0 0 1 0 0,0-1-1 0 0,0 1 1 0 0,0 0-1 0 0,0 0 0 0 0,0-1 1 0 0,1 1-1 0 0,-1 0 1 0 0,0-1-1 0 0,0 1 1 0 0,1 0-1 0 0,-1-1 0 0 0,0 1 1 0 0,1 0-1 0 0,-1-1 1 0 0,1 1-1 0 0,-1-1 1 0 0,0 1-1 0 0,1-1 1 0 0,0 1-1 0 0,-1-1 0 0 0,1 1 1 0 0,-1-1-1 0 0,1 1 1 0 0,0-1-1 0 0,-1 0 1 0 0,1 1-1 0 0,1-1 0 0 0,36 19 108 0 0,-33-18-100 0 0,43 18 85 0 0,152 65 1624 0 0,-165-67-1196 0 0,-2 1-1 0 0,0 2 0 0 0,49 40 1 0 0,-79-58-474 0 0,1 1 1 0 0,-2-1-1 0 0,1 1 1 0 0,0 0-1 0 0,0 0 1 0 0,-1 0-1 0 0,0 0 1 0 0,0 1-1 0 0,0-1 1 0 0,0 1-1 0 0,0-1 1 0 0,-1 1-1 0 0,1 0 1 0 0,-1-1-1 0 0,1 8 1 0 0,-2-8-26 0 0,0-1-1 0 0,0 1 1 0 0,0 0 0 0 0,-1-1-1 0 0,1 1 1 0 0,-1-1-1 0 0,0 1 1 0 0,1-1 0 0 0,-1 1-1 0 0,-1-1 1 0 0,1 1 0 0 0,0-1-1 0 0,0 0 1 0 0,-1 0 0 0 0,0 0-1 0 0,1 0 1 0 0,-1 0 0 0 0,0 0-1 0 0,0 0 1 0 0,0 0-1 0 0,0-1 1 0 0,0 1 0 0 0,0-1-1 0 0,-4 3 1 0 0,-11 4-202 0 0,1 0-1 0 0,-1-1 1 0 0,0-1 0 0 0,0 0 0 0 0,-1-2-1 0 0,0 0 1 0 0,1 0 0 0 0,-1-2 0 0 0,-1 0-1 0 0,1-2 1 0 0,-29-1 0 0 0,-11-4-776 0 0,0-3 1 0 0,-70-19-1 0 0,-94-34-5518 0 0,79 5-4415 0 0,104 39 2793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75 2212 0 0,'-3'-1'2050'0'0,"-3"1"-1151"0"0,-15-4 2876 0 0,20 4-3515 0 0,0 0 0 0 0,1 0 0 0 0,-1-1 0 0 0,0 1 0 0 0,0 0-1 0 0,1-1 1 0 0,-6-3 2339 0 0,5 3-2339 0 0,1 0-1 0 0,-1 1 1 0 0,1-1 0 0 0,0 0 0 0 0,-1 0 0 0 0,1 0-167 0 0,1 0-1 0 0,-1 1 1 0 0,1-1 0 0 0,-1 0 0 0 0,1 1 0 0 0,-1-1 0 0 0,1 1-1 0 0,-1-1 1 0 0,1 1 0 0 0,-1-1 0 0 0,1 1 0 0 0,0-1 0 0 0,-1 1-1 0 0,1 0 1 0 0,0-1 0 0 0,0 1 0 0 0,-1 0 0 0 0,1-1 0 0 0,0 1 0 0 0,1 0-1 0 0,15-5 368 0 0,-17 5-452 0 0,45-10 245 0 0,1 1-1 0 0,1 3 1 0 0,80 0-1 0 0,-45 3-3568 0 0,-1-5-3893 0 0,-62 6 1798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7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29 1644 0 0,'-10'-7'3076'0'0,"0"1"0"0"0,-18-8 0 0 0,26 13-2177 0 0,-12 10 1158 0 0,12-6-1744 0 0,-1 1 1 0 0,1 0-1 0 0,0 0 0 0 0,0 0 1 0 0,0 0-1 0 0,0 0 0 0 0,1 1 0 0 0,0-1 1 0 0,0 1-1 0 0,0-1 0 0 0,0 1 1 0 0,1-1-1 0 0,-1 9 0 0 0,-1 8 413 0 0,-10 75 287 0 0,1 102 1 0 0,10-163-1922 0 0,5 41 0 0 0,-3-65 36 0 0,0-1 0 0 0,1 0 0 0 0,1 0 0 0 0,-1 0 0 0 0,2 0 0 0 0,-1 0 0 0 0,1 0-1 0 0,8 14 1 0 0,-2-13-2817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35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1 388 0 0,'0'0'2878'0'0,"7"5"-3467"0"0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37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7 252 0 0,'0'0'880'0'0,"14"-1"-200"0"0,-7-5-1776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16 146 380 0 0,'82'-145'15903'0'0,"-83"152"-15391"0"0,0 1 0 0 0,0-1 0 0 0,-1 0 0 0 0,0 1 0 0 0,-1-1 0 0 0,-2 7 0 0 0,-5 12 280 0 0,4-4-292 0 0,-45 166 2409 0 0,45-158-2636 0 0,2-1 1 0 0,0 1-1 0 0,2-1 1 0 0,3 48-1 0 0,0-65-222 0 0,0 0 0 0 0,2 0 0 0 0,-1-1 0 0 0,1 1 0 0 0,1-1 0 0 0,0 1 0 0 0,0-1 0 0 0,1 0 1 0 0,1-1-1 0 0,0 1 0 0 0,9 11 0 0 0,-10-16-34 0 0,0 0 1 0 0,1 0-1 0 0,-1-1 1 0 0,1 1 0 0 0,1-1-1 0 0,-1-1 1 0 0,1 1-1 0 0,0-1 1 0 0,0 0-1 0 0,0-1 1 0 0,0 0-1 0 0,1 0 1 0 0,0 0 0 0 0,-1-1-1 0 0,1 0 1 0 0,0-1-1 0 0,13 2 1 0 0,-12-3-1 0 0,0 0-1 0 0,0 0 1 0 0,0-1 0 0 0,0 0 0 0 0,0 0 0 0 0,-1-1 0 0 0,1 0-1 0 0,-1-1 1 0 0,1 0 0 0 0,-1 0 0 0 0,0-1 0 0 0,10-6-1 0 0,-7 3-2 0 0,-1 0-1 0 0,0-1 0 0 0,0 0 0 0 0,-1-1 0 0 0,0 0 0 0 0,-1-1 0 0 0,0 1 0 0 0,7-12 0 0 0,-4 2-11 0 0,0 1-1 0 0,-2-1 0 0 0,0-1 0 0 0,-1 1 0 0 0,-1-2 1 0 0,-1 1-1 0 0,-1-1 0 0 0,-1 1 0 0 0,0-1 1 0 0,0-25-1 0 0,-4 33-9 0 0,0 1 0 0 0,-1-1-1 0 0,-1 1 1 0 0,0 0 0 0 0,0-1 0 0 0,-1 1 0 0 0,-1 0 0 0 0,0 1 0 0 0,-1-1 0 0 0,0 1-1 0 0,0-1 1 0 0,-2 2 0 0 0,1-1 0 0 0,-1 1 0 0 0,-14-17 0 0 0,14 20 2 0 0,-1-1 0 0 0,0 1 1 0 0,0 1-1 0 0,0-1 0 0 0,-1 1 0 0 0,0 1 0 0 0,0 0 1 0 0,-1 0-1 0 0,1 1 0 0 0,-1 0 0 0 0,0 1 1 0 0,0-1-1 0 0,0 2 0 0 0,-1 0 0 0 0,1 0 1 0 0,-1 1-1 0 0,1 0 0 0 0,-21 2 0 0 0,20 0-212 0 0,1 0-1 0 0,-1 1 1 0 0,1 1-1 0 0,0-1 1 0 0,0 2 0 0 0,0 0-1 0 0,0 0 1 0 0,1 0-1 0 0,-1 1 1 0 0,-15 12-1 0 0,21-14-203 0 0,1 0 1 0 0,0 0-1 0 0,-1 0 0 0 0,1 0 0 0 0,1 1 1 0 0,-1-1-1 0 0,0 1 0 0 0,1 0 1 0 0,0 0-1 0 0,-1 0 0 0 0,-2 9 0 0 0,4-10-234 0 0,1 1 0 0 0,-1 0-1 0 0,1 0 1 0 0,-1 0 0 0 0,1 0 0 0 0,0 0-1 0 0,1 0 1 0 0,-1 0 0 0 0,1 0-1 0 0,0 0 1 0 0,0 0 0 0 0,0 0-1 0 0,0-1 1 0 0,0 1 0 0 0,4 6-1 0 0,3 5-5448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7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1188 0 0,'15'-15'15718'0'0,"-8"10"-15248"0"0,1 1-3487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64 200 0 0,'-1'-3'617'0'0,"1"1"0"0"0,0 0 0 0 0,0-1 0 0 0,0 1 0 0 0,0-1 0 0 0,0 1-1 0 0,1 0 1 0 0,-1-1 0 0 0,1 1 0 0 0,-1 0 0 0 0,1-1 0 0 0,0 1 0 0 0,0 0 0 0 0,0 0 0 0 0,0 0 0 0 0,0 0 0 0 0,2-3 0 0 0,-1 3-384 0 0,0 1 1 0 0,0-1 0 0 0,0 0-1 0 0,0 1 1 0 0,1-1 0 0 0,-1 1 0 0 0,0 0-1 0 0,1 0 1 0 0,-1 0 0 0 0,1 0-1 0 0,-1 0 1 0 0,1 0 0 0 0,-1 1 0 0 0,1-1-1 0 0,3 1 1 0 0,5-1 37 0 0,0 0 1 0 0,0 2-1 0 0,0-1 0 0 0,0 1 1 0 0,0 1-1 0 0,-1 0 1 0 0,1 1-1 0 0,0 0 0 0 0,-1 0 1 0 0,0 1-1 0 0,13 7 0 0 0,-17-9-210 0 0,0 2 0 0 0,-1-1-1 0 0,1 0 1 0 0,-1 1 0 0 0,0 0-1 0 0,0 0 1 0 0,-1 1 0 0 0,1-1-1 0 0,-1 1 1 0 0,0 0 0 0 0,0 0-1 0 0,0 0 1 0 0,-1 1 0 0 0,0-1-1 0 0,0 1 1 0 0,0 0 0 0 0,-1 0-1 0 0,0 0 1 0 0,0 0 0 0 0,1 10-1 0 0,-3-9-31 0 0,0 0 1 0 0,0 0-1 0 0,-1 0 0 0 0,0 0 0 0 0,0 0 0 0 0,-1 0 0 0 0,0-1 0 0 0,0 1 0 0 0,-1-1 0 0 0,1 1 0 0 0,-2-1 0 0 0,1 0 0 0 0,-1 0 0 0 0,1 0 0 0 0,-8 8 0 0 0,-2 1 8 0 0,-1 1-1 0 0,-1-1 1 0 0,-31 24 0 0 0,-37 16 160 0 0,81-54-181 0 0,6-11-34 0 0,4 2 14 0 0,1 1 0 0 0,-1 0 0 0 0,1 0 0 0 0,1 1 0 0 0,-1 0 0 0 0,11-5 0 0 0,3-2-42 0 0,79-47-41 0 0,136-88-16 0 0,-236 146 104 0 0,13-7 40 0 0,-1-2 0 0 0,0 0 0 0 0,0 0 0 0 0,-1-1-1 0 0,12-15 1 0 0,-21 13 34 0 0,-4 14-72 0 0,0 0 1 0 0,0-1 0 0 0,0 1 0 0 0,0 0 0 0 0,0-1 0 0 0,0 1 0 0 0,0 0 0 0 0,0-1 0 0 0,-1 1 0 0 0,1 0 0 0 0,0-1 0 0 0,0 1 0 0 0,0 0 0 0 0,0-1 0 0 0,0 1 0 0 0,-1 0 0 0 0,1 0 0 0 0,0-1 0 0 0,0 1 0 0 0,0 0 0 0 0,-1 0 0 0 0,1-1 0 0 0,0 1 0 0 0,-1 0 0 0 0,1 0 0 0 0,0-1 0 0 0,0 1 0 0 0,-1 0 0 0 0,1 0 0 0 0,0 0 0 0 0,-1 0 0 0 0,1 0 0 0 0,0 0 0 0 0,-1-1 0 0 0,1 1 0 0 0,0 0 0 0 0,-1 0 0 0 0,1 0 0 0 0,0 0 0 0 0,-1 0 0 0 0,1 0 0 0 0,0 0 0 0 0,-1 0 0 0 0,1 1 0 0 0,-10 1 96 0 0,0 1 0 0 0,1 0 1 0 0,0 1-1 0 0,0 0 0 0 0,0 0 1 0 0,0 1-1 0 0,1 0 0 0 0,0 0 1 0 0,0 1-1 0 0,0 1 0 0 0,-13 13 1 0 0,6-5 235 0 0,1 2 1 0 0,0 0-1 0 0,1 0 1 0 0,-17 31-1 0 0,24-37-250 0 0,1 0-1 0 0,0 1 0 0 0,0-1 0 0 0,1 1 0 0 0,1 0 0 0 0,0 0 1 0 0,1 1-1 0 0,0-1 0 0 0,1 0 0 0 0,0 14 0 0 0,1-20-154 0 0,1 1 1 0 0,0-1-1 0 0,0 1 0 0 0,0-1 0 0 0,1 0 0 0 0,-1 1 1 0 0,2-1-1 0 0,-1 0 0 0 0,1 0 0 0 0,0 0 0 0 0,0-1 1 0 0,0 1-1 0 0,1-1 0 0 0,0 1 0 0 0,0-1 0 0 0,0-1 1 0 0,1 1-1 0 0,0 0 0 0 0,0-1 0 0 0,9 6 0 0 0,2 0-995 0 0,0-1-1 0 0,1-1 0 0 0,0 0 1 0 0,0-2-1 0 0,36 10 0 0 0,-38-13-660 0 0,0 0 0 0 0,0-2 0 0 0,1 1 0 0 0,20-2-1 0 0,-3-3-3851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2:58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1636 0 0,'30'-37'17040'0'0,"-29"37"-16929"0"0,-1 0 0 0 0,1 1 1 0 0,-1-1-1 0 0,0 0 1 0 0,1 1-1 0 0,-1-1 0 0 0,1 1 1 0 0,-1-1-1 0 0,0 0 1 0 0,0 1-1 0 0,1-1 0 0 0,-1 1 1 0 0,0-1-1 0 0,0 1 0 0 0,0-1 1 0 0,1 1-1 0 0,-1-1 1 0 0,0 1-1 0 0,0-1 0 0 0,0 1 1 0 0,0-1-1 0 0,0 1 0 0 0,0 0 1 0 0,0-1-1 0 0,0 1 1 0 0,0 22 2026 0 0,0-16-1476 0 0,0-1-552 0 0,0 0 0 0 0,1-1 0 0 0,0 1-1 0 0,0 0 1 0 0,0 0 0 0 0,1 0 0 0 0,0-1 0 0 0,0 1 0 0 0,0-1-1 0 0,1 1 1 0 0,-1-1 0 0 0,1 0 0 0 0,1 0 0 0 0,-1 0-1 0 0,1-1 1 0 0,0 1 0 0 0,0-1 0 0 0,0 0 0 0 0,0 0 0 0 0,1 0-1 0 0,0-1 1 0 0,0 1 0 0 0,0-1 0 0 0,0 0 0 0 0,0 0-1 0 0,1-1 1 0 0,-1 0 0 0 0,1 0 0 0 0,-1 0 0 0 0,9 1 0 0 0,-8-2-93 0 0,-1 0 1 0 0,1 0 0 0 0,0 0 0 0 0,0-1-1 0 0,0 1 1 0 0,-1-1 0 0 0,1-1 0 0 0,0 1 0 0 0,0-1-1 0 0,0 0 1 0 0,-1-1 0 0 0,1 1 0 0 0,-1-1 0 0 0,10-4-1 0 0,-7 1 8 0 0,0 0-1 0 0,-1 0 0 0 0,0 0 0 0 0,0-1 0 0 0,0 0 1 0 0,-1-1-1 0 0,0 1 0 0 0,10-15 0 0 0,45-80 1418 0 0,-62 103-1317 0 0,-1 0 0 0 0,1 1 0 0 0,0-1 0 0 0,0 0 0 0 0,0 0 0 0 0,0 0 0 0 0,0 1 1 0 0,0 2-1 0 0,0-2 5 0 0,-47 133 997 0 0,-16 51-1483 0 0,-24 92-5434 0 0,28-92-7400 0 0,40-127 2844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38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4 140 0 0,'0'0'1180'0'0,"13"-3"-456"0"0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3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0,'0'0'708'0'0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4:24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96 0 0,'0'0'-36'0'0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4:35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0 640 0 0,'0'0'3465'0'0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4:3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 1072 0 0,'0'0'4023'0'0,"-15"-2"-6714"0"0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4:3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7 304 0 0,'-4'0'1592'0'0,"-11"0"-371"0"0,11 0 436 0 0,-12-3-54 0 0,6 1-1461 0 0,2 1-3022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4:3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0 328 0 0,'0'0'5781'0'0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1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57 1700 0 0,'7'-45'8372'0'0,"-7"43"-7708"0"0,2-8 2433 0 0,-2 27-2812 0 0,0 0 0 0 0,-1-1-1 0 0,-1 1 1 0 0,-1-1-1 0 0,-9 32 1 0 0,1-2-100 0 0,-62 245 290 0 0,32-141-675 0 0,37-135-86 0 0,-22 89-1608 0 0,12-35-5265 0 0,11-56 2901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1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14 161 36 0 0,'4'-11'726'0'0,"0"1"-1"0"0,1 0 1 0 0,1 1-1 0 0,-1-1 1 0 0,2 1 0 0 0,-1 0-1 0 0,1 1 1 0 0,1-1-1 0 0,10-9 1 0 0,-9 11-487 0 0,-1 1 0 0 0,1 0 0 0 0,0 1 0 0 0,1-1 0 0 0,-1 2 0 0 0,1-1 0 0 0,0 1 0 0 0,0 1 0 0 0,0 0 0 0 0,1 0 0 0 0,-1 1 0 0 0,1 1 0 0 0,0 0 0 0 0,-1 0 0 0 0,15 1 0 0 0,-7 1-110 0 0,-1 0 0 0 0,1 2 0 0 0,0 0 0 0 0,-1 0 0 0 0,0 2-1 0 0,0 0 1 0 0,0 1 0 0 0,29 16 0 0 0,-40-19-96 0 0,0 1 0 0 0,-1 0 0 0 0,0 0 0 0 0,1 0 0 0 0,-2 1 1 0 0,1-1-1 0 0,0 1 0 0 0,-1 0 0 0 0,0 1 0 0 0,0-1 0 0 0,4 10 0 0 0,-6-10-7 0 0,0 0 0 0 0,0 1 0 0 0,0-1 0 0 0,-1 1 0 0 0,0-1 0 0 0,0 1-1 0 0,-1 0 1 0 0,0-1 0 0 0,0 1 0 0 0,0 0 0 0 0,0-1 0 0 0,-1 1 0 0 0,0 0-1 0 0,0-1 1 0 0,-3 8 0 0 0,-2 3 30 0 0,0-1-1 0 0,-1-1 0 0 0,-1 1 1 0 0,0-1-1 0 0,-1-1 1 0 0,0 1-1 0 0,-1-2 0 0 0,-1 1 1 0 0,0-1-1 0 0,0-1 1 0 0,-1 0-1 0 0,-14 9 1 0 0,12-9 28 0 0,-1-1 1 0 0,0-1 0 0 0,-1 0 0 0 0,0-1 0 0 0,0 0 0 0 0,-1-2-1 0 0,0 0 1 0 0,0-1 0 0 0,0 0 0 0 0,-31 3 0 0 0,26-8 144 0 0,-1 0 1 0 0,1-1 0 0 0,-1-2 0 0 0,1 0 0 0 0,-23-7-1 0 0,37 8-38 0 0,17 3-156 0 0,23 7-30 0 0,-8 5 50 0 0,1 0 1 0 0,-2 2-1 0 0,0 1 1 0 0,-1 1-1 0 0,-1 1 1 0 0,31 31-1 0 0,98 137-2750 0 0,-114-139 205 0 0,-4-9-2700 0 0,-16-22 1231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255 213 496 0 0,'2'-14'2382'0'0,"0"-1"0"0"0,-1 1 0 0 0,-1-18 0 0 0,0 26-1817 0 0,0 1 1 0 0,-1-1-1 0 0,0 0 0 0 0,0 1 0 0 0,0-1 0 0 0,-1 1 1 0 0,0-1-1 0 0,0 1 0 0 0,0 0 0 0 0,-6-10 0 0 0,7 14-506 0 0,0 0-1 0 0,-1 0 1 0 0,1-1-1 0 0,0 1 1 0 0,-1 0-1 0 0,1 0 1 0 0,-1 1-1 0 0,1-1 1 0 0,-1 0-1 0 0,0 0 1 0 0,1 1-1 0 0,-1-1 1 0 0,0 1-1 0 0,1-1 1 0 0,-1 1-1 0 0,0 0 1 0 0,1 0-1 0 0,-1-1 1 0 0,0 1-1 0 0,0 0 1 0 0,1 1-1 0 0,-1-1 1 0 0,0 0-1 0 0,0 0 1 0 0,1 1-1 0 0,-1-1 1 0 0,0 1-1 0 0,1 0 1 0 0,-1-1-1 0 0,-2 3 1 0 0,-4 1 26 0 0,0 0 0 0 0,1 1 1 0 0,0-1-1 0 0,-13 12 0 0 0,3 0-5 0 0,1 0 1 0 0,1 1-1 0 0,0 0 1 0 0,-23 38-1 0 0,33-47-69 0 0,0 0 0 0 0,1 0 0 0 0,0 0-1 0 0,1 1 1 0 0,-1 0 0 0 0,2 0 0 0 0,-1 0 0 0 0,1 0-1 0 0,0 0 1 0 0,1 0 0 0 0,0 0 0 0 0,1 1 0 0 0,0-1-1 0 0,2 17 1 0 0,-1-23-11 0 0,-1-1 0 0 0,1 0 0 0 0,0 1 0 0 0,0-1 0 0 0,0 0 1 0 0,0 1-1 0 0,0-1 0 0 0,1 0 0 0 0,-1 0 0 0 0,1 0 0 0 0,-1 0 0 0 0,1 0 0 0 0,0 0 0 0 0,0 0 0 0 0,-1-1 0 0 0,1 1 0 0 0,3 1 1 0 0,-1-1-44 0 0,0 0 0 0 0,0-1 0 0 0,0 1 0 0 0,0-1 0 0 0,0 1 0 0 0,1-1 1 0 0,-1 0-1 0 0,0-1 0 0 0,6 1 0 0 0,0-1-136 0 0,-1 0 1 0 0,0-1-1 0 0,1 0 0 0 0,-1 0 0 0 0,0-1 1 0 0,1 0-1 0 0,-1-1 0 0 0,14-5 1 0 0,-14 3 29 0 0,1-1 1 0 0,-1 1-1 0 0,0-2 1 0 0,-1 1-1 0 0,1-1 1 0 0,-1 0 0 0 0,-1-1-1 0 0,0 0 1 0 0,0 0-1 0 0,0-1 1 0 0,-1 1-1 0 0,0-1 1 0 0,6-13 0 0 0,2-9 123 0 0,-2-1 1 0 0,16-61 0 0 0,-27 89 55 0 0,2-9 47 0 0,2-5 300 0 0,-4 32 131 0 0,-2-5-461 0 0,-7 140 910 0 0,8-131-1184 0 0,1 0 0 0 0,0-1 0 0 0,2 1 0 0 0,0-1 0 0 0,1 1 0 0 0,9 24 0 0 0,-12-40 57 0 0,-1 0 0 0 0,1-1 0 0 0,0 1 0 0 0,0 0 0 0 0,0 0 0 0 0,0-1 0 0 0,0 1 0 0 0,0-1 0 0 0,0 1 0 0 0,0-1 0 0 0,0 1 0 0 0,1-1 0 0 0,-1 0 0 0 0,1 0 0 0 0,-1 0 0 0 0,1 0 0 0 0,-1 0 0 0 0,1 0 0 0 0,0 0 0 0 0,0 0 0 0 0,-1 0 0 0 0,1-1 0 0 0,0 1 0 0 0,0-1 0 0 0,0 1 0 0 0,-1-1 0 0 0,1 0 0 0 0,0 0 0 0 0,0 0 0 0 0,0 0 0 0 0,0 0 1 0 0,0 0-1 0 0,0 0 0 0 0,0-1 0 0 0,-1 1 0 0 0,1-1 0 0 0,0 1 0 0 0,0-1 0 0 0,-1 0 0 0 0,1 0 0 0 0,3-1 0 0 0,2-3-311 0 0,1 0 1 0 0,-1 0-1 0 0,1 0 0 0 0,-1-1 1 0 0,-1 0-1 0 0,1 0 1 0 0,7-11-1 0 0,5-10 813 0 0,-2-1 1 0 0,0 0-1 0 0,18-46 1 0 0,-20 41 1330 0 0,1 0 1 0 0,28-40-1 0 0,-42 69-1519 0 0,0 1-1 0 0,0 0 1 0 0,1 1 0 0 0,0-1-1 0 0,-1 0 1 0 0,1 1-1 0 0,0-1 1 0 0,0 1-1 0 0,0 0 1 0 0,0 0 0 0 0,1 0-1 0 0,-1 0 1 0 0,0 1-1 0 0,1-1 1 0 0,0 1-1 0 0,-1 0 1 0 0,1 0 0 0 0,5 0-1 0 0,-5 0-31 0 0,1 2 0 0 0,-1-1 1 0 0,0 1-1 0 0,0-1 0 0 0,0 1 0 0 0,0 0 0 0 0,0 0 0 0 0,0 1 1 0 0,0-1-1 0 0,-1 1 0 0 0,1 0 0 0 0,0 0 0 0 0,-1 0 0 0 0,0 1 1 0 0,1-1-1 0 0,-1 1 0 0 0,3 3 0 0 0,1 1-9 0 0,0 0 0 0 0,0 1 1 0 0,-1 0-1 0 0,0 0 0 0 0,-1 1 0 0 0,0 0 0 0 0,0 0 0 0 0,-1 0 1 0 0,0 0-1 0 0,0 1 0 0 0,-1-1 0 0 0,-1 1 0 0 0,3 17 0 0 0,-3-11-26 0 0,-1 0 0 0 0,-1 0-1 0 0,0 0 1 0 0,-1-1-1 0 0,-1 1 1 0 0,0 0-1 0 0,-10 30 1 0 0,0-14 125 0 0,11-30-177 0 0,-1-1-11 0 0,2-1-15 0 0,0 1 0 0 0,-1-1 0 0 0,1 0 0 0 0,0 0 0 0 0,0 0 0 0 0,0 0 0 0 0,0 0 0 0 0,0 0 0 0 0,0 1 0 0 0,0-1 0 0 0,-1 0 0 0 0,1 0 0 0 0,0 0 0 0 0,0 0 0 0 0,0 0 0 0 0,0 0 0 0 0,0 0 0 0 0,-1 0 0 0 0,1 0 0 0 0,0 0 0 0 0,0 1 0 0 0,0-1 1 0 0,0 0-1 0 0,-1 0 0 0 0,1 0 0 0 0,0 0 0 0 0,0 0 0 0 0,0 0 0 0 0,0 0 0 0 0,-1 0 0 0 0,1 0 0 0 0,0 0 0 0 0,0-1 0 0 0,0 1 0 0 0,0 0 0 0 0,-1 0 0 0 0,1 0 0 0 0,0 0 0 0 0,0 0 0 0 0,0 0 0 0 0,0 0 0 0 0,0 0 0 0 0,-1 0 0 0 0,1-1 0 0 0,1-15-7 0 0,1 0-1 0 0,0 0 0 0 0,2 1 1 0 0,-1-1-1 0 0,2 1 0 0 0,10-26 1 0 0,-4 16-15 0 0,1 1 0 0 0,2 0 0 0 0,19-27 1 0 0,-22 35 3 0 0,2 1 0 0 0,0 1 0 0 0,0 0 0 0 0,30-23 1 0 0,-34 31 10 0 0,1-1 1 0 0,-1 2-1 0 0,1-1 1 0 0,0 1-1 0 0,0 1 1 0 0,1 0 0 0 0,-1 0-1 0 0,1 1 1 0 0,18-3-1 0 0,-25 5 15 0 0,-1 1 0 0 0,0 0 1 0 0,1 0-1 0 0,-1 0 0 0 0,0 0 0 0 0,1 0 0 0 0,-1 1 0 0 0,0-1 0 0 0,1 1 0 0 0,-1 0 0 0 0,0 0 0 0 0,0 0 0 0 0,0 1 0 0 0,0-1 0 0 0,0 1 1 0 0,0-1-1 0 0,0 1 0 0 0,0 0 0 0 0,-1 0 0 0 0,1 1 0 0 0,-1-1 0 0 0,1 0 0 0 0,-1 1 0 0 0,0 0 0 0 0,0-1 0 0 0,0 1 0 0 0,0 0 1 0 0,-1 0-1 0 0,1 0 0 0 0,-1 0 0 0 0,0 0 0 0 0,1 0 0 0 0,-1 1 0 0 0,0 3 0 0 0,2 5 53 0 0,-1 1 0 0 0,0 0-1 0 0,-1-1 1 0 0,-1 1 0 0 0,0 0 0 0 0,0-1-1 0 0,-4 22 1 0 0,-20 69 187 0 0,-4 28-2834 0 0,27-110 731 0 0,1-21 1579 0 0,0 1 0 0 0,0 0 0 0 0,0 0 0 0 0,0 0 0 0 0,0 0 0 0 0,0-1 0 0 0,1 1 0 0 0,-1 0 0 0 0,0 0 0 0 0,0 0 0 0 0,1-1 0 0 0,-1 1 0 0 0,0 0 0 0 0,1 0 0 0 0,-1-1 0 0 0,1 1 0 0 0,-1 0 0 0 0,1-1 0 0 0,4 5-1656 0 0,9-2-2550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77 181 1896 0 0,'6'-14'1153'0'0,"10"-26"2933"0"0,-1 1 0 0 0,9-45 0 0 0,-24 85-4026 0 0,0-1 0 0 0,0 1 1 0 0,0-1-1 0 0,0 0 0 0 0,1 1 0 0 0,-1-1 1 0 0,0 0-1 0 0,0 0 0 0 0,0 1 1 0 0,1-1-1 0 0,-1 0 0 0 0,0 0 0 0 0,1 1 1 0 0,-1-1-1 0 0,0 0 0 0 0,0 0 0 0 0,1 1 1 0 0,-1-1-1 0 0,0 0 0 0 0,1 0 1 0 0,-1 0-1 0 0,1 0 0 0 0,-1 0 0 0 0,0 0 1 0 0,1 0-1 0 0,-1 0 0 0 0,0 1 1 0 0,1-1-1 0 0,-1 0 0 0 0,1 0 0 0 0,-1-1 1 0 0,0 1-1 0 0,1 0 0 0 0,-1 0 1 0 0,0 0-1 0 0,1 0 0 0 0,-1 0 0 0 0,0 0 1 0 0,1 0-1 0 0,-1-1 0 0 0,0 1 0 0 0,1 0 1 0 0,-1 0-1 0 0,0 0 0 0 0,1-1 1 0 0,-1 1-1 0 0,0 0 0 0 0,0-1 0 0 0,1 1 1 0 0,-1 0-1 0 0,0 0 0 0 0,0-1 1 0 0,0 1-1 0 0,1 0 0 0 0,-1-1 0 0 0,0 1 1 0 0,0 0-1 0 0,0-1 0 0 0,0 1 1 0 0,0-1-1 0 0,0 1 0 0 0,0 0 0 0 0,0-1 1 0 0,0 1-1 0 0,0 0 0 0 0,0-1 0 0 0,14 26 1284 0 0,-8 12-130 0 0,-1 0 0 0 0,-1 0 0 0 0,-3 60 0 0 0,-19 110 191 0 0,5-129-1207 0 0,-3-1 0 0 0,-51 147 0 0 0,6-71-6270 0 0,53-144 3383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1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572 31 696 0 0,'39'-31'11279'0'0,"-54"41"-9461"0"0,-71 46-1016 0 0,-3-5-1 0 0,-2-3 0 0 0,-98 36 0 0 0,147-66-746 0 0,-43 16 65 0 0,72-32-106 0 0,12-6-14 0 0,16-8-8 0 0,-4 8 28 0 0,0 0-1 0 0,0 1 1 0 0,0 0-1 0 0,1 1 1 0 0,-1 0 0 0 0,0 1-1 0 0,1 0 1 0 0,-1 1 0 0 0,1 0-1 0 0,0 1 1 0 0,-1 0-1 0 0,0 1 1 0 0,1 0 0 0 0,-1 1-1 0 0,0 0 1 0 0,0 1 0 0 0,17 8-1 0 0,-12-4 87 0 0,0 1-1 0 0,-1 0 0 0 0,0 1 1 0 0,-1 1-1 0 0,0 0 0 0 0,0 1 1 0 0,-1 0-1 0 0,-1 1 0 0 0,0 1 1 0 0,16 24-1 0 0,-10-10-47 0 0,-5-6 40 0 0,1 0 1 0 0,1-1-1 0 0,1-1 1 0 0,20 19-1 0 0,-30-34-138 0 0,-1 0 0 0 0,1 0 0 0 0,0-1 0 0 0,1 0 0 0 0,-1 0 0 0 0,1 0 0 0 0,0-1 0 0 0,-1 0 0 0 0,1 0 0 0 0,1-1 0 0 0,-1 0 0 0 0,0 0 0 0 0,1-1 0 0 0,-1 0 0 0 0,1 0 0 0 0,-1-1 0 0 0,1 1 0 0 0,11-3 0 0 0,-8 1-468 0 0,0-2 0 0 0,-1 1 0 0 0,1-1 0 0 0,-1-1 0 0 0,1 0 0 0 0,-1 0 0 0 0,9-7 0 0 0,37-26-6257 0 0,-31 18 1517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2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323 328 80 0 0,'-2'-19'2777'0'0,"2"12"-1908"0"0,0 0 1 0 0,-1 0-1 0 0,0 0 1 0 0,0 0-1 0 0,-1 0 1 0 0,1 0-1 0 0,-2 0 1 0 0,-3-9-1 0 0,5 15-815 0 0,1 0 0 0 0,-1 1-1 0 0,1-1 1 0 0,-1 1 0 0 0,1-1-1 0 0,-1 0 1 0 0,0 1 0 0 0,1 0 0 0 0,-1-1-1 0 0,0 1 1 0 0,0-1 0 0 0,1 1-1 0 0,-1 0 1 0 0,0-1 0 0 0,0 1-1 0 0,1 0 1 0 0,-1 0 0 0 0,0 0-1 0 0,0 0 1 0 0,0 0 0 0 0,1 0 0 0 0,-1 0-1 0 0,0 0 1 0 0,-1 0 0 0 0,-1 1 20 0 0,1-1 0 0 0,0 1 0 0 0,-1 0 0 0 0,1 0 0 0 0,0 0 0 0 0,0 0 0 0 0,-1 1 0 0 0,-1 1 0 0 0,-6 5 104 0 0,1 0-1 0 0,-12 14 1 0 0,17-18-66 0 0,-31 38 165 0 0,2 2-1 0 0,2 0 1 0 0,1 2 0 0 0,-33 74-1 0 0,58-111-251 0 0,1 1 0 0 0,0 0-1 0 0,0 0 1 0 0,1 1 0 0 0,1-1 0 0 0,-3 20-1 0 0,5-28-20 0 0,0 0-1 0 0,-1 0 0 0 0,1 1 0 0 0,1-1 1 0 0,-1 0-1 0 0,0 0 0 0 0,0 1 0 0 0,1-1 1 0 0,0 0-1 0 0,-1 0 0 0 0,1 0 1 0 0,0 0-1 0 0,0 0 0 0 0,0 0 0 0 0,0 0 1 0 0,0 0-1 0 0,1 0 0 0 0,-1 0 1 0 0,0 0-1 0 0,1-1 0 0 0,-1 1 0 0 0,1-1 1 0 0,0 1-1 0 0,0-1 0 0 0,0 1 0 0 0,-1-1 1 0 0,1 0-1 0 0,0 0 0 0 0,0 0 1 0 0,1 0-1 0 0,-1 0 0 0 0,0-1 0 0 0,0 1 1 0 0,0-1-1 0 0,0 1 0 0 0,1-1 0 0 0,3 0 1 0 0,6 1-4 0 0,0-1-1 0 0,-1-1 1 0 0,1 0 0 0 0,0-1 0 0 0,-1 0 0 0 0,1 0 0 0 0,-1-2 0 0 0,18-6 0 0 0,-6 0-14 0 0,-1-1 0 0 0,43-27 0 0 0,-47 25 8 0 0,-1-1 0 0 0,-1 0-1 0 0,0-1 1 0 0,-1-1 0 0 0,-1-1 0 0 0,0 0 0 0 0,-1 0-1 0 0,-1-2 1 0 0,14-27 0 0 0,-17 29 1 0 0,-2 0 0 0 0,0-1 0 0 0,0 0-1 0 0,-2 0 1 0 0,0 0 0 0 0,-1-1 0 0 0,-1 0 0 0 0,-1 0 0 0 0,-1 1 0 0 0,0-1 0 0 0,-3-24 0 0 0,1 38 5 0 0,1-1 0 0 0,-1 1 1 0 0,-1 0-1 0 0,1 0 0 0 0,-1 0 1 0 0,0-1-1 0 0,0 2 0 0 0,0-1 1 0 0,-1 0-1 0 0,0 0 0 0 0,0 1 1 0 0,-3-5-1 0 0,4 7 1 0 0,0 0-1 0 0,0 0 1 0 0,0 1-1 0 0,0-1 1 0 0,-1 1-1 0 0,1-1 1 0 0,0 1-1 0 0,-1 0 1 0 0,1 0-1 0 0,-1 0 1 0 0,1 0-1 0 0,-1 1 1 0 0,1-1-1 0 0,-1 1 1 0 0,1-1 0 0 0,-1 1-1 0 0,0 0 1 0 0,1 0-1 0 0,-1 0 1 0 0,1 0-1 0 0,-1 0 1 0 0,0 1-1 0 0,1-1 1 0 0,-1 1-1 0 0,1 0 1 0 0,-5 1-1 0 0,-4 3 36 0 0,0 1-1 0 0,0 0 1 0 0,1 0 0 0 0,0 1-1 0 0,0 0 1 0 0,0 1-1 0 0,1 0 1 0 0,0 0-1 0 0,1 1 1 0 0,-11 14-1 0 0,6-5 62 0 0,0 1-1 0 0,1 0 0 0 0,1 0 1 0 0,-15 38-1 0 0,23-50-76 0 0,1 1-1 0 0,-1 0 1 0 0,1 0-1 0 0,1 0 1 0 0,-1 0-1 0 0,1 0 1 0 0,1 0-1 0 0,0 0 1 0 0,0 0-1 0 0,0 0 1 0 0,1 0-1 0 0,0 0 1 0 0,3 9-1 0 0,-2-10-8 0 0,0-1 0 0 0,1 0 0 0 0,0 0 0 0 0,0 0 0 0 0,1 0-1 0 0,-1-1 1 0 0,1 0 0 0 0,0 1 0 0 0,1-1 0 0 0,-1-1 0 0 0,1 1-1 0 0,0-1 1 0 0,0 1 0 0 0,1-1 0 0 0,-1-1 0 0 0,10 5-1 0 0,-2-1-1 0 0,0-2 0 0 0,1 0 0 0 0,0 0 0 0 0,1-1-1 0 0,-1-1 1 0 0,0-1 0 0 0,1 0 0 0 0,0 0 0 0 0,-1-2-1 0 0,1 0 1 0 0,19-2 0 0 0,-8-1-2 0 0,0-2-1 0 0,1 0 1 0 0,-2-2 0 0 0,1-1 0 0 0,32-14 0 0 0,-39 12-10 0 0,-1 0 0 0 0,0-1 1 0 0,0 0-1 0 0,-2-2 0 0 0,1 0 1 0 0,-2-1-1 0 0,0 0 1 0 0,0-1-1 0 0,-2-1 0 0 0,1 0 1 0 0,-2-1-1 0 0,18-32 1 0 0,-8 6 209 0 0,-2-2 0 0 0,-1 0 1 0 0,-2-1-1 0 0,13-62 0 0 0,-14 55 279 0 0,-16 51-417 0 0,2 18 119 0 0,-6 53 368 0 0,-3 0 0 0 0,-19 84 0 0 0,11-72-182 0 0,-95 455 1034 0 0,70-386-1105 0 0,-88 220-1 0 0,99-304-78 0 0,-51 85 0 0 0,60-119 149 0 0,-2 0 0 0 0,-1-2-1 0 0,-1-1 1 0 0,-36 35 0 0 0,53-58-208 0 0,-1 1 0 0 0,0-1 1 0 0,0-1-1 0 0,0 1 0 0 0,0-1 1 0 0,-1-1-1 0 0,-17 7 1 0 0,24-10-144 0 0,-1 0 0 0 0,1 0 1 0 0,-1-1-1 0 0,1 1 1 0 0,-1-1-1 0 0,1 0 1 0 0,-1 1-1 0 0,1-1 0 0 0,-1 0 1 0 0,0-1-1 0 0,1 1 1 0 0,-1 0-1 0 0,1-1 1 0 0,-1 1-1 0 0,1-1 1 0 0,-1 0-1 0 0,1 0 0 0 0,0 0 1 0 0,-1 0-1 0 0,1 0 1 0 0,0-1-1 0 0,0 1 1 0 0,0 0-1 0 0,0-1 0 0 0,0 0 1 0 0,0 0-1 0 0,0 1 1 0 0,0-1-1 0 0,1 0 1 0 0,-1 0-1 0 0,1-1 0 0 0,-1 1 1 0 0,1 0-1 0 0,-1-4 1 0 0,-2-2 4 0 0,1-2 0 0 0,0 1 0 0 0,1 0 1 0 0,0 0-1 0 0,1-1 0 0 0,0 1 0 0 0,0-1 1 0 0,1 0-1 0 0,0 1 0 0 0,1-1 0 0 0,3-16 1 0 0,1 1-20 0 0,1 0 0 0 0,2 0 0 0 0,11-27 0 0 0,-1 12-37 0 0,2 2 1 0 0,2 1-1 0 0,1 1 0 0 0,1 0 0 0 0,2 2 0 0 0,2 1 0 0 0,33-31 1 0 0,-9 15-435 0 0,3 3 0 0 0,1 2 1 0 0,90-53-1 0 0,-100 71-894 0 0,1 2 0 0 0,81-29 0 0 0,-50 28-2634 0 0,0 6-3309 0 0,-44 12 222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2148 0 0,'0'-3'263'0'0,"0"0"-1"0"0,-1 0 1 0 0,1 1-1 0 0,1-1 1 0 0,-1 0-1 0 0,0 0 1 0 0,1 0-1 0 0,-1 1 1 0 0,1-1-1 0 0,0 0 1 0 0,0 1-1 0 0,0-1 0 0 0,0 0 1 0 0,0 1-1 0 0,1-1 1 0 0,-1 1-1 0 0,1 0 1 0 0,-1-1-1 0 0,1 1 1 0 0,0 0-1 0 0,0 0 1 0 0,0 0-1 0 0,0 0 1 0 0,0 1-1 0 0,1-1 1 0 0,-1 1-1 0 0,1-1 1 0 0,-1 1-1 0 0,1 0 1 0 0,-1-1-1 0 0,1 1 1 0 0,2 0-1 0 0,0-1-139 0 0,0 1 1 0 0,0 0-1 0 0,-1 0 0 0 0,1 0 0 0 0,0 1 1 0 0,0 0-1 0 0,0 0 0 0 0,0 0 0 0 0,0 0 1 0 0,0 1-1 0 0,-1 0 0 0 0,1 0 0 0 0,0 0 1 0 0,0 0-1 0 0,-1 1 0 0 0,1 0 0 0 0,7 4 1 0 0,-6-2 4 0 0,0 0 0 0 0,-1 1 0 0 0,0-1 0 0 0,0 1 0 0 0,0 0 1 0 0,0 1-1 0 0,-1-1 0 0 0,0 1 0 0 0,0 0 0 0 0,0-1 0 0 0,-1 2 1 0 0,0-1-1 0 0,3 8 0 0 0,-4-4-6 0 0,1-1 0 0 0,-1 0 0 0 0,-1 1 0 0 0,0-1 0 0 0,0 1 0 0 0,-1-1 0 0 0,0 1 0 0 0,-3 17 1 0 0,0-9 49 0 0,-2 0 1 0 0,0-1 0 0 0,-1 1 0 0 0,0-1 0 0 0,-1-1 0 0 0,-2 1 0 0 0,1-1 0 0 0,-2 0-1 0 0,-19 24 1 0 0,12-22 104 0 0,16-17-261 0 0,1 0-1 0 0,-1 0 1 0 0,1 0 0 0 0,-1-1-1 0 0,0 1 1 0 0,0 0-1 0 0,1-1 1 0 0,-1 1-1 0 0,0-1 1 0 0,0 1-1 0 0,0-1 1 0 0,1 1-1 0 0,-1-1 1 0 0,0 1-1 0 0,0-1 1 0 0,0 0-1 0 0,0 1 1 0 0,0-1-1 0 0,0 0 1 0 0,0 0-1 0 0,-1 0 1 0 0,-2-10 3 0 0,4 4-20 0 0,1 0 0 0 0,0 0 0 0 0,0 0 0 0 0,0 0 0 0 0,1 0 0 0 0,0 0 0 0 0,0 0 0 0 0,1 1 0 0 0,3-7 0 0 0,32-52-30 0 0,-36 60 28 0 0,12-16-18 0 0,0-1-1 0 0,2 2 1 0 0,0 0-1 0 0,1 1 1 0 0,1 0-1 0 0,0 2 1 0 0,2 0-1 0 0,30-19 0 0 0,-40 29 13 0 0,1 0 0 0 0,0 1 0 0 0,0 1 0 0 0,1 0 0 0 0,-1 0 0 0 0,1 1 0 0 0,0 0 0 0 0,17-1 0 0 0,-20 4 7 0 0,1 0 1 0 0,0 0-1 0 0,-1 1 0 0 0,1 0 1 0 0,0 1-1 0 0,-1 0 1 0 0,0 0-1 0 0,1 1 1 0 0,-1 1-1 0 0,0-1 1 0 0,14 9-1 0 0,-17-8 12 0 0,1 0-1 0 0,-1 0 0 0 0,0 1 1 0 0,0 0-1 0 0,0 0 0 0 0,-1 0 1 0 0,1 1-1 0 0,-1 0 0 0 0,-1 0 0 0 0,1 0 1 0 0,-1 0-1 0 0,0 1 0 0 0,-1 0 1 0 0,1 0-1 0 0,-1 0 0 0 0,-1 0 1 0 0,1 0-1 0 0,-1 1 0 0 0,0-1 1 0 0,-1 1-1 0 0,0-1 0 0 0,0 1 1 0 0,-1 0-1 0 0,0-1 0 0 0,0 1 0 0 0,-1 0 1 0 0,0-1-1 0 0,0 1 0 0 0,0-1 1 0 0,-1 1-1 0 0,-1-1 0 0 0,-5 14 1 0 0,4-12 6 0 0,-1 1 0 0 0,1-1 0 0 0,-2 0 1 0 0,0 0-1 0 0,0 0 0 0 0,0-1 0 0 0,-1 0 1 0 0,0-1-1 0 0,-1 1 0 0 0,-13 10 0 0 0,20-18-16 0 0,1 1 0 0 0,0-1-1 0 0,-1 1 1 0 0,1-1 0 0 0,-1 1-1 0 0,1-1 1 0 0,-1 0 0 0 0,0 1 0 0 0,1-1-1 0 0,-1 0 1 0 0,1 0 0 0 0,-1 1-1 0 0,0-1 1 0 0,1 0 0 0 0,-1 0-1 0 0,1 0 1 0 0,-1 0 0 0 0,0 0-1 0 0,1 0 1 0 0,-1 0 0 0 0,0 0 0 0 0,1 0-1 0 0,-1 0 1 0 0,0 0 0 0 0,1 0-1 0 0,-1 0 1 0 0,1 0 0 0 0,-1 0-1 0 0,0-1 1 0 0,1 1 0 0 0,-1 0-1 0 0,1-1 1 0 0,-1 1 0 0 0,1 0-1 0 0,-1-1 1 0 0,0 1 0 0 0,1-1 0 0 0,0 1-1 0 0,-1 0 1 0 0,1-1 0 0 0,-1 1-1 0 0,1-1 1 0 0,0 0 0 0 0,-1 1-1 0 0,1-1 1 0 0,0 1 0 0 0,-1-1-1 0 0,1 1 1 0 0,0-1 0 0 0,0 0 0 0 0,0 1-1 0 0,0-1 1 0 0,-1 0 0 0 0,1 1-1 0 0,0-1 1 0 0,0 0 0 0 0,0 1-1 0 0,0-1 1 0 0,0 1 0 0 0,1-1-1 0 0,-1-1 1 0 0,0-4-11 0 0,1 0 1 0 0,-1 0-1 0 0,2 0 0 0 0,-1-1 0 0 0,2-4 0 0 0,5-10-10 0 0,1 1 0 0 0,0 1 0 0 0,2 0 0 0 0,0 0-1 0 0,1 1 1 0 0,0 0 0 0 0,2 1 0 0 0,0 1 0 0 0,27-24-1 0 0,-28 28 7 0 0,1 2 0 0 0,0-1 0 0 0,0 2 0 0 0,1 0 0 0 0,0 0 0 0 0,1 2 0 0 0,-1 0 0 0 0,2 1 0 0 0,-1 0 0 0 0,1 1 0 0 0,-1 1 0 0 0,27-3 0 0 0,-34 6 17 0 0,-1 1 0 0 0,1 0 0 0 0,-1 1 0 0 0,1 0-1 0 0,-1 0 1 0 0,0 0 0 0 0,0 1 0 0 0,1 1 0 0 0,13 5 0 0 0,-19-6 2 0 0,1 0 1 0 0,0 0-1 0 0,-1 0 0 0 0,1 0 1 0 0,-1 1-1 0 0,0-1 1 0 0,1 1-1 0 0,-1 0 0 0 0,-1 0 1 0 0,1 0-1 0 0,0 1 0 0 0,-1-1 1 0 0,0 0-1 0 0,1 1 1 0 0,-1 0-1 0 0,-1 0 0 0 0,1-1 1 0 0,0 1-1 0 0,-1 0 1 0 0,0 0-1 0 0,1 5 0 0 0,-1 1 19 0 0,0 1 0 0 0,-1-1 0 0 0,0 1-1 0 0,-1-1 1 0 0,0 0 0 0 0,0 1 0 0 0,-5 14 0 0 0,-3 6-57 0 0,-15 32 0 0 0,3-10-823 0 0,19-47 691 0 0,-6 22-1638 0 0,8-27 1619 0 0,0 0 0 0 0,0 0 1 0 0,0 0-1 0 0,0 0 0 0 0,1 0 1 0 0,-1 0-1 0 0,0 1 0 0 0,0-1 1 0 0,1 0-1 0 0,-1 0 1 0 0,0 0-1 0 0,1 0 0 0 0,-1 0 1 0 0,1 0-1 0 0,-1 0 0 0 0,1 0 1 0 0,0 0-1 0 0,0 0 1 0 0,-1-1-1 0 0,1 1 0 0 0,1 1 1 0 0,-1-2 69 0 0,0 1 1 0 0,0-1-1 0 0,0 1 1 0 0,0-1-1 0 0,0 0 1 0 0,0 0-1 0 0,0 1 1 0 0,0-1-1 0 0,0 0 0 0 0,0 0 1 0 0,0 0-1 0 0,0 0 1 0 0,0 0-1 0 0,0 0 1 0 0,0 0-1 0 0,0-1 1 0 0,1 1-1 0 0,2-1-264 0 0,1 1-262 0 0,0-1-1 0 0,0 1 0 0 0,1-1 0 0 0,-1-1 0 0 0,7-2 0 0 0,12-5-1948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237 813 80 0 0,'8'-6'971'0'0,"85"-63"5103"0"0,-78 56-4564 0 0,0 0 0 0 0,-1-1 1 0 0,22-27-1 0 0,-29 25-314 0 0,-7 15-1172 0 0,0 1 1 0 0,0 0-1 0 0,0-1 1 0 0,0 1-1 0 0,0 0 1 0 0,0-1-1 0 0,0 1 1 0 0,0 0-1 0 0,0 0 1 0 0,0-1-1 0 0,-1 1 1 0 0,1 0-1 0 0,0 0 0 0 0,0-1 1 0 0,0 1-1 0 0,0 0 1 0 0,-1 0-1 0 0,1-1 1 0 0,0 1-1 0 0,0 0 1 0 0,-1 0-1 0 0,1 0 1 0 0,0-1-1 0 0,0 1 1 0 0,-1 0-1 0 0,1 0 1 0 0,0 0-1 0 0,0 0 0 0 0,-1 0 1 0 0,1-1-1 0 0,-2 1 11 0 0,0 0 0 0 0,-1 0 0 0 0,1 0 0 0 0,0 0-1 0 0,0 0 1 0 0,0 1 0 0 0,0-1 0 0 0,0 0 0 0 0,0 1-1 0 0,0 0 1 0 0,-2 0 0 0 0,-30 16 69 0 0,1 2 0 0 0,1 1 0 0 0,1 1 0 0 0,-46 40 0 0 0,77-60-103 0 0,-97 87 100 0 0,83-73-83 0 0,0 0 1 0 0,2 1-1 0 0,0 1 1 0 0,-13 24-1 0 0,23-39-14 0 0,1 0 0 0 0,-1 1 0 0 0,1-1 1 0 0,0 1-1 0 0,0-1 0 0 0,0 1 0 0 0,0-1 0 0 0,1 1 0 0 0,-1 0 0 0 0,1 0 0 0 0,-1-1 0 0 0,1 1 0 0 0,0 0 1 0 0,0 0-1 0 0,0-1 0 0 0,1 1 0 0 0,-1 0 0 0 0,1 0 0 0 0,-1-1 0 0 0,1 1 0 0 0,0 0 0 0 0,0-1 0 0 0,0 1 1 0 0,0-1-1 0 0,1 1 0 0 0,-1-1 0 0 0,1 0 0 0 0,-1 0 0 0 0,4 4 0 0 0,-1-3-16 0 0,0 0 0 0 0,0 0-1 0 0,0-1 1 0 0,0 0 0 0 0,0 0 0 0 0,0 0-1 0 0,1 0 1 0 0,-1-1 0 0 0,1 1 0 0 0,-1-1-1 0 0,1 0 1 0 0,0-1 0 0 0,-1 1 0 0 0,1-1 0 0 0,0 0-1 0 0,-1 0 1 0 0,6-1 0 0 0,2 0-31 0 0,1-2 0 0 0,-1 1 1 0 0,0-1-1 0 0,0-1 0 0 0,0 0 0 0 0,0-1 1 0 0,-1-1-1 0 0,0 1 0 0 0,0-2 1 0 0,0 1-1 0 0,-1-1 0 0 0,0-1 0 0 0,0 0 1 0 0,-1-1-1 0 0,0 1 0 0 0,0-2 0 0 0,12-16 1 0 0,-1-5 174 0 0,0-1 0 0 0,-3-1 0 0 0,0 0 1 0 0,20-62-1 0 0,-34 88-93 0 0,4-13 635 0 0,-8 18-323 0 0,-5 10-196 0 0,-3 7 74 0 0,2 1 0 0 0,-1 0 0 0 0,2 1 0 0 0,-7 27 0 0 0,7-24-120 0 0,4-13-78 0 0,-7 22 121 0 0,-6 35 1 0 0,14-57-134 0 0,0 1 0 0 0,0-1 0 0 0,1 1 1 0 0,0-1-1 0 0,0 1 0 0 0,1-1 1 0 0,0 1-1 0 0,0-1 0 0 0,0 1 0 0 0,4 9 1 0 0,-4-15-17 0 0,0 0 0 0 0,0 0 0 0 0,1 0 1 0 0,-1 0-1 0 0,0 0 0 0 0,1 0 0 0 0,-1-1 0 0 0,1 1 1 0 0,0 0-1 0 0,-1-1 0 0 0,1 1 0 0 0,0-1 0 0 0,0 0 1 0 0,0 1-1 0 0,0-1 0 0 0,4 1 0 0 0,-2 0-8 0 0,1-1 0 0 0,-1 0 0 0 0,1 0 0 0 0,0 0 0 0 0,-1-1 0 0 0,1 1 0 0 0,9-2 0 0 0,-2 0-47 0 0,0-1 1 0 0,1 0-1 0 0,-1-1 1 0 0,0 0-1 0 0,17-8 0 0 0,-6 0-95 0 0,-1-1-1 0 0,0-1 1 0 0,-1-1-1 0 0,-1-1 0 0 0,0-1 1 0 0,-1-1-1 0 0,-1-1 1 0 0,0 0-1 0 0,-1-1 1 0 0,17-27-1 0 0,7-15-176 0 0,-3-1 0 0 0,37-85 0 0 0,-11 10 692 0 0,76-246 0 0 0,-137 377-311 0 0,-1-1-1 0 0,1 1 1 0 0,0 0 0 0 0,0 0-1 0 0,5-6 1 0 0,-7 11-46 0 0,-1 1 0 0 0,0 0 0 0 0,0-1 0 0 0,1 1 0 0 0,-1 0 0 0 0,0-1 0 0 0,0 1 0 0 0,1 0 0 0 0,-1 0 0 0 0,0-1 0 0 0,1 1 0 0 0,-1 0 0 0 0,0 0 0 0 0,1 0 0 0 0,-1 0 0 0 0,1-1 0 0 0,-1 1 0 0 0,0 0 0 0 0,1 0 0 0 0,-1 0 0 0 0,1 0 0 0 0,-1 0 0 0 0,0 0 0 0 0,1 0 0 0 0,-1 0 1 0 0,1 0-1 0 0,-1 0 0 0 0,0 0 0 0 0,1 0 0 0 0,-1 0 0 0 0,0 1 0 0 0,1-1 0 0 0,-1 0 0 0 0,1 0 0 0 0,-1 0 0 0 0,0 0 0 0 0,1 1 0 0 0,-1-1 0 0 0,0 0 0 0 0,1 0 0 0 0,-1 1 0 0 0,0-1 0 0 0,0 0 0 0 0,1 1 0 0 0,-1-1 0 0 0,0 1 0 0 0,10 15 398 0 0,-8-5-213 0 0,-1-1 0 0 0,1 1 0 0 0,-2-1 0 0 0,1 1 0 0 0,-3 17 0 0 0,-10 55 348 0 0,9-63-421 0 0,-77 329 1057 0 0,3-16-688 0 0,76-330-494 0 0,-2 14 19 0 0,0 0 0 0 0,1 0 0 0 0,1 1 0 0 0,2 28-1 0 0,-1-42-11 0 0,0-1-1 0 0,1 1 1 0 0,-1-1-1 0 0,1 1 0 0 0,0-1 1 0 0,0 0-1 0 0,0 0 0 0 0,1 1 1 0 0,-1-1-1 0 0,1 0 1 0 0,0 0-1 0 0,0 0 0 0 0,0 0 1 0 0,0-1-1 0 0,0 1 0 0 0,1 0 1 0 0,-1-1-1 0 0,1 0 1 0 0,-1 1-1 0 0,1-1 0 0 0,0 0 1 0 0,0 0-1 0 0,0-1 0 0 0,0 1 1 0 0,0-1-1 0 0,1 1 1 0 0,-1-1-1 0 0,0 0 0 0 0,6 1 1 0 0,1-1-6 0 0,0 0 1 0 0,0-1 0 0 0,0 0 0 0 0,0-1-1 0 0,0 0 1 0 0,0-1 0 0 0,0 0 0 0 0,0 0-1 0 0,-1-1 1 0 0,1 0 0 0 0,-1-1 0 0 0,1 0-1 0 0,-1 0 1 0 0,15-11 0 0 0,3-3-16 0 0,-2-1-1 0 0,0-1 1 0 0,30-31-1 0 0,-35 29 12 0 0,0 0-1 0 0,-2 0 1 0 0,21-35-1 0 0,-31 44 1 0 0,0-1 0 0 0,-1 0 0 0 0,-1 0 0 0 0,0-1 1 0 0,-1 1-1 0 0,0-1 0 0 0,-1 0 0 0 0,1-17 0 0 0,-4 27 3 0 0,-1 0-1 0 0,1 0 1 0 0,-2 0 0 0 0,1 0 0 0 0,0 1 0 0 0,-1-1 0 0 0,0 0 0 0 0,0 0 0 0 0,0 0 0 0 0,-1 0-1 0 0,0 1 1 0 0,0-1 0 0 0,0 0 0 0 0,0 1 0 0 0,-1 0 0 0 0,1 0 0 0 0,-6-6 0 0 0,5 7 0 0 0,0 0 0 0 0,0 0 0 0 0,-1 1 0 0 0,1 0 0 0 0,-1-1 0 0 0,1 1-1 0 0,-1 0 1 0 0,0 1 0 0 0,0-1 0 0 0,0 1 0 0 0,0 0 0 0 0,0 0 0 0 0,0 0 0 0 0,0 0 0 0 0,0 1 0 0 0,0-1 0 0 0,0 1 0 0 0,0 0 0 0 0,-1 0 0 0 0,1 1 0 0 0,-5 0 0 0 0,2 1-1 0 0,0-1 0 0 0,1 1 0 0 0,-1 0 0 0 0,1 1 0 0 0,-1 0 0 0 0,1 0 1 0 0,0 0-1 0 0,-7 5 0 0 0,9-5 1 0 0,1 0 0 0 0,-1 0-1 0 0,1 0 1 0 0,0 0 0 0 0,0 0 0 0 0,0 0 0 0 0,1 1 0 0 0,-1 0 0 0 0,1-1 0 0 0,-1 1 0 0 0,1 0 0 0 0,1 0 0 0 0,-1 0 0 0 0,-1 5 0 0 0,2-8 2 0 0,1 0 0 0 0,0 0 0 0 0,-1 1 0 0 0,1-1 1 0 0,-1 0-1 0 0,1 1 0 0 0,0-1 0 0 0,0 0 0 0 0,0 1 1 0 0,0-1-1 0 0,0 0 0 0 0,0 1 0 0 0,0-1 0 0 0,0 0 0 0 0,1 0 1 0 0,-1 1-1 0 0,1-1 0 0 0,0 2 0 0 0,0 1-1 0 0,0-1 2 0 0,0 0 1 0 0,0 0-1 0 0,0 0 0 0 0,1 0 0 0 0,-1-1 0 0 0,1 1 1 0 0,0 0-1 0 0,0-1 0 0 0,0 1 0 0 0,0-1 0 0 0,0 1 0 0 0,0-1 1 0 0,0 0-1 0 0,1 0 0 0 0,-1 0 0 0 0,1 0 0 0 0,0-1 1 0 0,0 1-1 0 0,-1-1 0 0 0,5 2 0 0 0,6 2 3 0 0,1 0 0 0 0,-1-1 0 0 0,15 3 0 0 0,-3-3-16 0 0,0 0 0 0 0,0-2 0 0 0,1 0 0 0 0,-1-2-1 0 0,1-1 1 0 0,-1-1 0 0 0,0-2 0 0 0,0 0 0 0 0,0-1 0 0 0,-1-2 0 0 0,1 0 0 0 0,45-22 0 0 0,-54 21 7 0 0,-1-1 0 0 0,0 0 0 0 0,0-1 0 0 0,15-14 0 0 0,-23 16-2 0 0,0-1 5 0 0,-5 7-1 0 0,-3 0 1 0 0,1 2 3 0 0,0 0-1 0 0,0-1 1 0 0,-1 1 0 0 0,1 0-1 0 0,0-1 1 0 0,-1 1 0 0 0,1 0-1 0 0,0-1 1 0 0,-1 1 0 0 0,1 0-1 0 0,0 0 1 0 0,-1 0 0 0 0,1-1 0 0 0,-1 1-1 0 0,1 0 1 0 0,-1 0 0 0 0,1 0-1 0 0,0 0 1 0 0,-1 0 0 0 0,1 0-1 0 0,-1 0 1 0 0,1 0 0 0 0,-1 0-1 0 0,1 0 1 0 0,0 0 0 0 0,-1 0-1 0 0,1 0 1 0 0,-1 0 0 0 0,1 0-1 0 0,-1 0 1 0 0,1 1 0 0 0,0-1 0 0 0,-1 0-1 0 0,1 0 1 0 0,0 0 0 0 0,-1 1-1 0 0,1-1 1 0 0,0 0 0 0 0,-1 0-1 0 0,1 1 1 0 0,-1 0 0 0 0,-8 4 48 0 0,0 1 0 0 0,0 1 1 0 0,1-1-1 0 0,0 2 1 0 0,-13 13-1 0 0,-29 43 268 0 0,30-37-216 0 0,2 1 0 0 0,1 0-1 0 0,1 1 1 0 0,1 1 0 0 0,-15 45 0 0 0,29-71-97 0 0,0 0 0 0 0,0 0 0 0 0,0 0 0 0 0,0 1 0 0 0,1-1 0 0 0,-1 0 0 0 0,1 1 0 0 0,0-1 0 0 0,0 0 0 0 0,1 1 0 0 0,-1-1 0 0 0,1 0 0 0 0,0 0 0 0 0,0 1 0 0 0,1-1 0 0 0,-1 0 0 0 0,3 5 0 0 0,-1-6-10 0 0,-1 0 1 0 0,0 1 0 0 0,1-1-1 0 0,0-1 1 0 0,0 1-1 0 0,0 0 1 0 0,0-1 0 0 0,0 1-1 0 0,0-1 1 0 0,1 0-1 0 0,-1 0 1 0 0,1 0 0 0 0,0-1-1 0 0,-1 1 1 0 0,1-1-1 0 0,0 0 1 0 0,0 0-1 0 0,6 1 1 0 0,8 0-206 0 0,0-1 0 0 0,1 0 0 0 0,-1-2 0 0 0,1 0 0 0 0,-1-1 0 0 0,0-1 0 0 0,0 0 0 0 0,0-2-1 0 0,0 0 1 0 0,-1-1 0 0 0,1 0 0 0 0,-1-2 0 0 0,-1 0 0 0 0,25-16 0 0 0,-18 9 28 0 0,0-1-1 0 0,-1-2 1 0 0,-1 0 0 0 0,-1-1-1 0 0,0-2 1 0 0,-2 0-1 0 0,0 0 1 0 0,29-48 0 0 0,-40 56 267 0 0,2-1 439 0 0,-1 0 0 0 0,-1-1 0 0 0,7-20 0 0 0,-13 33 252 0 0,-3 2-727 0 0,0 1 1 0 0,1-1-1 0 0,-1 1 0 0 0,0-1 0 0 0,0 1 0 0 0,1 0 0 0 0,-1 0 1 0 0,0 0-1 0 0,1 0 0 0 0,-1 0 0 0 0,1 0 0 0 0,-1 0 0 0 0,1 0 0 0 0,0 0 1 0 0,-1 1-1 0 0,1-1 0 0 0,0 1 0 0 0,0-1 0 0 0,-2 3 0 0 0,-18 37 450 0 0,17-32-391 0 0,-12 24 57 0 0,2 1 0 0 0,1 0 0 0 0,1 2 0 0 0,-11 60 0 0 0,21-86-315 0 0,0 0 0 0 0,2 1 0 0 0,-1-1-1 0 0,1 0 1 0 0,0 0 0 0 0,1 0-1 0 0,2 11 1 0 0,-2-19-107 0 0,0 1 0 0 0,0-1 0 0 0,0 0 0 0 0,0 1 0 0 0,0-1 0 0 0,0 0 0 0 0,0 0 0 0 0,1 0 0 0 0,-1 0 0 0 0,1 0 0 0 0,-1 0 0 0 0,1 0 0 0 0,0-1 0 0 0,0 1 0 0 0,0-1 0 0 0,0 1 0 0 0,0-1 0 0 0,0 0 0 0 0,0 1 0 0 0,0-1 0 0 0,1 0 0 0 0,-1 0 0 0 0,0-1 0 0 0,1 1 0 0 0,-1 0 0 0 0,0-1 0 0 0,1 0 0 0 0,-1 1 0 0 0,1-1 0 0 0,-1 0 0 0 0,1 0 0 0 0,-1-1 0 0 0,1 1 0 0 0,4-1 0 0 0,9-3-3984 0 0,3-4-2091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98 492 0 0,'1'-3'656'0'0,"1"0"1"0"0,0 0-1 0 0,0 0 1 0 0,0 0-1 0 0,0 1 0 0 0,0-1 1 0 0,0 1-1 0 0,1-1 0 0 0,-1 1 1 0 0,1 0-1 0 0,0 0 0 0 0,0 0 1 0 0,0 0-1 0 0,4-2 1 0 0,-5 4-15 0 0,1 0-36 0 0,1 1-435 0 0,0-1 1 0 0,-1 1-1 0 0,1 0 0 0 0,-1 0 0 0 0,1 0 0 0 0,-1 1 0 0 0,1-1 0 0 0,-1 1 0 0 0,0 0 0 0 0,1 0 0 0 0,-1 0 0 0 0,0 0 0 0 0,0 0 0 0 0,-1 1 0 0 0,4 2 1 0 0,-2 1 37 0 0,0-1 0 0 0,0 0 0 0 0,0 1 0 0 0,-1-1 0 0 0,0 1 0 0 0,0 0 0 0 0,0 0 0 0 0,2 10 0 0 0,-3-9-72 0 0,0 0 0 0 0,0 0 0 0 0,-1 1 0 0 0,0-1 0 0 0,0 1 0 0 0,-1-1-1 0 0,0 1 1 0 0,0-1 0 0 0,-1 1 0 0 0,0-1 0 0 0,0 0 0 0 0,-1 1 0 0 0,0-1 0 0 0,0 0 0 0 0,-1 0-1 0 0,-5 10 1 0 0,4-10-11 0 0,-1-1-1 0 0,0 0 1 0 0,-1 0-1 0 0,1 0 0 0 0,-1-1 1 0 0,0 0-1 0 0,-1 0 1 0 0,1 0-1 0 0,-1-1 0 0 0,0 0 1 0 0,0 0-1 0 0,-14 4 1 0 0,19-7-78 0 0,0-2-24 0 0,1 1-24 0 0,0 0 1 0 0,1 0 0 0 0,-1 0 0 0 0,1 0-1 0 0,-1 0 1 0 0,1 0 0 0 0,-1-1 0 0 0,0 1 0 0 0,1 0-1 0 0,-1 0 1 0 0,1-1 0 0 0,-1 1 0 0 0,1 0-1 0 0,-1-1 1 0 0,1 1 0 0 0,-1 0 0 0 0,1-1 0 0 0,0 1-1 0 0,-1-1 1 0 0,1 1 0 0 0,0-1 0 0 0,-1 1-1 0 0,1-1 1 0 0,0 1 0 0 0,-1-1 0 0 0,1 1 0 0 0,0-1-1 0 0,0 1 1 0 0,0-1 0 0 0,-1 1 0 0 0,1-1-1 0 0,0 0 1 0 0,0 1 0 0 0,0-1 0 0 0,0 1 0 0 0,0-1-1 0 0,0 0 1 0 0,0 1 0 0 0,0-1 0 0 0,1 1-1 0 0,-1-1 1 0 0,0 1 0 0 0,0-1 0 0 0,0 0 0 0 0,1 1-1 0 0,-1-1 1 0 0,0 1 0 0 0,0-1 0 0 0,1 1-1 0 0,-1-1 1 0 0,0 1 0 0 0,1 0 0 0 0,-1-1 0 0 0,1 1-1 0 0,-1-1 1 0 0,1 1 0 0 0,-1 0 0 0 0,1-1 0 0 0,21-22-4 0 0,0 2 0 0 0,1 0 0 0 0,39-26 1 0 0,-13 11-21 0 0,187-138-8 0 0,-230 168-15 0 0,-14 9 38 0 0,-15 12 42 0 0,11-1 127 0 0,-1 0 1 0 0,2 1-1 0 0,0 0 1 0 0,1 0-1 0 0,-10 20 1 0 0,15-24-81 0 0,-1 0 1 0 0,2 1 0 0 0,-1 0 0 0 0,2 0 0 0 0,0 0 0 0 0,0 1 0 0 0,1-1-1 0 0,-1 19 1 0 0,3-27-67 0 0,0 1-1 0 0,1-1 0 0 0,-1 0 0 0 0,1 1 0 0 0,0-1 1 0 0,0 0-1 0 0,0 1 0 0 0,1-1 0 0 0,-1 0 0 0 0,1 0 1 0 0,0 0-1 0 0,0-1 0 0 0,0 1 0 0 0,1 0 0 0 0,-1-1 1 0 0,1 1-1 0 0,0-1 0 0 0,0 0 0 0 0,0 0 0 0 0,1 0 1 0 0,-1 0-1 0 0,1-1 0 0 0,4 3 0 0 0,-2-2-61 0 0,0 0 1 0 0,0-1-1 0 0,0 0 0 0 0,0 0 0 0 0,0 0 1 0 0,0-1-1 0 0,1 0 0 0 0,-1 0 0 0 0,1-1 1 0 0,-1 1-1 0 0,1-1 0 0 0,-1-1 0 0 0,0 1 1 0 0,1-1-1 0 0,6-2 0 0 0,-6 1-520 0 0,1 0 1 0 0,-1 0-1 0 0,0-1 0 0 0,0 0 1 0 0,11-6-1 0 0,-14 6-684 0 0,-1 0-1 0 0,1 0 1 0 0,-1 0 0 0 0,0 0-1 0 0,0 0 1 0 0,5-7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5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76 2144 0 0,'-7'-3'1244'0'0,"-68"-32"11409"0"0,29 10-8613 0 0,45 24-3881 0 0,-8-2 7 0 0,-10-6-7649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0 592 0 0,'-185'9'22277'0'0,"250"-18"-21662"0"0,297 13-4578 0 0,-121 15-5190 0 0,-148-10 1189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1080 0 0,'69'-68'12495'0'0,"-67"67"-12041"0"0,-2 0-402 0 0,0 1-1 0 0,1 0 1 0 0,-1-1-1 0 0,0 1 1 0 0,0 0-1 0 0,1-1 0 0 0,-1 1 1 0 0,0 0-1 0 0,1 0 1 0 0,-1 0-1 0 0,0-1 1 0 0,1 1-1 0 0,-1 0 1 0 0,0 0-1 0 0,1 0 1 0 0,-1 0-1 0 0,0-1 1 0 0,1 1-1 0 0,-1 0 0 0 0,1 0 1 0 0,-1 0-1 0 0,0 0 1 0 0,1 0-1 0 0,-1 0 1 0 0,0 0-1 0 0,1 0 1 0 0,-1 0-1 0 0,1 0 1 0 0,-1 1-1 0 0,0-1 0 0 0,1 0 1 0 0,0 0-1 0 0,5 12 1041 0 0,-3 17 109 0 0,-6 41-374 0 0,-4-1 0 0 0,-3 0 1 0 0,-28 104-1 0 0,22-102-5892 0 0,16-70 4926 0 0,0-1 0 0 0,0 1 0 0 0,0-1 0 0 0,0 1 0 0 0,0-1 0 0 0,0 0 0 0 0,0 1 0 0 0,0-1 0 0 0,0 1 0 0 0,0-1 0 0 0,0 1 0 0 0,1-1-1 0 0,-1 0 1 0 0,0 1 0 0 0,0-1 0 0 0,0 1 0 0 0,1-1 0 0 0,-1 0 0 0 0,0 1 0 0 0,0-1 0 0 0,1 0 0 0 0,-1 1 0 0 0,0-1 0 0 0,1 0 0 0 0,-1 1 0 0 0,1-1 0 0 0,-1 0 0 0 0,0 0 0 0 0,1 1 0 0 0,-1-1 0 0 0,1 0-1 0 0,-1 0 1 0 0,0 0 0 0 0,1 0 0 0 0,-1 0 0 0 0,1 0 0 0 0,-1 1 0 0 0,1-1 0 0 0,-1 0 0 0 0,1 0 0 0 0,-1 0 0 0 0,1-1 0 0 0,16-1-3606 0 0,-17 2 3792 0 0,13-5-4230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6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123 102 792 0 0,'112'-101'19227'0'0,"-110"102"-18627"0"0,0 0-470 0 0,0 0-1 0 0,-1 0 0 0 0,1 0 0 0 0,0 0 1 0 0,-1 1-1 0 0,0-1 0 0 0,1 1 1 0 0,-1-1-1 0 0,0 1 0 0 0,0-1 1 0 0,1 1-1 0 0,-1 0 0 0 0,-1 0 0 0 0,1 0 1 0 0,1 2-1 0 0,14 40 1327 0 0,-3-9-760 0 0,8 5 209 0 0,38 53 1 0 0,8 16 346 0 0,-64-105-1127 0 0,-1 0 1 0 0,0 0 0 0 0,0 0-1 0 0,-1 1 1 0 0,1-1 0 0 0,-1 0 0 0 0,0 1-1 0 0,0 0 1 0 0,0-1 0 0 0,-1 1-1 0 0,1 7 1 0 0,-2-9-94 0 0,0 0 0 0 0,1-1 0 0 0,-1 1 0 0 0,0-1 0 0 0,0 1 0 0 0,-1-1 0 0 0,1 1 0 0 0,0-1 0 0 0,-1 0 0 0 0,0 0 0 0 0,1 0 0 0 0,-1 0 0 0 0,0 0 0 0 0,0 0 0 0 0,0 0 0 0 0,0 0 0 0 0,-1-1 0 0 0,1 1 0 0 0,0-1 0 0 0,-1 0 0 0 0,-3 2 0 0 0,-4 1-201 0 0,-1 0 1 0 0,1-1-1 0 0,-1 0 1 0 0,1 0-1 0 0,-1-1 1 0 0,0-1-1 0 0,0 0 1 0 0,0 0-1 0 0,0-1 0 0 0,0 0 1 0 0,0-1-1 0 0,0-1 1 0 0,0 0-1 0 0,1 0 1 0 0,-15-5-1 0 0,5 0-1369 0 0,-1-1 0 0 0,1-1-1 0 0,0 0 1 0 0,1-2 0 0 0,0 0-1 0 0,-29-24 1 0 0,40 29-344 0 0,0-1 0 0 0,1 0 0 0 0,-12-15 0 0 0,2-2-4836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1 111 408 0 0,'28'-81'18323'0'0,"-28"80"-17796"0"0,0 0-519 0 0,0 0 1 0 0,0-1-1 0 0,0 1 1 0 0,0 0-1 0 0,1 0 1 0 0,-1 0-1 0 0,0 0 1 0 0,0 0 0 0 0,1 0-1 0 0,-1 0 1 0 0,1 0-1 0 0,-1 0 1 0 0,1 0-1 0 0,-1 0 1 0 0,1 0-1 0 0,-1 0 1 0 0,1 0-1 0 0,0 0 1 0 0,0 0-1 0 0,0 1 1 0 0,-1-1-1 0 0,1 0 1 0 0,0 0-1 0 0,0 1 1 0 0,0-1 0 0 0,0 1-1 0 0,0-1 1 0 0,0 1-1 0 0,0-1 1 0 0,0 1-1 0 0,0 0 1 0 0,0-1-1 0 0,0 1 1 0 0,2 0-1 0 0,1 0-1042 0 0,0-1 0 0 0,0 1-1 0 0,0 1 1 0 0,0-1 0 0 0,-1 1 0 0 0,1-1-1 0 0,0 1 1 0 0,0 0 0 0 0,4 2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6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42 4224 0 0,'3'0'2760'0'0,"24"-9"2401"0"0,42-11 699 0 0,-52 16-5462 0 0,-1 1 1 0 0,0 0 0 0 0,1 1-1 0 0,27 1 1 0 0,-28 2-269 0 0,0 0 1 0 0,-1 2-1 0 0,1 0 1 0 0,-1 0 0 0 0,0 1-1 0 0,20 9 1 0 0,-30-11-106 0 0,0 0 1 0 0,-1 1-1 0 0,1 0 1 0 0,-1 0 0 0 0,0 0-1 0 0,0 0 1 0 0,0 1 0 0 0,0-1-1 0 0,-1 1 1 0 0,5 5-1 0 0,-7-6 1 0 0,1-1 0 0 0,0 1-1 0 0,-1 0 1 0 0,0 1-1 0 0,0-1 1 0 0,0 0 0 0 0,0 0-1 0 0,0 0 1 0 0,0 1-1 0 0,-1-1 1 0 0,0 0-1 0 0,1 1 1 0 0,-1-1 0 0 0,-1 0-1 0 0,1 1 1 0 0,0-1-1 0 0,-2 5 1 0 0,-2 6 11 0 0,-1 1 1 0 0,-1-1-1 0 0,0 0 1 0 0,-1 0-1 0 0,0 0 1 0 0,-1-1-1 0 0,-1 0 1 0 0,0-1-1 0 0,0 0 0 0 0,-1 0 1 0 0,-13 10-1 0 0,-19 16 247 0 0,-74 52 0 0 0,111-86-244 0 0,-24 17 144 0 0,-139 96 939 0 0,153-103-1052 0 0,15-14-63 0 0,-1 1 1 0 0,1-1-1 0 0,0 1 0 0 0,0-1 0 0 0,-1 0 0 0 0,1 1 1 0 0,0-1-1 0 0,0 1 0 0 0,0-1 0 0 0,0 1 0 0 0,0-1 0 0 0,0 0 1 0 0,0 1-1 0 0,0-1 0 0 0,0 1 0 0 0,0-1 0 0 0,0 1 0 0 0,0-1 1 0 0,0 0-1 0 0,0 1 0 0 0,0-1 0 0 0,0 1 0 0 0,1-1 0 0 0,-1 1 1 0 0,2 1 19 0 0,0-1 1 0 0,-1 1 0 0 0,1-1-1 0 0,0 0 1 0 0,0 0 0 0 0,0 0 0 0 0,0 0-1 0 0,0 0 1 0 0,0 0 0 0 0,0 0-1 0 0,0-1 1 0 0,1 1 0 0 0,-1-1 0 0 0,3 1-1 0 0,65 8 153 0 0,1-3 0 0 0,108-5 0 0 0,-99-1-148 0 0,-40 0-349 0 0,122-2 405 0 0,-60-8-6577 0 0,-96 9 4041 0 0,3-2 680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7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4744 0 0,'75'16'12215'0'0,"-26"-3"-7613"0"0,-47-12-4358 0 0,26 5-3099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8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62 660 0 0,'21'-10'4558'0'0,"-9"5"-1807"0"0,-1-1 0 0 0,1-1 0 0 0,14-10-1 0 0,-25 16-2191 0 0,15-6 1609 0 0,-3-2-3918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3 668 0 0,'24'-1'3253'0'0,"4"1"3529"0"0,-12 1-3463 0 0,-13-1-2428 0 0,30-2 1912 0 0,-33 2-2849 0 0,0 0 0 0 0,0 0 0 0 0,1 0 0 0 0,-1 0 0 0 0,0 0 0 0 0,0 0 0 0 0,1 0 0 0 0,-1 0 0 0 0,0 0 0 0 0,0 0 0 0 0,1 0 0 0 0,-1 0 0 0 0,0 1 0 0 0,0-1 0 0 0,0 0 0 0 0,1 0 0 0 0,-1 0 0 0 0,0 0 0 0 0,0 1 0 0 0,0-1 0 0 0,1 0-1 0 0,-1 0 1 0 0,0 0 0 0 0,0 1 0 0 0,0-1 0 0 0,0 0 0 0 0,0 0 0 0 0,1 0 0 0 0,-1 1 0 0 0,0-1 0 0 0,0 0 0 0 0,0 0 0 0 0,0 1 0 0 0,0-1 0 0 0,0 0 0 0 0,0 1 0 0 0,0-1 0 0 0,0 0 0 0 0,0 0 0 0 0,0 1 0 0 0,0-1 0 0 0,0 0 0 0 0,0 0 0 0 0,0 1 0 0 0,0-1 0 0 0,0 0 0 0 0,-1 0-1 0 0,1 1 1 0 0,0-1 0 0 0,0 0 0 0 0,0 0 0 0 0,0 0 0 0 0,0 1 0 0 0,-1-1 0 0 0,1 0 0 0 0,0 0 0 0 0,0 0 0 0 0,0 1 0 0 0,-1-1 0 0 0,1 0 0 0 0,0 0 0 0 0,-1 0 0 0 0,-10 14-2393 0 0,-11 7-2997 0 0,10-9 899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8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1 732 0 0,'-14'21'7831'0'0,"-19"39"0"0"0,32-58-7565 0 0,3-1-474 0 0,0 0 1 0 0,-1 0 0 0 0,1 0 0 0 0,0 0-1 0 0,0 0 1 0 0,0 0 0 0 0,0-1 0 0 0,0 1-1 0 0,0-1 1 0 0,0 1 0 0 0,0-1 0 0 0,1 0-1 0 0,-1 0 1 0 0,0 0 0 0 0,0 0 0 0 0,0 0-1 0 0,0-1 1 0 0,0 1 0 0 0,0 0 0 0 0,0-1-1 0 0,0 0 1 0 0,0 1 0 0 0,2-2 0 0 0,10-2-3045 0 0,4 1-2778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9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 55 1500 0 0,'13'-31'4718'0'0,"-3"8"170"0"0,-19 41-2789 0 0,-6 10-1533 0 0,-1 0 1 0 0,-1-1 0 0 0,-2 0 0 0 0,0-2-1 0 0,-29 29 1 0 0,-1-5-139 0 0,-75 58-1 0 0,88-80-269 0 0,-67 40 0 0 0,84-57-123 0 0,-1 0 1 0 0,1-2 0 0 0,-2 0 0 0 0,1-1 0 0 0,-37 7 0 0 0,52-13-33 0 0,0 0-1 0 0,0-1 1 0 0,0 1 0 0 0,0-1-1 0 0,0 0 1 0 0,-1-1 0 0 0,1 1 0 0 0,0-1-1 0 0,0 0 1 0 0,1-1 0 0 0,-1 1-1 0 0,0-1 1 0 0,0 0 0 0 0,1 0-1 0 0,-1 0 1 0 0,-6-5 0 0 0,6 3-7 0 0,0-1 1 0 0,0 1-1 0 0,0-1 0 0 0,1 0 1 0 0,0 0-1 0 0,0-1 1 0 0,0 1-1 0 0,0-1 0 0 0,1 0 1 0 0,0 0-1 0 0,-2-8 1 0 0,0-1-13 0 0,1 0 1 0 0,0 0-1 0 0,1 0 1 0 0,1 0-1 0 0,1-1 1 0 0,0 1-1 0 0,1-1 1 0 0,0 1 0 0 0,2 0-1 0 0,3-19 1 0 0,-3 23 7 0 0,1 1 1 0 0,0-1-1 0 0,1 1 1 0 0,0 0-1 0 0,0 0 1 0 0,1 0-1 0 0,1 0 1 0 0,0 1-1 0 0,0 0 1 0 0,1 0-1 0 0,11-11 1 0 0,-13 15 7 0 0,1 0 0 0 0,-1 1 0 0 0,1 0 0 0 0,0 0 0 0 0,0 0 0 0 0,0 1 0 0 0,1 0 0 0 0,-1 0 0 0 0,1 1 0 0 0,0-1 0 0 0,-1 1 0 0 0,1 1 0 0 0,0 0 0 0 0,0 0 0 0 0,0 0 0 0 0,0 0 0 0 0,0 1 0 0 0,14 2 0 0 0,-4 1 60 0 0,-1 1 1 0 0,0 1-1 0 0,0 0 1 0 0,0 1-1 0 0,-1 1 1 0 0,0 0-1 0 0,0 1 1 0 0,-1 0-1 0 0,0 2 1 0 0,0 0 0 0 0,-1 0-1 0 0,0 1 1 0 0,20 22-1 0 0,-13-9 8 0 0,0-1 0 0 0,-2 2-1 0 0,-1 1 1 0 0,-1 0 0 0 0,-1 1-1 0 0,19 48 1 0 0,-16-22-276 0 0,10 57 1 0 0,11 31-4811 0 0,-24-104-807 0 0,-6-22 432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2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77 2536 0 0,'-12'-39'10531'0'0,"-1"3"-5805"0"0,13 34-4177 0 0,3 3-502 0 0,-1-1-39 0 0,-1 1 0 0 0,1-1 0 0 0,-1 1 0 0 0,1-1 1 0 0,0 1-1 0 0,-1 0 0 0 0,1-1 0 0 0,-1 1 0 0 0,0 0 0 0 0,1 0 0 0 0,-1 0 0 0 0,0 0 0 0 0,1 0 1 0 0,-1 1-1 0 0,0-1 0 0 0,0 0 0 0 0,0 0 0 0 0,0 1 0 0 0,0-1 0 0 0,0 1 0 0 0,-1-1 0 0 0,1 1 1 0 0,0-1-1 0 0,-1 1 0 0 0,1 0 0 0 0,-1-1 0 0 0,1 1 0 0 0,-1-1 0 0 0,0 1 0 0 0,0 2 0 0 0,0 6 12 0 0,-1-1 0 0 0,0 0 0 0 0,-1 0-1 0 0,0 0 1 0 0,-1 0 0 0 0,1 0 0 0 0,-2 0 0 0 0,1-1-1 0 0,-1 1 1 0 0,-7 10 0 0 0,-8 9 41 0 0,-34 40 1 0 0,26-36-41 0 0,27-31-23 0 0,-1-1 1 0 0,1 1-1 0 0,-1 0 0 0 0,1-1 0 0 0,0 1 0 0 0,-1 0 0 0 0,1-1 0 0 0,0 1 0 0 0,0 0 0 0 0,-1-1 0 0 0,1 1 0 0 0,0 0 0 0 0,0 0 0 0 0,0-1 0 0 0,0 1 0 0 0,0 0 1 0 0,0 0-1 0 0,0-1 0 0 0,0 1 0 0 0,0 0 0 0 0,0 0 0 0 0,1-1 0 0 0,-1 1 0 0 0,0 0 0 0 0,0 0 0 0 0,1-1 0 0 0,-1 1 0 0 0,0 0 0 0 0,1-1 0 0 0,-1 1 0 0 0,1-1 0 0 0,-1 1 1 0 0,1-1-1 0 0,-1 1 0 0 0,1-1 0 0 0,-1 1 0 0 0,1-1 0 0 0,0 1 0 0 0,-1-1 0 0 0,1 1 0 0 0,0-1 0 0 0,-1 0 0 0 0,2 1 0 0 0,36 14-52 0 0,-34-14 51 0 0,16 5 9 0 0,0 1-1 0 0,-1 1 0 0 0,0 1 0 0 0,0 1 1 0 0,-1 0-1 0 0,-1 2 0 0 0,0 0 1 0 0,0 0-1 0 0,15 16 0 0 0,-29-24 121 0 0,0 0 0 0 0,0-1 0 0 0,0 1 0 0 0,0 1 0 0 0,0-1 0 0 0,-1 0 0 0 0,0 0 0 0 0,0 1 0 0 0,0 0 0 0 0,-1-1 0 0 0,1 1 0 0 0,-1 0 0 0 0,0-1 0 0 0,0 1 0 0 0,-1 0 0 0 0,0 10 0 0 0,0-10 18 0 0,-1 0-1 0 0,0 1 1 0 0,-1-1-1 0 0,1 0 1 0 0,-1 0-1 0 0,0 0 1 0 0,-1 0-1 0 0,1 0 1 0 0,-1-1-1 0 0,0 1 1 0 0,0-1-1 0 0,0 1 1 0 0,-1-1-1 0 0,1 0 1 0 0,-7 5-1 0 0,3-3-31 0 0,-1 0 0 0 0,0 0 0 0 0,-1-1 0 0 0,1 0 0 0 0,-1-1 0 0 0,0 1-1 0 0,0-2 1 0 0,-1 1 0 0 0,1-1 0 0 0,-1-1 0 0 0,1 0 0 0 0,-1 0 0 0 0,0-1-1 0 0,0 0 1 0 0,0-1 0 0 0,0 0 0 0 0,1 0 0 0 0,-1-1 0 0 0,-18-4-1 0 0,17 3-153 0 0,0-1-1 0 0,0-1 0 0 0,1 1 0 0 0,-1-2 0 0 0,1 0 1 0 0,0 0-1 0 0,0 0 0 0 0,1-1 0 0 0,-1-1 0 0 0,1 0 0 0 0,1 0 1 0 0,0 0-1 0 0,0-1 0 0 0,0-1 0 0 0,1 1 0 0 0,0-1 0 0 0,-8-13 1 0 0,14 19-168 0 0,-1 1 0 0 0,1 0 0 0 0,0-1 0 0 0,0 1 0 0 0,0-1 0 0 0,0 0 1 0 0,0 1-1 0 0,1-1 0 0 0,-1 0 0 0 0,1 0 0 0 0,0 1 0 0 0,0-1 0 0 0,0 0 0 0 0,0 0 1 0 0,0 0-1 0 0,1 1 0 0 0,-1-1 0 0 0,1 0 0 0 0,-1 1 0 0 0,3-5 0 0 0,-2 4-312 0 0,1 0-1 0 0,-1 1 0 0 0,1-1 1 0 0,0 0-1 0 0,0 1 0 0 0,0-1 1 0 0,3-1-1 0 0,22-15-6987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0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18 488 0 0,'-4'0'2759'0'0,"-110"-7"11324"0"0,111 7-13719 0 0,-15-2 739 0 0,12 4-36 0 0,25-1-710 0 0,34 1-171 0 0,116-9 447 0 0,-88 2-2005 0 0,-2 3-4607 0 0,-62 3 105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0 800 0 0,'-22'12'3308'0'0,"-3"1"605"0"0,1 2 0 0 0,-35 25 0 0 0,58-39-3859 0 0,1-1 0 0 0,-1 0 1 0 0,1 0-1 0 0,-1 1 0 0 0,1-1 1 0 0,-1 1-1 0 0,1-1 0 0 0,-1 1 1 0 0,1-1-1 0 0,-1 1 0 0 0,1-1 1 0 0,-1 1-1 0 0,1-1 0 0 0,0 1 0 0 0,-1-1 1 0 0,1 1-1 0 0,0 0 0 0 0,0-1 1 0 0,-1 1-1 0 0,1 0 0 0 0,0-1 1 0 0,0 1-1 0 0,0 0 0 0 0,0-1 1 0 0,0 1-1 0 0,0 0 0 0 0,0-1 1 0 0,0 1-1 0 0,0 0 0 0 0,0-1 0 0 0,0 1 1 0 0,0 0-1 0 0,1-1 0 0 0,-1 1 1 0 0,0-1-1 0 0,0 1 0 0 0,1 0 1 0 0,-1-1-1 0 0,0 1 0 0 0,1-1 1 0 0,-1 1-1 0 0,1-1 0 0 0,-1 1 1 0 0,0-1-1 0 0,1 1 0 0 0,-1-1 0 0 0,1 1 1 0 0,0-1-1 0 0,-1 0 0 0 0,1 1 1 0 0,-1-1-1 0 0,1 0 0 0 0,-1 1 1 0 0,1-1-1 0 0,0 0 0 0 0,4 2 56 0 0,-1 0-1 0 0,1 0 0 0 0,-1-1 0 0 0,1 0 1 0 0,8 1-1 0 0,234 1-521 0 0,-123-6-2008 0 0,25-1-5479 0 0,-101 1 1490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989 81 2152 0 0,'9'-41'21898'0'0,"-8"34"-21168"0"0,-1 5-380 0 0,-7-6 574 0 0,-2 4-823 0 0,1 0 0 0 0,-1 1 0 0 0,0 0 0 0 0,-1 1 0 0 0,1 0 0 0 0,0 0 0 0 0,-1 1-1 0 0,1 0 1 0 0,-11 1 0 0 0,9 0-105 0 0,0 0-1 0 0,0 1 0 0 0,1 1 1 0 0,-1 0-1 0 0,0 1 1 0 0,1-1-1 0 0,0 2 1 0 0,0 0-1 0 0,0 0 1 0 0,0 1-1 0 0,1 0 1 0 0,-1 0-1 0 0,1 1 0 0 0,1 1 1 0 0,-1-1-1 0 0,-8 10 1 0 0,8-5 3 0 0,1 0 0 0 0,0 1 0 0 0,1 0 0 0 0,1 0 0 0 0,-1 1 0 0 0,2 0 0 0 0,-4 14 1 0 0,-23 99 40 0 0,26-97-49 0 0,-32 159-78 0 0,13-52 888 0 0,-48 144 0 0 0,-195 416 1540 0 0,191-509-1633 0 0,-45 185 7 0 0,118-359-712 0 0,1-1 1 0 0,1 1-1 0 0,0 0 0 0 0,0 15 1 0 0,3-27-11 0 0,-1 0 1 0 0,0 0-1 0 0,1 1 0 0 0,-1-1 1 0 0,0 0-1 0 0,1 0 1 0 0,-1 0-1 0 0,1 0 1 0 0,0 0-1 0 0,-1 0 1 0 0,1 0-1 0 0,0 0 1 0 0,0 0-1 0 0,0 0 1 0 0,-1-1-1 0 0,1 1 1 0 0,0 0-1 0 0,0-1 0 0 0,0 1 1 0 0,0 0-1 0 0,0-1 1 0 0,1 1-1 0 0,-1-1 1 0 0,2 1-1 0 0,27 7-281 0 0,-30-8 288 0 0,30 4-664 0 0,-1-3 1 0 0,1 0-1 0 0,53-7 1 0 0,-47 3 25 0 0,93-10-2918 0 0,130-30 0 0 0,-4-16-7761 0 0,-188 41 3588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57 996 0 0,'5'-9'9988'0'0,"14"-32"-896"0"0,-17 35-8719 0 0,-14 76 214 0 0,-35 119 1 0 0,13-78-2667 0 0,23-75 466 0 0,1 3-2265 0 0,7-13-2495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3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170 104 2104 0 0,'-9'44'16429'0'0,"7"-37"-16260"0"0,-1 0 0 0 0,0 0 0 0 0,0 0 0 0 0,-1-1-1 0 0,0 0 1 0 0,0 1 0 0 0,0-2 0 0 0,-1 1 0 0 0,0 0 0 0 0,-7 6 0 0 0,-15 19 181 0 0,16-15-277 0 0,0-1 0 0 0,0 2 1 0 0,2-1-1 0 0,0 2 0 0 0,1-1 0 0 0,1 1 0 0 0,-10 37 0 0 0,16-52-68 0 0,1-1 1 0 0,0 0-1 0 0,-1 1 0 0 0,1-1 1 0 0,0 0-1 0 0,0 1 0 0 0,1-1 1 0 0,-1 1-1 0 0,1-1 0 0 0,-1 0 1 0 0,1 1-1 0 0,-1-1 0 0 0,1 0 1 0 0,0 0-1 0 0,0 0 1 0 0,0 1-1 0 0,1-1 0 0 0,-1 0 1 0 0,2 1-1 0 0,0 0 3 0 0,-1-1 0 0 0,1 1 1 0 0,0-1-1 0 0,0 0 0 0 0,0 0 1 0 0,0 0-1 0 0,0 0 0 0 0,1-1 0 0 0,-1 1 1 0 0,1-1-1 0 0,4 1 0 0 0,3 0 3 0 0,0 0-1 0 0,0 0 0 0 0,0-2 1 0 0,1 1-1 0 0,-1-1 1 0 0,0-1-1 0 0,12-2 0 0 0,-4 0-21 0 0,-1-2 0 0 0,1 0 0 0 0,-2-1 0 0 0,1-1 0 0 0,-1-1 0 0 0,0 0 0 0 0,0-2-1 0 0,24-16 1 0 0,-29 17 14 0 0,0-1 0 0 0,-1 0-1 0 0,-1 0 1 0 0,1-1-1 0 0,-2 0 1 0 0,1-1 0 0 0,-1 0-1 0 0,-1 0 1 0 0,-1-1-1 0 0,1 0 1 0 0,7-21 0 0 0,-14 31 8 0 0,0-1 1 0 0,0 1-1 0 0,0 0 0 0 0,-1 0 1 0 0,1-1-1 0 0,-1 1 1 0 0,0 0-1 0 0,0-1 1 0 0,0 1-1 0 0,0-1 0 0 0,0 1 1 0 0,-1 0-1 0 0,0-1 1 0 0,0 1-1 0 0,0 0 1 0 0,-2-5-1 0 0,1 4 0 0 0,-1-1 0 0 0,0 1 0 0 0,0 0 0 0 0,0 0 0 0 0,0 0 0 0 0,-1 0 0 0 0,0 1 0 0 0,1-1 0 0 0,-9-4 0 0 0,-6-3 0 0 0,0 2 0 0 0,0 0-1 0 0,-1 1 1 0 0,-25-7 0 0 0,42 14-11 0 0,-50-14 61 0 0,32 10-770 0 0,1-1 0 0 0,-29-12 0 0 0,48 18 657 0 0,0 0-1 0 0,-1-1 1 0 0,1 1 0 0 0,0 0-1 0 0,0 0 1 0 0,0 0 0 0 0,-1 0-1 0 0,1-1 1 0 0,0 1 0 0 0,0 0-1 0 0,0 0 1 0 0,0 0 0 0 0,0-1-1 0 0,-1 1 1 0 0,1 0 0 0 0,0 0-1 0 0,0 0 1 0 0,0-1 0 0 0,0 1-1 0 0,0 0 1 0 0,0 0 0 0 0,0-1-1 0 0,0 1 1 0 0,0 0 0 0 0,0 0-1 0 0,0-1 1 0 0,0 1 0 0 0,0 0-1 0 0,0 0 1 0 0,0-1 0 0 0,0 1-1 0 0,0 0 1 0 0,0 0 0 0 0,0-1-1 0 0,0 1 1 0 0,0 0 0 0 0,1-1-1 0 0,8-10-1627 0 0,11-6-1329 0 0,-3 5-1269 0 0,5-2-2201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4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570 174 488 0 0,'-5'-21'4134'0'0,"-1"0"-1"0"0,-1 1 1 0 0,-13-28-1 0 0,3 10 489 0 0,17 36-4259 0 0,0 2-323 0 0,-1-1 0 0 0,1 1-1 0 0,0-1 1 0 0,0 1 0 0 0,0-1-1 0 0,0 1 1 0 0,0-1 0 0 0,0 1-1 0 0,0-1 1 0 0,0 1 0 0 0,0-1-1 0 0,1 1 1 0 0,-1 0-1 0 0,0-1 1 0 0,0 1 0 0 0,0-1-1 0 0,0 1 1 0 0,1-1 0 0 0,-1 1-1 0 0,0-1 1 0 0,1 1 0 0 0,-1 0-1 0 0,0-1 1 0 0,1 1 0 0 0,-1 0-1 0 0,0-1 1 0 0,1 1 0 0 0,-1 0-1 0 0,1-1 1 0 0,-1 1 0 0 0,0 0-1 0 0,1 0 1 0 0,-1-1 0 0 0,1 1-1 0 0,-1 0 1 0 0,1 0 0 0 0,-1 0-1 0 0,1 0 1 0 0,0 0-1 0 0,49-6 489 0 0,0 2 0 0 0,77 5-1 0 0,-41 1-78 0 0,171 8 656 0 0,-252-9-1081 0 0,0-1 1 0 0,0 1 0 0 0,0 0-1 0 0,0 0 1 0 0,0 0 0 0 0,0 1-1 0 0,0 0 1 0 0,-1 0 0 0 0,1 0-1 0 0,0 0 1 0 0,-1 1 0 0 0,0 0-1 0 0,1 0 1 0 0,4 4 0 0 0,-5-2 68 0 0,-1-1 1 0 0,1 1-1 0 0,-1 0 1 0 0,0 0 0 0 0,0 0-1 0 0,0 1 1 0 0,-1-1-1 0 0,0 1 1 0 0,0 0-1 0 0,0-1 1 0 0,0 9 0 0 0,5 23 369 0 0,-3 1 1 0 0,-1-1-1 0 0,-1 1 1 0 0,-6 59-1 0 0,-31 150 521 0 0,20-155-589 0 0,-26 115 29 0 0,-130 389 0 0 0,140-498-424 0 0,5 3 0 0 0,5 0 0 0 0,4 1 0 0 0,-8 185 0 0 0,25-234 0 0 0,1-26 0 0 0,-7 53 0 0 0,6-78 0 0 0,0 0 0 0 0,-1 0 0 0 0,1 0 0 0 0,-1 0 0 0 0,0 0 0 0 0,1 0 0 0 0,-1 0 0 0 0,0 0 0 0 0,0-1 0 0 0,0 1 0 0 0,-1 0 0 0 0,1 0 0 0 0,0-1 0 0 0,-1 1 0 0 0,1-1 0 0 0,-1 0 0 0 0,1 1 0 0 0,-1-1 0 0 0,0 0 0 0 0,1 0 0 0 0,-1 0 0 0 0,0 0 0 0 0,0 0 0 0 0,-3 1 0 0 0,-1 0 0 0 0,-1-1 0 0 0,1 0 0 0 0,0 0 0 0 0,-1-1 0 0 0,-10 0 0 0 0,8 0 0 0 0,-50-2-848 0 0,-119-20 1 0 0,-55-28-1822 0 0,184 38 2317 0 0,-72-20-5840 0 0,44 4-5497 0 0,57 17 3923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180 930 2008 0 0,'0'0'1602'0'0,"14"4"2696"0"0,-11-3-4460 0 0,-3 0 332 0 0,1-1 0 0 0,0 0 0 0 0,0 1 1 0 0,0-1-1 0 0,0 0 0 0 0,0 1 0 0 0,0-1 0 0 0,0 0 0 0 0,0 0 1 0 0,0 0-1 0 0,1 0 0 0 0,-1 0 0 0 0,0 0 0 0 0,0 0 1 0 0,0 0-1 0 0,0 0 0 0 0,0-1 0 0 0,0 1 0 0 0,0 0 0 0 0,0-1 1 0 0,0 1-1 0 0,0-1 0 0 0,-1 1 0 0 0,3-2 0 0 0,-2 1-4 0 0,-2 0-110 0 0,1 0 1 0 0,-1-1 0 0 0,1 1-1 0 0,-1 0 1 0 0,1 0 0 0 0,-1-1-1 0 0,1 1 1 0 0,0 0-1 0 0,0 0 1 0 0,0-1 0 0 0,0 1-1 0 0,0 0 1 0 0,0-1 0 0 0,0 1-1 0 0,0-3 1 0 0,0-10 412 0 0,-4-17-284 0 0,1 0 0 0 0,1-1 0 0 0,2 1 0 0 0,5-39-1 0 0,27-127 640 0 0,-21 146-837 0 0,3 1 0 0 0,29-71 0 0 0,-30 91 6 0 0,1 1 0 0 0,2 0 0 0 0,1 1 0 0 0,1 1 1 0 0,24-28-1 0 0,-35 47 2 0 0,-1 0 0 0 0,2 1 1 0 0,-1 0-1 0 0,1 0 0 0 0,0 1 1 0 0,0 0-1 0 0,1 1 0 0 0,-1 0 1 0 0,1 0-1 0 0,1 1 0 0 0,12-5 1 0 0,-19 8 2 0 0,0 0 0 0 0,0 0 1 0 0,0 0-1 0 0,0 1 0 0 0,0-1 1 0 0,1 1-1 0 0,-1 0 0 0 0,0 0 1 0 0,0 0-1 0 0,0 0 0 0 0,1 1 1 0 0,4 0-1 0 0,-1 1 9 0 0,-3-1-4 0 0,0 0 0 0 0,-1 0 0 0 0,1 0 0 0 0,-1 1 0 0 0,1-1-1 0 0,-1 1 1 0 0,1 0 0 0 0,-1 0 0 0 0,0 0 0 0 0,3 3 0 0 0,-2-2-2 0 0,-3-2 0 0 0,1 0 1 0 0,-1 0-1 0 0,0 0 0 0 0,0 1 1 0 0,0-1-1 0 0,0 0 1 0 0,0 1-1 0 0,0-1 1 0 0,0 0-1 0 0,0 1 0 0 0,0-1 1 0 0,-1 1-1 0 0,1 0 1 0 0,-1-1-1 0 0,1 1 1 0 0,-1-1-1 0 0,1 1 0 0 0,-1 0 1 0 0,0-1-1 0 0,0 1 1 0 0,0 0-1 0 0,0-1 1 0 0,0 1-1 0 0,0 0 0 0 0,-1-1 1 0 0,1 1-1 0 0,0 0 1 0 0,-1-1-1 0 0,1 1 1 0 0,-1-1-1 0 0,0 1 0 0 0,-1 1 1 0 0,0 2 3 0 0,0-1 0 0 0,-1 0 1 0 0,0 1-1 0 0,0-2 0 0 0,0 1 0 0 0,-1 0 0 0 0,0 0 1 0 0,1-1-1 0 0,-6 4 0 0 0,-20 10-4 0 0,0-1 0 0 0,-2-1 0 0 0,-42 15 0 0 0,-31 14-8 0 0,-60 44 39 0 0,132-68 40 0 0,0 1-1 0 0,-52 47 1 0 0,80-64-18 0 0,0-1 0 0 0,0 1 1 0 0,1 0-1 0 0,0 0 0 0 0,0 0 0 0 0,0 1 0 0 0,0-1 0 0 0,1 1 0 0 0,-1-1 1 0 0,1 1-1 0 0,1 0 0 0 0,-1 0 0 0 0,-1 5 0 0 0,3-9-31 0 0,0 1 1 0 0,0-1-1 0 0,1 0 0 0 0,-1 0 0 0 0,0 1 1 0 0,0-1-1 0 0,1 0 0 0 0,-1 0 0 0 0,1 0 1 0 0,-1 1-1 0 0,1-1 0 0 0,-1 0 0 0 0,1 0 1 0 0,0 0-1 0 0,0 0 0 0 0,-1 0 0 0 0,1 0 1 0 0,0 0-1 0 0,0-1 0 0 0,0 1 0 0 0,0 0 0 0 0,0 0 1 0 0,0-1-1 0 0,0 1 0 0 0,0 0 0 0 0,0-1 1 0 0,1 1-1 0 0,-1-1 0 0 0,2 1 0 0 0,3 1 50 0 0,0 0-1 0 0,1 0 0 0 0,-1 0 0 0 0,8 0 0 0 0,24 1 76 0 0,0-1-1 0 0,48-4 1 0 0,78-15-15 0 0,-134 13-105 0 0,171-18-1485 0 0,-198 21 565 0 0,15 3-4085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9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48 512 0 0,'8'-8'10050'0'0,"-8"7"-9913"0"0,1 1 0 0 0,-1-1 0 0 0,0 0 0 0 0,1 0-1 0 0,-1 0 1 0 0,0 0 0 0 0,0 0 0 0 0,1 1 0 0 0,-1-1 0 0 0,0 0-1 0 0,0 0 1 0 0,0 0 0 0 0,0 0 0 0 0,0 0 0 0 0,0 0-1 0 0,0 0 1 0 0,-1 1 0 0 0,1-1 0 0 0,0 0 0 0 0,0 0 0 0 0,-1 0-1 0 0,1 0 1 0 0,0 0 0 0 0,-1 1 0 0 0,1-1 0 0 0,-1 0-1 0 0,1 0 1 0 0,-1 1 0 0 0,0-1 0 0 0,1 0 0 0 0,-1 1 0 0 0,0-1-1 0 0,1 1 1 0 0,-1-1 0 0 0,0 1 0 0 0,1-1 0 0 0,-1 1 0 0 0,0-1-1 0 0,0 1 1 0 0,0 0 0 0 0,-1-1 0 0 0,-1-1-108 0 0,-1 1 0 0 0,0 0 0 0 0,0-1 0 0 0,0 2 0 0 0,0-1 1 0 0,0 0-1 0 0,0 1 0 0 0,0-1 0 0 0,-6 2 0 0 0,-7 1 17 0 0,1 1 1 0 0,-1 1-1 0 0,1 0 0 0 0,0 1 0 0 0,0 1 0 0 0,-28 16 1 0 0,19-9 89 0 0,1 2 1 0 0,0 1-1 0 0,-30 27 1 0 0,38-28-62 0 0,1-1 0 0 0,0 2 0 0 0,1 0 0 0 0,1 1 0 0 0,-17 28 0 0 0,22-30-13 0 0,1 0 0 0 0,0 0 0 0 0,2 0 0 0 0,-1 1-1 0 0,2 0 1 0 0,0 0 0 0 0,-2 28 0 0 0,0 69 410 0 0,13 173 0 0 0,2-47-220 0 0,-31 323-115 0 0,-28 0 220 0 0,4-41 893 0 0,5-78 166 0 0,22-241-404 0 0,13-143-645 0 0,-6 72 360 0 0,12-109-606 0 0,0 0 0 0 0,1 0 1 0 0,8 39-1 0 0,-8-55-80 0 0,1 0 0 0 0,-1-1 0 0 0,2 1 0 0 0,-1 0 0 0 0,0-1 0 0 0,1 0 1 0 0,0 1-1 0 0,1-1 0 0 0,-1 0 0 0 0,1-1 0 0 0,0 1 0 0 0,6 5 0 0 0,-3-4-5 0 0,0-1 0 0 0,0 0 0 0 0,1 0 0 0 0,-1-1 1 0 0,1 0-1 0 0,0 0 0 0 0,14 4 0 0 0,5-1 19 0 0,1-1 1 0 0,1-1 0 0 0,-1-2-1 0 0,32 0 1 0 0,39-3-573 0 0,174-24 0 0 0,-189 14 188 0 0,-77 10 218 0 0,-1-1-164 0 0,1 1 0 0 0,0-1 0 0 0,-1 0 0 0 0,1-1 0 0 0,-1 1-1 0 0,0-1 1 0 0,1 0 0 0 0,-1-1 0 0 0,0 0 0 0 0,7-4 0 0 0,-7-1-1636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37 284 0 0,'6'-36'19374'0'0,"-7"49"-18168"0"0,-11 236 2055 0 0,-11 16-1744 0 0,19-218-1310 0 0,4-45-241 0 0,7 21-9669 0 0,1 3 2304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285 192 380 0 0,'-19'-30'10590'0'0,"-5"5"-4988"0"0,22 25-5107 0 0,2-1-449 0 0,-1 0 0 0 0,1 1 1 0 0,-1-1-1 0 0,0 1 0 0 0,1-1 0 0 0,-1 1 0 0 0,0 0 1 0 0,0-1-1 0 0,1 1 0 0 0,-1 0 0 0 0,0 0 0 0 0,0-1 1 0 0,1 1-1 0 0,-1 0 0 0 0,0 0 0 0 0,0 0 1 0 0,0 0-1 0 0,0 0 0 0 0,1 0 0 0 0,-1 0 0 0 0,0 0 1 0 0,0 0-1 0 0,0 0 0 0 0,1 1 0 0 0,-1-1 0 0 0,0 0 1 0 0,0 0-1 0 0,1 1 0 0 0,-1-1 0 0 0,0 0 1 0 0,0 2-1 0 0,-8 6 126 0 0,1 2 1 0 0,0-1-1 0 0,1 1 1 0 0,0 0 0 0 0,1 1-1 0 0,0 0 1 0 0,-6 15-1 0 0,-7 11 164 0 0,10-17-260 0 0,0 0 1 0 0,1 0 0 0 0,1 1-1 0 0,1 0 1 0 0,1 0-1 0 0,1 0 1 0 0,1 1-1 0 0,1 0 1 0 0,1-1-1 0 0,0 1 1 0 0,5 33 0 0 0,-3-46-58 0 0,1 0 1 0 0,0-1 0 0 0,0 1-1 0 0,1 0 1 0 0,0-1 0 0 0,1 1 0 0 0,0-1-1 0 0,0 0 1 0 0,1 0 0 0 0,6 8-1 0 0,-7-10-1 0 0,1-1 1 0 0,0 0-1 0 0,0-1 0 0 0,0 1 0 0 0,0-1 0 0 0,1 0 0 0 0,-1 0 0 0 0,1-1 1 0 0,0 0-1 0 0,0 0 0 0 0,0 0 0 0 0,1-1 0 0 0,-1 0 0 0 0,9 2 0 0 0,-3-2 46 0 0,1-1-1 0 0,0 0 0 0 0,-1-1 1 0 0,1 0-1 0 0,0-1 1 0 0,0 0-1 0 0,-1-1 0 0 0,1-1 1 0 0,-1 0-1 0 0,1 0 0 0 0,-1-1 1 0 0,0-1-1 0 0,11-6 0 0 0,-7 3-21 0 0,0-1-1 0 0,0-1 1 0 0,-1-1 0 0 0,-1 0-1 0 0,0-1 1 0 0,0 0-1 0 0,-1-1 1 0 0,17-22-1 0 0,-14 14-9 0 0,-2 0 0 0 0,0-2 0 0 0,18-39 0 0 0,-26 46 30 0 0,0 0-1 0 0,-1 0 1 0 0,-1-1 0 0 0,0 0 0 0 0,-1 0 0 0 0,1-28 0 0 0,-4 29 24 0 0,0 1 0 0 0,-1 0 0 0 0,0-1 0 0 0,-2 1 0 0 0,1 0 0 0 0,-2 0-1 0 0,0 0 1 0 0,-12-27 0 0 0,12 34-65 0 0,-1-1-1 0 0,0 2 1 0 0,0-1-1 0 0,0 0 1 0 0,-1 1-1 0 0,-1 0 1 0 0,1 0-1 0 0,-1 1 1 0 0,0 0-1 0 0,0 0 1 0 0,-1 0-1 0 0,0 1 1 0 0,0 1-1 0 0,0-1 1 0 0,-16-6-1 0 0,10 7-40 0 0,1 1 1 0 0,-1 0-1 0 0,0 1 0 0 0,1 0 0 0 0,-1 1 0 0 0,0 0 1 0 0,0 1-1 0 0,0 1 0 0 0,0 0 0 0 0,0 1 0 0 0,1 1 1 0 0,-1 0-1 0 0,1 1 0 0 0,0 0 0 0 0,-17 8 0 0 0,11-3-348 0 0,0 0-1 0 0,1 1 0 0 0,0 1 0 0 0,0 1 0 0 0,1 1 0 0 0,1 0 0 0 0,0 1 0 0 0,1 1 0 0 0,-19 23 1 0 0,24-24-501 0 0,1 0 1 0 0,0 0 0 0 0,-13 31-1 0 0,0 17-6009 0 0,12-26-953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7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135 206 16 0 0,'15'-41'13903'0'0,"-13"30"-9993"0"0,-12 25-2966 0 0,-13 26-698 0 0,-4 20 195 0 0,-16 43-37 0 0,39-89-367 0 0,-9 25 79 0 0,-13 70-1 0 0,24-97-105 0 0,0 0-1 0 0,1-1 1 0 0,1 1-1 0 0,0 0 0 0 0,1-1 1 0 0,0 1-1 0 0,0 0 1 0 0,1-1-1 0 0,1 1 0 0 0,8 20 1 0 0,-9-27-5 0 0,0-1 1 0 0,0 0 0 0 0,1 1-1 0 0,-1-1 1 0 0,1 0-1 0 0,0-1 1 0 0,1 1 0 0 0,-1-1-1 0 0,0 1 1 0 0,1-1 0 0 0,0 0-1 0 0,0 0 1 0 0,0 0-1 0 0,4 1 1 0 0,-1-1 1 0 0,0 0-1 0 0,0 0 1 0 0,1-1-1 0 0,-1 0 1 0 0,0 0 0 0 0,1-1-1 0 0,-1 0 1 0 0,11 0-1 0 0,1-2 33 0 0,1-1-1 0 0,0 0 1 0 0,-1-1-1 0 0,1-1 0 0 0,37-13 1 0 0,-39 9 77 0 0,0 0-1 0 0,-1-1 1 0 0,0-1 0 0 0,0 0 0 0 0,-1-1-1 0 0,-1-1 1 0 0,0-1 0 0 0,0 0 0 0 0,-1 0-1 0 0,20-27 1 0 0,-21 24-14 0 0,-2-1 0 0 0,0 0 0 0 0,0-1-1 0 0,-2 0 1 0 0,0 0 0 0 0,-1-1 0 0 0,-1-1 0 0 0,-1 1 0 0 0,-1-1 0 0 0,4-23-1 0 0,-8 28-68 0 0,0 0 0 0 0,-2 0 0 0 0,0 0 0 0 0,0 1 0 0 0,-1-1 0 0 0,-1 0 0 0 0,0 1 0 0 0,-2-1 0 0 0,1 1 0 0 0,-2 0 0 0 0,1 0 0 0 0,-2 1 0 0 0,0 0 0 0 0,-1 0 0 0 0,0 1 0 0 0,-1-1 0 0 0,0 2 0 0 0,-1-1 0 0 0,0 2-1 0 0,-1-1 1 0 0,0 1 0 0 0,0 1 0 0 0,-1 0 0 0 0,-1 1 0 0 0,-16-10 0 0 0,21 15-51 0 0,1 0-1 0 0,-1 1 1 0 0,0-1-1 0 0,0 1 1 0 0,0 1-1 0 0,0-1 1 0 0,0 1 0 0 0,0 1-1 0 0,0 0 1 0 0,0 0-1 0 0,0 0 1 0 0,0 1-1 0 0,0 0 1 0 0,0 1-1 0 0,0 0 1 0 0,0 0 0 0 0,0 1-1 0 0,1 0 1 0 0,-1 0-1 0 0,-13 8 1 0 0,10-4-168 0 0,-1 1 0 0 0,1 0 0 0 0,1 0 0 0 0,-1 1 1 0 0,2 1-1 0 0,-1-1 0 0 0,1 1 0 0 0,1 1 0 0 0,0 0 0 0 0,0 0 0 0 0,-10 22 1 0 0,7-7-774 0 0,1 1 0 0 0,1 0 0 0 0,-10 55 1 0 0,1 87-7973 0 0,15-118 2858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24 154 716 0 0,'13'-34'7430'0'0,"21"-60"4446"0"0,-33 92-11377 0 0,3-9 1197 0 0,4-1 1689 0 0,-8 24-3204 0 0,-47 304 3432 0 0,20-152-3498 0 0,26-162-137 0 0,-7 70-2039 0 0,8-65 1313 0 0,0 0 0 0 0,0 0 1 0 0,1 0-1 0 0,-1 0 0 0 0,2 0 0 0 0,-1 0 0 0 0,1-1 1 0 0,3 10-1 0 0,5-3-2834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9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80 1452 0 0,'-2'-1'1698'0'0,"-73"-52"10797"0"0,46 40-5785 0 0,14 9-5210 0 0,13 4-1068 0 0,7 2-347 0 0,1-1 0 0 0,-1 0 1 0 0,0 0-1 0 0,1-1 0 0 0,-1 1 1 0 0,8-1-1 0 0,-8 0-43 0 0,333-8 730 0 0,-281 4-712 0 0,58 1 1123 0 0,-114 3-1158 0 0,0 0 1 0 0,0 0-1 0 0,1 0 0 0 0,-1 0 0 0 0,0 0 1 0 0,0 1-1 0 0,1-1 0 0 0,-1 0 0 0 0,0 1 0 0 0,0-1 1 0 0,0 1-1 0 0,1-1 0 0 0,-1 1 0 0 0,0 0 1 0 0,0-1-1 0 0,0 1 0 0 0,0 0 0 0 0,0 0 0 0 0,0-1 1 0 0,0 1-1 0 0,-1 0 0 0 0,1 0 0 0 0,0 0 1 0 0,0 0-1 0 0,-1 1 0 0 0,1-1 0 0 0,0 0 1 0 0,-1 0-1 0 0,1 0 0 0 0,-1 0 0 0 0,0 1 0 0 0,1-1 1 0 0,-1 0-1 0 0,0 0 0 0 0,0 1 0 0 0,0-1 1 0 0,0 0-1 0 0,0 2 0 0 0,1 3 61 0 0,4 25 340 0 0,-1 0 1 0 0,-2 1 0 0 0,-1-1-1 0 0,-6 61 1 0 0,2-37-168 0 0,-36 472 1503 0 0,22-333-1170 0 0,10-107-587 0 0,-41 685 0 0 0,43-529-5 0 0,-2 193 0 0 0,-1-261 0 0 0,3-112 0 0 0,-2-1 0 0 0,7-59 0 0 0,0 0 0 0 0,0 0 0 0 0,-1 0 0 0 0,1 0 0 0 0,-1 0 0 0 0,0 0 0 0 0,0 0 0 0 0,0-1 0 0 0,0 1 0 0 0,-1 0 0 0 0,1-1 0 0 0,-1 1 0 0 0,1-1 0 0 0,-1 1 0 0 0,0-1 0 0 0,0 0 0 0 0,0 0 0 0 0,0 0 0 0 0,0 0 0 0 0,-1 0 0 0 0,1 0 0 0 0,-4 2 0 0 0,-3 2 0 0 0,-38 26 0 0 0,-2-3 0 0 0,-87 41 0 0 0,89-48 0 0 0,-99 41-3722 0 0,103-47 465 0 0,0-2 0 0 0,-1-2 0 0 0,-55 7 0 0 0,54-15-10356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6 476 0 0,'0'0'1299'0'0,"-15"-4"5135"0"0,-6 3-1479 0 0,13 1-3688 0 0,4 2-1186 0 0,4-2-76 0 0,0 0-1 0 0,-1 0 0 0 0,1 0 0 0 0,0 0 1 0 0,0 0-1 0 0,0 0 0 0 0,-1 0 0 0 0,1 0 1 0 0,0 0-1 0 0,0 0 0 0 0,0 0 0 0 0,0 1 0 0 0,-1-1 1 0 0,1 0-1 0 0,0 0 0 0 0,0 0 0 0 0,0 0 1 0 0,0 0-1 0 0,-1 0 0 0 0,1 0 0 0 0,0 1 1 0 0,0-1-1 0 0,0 0 0 0 0,0 0 0 0 0,0 0 1 0 0,0 0-1 0 0,0 1 0 0 0,-1-1 0 0 0,1 0 0 0 0,0 0 1 0 0,0 0-1 0 0,0 1 0 0 0,0-1 0 0 0,0 0 1 0 0,0 0-1 0 0,0 0 0 0 0,0 1 0 0 0,1 2 54 0 0,0 0-1 0 0,0 0 0 0 0,1 0 1 0 0,-1 0-1 0 0,1-1 0 0 0,-1 1 1 0 0,1 0-1 0 0,0-1 0 0 0,0 1 1 0 0,0-1-1 0 0,1 1 1 0 0,-1-1-1 0 0,0 0 0 0 0,1 0 1 0 0,-1 0-1 0 0,1-1 0 0 0,0 1 1 0 0,0 0-1 0 0,0-1 0 0 0,0 0 1 0 0,0 0-1 0 0,0 0 0 0 0,5 1 1 0 0,5 2 75 0 0,0-1 0 0 0,0-1 0 0 0,0-1 0 0 0,21 1 0 0 0,145-17 122 0 0,-37 1-215 0 0,-32 2 20 0 0,-71 7-123 0 0,-36 5-142 0 0,6-1-370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1656 0 0,'-25'6'11087'0'0,"24"-5"-10843"0"0,-1 1 0 0 0,1-1 0 0 0,-1 1 0 0 0,1-1 0 0 0,0 1 0 0 0,0 0 0 0 0,0 0 0 0 0,0-1 0 0 0,0 1 0 0 0,0 0 0 0 0,1 0 0 0 0,-1 0 0 0 0,0 0 0 0 0,1 0 0 0 0,0 0 0 0 0,-1 0 0 0 0,1 0 0 0 0,0 2 0 0 0,0 48 610 0 0,0-25-313 0 0,-7 120 693 0 0,-11 170-420 0 0,6-191-723 0 0,10-97-666 0 0,0-10-2446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55 103 1204 0 0,'-3'1'2000'0'0,"-40"23"6438"0"0,42-24-8353 0 0,1 0-1 0 0,0 0 1 0 0,-1 0 0 0 0,1 1 0 0 0,-1-1-1 0 0,1 0 1 0 0,0 0 0 0 0,-1 1 0 0 0,1-1-1 0 0,-1 0 1 0 0,1 0 0 0 0,0 1 0 0 0,-1-1-1 0 0,1 0 1 0 0,0 1 0 0 0,0-1 0 0 0,-1 0 0 0 0,1 1-1 0 0,0-1 1 0 0,0 1 0 0 0,-1-1 0 0 0,1 0-1 0 0,0 1 1 0 0,0-1 0 0 0,0 1 0 0 0,0-1-1 0 0,0 1 1 0 0,0-1 0 0 0,0 0 0 0 0,-1 1-1 0 0,1-1 1 0 0,1 1 0 0 0,-1-1 0 0 0,0 1 0 0 0,0-1-1 0 0,0 1 1 0 0,0-1 0 0 0,0 0 0 0 0,0 1-1 0 0,0-1 1 0 0,1 1 0 0 0,-1-1 0 0 0,0 0-1 0 0,0 1 1 0 0,0-1 0 0 0,1 1 0 0 0,-1-1 0 0 0,0 0-1 0 0,1 1 1 0 0,-1-1 0 0 0,18 2 170 0 0,0-1 0 0 0,-1-1 0 0 0,1-1 0 0 0,0 0 0 0 0,-1-1 0 0 0,25-7 0 0 0,-3 2-120 0 0,355-70 260 0 0,-311 59-363 0 0,-45 9-66 0 0,84-14-524 0 0,-120 23-394 0 0,15-2-2687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8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34 2680 0 0,'0'0'6400'0'0,"-3"0"-5242"0"0,-19 0 1265 0 0,-1 0 1 0 0,1 2 0 0 0,-23 4 0 0 0,235-39-1837 0 0,-59 24-3510 0 0,-95 13 87 0 0,-13 5-3322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4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34 720 0 0,'-80'50'14398'0'0,"108"-51"-14004"0"0,0-1 0 0 0,29-7 0 0 0,58-16-2730 0 0,-43 9-335 0 0,-7 2-1048 0 0,4-3-1451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54 1124 0 0,'0'0'3115'0'0,"0"-13"193"0"0,-2-26 3082 0 0,2 37-5788 0 0,-1 28-456 0 0,5 24 239 0 0,-3 0 1 0 0,-6 72 0 0 0,0-48-261 0 0,-14 157 710 0 0,17-224-451 0 0,-1-16-284 0 0,-1-21-84 0 0,2 2-20 0 0,2 0 1 0 0,1-1-1 0 0,1 1 1 0 0,1 0-1 0 0,1 0 1 0 0,2 0-1 0 0,1 1 1 0 0,15-39-1 0 0,-13 47-11 0 0,2 0-1 0 0,0 1 0 0 0,18-23 0 0 0,-18 25-5 0 0,-9 14 15 0 0,0 0 0 0 0,-1 0 0 0 0,1 0 0 0 0,1 0 0 0 0,-1 1-1 0 0,0-1 1 0 0,0 1 0 0 0,0-1 0 0 0,1 1 0 0 0,-1 0 0 0 0,1 0 0 0 0,-1 0-1 0 0,1 0 1 0 0,-1 0 0 0 0,1 1 0 0 0,4-2 0 0 0,1 1-1 0 0,-6 1 6 0 0,-1 0 0 0 0,0 0 0 0 0,0 1 1 0 0,1-1-1 0 0,-1 0 0 0 0,0 1 0 0 0,0-1 0 0 0,0 1 1 0 0,1-1-1 0 0,-1 1 0 0 0,0 0 0 0 0,0 0 0 0 0,0-1 1 0 0,0 1-1 0 0,0 0 0 0 0,0 0 0 0 0,0 0 0 0 0,-1 0 1 0 0,2 1-1 0 0,16 22-11 0 0,-13-15 16 0 0,0 0 0 0 0,0 1 0 0 0,-1-1 0 0 0,-1 1 0 0 0,0 0 1 0 0,0 0-1 0 0,2 18 0 0 0,-2 2 14 0 0,0 42 0 0 0,-4 5 56 0 0,0-74-68 0 0,0 3 17 0 0,0 13 101 0 0,4-36-119 0 0,-2 10-10 0 0,0 1 0 0 0,1 0 0 0 0,-1 0 1 0 0,1 0-1 0 0,5-8 0 0 0,-2 2 1 0 0,0-1-15 0 0,1 1 1 0 0,0 0-1 0 0,1 1 1 0 0,0 0-1 0 0,0 0 1 0 0,1 0 0 0 0,1 1-1 0 0,0 0 1 0 0,0 1-1 0 0,19-15 1 0 0,-27 23 16 0 0,1 0 1 0 0,-1 1-1 0 0,0-1 1 0 0,0 0-1 0 0,0 1 1 0 0,0-1-1 0 0,1 1 1 0 0,-1 0-1 0 0,0-1 1 0 0,1 1-1 0 0,-1 0 1 0 0,0 0-1 0 0,0 0 1 0 0,1 0-1 0 0,-1 0 1 0 0,0 0-1 0 0,1 0 1 0 0,-1 0-1 0 0,0 1 1 0 0,1-1-1 0 0,-1 0 1 0 0,0 1-1 0 0,0-1 1 0 0,0 1-1 0 0,1-1 1 0 0,-1 1-1 0 0,0 0 1 0 0,0-1-1 0 0,0 1 1 0 0,0 0-1 0 0,0 0 1 0 0,0 0-1 0 0,0 0 1 0 0,0 0-1 0 0,-1 0 0 0 0,1 0 1 0 0,1 2 0 0 0,1 2-2 0 0,0-1 0 0 0,-1 1 0 0 0,0 0 0 0 0,0 0 1 0 0,0 0-1 0 0,0 0 0 0 0,-1 0 0 0 0,1 6 1 0 0,0 20 20 0 0,-1 0 1 0 0,-2 1-1 0 0,-1-1 1 0 0,-1 0-1 0 0,-12 46 1 0 0,12-60-13 0 0,1-9 0 0 0,0 1 0 0 0,1 0-1 0 0,-1 11 1 0 0,2-20-10 0 0,0 1-1 0 0,0-1 1 0 0,0 1-1 0 0,0 0 1 0 0,0-1-1 0 0,0 1 1 0 0,0-1-1 0 0,0 1 1 0 0,0 0-1 0 0,1-1 1 0 0,-1 1-1 0 0,0-1 1 0 0,0 1-1 0 0,1-1 0 0 0,-1 1 1 0 0,0-1-1 0 0,1 1 1 0 0,-1-1-1 0 0,0 1 1 0 0,1-1-1 0 0,-1 1 1 0 0,1-1-1 0 0,-1 1 1 0 0,1-1-1 0 0,-1 0 1 0 0,1 1-1 0 0,-1-1 1 0 0,1 0-1 0 0,-1 0 1 0 0,1 1-1 0 0,-1-1 1 0 0,1 0-1 0 0,0 0 1 0 0,-1 0-1 0 0,1 0 1 0 0,-1 1-1 0 0,1-1 1 0 0,0 0-1 0 0,-1 0 1 0 0,2-1-1 0 0,22-4-883 0 0,-21 4 743 0 0,26-10-4041 0 0,51-28 0 0 0,-70 33 3051 0 0,24-11-2906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54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31 804 0 0,'0'0'5575'0'0,"-2"0"-4629"0"0,-8-2 379 0 0,-3-3 1521 0 0,5 0-2250 0 0,3-1-881 0 0,5 5 80 0 0,0 1-1 0 0,-1-1 1 0 0,1 1-1 0 0,0-1 0 0 0,0 1 1 0 0,0-1-1 0 0,0 1 1 0 0,0-1-1 0 0,0 1 1 0 0,0-1-1 0 0,0 1 1 0 0,0-1-1 0 0,0 0 0 0 0,0 1 1 0 0,0-1-1 0 0,0 1 1 0 0,0-1-1 0 0,0 1 1 0 0,0-1-1 0 0,1 1 1 0 0,-1-1-1 0 0,0 1 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0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29 704 0 0,'0'0'1556'0'0,"1"-13"2769"0"0,0-2-293 0 0,0 27-1515 0 0,1 31-1068 0 0,-9 59-410 0 0,-19 174-352 0 0,-4-85-556 0 0,17-110-2529 0 0,9-44-5489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09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136 217 1088 0 0,'-5'-8'1908'0'0,"0"-1"0"0"0,0 0 0 0 0,1 0 0 0 0,-5-14-1 0 0,7 15-1152 0 0,0-1-1 0 0,0 1 1 0 0,0-1-1 0 0,1-17 1 0 0,1 22-708 0 0,1 1-1 0 0,0 0 1 0 0,0 0 0 0 0,0 0 0 0 0,0 0-1 0 0,1 0 1 0 0,-1 0 0 0 0,1 1 0 0 0,0-1-1 0 0,0 0 1 0 0,0 1 0 0 0,0-1 0 0 0,4-3-1 0 0,-2 3-17 0 0,0-2-17 0 0,1 0 1 0 0,0 1-1 0 0,0-1 1 0 0,0 1-1 0 0,1 1 1 0 0,0-1 0 0 0,-1 1-1 0 0,1 0 1 0 0,1 0-1 0 0,-1 0 1 0 0,0 1-1 0 0,0 0 1 0 0,1 1 0 0 0,-1-1-1 0 0,1 1 1 0 0,0 0-1 0 0,7 0 1 0 0,-7 2-8 0 0,-1 0 0 0 0,0-1 0 0 0,0 2 0 0 0,0-1 0 0 0,0 1 0 0 0,0 0 0 0 0,0 0 0 0 0,0 1 0 0 0,0-1 1 0 0,-1 2-1 0 0,0-1 0 0 0,1 0 0 0 0,-1 1 0 0 0,0 0 0 0 0,8 9 0 0 0,-9-10 2 0 0,0 2 1 0 0,0-1-1 0 0,0 0 0 0 0,0 1 0 0 0,-1-1 0 0 0,1 1 1 0 0,-1 0-1 0 0,-1 0 0 0 0,1 0 0 0 0,-1 1 0 0 0,0-1 1 0 0,0 1-1 0 0,0-1 0 0 0,-1 1 0 0 0,0-1 1 0 0,0 1-1 0 0,0 0 0 0 0,-1 0 0 0 0,0 0 0 0 0,0-1 1 0 0,0 1-1 0 0,-1 0 0 0 0,0 0 0 0 0,0-1 0 0 0,-1 1 1 0 0,1-1-1 0 0,-3 7 0 0 0,-4 7 158 0 0,-1 0-1 0 0,-1 0 0 0 0,-1 0 1 0 0,0-1-1 0 0,-1-1 1 0 0,-17 19-1 0 0,-2-2 1165 0 0,-62 51 0 0 0,89-82-1176 0 0,-14 10 821 0 0,18-13-970 0 0,0 1 0 0 0,-1-1 1 0 0,1 0-1 0 0,0 0 0 0 0,0 0 0 0 0,0 0 0 0 0,-1 0 1 0 0,1 0-1 0 0,0 0 0 0 0,0 0 0 0 0,-1 0 0 0 0,1 0 0 0 0,0 0 1 0 0,0 0-1 0 0,-1 0 0 0 0,1 0 0 0 0,0 0 0 0 0,0 0 1 0 0,0 0-1 0 0,-1-1 0 0 0,1 1 0 0 0,0 0 0 0 0,0 0 0 0 0,0 0 1 0 0,-1 0-1 0 0,1 0 0 0 0,0 0 0 0 0,0-1 0 0 0,0 1 1 0 0,0 0-1 0 0,-1 0 0 0 0,1 0 0 0 0,0 0 0 0 0,0-1 0 0 0,0 1 1 0 0,0 0-1 0 0,0 0 0 0 0,0 0 0 0 0,0-1 0 0 0,0 1 1 0 0,-1 0-1 0 0,1 0 0 0 0,0-1 0 0 0,0 1 0 0 0,0 0 0 0 0,0 0 1 0 0,0 0-1 0 0,0-1 0 0 0,0 1 0 0 0,0 0 0 0 0,0 0 1 0 0,1-1-1 0 0,-1 1 0 0 0,0 0 0 0 0,0 0 0 0 0,0 0 0 0 0,0-1 1 0 0,1-2 14 0 0,1 0-21 0 0,0 0 0 0 0,0 0 0 0 0,0 0 0 0 0,0 1 0 0 0,1-1 0 0 0,-1 1 0 0 0,1-1 0 0 0,0 1 0 0 0,-1 0 0 0 0,1 0 0 0 0,0 0 0 0 0,0 1 0 0 0,1-1 0 0 0,-1 1 0 0 0,0 0 0 0 0,0-1 0 0 0,1 1 0 0 0,-1 1 0 0 0,1-1 0 0 0,-1 0 0 0 0,0 1 0 0 0,1 0 0 0 0,-1 0 0 0 0,1 0 0 0 0,6 1 0 0 0,-4 1-2 0 0,0 0 0 0 0,0 0 1 0 0,0 1-1 0 0,0 0 0 0 0,0 0 0 0 0,-1 1 0 0 0,1 0 1 0 0,-1 0-1 0 0,0 0 0 0 0,0 0 0 0 0,7 10 1 0 0,-4-4 3 0 0,0 0 1 0 0,-1 1 0 0 0,0 0 0 0 0,0 0 0 0 0,-2 1-1 0 0,1-1 1 0 0,-2 1 0 0 0,1 1 0 0 0,-2-1 0 0 0,1 1-1 0 0,-2-1 1 0 0,0 1 0 0 0,0 0 0 0 0,-1 15 0 0 0,-1-13 115 0 0,0 1 1 0 0,-1 0 0 0 0,-1-1 0 0 0,0 1-1 0 0,-1-1 1 0 0,-1 0 0 0 0,0 0 0 0 0,-1 0 0 0 0,-1 0-1 0 0,0-1 1 0 0,-12 20 0 0 0,13-27 100 0 0,0-1 0 0 0,0 1-1 0 0,-1-1 1 0 0,0 0 0 0 0,0 0 0 0 0,0-1-1 0 0,-8 6 1 0 0,11-9-98 0 0,-1 1-1 0 0,0-1 1 0 0,0 0 0 0 0,1 0-1 0 0,-1-1 1 0 0,0 1 0 0 0,-1-1-1 0 0,1 0 1 0 0,0 0-1 0 0,0 0 1 0 0,0 0 0 0 0,-1-1-1 0 0,1 0 1 0 0,0 0 0 0 0,-1 0-1 0 0,-6-1 1 0 0,-15-6 198 0 0,0 0 1 0 0,-46-20-1 0 0,71 26-307 0 0,-35-18-918 0 0,34 18 620 0 0,0-1 0 0 0,1 1 0 0 0,-1 0 0 0 0,1 0 1 0 0,0-1-1 0 0,-1 1 0 0 0,1 0 0 0 0,0-1 0 0 0,0 0 0 0 0,0 1 1 0 0,0-1-1 0 0,0 1 0 0 0,0-1 0 0 0,1 0 0 0 0,-1 0 0 0 0,0 0 0 0 0,1 1 1 0 0,-1-1-1 0 0,1-3 0 0 0,1 1-306 0 0,1 1 0 0 0,0-1 1 0 0,0 1-1 0 0,0 0 0 0 0,0 0 0 0 0,0 0 1 0 0,1 0-1 0 0,-1 0 0 0 0,1 1 0 0 0,0-1 1 0 0,5-3-1 0 0,-6 4-156 0 0,12-9-3258 0 0,0 0-1859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09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63 2872 0 0,'-29'0'16891'0'0,"38"-6"-17484"0"0,15-5 216 0 0,1 2 0 0 0,0 0 1 0 0,0 2-1 0 0,31-4 0 0 0,-56 10 369 0 0,55-7-3446 0 0,-19 8-3524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09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1 800 0 0,'-121'110'12949'0'0,"121"-110"-12936"0"0,0 0 0 0 0,0 0 0 0 0,0 0 0 0 0,0 0 0 0 0,0 0 0 0 0,0 0 0 0 0,0 1 0 0 0,0-1 0 0 0,0 0 0 0 0,-1 0 0 0 0,1 0 0 0 0,0 0 0 0 0,0 0 0 0 0,0 0 0 0 0,0 0 0 0 0,0 0 0 0 0,0 0 0 0 0,0 1 0 0 0,0-1 0 0 0,0 0 0 0 0,0 0 1 0 0,0 0-1 0 0,0 0 0 0 0,0 0 0 0 0,0 0 0 0 0,0 1 0 0 0,0-1 0 0 0,0 0 0 0 0,0 0 0 0 0,0 0 0 0 0,0 0 0 0 0,0 0 0 0 0,0 0 0 0 0,0 0 0 0 0,0 1 0 0 0,0-1 0 0 0,0 0 0 0 0,0 0 0 0 0,0 0 0 0 0,0 0 0 0 0,1 0 0 0 0,-1 0 0 0 0,0 0 0 0 0,0 0 1 0 0,0 0-1 0 0,0 1 0 0 0,0-1 0 0 0,0 0 0 0 0,0 0 0 0 0,0 0 0 0 0,0 0 0 0 0,1 0 0 0 0,-1 0 0 0 0,0 0 0 0 0,0 0 0 0 0,11 2 328 0 0,7-3-166 0 0,17-5-757 0 0,38-11-1 0 0,-4-5-4661 0 0,-20 2-938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15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10 360 0 0,'32'-4'1116'0'0,"-7"2"-344"0"0,2 0-168 0 0,-2 1-232 0 0,-4 1-252 0 0,-2 1-456 0 0,1-1-616 0 0,-4 0 308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6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962 30 2568 0 0,'-20'-10'2985'0'0,"15"6"-2034"0"0,-1 1-1 0 0,0 0 1 0 0,0 1 0 0 0,0-1-1 0 0,-7-1 1 0 0,11 4-795 0 0,-1 1 0 0 0,0-1 0 0 0,1 1 0 0 0,-1-1 0 0 0,1 1 0 0 0,-1 0 0 0 0,1 0 0 0 0,-1 1 0 0 0,1-1 0 0 0,0 0 0 0 0,0 1 0 0 0,-1-1 0 0 0,1 1 0 0 0,0 0 0 0 0,0 0-1 0 0,1 0 1 0 0,-4 3 0 0 0,0 0 158 0 0,-72 69 1920 0 0,24-22-1508 0 0,-92 70 0 0 0,113-99-577 0 0,-1-2-1 0 0,-1-1 1 0 0,-1-2-1 0 0,-54 20 1 0 0,73-32-92 0 0,0-1-1 0 0,0 0 1 0 0,-1-2 0 0 0,1 0 0 0 0,-1 0-1 0 0,0-2 1 0 0,1 0 0 0 0,-1-1 0 0 0,0-1 0 0 0,0 0-1 0 0,1-1 1 0 0,-1-1 0 0 0,-17-5 0 0 0,26 4-19 0 0,-1 1 0 0 0,1-1 0 0 0,-1 0 0 0 0,1-1 0 0 0,0 0 0 0 0,-11-9 0 0 0,16 11-34 0 0,0 1 0 0 0,1-1 0 0 0,-1 1 0 0 0,1-1 0 0 0,-1 0 0 0 0,1 0 0 0 0,0 0 0 0 0,0 0 0 0 0,0 0 0 0 0,0 0 0 0 0,1-1 0 0 0,-1 1 0 0 0,1-1 0 0 0,0 1 0 0 0,0-1 0 0 0,0 1 0 0 0,1-1 0 0 0,-1 1 0 0 0,1-6 0 0 0,0 7-6 0 0,0 1 0 0 0,0-1-1 0 0,0 1 1 0 0,0 0-1 0 0,1-1 1 0 0,-1 1-1 0 0,0 0 1 0 0,1-1-1 0 0,-1 1 1 0 0,1 0-1 0 0,-1 0 1 0 0,1-1-1 0 0,0 1 1 0 0,0 0-1 0 0,-1 0 1 0 0,1 0-1 0 0,0 0 1 0 0,0 0-1 0 0,0 0 1 0 0,0 0-1 0 0,0 0 1 0 0,0 0-1 0 0,2 0 1 0 0,-1 0-2 0 0,0 0 0 0 0,1 1 0 0 0,-1-1 1 0 0,0 1-1 0 0,0-1 0 0 0,1 1 0 0 0,-1 0 0 0 0,0 0 0 0 0,1 0 0 0 0,-1 0 1 0 0,0 0-1 0 0,4 2 0 0 0,2 0 2 0 0,0 0 0 0 0,0 1 0 0 0,-1 0 0 0 0,1 0 0 0 0,-1 1 0 0 0,11 6 0 0 0,-5 1 30 0 0,0 0 0 0 0,0 0 0 0 0,-1 2 0 0 0,-1-1 0 0 0,0 1 0 0 0,-1 1 0 0 0,0 0 0 0 0,12 24 0 0 0,0 8-18 0 0,24 74 1 0 0,-23-56-223 0 0,-22-60 0 0 0,1 0 0 0 0,-1-1 1 0 0,1 1-1 0 0,0 0 0 0 0,0-1 1 0 0,0 1-1 0 0,0-1 0 0 0,1 0 1 0 0,0 1-1 0 0,-1-1 0 0 0,1-1 1 0 0,0 1-1 0 0,0 0 0 0 0,1-1 0 0 0,-1 1 1 0 0,1-1-1 0 0,-1 0 0 0 0,1 0 1 0 0,-1-1-1 0 0,1 1 0 0 0,5 1 1 0 0,-3-2-437 0 0,0 0 1 0 0,0-1 0 0 0,0 0 0 0 0,0 0-1 0 0,0 0 1 0 0,1-1 0 0 0,-1 0-1 0 0,0 0 1 0 0,0 0 0 0 0,0-1-1 0 0,-1 0 1 0 0,1 0 0 0 0,9-5 0 0 0,10-7-3116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2240 0 0,'71'-61'14459'0'0,"-70"63"-14273"0"0,1 0 1 0 0,-1 0-1 0 0,1 0 0 0 0,-1 0 0 0 0,0 0 1 0 0,0 1-1 0 0,0-1 0 0 0,0 0 1 0 0,-1 0-1 0 0,1 1 0 0 0,-1-1 1 0 0,1 3-1 0 0,2 36 468 0 0,0 5-308 0 0,-1-39-323 0 0,0-1 0 0 0,0 0 0 0 0,0 0 0 0 0,1 0-1 0 0,0 0 1 0 0,0 0 0 0 0,0 0 0 0 0,1-1 0 0 0,0 1 0 0 0,0-1-1 0 0,0 0 1 0 0,1 0 0 0 0,7 6 0 0 0,-6-7-12 0 0,-1-1 0 0 0,1 0 0 0 0,0 0 1 0 0,0-1-1 0 0,0 1 0 0 0,0-1 0 0 0,0-1 0 0 0,0 1 1 0 0,0-1-1 0 0,1 0 0 0 0,-1 0 0 0 0,1-1 0 0 0,-1 0 0 0 0,7-1 1 0 0,-4 1-5 0 0,0-1 1 0 0,0-1 0 0 0,-1 0 0 0 0,1 0-1 0 0,-1-1 1 0 0,1 1 0 0 0,-1-2 0 0 0,0 0-1 0 0,0 0 1 0 0,0 0 0 0 0,-1-1 0 0 0,1 0-1 0 0,-1 0 1 0 0,8-8 0 0 0,5-8 175 0 0,0-1-1 0 0,-2 0 1 0 0,16-25 0 0 0,-6 7 876 0 0,-27 39-933 0 0,0 2-87 0 0,-1 1-1 0 0,1-1 1 0 0,-1 1 0 0 0,0-1 0 0 0,0 1-1 0 0,0-1 1 0 0,0 1 0 0 0,0 0 0 0 0,0-1-1 0 0,0 1 1 0 0,0-1 0 0 0,0 1 0 0 0,-1 2-1 0 0,-85 278 1710 0 0,54-188-1525 0 0,-10 41-3400 0 0,41-134 3018 0 0,1 0 0 0 0,0 0 0 0 0,0 0 0 0 0,-1 0 0 0 0,1 0 0 0 0,0 0 0 0 0,0 0 0 0 0,0 0 0 0 0,0 0 0 0 0,0 0 0 0 0,0 0-1 0 0,0 0 1 0 0,1-1 0 0 0,-1 1 0 0 0,0 0 0 0 0,0 0 0 0 0,1 0 0 0 0,-1 0 0 0 0,1 1 0 0 0,21 6-9269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2336 0 0,'4'-10'2562'0'0,"2"1"0"0"0,-1-1 0 0 0,2 1 0 0 0,-1 0 0 0 0,11-10 0 0 0,-13 16-2402 0 0,1 0 1 0 0,0 0-1 0 0,0 1 1 0 0,0-1-1 0 0,0 1 1 0 0,0 0-1 0 0,1 1 1 0 0,-1-1-1 0 0,1 1 1 0 0,-1 0-1 0 0,1 1 1 0 0,6-1-1 0 0,10-2 60 0 0,99-14-284 0 0,-80 14-3144 0 0,-3 2-4600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24 2356 0 0,'-51'41'9945'0'0,"51"-41"-9868"0"0,-1 0-1 0 0,1 0 0 0 0,-1 0 1 0 0,1 0-1 0 0,-1 1 1 0 0,1-1-1 0 0,0 0 0 0 0,-1 0 1 0 0,1 1-1 0 0,-1-1 1 0 0,1 0-1 0 0,0 0 0 0 0,-1 1 1 0 0,1-1-1 0 0,0 0 1 0 0,-1 1-1 0 0,1-1 0 0 0,0 1 1 0 0,0-1-1 0 0,-1 0 1 0 0,1 1-1 0 0,0-1 0 0 0,0 1 1 0 0,0-1-1 0 0,0 1 1 0 0,0-1-1 0 0,-1 0 0 0 0,1 1 1 0 0,0-1-1 0 0,0 1 0 0 0,0-1 1 0 0,0 1-1 0 0,0-1 1 0 0,0 1-1 0 0,0-1 0 0 0,1 1 1 0 0,-1-1-1 0 0,0 1 1 0 0,0-1-1 0 0,0 0 0 0 0,0 1 1 0 0,0-1-1 0 0,1 1 1 0 0,-1-1-1 0 0,0 0 0 0 0,0 1 1 0 0,1-1-1 0 0,-1 1 1 0 0,0-1-1 0 0,1 0 0 0 0,-1 1 1 0 0,2 0 64 0 0,-1 0 1 0 0,1 0-1 0 0,0 0 1 0 0,-1 0-1 0 0,1-1 1 0 0,0 1-1 0 0,-1 0 0 0 0,1-1 1 0 0,3 1-1 0 0,24 0-19 0 0,1-2 0 0 0,0-1 0 0 0,-1-1 0 0 0,56-14 0 0 0,-60 12-485 0 0,80-21-2489 0 0,-35 5-3006 0 0,-21 4-963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7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1001 167 2868 0 0,'17'-20'4251'0'0,"-7"8"-368"0"0,0 0 1 0 0,0 0-1 0 0,11-21 0 0 0,-20 32-3791 0 0,-1-1 0 0 0,0 1 0 0 0,1 0 0 0 0,-1-1 0 0 0,0 1 0 0 0,0 0 0 0 0,0-1 0 0 0,0 1 0 0 0,0 0 0 0 0,0-1 0 0 0,0 1 0 0 0,0 0 0 0 0,0-1 0 0 0,-1 1 0 0 0,1 0 0 0 0,-1-1 0 0 0,1 1 0 0 0,-1 0 1 0 0,1-1-1 0 0,-1 1 0 0 0,0 0 0 0 0,1 0 0 0 0,-1 0 0 0 0,0 0 0 0 0,0 0 0 0 0,0 0 0 0 0,0 0 0 0 0,0 0 0 0 0,0 0 0 0 0,0 0 0 0 0,0 1 0 0 0,-3-2 0 0 0,-2-3 13 0 0,-1 1 0 0 0,0 1 1 0 0,0-1-1 0 0,-9-2 0 0 0,4 2-79 0 0,0 1 0 0 0,0 1 1 0 0,0-1-1 0 0,0 2 0 0 0,0 0 0 0 0,0 0 0 0 0,0 1 0 0 0,0 0 0 0 0,-1 1 1 0 0,1 1-1 0 0,0 0 0 0 0,0 0 0 0 0,1 2 0 0 0,-1-1 0 0 0,1 1 0 0 0,-17 9 1 0 0,14-6-32 0 0,0 1 1 0 0,0 1-1 0 0,1 0 0 0 0,0 1 1 0 0,0 1-1 0 0,1 0 1 0 0,1 0-1 0 0,0 1 1 0 0,0 1-1 0 0,1 0 1 0 0,-14 25-1 0 0,12-14-2 0 0,0 1-1 0 0,2 1 1 0 0,1-1-1 0 0,1 2 1 0 0,-6 38 0 0 0,-10 140 123 0 0,2-9 568 0 0,0-89-97 0 0,-6-2 0 0 0,-40 104 0 0 0,-100 198 295 0 0,71-181-299 0 0,58-128 190 0 0,-48 193 1 0 0,83-274-725 0 0,1-1 0 0 0,1 1-1 0 0,1 0 1 0 0,0 0 0 0 0,1 0 0 0 0,4 28 0 0 0,-3-37-32 0 0,0-1 1 0 0,1 1-1 0 0,0-1 0 0 0,1 1 0 0 0,-1-1 0 0 0,1 0 0 0 0,1 0 0 0 0,-1 0 0 0 0,1-1 0 0 0,0 1 0 0 0,1-1 1 0 0,0 0-1 0 0,0 0 0 0 0,0 0 0 0 0,0-1 0 0 0,13 9 0 0 0,1-2-60 0 0,0-2 0 0 0,1 0 0 0 0,1-1 0 0 0,-1-1 0 0 0,2-1 1 0 0,-1-1-1 0 0,24 4 0 0 0,156 14-500 0 0,-177-22 498 0 0,193 8-1750 0 0,-168-10 664 0 0,0-3 0 0 0,68-13 0 0 0,-107 15 630 0 0,-1-2-1 0 0,1 1 1 0 0,-1-2-1 0 0,16-6 1 0 0,1-9-2683 0 0,-24 16 2337 0 0,0 1-1 0 0,0-1 0 0 0,0 0 1 0 0,-1 1-1 0 0,1-1 0 0 0,-1 0 1 0 0,3-6-1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8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157 345 672 0 0,'0'-3'2060'0'0,"-10"-88"11115"0"0,10 89-12612 0 0,0 2-468 0 0,0-1-1 0 0,0 1 0 0 0,0-1 1 0 0,0 1-1 0 0,0 0 0 0 0,0-1 1 0 0,0 1-1 0 0,0-1 0 0 0,0 1 1 0 0,0-1-1 0 0,0 1 1 0 0,-1-1-1 0 0,1 1 0 0 0,0-1 1 0 0,0 1-1 0 0,0 0 0 0 0,-1-1 1 0 0,1 1-1 0 0,0-1 1 0 0,0 1-1 0 0,-1 0 0 0 0,1-1 1 0 0,0 1-1 0 0,-1 0 0 0 0,0-1 1 0 0,-2 3-22 0 0,0-1 1 0 0,0 1-1 0 0,0 0 1 0 0,1 1-1 0 0,-1-1 1 0 0,0 0-1 0 0,1 1 1 0 0,-1 0-1 0 0,1-1 1 0 0,0 1-1 0 0,-3 5 1 0 0,-22 43 501 0 0,18-33-390 0 0,3-7-91 0 0,-12 22 146 0 0,-12 36 0 0 0,26-60-210 0 0,1 0 0 0 0,0 1-1 0 0,1 0 1 0 0,0 0 0 0 0,0 0-1 0 0,1-1 1 0 0,1 1 0 0 0,0 20-1 0 0,1-26-22 0 0,0 1 0 0 0,0-1-1 0 0,0 0 1 0 0,0 0 0 0 0,1 0 0 0 0,-1 0-1 0 0,1 0 1 0 0,0 0 0 0 0,1 0 0 0 0,-1-1-1 0 0,0 1 1 0 0,1-1 0 0 0,0 1-1 0 0,0-1 1 0 0,3 3 0 0 0,0-2 27 0 0,0 0-1 0 0,0 0 1 0 0,0 0 0 0 0,0-1 0 0 0,0 0 0 0 0,1 0-1 0 0,0 0 1 0 0,10 2 0 0 0,0-2 130 0 0,1 0 1 0 0,-1-1-1 0 0,0-1 0 0 0,1-1 1 0 0,0 0-1 0 0,29-5 0 0 0,-28 2-18 0 0,0-2-1 0 0,0-1 1 0 0,0 0-1 0 0,-1-1 0 0 0,0-1 1 0 0,0-1-1 0 0,-1 0 1 0 0,0-1-1 0 0,-1-1 0 0 0,0-1 1 0 0,-1 0-1 0 0,0-1 1 0 0,-1-1-1 0 0,0 0 0 0 0,19-26 1 0 0,-23 26-88 0 0,0-1 0 0 0,0 0 0 0 0,-2-1-1 0 0,0 1 1 0 0,0-2 0 0 0,-2 1 0 0 0,0-1 0 0 0,-1 0 0 0 0,0 0 0 0 0,-2 0 0 0 0,0-1 0 0 0,-1 1 0 0 0,-1-1 0 0 0,0 1 0 0 0,-1-1 0 0 0,-1 0-1 0 0,-6-28 1 0 0,5 37-57 0 0,0 0 0 0 0,-1 0 0 0 0,0 0 0 0 0,0 1-1 0 0,-1-1 1 0 0,0 1 0 0 0,-1 0 0 0 0,0 0 0 0 0,0 1-1 0 0,-1-1 1 0 0,0 1 0 0 0,-13-12 0 0 0,14 15-18 0 0,0 0 0 0 0,-1 0 0 0 0,1 1 0 0 0,-1 0 0 0 0,0 0 0 0 0,0 0 0 0 0,0 1 0 0 0,0 0-1 0 0,-1 0 1 0 0,1 0 0 0 0,0 1 0 0 0,-1 0 0 0 0,1 1 0 0 0,-1-1 0 0 0,0 1 0 0 0,1 0 0 0 0,-1 1 0 0 0,-12 2 0 0 0,2 1-239 0 0,1 0 0 0 0,0 1 0 0 0,0 1 1 0 0,0 1-1 0 0,1 1 0 0 0,0 0 0 0 0,0 0 0 0 0,1 2 0 0 0,0 0 0 0 0,0 0 0 0 0,2 1 1 0 0,-24 25-1 0 0,20-17-802 0 0,1 1 1 0 0,0 0-1 0 0,-13 26 1 0 0,14-20-1763 0 0,2 1 0 0 0,-13 38-1 0 0,10-21-4783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202 173 784 0 0,'-12'-44'8569'0'0,"2"-20"-1359"0"0,10 0-1910 0 0,-1 72-5018 0 0,0-1-1 0 0,-1 1 0 0 0,0 0 0 0 0,-1-1 0 0 0,-5 13 1 0 0,0 0 93 0 0,-57 125 503 0 0,10-26-959 0 0,47-99-815 0 0,1 1 0 0 0,1 0 0 0 0,-6 40 0 0 0,11-55 295 0 0,1 1 1 0 0,0-1-1 0 0,0 0 0 0 0,1 0 0 0 0,1 7 1 0 0,6 14-6721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5:3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1496 269 2596 0 0,'-23'-224'19189'0'0,"23"222"-18987"0"0,-1 0-21 0 0,1 0-1 0 0,-1 0 0 0 0,1 0 1 0 0,-1 0-1 0 0,1 0 1 0 0,0 0-1 0 0,0 0 1 0 0,0 0-1 0 0,0 0 0 0 0,1 0 1 0 0,-1 0-1 0 0,0 0 1 0 0,1 0-1 0 0,-1 0 0 0 0,1 0 1 0 0,0 0-1 0 0,0 1 1 0 0,1-4-1 0 0,2 4-97 0 0,1 1 0 0 0,0-1 0 0 0,-1 0-1 0 0,1 1 1 0 0,0 0 0 0 0,0 0 0 0 0,-1 1 0 0 0,7 0 0 0 0,-8 0-74 0 0,240 18 705 0 0,-87-5-148 0 0,47 5 857 0 0,-201-18-1367 0 0,16 3 130 0 0,-15-2-120 0 0,0 1 1 0 0,0-1-1 0 0,0 1 1 0 0,-1 0-1 0 0,1-1 1 0 0,-1 1 0 0 0,0 0-1 0 0,0 1 1 0 0,0-1-1 0 0,0 0 1 0 0,0 1-1 0 0,-1-1 1 0 0,1 1-1 0 0,-1-1 1 0 0,0 1 0 0 0,0-1-1 0 0,1 8 1 0 0,1 9 297 0 0,1 39 1 0 0,-4 48-62 0 0,-4 0 0 0 0,-25 142 0 0 0,-66 207 513 0 0,-116 224-816 0 0,132-447 0 0 0,-32 196 0 0 0,38 7 0 0 0,69-408 0 0 0,2-8 0 0 0,-1 0 0 0 0,-1 0 0 0 0,-12 35 0 0 0,14-49 0 0 0,-1-1 0 0 0,1 0 0 0 0,-1 0 0 0 0,0-1 0 0 0,0 1 0 0 0,0-1 0 0 0,-1 1 0 0 0,1-1 0 0 0,-1 0 0 0 0,0 0 0 0 0,-1 0 0 0 0,1-1 0 0 0,0 0 0 0 0,-1 0 0 0 0,0 0 0 0 0,0 0 0 0 0,0-1 0 0 0,-8 4 0 0 0,-9 0 0 0 0,-1-1 0 0 0,1 0 0 0 0,-1-2 0 0 0,0-1 0 0 0,-33 0 0 0 0,-118-14 0 0 0,155 10 0 0 0,-473-35-7158 0 0,-1 41-4743 0 0,358 6 597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1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0 880 0 0,'23'4'2568'0'0,"-10"-1"-1556"0"0,-3 1-916 0 0,-3 1-980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1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62 392 0 0,'3'-15'5160'0'0,"-3"13"-4900"0"0,0 0-1 0 0,0-1 1 0 0,0 1 0 0 0,0 0 0 0 0,-1 0-1 0 0,1 0 1 0 0,-1-1 0 0 0,0 1 0 0 0,0 0-1 0 0,0 0 1 0 0,0 0 0 0 0,0 0 0 0 0,0 0-1 0 0,0 0 1 0 0,-1 1 0 0 0,1-1 0 0 0,-1 0-1 0 0,1 0 1 0 0,-1 1 0 0 0,0-1 0 0 0,-2-1-1 0 0,3 2-51 0 0,-3 1-179 0 0,1 0 0 0 0,-1 0 0 0 0,0 0 0 0 0,1 0 0 0 0,-1 0 0 0 0,1 1 0 0 0,0 0 0 0 0,-1 0 0 0 0,1 0 0 0 0,-1 0 0 0 0,1 0 0 0 0,0 0 0 0 0,0 1 0 0 0,0 0 0 0 0,0-1 0 0 0,0 1 0 0 0,0 1 0 0 0,0-1 0 0 0,0 0 0 0 0,1 1 0 0 0,-3 2 0 0 0,-23 24 16 0 0,2 0 0 0 0,1 1 0 0 0,1 2-1 0 0,2 0 1 0 0,1 2 0 0 0,2 0 0 0 0,-30 73-1 0 0,47-99-39 0 0,-1 0-1 0 0,1 0 1 0 0,1 0-1 0 0,-1 1 1 0 0,1-1-1 0 0,1 1 0 0 0,0-1 1 0 0,1 13-1 0 0,-1-18 9 0 0,0 0-1 0 0,1 0 0 0 0,-1 0 0 0 0,1-1 1 0 0,0 1-1 0 0,0 0 0 0 0,0 0 1 0 0,0 0-1 0 0,1-1 0 0 0,-1 1 0 0 0,1-1 1 0 0,0 1-1 0 0,0-1 0 0 0,-1 1 0 0 0,1-1 1 0 0,1 0-1 0 0,-1 0 0 0 0,0 0 1 0 0,0 0-1 0 0,1 0 0 0 0,-1-1 0 0 0,1 1 1 0 0,0-1-1 0 0,-1 0 0 0 0,1 1 1 0 0,3 0-1 0 0,-1-1 30 0 0,0-1 0 0 0,0 1 0 0 0,1-1-1 0 0,-1 1 1 0 0,0-2 0 0 0,0 1 0 0 0,0 0 0 0 0,0-1 0 0 0,0 0 0 0 0,0 0 0 0 0,0-1 0 0 0,0 1 0 0 0,0-1 0 0 0,0 0-1 0 0,-1-1 1 0 0,1 1 0 0 0,-1-1 0 0 0,0 0 0 0 0,1 0 0 0 0,3-3 0 0 0,1-2 55 0 0,0-1 0 0 0,0 0 0 0 0,-1 0 0 0 0,0 0 0 0 0,0-1 0 0 0,11-22 0 0 0,-2-3 194 0 0,-2-2-1 0 0,-1 0 1 0 0,9-45-1 0 0,-6 25 198 0 0,-10 40-400 0 0,-6 27-50 0 0,-6 38-15 0 0,3-37-6 0 0,-5 44 40 0 0,-6 70-9 0 0,12-108-48 0 0,1 0-1 0 0,1 0 1 0 0,0 1-1 0 0,1-1 0 0 0,5 18 1 0 0,-4-26 4 0 0,0 1 0 0 0,0-1 0 0 0,0 0 0 0 0,11 17 0 0 0,-13-24-3 0 0,0 1 1 0 0,1-1-1 0 0,0 0 1 0 0,-1 0-1 0 0,1 0 0 0 0,0 0 1 0 0,0-1-1 0 0,0 1 1 0 0,0 0-1 0 0,0-1 1 0 0,1 1-1 0 0,-1-1 1 0 0,0 0-1 0 0,1 0 1 0 0,-1 0-1 0 0,1 0 1 0 0,-1 0-1 0 0,1 0 1 0 0,-1-1-1 0 0,1 1 1 0 0,0-1-1 0 0,-1 0 0 0 0,1 0 1 0 0,0 0-1 0 0,3 0 1 0 0,4-2 6 0 0,1 0-1 0 0,-1-1 1 0 0,0-1 0 0 0,0 1-1 0 0,0-2 1 0 0,-1 1 0 0 0,1-1-1 0 0,-1-1 1 0 0,0 0 0 0 0,0 0-1 0 0,-1 0 1 0 0,15-16 0 0 0,-5 3-9 0 0,-1 0 0 0 0,0-1 0 0 0,-2 0 1 0 0,-1-1-1 0 0,0-1 0 0 0,14-33 0 0 0,-11 18 16 0 0,-3-1 0 0 0,-1-1-1 0 0,10-51 1 0 0,-21 81 41 0 0,0 0-1 0 0,-1 0 0 0 0,-1-1 1 0 0,1 1-1 0 0,-3-17 0 0 0,0 15-45 0 0,2 11-10 0 0,0 0 1 0 0,-1-1-1 0 0,1 1 0 0 0,0 0 0 0 0,0 0 0 0 0,0-1 1 0 0,-1 1-1 0 0,1 0 0 0 0,0 0 0 0 0,0-1 0 0 0,0 1 1 0 0,-1 0-1 0 0,1 0 0 0 0,0 0 0 0 0,-1-1 0 0 0,1 1 1 0 0,0 0-1 0 0,0 0 0 0 0,-1 0 0 0 0,1 0 0 0 0,0 0 1 0 0,-1 0-1 0 0,1-1 0 0 0,0 1 0 0 0,-1 0 0 0 0,1 0 1 0 0,-2 1 1 0 0,0-1 0 0 0,1 1 0 0 0,-1 0 1 0 0,0-1-1 0 0,1 1 0 0 0,-1 0 1 0 0,1 0-1 0 0,-1 0 0 0 0,1 0 1 0 0,-1 0-1 0 0,1 0 0 0 0,0 1 1 0 0,0-1-1 0 0,0 0 0 0 0,-1 1 1 0 0,1-1-1 0 0,0 1 0 0 0,1-1 1 0 0,-2 3-1 0 0,-17 34 20 0 0,17-34-20 0 0,-1 2 1 0 0,1 1 0 0 0,0 0-1 0 0,0-1 1 0 0,0 1 0 0 0,1 0 0 0 0,0 0-1 0 0,0 0 1 0 0,0-1 0 0 0,1 1 0 0 0,0 0 0 0 0,1 0-1 0 0,1 12 1 0 0,-1-16-2 0 0,0 0 0 0 0,1 1 0 0 0,-1-1 0 0 0,0 0-1 0 0,1 0 1 0 0,0 0 0 0 0,0 0 0 0 0,0 0 0 0 0,0 0 0 0 0,0 0 0 0 0,0 0-1 0 0,1-1 1 0 0,-1 0 0 0 0,1 1 0 0 0,0-1 0 0 0,0 0 0 0 0,0 0 0 0 0,0 0 0 0 0,0-1-1 0 0,0 1 1 0 0,0-1 0 0 0,0 0 0 0 0,1 1 0 0 0,-1-2 0 0 0,1 1 0 0 0,4 1 0 0 0,7-1-4 0 0,0 0 0 0 0,0-1 0 0 0,0-1 0 0 0,-1 0 1 0 0,1-1-1 0 0,0 0 0 0 0,-1-2 0 0 0,1 1 1 0 0,17-9-1 0 0,-3 1-14 0 0,0-2 1 0 0,-1-1-1 0 0,36-25 1 0 0,-42 26-13 0 0,-1-2 1 0 0,-1-1-1 0 0,-1 0 1 0 0,0-2-1 0 0,-1 0 1 0 0,29-37-1 0 0,-41 40-50 0 0,-6 15 77 0 0,0 0 0 0 0,0-1-1 0 0,0 1 1 0 0,0 0 0 0 0,0 0 0 0 0,0 0 0 0 0,0 0 0 0 0,-1 0 0 0 0,1-1 0 0 0,0 1 0 0 0,0 0 0 0 0,0 0 0 0 0,0 0 0 0 0,0 0 0 0 0,-1 0 0 0 0,1 0-1 0 0,0 0 1 0 0,0 0 0 0 0,0 0 0 0 0,0-1 0 0 0,-1 1 0 0 0,1 0 0 0 0,0 0 0 0 0,0 0 0 0 0,0 0 0 0 0,0 0 0 0 0,-1 0 0 0 0,1 0 0 0 0,0 0-1 0 0,0 0 1 0 0,0 0 0 0 0,-1 0 0 0 0,1 0 0 0 0,0 1 0 0 0,0-1 0 0 0,0 0 0 0 0,0 0 0 0 0,-1 0 0 0 0,1 0 0 0 0,0 0 0 0 0,0 0 0 0 0,-3 1-5 0 0,1 1 1 0 0,-1-1 0 0 0,1 1-1 0 0,-1-1 1 0 0,1 1 0 0 0,0 0-1 0 0,-1 0 1 0 0,-1 3 0 0 0,-21 25 5 0 0,1 1 1 0 0,-19 36-1 0 0,32-47 14 0 0,0 0 1 0 0,2 1-1 0 0,0 0 0 0 0,-10 42 0 0 0,18-59-11 0 0,0 0 0 0 0,0 1 1 0 0,1-1-1 0 0,-1 0 0 0 0,1 1 1 0 0,0-1-1 0 0,1 0 0 0 0,-1 1 1 0 0,1-1-1 0 0,-1 0 0 0 0,1 0 1 0 0,1 1-1 0 0,-1-1 0 0 0,0 0 1 0 0,1 0-1 0 0,4 7 0 0 0,-4-8 3 0 0,1 0-1 0 0,-1-1 0 0 0,1 1 1 0 0,0-1-1 0 0,0 1 1 0 0,0-1-1 0 0,0 0 1 0 0,0 0-1 0 0,0 0 0 0 0,0 0 1 0 0,1-1-1 0 0,-1 1 1 0 0,1-1-1 0 0,-1 0 1 0 0,1 0-1 0 0,-1 0 1 0 0,1 0-1 0 0,0-1 0 0 0,6 0 1 0 0,9 0 5 0 0,0-1 0 0 0,0 0 0 0 0,-1-2 1 0 0,1-1-1 0 0,-1 0 0 0 0,33-12 0 0 0,-13 0-1 0 0,73-39-1 0 0,-104 51 3 0 0,79-51 25 0 0,-80 51-17 0 0,1-1 1 0 0,-1-1-1 0 0,0 1 1 0 0,-1-1-1 0 0,1 0 0 0 0,-1 0 1 0 0,0 0-1 0 0,-1-1 1 0 0,8-14-1 0 0,-12 21-18 0 0,1-1 0 0 0,-1 1 0 0 0,0 0 0 0 0,0-1 0 0 0,1 1 0 0 0,-1-1 0 0 0,0 1 0 0 0,0-1 0 0 0,1 0 0 0 0,-1 1 0 0 0,0-1 0 0 0,0 1 0 0 0,0-1 0 0 0,0 1 0 0 0,0-1 0 0 0,0 1 0 0 0,0-1 0 0 0,0 0 0 0 0,0 1 0 0 0,0-1 0 0 0,0 1 0 0 0,-1-1 0 0 0,1 1-1 0 0,0-1 1 0 0,0 1 0 0 0,0-1 0 0 0,-1 0 0 0 0,0 1 0 0 0,0 0-1 0 0,1 0 0 0 0,-1 0 0 0 0,0 0 0 0 0,1 0 1 0 0,-1 0-1 0 0,0 0 0 0 0,0 0 0 0 0,1 0 1 0 0,-1 0-1 0 0,0 1 0 0 0,1-1 0 0 0,-1 0 0 0 0,0 0 1 0 0,1 1-1 0 0,-1-1 0 0 0,0 1 0 0 0,-28 21 32 0 0,18-11-21 0 0,0 2 0 0 0,1 0 1 0 0,0 0-1 0 0,1 0 0 0 0,1 1 0 0 0,0 1 0 0 0,1 0 1 0 0,0 0-1 0 0,1 0 0 0 0,-5 20 0 0 0,10-30-7 0 0,0-1 0 0 0,1 1-1 0 0,-1 0 1 0 0,1 0 0 0 0,0 0 0 0 0,0 0-1 0 0,1-1 1 0 0,-1 1 0 0 0,1 0 0 0 0,0 0-1 0 0,0-1 1 0 0,1 1 0 0 0,-1 0-1 0 0,1-1 1 0 0,4 7 0 0 0,-3-6-6 0 0,1 0 0 0 0,0-1-1 0 0,0 1 1 0 0,0-1 0 0 0,0 0 0 0 0,1 0 0 0 0,0 0 0 0 0,-1-1-1 0 0,2 0 1 0 0,-1 0 0 0 0,6 3 0 0 0,6 1-328 0 0,1-1-1 0 0,0-1 1 0 0,-1 0-1 0 0,2-2 1 0 0,-1 0-1 0 0,0-1 1 0 0,22 0 0 0 0,-7-2-2079 0 0,-1-2 1 0 0,50-8-1 0 0,-22-1-2550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1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28 775 1428 0 0,'-4'8'847'0'0,"0"-1"0"0"0,1 0 0 0 0,-1 1 1 0 0,1 0-1 0 0,1 0 0 0 0,0 0 0 0 0,0 0 0 0 0,-1 9 0 0 0,3-13-681 0 0,0-1 0 0 0,0 1 1 0 0,0-1-1 0 0,0 1 0 0 0,1-1 0 0 0,-1 1 0 0 0,1-1 0 0 0,0 1 0 0 0,0-1 1 0 0,1 1-1 0 0,-1-1 0 0 0,1 0 0 0 0,-1 0 0 0 0,1 0 0 0 0,0 0 0 0 0,0 0 1 0 0,0 0-1 0 0,1 0 0 0 0,-1-1 0 0 0,3 3 0 0 0,-3-4-90 0 0,-1 0 0 0 0,1 0 0 0 0,-1 0 0 0 0,1 0 0 0 0,-1 0 0 0 0,1-1-1 0 0,0 1 1 0 0,-1-1 0 0 0,1 1 0 0 0,0-1 0 0 0,-1 0 0 0 0,1 0 0 0 0,0 1 0 0 0,0-1 0 0 0,-1 0 0 0 0,1-1-1 0 0,2 1 1 0 0,28-9 456 0 0,-11-1-399 0 0,-1 0 0 0 0,0-1-1 0 0,0-2 1 0 0,-2 0 0 0 0,1 0-1 0 0,-2-2 1 0 0,27-27 0 0 0,-16 11-93 0 0,-2-1 1 0 0,-1-1-1 0 0,29-50 1 0 0,-29 35-36 0 0,-2 0 0 0 0,-2-1 0 0 0,-3-1 0 0 0,14-55 1 0 0,32-210-234 0 0,-64 313 198 0 0,-1 6-2 0 0,-51 153 37 0 0,25-69 31 0 0,-45 176 116 0 0,64-226-140 0 0,3 0 0 0 0,1 1 1 0 0,1 0-1 0 0,3-1 0 0 0,4 41 0 0 0,-3-67 0 0 0,1-1 0 0 0,0 0 0 0 0,6 18 0 0 0,-7-27-9 0 0,0 1-1 0 0,0 0 1 0 0,0 0 0 0 0,1-1 0 0 0,-1 1 0 0 0,1-1-1 0 0,0 1 1 0 0,0-1 0 0 0,-1 0 0 0 0,1 1 0 0 0,1-1-1 0 0,-1 0 1 0 0,0 0 0 0 0,0-1 0 0 0,1 1 0 0 0,-1 0-1 0 0,1-1 1 0 0,4 2 0 0 0,-5-2-2 0 0,1-1 0 0 0,0 1 0 0 0,0-1 0 0 0,0 0 0 0 0,-1 0 0 0 0,1 0 0 0 0,0-1 0 0 0,0 1 0 0 0,-1-1 0 0 0,1 1 0 0 0,0-1 0 0 0,0 0 0 0 0,-1 0 0 0 0,1 0 0 0 0,-1 0 0 0 0,5-3 0 0 0,2-2-10 0 0,0 0-1 0 0,15-14 0 0 0,-7 4-49 0 0,-1-1 0 0 0,-1-1 1 0 0,22-32-1 0 0,31-66-121 0 0,-20 34 59 0 0,-17 25-1 0 0,-30 55 108 0 0,3 11-19 0 0,-5 0 45 0 0,0 0 1 0 0,0 0-1 0 0,-1 0 1 0 0,0 0-1 0 0,-4 12 1 0 0,2-10-6 0 0,-6 25 13 0 0,-8 52 1 0 0,16-74-10 0 0,1 0 0 0 0,0 0-1 0 0,1 1 1 0 0,0-1 0 0 0,1 0 0 0 0,6 27-1 0 0,-6-37-3 0 0,0-1 0 0 0,0 1 0 0 0,1 0 1 0 0,-1 0-1 0 0,1-1 0 0 0,0 1 0 0 0,0-1 0 0 0,0 1 0 0 0,0-1 0 0 0,1 0 0 0 0,-1 0 0 0 0,1 0 0 0 0,0 0 0 0 0,0-1 0 0 0,0 1 0 0 0,0-1 0 0 0,0 1 0 0 0,1-1 0 0 0,-1 0 0 0 0,1-1 0 0 0,-1 1 0 0 0,8 2 0 0 0,-5-3 1 0 0,0 0 0 0 0,0 0 0 0 0,0-1 0 0 0,0 1 0 0 0,0-1 0 0 0,0-1 0 0 0,0 1 0 0 0,0-1 0 0 0,0 0 0 0 0,0 0 0 0 0,0-1 0 0 0,-1 0 0 0 0,1 0 0 0 0,8-5 0 0 0,1-1-4 0 0,-1 0 1 0 0,0-1 0 0 0,-1-1 0 0 0,0-1-1 0 0,0 0 1 0 0,-1 0 0 0 0,19-24-1 0 0,-1-6 91 0 0,30-53-1 0 0,-22 33 306 0 0,-4 0-41 0 0,-33 59-343 0 0,0 3-13 0 0,-1 0 1 0 0,0 0 0 0 0,1 0 0 0 0,-1 0-1 0 0,0 0 1 0 0,0 0 0 0 0,0 0 0 0 0,0 0 0 0 0,0 0-1 0 0,0 0 1 0 0,0 1 0 0 0,0-1 0 0 0,0 0 0 0 0,-1 0-1 0 0,0 1 1 0 0,-7 21 7 0 0,-6 14 23 0 0,-9 40 1 0 0,21-67-32 0 0,0 1-1 0 0,0 0 1 0 0,1 0 0 0 0,0 0 0 0 0,1-1 0 0 0,0 1-1 0 0,1 0 1 0 0,3 18 0 0 0,-3-26 0 0 0,0 0 1 0 0,0 1-1 0 0,0-1 1 0 0,0 0-1 0 0,1 0 1 0 0,-1 0 0 0 0,1 0-1 0 0,0 0 1 0 0,0 0-1 0 0,0-1 1 0 0,0 1-1 0 0,0 0 1 0 0,1-1-1 0 0,-1 0 1 0 0,1 1-1 0 0,-1-1 1 0 0,1 0-1 0 0,3 1 1 0 0,-1-1 1 0 0,-1 0 0 0 0,1 0 0 0 0,-1-1 1 0 0,1 0-1 0 0,0 0 0 0 0,0 0 0 0 0,-1-1 1 0 0,1 1-1 0 0,0-1 0 0 0,0-1 0 0 0,7 0 1 0 0,1-1 6 0 0,-1-1 0 0 0,0 0 1 0 0,0 0-1 0 0,0-2 1 0 0,0 1-1 0 0,-1-2 1 0 0,0 1-1 0 0,20-15 1 0 0,-12 5 1 0 0,0 0 0 0 0,-2-1 1 0 0,0-1-1 0 0,-1-1 0 0 0,-1 0 0 0 0,14-22 0 0 0,-21 28 44 0 0,-1 0-1 0 0,0-1 0 0 0,0 0 0 0 0,-2-1 1 0 0,1 1-1 0 0,-2-1 0 0 0,0 0 1 0 0,0-1-1 0 0,-2 1 0 0 0,0-1 0 0 0,1-15 1 0 0,-3 26-49 0 0,-1 1 1 0 0,1 0 0 0 0,-1 0 0 0 0,1 0 0 0 0,-1 0 0 0 0,0 0 0 0 0,0 0-1 0 0,0 0 1 0 0,-1 0 0 0 0,1 0 0 0 0,-1 1 0 0 0,-3-6 0 0 0,4 7-14 0 0,0 0-1 0 0,0 0 1 0 0,0-1 0 0 0,0 1 0 0 0,-1 0 0 0 0,1 0-1 0 0,0 0 1 0 0,-1 0 0 0 0,1 1 0 0 0,-1-1 0 0 0,1 0 0 0 0,-1 1-1 0 0,1-1 1 0 0,-1 0 0 0 0,1 1 0 0 0,-1 0 0 0 0,0-1-1 0 0,1 1 1 0 0,-1 0 0 0 0,0 0 0 0 0,1 0 0 0 0,-1 0-1 0 0,0 0 1 0 0,1 0 0 0 0,-1 1 0 0 0,0-1 0 0 0,1 0-1 0 0,-3 2 1 0 0,2-1-105 0 0,0-1 0 0 0,0 1-1 0 0,0 0 1 0 0,1 0 0 0 0,-1 0-1 0 0,0 0 1 0 0,0 0-1 0 0,1 1 1 0 0,-1-1 0 0 0,1 0-1 0 0,-1 1 1 0 0,1 0 0 0 0,0-1-1 0 0,0 1 1 0 0,-1-1 0 0 0,1 1-1 0 0,0 0 1 0 0,0 0 0 0 0,1 0-1 0 0,-1 0 1 0 0,0 0-1 0 0,1 0 1 0 0,-1 0 0 0 0,1 0-1 0 0,-1 0 1 0 0,1 0 0 0 0,0 0-1 0 0,0 0 1 0 0,0 0 0 0 0,0 0-1 0 0,0 0 1 0 0,1 0 0 0 0,-1 0-1 0 0,1 0 1 0 0,-1 0-1 0 0,1 0 1 0 0,0 0 0 0 0,-1 0-1 0 0,1-1 1 0 0,0 1 0 0 0,0 0-1 0 0,0 0 1 0 0,1-1 0 0 0,-1 1-1 0 0,0-1 1 0 0,1 1 0 0 0,-1-1-1 0 0,1 1 1 0 0,-1-1-1 0 0,1 0 1 0 0,0 0 0 0 0,-1 0-1 0 0,4 2 1 0 0,6 2-568 0 0,-1 0 0 0 0,1 0-1 0 0,0-1 1 0 0,1-1 0 0 0,-1 1 0 0 0,0-2 0 0 0,1 0-1 0 0,0 0 1 0 0,15-1 0 0 0,-4 0 101 0 0,0-2 0 0 0,0-1 0 0 0,42-8 0 0 0,-50 7 1334 0 0,0 0-1 0 0,-1-2 1 0 0,1 0 0 0 0,-1 0-1 0 0,0-1 1 0 0,0-1 0 0 0,-1 0 0 0 0,0-1-1 0 0,0-1 1 0 0,16-13 0 0 0,-28 20-484 0 0,1-4 390 0 0,-10 15-229 0 0,-3 4-239 0 0,-1 1 0 0 0,2 0 0 0 0,-1 1-1 0 0,2 0 1 0 0,-14 29 0 0 0,13-19-95 0 0,0 0 0 0 0,1 0 0 0 0,-6 34 1 0 0,14-53-82 0 0,0 1 0 0 0,0-1 0 0 0,0 0 0 0 0,1 0 0 0 0,0 0 1 0 0,0 1-1 0 0,1-1 0 0 0,0 0 0 0 0,0 0 0 0 0,0 0 0 0 0,1 0 0 0 0,2 7 1 0 0,-2-11 3 0 0,-1 1 1 0 0,1-1 0 0 0,-1 1-1 0 0,1-1 1 0 0,0 0 0 0 0,0 1 0 0 0,0-1-1 0 0,0 0 1 0 0,0 0 0 0 0,0 0-1 0 0,1-1 1 0 0,-1 1 0 0 0,1 0 0 0 0,-1-1-1 0 0,1 0 1 0 0,0 0 0 0 0,-1 1 0 0 0,1-2-1 0 0,0 1 1 0 0,0 0 0 0 0,0 0-1 0 0,0-1 1 0 0,-1 0 0 0 0,1 1 0 0 0,0-1-1 0 0,0 0 1 0 0,4-1 0 0 0,4 0 34 0 0,1-1 0 0 0,-1 0 1 0 0,0-1-1 0 0,0-1 0 0 0,0 1 1 0 0,0-2-1 0 0,-1 1 0 0 0,1-1 1 0 0,-1-1-1 0 0,-1 0 0 0 0,1-1 1 0 0,-1 1-1 0 0,9-10 0 0 0,-1 0 112 0 0,0 0 0 0 0,-1-1 0 0 0,-2-1 0 0 0,1-1-1 0 0,16-29 1 0 0,-26 40-28 0 0,0-1 0 0 0,-1 0 0 0 0,0 0 0 0 0,-1 0 0 0 0,0 0 0 0 0,0-1 0 0 0,3-17 0 0 0,-6 24-118 0 0,0-1-1 0 0,0 1 1 0 0,0-1-1 0 0,0 1 1 0 0,-1-1 0 0 0,1 1-1 0 0,-1 0 1 0 0,0-1-1 0 0,0 1 1 0 0,0 0-1 0 0,0-1 1 0 0,0 1 0 0 0,-1 0-1 0 0,0 0 1 0 0,1 0-1 0 0,-1 0 1 0 0,-1 0-1 0 0,1 0 1 0 0,0 1 0 0 0,0-1-1 0 0,-1 1 1 0 0,0 0-1 0 0,1-1 1 0 0,-6-2-1 0 0,-2-1 8 0 0,-1 1 0 0 0,1 0 0 0 0,-1 1 0 0 0,0 0 0 0 0,-1 0 0 0 0,1 1 0 0 0,-22-3 0 0 0,15 4-335 0 0,1 1 0 0 0,-1 1 0 0 0,1 0 1 0 0,-30 5-1 0 0,0 8-2899 0 0,29-5-3079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1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47 2876 0 0,'-262'12'10355'0'0,"297"-14"-9954"0"0,64-11 1 0 0,-24 2-321 0 0,389-18-209 0 0,2 25-4464 0 0,-327 5 1088 0 0,-53-1 17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1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24 772 84 0 0,'-11'-3'11052'0'0,"10"4"-11040"0"0,1-1 1 0 0,-1 0-1 0 0,0 0 0 0 0,1 1 0 0 0,-1-1 0 0 0,0 0 0 0 0,1 1 0 0 0,-1-1 1 0 0,1 1-1 0 0,-1-1 0 0 0,1 1 0 0 0,-1-1 0 0 0,1 1 0 0 0,-1-1 0 0 0,1 1 1 0 0,-1-1-1 0 0,1 1 0 0 0,0 0 0 0 0,-1-1 0 0 0,1 1 0 0 0,0 0 0 0 0,-1-1 0 0 0,1 1 1 0 0,0 0-1 0 0,0 0 0 0 0,-1 2 16 0 0,1-1-1 0 0,0 1 1 0 0,0-1 0 0 0,0 1 0 0 0,0-1 0 0 0,1 1-1 0 0,-1-1 1 0 0,2 4 0 0 0,-1-2 22 0 0,0-1 0 0 0,0 1 0 0 0,0-1 0 0 0,1 1 0 0 0,0-1 0 0 0,0 1 0 0 0,0-1 0 0 0,0 0 0 0 0,0 0 0 0 0,1 0 0 0 0,-1 0 0 0 0,6 4 0 0 0,-2-4 41 0 0,0 0 1 0 0,1 0 0 0 0,-1 0 0 0 0,1-1-1 0 0,0 0 1 0 0,-1 0 0 0 0,1-1-1 0 0,0 0 1 0 0,0 0 0 0 0,0 0-1 0 0,0-1 1 0 0,0 0 0 0 0,0-1-1 0 0,0 0 1 0 0,0 0 0 0 0,0 0-1 0 0,7-3 1 0 0,14-4 79 0 0,-2-1-1 0 0,48-24 1 0 0,-54 23-134 0 0,-1-2 1 0 0,1 0-1 0 0,-2 0 0 0 0,0-2 1 0 0,-1-1-1 0 0,24-24 0 0 0,-21 16-36 0 0,0-2 0 0 0,-2 0 0 0 0,0-1-1 0 0,15-32 1 0 0,-8 5-31 0 0,-2-2-1 0 0,-3 0 1 0 0,-2-1 0 0 0,16-90-1 0 0,-7-27-61 0 0,-27 165 44 0 0,-1 6 20 0 0,-8 13 18 0 0,-8 21 31 0 0,-42 118 147 0 0,-45 172 0 0 0,96-290-155 0 0,0 0-1 0 0,-4 53 1 0 0,11-71-12 0 0,0-1 0 0 0,1 1-1 0 0,1-1 1 0 0,0 1 0 0 0,1-1 0 0 0,1 0 0 0 0,0 0-1 0 0,0 0 1 0 0,7 15 0 0 0,-8-23 0 0 0,0-1 0 0 0,1 1 0 0 0,-1-1 0 0 0,1 0 0 0 0,0 0 0 0 0,0 0 0 0 0,0 0 0 0 0,1 0 0 0 0,-1-1 0 0 0,1 1-1 0 0,0-1 1 0 0,0 0 0 0 0,0 0 0 0 0,0-1 0 0 0,1 1 0 0 0,-1-1 0 0 0,1 0 0 0 0,-1 0 0 0 0,1 0 0 0 0,0-1 0 0 0,0 0 0 0 0,0 0 0 0 0,0 0 0 0 0,0 0 0 0 0,9-1 0 0 0,-5 0-42 0 0,0-1 1 0 0,0 0-1 0 0,0-1 1 0 0,0 0-1 0 0,-1-1 1 0 0,1 1-1 0 0,-1-1 1 0 0,0-1-1 0 0,0 0 1 0 0,0 0-1 0 0,0-1 1 0 0,0 0-1 0 0,11-10 1 0 0,-1-3 36 0 0,0 0 0 0 0,-1-1 0 0 0,-1-1-1 0 0,-1-1 1 0 0,-1 0 0 0 0,-1-1 0 0 0,-1-1 0 0 0,-1 0 0 0 0,-1 0 0 0 0,10-33 0 0 0,-15 38 419 0 0,-1 1 0 0 0,0 0 0 0 0,1-34 0 0 0,-5 51-414 0 0,0 0 0 0 0,0 0 0 0 0,0 0 0 0 0,0 0 0 0 0,0 0 0 0 0,0 0 0 0 0,0 0 0 0 0,-1 0 0 0 0,1 0 0 0 0,0 0 0 0 0,0 0 0 0 0,0 0 0 0 0,0 0 0 0 0,0 0 0 0 0,0 1 0 0 0,0-1 0 0 0,0 0 0 0 0,0 0 0 0 0,-1 0 0 0 0,1 0 0 0 0,0 0 0 0 0,0 0 0 0 0,0 0 0 0 0,0 0-1 0 0,0 0 1 0 0,0 0 0 0 0,0 0 0 0 0,0 0 0 0 0,-1 0 0 0 0,1-1 0 0 0,0 1 0 0 0,0 0 0 0 0,0 0 0 0 0,0 0 0 0 0,0 0 0 0 0,0 0 0 0 0,0 0 0 0 0,0 0 0 0 0,0 0 0 0 0,0 0 0 0 0,0 0 0 0 0,-1 0 0 0 0,1 0 0 0 0,0 0 0 0 0,0 0 0 0 0,0-1 0 0 0,0 1 0 0 0,0 0 0 0 0,0 0 0 0 0,0 0-1 0 0,0 0 1 0 0,0 0 0 0 0,0 0 0 0 0,0 0 0 0 0,0 0 0 0 0,0 0 0 0 0,0-1 0 0 0,0 1 0 0 0,0 0 0 0 0,0 0 0 0 0,0 0 0 0 0,0 0 0 0 0,0 0 0 0 0,0 0 0 0 0,0 0 0 0 0,0 0 0 0 0,0-1 0 0 0,-9 13 37 0 0,-6 15 10 0 0,4-1-32 0 0,1 1 0 0 0,1 0 0 0 0,-5 35 0 0 0,11-49-9 0 0,1 1 0 0 0,1 0-1 0 0,0-1 1 0 0,1 1 0 0 0,1 0-1 0 0,0 0 1 0 0,1 0 0 0 0,5 23-1 0 0,-6-35-3 0 0,0 1 0 0 0,0 0 0 0 0,0 0 0 0 0,1 0 0 0 0,-1-1 0 0 0,1 1 0 0 0,-1-1 0 0 0,1 1 0 0 0,0-1 0 0 0,0 0 0 0 0,0 1 0 0 0,0-1 0 0 0,0 0 0 0 0,1 0-1 0 0,-1-1 1 0 0,0 1 0 0 0,1 0 0 0 0,0-1 0 0 0,-1 0 0 0 0,1 1 0 0 0,0-1 0 0 0,0 0 0 0 0,0 0 0 0 0,2 0 0 0 0,3-1-204 0 0,-1 0 0 0 0,0-1 1 0 0,0 0-1 0 0,1 0 0 0 0,-1 0 1 0 0,0-1-1 0 0,0 0 0 0 0,0-1 1 0 0,-1 0-1 0 0,1 0 0 0 0,-1 0 0 0 0,10-7 1 0 0,0-1-1716 0 0,0 0 1 0 0,-1-2 0 0 0,22-24 0 0 0,-22 21-1686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79 808 0 0,'0'-2'2171'0'0,"-2"-7"346"0"0,1-1-1 0 0,-1 1 1 0 0,-5-16-1 0 0,1 1-1629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48 0 0,'1'2'3684'0'0,"11"52"1682"0"0,2 31-2499 0 0,-12-67-2415 0 0,-1 0 1 0 0,-1 0-1 0 0,0 0 1 0 0,-2 0 0 0 0,-6 33-1 0 0,2-32 830 0 0,5-27-551 0 0,7-31-525 0 0,4 12-239 0 0,1 1 0 0 0,2 0 1 0 0,1 1-1 0 0,0 0 0 0 0,24-28 1 0 0,-27 39 2 0 0,1 1 1 0 0,1-1 0 0 0,0 2-1 0 0,1 0 1 0 0,0 1 0 0 0,0 0-1 0 0,2 1 1 0 0,-1 0 0 0 0,25-10 0 0 0,-32 16 12 0 0,-5 2 10 0 0,0 1 0 0 0,1 0 0 0 0,-1 0 1 0 0,1 0-1 0 0,-1 0 0 0 0,1 1 0 0 0,-1-1 0 0 0,1 1 1 0 0,-1 0-1 0 0,5 0 0 0 0,-4-1 7 0 0,0 1 0 0 0,-1 0 0 0 0,1 0 0 0 0,0 0 0 0 0,0 1 0 0 0,0-1 0 0 0,0 1 0 0 0,0 0 0 0 0,-1 0 0 0 0,1 1 0 0 0,0-1 0 0 0,-1 1 0 0 0,1-1 0 0 0,-1 1 0 0 0,1 0 0 0 0,-1 0 0 0 0,6 6-1 0 0,-5-4 8 0 0,-1-1-1 0 0,0 1 1 0 0,0 1-1 0 0,-1-1 0 0 0,1 0 1 0 0,-1 1-1 0 0,0-1 1 0 0,0 1-1 0 0,0 0 0 0 0,0 0 1 0 0,-1-1-1 0 0,0 1 0 0 0,1 10 1 0 0,-1 10 1 0 0,-2-1 1 0 0,0 0 0 0 0,-2 1-1 0 0,-6 31 1 0 0,3-27-10 0 0,6-26 3 0 0,-1-1 0 0 0,1 0 0 0 0,0 0 0 0 0,0 1 0 0 0,0-1 0 0 0,0 0 0 0 0,0 1 0 0 0,1-1 0 0 0,-1 0 0 0 0,1 0 0 0 0,-1 0 0 0 0,2 3 0 0 0,-1-4 0 0 0,-1 0-1 0 0,1 0 1 0 0,0 0-1 0 0,0 0 1 0 0,0 0 0 0 0,-1 0-1 0 0,1 0 1 0 0,0 0-1 0 0,0-1 1 0 0,0 1-1 0 0,0 0 1 0 0,0-1-1 0 0,1 1 1 0 0,-1-1-1 0 0,0 1 1 0 0,0-1-1 0 0,0 1 1 0 0,0-1-1 0 0,1 0 1 0 0,-1 0-1 0 0,0 1 1 0 0,0-1-1 0 0,1 0 1 0 0,1 0 0 0 0,12-1-4 0 0,-1-1 0 0 0,1 0 1 0 0,-1-1-1 0 0,0-1 1 0 0,0 0-1 0 0,0-1 1 0 0,25-12-1 0 0,95-58-365 0 0,-104 56 212 0 0,-24 15 135 0 0,24-14-101 0 0,31-25 0 0 0,-54 38 109 0 0,0-1-1 0 0,-1 0 1 0 0,0 0 0 0 0,1-1 0 0 0,-2 1 0 0 0,1-1-1 0 0,-1-1 1 0 0,0 1 0 0 0,-1-1 0 0 0,4-8 0 0 0,-7 14 7 0 0,0 1 0 0 0,-1 0 1 0 0,1-1-1 0 0,-1 1 0 0 0,1-1 1 0 0,-1 1-1 0 0,1 0 0 0 0,-1-1 1 0 0,0 1-1 0 0,0-1 0 0 0,1 0 1 0 0,-1 1-1 0 0,-1-1 0 0 0,1 1 1 0 0,0-1-1 0 0,0 1 0 0 0,0-1 1 0 0,-1 1-1 0 0,1-1 0 0 0,-1 1 1 0 0,1 0-1 0 0,-1-1 0 0 0,0 1 1 0 0,1 0-1 0 0,-1-1 0 0 0,0 1 1 0 0,0 0-1 0 0,0 0 0 0 0,0-1 1 0 0,-2 0-1 0 0,2 1 3 0 0,-1 0 0 0 0,0 0-1 0 0,1 1 1 0 0,-1-1 0 0 0,0 1 0 0 0,0 0 0 0 0,0-1 0 0 0,0 1-1 0 0,1 0 1 0 0,-1 0 0 0 0,0 0 0 0 0,0 0 0 0 0,0 0-1 0 0,0 1 1 0 0,0-1 0 0 0,1 0 0 0 0,-1 1 0 0 0,0 0-1 0 0,0-1 1 0 0,1 1 0 0 0,-1 0 0 0 0,-1 1 0 0 0,-1-1 6 0 0,-6 4 4 0 0,0 0-1 0 0,0 1 1 0 0,1 0 0 0 0,0 0-1 0 0,0 1 1 0 0,0 0 0 0 0,1 1-1 0 0,0-1 1 0 0,-13 18 0 0 0,11-11-8 0 0,1-1 1 0 0,0 1 0 0 0,1 1-1 0 0,0 0 1 0 0,1 0 0 0 0,-5 16-1 0 0,10-25-67 0 0,0 0-1 0 0,1 0 0 0 0,0 0 0 0 0,0 0 0 0 0,1 0 1 0 0,-1 0-1 0 0,1 0 0 0 0,0 0 0 0 0,1 0 0 0 0,0 0 1 0 0,0 0-1 0 0,0 0 0 0 0,0 0 0 0 0,1 0 0 0 0,0 0 0 0 0,1-1 1 0 0,-1 1-1 0 0,1-1 0 0 0,0 0 0 0 0,0 1 0 0 0,1-1 1 0 0,-1-1-1 0 0,1 1 0 0 0,0 0 0 0 0,0-1 0 0 0,1 0 1 0 0,-1 0-1 0 0,1 0 0 0 0,0-1 0 0 0,0 1 0 0 0,1-1 0 0 0,-1 0 1 0 0,10 3-1 0 0,8 2-549 0 0,0 0 0 0 0,1-2-1 0 0,0-1 1 0 0,0 0 0 0 0,0-2 0 0 0,48 0 0 0 0,-30-5-637 0 0,0-1 0 0 0,-1-2 0 0 0,54-14 0 0 0,-41 4-174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350 503 1608 0 0,'6'-11'1348'0'0,"-1"-1"-1"0"0,0 0 1 0 0,7-24-1 0 0,-12 34-1221 0 0,1-1 0 0 0,-1 1 0 0 0,1-1 1 0 0,-1 0-1 0 0,0 1 0 0 0,0-1 0 0 0,0 0 0 0 0,0 1 0 0 0,0-1 0 0 0,-1 1 0 0 0,1-1 0 0 0,-1 0 1 0 0,1 1-1 0 0,-1-1 0 0 0,0 1 0 0 0,0 0 0 0 0,-1-1 0 0 0,1 1 0 0 0,0 0 0 0 0,-1-1 0 0 0,1 1 1 0 0,-1 0-1 0 0,0 0 0 0 0,1 0 0 0 0,-4-2 0 0 0,4 3-91 0 0,-1 1 1 0 0,0-1-1 0 0,0 0 1 0 0,0 0-1 0 0,0 1 0 0 0,0-1 1 0 0,0 1-1 0 0,0-1 1 0 0,0 1-1 0 0,0 0 1 0 0,0 0-1 0 0,0 0 0 0 0,0 0 1 0 0,0 0-1 0 0,-3 1 1 0 0,-30 9 260 0 0,11 0-169 0 0,1 1-1 0 0,0 2 1 0 0,1 0-1 0 0,0 1 0 0 0,1 1 1 0 0,1 1-1 0 0,0 1 1 0 0,2 0-1 0 0,0 2 0 0 0,0 0 1 0 0,-26 39-1 0 0,42-55-126 0 0,0 1-1 0 0,0-1 1 0 0,1 0 0 0 0,-1 1-1 0 0,1-1 1 0 0,0 1-1 0 0,0-1 1 0 0,0 1 0 0 0,0 0-1 0 0,0 0 1 0 0,1-1-1 0 0,0 1 1 0 0,0 0 0 0 0,0 5-1 0 0,1-7 4 0 0,-1 0-1 0 0,1 0 0 0 0,0 0 1 0 0,0 0-1 0 0,-1 0 0 0 0,1 0 1 0 0,1-1-1 0 0,-1 1 1 0 0,0 0-1 0 0,0-1 0 0 0,1 1 1 0 0,-1-1-1 0 0,0 1 0 0 0,1-1 1 0 0,0 1-1 0 0,-1-1 1 0 0,1 0-1 0 0,0 0 0 0 0,0 0 1 0 0,-1 0-1 0 0,1 0 1 0 0,0 0-1 0 0,0-1 0 0 0,0 1 1 0 0,0-1-1 0 0,0 1 0 0 0,4-1 1 0 0,4 2-6 0 0,1-2 1 0 0,-1 1 0 0 0,0-1-1 0 0,1-1 1 0 0,-1 0 0 0 0,0 0-1 0 0,0-1 1 0 0,0 0-1 0 0,0-1 1 0 0,0 0 0 0 0,0-1-1 0 0,-1 0 1 0 0,1-1-1 0 0,-1 1 1 0 0,11-9 0 0 0,-4 2-37 0 0,-1-1 1 0 0,0 0-1 0 0,-1-2 1 0 0,0 1-1 0 0,-1-2 1 0 0,0 0-1 0 0,12-19 1 0 0,38-50 123 0 0,-61 82-56 0 0,-3 7-5 0 0,-1 0-1 0 0,1 0 1 0 0,-1 1-1 0 0,0-1 1 0 0,-1 0-1 0 0,1-1 1 0 0,-1 1-1 0 0,-4 5 0 0 0,-4 10-22 0 0,3-4 9 0 0,0 0 1 0 0,1 1-1 0 0,1 1 1 0 0,0-1-1 0 0,1 1 1 0 0,2 0-1 0 0,-1 0 1 0 0,0 20 0 0 0,4-35-5 0 0,0-1 0 0 0,0 1 0 0 0,1-1 1 0 0,-1 0-1 0 0,0 1 0 0 0,1-1 1 0 0,-1 0-1 0 0,1 1 0 0 0,0-1 1 0 0,0 0-1 0 0,0 0 0 0 0,0 0 0 0 0,0 0 1 0 0,0 0-1 0 0,1 0 0 0 0,-1 0 1 0 0,1 0-1 0 0,-1 0 0 0 0,3 2 1 0 0,-1-2-1 0 0,0-1 1 0 0,0 1-1 0 0,0 0 1 0 0,0-1 0 0 0,1 1-1 0 0,-1-1 1 0 0,0 0 0 0 0,1 0-1 0 0,-1-1 1 0 0,1 1-1 0 0,6 0 1 0 0,0-1 0 0 0,1 0 0 0 0,0-1 1 0 0,-1 0-1 0 0,1-1 0 0 0,-1 0 0 0 0,1-1 1 0 0,15-6-1 0 0,-6 0 10 0 0,-1-1 1 0 0,0-1-1 0 0,-1-1 1 0 0,0 0-1 0 0,0-1 1 0 0,-2-1-1 0 0,0-1 1 0 0,0 0-1 0 0,19-26 1 0 0,-18 19-50 0 0,-1-1 0 0 0,-1-1 0 0 0,-2 0-1 0 0,0 0 1 0 0,-1-1 0 0 0,-2-1 0 0 0,8-29 0 0 0,-16 50 30 0 0,-1-1-1 0 0,0 0 1 0 0,0 1 0 0 0,-1-1-1 0 0,1 0 1 0 0,-1 0 0 0 0,-1 1 0 0 0,1-1-1 0 0,-1 0 1 0 0,0 1 0 0 0,-2-10 0 0 0,2 14 2 0 0,1 0 0 0 0,-1 1 0 0 0,0-1 0 0 0,1 0 0 0 0,-1 1 0 0 0,1-1 0 0 0,-1 0 0 0 0,0 1 0 0 0,1-1 0 0 0,-1 1 0 0 0,0-1 0 0 0,0 1 0 0 0,1 0 0 0 0,-1-1 0 0 0,0 1 0 0 0,0 0 0 0 0,0-1 0 0 0,0 1 0 0 0,1 0 0 0 0,-1 0 0 0 0,0 0 1 0 0,0 0-1 0 0,0 0 0 0 0,0 0 0 0 0,0 0 0 0 0,1 0 0 0 0,-1 0 0 0 0,0 0 0 0 0,0 1 0 0 0,-1-1 0 0 0,-22 8 7 0 0,19-6 1 0 0,1 1-1 0 0,0-1 1 0 0,1 1 0 0 0,-1 0-1 0 0,0 0 1 0 0,1 0-1 0 0,-1 0 1 0 0,1 1 0 0 0,0-1-1 0 0,0 1 1 0 0,1 0-1 0 0,-1 0 1 0 0,1 0 0 0 0,0 0-1 0 0,0 0 1 0 0,0 1-1 0 0,0-1 1 0 0,1 1 0 0 0,-1-1-1 0 0,0 10 1 0 0,2-10 6 0 0,-1 0 1 0 0,1 0-1 0 0,0 0 1 0 0,1 0-1 0 0,-1 0 1 0 0,1 0-1 0 0,0 0 1 0 0,0 0-1 0 0,0 0 0 0 0,0-1 1 0 0,0 1-1 0 0,1 0 1 0 0,0-1-1 0 0,0 1 1 0 0,0-1-1 0 0,0 1 1 0 0,1-1-1 0 0,-1 0 1 0 0,1 0-1 0 0,0 0 1 0 0,0 0-1 0 0,0-1 0 0 0,6 5 1 0 0,1-1-15 0 0,0-1-1 0 0,0-1 1 0 0,1 0 0 0 0,-1 0-1 0 0,1-1 1 0 0,0 0 0 0 0,0 0-1 0 0,0-2 1 0 0,0 1-1 0 0,18-1 1 0 0,-12-1-29 0 0,1-1-1 0 0,0-1 1 0 0,0 0 0 0 0,-1-2-1 0 0,33-9 1 0 0,-39 9 14 0 0,1-1 1 0 0,-1-1 0 0 0,0 0-1 0 0,0 0 1 0 0,-1-1-1 0 0,0 0 1 0 0,0-1 0 0 0,-1 0-1 0 0,0 0 1 0 0,0-1-1 0 0,-1 0 1 0 0,14-21 0 0 0,-21 29 12 0 0,0 1 0 0 0,-1-1 0 0 0,1 0 0 0 0,-1 0 1 0 0,1 1-1 0 0,-1-1 0 0 0,1 0 0 0 0,-1 0 0 0 0,0 0 1 0 0,1 0-1 0 0,-1 0 0 0 0,0 0 0 0 0,0 0 0 0 0,0 1 1 0 0,0-1-1 0 0,1 0 0 0 0,-1 0 0 0 0,-1 0 0 0 0,1 0 1 0 0,0 0-1 0 0,0-1 0 0 0,-1 2 1 0 0,1 0 1 0 0,-1-1-1 0 0,1 1 0 0 0,-1 0 1 0 0,0 0-1 0 0,1 0 0 0 0,-1 0 1 0 0,1 0-1 0 0,-1 0 0 0 0,0 0 1 0 0,1 0-1 0 0,-1 0 1 0 0,0 0-1 0 0,1 0 0 0 0,-1 0 1 0 0,1 0-1 0 0,-1 0 0 0 0,0 1 1 0 0,1-1-1 0 0,-1 0 0 0 0,1 1 1 0 0,-1-1-1 0 0,-36 23 16 0 0,9 0 170 0 0,2 1 0 0 0,0 1 0 0 0,2 2 0 0 0,1 0 0 0 0,1 2 0 0 0,1 0 0 0 0,2 2 0 0 0,-17 34 0 0 0,33-59-176 0 0,1-1-1 0 0,0 1 1 0 0,0 0-1 0 0,1-1 1 0 0,-1 1-1 0 0,1 0 1 0 0,1 0 0 0 0,-1 0-1 0 0,1 0 1 0 0,0 0-1 0 0,0 0 1 0 0,1 0-1 0 0,1 9 1 0 0,-1-12-5 0 0,0 0-1 0 0,0-1 1 0 0,0 1-1 0 0,1 0 1 0 0,-1-1 0 0 0,1 1-1 0 0,0-1 1 0 0,-1 1-1 0 0,1-1 1 0 0,0 0-1 0 0,1 0 1 0 0,-1 0 0 0 0,0 0-1 0 0,0 0 1 0 0,1 0-1 0 0,-1-1 1 0 0,1 1 0 0 0,0-1-1 0 0,-1 1 1 0 0,1-1-1 0 0,0 0 1 0 0,0 0 0 0 0,0-1-1 0 0,0 1 1 0 0,0 0-1 0 0,0-1 1 0 0,0 0-1 0 0,5 0 1 0 0,14 0-215 0 0,0-1 0 0 0,0-1 0 0 0,0-1 1 0 0,0-1-1 0 0,0 0 0 0 0,-1-2 0 0 0,0-1 0 0 0,0-1 0 0 0,-1 0 0 0 0,28-16 0 0 0,-16 5-200 0 0,-1-1-1 0 0,0-1 0 0 0,-2-2 0 0 0,0-1 0 0 0,34-38 1 0 0,-31 27 279 0 0,-3-2 0 0 0,-1-2 0 0 0,-1 0 1 0 0,-3-2-1 0 0,23-50 0 0 0,-24 39 1331 0 0,31-108-1 0 0,-47 123-486 0 0,-7 37-706 0 0,0 0-1 0 0,0 0 1 0 0,0-1-1 0 0,0 1 1 0 0,0 0-1 0 0,0 0 1 0 0,0 0 0 0 0,0 0-1 0 0,0 0 1 0 0,0 0-1 0 0,0 0 1 0 0,1-1 0 0 0,-1 1-1 0 0,0 0 1 0 0,0 0-1 0 0,0 0 1 0 0,0 0 0 0 0,0 0-1 0 0,0 0 1 0 0,0-1-1 0 0,0 1 1 0 0,0 0 0 0 0,0 0-1 0 0,0 0 1 0 0,0 0-1 0 0,-1 0 1 0 0,1 0-1 0 0,0-1 1 0 0,0 1 0 0 0,0 0-1 0 0,0 0 1 0 0,0 0-1 0 0,0 0 1 0 0,0 0 0 0 0,0 0-1 0 0,0 0 1 0 0,0-1-1 0 0,0 1 1 0 0,0 0 0 0 0,-1 0-1 0 0,1 0 1 0 0,0 0-1 0 0,0 0 1 0 0,0 0-1 0 0,0 0 1 0 0,0 0 0 0 0,0 0-1 0 0,0 0 1 0 0,-1 0-1 0 0,1 0 1 0 0,0 0 0 0 0,0 0-1 0 0,0 0 1 0 0,0 0-1 0 0,0 0 1 0 0,-1 0 0 0 0,-8 17 136 0 0,-84 179 1250 0 0,67-137-1126 0 0,-43 103 226 0 0,57-130-480 0 0,2 1 0 0 0,2 0 0 0 0,-6 38 0 0 0,13-64-192 0 0,0-1-1 0 0,1 1 0 0 0,0 0 0 0 0,0 0 1 0 0,1-1-1 0 0,0 1 0 0 0,0 0 0 0 0,4 12 1 0 0,-4-16-214 0 0,0 1 1 0 0,1-1 0 0 0,0 0-1 0 0,0 0 1 0 0,0 0-1 0 0,0 0 1 0 0,0 0 0 0 0,0 0-1 0 0,1-1 1 0 0,-1 1 0 0 0,1-1-1 0 0,0 1 1 0 0,0-1-1 0 0,0 0 1 0 0,0 0 0 0 0,0 0-1 0 0,7 2 1 0 0,3 0-3627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70 316 0 0,'4'-9'9650'0'0,"-12"21"-9186"0"0,0 1 0 0 0,1 0 1 0 0,1 0-1 0 0,0 0 0 0 0,-6 22 0 0 0,10-29-382 0 0,0 1 0 0 0,1-1 1 0 0,-1 1-1 0 0,1 0 0 0 0,1-1 1 0 0,-1 1-1 0 0,1 0 0 0 0,0-1 1 0 0,1 1-1 0 0,0 0 0 0 0,0-1 0 0 0,0 1 1 0 0,1 0-1 0 0,3 8 0 0 0,-3-11-46 0 0,1 0-1 0 0,0-1 0 0 0,0 0 1 0 0,0 1-1 0 0,0-1 1 0 0,0 0-1 0 0,0 0 0 0 0,1-1 1 0 0,-1 1-1 0 0,1-1 0 0 0,0 0 1 0 0,0 0-1 0 0,0 0 1 0 0,0 0-1 0 0,0-1 0 0 0,0 1 1 0 0,0-1-1 0 0,1 0 0 0 0,-1-1 1 0 0,0 1-1 0 0,1-1 1 0 0,7 0-1 0 0,1 1-11 0 0,1-2 0 0 0,-1 0 0 0 0,1-1 0 0 0,-1 0 0 0 0,1-1 0 0 0,13-4 0 0 0,-5-2-16 0 0,-1 0 0 0 0,0-2 0 0 0,0 0 0 0 0,-1-1 0 0 0,0-1 0 0 0,-1-1 0 0 0,31-29 0 0 0,-10 2-40 0 0,-2 0 1 0 0,35-51-1 0 0,-70 88 24 0 0,-5 5 29 0 0,-11 11 95 0 0,-17 23 291 0 0,-8 20 170 0 0,3 3 0 0 0,2 0 0 0 0,3 2 0 0 0,-39 112 0 0 0,28-41 214 0 0,-31 179-1 0 0,71-305-772 0 0,-42 185 564 0 0,35-166-281 0 0,0 0-1 0 0,-1-1 1 0 0,-1 0 0 0 0,-1-1-1 0 0,-25 37 1 0 0,32-53-144 0 0,0-1 0 0 0,0 0 1 0 0,-1 0-1 0 0,1-1 0 0 0,-1 1 0 0 0,0-1 0 0 0,0 0 0 0 0,-1-1 1 0 0,1 1-1 0 0,-1-1 0 0 0,0 0 0 0 0,-10 4 0 0 0,11-6-70 0 0,0 0 1 0 0,0 0-1 0 0,0 0 0 0 0,0-1 0 0 0,-1 0 0 0 0,1 0 0 0 0,0 0 0 0 0,0 0 1 0 0,0-1-1 0 0,-1 0 0 0 0,1 0 0 0 0,0 0 0 0 0,0-1 0 0 0,0 0 1 0 0,-9-4-1 0 0,3-1 15 0 0,-1 1 1 0 0,1-2 0 0 0,0 1-1 0 0,0-2 1 0 0,1 1 0 0 0,0-1-1 0 0,1-1 1 0 0,0 0 0 0 0,0 0-1 0 0,-8-14 1 0 0,13 18-75 0 0,1 0 0 0 0,-1-1 0 0 0,1 1 0 0 0,0-1 0 0 0,0 0 1 0 0,1 0-1 0 0,0 0 0 0 0,0 0 0 0 0,1 0 0 0 0,0 0 0 0 0,0-1 0 0 0,1 1 0 0 0,0 0 0 0 0,0-1 0 0 0,0 1 0 0 0,1 0 0 0 0,0-1 0 0 0,1 1 0 0 0,4-14 1 0 0,2 4-28 0 0,0 1 0 0 0,2 0 0 0 0,0 0 0 0 0,0 1 0 0 0,2 0 0 0 0,-1 1 0 0 0,2 0 0 0 0,0 1 0 0 0,1 0 0 0 0,0 1 0 0 0,18-11 0 0 0,2 1 1 0 0,0 1 0 0 0,2 2 1 0 0,0 1-1 0 0,43-14 0 0 0,-22 13 185 0 0,89-19 0 0 0,-113 32-863 0 0,0 1 0 0 0,1 2 0 0 0,-1 1 0 0 0,44 3 0 0 0,-64 1-491 0 0,0 0-1 0 0,0 0 1 0 0,0 1 0 0 0,17 7-1 0 0,22 14-8277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5408 0 0,'0'0'3313'0'0,"13"5"-881"0"0,-4 4-2732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6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97 1604 0 0,'-3'-36'8128'0'0,"0"5"-3715"0"0,1 4-1387 0 0,2 26-3021 0 0,0 1-1 0 0,0 0 0 0 0,0 0 0 0 0,0 0 0 0 0,0 0 0 0 0,0 0 0 0 0,0 0 1 0 0,0 0-1 0 0,0 0 0 0 0,0 0 0 0 0,0 0 0 0 0,0 0 0 0 0,0 0 1 0 0,0-1-1 0 0,0 1 0 0 0,0 0 0 0 0,-1 0 0 0 0,1 0 0 0 0,0 0 1 0 0,0 0-1 0 0,0 0 0 0 0,0 0 0 0 0,0 0 0 0 0,0 0 0 0 0,0 0 1 0 0,0 0-1 0 0,0 0 0 0 0,0 0 0 0 0,0 0 0 0 0,0 0 0 0 0,0 0 1 0 0,0-1-1 0 0,0 1 0 0 0,0 0 0 0 0,0 0 0 0 0,0 0 0 0 0,-1 0 0 0 0,1 0 1 0 0,0 0-1 0 0,0 0 0 0 0,0 0 0 0 0,0 0 0 0 0,0 0 0 0 0,0 0 1 0 0,0 0-1 0 0,0 0 0 0 0,0 0 0 0 0,0 0 0 0 0,0 0 0 0 0,0 0 1 0 0,-1 0-1 0 0,1 0 0 0 0,0 0 0 0 0,0 0 0 0 0,0 1 0 0 0,0-1 1 0 0,0 0-1 0 0,0 0 0 0 0,0 0 0 0 0,0 0 0 0 0,0 0 0 0 0,0 0 0 0 0,0 0 1 0 0,0 0-1 0 0,0 0 0 0 0,0 0 0 0 0,-4 14 188 0 0,-65 279 720 0 0,58-253-1913 0 0,-1 0-1860 0 0,4-17-2149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91 476 0 0,'11'-28'3763'0'0,"-7"18"-2585"0"0,0-1 1 0 0,1 1-1 0 0,0 0 1 0 0,8-11 0 0 0,-13 20-941 0 0,2 1-295 0 0,-1 1 0 0 0,0-1 0 0 0,0 0 1 0 0,0 0-1 0 0,0 1 0 0 0,0-1 0 0 0,0 1 0 0 0,0-1 0 0 0,0 1 0 0 0,0-1 0 0 0,0 1 0 0 0,0-1 0 0 0,-1 1 0 0 0,1 0 0 0 0,0 0 0 0 0,0-1 0 0 0,0 1 0 0 0,-1 0 0 0 0,1 0 0 0 0,0 0 0 0 0,-1 0 1 0 0,1 0-1 0 0,0 1 0 0 0,9 27-3742 0 0,-10-27 3484 0 0,4 12-2171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7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114 254 2020 0 0,'2'11'1487'0'0,"0"0"1"0"0,-1 0-1 0 0,-1 0 0 0 0,-1 14 0 0 0,0-10-610 0 0,-2-1 0 0 0,-6 25-1 0 0,1-13-523 0 0,-2-1 0 0 0,-1 0 0 0 0,-15 26 0 0 0,25-48-273 0 0,0-1 1 0 0,-1 0-1 0 0,1 0 1 0 0,-1 0-1 0 0,1-1 1 0 0,-1 1-1 0 0,0 0 0 0 0,0 0 1 0 0,-3 1-1 0 0,5-2-65 0 0,-1-1 1 0 0,0 1-1 0 0,0-1 0 0 0,1 0 0 0 0,-1 0 0 0 0,0 1 1 0 0,0-1-1 0 0,1 0 0 0 0,-1 0 0 0 0,0 0 0 0 0,0 0 0 0 0,1 0 1 0 0,-1 0-1 0 0,0 0 0 0 0,0 0 0 0 0,0 0 0 0 0,1 0 1 0 0,-1 0-1 0 0,0 0 0 0 0,0 0 0 0 0,1-1 0 0 0,-1 1 0 0 0,0 0 1 0 0,0-1-1 0 0,1 1 0 0 0,-1-1 0 0 0,0 1 0 0 0,1 0 0 0 0,-1-1 1 0 0,1 0-1 0 0,-2 0 0 0 0,1 0-8 0 0,1-1-1 0 0,-1 1 1 0 0,0-1 0 0 0,0 0 0 0 0,1 1-1 0 0,-1-1 1 0 0,1 1 0 0 0,-1-1 0 0 0,1 0-1 0 0,0 0 1 0 0,-1 1 0 0 0,1-1-1 0 0,0 0 1 0 0,1-3 0 0 0,2-25 0 0 0,-2 27-2 0 0,5-26-13 0 0,1-1 1 0 0,2 1 0 0 0,0 0 0 0 0,3 1 0 0 0,0 0-1 0 0,1 1 1 0 0,2 0 0 0 0,1 1 0 0 0,1 1 0 0 0,32-37-1 0 0,-35 48 2 0 0,1 0 0 0 0,0 1 0 0 0,1 0 0 0 0,0 1 0 0 0,1 1 0 0 0,0 0 0 0 0,1 2 0 0 0,22-9 0 0 0,-31 14 4 0 0,1 0-1 0 0,0 1 0 0 0,0 1 0 0 0,0 0 0 0 0,0 0 0 0 0,1 1 0 0 0,-1 0 0 0 0,0 0 0 0 0,1 2 1 0 0,-1-1-1 0 0,0 1 0 0 0,1 1 0 0 0,-1-1 0 0 0,0 2 0 0 0,0 0 0 0 0,0 0 0 0 0,16 8 0 0 0,-20-8 9 0 0,1 0 0 0 0,-1 1-1 0 0,0 0 1 0 0,0 0 0 0 0,0 0-1 0 0,0 1 1 0 0,-1 0-1 0 0,0 0 1 0 0,0 0 0 0 0,0 1-1 0 0,-1-1 1 0 0,0 1 0 0 0,0 0-1 0 0,0 1 1 0 0,-1-1 0 0 0,0 0-1 0 0,0 1 1 0 0,-1 0-1 0 0,1 0 1 0 0,-2 0 0 0 0,3 12-1 0 0,-3 2 45 0 0,-1 1-1 0 0,-4 34 0 0 0,1-33-1023 0 0,2 46 0 0 0,1-67 646 0 0,0 1 0 0 0,0 0 0 0 0,1-1 1 0 0,-1 1-1 0 0,1 0 0 0 0,0-1 0 0 0,0 1 1 0 0,0-1-1 0 0,0 1 0 0 0,0-1 1 0 0,0 0-1 0 0,1 1 0 0 0,-1-1 0 0 0,1 0 1 0 0,-1 0-1 0 0,1 0 0 0 0,0 0 0 0 0,0 0 1 0 0,0 0-1 0 0,0 0 0 0 0,4 1 1 0 0,6 3-3098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8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285 580 2092 0 0,'7'-7'1136'0'0,"-1"-1"-1"0"0,0 0 1 0 0,0 0-1 0 0,-1 0 1 0 0,0-1-1 0 0,-1 0 1 0 0,1 0-1 0 0,4-15 1 0 0,-9 24-1099 0 0,0-1 1 0 0,0 1-1 0 0,0-1 0 0 0,1 1 1 0 0,-1-1-1 0 0,0 1 0 0 0,0-1 1 0 0,0 1-1 0 0,0-1 0 0 0,0 1 1 0 0,0-1-1 0 0,0 1 1 0 0,0-1-1 0 0,0 1 0 0 0,-1-1 1 0 0,1 1-1 0 0,0-1 0 0 0,0 1 1 0 0,0-1-1 0 0,0 1 0 0 0,-1-1 1 0 0,1 1-1 0 0,0 0 1 0 0,-1-1-1 0 0,1 1 0 0 0,0-1 1 0 0,-1 1-1 0 0,1 0 0 0 0,0-1 1 0 0,-1 1-1 0 0,1 0 0 0 0,-1-1 1 0 0,1 1-1 0 0,0 0 1 0 0,-1 0-1 0 0,1-1 0 0 0,-1 1 1 0 0,1 0-1 0 0,-1 0 0 0 0,1 0 1 0 0,-1 0-1 0 0,1 0 0 0 0,-1-1 1 0 0,-18 4 408 0 0,8 2-288 0 0,0 0-1 0 0,0 2 1 0 0,0-1-1 0 0,1 1 1 0 0,0 1-1 0 0,0 0 1 0 0,1 0-1 0 0,-11 13 1 0 0,5-6-1 0 0,9-10-111 0 0,-96 100 563 0 0,90-91-554 0 0,0 1 0 0 0,2 0 0 0 0,-1 0 0 0 0,2 1 1 0 0,-14 32-1 0 0,22-46-50 0 0,0 0 1 0 0,0 0-1 0 0,1 0 1 0 0,-1 0-1 0 0,1 0 1 0 0,-1 0-1 0 0,1 0 1 0 0,0 0-1 0 0,-1 0 1 0 0,1 0-1 0 0,0 1 1 0 0,1-1-1 0 0,-1 0 0 0 0,0 0 1 0 0,1 0-1 0 0,-1 0 1 0 0,1 0-1 0 0,-1 0 1 0 0,1 0-1 0 0,0 0 1 0 0,0 0-1 0 0,0 0 1 0 0,0 0-1 0 0,0 0 1 0 0,1-1-1 0 0,1 4 1 0 0,0-3-1 0 0,0-1 1 0 0,0 1 0 0 0,0 0 0 0 0,0-1 0 0 0,0 1 0 0 0,0-1 0 0 0,0 0-1 0 0,0 0 1 0 0,0 0 0 0 0,1 0 0 0 0,-1-1 0 0 0,0 1 0 0 0,0-1 0 0 0,1 0-1 0 0,-1 0 1 0 0,7-1 0 0 0,5-1-3 0 0,0-2 0 0 0,0 1 0 0 0,0-2 0 0 0,0 0 0 0 0,-1-1 0 0 0,0 0 0 0 0,0-1 0 0 0,-1 0 0 0 0,17-12 0 0 0,-4 0-14 0 0,-1-2-1 0 0,0 0 0 0 0,30-34 1 0 0,-29 24-12 0 0,-1-2 1 0 0,-1-1-1 0 0,-2-1 1 0 0,-1-1 0 0 0,30-73-1 0 0,50-202-16 0 0,-93 285 52 0 0,-4 15-24 0 0,0-1 0 0 0,-1 1 0 0 0,-1-1 0 0 0,2-17 0 0 0,-19 48-31 0 0,-119 247 208 0 0,87-167 102 0 0,17-38-123 0 0,-56 125 234 0 0,72-151-326 0 0,2 1 1 0 0,1 0 0 0 0,-8 52-1 0 0,18-82-44 0 0,0 0-1 0 0,1 1 1 0 0,-1-1-1 0 0,1 1 1 0 0,1-1-1 0 0,-1 0 1 0 0,1 1-1 0 0,0-1 1 0 0,1 0-1 0 0,-1 0 0 0 0,5 10 1 0 0,-4-13-5 0 0,0 1 1 0 0,0-1-1 0 0,0 0 0 0 0,1 0 1 0 0,-1 0-1 0 0,1 0 1 0 0,0 0-1 0 0,0 0 0 0 0,0-1 1 0 0,0 1-1 0 0,0-1 1 0 0,1 0-1 0 0,-1 0 0 0 0,1 0 1 0 0,-1-1-1 0 0,1 1 1 0 0,0-1-1 0 0,0 0 0 0 0,6 2 1 0 0,10 0-25 0 0,0-1-1 0 0,0 0 1 0 0,0-1 0 0 0,0-2 0 0 0,1 0 0 0 0,-1-1 0 0 0,0-1-1 0 0,0 0 1 0 0,23-9 0 0 0,-15 4-122 0 0,-1-2-1 0 0,0-1 1 0 0,-1-1 0 0 0,-1-1 0 0 0,46-31-1 0 0,-50 28 45 0 0,0-1-1 0 0,-1 0 0 0 0,-1-1 0 0 0,-1-1 1 0 0,-1-1-1 0 0,0-1 0 0 0,-1 0 0 0 0,-2-1 1 0 0,17-33-1 0 0,-29 53 90 0 0,-1-1 1 0 0,0 1-1 0 0,0-1 0 0 0,0 1 1 0 0,0-1-1 0 0,0 1 0 0 0,0-1 1 0 0,-1 0-1 0 0,0 1 0 0 0,1-1 1 0 0,-1 0-1 0 0,0 1 1 0 0,0-1-1 0 0,0 0 0 0 0,0 0 1 0 0,-1 1-1 0 0,1-1 0 0 0,-1 0 1 0 0,0 1-1 0 0,0-1 0 0 0,0 1 1 0 0,-2-5-1 0 0,2 6 9 0 0,0 1 0 0 0,1-1 0 0 0,-1 1-1 0 0,0-1 1 0 0,0 1 0 0 0,0 0 0 0 0,0-1 0 0 0,0 1-1 0 0,0 0 1 0 0,0 0 0 0 0,0 0 0 0 0,0 0 0 0 0,0 0-1 0 0,0 0 1 0 0,0 0 0 0 0,0 0 0 0 0,0 0 0 0 0,-2 1-1 0 0,1-1 3 0 0,-4 1 16 0 0,0 0-1 0 0,0 0 1 0 0,0 1-1 0 0,0-1 1 0 0,0 1-1 0 0,0 1 1 0 0,1-1-1 0 0,-1 1 1 0 0,-9 7-1 0 0,-5 4 133 0 0,-21 20-1 0 0,22-18-23 0 0,-15 12 65 0 0,2 1 0 0 0,1 2 1 0 0,1 1-1 0 0,2 1 1 0 0,-28 43-1 0 0,51-68-163 0 0,0 0 0 0 0,1 1 0 0 0,0 0 1 0 0,0 0-1 0 0,-4 18 0 0 0,7-25-23 0 0,1 0 1 0 0,-1 1-1 0 0,1-1 1 0 0,0 0 0 0 0,-1 0-1 0 0,1 1 1 0 0,0-1 0 0 0,0 0-1 0 0,1 1 1 0 0,-1-1-1 0 0,0 0 1 0 0,1 1 0 0 0,0-1-1 0 0,-1 0 1 0 0,1 0-1 0 0,0 0 1 0 0,0 1 0 0 0,0-1-1 0 0,0 0 1 0 0,1 0-1 0 0,-1 0 1 0 0,0-1 0 0 0,1 1-1 0 0,-1 0 1 0 0,1-1 0 0 0,0 1-1 0 0,0-1 1 0 0,0 1-1 0 0,3 1 1 0 0,6 2-6 0 0,-1-1-1 0 0,2 0 1 0 0,-1 0-1 0 0,0-1 1 0 0,1-1-1 0 0,-1 0 1 0 0,1-1-1 0 0,0 0 1 0 0,23-1-1 0 0,7-4-365 0 0,58-11-1 0 0,-86 12 241 0 0,15-3-109 0 0,0-1 1 0 0,0-2-1 0 0,-1-1 0 0 0,0-1 0 0 0,-1-1 1 0 0,0-2-1 0 0,-1 0 0 0 0,0-2 1 0 0,-1-1-1 0 0,-1-1 0 0 0,-1-1 1 0 0,-1-1-1 0 0,0-1 0 0 0,-2-1 1 0 0,0 0-1 0 0,-2-2 0 0 0,0 0 1 0 0,27-52-1 0 0,-30 46 545 0 0,-1 0 1 0 0,-2-1 0 0 0,-1 0-1 0 0,-1-1 1 0 0,4-33-1 0 0,-14 65-301 0 0,0 0 0 0 0,0 0 0 0 0,0 0 0 0 0,0 1-1 0 0,-1-1 1 0 0,1 0 0 0 0,0 0 0 0 0,0 0 0 0 0,-1 0-1 0 0,1 0 1 0 0,0 0 0 0 0,0 0 0 0 0,0 0 0 0 0,-1 0-1 0 0,1 0 1 0 0,0 0 0 0 0,0 0 0 0 0,-1 0 0 0 0,1 0-1 0 0,0 0 1 0 0,0 0 0 0 0,-1 0 0 0 0,1 0 0 0 0,0 0-1 0 0,0 0 1 0 0,0 0 0 0 0,-1 0 0 0 0,1 0 0 0 0,0 0-1 0 0,0-1 1 0 0,-1 1 0 0 0,1 0 0 0 0,0 0 0 0 0,0 0-1 0 0,0 0 1 0 0,0 0 0 0 0,-1-1 0 0 0,1 1 0 0 0,0 0-1 0 0,0 0 1 0 0,0 0 0 0 0,0-1 0 0 0,0 1 0 0 0,0 0-1 0 0,-1 0 1 0 0,1-1 0 0 0,0 1 0 0 0,0 0 0 0 0,0 0-1 0 0,0 0 1 0 0,0-1 0 0 0,0 1 0 0 0,0 0 0 0 0,0 0-1 0 0,0-1 1 0 0,0 1 0 0 0,0 0 0 0 0,0 0 0 0 0,0-1-1 0 0,1 1 1 0 0,-16 15 219 0 0,-4 18 321 0 0,2 0 0 0 0,-26 70 0 0 0,-12 78 538 0 0,40-127-833 0 0,-121 500 1465 0 0,68-260-1092 0 0,-22 7-111 0 0,67-238-436 0 0,-4-1 0 0 0,-56 95 0 0 0,77-147-81 0 0,-3 6-180 0 0,-1-1 0 0 0,-21 25 0 0 0,29-37-63 0 0,-1-1 0 0 0,1 1-1 0 0,-1-1 1 0 0,0 1 0 0 0,1-1 0 0 0,-1 0-1 0 0,0 0 1 0 0,0 0 0 0 0,0-1 0 0 0,-1 1-1 0 0,1-1 1 0 0,0 1 0 0 0,0-1 0 0 0,-1 0-1 0 0,1 0 1 0 0,-1-1 0 0 0,1 1 0 0 0,-1-1-1 0 0,1 0 1 0 0,-7 0 0 0 0,7-1-374 0 0,0 1 1 0 0,0-1 0 0 0,1 0-1 0 0,-1-1 1 0 0,0 1-1 0 0,1 0 1 0 0,-1-1 0 0 0,1 1-1 0 0,-1-1 1 0 0,-3-4-1 0 0,-13-11-6047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2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1 351 2732 0 0,'18'-17'1111'0'0,"1"0"0"0"0,0 0 0 0 0,1 2 0 0 0,1 1 0 0 0,1 0 1 0 0,40-18-1 0 0,-44 24-781 0 0,1 2 1 0 0,0 0-1 0 0,0 1 1 0 0,0 1 0 0 0,0 1-1 0 0,1 0 1 0 0,0 2 0 0 0,-1 0-1 0 0,26 3 1 0 0,-27 0-157 0 0,-1 1 0 0 0,1 0-1 0 0,-1 1 1 0 0,0 1 0 0 0,-1 1 0 0 0,1 1 0 0 0,25 13 0 0 0,-35-15-84 0 0,1-1 0 0 0,-1 2 0 0 0,0-1 0 0 0,0 1 1 0 0,0 0-1 0 0,-1 0 0 0 0,9 12 0 0 0,-12-14-19 0 0,-1 0-1 0 0,1 1 1 0 0,-1 0-1 0 0,1-1 1 0 0,-1 1-1 0 0,-1 0 1 0 0,1 0-1 0 0,-1 0 1 0 0,1 0-1 0 0,-2 0 1 0 0,1 0 0 0 0,0 1-1 0 0,-1 8 1 0 0,-1-6-2 0 0,-1 0 0 0 0,1 0 0 0 0,-1 0 0 0 0,-1 0 1 0 0,1 0-1 0 0,-1 0 0 0 0,-1-1 0 0 0,0 1 1 0 0,0-1-1 0 0,0 0 0 0 0,-1 0 0 0 0,0-1 1 0 0,0 1-1 0 0,0-1 0 0 0,-1 0 0 0 0,0 0 1 0 0,0-1-1 0 0,-8 5 0 0 0,-13 9 107 0 0,-1-1 0 0 0,-1-2 0 0 0,-33 15 0 0 0,54-28-144 0 0,-10 6 37 0 0,6-2 5 0 0,-1-2 1 0 0,-20 7-1 0 0,30-11-57 0 0,3-2-22 0 0,1 1 6 0 0,-1-1-1 0 0,0 0 0 0 0,1 0 0 0 0,-1 0 1 0 0,0 0-1 0 0,1 0 0 0 0,-1 1 0 0 0,1-1 1 0 0,-1 0-1 0 0,1 0 0 0 0,-1 1 0 0 0,1-1 0 0 0,0 0 1 0 0,-1 1-1 0 0,1-1 0 0 0,0 1 0 0 0,-1-1 1 0 0,3 0-1 0 0,18-10 11 0 0,-12 6-4 0 0,109-60-81 0 0,-4-5-1 0 0,-3-4 1 0 0,149-132 0 0 0,-185 132-2 0 0,-69 67 67 0 0,0 0 1 0 0,-1 0-1 0 0,0 0 0 0 0,0-1 1 0 0,0 0-1 0 0,-1 0 0 0 0,0 0 1 0 0,-1 0-1 0 0,4-12 0 0 0,-7 19 6 0 0,0 0 0 0 0,1 1 0 0 0,-1-1 0 0 0,0 0-1 0 0,0 0 1 0 0,0 0 0 0 0,0 0 0 0 0,0 0 0 0 0,0 1-1 0 0,0-1 1 0 0,0 0 0 0 0,0 0 0 0 0,0 0 0 0 0,0 0 0 0 0,0 1-1 0 0,-1-1 1 0 0,1 0 0 0 0,0 0 0 0 0,-1 0 0 0 0,1 1-1 0 0,0-1 1 0 0,-1 0 0 0 0,1 0 0 0 0,-1 1 0 0 0,0-2-1 0 0,0 2 2 0 0,0-1 0 0 0,-1 1-1 0 0,1 0 1 0 0,0-1-1 0 0,0 1 1 0 0,0 0 0 0 0,0 0-1 0 0,0 0 1 0 0,0 0-1 0 0,0 0 1 0 0,0 0 0 0 0,0 0-1 0 0,0 1 1 0 0,0-1-1 0 0,0 0 1 0 0,0 0-1 0 0,-2 1 1 0 0,-4 2-4 0 0,0 1 1 0 0,-1 0-1 0 0,1 0 0 0 0,-7 6 1 0 0,-4 3 8 0 0,2 1 1 0 0,0 1-1 0 0,1 1 0 0 0,0 0 1 0 0,-20 30-1 0 0,27-34 7 0 0,0 1 0 0 0,1-1 0 0 0,1 1-1 0 0,0 1 1 0 0,0-1 0 0 0,1 1-1 0 0,1 0 1 0 0,0 0 0 0 0,-2 22 0 0 0,6-29-6 0 0,-1 0 1 0 0,1-1-1 0 0,1 1 1 0 0,-1 0-1 0 0,1 0 0 0 0,1 0 1 0 0,-1 0-1 0 0,1 0 1 0 0,0-1-1 0 0,0 1 1 0 0,1-1-1 0 0,0 0 1 0 0,0 0-1 0 0,1 0 0 0 0,0 0 1 0 0,0 0-1 0 0,0-1 1 0 0,0 1-1 0 0,1-1 1 0 0,0 0-1 0 0,0-1 1 0 0,1 1-1 0 0,-1-1 0 0 0,1 0 1 0 0,11 6-1 0 0,-5-4 2 0 0,0-1 0 0 0,0 0 0 0 0,0-1 0 0 0,1-1 0 0 0,-1 0-1 0 0,1 0 1 0 0,0-1 0 0 0,0-1 0 0 0,0 0 0 0 0,0-1 0 0 0,0 0-1 0 0,0-1 1 0 0,15-3 0 0 0,-10 0-3 0 0,1 0 1 0 0,-1-2-1 0 0,0-1 1 0 0,0 0-1 0 0,0-1 0 0 0,-1-1 1 0 0,-1 0-1 0 0,1-2 1 0 0,24-19-1 0 0,0-7-33 0 0,-1-2 0 0 0,36-46 1 0 0,-60 66 16 0 0,-9 10-24 0 0,1 0-1 0 0,0 0 1 0 0,11-9 0 0 0,-18 18 35 0 0,0-1 0 0 0,0 0 1 0 0,0 1-1 0 0,0-1 0 0 0,0 1 1 0 0,0 0-1 0 0,0-1 0 0 0,0 1 1 0 0,1 0-1 0 0,-1 0 0 0 0,0-1 0 0 0,0 1 1 0 0,0 0-1 0 0,0 0 0 0 0,0 0 1 0 0,1 0-1 0 0,-1 1 0 0 0,0-1 1 0 0,0 0-1 0 0,0 0 0 0 0,0 1 1 0 0,0-1-1 0 0,0 0 0 0 0,0 1 1 0 0,0 0-1 0 0,0-1 0 0 0,0 1 1 0 0,0-1-1 0 0,0 1 0 0 0,0 0 0 0 0,0 0 1 0 0,-1-1-1 0 0,1 1 0 0 0,0 0 1 0 0,0 0-1 0 0,-1 0 0 0 0,1 0 1 0 0,-1 0-1 0 0,1 0 0 0 0,0 1 1 0 0,2 3 5 0 0,0 0 0 0 0,0 1 0 0 0,-1-1 0 0 0,0 1 0 0 0,0-1 1 0 0,2 9-1 0 0,-1 6 17 0 0,0 0 1 0 0,-1 0-1 0 0,-1-1 1 0 0,-3 31-1 0 0,2-43-12 0 0,-1 0 0 0 0,0 0 0 0 0,-1 0 1 0 0,0-1-1 0 0,0 1 0 0 0,0-1 0 0 0,-1 1 0 0 0,0-1 0 0 0,0 0 0 0 0,0 0 1 0 0,-1 0-1 0 0,0 0 0 0 0,0-1 0 0 0,-1 0 0 0 0,1 1 0 0 0,-10 6 0 0 0,12-10-1 0 0,0 0-1 0 0,0-1 0 0 0,0 0 0 0 0,0 1 0 0 0,0-1 1 0 0,0 0-1 0 0,0 0 0 0 0,0 0 0 0 0,0-1 0 0 0,-1 1 1 0 0,1 0-1 0 0,0-1 0 0 0,-1 0 0 0 0,-3 1 0 0 0,5-1-7 0 0,-1-1 1 0 0,1 1-1 0 0,0-1 0 0 0,0 1 0 0 0,0-1 0 0 0,0 1 0 0 0,0-1 0 0 0,0 0 0 0 0,0 1 1 0 0,0-1-1 0 0,0 0 0 0 0,1 0 0 0 0,-1 0 0 0 0,0 0 0 0 0,0 0 0 0 0,1 0 1 0 0,-1 0-1 0 0,0 0 0 0 0,1 0 0 0 0,-1 0 0 0 0,1 0 0 0 0,-1 0 0 0 0,1 0 0 0 0,0 0 1 0 0,0 0-1 0 0,-1-1 0 0 0,1 1 0 0 0,0 0 0 0 0,0 0 0 0 0,0-2 0 0 0,0-3-7 0 0,0 1-1 0 0,0 0 0 0 0,1-1 1 0 0,-1 1-1 0 0,1 0 0 0 0,1-1 1 0 0,-1 1-1 0 0,1 0 0 0 0,-1 0 1 0 0,4-6-1 0 0,28-46-93 0 0,-30 52 92 0 0,9-12-24 0 0,1 0 1 0 0,1 0 0 0 0,0 2-1 0 0,1 0 1 0 0,1 0-1 0 0,0 2 1 0 0,27-19 0 0 0,-30 24 16 0 0,1 0 0 0 0,0 0 0 0 0,0 1 0 0 0,0 1 0 0 0,1 1-1 0 0,-1 0 1 0 0,2 1 0 0 0,-1 0 0 0 0,0 1 0 0 0,31-2 0 0 0,-40 5 14 0 0,1 1 1 0 0,0-1-1 0 0,-1 1 0 0 0,1 0 0 0 0,-1 1 0 0 0,1 0 0 0 0,-1 0 0 0 0,0 0 0 0 0,1 0 1 0 0,-1 1-1 0 0,0 0 0 0 0,-1 1 0 0 0,1-1 0 0 0,0 1 0 0 0,5 5 0 0 0,-8-5 7 0 0,0-1 1 0 0,0 1-1 0 0,0-1 0 0 0,0 1 0 0 0,0 0 0 0 0,-1 0 0 0 0,0 0 1 0 0,0 0-1 0 0,0 1 0 0 0,-1-1 0 0 0,1 0 0 0 0,-1 1 0 0 0,0-1 1 0 0,0 1-1 0 0,0 0 0 0 0,-1-1 0 0 0,0 1 0 0 0,0 0 0 0 0,0-1 1 0 0,0 1-1 0 0,-1-1 0 0 0,-1 8 0 0 0,-3 7 53 0 0,-2 0 1 0 0,-14 31-1 0 0,13-34-431 0 0,1 1-1 0 0,1 0 1 0 0,-6 21-1 0 0,12-36 256 0 0,0 0-1 0 0,0 0 0 0 0,0 0 0 0 0,0 1 1 0 0,0-1-1 0 0,0 0 0 0 0,1 0 1 0 0,-1 0-1 0 0,1 0 0 0 0,-1 0 1 0 0,1 0-1 0 0,0 0 0 0 0,0 0 1 0 0,0 0-1 0 0,0-1 0 0 0,0 1 0 0 0,0 0 1 0 0,0 0-1 0 0,1-1 0 0 0,-1 1 1 0 0,0-1-1 0 0,1 1 0 0 0,0-1 1 0 0,-1 0-1 0 0,1 0 0 0 0,0 1 0 0 0,-1-1 1 0 0,1 0-1 0 0,0-1 0 0 0,0 1 1 0 0,0 0-1 0 0,4 1 0 0 0,5 1-486 0 0,0 0 0 0 0,-1 0 0 0 0,2-1 0 0 0,17 1 0 0 0,-13-4-136 0 0,0 0 0 0 0,0 0 0 0 0,0-2 0 0 0,0 0 0 0 0,0-1 0 0 0,-1 0 0 0 0,29-13 0 0 0,-9 1-1237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0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265 705 4468 0 0,'32'-30'1772'0'0,"30"-37"0"0"0,-52 55-1165 0 0,0-1 0 0 0,-1-1 0 0 0,0 0 1 0 0,-1 0-1 0 0,-1-1 0 0 0,8-19 0 0 0,-11 8 306 0 0,-4 25-871 0 0,0 0 0 0 0,0 0 0 0 0,1 0 0 0 0,-1 0 0 0 0,0 0 0 0 0,0 0 0 0 0,-1 0 0 0 0,1-1 0 0 0,0 1 0 0 0,0 0 0 0 0,0 0 0 0 0,-1 0 0 0 0,1 0 0 0 0,-1 0 0 0 0,1 0 0 0 0,-1 0 0 0 0,1 0 0 0 0,-1 0 0 0 0,1 1 0 0 0,-1-1 0 0 0,0 0 0 0 0,1 0 0 0 0,-3-1 0 0 0,-2 1 21 0 0,0 0 0 0 0,0 0 1 0 0,0 0-1 0 0,0 0 0 0 0,0 1 0 0 0,-1 0 0 0 0,1 0 0 0 0,0 0 0 0 0,0 1 0 0 0,0 0 0 0 0,0 0 0 0 0,-1 0 0 0 0,1 1 0 0 0,1-1 1 0 0,-1 1-1 0 0,-8 5 0 0 0,-11 5 290 0 0,-43 30 1 0 0,63-40-311 0 0,-39 28 415 0 0,-43 37 1 0 0,74-57-393 0 0,2 0 0 0 0,-1 1-1 0 0,1 0 1 0 0,1 1 0 0 0,0 0 0 0 0,1 0 0 0 0,0 1 0 0 0,-11 25 0 0 0,18-36-60 0 0,0 0 0 0 0,0 0 0 0 0,0 1 0 0 0,0-1 0 0 0,1 0 1 0 0,-1 0-1 0 0,1 1 0 0 0,-1-1 0 0 0,1 1 0 0 0,0-1 0 0 0,0 0 0 0 0,0 1 1 0 0,0-1-1 0 0,0 0 0 0 0,1 1 0 0 0,-1-1 0 0 0,1 0 0 0 0,0 1 1 0 0,-1-1-1 0 0,1 0 0 0 0,0 0 0 0 0,0 0 0 0 0,1 1 0 0 0,-1-1 0 0 0,0-1 1 0 0,1 1-1 0 0,-1 0 0 0 0,1 0 0 0 0,-1 0 0 0 0,1-1 0 0 0,0 1 1 0 0,0-1-1 0 0,0 1 0 0 0,0-1 0 0 0,0 0 0 0 0,0 0 0 0 0,0 0 0 0 0,0 0 1 0 0,0 0-1 0 0,1 0 0 0 0,-1 0 0 0 0,4 0 0 0 0,4 1 6 0 0,0 0-1 0 0,0-1 1 0 0,0 0-1 0 0,0-1 1 0 0,1 0-1 0 0,-1 0 1 0 0,0-1-1 0 0,16-4 1 0 0,-6 0-10 0 0,-1-1 1 0 0,0 0-1 0 0,-1-2 1 0 0,1 0-1 0 0,-1-1 0 0 0,-1-1 1 0 0,31-24-1 0 0,-25 16-14 0 0,-1-2 0 0 0,-1-1-1 0 0,-1-1 1 0 0,31-43 0 0 0,-16 10-32 0 0,-2-2 0 0 0,-3-2 1 0 0,-2-1-1 0 0,21-70 1 0 0,-38 102 25 0 0,-2 0 0 0 0,-1 0 0 0 0,-1-1 0 0 0,-1 0 0 0 0,1-39 0 0 0,-7 68 18 0 0,0-1-1 0 0,0 1 1 0 0,0-1-1 0 0,0 1 1 0 0,0-1-1 0 0,0 1 1 0 0,0-1-1 0 0,0 1 1 0 0,-1-1-1 0 0,1 1 1 0 0,0-1-1 0 0,0 1 1 0 0,-1-1-1 0 0,1 1 1 0 0,0 0-1 0 0,0-1 1 0 0,-1 1-1 0 0,1-1 1 0 0,-1 1-1 0 0,1 0 0 0 0,0-1 1 0 0,-1 1-1 0 0,1 0 1 0 0,-1 0-1 0 0,1-1 1 0 0,-1 1-1 0 0,1 0 1 0 0,-1 0-1 0 0,1 0 1 0 0,-1-1-1 0 0,1 1 1 0 0,-1 0-1 0 0,1 0 1 0 0,-1 0-1 0 0,1 0 1 0 0,-1 0-1 0 0,1 0 1 0 0,-1 0-1 0 0,1 0 1 0 0,-1 0-1 0 0,0 1 1 0 0,-21 6 9 0 0,10 2 29 0 0,0 0-1 0 0,1 1 0 0 0,1 1 0 0 0,-1-1 1 0 0,-14 22-1 0 0,-40 68 526 0 0,58-88-485 0 0,-17 29 190 0 0,2 0-1 0 0,-19 55 1 0 0,32-73-201 0 0,1 0 0 0 0,2 1 0 0 0,0 0 0 0 0,2 0 1 0 0,0 0-1 0 0,1 27 0 0 0,3-44-53 0 0,0 1 0 0 0,1 0 0 0 0,0-1 1 0 0,0 1-1 0 0,1-1 0 0 0,-1 1 0 0 0,2-1 0 0 0,-1 0 1 0 0,1 0-1 0 0,0 0 0 0 0,1 0 0 0 0,6 10 0 0 0,-4-10-3 0 0,0 0-1 0 0,0 0 0 0 0,1-1 0 0 0,-1 0 0 0 0,1 0 0 0 0,1-1 0 0 0,-1 0 0 0 0,1 0 1 0 0,0-1-1 0 0,11 5 0 0 0,-3-3-39 0 0,0 0-1 0 0,1-1 1 0 0,0 0 0 0 0,0-2 0 0 0,0 0 0 0 0,0-1 0 0 0,1 0-1 0 0,-1-2 1 0 0,0 0 0 0 0,1-1 0 0 0,-1 0 0 0 0,0-2-1 0 0,0 0 1 0 0,0-1 0 0 0,0 0 0 0 0,0-2 0 0 0,-1 0-1 0 0,0 0 1 0 0,0-2 0 0 0,-1 0 0 0 0,0-1 0 0 0,0 0-1 0 0,-1-1 1 0 0,0-1 0 0 0,-1 0 0 0 0,13-15 0 0 0,-6 5-30 0 0,0-1 0 0 0,-1 0 0 0 0,-1-2 0 0 0,-2 0-1 0 0,0-1 1 0 0,20-45 0 0 0,-35 70 58 0 0,-1-1 0 0 0,0 1 0 0 0,0-1 0 0 0,0 1 0 0 0,1 0 0 0 0,-1-1-1 0 0,0 1 1 0 0,0-1 0 0 0,0 1 0 0 0,0-1 0 0 0,0 1 0 0 0,0-1 0 0 0,0 1-1 0 0,0-1 1 0 0,0 1 0 0 0,0 0 0 0 0,0-1 0 0 0,0 1 0 0 0,0-1 0 0 0,0 1 0 0 0,0-1-1 0 0,0 1 1 0 0,0-1 0 0 0,-1 1 0 0 0,1-1 0 0 0,0 1 0 0 0,0 0 0 0 0,-1-1-1 0 0,1 1 1 0 0,0 0 0 0 0,-1-1 0 0 0,1 1 0 0 0,0 0 0 0 0,-1-1 0 0 0,1 1-1 0 0,0 0 1 0 0,-1-1 0 0 0,1 1 0 0 0,0 0 0 0 0,-1 0 0 0 0,1 0 0 0 0,-1-1 0 0 0,1 1-1 0 0,-1 0 1 0 0,0 0 0 0 0,0 0 0 0 0,-1-1-1 0 0,1 1 1 0 0,-1 0 0 0 0,0 0 0 0 0,1 0-1 0 0,-1 1 1 0 0,1-1 0 0 0,-1 0-1 0 0,1 0 1 0 0,-3 2 0 0 0,-6 3 3 0 0,0 0 1 0 0,1 1-1 0 0,0 0 1 0 0,0 0-1 0 0,1 1 0 0 0,0 1 1 0 0,-11 12-1 0 0,-45 62 79 0 0,58-73-59 0 0,0 1 0 0 0,0-1-1 0 0,1 1 1 0 0,0 0 0 0 0,1 0-1 0 0,0 1 1 0 0,0-1 0 0 0,-2 14-1 0 0,6-21-13 0 0,-1 0-1 0 0,1 1 0 0 0,0-1 0 0 0,0 1 0 0 0,0-1 0 0 0,0 1 1 0 0,0-1-1 0 0,1 1 0 0 0,0-1 0 0 0,0 0 0 0 0,0 1 0 0 0,0-1 1 0 0,0 0-1 0 0,1 0 0 0 0,-1 0 0 0 0,1 0 0 0 0,0 0 0 0 0,0 0 1 0 0,0 0-1 0 0,0 0 0 0 0,0-1 0 0 0,1 1 0 0 0,-1-1 0 0 0,1 0 1 0 0,0 1-1 0 0,-1-1 0 0 0,1-1 0 0 0,0 1 0 0 0,5 2 0 0 0,-1-1-2 0 0,0-1 0 0 0,0 1-1 0 0,0-1 1 0 0,1-1-1 0 0,-1 0 1 0 0,0 0 0 0 0,1 0-1 0 0,-1-1 1 0 0,1 0-1 0 0,-1 0 1 0 0,1-1 0 0 0,-1 0-1 0 0,1 0 1 0 0,-1-1 0 0 0,13-4-1 0 0,8-5-10 0 0,-1 0 0 0 0,41-25 1 0 0,-58 31 5 0 0,83-52-29 0 0,-63 37 2 0 0,0 1 1 0 0,1 2 0 0 0,1 1-1 0 0,57-20 1 0 0,-85 35 21 0 0,0 0 1 0 0,0 0 0 0 0,0 0 0 0 0,1 1-1 0 0,-1 0 1 0 0,0 0 0 0 0,0 0 0 0 0,1 1-1 0 0,-1-1 1 0 0,0 1 0 0 0,0 0-1 0 0,0 0 1 0 0,0 0 0 0 0,0 1 0 0 0,0 0-1 0 0,0-1 1 0 0,0 1 0 0 0,-1 0-1 0 0,1 1 1 0 0,-1-1 0 0 0,1 1 0 0 0,4 5-1 0 0,-3-3 11 0 0,0 1-1 0 0,0 0 0 0 0,0 0 1 0 0,-1 0-1 0 0,0 1 0 0 0,-1-1 1 0 0,0 1-1 0 0,0 0 0 0 0,0 0 0 0 0,0 0 1 0 0,-1 0-1 0 0,1 10 0 0 0,-2-9 4 0 0,0 1-1 0 0,0 0 1 0 0,-1-1 0 0 0,0 1-1 0 0,-1 0 1 0 0,0-1-1 0 0,0 1 1 0 0,-1 0-1 0 0,-5 15 1 0 0,4-18 4 0 0,1 0 1 0 0,-1 0-1 0 0,0-1 1 0 0,0 1 0 0 0,-1-1-1 0 0,1 0 1 0 0,-1 0-1 0 0,0 0 1 0 0,-1 0-1 0 0,1-1 1 0 0,-1 0 0 0 0,0 0-1 0 0,-10 7 1 0 0,13-10 9 0 0,1-1-20 0 0,-18-3 16 0 0,19 3-22 0 0,-1-1-1 0 0,1 1 1 0 0,0-1-1 0 0,-1 0 1 0 0,1 1-1 0 0,0-1 1 0 0,-1 1-1 0 0,1-1 1 0 0,0 0-1 0 0,0 1 0 0 0,0-1 1 0 0,-1 0-1 0 0,1 1 1 0 0,0-1-1 0 0,0 0 1 0 0,0 1-1 0 0,0-1 1 0 0,0 0-1 0 0,0 1 1 0 0,1-1-1 0 0,-1 1 0 0 0,0-1 1 0 0,0 0-1 0 0,0 1 1 0 0,0-1-1 0 0,1-1 1 0 0,4-10-95 0 0,0 0 1 0 0,1 1-1 0 0,0-1 1 0 0,0 1 0 0 0,1 0-1 0 0,1 1 1 0 0,13-15-1 0 0,-3 2-33 0 0,-1 2 8 0 0,1 1 0 0 0,0 1 1 0 0,42-33-1 0 0,-44 40 85 0 0,-1 2 1 0 0,1-1 0 0 0,1 2-1 0 0,0 1 1 0 0,0 0 0 0 0,25-8-1 0 0,-35 14 30 0 0,0 0 1 0 0,0 1-1 0 0,0 0 0 0 0,0 0 0 0 0,0 0 0 0 0,0 1 0 0 0,0 0 1 0 0,0 1-1 0 0,0-1 0 0 0,0 1 0 0 0,0 1 0 0 0,7 1 0 0 0,-10-1 10 0 0,0-1-1 0 0,-1 1 1 0 0,1 0-1 0 0,-1 0 0 0 0,1 0 1 0 0,-1 1-1 0 0,0-1 1 0 0,0 1-1 0 0,0 0 1 0 0,0-1-1 0 0,-1 1 0 0 0,1 0 1 0 0,-1 1-1 0 0,0-1 1 0 0,0 0-1 0 0,0 1 0 0 0,0-1 1 0 0,0 1-1 0 0,-1 0 1 0 0,0 0-1 0 0,0-1 1 0 0,1 7-1 0 0,0 4 57 0 0,-1 1 1 0 0,-1 0-1 0 0,0 0 0 0 0,-1 0 1 0 0,0 0-1 0 0,-8 28 0 0 0,4-14 32 0 0,5-26-85 0 0,-1-1 0 0 0,1 1-1 0 0,1 0 1 0 0,-1-1 0 0 0,0 1 0 0 0,0-1 0 0 0,1 0 0 0 0,0 1 0 0 0,-1-1-1 0 0,1 1 1 0 0,0-1 0 0 0,0 0 0 0 0,0 1 0 0 0,1-1 0 0 0,-1 0-1 0 0,0 0 1 0 0,1 0 0 0 0,-1 0 0 0 0,1 0 0 0 0,0 0 0 0 0,0-1-1 0 0,0 1 1 0 0,0 0 0 0 0,0-1 0 0 0,0 0 0 0 0,0 1 0 0 0,0-1-1 0 0,1 0 1 0 0,-1 0 0 0 0,4 1 0 0 0,4 2 6 0 0,0-1 1 0 0,0 0 0 0 0,0-1-1 0 0,0 0 1 0 0,20 1-1 0 0,-16-3-25 0 0,0-1 1 0 0,0 0-1 0 0,-1-1 0 0 0,1-1 0 0 0,-1 0 0 0 0,1-1 0 0 0,-1 0 0 0 0,0-1 0 0 0,0-1 0 0 0,-1 0 0 0 0,0-1 1 0 0,0 0-1 0 0,0 0 0 0 0,19-18 0 0 0,3-5-91 0 0,-2-2 1 0 0,-1-1-1 0 0,31-45 1 0 0,-20 21-21 0 0,55-102 1 0 0,18-72 891 0 0,-113 227-736 0 0,7-19 118 0 0,-9 22-144 0 0,1 0 0 0 0,-1 0 0 0 0,0 0-1 0 0,0 1 1 0 0,0-1 0 0 0,0 0 0 0 0,0 0 0 0 0,0 0-1 0 0,0 1 1 0 0,0-1 0 0 0,0 0 0 0 0,-1 0 0 0 0,1 0-1 0 0,0 1 1 0 0,0-1 0 0 0,-1 0 0 0 0,1 0-1 0 0,0 1 1 0 0,-1-1 0 0 0,1 0 0 0 0,-1 1 0 0 0,0-2-1 0 0,0 1 20 0 0,-16 11 46 0 0,6 1 48 0 0,0-1-1 0 0,0 1 1 0 0,1 1-1 0 0,1 0 1 0 0,-1 0-1 0 0,2 1 1 0 0,-12 22-1 0 0,4-8 85 0 0,-96 180 895 0 0,99-177-1014 0 0,1-1 0 0 0,2 1 0 0 0,1 1 1 0 0,1-1-1 0 0,-5 46 0 0 0,13-71-79 0 0,-1 1-1 0 0,1-1 1 0 0,0 0 0 0 0,1 0-1 0 0,-1 0 1 0 0,1 0 0 0 0,0 0-1 0 0,0 0 1 0 0,1 0 0 0 0,0 0-1 0 0,-1-1 1 0 0,2 1 0 0 0,-1 0 0 0 0,0-1-1 0 0,1 0 1 0 0,0 1 0 0 0,0-1-1 0 0,0 0 1 0 0,0 0 0 0 0,7 5-1 0 0,-4-5-243 0 0,0 1-1 0 0,0-1 0 0 0,1 0 1 0 0,-1-1-1 0 0,1 0 0 0 0,0 0 1 0 0,0 0-1 0 0,0-1 1 0 0,1 0-1 0 0,-1 0 0 0 0,0-1 1 0 0,1 0-1 0 0,10 1 0 0 0,-7-2-970 0 0,1-1-1 0 0,-1 0 0 0 0,0 0 1 0 0,0-1-1 0 0,0-1 1 0 0,0 1-1 0 0,16-8 0 0 0,1-2-4669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0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65 2340 0 0,'-159'-51'15060'0'0,"149"45"-13707"0"0,18 2-1034 0 0,21 1-161 0 0,272 23-2533 0 0,-102 10-7836 0 0,-169-25 5971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320 481 348 0 0,'11'-18'13244'0'0,"-6"8"-10595"0"0,-6 9-2550 0 0,1 0 0 0 0,0 1 0 0 0,0-1 1 0 0,0 0-1 0 0,-1 0 0 0 0,1 0 0 0 0,0 0 0 0 0,-1 0 1 0 0,1 0-1 0 0,-1 0 0 0 0,1 0 0 0 0,-1 1 0 0 0,0-1 1 0 0,1 0-1 0 0,-1 0 0 0 0,0 1 0 0 0,1-1 0 0 0,-1 0 1 0 0,0 1-1 0 0,0-1 0 0 0,1 1 0 0 0,-1-1 0 0 0,0 1 0 0 0,0-1 1 0 0,0 1-1 0 0,0 0 0 0 0,0 0 0 0 0,0-1 0 0 0,0 1 1 0 0,0 0-1 0 0,0 0 0 0 0,0 0 0 0 0,0 0 0 0 0,0 0 1 0 0,-1 0-1 0 0,-9 2 24 0 0,1 0 0 0 0,-1 1 0 0 0,1 0 0 0 0,0 1 0 0 0,0 0 0 0 0,0 0 0 0 0,-15 10 0 0 0,-63 48 105 0 0,76-53-212 0 0,-1 2 0 0 0,2 0 0 0 0,-1 0 0 0 0,2 1 0 0 0,0 0 0 0 0,0 1 0 0 0,1 0 0 0 0,0 0 1 0 0,-12 29-1 0 0,19-39-32 0 0,1 1 0 0 0,0-1 0 0 0,0 1 0 0 0,0 0 0 0 0,0 0 0 0 0,1-1 0 0 0,-1 1 0 0 0,1 0 0 0 0,0 0 0 0 0,0 0 0 0 0,1-1 0 0 0,-1 1 0 0 0,1 0 0 0 0,0 0 0 0 0,0-1 0 0 0,0 1 0 0 0,0 0 0 0 0,0-1 0 0 0,1 1 0 0 0,0-1 0 0 0,0 0 0 0 0,0 0 0 0 0,0 1 0 0 0,0-1 0 0 0,1 0 0 0 0,-1-1 0 0 0,1 1 0 0 0,0 0 0 0 0,0-1 0 0 0,0 0 0 0 0,0 1 0 0 0,0-1 0 0 0,0 0 0 0 0,6 2 0 0 0,3 1-222 0 0,0 0 1 0 0,0-1 0 0 0,1 0 0 0 0,-1-1 0 0 0,1-1-1 0 0,-1 0 1 0 0,1 0 0 0 0,0-1 0 0 0,13-1-1 0 0,-1-2-147 0 0,0-1-1 0 0,-1-1 0 0 0,0-2 0 0 0,0 0 0 0 0,0-1 0 0 0,-1-1 1 0 0,30-16-1 0 0,148-92-437 0 0,-173 98 867 0 0,-12 8 322 0 0,-1 0 1 0 0,26-23 684 0 0,-46 34-882 0 0,0-1 0 0 0,0 1-1 0 0,0 1 1 0 0,0-1 0 0 0,0 1-1 0 0,1 0 1 0 0,-1 0 0 0 0,1 0-1 0 0,-1 1 1 0 0,1 0 0 0 0,0-1-1 0 0,0 2 1 0 0,-4 3 0 0 0,-1 0 22 0 0,1 1 1 0 0,0 1-1 0 0,0 0 0 0 0,-10 15 1 0 0,17-22-159 0 0,-1 0 0 0 0,1-1 1 0 0,0 1-1 0 0,0 0 0 0 0,0 0 0 0 0,0 0 1 0 0,0 0-1 0 0,0 1 0 0 0,1-1 0 0 0,-1 0 1 0 0,1 0-1 0 0,-1 0 0 0 0,1 1 0 0 0,0-1 1 0 0,0 0-1 0 0,0 0 0 0 0,0 0 0 0 0,0 1 1 0 0,0-1-1 0 0,1 0 0 0 0,-1 0 0 0 0,1 0 1 0 0,0 1-1 0 0,-1-1 0 0 0,1 0 0 0 0,0 0 1 0 0,0 0-1 0 0,1 0 0 0 0,-1 0 0 0 0,0-1 1 0 0,0 1-1 0 0,1 0 0 0 0,-1-1 0 0 0,1 1 0 0 0,0-1 1 0 0,-1 1-1 0 0,1-1 0 0 0,0 0 0 0 0,4 3 1 0 0,1-1 28 0 0,0 1 1 0 0,1-1 0 0 0,0 0-1 0 0,0 0 1 0 0,0-1-1 0 0,0 0 1 0 0,0 0 0 0 0,0-1-1 0 0,16 0 1 0 0,-5-2-29 0 0,-1 0-1 0 0,1-2 1 0 0,0 0 0 0 0,-1-1 0 0 0,0-1-1 0 0,0-1 1 0 0,0 0 0 0 0,-1-2-1 0 0,0 0 1 0 0,0 0 0 0 0,16-12 0 0 0,-14 7-16 0 0,-1-1 1 0 0,0 0 0 0 0,-1-1-1 0 0,0-1 1 0 0,-2-1 0 0 0,0 0-1 0 0,0-1 1 0 0,20-35 0 0 0,-32 48-25 0 0,0 0 0 0 0,-1 0 1 0 0,1 0-1 0 0,-1-1 0 0 0,0 1 0 0 0,-1-1 1 0 0,1 1-1 0 0,-1-1 0 0 0,-1 1 0 0 0,1-1 1 0 0,-1 0-1 0 0,0-9 0 0 0,0 12 3 0 0,-1 1 0 0 0,1 0 0 0 0,-1-1-1 0 0,0 1 1 0 0,0 0 0 0 0,0-1 0 0 0,0 1 0 0 0,-1 0-1 0 0,1 0 1 0 0,-1 0 0 0 0,1 0 0 0 0,-1 0-1 0 0,1 0 1 0 0,-1 1 0 0 0,0-1 0 0 0,0 1 0 0 0,0-1-1 0 0,0 1 1 0 0,0-1 0 0 0,0 1 0 0 0,-1 0-1 0 0,1 0 1 0 0,0 0 0 0 0,0 0 0 0 0,-1 1 0 0 0,1-1-1 0 0,-1 0 1 0 0,1 1 0 0 0,-1 0 0 0 0,1 0 0 0 0,-3 0-1 0 0,-12-1-5 0 0,1 1-1 0 0,0 1 0 0 0,0 1 0 0 0,0 0 0 0 0,0 1 0 0 0,0 1 1 0 0,1 0-1 0 0,0 1 0 0 0,-1 1 0 0 0,2 0 0 0 0,-1 2 0 0 0,1-1 1 0 0,0 1-1 0 0,-15 13 0 0 0,27-20 10 0 0,-1 1 0 0 0,1-1 0 0 0,0 1-1 0 0,0 0 1 0 0,1 0 0 0 0,-1 0 0 0 0,0 0 0 0 0,1 0 0 0 0,-1 0-1 0 0,1 0 1 0 0,-1 0 0 0 0,1 1 0 0 0,0-1 0 0 0,0 0 0 0 0,0 1 0 0 0,0-1-1 0 0,1 1 1 0 0,-1 0 0 0 0,1-1 0 0 0,-1 1 0 0 0,1-1 0 0 0,0 1-1 0 0,0 0 1 0 0,0-1 0 0 0,0 1 0 0 0,1-1 0 0 0,0 5 0 0 0,1-4 3 0 0,-1 1 0 0 0,1-1 0 0 0,0 0 0 0 0,0 0 0 0 0,0 0 0 0 0,0 0 0 0 0,1 0 0 0 0,-1-1 0 0 0,1 1-1 0 0,0-1 1 0 0,0 0 0 0 0,0 1 0 0 0,0-1 0 0 0,0-1 0 0 0,0 1 0 0 0,0 0 0 0 0,1-1 0 0 0,-1 1 0 0 0,5 0 0 0 0,3 1 1 0 0,-1 0-1 0 0,0-1 0 0 0,1-1 0 0 0,0 0 0 0 0,-1 0 1 0 0,1-1-1 0 0,0 0 0 0 0,-1-1 0 0 0,19-3 1 0 0,-14 0-24 0 0,1 0 0 0 0,0-1 1 0 0,-1-1-1 0 0,0-1 1 0 0,24-13-1 0 0,-5-4-68 0 0,-1 0 0 0 0,0-2 0 0 0,-2-1 1 0 0,31-36-1 0 0,187-242 224 0 0,-197 233 63 0 0,-51 71-222 0 0,-13 17-5 0 0,-258 486 2340 0 0,259-477-2348 0 0,-4 6-494 0 0,1 0 0 0 0,2 1 0 0 0,-12 47 0 0 0,25-52-1582 0 0,4-14-856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3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30 264 1512 0 0,'5'-13'5362'0'0,"-5"13"-5307"0"0,0 0-1 0 0,0 0 1 0 0,0-1-1 0 0,0 1 1 0 0,0 0 0 0 0,0 0-1 0 0,0 0 1 0 0,0-1-1 0 0,0 1 1 0 0,0 0 0 0 0,0 0-1 0 0,0 0 1 0 0,0-1-1 0 0,1 1 1 0 0,-1 0 0 0 0,0 0-1 0 0,0 0 1 0 0,0 0-1 0 0,0-1 1 0 0,0 1 0 0 0,1 0-1 0 0,-1 0 1 0 0,0 0 0 0 0,0 0-1 0 0,0 0 1 0 0,1 0-1 0 0,-1-1 1 0 0,0 1 0 0 0,0 0-1 0 0,0 0 1 0 0,1 0-1 0 0,-1 0 1 0 0,0 0 0 0 0,0 0-1 0 0,0 0 1 0 0,1 0-1 0 0,-1 0 1 0 0,0 0 0 0 0,0 0-1 0 0,1 0 1 0 0,-1 0-1 0 0,0 0 1 0 0,0 0 0 0 0,0 0-1 0 0,1 0 1 0 0,-1 1 0 0 0,0-1-1 0 0,0 0 1 0 0,2 14 864 0 0,-6 23-328 0 0,-11 44 626 0 0,-6 41-114 0 0,19-106-976 0 0,1 1-1 0 0,0 0 1 0 0,2 0 0 0 0,0 0-1 0 0,4 19 1 0 0,-4-31-55 0 0,0 1 0 0 0,1-1 0 0 0,0 0 0 0 0,0 0 0 0 0,0 0 1 0 0,0 0-1 0 0,1-1 0 0 0,0 1 0 0 0,-1-1 0 0 0,2 1 0 0 0,-1-1 0 0 0,1 0 0 0 0,-1 0 0 0 0,1-1 1 0 0,0 1-1 0 0,0-1 0 0 0,6 4 0 0 0,-2-3 24 0 0,0 0-1 0 0,0 0 1 0 0,1-1 0 0 0,-1 0 0 0 0,1-1-1 0 0,0 1 1 0 0,0-2 0 0 0,0 1 0 0 0,12-1 0 0 0,0 0-2 0 0,0-1 1 0 0,-1-1-1 0 0,1-1 1 0 0,-1-1 0 0 0,0-1-1 0 0,1-1 1 0 0,-2-1 0 0 0,1 0-1 0 0,-1-1 1 0 0,0-1 0 0 0,0-1-1 0 0,-1-1 1 0 0,0-1 0 0 0,17-13-1 0 0,-23 15-73 0 0,-1 0-1 0 0,0-1 1 0 0,0-1-1 0 0,-1 0 0 0 0,-1 0 1 0 0,0 0-1 0 0,0-2 0 0 0,-1 1 1 0 0,-1-1-1 0 0,0 0 0 0 0,-1 0 1 0 0,0-1-1 0 0,-1 1 0 0 0,-1-2 1 0 0,0 1-1 0 0,-1 0 1 0 0,0-1-1 0 0,-1 1 0 0 0,-1-1 1 0 0,0-20-1 0 0,-1 30-14 0 0,0 0 1 0 0,-1 0-1 0 0,0-1 1 0 0,0 1-1 0 0,0 0 1 0 0,0 0-1 0 0,-1 1 0 0 0,0-1 1 0 0,0 0-1 0 0,0 0 1 0 0,0 1-1 0 0,-1-1 1 0 0,0 1-1 0 0,0 0 0 0 0,0 0 1 0 0,-4-4-1 0 0,4 5-3 0 0,-1 1 0 0 0,0-1 0 0 0,1 1 0 0 0,-1 0 0 0 0,0 0 0 0 0,0 0 0 0 0,0 0 0 0 0,0 1 0 0 0,-1-1 0 0 0,1 1 0 0 0,0 0 0 0 0,0 1 0 0 0,-1-1 0 0 0,1 1 0 0 0,-1 0 0 0 0,1 0-1 0 0,0 0 1 0 0,-9 2 0 0 0,-4 1 5 0 0,1 1 0 0 0,0 1 0 0 0,1 0 0 0 0,-1 1 0 0 0,1 1-1 0 0,0 1 1 0 0,1 0 0 0 0,0 0 0 0 0,-16 14 0 0 0,11-7-1 0 0,1 1 0 0 0,0 0 1 0 0,1 1-1 0 0,1 1 0 0 0,-23 35 0 0 0,34-46-3 0 0,1 0 0 0 0,-1 1 0 0 0,2 0 0 0 0,-1-1 0 0 0,1 1 0 0 0,1 1 0 0 0,-1-1 0 0 0,2 0 0 0 0,-1 1 0 0 0,1-1 0 0 0,-1 10-1 0 0,2-14 1 0 0,1 0-1 0 0,-1 1 0 0 0,1-1 0 0 0,-1 0 0 0 0,1 0 0 0 0,0 1 0 0 0,1-1 0 0 0,-1 0 0 0 0,1 0 0 0 0,0 0 1 0 0,0-1-1 0 0,0 1 0 0 0,0 0 0 0 0,1-1 0 0 0,-1 1 0 0 0,1-1 0 0 0,0 0 0 0 0,0 0 0 0 0,0 0 0 0 0,0 0 0 0 0,1-1 1 0 0,-1 1-1 0 0,7 3 0 0 0,3 0-2 0 0,-1-1 0 0 0,1-1 0 0 0,0 1 0 0 0,0-2 1 0 0,1 0-1 0 0,-1 0 0 0 0,0-2 0 0 0,1 1 0 0 0,0-2 0 0 0,21-1 1 0 0,1-2-1 0 0,1-2 0 0 0,59-17 0 0 0,-69 14-63 0 0,-1-1 0 0 0,0-1-1 0 0,-1-1 1 0 0,0-1 0 0 0,0-2 0 0 0,-2 0-1 0 0,1-2 1 0 0,-2 0 0 0 0,0-2-1 0 0,23-24 1 0 0,-20 15-28 0 0,-1-1 1 0 0,-1-2-1 0 0,-1 0 0 0 0,-2-2 0 0 0,-1 0 0 0 0,-1-1 1 0 0,14-38-1 0 0,-19 40 27 0 0,-2 0 0 0 0,-1 0 0 0 0,9-49 1 0 0,-19 79 60 0 0,1 0 1 0 0,-1 0-1 0 0,0 0 0 0 0,1 0 1 0 0,-1 0-1 0 0,0 0 1 0 0,0 0-1 0 0,0 0 1 0 0,0 0-1 0 0,0 0 1 0 0,0 0-1 0 0,0-1 1 0 0,0 1-1 0 0,0 0 1 0 0,-1 0-1 0 0,1 0 1 0 0,-1-2-1 0 0,0 1-4 0 0,0 0-13 0 0,-1 3 19 0 0,-1 0 1 0 0,1 0-1 0 0,-1 1 1 0 0,1-1-1 0 0,-1 1 0 0 0,1 0 1 0 0,0 0-1 0 0,0-1 1 0 0,0 1-1 0 0,0 1 1 0 0,-3 3-1 0 0,-18 29 82 0 0,21-33-69 0 0,-32 60 664 0 0,-49 119 0 0 0,-8 74 542 0 0,84-234-1145 0 0,-101 354 1019 0 0,22 6-394 0 0,19-79-382 0 0,62-282-272 0 0,-26 99-23 0 0,25-101 97 0 0,0 0-1 0 0,-2-1 0 0 0,0 0 1 0 0,-13 22-1 0 0,20-37-93 0 0,-1 0-1 0 0,1 0 1 0 0,-1 0-1 0 0,0 0 0 0 0,0 0 1 0 0,0 0-1 0 0,0 0 1 0 0,0 0-1 0 0,0-1 1 0 0,0 1-1 0 0,0-1 1 0 0,-1 1-1 0 0,1-1 1 0 0,0 0-1 0 0,-1 0 1 0 0,1 0-1 0 0,-1 0 1 0 0,0-1-1 0 0,1 1 1 0 0,-4 0-1 0 0,2-2-3 0 0,0 1-1 0 0,0 0 1 0 0,0-1-1 0 0,0 0 1 0 0,0 0-1 0 0,0 0 1 0 0,0 0-1 0 0,0-1 0 0 0,1 1 1 0 0,-1-1-1 0 0,-6-4 1 0 0,-4-4 16 0 0,0-1 0 0 0,2 0 0 0 0,-1-1 0 0 0,1 0 0 0 0,-11-16-1 0 0,16 20-40 0 0,1-1-1 0 0,0 1 0 0 0,1-1 0 0 0,-1-1 0 0 0,2 1 0 0 0,-1-1 0 0 0,1 0 0 0 0,1 0 1 0 0,0 0-1 0 0,0 0 0 0 0,1-1 0 0 0,0 1 0 0 0,1-1 0 0 0,0 0 0 0 0,1 1 0 0 0,0-1 1 0 0,1 1-1 0 0,0-1 0 0 0,0 0 0 0 0,1 1 0 0 0,1 0 0 0 0,0-1 0 0 0,0 1 0 0 0,1 0 1 0 0,0 1-1 0 0,1-1 0 0 0,0 1 0 0 0,7-11 0 0 0,6-5 10 0 0,2 1 0 0 0,0 0-1 0 0,1 2 1 0 0,2 0 0 0 0,0 2 0 0 0,1 0-1 0 0,1 1 1 0 0,46-25 0 0 0,21-4-298 0 0,118-44-1 0 0,-205 90 270 0 0,291-99-6501 0 0,-164 60-1911 0 0,-95 28 3053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125 716 2120 0 0,'-14'17'2873'0'0,"-73"85"7485"0"0,63-71-7005 0 0,24-31-3339 0 0,0 0 1 0 0,0 0 0 0 0,1 0 0 0 0,-1 0 0 0 0,0 0 0 0 0,0 0-1 0 0,0 0 1 0 0,0 0 0 0 0,0 0 0 0 0,0 0 0 0 0,0 0 0 0 0,0 0-1 0 0,1 0 1 0 0,-1 0 0 0 0,0 0 0 0 0,0 0 0 0 0,0 0 0 0 0,0 0 0 0 0,0 0-1 0 0,0 0 1 0 0,0 0 0 0 0,0 0 0 0 0,0 0 0 0 0,1 0 0 0 0,-1 0-1 0 0,0 0 1 0 0,0 0 0 0 0,0 0 0 0 0,0 0 0 0 0,0 0 0 0 0,0 0-1 0 0,0 0 1 0 0,0 1 0 0 0,0-1 0 0 0,0 0 0 0 0,0 0 0 0 0,0 0-1 0 0,0 0 1 0 0,0 0 0 0 0,0 0 0 0 0,0 0 0 0 0,1 0 0 0 0,-1 0 0 0 0,0 1-1 0 0,0-1 1 0 0,0 0 0 0 0,0 0 0 0 0,0 0 0 0 0,0 0 0 0 0,0 0-1 0 0,0 0 1 0 0,0 0 0 0 0,-1 0 0 0 0,1 0 0 0 0,0 1 0 0 0,0-1-1 0 0,0 0 1 0 0,0 0 0 0 0,0 0 0 0 0,0 0 0 0 0,0 0 0 0 0,0 0-1 0 0,0 0 1 0 0,0 0 0 0 0,0 0 0 0 0,0 0 0 0 0,0 1 0 0 0,0-1 0 0 0,0 0-1 0 0,18-10 367 0 0,12-12-244 0 0,0-2-1 0 0,-2-1 1 0 0,35-38 0 0 0,66-93-38 0 0,57-104-93 0 0,-14 18 26 0 0,-162 229-33 0 0,-7 7 1 0 0,1 1 0 0 0,0-1 0 0 0,1 1 0 0 0,-1 0 0 0 0,1 0 0 0 0,0 0 0 0 0,1 1 0 0 0,9-8 0 0 0,-14 12 9 0 0,0 0-1 0 0,0-1 1 0 0,0 1 0 0 0,0 0 0 0 0,0 0 0 0 0,0-1-1 0 0,0 1 1 0 0,0 0 0 0 0,0 0 0 0 0,0 0-1 0 0,0 0 1 0 0,0 0 0 0 0,0 1 0 0 0,0-1-1 0 0,0 0 1 0 0,0 0 0 0 0,0 1 0 0 0,0-1 0 0 0,0 0-1 0 0,0 1 1 0 0,-1-1 0 0 0,1 1 0 0 0,0-1-1 0 0,0 1 1 0 0,0-1 0 0 0,-1 1 0 0 0,1 0-1 0 0,0-1 1 0 0,0 1 0 0 0,-1 0 0 0 0,1 0 0 0 0,-1 0-1 0 0,1-1 1 0 0,-1 1 0 0 0,1 0 0 0 0,-1 0-1 0 0,1 0 1 0 0,-1 0 0 0 0,0 0 0 0 0,1 1 0 0 0,1 4 103 0 0,0 0-1 0 0,0 0 1 0 0,-1 0 0 0 0,2 10 0 0 0,-2 7 209 0 0,0-1-1 0 0,-2 0 1 0 0,-5 41 0 0 0,-20 66 470 0 0,20-104-652 0 0,-77 295 845 0 0,43-175-677 0 0,30-98-40 0 0,9-45-209 0 0,3-3-59 0 0,-1 1 0 0 0,0-1 0 0 0,0 1-1 0 0,0-1 1 0 0,1 1 0 0 0,-1-1-1 0 0,0 0 1 0 0,0 0 0 0 0,0 1 0 0 0,0-1-1 0 0,0 0 1 0 0,0 0 0 0 0,0 0 0 0 0,-1 0-1 0 0,1 0 1 0 0,0 0 0 0 0,0 0-1 0 0,-1-1 1 0 0,1 1 0 0 0,0-1 0 0 0,11-26-272 0 0,-8 16 79 0 0,-1 0 1 0 0,1 0-1 0 0,-2-1 1 0 0,0 1-1 0 0,0-1 1 0 0,-1 1-1 0 0,-1-17 1 0 0,-1 21 111 0 0,0 0 0 0 0,0 0 1 0 0,-1 0-1 0 0,0 0 0 0 0,0 0 0 0 0,-1 1 0 0 0,0-1 0 0 0,-1 1 1 0 0,1-1-1 0 0,-1 1 0 0 0,-1 0 0 0 0,-6-8 0 0 0,-4-2 38 0 0,-1 1-1 0 0,0 1 0 0 0,-1 0 1 0 0,-1 1-1 0 0,0 1 1 0 0,-1 0-1 0 0,-1 2 0 0 0,0 0 1 0 0,0 1-1 0 0,-1 1 0 0 0,-34-9 1 0 0,24 9 278 0 0,-1 2-1 0 0,0 1 1 0 0,0 1 0 0 0,0 2 0 0 0,0 2 0 0 0,-1 0 0 0 0,-45 6 0 0 0,77-5-207 0 0,0 0 0 0 0,0 0 1 0 0,0 1-1 0 0,0-1 0 0 0,0 0 0 0 0,0 0 1 0 0,0 0-1 0 0,0 1 0 0 0,0-1 0 0 0,1 0 1 0 0,-1 1-1 0 0,0-1 0 0 0,0 1 0 0 0,0-1 1 0 0,1 1-1 0 0,-1-1 0 0 0,0 1 1 0 0,0-1-1 0 0,1 1 0 0 0,-1 0 0 0 0,0 0 1 0 0,1-1-1 0 0,-1 1 0 0 0,1 0 0 0 0,-1 0 1 0 0,1-1-1 0 0,-1 3 0 0 0,1-2-11 0 0,0 0-1 0 0,0-1 1 0 0,0 1-1 0 0,1 0 1 0 0,-1 0-1 0 0,0 0 1 0 0,1 0 0 0 0,-1 0-1 0 0,0 0 1 0 0,1-1-1 0 0,-1 1 1 0 0,1 0-1 0 0,-1 0 1 0 0,1-1-1 0 0,-1 1 1 0 0,1 0 0 0 0,0-1-1 0 0,-1 1 1 0 0,1 0-1 0 0,0-1 1 0 0,0 1-1 0 0,-1-1 1 0 0,1 1-1 0 0,0-1 1 0 0,0 0 0 0 0,0 1-1 0 0,0-1 1 0 0,13 5 38 0 0,0-1-1 0 0,0 0 1 0 0,0-1 0 0 0,0-1 0 0 0,17 1 0 0 0,7 2-63 0 0,236 19-4067 0 0,-90-22-6913 0 0,-126-4 2966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34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 4768 0 0,'16'2'14638'0'0,"-4"-4"-14170"0"0,-29 0-5761 0 0,-1 0 721 0 0,-7-3-3033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1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22 1992 0 0,'12'-22'14035'0'0,"-13"35"-12178"0"0,-1 11-1654 0 0,-7 142 481 0 0,0-32-612 0 0,6-68-812 0 0,-1 47-2393 0 0,5-92-997 0 0,5 33-1 0 0,-2-40-174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1792 0 0,'6'-13'6014'0'0,"2"-16"2746"0"0,-6 30-8641 0 0,0 1 0 0 0,0 0 0 0 0,0-1 1 0 0,-1 1-1 0 0,1 0 0 0 0,-1 0 0 0 0,1 0 1 0 0,-1 0-1 0 0,0 0 0 0 0,1 1 0 0 0,-1-1 1 0 0,1 3-1 0 0,13 39 498 0 0,-6-19-280 0 0,28 78 537 0 0,20 44-350 0 0,-32-95 1641 0 0,-20-54-1908 0 0,-5 2-248 0 0,1 0 0 0 0,0 0 0 0 0,-1 0 0 0 0,1 0 1 0 0,-1 0-1 0 0,1-1 0 0 0,-1 1 0 0 0,1 0 0 0 0,0 0 0 0 0,-1 0 0 0 0,1 0 1 0 0,-1-1-1 0 0,1 1 0 0 0,-1 0 0 0 0,1-1 0 0 0,-1 1 0 0 0,0 0 1 0 0,1-1-1 0 0,-1 1 0 0 0,1-1 0 0 0,-1 1 0 0 0,0 0 0 0 0,1-1 0 0 0,14-35 87 0 0,-2 1 0 0 0,-2-2-1 0 0,9-45 1 0 0,0-1-61 0 0,-19 79-37 0 0,33-141-99 0 0,-34 143 86 0 0,2-9-1 0 0,-2 11-64 0 0,0 0 0 0 0,0-1 1 0 0,0 1-1 0 0,0 0 0 0 0,0-1 0 0 0,1 1 0 0 0,-1-1 0 0 0,0 1 0 0 0,0 0 1 0 0,0-1-1 0 0,0 1 0 0 0,1 0 0 0 0,-1 0 0 0 0,0-1 0 0 0,0 1 0 0 0,0 0 0 0 0,1-1 1 0 0,-1 1-1 0 0,0 0 0 0 0,1 0 0 0 0,-1-1 0 0 0,0 1 0 0 0,0 0 0 0 0,1 0 1 0 0,-1 0-1 0 0,0 0 0 0 0,1-1 0 0 0,-1 1 0 0 0,1 0 0 0 0,-1 0 0 0 0,0 0 0 0 0,1 0 1 0 0,-1 0-1 0 0,1 0 0 0 0,23 14-7424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281 164 408 0 0,'-35'-54'9122'0'0,"-4"-8"-1071"0"0,11 23-4559 0 0,27 38-3350 0 0,-3-4 2 0 0,2 2-80 0 0,3 3 356 0 0,33 24-37 0 0,-1 0 0 0 0,-1 2 0 0 0,-1 2 1 0 0,-1 1-1 0 0,32 41 0 0 0,-23-21-4 0 0,-3 2 1 0 0,56 103-1 0 0,-69-105-179 0 0,-1 1 0 0 0,-3 1 0 0 0,-2 0 0 0 0,14 75-1 0 0,-19-59-58 0 0,-4 0-1 0 0,-2 0 0 0 0,-3 77 0 0 0,-7-91-105 0 0,-1 0 0 0 0,-3-1 0 0 0,-2 1-1 0 0,-3-2 1 0 0,-36 95 0 0 0,16-67 22 0 0,-5 0 0 0 0,-86 132 0 0 0,65-125-261 0 0,-97 109 1 0 0,75-110-2640 0 0,-6-5-3737 0 0,52-55-1185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3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4192 0 0,'58'-15'12187'0'0,"-24"9"-7777"0"0,-31 6-3698 0 0,14-4 774 0 0,-1 2-2188 0 0,-6 2-370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7 348 0 0,'0'0'3252'0'0,"16"-2"-1319"0"0,-4 1-1945 0 0,-1-3-2905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7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1 252 0 0,'0'0'1200'0'0,"-7"7"104"0"0,-2-2-1016 0 0,-1 0-1444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8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1 660 0 0,'0'0'5004'0'0,"-11"9"-829"0"0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4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1044 0 0,'0'0'2384'0'0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5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16 820 0 0,'-3'0'3781'0'0,"-5"1"-2776"0"0,-22 0 7357 0 0,21-1-6593 0 0,-4-2-853 0 0,17 0-907 0 0,0 0 1 0 0,1 0 0 0 0,-1 0-1 0 0,1 0 1 0 0,0 1 0 0 0,0-1-1 0 0,-1 1 1 0 0,1 1-1 0 0,0-1 1 0 0,0 1 0 0 0,0 0-1 0 0,0 0 1 0 0,0 0-1 0 0,0 0 1 0 0,-1 1 0 0 0,10 2-1 0 0,-5 0-11 0 0,0-1 0 0 0,-1 1 0 0 0,1 0-1 0 0,-1 1 1 0 0,0 0 0 0 0,0 0 0 0 0,-1 1-1 0 0,14 10 1 0 0,-15-10 5 0 0,-1 1-1 0 0,0-1 0 0 0,0 1 1 0 0,0 0-1 0 0,-1 0 0 0 0,0 1 1 0 0,0-1-1 0 0,-1 1 0 0 0,1 0 1 0 0,-1 0-1 0 0,-1 0 0 0 0,3 10 1 0 0,-3-5 5 0 0,0-1 0 0 0,-1 1 1 0 0,0 0-1 0 0,-1 0 1 0 0,0 0-1 0 0,-1 0 0 0 0,-3 14 1 0 0,-2 1 1 0 0,-1-1-1 0 0,-1-1 1 0 0,-2 1 0 0 0,0-1 0 0 0,-2-1 0 0 0,-17 28 0 0 0,4-14 463 0 0,-2-2 1 0 0,-2-1 0 0 0,-46 44-1 0 0,68-75-33 0 0,11-13-347 0 0,14-17-53 0 0,181-174 85 0 0,-6 7-180 0 0,-191 191 36 0 0,0 0-1 0 0,0-1 1 0 0,0 1 0 0 0,0-1 0 0 0,0 0-1 0 0,-1 1 1 0 0,1-1 0 0 0,-1 0 0 0 0,0 0-1 0 0,1 0 1 0 0,-1 0 0 0 0,0-4 0 0 0,-4 7-21 0 0,-3 2 33 0 0,1-1 0 0 0,0 1 0 0 0,0-1 0 0 0,0 1 0 0 0,0 1 0 0 0,0-1 0 0 0,1 1 0 0 0,-1 0 0 0 0,1 0 0 0 0,-1 0 0 0 0,1 0 0 0 0,-7 8 0 0 0,-9 11-12 0 0,-20 25 1 0 0,25-27 12 0 0,2-5 0 0 0,1 1-1 0 0,1 1 0 0 0,0 0 0 0 0,-11 26 1 0 0,19-37 4 0 0,1 0 1 0 0,-1 1-1 0 0,1-1 1 0 0,0 0-1 0 0,1 1 1 0 0,0-1-1 0 0,0 1 1 0 0,0-1 0 0 0,1 1-1 0 0,-1 0 1 0 0,2-1-1 0 0,-1 1 1 0 0,1 0-1 0 0,0-1 1 0 0,0 1-1 0 0,1-1 1 0 0,2 7-1 0 0,-2-9 7 0 0,1 0 1 0 0,0 0-1 0 0,0 0 0 0 0,0 0 0 0 0,0-1 0 0 0,1 1 0 0 0,0-1 0 0 0,-1 0 0 0 0,1 0 0 0 0,0-1 0 0 0,0 1 0 0 0,1-1 0 0 0,-1 1 1 0 0,1-1-1 0 0,-1-1 0 0 0,1 1 0 0 0,-1-1 0 0 0,1 1 0 0 0,0-1 0 0 0,9 0 0 0 0,10 2 17 0 0,-1-2-1 0 0,46-3 0 0 0,-58 1-10 0 0,19-1-10 0 0,-14 1-190 0 0,41-4-2959 0 0,-2 3-5756 0 0,-39 2 4350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5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68 1536 0 0,'0'0'4255'0'0,"-14"-3"27"0"0,4 1-3667 0 0,8 2-24 0 0,-1 0-29 0 0,-3-1-334 0 0,2 1 216 0 0,1 0 1 0 0,-1 0 0 0 0,1 0 0 0 0,-1-1 0 0 0,1 0 0 0 0,-1 1 0 0 0,1-2 0 0 0,-1 1-1 0 0,1 0 1 0 0,-5-3 0 0 0,9 2-403 0 0,0 0-1 0 0,0 1 0 0 0,1-1 1 0 0,-1 1-1 0 0,1-1 1 0 0,-1 1-1 0 0,1-1 0 0 0,0 1 1 0 0,-1 0-1 0 0,1 0 1 0 0,3-2-1 0 0,4-2-22 0 0,-1 1 1 0 0,1 0-1 0 0,1 0 0 0 0,-1 1 1 0 0,0 0-1 0 0,1 0 1 0 0,0 1-1 0 0,0 0 0 0 0,-1 1 1 0 0,1 0-1 0 0,0 1 1 0 0,12 1-1 0 0,-13-1-16 0 0,0 2 1 0 0,1-1-1 0 0,-1 1 0 0 0,-1 1 0 0 0,1 0 1 0 0,14 6-1 0 0,-20-7-5 0 0,-1-1 1 0 0,1 1-1 0 0,-1 0 0 0 0,0-1 0 0 0,1 1 1 0 0,-1 0-1 0 0,0 1 0 0 0,-1-1 1 0 0,1 0-1 0 0,0 0 0 0 0,-1 1 0 0 0,1-1 1 0 0,-1 1-1 0 0,1-1 0 0 0,-1 1 1 0 0,0 0-1 0 0,0-1 0 0 0,-1 1 0 0 0,1 0 1 0 0,0 0-1 0 0,-1 0 0 0 0,0 0 1 0 0,0-1-1 0 0,1 1 0 0 0,-2 0 0 0 0,1 0 1 0 0,0 0-1 0 0,-1 3 0 0 0,-2 5 14 0 0,0 1-1 0 0,0-1 0 0 0,-1 0 0 0 0,-1 0 1 0 0,0-1-1 0 0,0 1 0 0 0,-1-1 0 0 0,0 0 1 0 0,-1 0-1 0 0,0-1 0 0 0,-1 0 0 0 0,0 0 1 0 0,0-1-1 0 0,0 0 0 0 0,-1-1 0 0 0,-17 12 1 0 0,22-17 12 0 0,-3 1 16 0 0,5-2-2 0 0,4-2-70 0 0,0 0 36 0 0,0 0-1 0 0,-1 0 1 0 0,1 0-1 0 0,0 1 1 0 0,0-1-1 0 0,0 0 1 0 0,0 1 0 0 0,0-1-1 0 0,0 1 1 0 0,0-1-1 0 0,0 1 1 0 0,0 0-1 0 0,0 0 1 0 0,0 0-1 0 0,0 0 1 0 0,0 1-1 0 0,2-1 1 0 0,5 2 65 0 0,9 1 56 0 0,1 1 1 0 0,0 0-1 0 0,-1 2 1 0 0,0 0-1 0 0,31 16 0 0 0,-39-17-44 0 0,0 0-1 0 0,0 1 0 0 0,-1 1 0 0 0,0 0 1 0 0,0 0-1 0 0,-1 0 0 0 0,0 1 0 0 0,0 0 1 0 0,-1 1-1 0 0,0 0 0 0 0,9 15 0 0 0,-14-20 0 0 0,0-1-1 0 0,0 1 0 0 0,-1 0 0 0 0,0 0 0 0 0,0 0 0 0 0,0 0 1 0 0,0 0-1 0 0,0 0 0 0 0,-1 0 0 0 0,0 0 0 0 0,0 0 0 0 0,0 0 1 0 0,0 0-1 0 0,-1 0 0 0 0,-1 6 0 0 0,0-4 70 0 0,0 0 0 0 0,0-1 0 0 0,-1 1 0 0 0,1 0 0 0 0,-2-1 0 0 0,1 0 0 0 0,0 0 0 0 0,-1 0 0 0 0,-7 7 0 0 0,4-5 20 0 0,0 0 0 0 0,-1-1-1 0 0,0 0 1 0 0,0 0 0 0 0,0-1 0 0 0,-1 0-1 0 0,0 0 1 0 0,0-1 0 0 0,0 0 0 0 0,-1-1-1 0 0,1 0 1 0 0,-15 3 0 0 0,5-4 60 0 0,0-1-1 0 0,0 0 1 0 0,0-2-1 0 0,-31-3 1 0 0,41 2-195 0 0,0 1 0 0 0,1-1 0 0 0,-1-1 0 0 0,1 0-1 0 0,0 0 1 0 0,-1 0 0 0 0,1-1 0 0 0,1 0 0 0 0,-1-1 0 0 0,1 0 0 0 0,-1 0 0 0 0,-6-7-1 0 0,13 11-222 0 0,0 0 0 0 0,0 0 0 0 0,-1-1 0 0 0,1 1 0 0 0,0 0 0 0 0,0-1 0 0 0,0 1 0 0 0,1-1 0 0 0,-1 0 0 0 0,0 1 0 0 0,0-1 0 0 0,1 1 0 0 0,-1-1 0 0 0,1 0 0 0 0,0 0 0 0 0,-1 1 0 0 0,1-1 0 0 0,0 0 0 0 0,0 0 0 0 0,0 1 0 0 0,0-1 0 0 0,0 0 0 0 0,1 0-1 0 0,-1 1 1 0 0,1-3 0 0 0,1-1-1488 0 0,1 0 0 0 0,-1 0-1 0 0,1 0 1 0 0,0 0 0 0 0,1 1 0 0 0,6-8-1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6:5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310 115 1336 0 0,'-1'-25'5838'0'0,"-2"21"-5598"0"0,1 1 0 0 0,-1 0 0 0 0,1 0 1 0 0,-1 0-1 0 0,0 1 0 0 0,0-1 0 0 0,0 1 0 0 0,-1 0 0 0 0,1-1 0 0 0,0 1 1 0 0,-1 1-1 0 0,0-1 0 0 0,1 0 0 0 0,-6-1 0 0 0,3 1-119 0 0,-1 1-35 0 0,0 0 1 0 0,0 0-1 0 0,1 1 0 0 0,-1 0 0 0 0,0 0 1 0 0,0 1-1 0 0,0-1 0 0 0,1 2 1 0 0,-1-1-1 0 0,0 1 0 0 0,-7 3 0 0 0,1-1-38 0 0,1 0 0 0 0,1 2-1 0 0,-1-1 1 0 0,1 1-1 0 0,0 1 1 0 0,0 0-1 0 0,-18 16 1 0 0,25-20-45 0 0,-1 1 1 0 0,1 1-1 0 0,0-1 0 0 0,0 0 1 0 0,1 1-1 0 0,-1 0 0 0 0,1 0 1 0 0,0 0-1 0 0,0 0 0 0 0,1 1 1 0 0,-1-1-1 0 0,1 1 0 0 0,0 0 1 0 0,1-1-1 0 0,0 1 0 0 0,-1 0 1 0 0,2 0-1 0 0,-1 0 0 0 0,1 7 1 0 0,0-10-1 0 0,1 0 0 0 0,-1 0 0 0 0,1 0-1 0 0,0 1 1 0 0,0-1 0 0 0,0 0 0 0 0,0 0 0 0 0,0 0 0 0 0,1 0 0 0 0,0-1 0 0 0,-1 1 0 0 0,1 0 0 0 0,0-1 0 0 0,0 1 0 0 0,0-1-1 0 0,5 4 1 0 0,-3-3 2 0 0,0 0-1 0 0,0 0 0 0 0,1-1 0 0 0,-1 1 1 0 0,1-1-1 0 0,0 0 0 0 0,0-1 0 0 0,-1 1 1 0 0,1-1-1 0 0,6 1 0 0 0,-4-1 0 0 0,0 0 0 0 0,0 0 0 0 0,0-1 0 0 0,0 0 0 0 0,0-1 0 0 0,0 1-1 0 0,0-1 1 0 0,0-1 0 0 0,-1 1 0 0 0,1-1 0 0 0,0 0 0 0 0,-1-1 0 0 0,1 0 0 0 0,-1 0 0 0 0,11-7-1 0 0,-6 1 15 0 0,-1 0 0 0 0,-1 0 0 0 0,0-1 0 0 0,-1-1 0 0 0,1 1 0 0 0,-2-1 0 0 0,7-13 0 0 0,3-10 802 0 0,16-44-1 0 0,-30 70-631 0 0,6-12 250 0 0,-9 20-431 0 0,0-1 0 0 0,0 1 0 0 0,1 0-1 0 0,-1-1 1 0 0,0 1 0 0 0,1 0 0 0 0,-1-1-1 0 0,0 1 1 0 0,1 0 0 0 0,-1 0 0 0 0,1-1-1 0 0,-1 1 1 0 0,0 0 0 0 0,1 0 0 0 0,-1 0-1 0 0,1 0 1 0 0,-1-1 0 0 0,1 1 0 0 0,-1 0-1 0 0,1 0 1 0 0,-1 0 0 0 0,0 0 0 0 0,1 0-1 0 0,-1 0 1 0 0,1 0 0 0 0,-1 0 0 0 0,1 0-1 0 0,-1 0 1 0 0,1 1 0 0 0,-1-1 0 0 0,1 0-1 0 0,0 0 1 0 0,-1 1-3 0 0,1 0-1 0 0,0-1 1 0 0,-1 1 0 0 0,1 0-1 0 0,-1-1 1 0 0,1 1 0 0 0,-1 0-1 0 0,1 0 1 0 0,-1-1 0 0 0,0 1-1 0 0,0 0 1 0 0,1 0 0 0 0,-1 0-1 0 0,0 0 1 0 0,0-1 0 0 0,0 1-1 0 0,0 0 1 0 0,0 2 0 0 0,1-2 5 0 0,13 82 76 0 0,-11-56 21 0 0,14 52-1 0 0,-15-71-325 0 0,1-1-1 0 0,0 0 1 0 0,0 0-1 0 0,1 0 0 0 0,0 0 1 0 0,0 0-1 0 0,0-1 1 0 0,1 1-1 0 0,0-1 1 0 0,0 0-1 0 0,8 6 1 0 0,-11-10 25 0 0,0 0 1 0 0,0-1-1 0 0,1 1 1 0 0,-1-1-1 0 0,0 1 1 0 0,1-1-1 0 0,-1 0 1 0 0,1 0-1 0 0,-1 0 1 0 0,1 0 0 0 0,-1-1-1 0 0,1 1 1 0 0,0-1-1 0 0,-1 1 1 0 0,1-1-1 0 0,0 0 1 0 0,0 0-1 0 0,3 0 1 0 0,-2-1 50 0 0,-1 0-1 0 0,1 0 1 0 0,-1-1-1 0 0,0 1 1 0 0,1-1-1 0 0,-1 1 1 0 0,0-1-1 0 0,0 0 1 0 0,0-1-1 0 0,0 1 1 0 0,0 0-1 0 0,2-4 1 0 0,3-2 120 0 0,-1-1 0 0 0,-1 0 0 0 0,1 0 0 0 0,-1-1 0 0 0,-1 0-1 0 0,0 0 1 0 0,7-19 0 0 0,12-53 1945 0 0,6-18 1275 0 0,-29 99-3181 0 0,-1 0 0 0 0,0 1-1 0 0,0-1 1 0 0,1 0 0 0 0,-1 1 0 0 0,0-1 0 0 0,1 0 0 0 0,-1 1 0 0 0,1-1 0 0 0,-1 0-1 0 0,1 1 1 0 0,-1-1 0 0 0,1 1 0 0 0,-1-1 0 0 0,1 1 0 0 0,0-1 0 0 0,-1 1-1 0 0,1 0 1 0 0,0-1 0 0 0,-1 1 0 0 0,1 0 0 0 0,0-1 0 0 0,0 1 0 0 0,-1 0 0 0 0,1 0-1 0 0,0 0 1 0 0,0 0 0 0 0,-1-1 0 0 0,1 1 0 0 0,0 0 0 0 0,0 0 0 0 0,-1 0 0 0 0,1 1-1 0 0,0-1 1 0 0,0 0 0 0 0,-1 0 0 0 0,1 0 0 0 0,0 1 0 0 0,0-1 0 0 0,-1 0 0 0 0,1 1-1 0 0,0-1 1 0 0,-1 0 0 0 0,1 1 0 0 0,0-1 0 0 0,-1 1 0 0 0,2 0 0 0 0,1 2 4 0 0,0-1 0 0 0,0 1-1 0 0,0 0 1 0 0,0 0 0 0 0,0 0 0 0 0,-1 0 0 0 0,4 5 0 0 0,-1 2 17 0 0,0 1-1 0 0,-1 0 1 0 0,-1 0-1 0 0,1 1 1 0 0,-2-1-1 0 0,1 1 1 0 0,-2-1 0 0 0,1 1-1 0 0,-2 22 1 0 0,0-26 401 0 0,-1-1 1 0 0,0 1-1 0 0,-1-1 1 0 0,1 1-1 0 0,-6 12 707 0 0,4-23-914 0 0,3 3-224 0 0,0 0-1 0 0,0 0 1 0 0,0-1 0 0 0,-1 1 0 0 0,1 0 0 0 0,0 0-1 0 0,0 0 1 0 0,-1 0 0 0 0,1 0 0 0 0,0 0 0 0 0,0-1-1 0 0,0 1 1 0 0,-1 0 0 0 0,1 0 0 0 0,0 0 0 0 0,0-1-1 0 0,0 1 1 0 0,0 0 0 0 0,-1 0 0 0 0,1 0 0 0 0,0-1-1 0 0,0 1 1 0 0,0 0 0 0 0,0 0 0 0 0,0-1 0 0 0,0 1-1 0 0,0 0 1 0 0,0 0 0 0 0,0-1 0 0 0,0 1 0 0 0,0 0-1 0 0,0 0 1 0 0,0-1 0 0 0,0 1 0 0 0,0 0 0 0 0,0 0-1 0 0,0-1 1 0 0,1-11 29 0 0,0 0 0 0 0,1 0 0 0 0,0 0 0 0 0,1 1 0 0 0,1-1 0 0 0,0 1 0 0 0,0 0 0 0 0,1 0 0 0 0,0 0 0 0 0,1 0 0 0 0,0 1 0 0 0,1 0 0 0 0,12-13 0 0 0,-13 15-39 0 0,0 1 0 0 0,0 0-1 0 0,1 1 1 0 0,0-1 0 0 0,1 1 0 0 0,0 1 0 0 0,-1 0-1 0 0,2 0 1 0 0,-1 0 0 0 0,0 1 0 0 0,1 0 0 0 0,0 1-1 0 0,0 0 1 0 0,0 0 0 0 0,0 1 0 0 0,1 0-1 0 0,15-1 1 0 0,-20 3 0 0 0,0 0 0 0 0,0 0 0 0 0,-1 0 0 0 0,1 1 0 0 0,0 0 0 0 0,0 0 0 0 0,0 1 0 0 0,-1-1 0 0 0,1 1 0 0 0,-1 0 0 0 0,1 0 0 0 0,-1 0-1 0 0,0 1 1 0 0,1-1 0 0 0,-2 1 0 0 0,1 0 0 0 0,0 0 0 0 0,0 1 0 0 0,-1-1 0 0 0,0 1 0 0 0,4 4 0 0 0,-3-1 1 0 0,0 1-1 0 0,0 0 1 0 0,0 0 0 0 0,-1 0 0 0 0,0 0-1 0 0,-1 1 1 0 0,0-1 0 0 0,0 1-1 0 0,-1 0 1 0 0,1 15 0 0 0,-2 24-45 0 0,0-30-640 0 0,0 0 0 0 0,1 0 0 0 0,0-1 0 0 0,2 1 0 0 0,0 0 1 0 0,6 18-1 0 0,-7-33 173 0 0,-1 0 0 0 0,1 1 0 0 0,0-1-1 0 0,0 0 1 0 0,0-1 0 0 0,0 1 0 0 0,1 0 0 0 0,-1-1 0 0 0,1 1 0 0 0,0-1 0 0 0,4 3 0 0 0,5 4-3578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0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233 448 1880 0 0,'3'-8'956'0'0,"1"0"0"0"0,-1-1 0 0 0,0 0-1 0 0,-1 0 1 0 0,0 0 0 0 0,0 0 0 0 0,-1 0 0 0 0,0 0 0 0 0,-1-10-1 0 0,0 18-930 0 0,0 0-1 0 0,0 0 0 0 0,0 1 0 0 0,0-1 0 0 0,0 0 0 0 0,-1 0 0 0 0,1 1 0 0 0,0-1 0 0 0,-1 0 1 0 0,1 1-1 0 0,0-1 0 0 0,-1 0 0 0 0,1 1 0 0 0,-1-1 0 0 0,1 1 0 0 0,0-1 0 0 0,-1 0 1 0 0,0 1-1 0 0,1-1 0 0 0,-1 1 0 0 0,1 0 0 0 0,-1-1 0 0 0,0 1 0 0 0,1-1 0 0 0,-1 1 0 0 0,0 0 1 0 0,1 0-1 0 0,-1-1 0 0 0,0 1 0 0 0,0 0 0 0 0,1 0 0 0 0,-1 0 0 0 0,0 0 0 0 0,0 0 1 0 0,1 0-1 0 0,-1 0 0 0 0,0 0 0 0 0,0 0 0 0 0,1 0 0 0 0,-1 0 0 0 0,0 0 0 0 0,0 0 0 0 0,1 1 1 0 0,-1-1-1 0 0,0 0 0 0 0,1 1 0 0 0,-1-1 0 0 0,0 0 0 0 0,1 1 0 0 0,-2 0 0 0 0,-3 1 3 0 0,0 1 0 0 0,1 0 0 0 0,-1 0 0 0 0,-8 7 0 0 0,-4 8-4 0 0,1 0-1 0 0,1 0 1 0 0,0 2-1 0 0,-23 40 1 0 0,-32 93-13 0 0,65-140-3 0 0,0 0-1 0 0,2 0 1 0 0,-4 16 0 0 0,6-23 3 0 0,1 0 0 0 0,-1-1 0 0 0,1 1 0 0 0,0 0 0 0 0,0-1 1 0 0,1 1-1 0 0,0 0 0 0 0,0-1 0 0 0,0 1 0 0 0,3 6 0 0 0,-3-10-6 0 0,-1-1 1 0 0,1 1 0 0 0,0 0-1 0 0,1-1 1 0 0,-1 1-1 0 0,0-1 1 0 0,0 0-1 0 0,1 1 1 0 0,-1-1 0 0 0,1 0-1 0 0,-1 0 1 0 0,1 1-1 0 0,-1-1 1 0 0,1-1-1 0 0,0 1 1 0 0,-1 0 0 0 0,1 0-1 0 0,0 0 1 0 0,0-1-1 0 0,0 1 1 0 0,0-1-1 0 0,-1 0 1 0 0,1 1 0 0 0,0-1-1 0 0,0 0 1 0 0,0 0-1 0 0,0 0 1 0 0,0-1-1 0 0,0 1 1 0 0,0 0-1 0 0,1-1 1 0 0,5-1 6 0 0,-1 0 0 0 0,0 0-1 0 0,-1 0 1 0 0,1-1 0 0 0,0 0-1 0 0,12-7 1 0 0,-5-1 16 0 0,0-1-1 0 0,0 0 1 0 0,-1 0-1 0 0,0-1 1 0 0,-1-1-1 0 0,-1 0 1 0 0,19-31-1 0 0,-4-2 43 0 0,29-67-1 0 0,-28 42 59 0 0,-3-2 1 0 0,16-83 0 0 0,-12 42 744 0 0,-12 47-577 0 0,-16 66-288 0 0,-5 21-9 0 0,4-15 2 0 0,-46 217-1054 0 0,37-157 301 0 0,-5 97-1 0 0,15-142-731 0 0,1-1 0 0 0,1 1 0 0 0,6 29 0 0 0,-1-15-2799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1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4148 0 0,'37'-20'8047'0'0,"37"-21"2740"0"0,-73 40-10448 0 0,10-7-504 0 0,-6 4-58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2264 0 0,'0'-3'457'0'0,"-1"-10"1452"0"0,1 0 0 0 0,1 0 0 0 0,0 0 0 0 0,1 0 0 0 0,5-17 0 0 0,-7 28-1593 0 0,5 3-259 0 0,0 0 0 0 0,-1 0 1 0 0,1 0-1 0 0,-1 0 0 0 0,1 1 1 0 0,-1 0-1 0 0,0 0 1 0 0,0 0-1 0 0,0 1 0 0 0,0-1 1 0 0,6 6-1 0 0,43 39 128 0 0,-46-41-147 0 0,117 108 289 0 0,49 46-65 0 0,-135-122-266 0 0,50 53-1370 0 0,-76-80-1900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415 110 492 0 0,'-4'-27'6383'0'0,"-9"-30"1"0"0,7 36-4857 0 0,6 21-1515 0 0,0 0-1 0 0,0-1 1 0 0,0 1 0 0 0,0 0-1 0 0,0 0 1 0 0,0 0 0 0 0,0-1-1 0 0,0 1 1 0 0,0 0 0 0 0,0 0 0 0 0,-1 0-1 0 0,1-1 1 0 0,0 1 0 0 0,0 0-1 0 0,0 0 1 0 0,0 0 0 0 0,0 0-1 0 0,0 0 1 0 0,-1-1 0 0 0,1 1-1 0 0,0 0 1 0 0,0 0 0 0 0,0 0-1 0 0,0 0 1 0 0,-1 0 0 0 0,1 0-1 0 0,0 0 1 0 0,0 0 0 0 0,0-1-1 0 0,-1 1 1 0 0,1 0 0 0 0,0 0 0 0 0,0 0-1 0 0,0 0 1 0 0,-1 0 0 0 0,1 0-1 0 0,0 0 1 0 0,0 0 0 0 0,0 0-1 0 0,-1 0 1 0 0,1 0 0 0 0,0 1-1 0 0,0-1 1 0 0,0 0 0 0 0,-1 0-1 0 0,-10 9 226 0 0,-7 15 2 0 0,-262 407 972 0 0,255-392-1175 0 0,-15 22-722 0 0,38-58 477 0 0,1-1 1 0 0,0 1-1 0 0,-1-1 0 0 0,1 1 0 0 0,0 0 0 0 0,0 0 0 0 0,1 0 1 0 0,-2 3-1 0 0,4 10-2121 0 0,24-3-7417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16 464 0 0,'-6'-11'9872'0'0,"6"11"-9830"0"0,0 0 1 0 0,0 0 0 0 0,0 0 0 0 0,-1-1-1 0 0,1 1 1 0 0,0 0 0 0 0,0 0-1 0 0,0 0 1 0 0,0-1 0 0 0,0 1 0 0 0,0 0-1 0 0,0 0 1 0 0,0 0 0 0 0,-1-1 0 0 0,1 1-1 0 0,0 0 1 0 0,0 0 0 0 0,0 0-1 0 0,0 0 1 0 0,-1 0 0 0 0,1-1 0 0 0,0 1-1 0 0,0 0 1 0 0,0 0 0 0 0,-1 0-1 0 0,1 0 1 0 0,0 0 0 0 0,0 0 0 0 0,-1 0-1 0 0,1 0 1 0 0,0 0 0 0 0,0 0 0 0 0,0 0-1 0 0,-1 0 1 0 0,1 0 0 0 0,0 0-1 0 0,0 0 1 0 0,-1 0 0 0 0,1 0 0 0 0,0 0-1 0 0,0 0 1 0 0,0 0 0 0 0,-1 0 0 0 0,1 0-1 0 0,0 0 1 0 0,0 1 0 0 0,0-1-1 0 0,-1 0 1 0 0,1 0 0 0 0,0 0 0 0 0,0 0-1 0 0,0 0 1 0 0,0 1 0 0 0,-1-1 0 0 0,-6 18 790 0 0,0 23-504 0 0,5-3 5 0 0,1 43 0 0 0,0 17-172 0 0,-13 101-302 0 0,12-171-732 0 0,0 0-1307 0 0,-1-11-2389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2716 0 0,'3'-62'7199'0'0,"-1"52"-6453"0"0,-1 0-1 0 0,2 1 1 0 0,-1-1-1 0 0,5-10 1 0 0,-5 16-667 0 0,0 0 0 0 0,0-1 1 0 0,0 1-1 0 0,0 0 1 0 0,1 1-1 0 0,0-1 1 0 0,0 0-1 0 0,0 1 1 0 0,0-1-1 0 0,0 1 1 0 0,1 0-1 0 0,-1 0 0 0 0,1 0 1 0 0,0 1-1 0 0,0-1 1 0 0,0 1-1 0 0,0 0 1 0 0,1 0-1 0 0,-1 1 1 0 0,0-1-1 0 0,1 1 1 0 0,-1 0-1 0 0,9-1 0 0 0,-7 1-67 0 0,-1 1-1 0 0,1-1 1 0 0,-1 1-1 0 0,1 1 0 0 0,-1-1 1 0 0,1 1-1 0 0,-1 0 1 0 0,1 0-1 0 0,-1 1 0 0 0,1-1 1 0 0,-1 1-1 0 0,0 0 1 0 0,0 1-1 0 0,0-1 0 0 0,0 1 1 0 0,-1 0-1 0 0,1 0 1 0 0,-1 1-1 0 0,0-1 0 0 0,1 1 1 0 0,-2 0-1 0 0,1 0 1 0 0,5 8-1 0 0,-5-6-3 0 0,0 1 0 0 0,-1-1 0 0 0,0 1 0 0 0,0-1 0 0 0,0 1 0 0 0,-1 0 0 0 0,0 0 0 0 0,0 0 0 0 0,-1 1 0 0 0,0-1 0 0 0,0 0 0 0 0,-1 1 0 0 0,0-1 0 0 0,0 0 0 0 0,-1 0 0 0 0,0 1 0 0 0,-3 11 0 0 0,-1-1 131 0 0,-2 1-1 0 0,0-1 0 0 0,-1-1 1 0 0,-1 1-1 0 0,-1-2 0 0 0,0 1 0 0 0,-2-1 1 0 0,1-1-1 0 0,-27 27 0 0 0,37-41-32 0 0,-4 1-13 0 0,14-8 107 0 0,1 2-198 0 0,0 0 0 0 0,0 0 1 0 0,1 1-1 0 0,-1 0 0 0 0,1 0 0 0 0,0 2 1 0 0,0-1-1 0 0,-1 1 0 0 0,1 1 0 0 0,0 0 1 0 0,14 2-1 0 0,-12-1-5 0 0,-1 1 0 0 0,1 0 0 0 0,-1 2 0 0 0,0-1 0 0 0,1 1 0 0 0,-2 1 0 0 0,1 0 0 0 0,0 1 0 0 0,13 9 0 0 0,-22-13 14 0 0,1 0 0 0 0,-1 0 0 0 0,-1 1 0 0 0,1 0 0 0 0,0-1 0 0 0,-1 1 0 0 0,1 0 0 0 0,-1 0 0 0 0,0 0-1 0 0,0 0 1 0 0,0 1 0 0 0,0-1 0 0 0,0 1 0 0 0,-1-1 0 0 0,0 1 0 0 0,1-1 0 0 0,-1 1 0 0 0,0 6 0 0 0,-1-4 69 0 0,0-1 1 0 0,0 1-1 0 0,-1 0 0 0 0,1-1 1 0 0,-1 1-1 0 0,-1-1 1 0 0,1 1-1 0 0,-1-1 1 0 0,0 0-1 0 0,0 1 1 0 0,-5 6-1 0 0,0 0 168 0 0,-1-1-1 0 0,0 0 1 0 0,0 0-1 0 0,-1-1 1 0 0,0 0 0 0 0,-1-1-1 0 0,-1 0 1 0 0,1 0 0 0 0,-21 12-1 0 0,11-12-28 0 0,0-1 0 0 0,-1 0 0 0 0,0-1-1 0 0,0-2 1 0 0,0 0 0 0 0,0-1 0 0 0,-1-1-1 0 0,-21-1 1 0 0,33-2-167 0 0,-17-1-48 0 0,18-1-57 0 0,0-3-210 0 0,8 5 152 0 0,0-1-1 0 0,-1 0 0 0 0,1 1 1 0 0,0-1-1 0 0,0 0 1 0 0,0 0-1 0 0,-1 0 1 0 0,1 0-1 0 0,0 0 0 0 0,0 0 1 0 0,1 0-1 0 0,-1 0 1 0 0,0-1-1 0 0,0 1 1 0 0,0 0-1 0 0,1 0 1 0 0,-1-1-1 0 0,1 1 0 0 0,-1 0 1 0 0,1-1-1 0 0,-1 1 1 0 0,1-1-1 0 0,0 1 1 0 0,0 0-1 0 0,-1-1 0 0 0,1 1 1 0 0,0-1-1 0 0,0 1 1 0 0,1-1-1 0 0,-1 1 1 0 0,0-1-1 0 0,0 1 0 0 0,1 0 1 0 0,-1-1-1 0 0,2-1 1 0 0,2-6-1393 0 0,2 0 1 0 0,0 0 0 0 0,0 0 0 0 0,0 1-1 0 0,14-13 1 0 0,-17 17 597 0 0,18-17-5852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5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1056 0 0,'0'0'14861'0'0,"3"1"-14603"0"0,13 1-206 0 0,0-1 0 0 0,0-1 0 0 0,0 0 0 0 0,1-1 0 0 0,26-5 0 0 0,-6 2-1264 0 0,38-3-6121 0 0,-54 5 1795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2712 0 0,'-24'17'3128'0'0,"9"-7"137"0"0,-23 22 0 0 0,38-32-3225 0 0,0 0 1 0 0,-1 0-1 0 0,1 0 1 0 0,0 1-1 0 0,0-1 1 0 0,-1 0-1 0 0,1 0 1 0 0,0 1-1 0 0,0-1 0 0 0,-1 0 1 0 0,1 0-1 0 0,0 1 1 0 0,0-1-1 0 0,0 0 1 0 0,0 1-1 0 0,-1-1 1 0 0,1 0-1 0 0,0 1 1 0 0,0-1-1 0 0,0 0 1 0 0,0 1-1 0 0,0-1 0 0 0,0 0 1 0 0,0 1-1 0 0,0-1 1 0 0,0 0-1 0 0,0 1 1 0 0,0-1-1 0 0,0 1 1 0 0,0-1-1 0 0,0 0 1 0 0,0 1-1 0 0,1-1 1 0 0,-1 0-1 0 0,0 1 0 0 0,0-1 1 0 0,0 0-1 0 0,0 0 1 0 0,1 1-1 0 0,-1-1 1 0 0,0 0-1 0 0,0 1 1 0 0,1-1-1 0 0,-1 0 1 0 0,0 0-1 0 0,0 0 1 0 0,1 1-1 0 0,-1-1 1 0 0,0 0-1 0 0,1 0 0 0 0,-1 0 1 0 0,0 0-1 0 0,1 1 1 0 0,-1-1-1 0 0,0 0 1 0 0,1 0-1 0 0,-1 0 1 0 0,0 0-1 0 0,1 0 1 0 0,-1 0-1 0 0,0 0 1 0 0,1 0-1 0 0,21 2 263 0 0,-21-2-258 0 0,53 0 89 0 0,71-10 1 0 0,-54 3-988 0 0,68-6-2116 0 0,-65 8-444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84 1232 0 0,'-5'-24'6025'0'0,"-3"-36"5462"0"0,9 63-11207 0 0,1 31 307 0 0,-1 0 0 0 0,-4 50 0 0 0,-17 70-266 0 0,3-22-448 0 0,13-94-970 0 0,-4 54-7245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1 259 932 0 0,'1'-13'1461'0'0,"1"-1"0"0"0,1 1-1 0 0,0 0 1 0 0,6-15 0 0 0,-5 17-704 0 0,1 1 0 0 0,1-1-1 0 0,-1 1 1 0 0,12-15 0 0 0,-9 15-608 0 0,1 1 0 0 0,-1 0 0 0 0,1 1 0 0 0,1-1 0 0 0,-1 2 0 0 0,1 0 0 0 0,1 0 0 0 0,-1 1 0 0 0,1 0 0 0 0,1 0 0 0 0,-1 2 0 0 0,1-1 0 0 0,-1 1 0 0 0,1 1 0 0 0,0 0 0 0 0,0 1 0 0 0,14-1 0 0 0,-7 2-91 0 0,1 0-1 0 0,0 1 1 0 0,0 1-1 0 0,37 7 1 0 0,-48-6-31 0 0,-1-1 0 0 0,1 2 0 0 0,-1-1 1 0 0,0 1-1 0 0,0 1 0 0 0,0-1 0 0 0,-1 1 0 0 0,1 1 0 0 0,-1-1 0 0 0,0 1 1 0 0,0 0-1 0 0,-1 1 0 0 0,11 11 0 0 0,-15-14 8 0 0,0-1 0 0 0,-1 1 0 0 0,1 0 0 0 0,-1 0 0 0 0,1-1 0 0 0,-1 1-1 0 0,0 0 1 0 0,0 0 0 0 0,-1 0 0 0 0,1 0 0 0 0,-1 0 0 0 0,1 1 0 0 0,-1-1 0 0 0,0 4 0 0 0,-1-1 21 0 0,0 0 1 0 0,0 1-1 0 0,0-1 0 0 0,-1 0 1 0 0,0-1-1 0 0,-4 11 1 0 0,-3 1 83 0 0,0-2 1 0 0,-1 1-1 0 0,-23 26 1 0 0,-88 86 1458 0 0,121-128-1594 0 0,0 0 1 0 0,0 1 0 0 0,0-1 0 0 0,-1 0-1 0 0,1 0 1 0 0,0 0 0 0 0,0 0-1 0 0,0 1 1 0 0,0-1 0 0 0,0 0-1 0 0,-1 0 1 0 0,1 0 0 0 0,0 1 0 0 0,0-1-1 0 0,0 0 1 0 0,0 0 0 0 0,0 1-1 0 0,0-1 1 0 0,0 0 0 0 0,0 0-1 0 0,0 0 1 0 0,0 1 0 0 0,0-1 0 0 0,0 0-1 0 0,0 0 1 0 0,0 1 0 0 0,0-1-1 0 0,0 0 1 0 0,0 0 0 0 0,0 1 0 0 0,0-1-1 0 0,0 0 1 0 0,0 0 0 0 0,1 0-1 0 0,-1 1 1 0 0,0-1 0 0 0,11 3 73 0 0,26-4-97 0 0,-18 0 40 0 0,4 1-21 0 0,1 2 0 0 0,-1 0-1 0 0,43 11 1 0 0,-52-10 1 0 0,-1 1 0 0 0,0 1 0 0 0,-1 0 1 0 0,1 1-1 0 0,-1 0 0 0 0,0 1 0 0 0,21 16 0 0 0,-30-21 63 0 0,-1 1-1 0 0,1-1 0 0 0,-1 0 0 0 0,1 1 0 0 0,-1-1 1 0 0,0 1-1 0 0,0 0 0 0 0,0-1 0 0 0,-1 1 0 0 0,1 0 0 0 0,-1 0 1 0 0,1 0-1 0 0,-1 0 0 0 0,0 1 0 0 0,0-1 0 0 0,-1 0 1 0 0,1 0-1 0 0,0 6 0 0 0,-1-5 41 0 0,-1 1 0 0 0,0-1 0 0 0,1 0 0 0 0,-1 0 0 0 0,-1 1 0 0 0,1-1 0 0 0,-1 0 0 0 0,1 0 1 0 0,-1 0-1 0 0,0-1 0 0 0,-1 1 0 0 0,-3 6 0 0 0,-3-1 157 0 0,1 1 0 0 0,-1-2 1 0 0,0 1-1 0 0,-1-1 1 0 0,0 0-1 0 0,0-1 0 0 0,-1 0 1 0 0,0-1-1 0 0,-11 5 1 0 0,5-4 26 0 0,0-1 0 0 0,0-1 1 0 0,0 0-1 0 0,-1-1 1 0 0,0-1-1 0 0,-30 1 1 0 0,36-3-285 0 0,1-2 0 0 0,-1 0 1 0 0,0 0-1 0 0,1-1 1 0 0,-1 0-1 0 0,1-1 0 0 0,-1 0 1 0 0,1-1-1 0 0,0 0 1 0 0,0-1-1 0 0,-12-7 0 0 0,21 11-179 0 0,-1-1 0 0 0,1 1-1 0 0,0-1 1 0 0,-1 0 0 0 0,1 1-1 0 0,0-1 1 0 0,0 0-1 0 0,0 0 1 0 0,0-1 0 0 0,0 1-1 0 0,1 0 1 0 0,-1 0 0 0 0,1-1-1 0 0,-1 1 1 0 0,1-1 0 0 0,0 0-1 0 0,0 1 1 0 0,0-1-1 0 0,0 0 1 0 0,1 1 0 0 0,-1-1-1 0 0,1 0 1 0 0,-1 0 0 0 0,1 0-1 0 0,0 0 1 0 0,0 1 0 0 0,0-1-1 0 0,1 0 1 0 0,0-3-1 0 0,1-1-874 0 0,1 0-1 0 0,-1 1 0 0 0,1-1 1 0 0,1 1-1 0 0,-1 0 0 0 0,1 0 1 0 0,0 0-1 0 0,1 1 0 0 0,0-1 1 0 0,8-8-1 0 0,10-5-5833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6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1200 0 0,'0'-34'11160'0'0,"0"13"-6743"0"0,0 19-3994 0 0,15-4 527 0 0,26 1-678 0 0,-1 1 0 0 0,58 3 0 0 0,-4-1-1684 0 0,-89 2 1232 0 0,97-6-3281 0 0,-36-2-2525 0 0,-35 1 463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7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79 1324 0 0,'-1'-40'11214'0'0,"-3"1"1746"0"0,4 44-12610 0 0,-1 97 3708 0 0,-10 53-3813 0 0,1-94-2139 0 0,-3 33-4323 0 0,9-32-4833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7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68 4376 0 0,'-18'-67'19033'0'0,"18"95"-15552"0"0,5 25-2506 0 0,-2 0 0 0 0,-7 79-1 0 0,2-64-694 0 0,-10 44-47 0 0,7-72 18 0 0,-1 43 0 0 0,1-64-51 0 0,1-15-134 0 0,0-12-157 0 0,3 2 89 0 0,0 1 0 0 0,1-1 0 0 0,-1 0 0 0 0,1 0 1 0 0,1 0-1 0 0,-1 0 0 0 0,1 1 0 0 0,0-1 1 0 0,0 0-1 0 0,1 0 0 0 0,0 1 0 0 0,0-1 1 0 0,0 1-1 0 0,1 0 0 0 0,-1 0 0 0 0,1-1 0 0 0,1 2 1 0 0,-1-1-1 0 0,1 0 0 0 0,-1 1 0 0 0,10-9 1 0 0,-4 5 1 0 0,0 0 0 0 0,1 0 0 0 0,0 1 0 0 0,0 0 0 0 0,1 1 1 0 0,-1 0-1 0 0,2 0 0 0 0,-1 2 0 0 0,21-7 0 0 0,-15 7-10 0 0,1 1-1 0 0,0 1 1 0 0,0 0-1 0 0,0 1 1 0 0,0 1 0 0 0,0 1-1 0 0,-1 1 1 0 0,1 0-1 0 0,0 2 1 0 0,-1 0-1 0 0,1 0 1 0 0,30 14 0 0 0,-37-13 13 0 0,-1 0 0 0 0,1 1 1 0 0,-1 1-1 0 0,0-1 1 0 0,0 2-1 0 0,-1-1 1 0 0,0 1-1 0 0,14 17 1 0 0,-17-17 13 0 0,-1 0 1 0 0,0 0 0 0 0,0 0-1 0 0,-1 0 1 0 0,0 1 0 0 0,0 0-1 0 0,-1 0 1 0 0,0 0 0 0 0,-1 0-1 0 0,0 0 1 0 0,0 0 0 0 0,0 12 0 0 0,-2-9 35 0 0,-1 1 1 0 0,0-1-1 0 0,-1 1 1 0 0,0-1-1 0 0,-1 0 1 0 0,0 0-1 0 0,-1 0 1 0 0,0-1-1 0 0,-1 1 1 0 0,0-1-1 0 0,-1 0 1 0 0,-1 0-1 0 0,1-1 1 0 0,-12 13-1 0 0,4-5-6 0 0,-1-1 1 0 0,-1-1-1 0 0,-1 0 0 0 0,0-1 0 0 0,-1-1 1 0 0,-38 24-1 0 0,37-28-133 0 0,-1-1 0 0 0,1 0 0 0 0,-2-1 0 0 0,1-2 0 0 0,-1 0 1 0 0,0-1-1 0 0,-1-1 0 0 0,-34 2 0 0 0,30-5-1003 0 0,0-1 1 0 0,-1-2-1 0 0,-47-8 1 0 0,-40-14-5350 0 0,40 6-1792 0 0,26 5-1796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34 1848 0 0,'-41'-27'10593'0'0,"45"28"-10376"0"0,235 1-414 0 0,-80-10-6428 0 0,-120 6 3193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25 776 0 0,'-50'18'3439'0'0,"-53"22"2276"0"0,95-33-4458 0 0,14-3-357 0 0,17-4-353 0 0,192-40-528 0 0,-74 0-5913 0 0,-102 26 1539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4 386 1836 0 0,'0'-2'1511'0'0,"-1"-4"-855"0"0,0 0 1 0 0,0 0-1 0 0,1 0 0 0 0,-1 0 1 0 0,2 0-1 0 0,-1 0 0 0 0,1 0 1 0 0,-1 1-1 0 0,4-12 0 0 0,0 7-12 0 0,-1-1 0 0 0,2 1-1 0 0,-1 0 1 0 0,12-18 0 0 0,-6 13-287 0 0,1 1-1 0 0,0 0 1 0 0,1 1 0 0 0,1 0 0 0 0,0 1 0 0 0,23-17 0 0 0,-8 11-229 0 0,2 0 1 0 0,0 2-1 0 0,1 2 1 0 0,0 0-1 0 0,1 2 1 0 0,42-9-1 0 0,-46 14-111 0 0,0 2 0 0 0,0 1 0 0 0,0 1 0 0 0,1 1 0 0 0,-1 2 0 0 0,0 1 0 0 0,54 8 0 0 0,-74-8-101 0 0,-1 1 1 0 0,0 0-1 0 0,0 1 0 0 0,0 0 0 0 0,0 0 0 0 0,-1 0 0 0 0,1 1 0 0 0,11 8 1 0 0,-16-10-78 0 0,1 0 0 0 0,-1 0 0 0 0,1 0 0 0 0,-1 1 0 0 0,0-1 0 0 0,0 1 1 0 0,0 0-1 0 0,-1-1 0 0 0,1 1 0 0 0,-1 0 0 0 0,1 0 0 0 0,-1 0 0 0 0,0 0 1 0 0,0 0-1 0 0,0 1 0 0 0,0-1 0 0 0,-1 0 0 0 0,1 0 0 0 0,-1 0 0 0 0,0 1 0 0 0,0-1 1 0 0,-1 5-1 0 0,0 0-833 0 0,0 0 0 0 0,-1 0 0 0 0,0 0-1 0 0,-1 0 1 0 0,-5 13 0 0 0,-4 0-2845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2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71 1796 0 0,'-40'-62'10784'0'0,"39"60"-10415"0"0,-4-5 638 0 0,19 75-594 0 0,-7-35-337 0 0,6 46 0 0 0,-1 186-536 0 0,-22-88-6920 0 0,5-148 3103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47 373 2464 0 0,'-3'1'1836'0'0,"-40"5"4832"0"0,45-3-5926 0 0,-2-3-725 0 0,0 1 1 0 0,0-1 0 0 0,0 0-1 0 0,0 0 1 0 0,0 1-1 0 0,0-1 1 0 0,0 0-1 0 0,0 1 1 0 0,1-1 0 0 0,-1 0-1 0 0,0 0 1 0 0,0 1-1 0 0,0-1 1 0 0,0 0-1 0 0,0 0 1 0 0,1 0 0 0 0,-1 1-1 0 0,0-1 1 0 0,0 0-1 0 0,0 0 1 0 0,1 0 0 0 0,-1 1-1 0 0,0-1 1 0 0,0 0-1 0 0,1 0 1 0 0,-1 0-1 0 0,0 0 1 0 0,0 0 0 0 0,1 0-1 0 0,-1 1 1 0 0,0-1-1 0 0,1 0 1 0 0,-1 0-1 0 0,0 0 1 0 0,0 0 0 0 0,1 0-1 0 0,-1 0 1 0 0,39 1 519 0 0,-1-2 1 0 0,65-8 0 0 0,81-24-312 0 0,-120 20-146 0 0,-45 9-1 0 0,25-3-969 0 0,-1-3-1 0 0,81-29 1 0 0,-112 34 661 0 0,-1 0 1 0 0,1-1 0 0 0,-1 0 0 0 0,0-1 0 0 0,0-1 0 0 0,-1 1-1 0 0,0-2 1 0 0,0 1 0 0 0,-1-2 0 0 0,0 1 0 0 0,-1-1 0 0 0,0 0-1 0 0,0-1 1 0 0,9-18 0 0 0,-6 4 1073 0 0,10-33 0 0 0,-3 7 569 0 0,-17 50-1324 0 0,0 2-44 0 0,1 0 0 0 0,-1 0 0 0 0,0 0 0 0 0,0 0 0 0 0,1 1 0 0 0,-1-1 0 0 0,0 0 0 0 0,0 1 0 0 0,0-1 0 0 0,0 1 0 0 0,0-1 0 0 0,0 1 0 0 0,-1-1 0 0 0,1 1 0 0 0,0-1 0 0 0,-1 1 0 0 0,1 2 0 0 0,0-2 28 0 0,6 20 445 0 0,-1 0-1 0 0,0 1 0 0 0,-2-1 1 0 0,3 47-1 0 0,-9 92 498 0 0,-4-97 1179 0 0,-5-71-1993 0 0,10 2-183 0 0,0 0 0 0 0,0 0-1 0 0,0 1 1 0 0,1-1 0 0 0,0 0 0 0 0,0 0-1 0 0,0 0 1 0 0,0 0 0 0 0,2-6 0 0 0,-1 5-2 0 0,0-4-13 0 0,1-1 1 0 0,0 0 0 0 0,1 1 0 0 0,0 0-1 0 0,0-1 1 0 0,1 1 0 0 0,1 1-1 0 0,0-1 1 0 0,0 1 0 0 0,1-1 0 0 0,0 2-1 0 0,0-1 1 0 0,1 1 0 0 0,11-10 0 0 0,-14 13-9 0 0,2 1 1 0 0,-1-1 0 0 0,0 2 0 0 0,1-1 0 0 0,0 1 0 0 0,0-1 0 0 0,0 1 0 0 0,0 1 0 0 0,1 0 0 0 0,-1-1-1 0 0,0 2 1 0 0,1-1 0 0 0,0 1 0 0 0,-1 0 0 0 0,1 0 0 0 0,0 1 0 0 0,0 0 0 0 0,-1 0 0 0 0,1 1 0 0 0,0 0-1 0 0,-1 0 1 0 0,1 0 0 0 0,-1 1 0 0 0,8 3 0 0 0,-6-2 1 0 0,0 0 0 0 0,-1 1 0 0 0,0-1 0 0 0,1 2 0 0 0,-1-1 0 0 0,-1 1 0 0 0,1 0 1 0 0,-1 1-1 0 0,0-1 0 0 0,0 1 0 0 0,-1 0 0 0 0,1 1 0 0 0,-1-1 0 0 0,4 9 0 0 0,-6-9 4 0 0,0 0 0 0 0,0 0 1 0 0,-1 0-1 0 0,0 0 0 0 0,0 1 0 0 0,0-1 0 0 0,-1 1 1 0 0,0-1-1 0 0,0 1 0 0 0,-1 0 0 0 0,0-1 0 0 0,0 1 1 0 0,0 0-1 0 0,-1-1 0 0 0,0 1 0 0 0,-1-1 1 0 0,-2 10-1 0 0,4-14 2 0 0,-1-1 1 0 0,1 0-1 0 0,-1 0 0 0 0,1 0 1 0 0,-1 1-1 0 0,1-1 1 0 0,-1 0-1 0 0,0 0 0 0 0,1 0 1 0 0,-1 0-1 0 0,0 0 1 0 0,0 0-1 0 0,-1 1 0 0 0,1-2-3 0 0,1 0 0 0 0,0 0-1 0 0,-1 1 1 0 0,1-1 0 0 0,0 0-1 0 0,-1 0 1 0 0,1 0 0 0 0,0 0-1 0 0,-1 0 1 0 0,1 0 0 0 0,0 0-1 0 0,-1 0 1 0 0,1 0 0 0 0,-1 0-1 0 0,1 0 1 0 0,0 0 0 0 0,-1 0-1 0 0,1-1 1 0 0,0 1 0 0 0,-1 0-1 0 0,1 0 1 0 0,0 0 0 0 0,-1 0-1 0 0,1-1 1 0 0,0 1-1 0 0,0 0 1 0 0,-1 0 0 0 0,1-1-1 0 0,-2 0 2 0 0,1-1-1 0 0,0 1 1 0 0,0-1-1 0 0,0 0 0 0 0,0 0 1 0 0,0 1-1 0 0,0-1 1 0 0,0 0-1 0 0,0 0 0 0 0,0-3 1 0 0,0-1-3 0 0,1-1 1 0 0,0 1-1 0 0,0-1 1 0 0,1 1 0 0 0,-1-1-1 0 0,1 1 1 0 0,1-1-1 0 0,-1 1 1 0 0,1 0 0 0 0,1 0-1 0 0,-1 0 1 0 0,4-7-1 0 0,3-3-1 0 0,0 0-1 0 0,23-28 0 0 0,-22 31 3 0 0,1 1 0 0 0,1 1 0 0 0,-1 0-1 0 0,2 1 1 0 0,0 0 0 0 0,0 1 0 0 0,0 1-1 0 0,1 0 1 0 0,28-12 0 0 0,-33 16-3 0 0,0 1 0 0 0,0 0 1 0 0,0 1-1 0 0,1 0 0 0 0,-1 0 1 0 0,1 1-1 0 0,-1 0 0 0 0,1 1 1 0 0,0 0-1 0 0,-1 0 0 0 0,1 1 1 0 0,-1 0-1 0 0,1 1 0 0 0,-1 0 1 0 0,0 1-1 0 0,0-1 0 0 0,15 8 1 0 0,-17-6 5 0 0,0 1 1 0 0,-1-1-1 0 0,0 1 0 0 0,0 1 1 0 0,0-1-1 0 0,-1 1 1 0 0,1 0-1 0 0,-1 0 0 0 0,-1 0 1 0 0,1 1-1 0 0,-1 0 1 0 0,0 0-1 0 0,-1 0 1 0 0,0 0-1 0 0,0 1 0 0 0,0-1 1 0 0,-1 1-1 0 0,3 14 1 0 0,-1 11-51 0 0,0 0 0 0 0,-2 1 1 0 0,-3 39-1 0 0,0-29-262 0 0,3-16-2142 0 0,-2-27 2076 0 0,0 0 0 0 0,0 0 0 0 0,0 0 0 0 0,0 0 0 0 0,0 0 0 0 0,0 0 0 0 0,0 0 0 0 0,1 0 0 0 0,-1 0 0 0 0,0 0 0 0 0,1 0 0 0 0,-1 0 0 0 0,0 0 0 0 0,1 0 0 0 0,-1-1 1 0 0,6 7-2251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73 1220 0 0,'5'-71'8479'0'0,"-5"69"-7816"0"0,1 23 1238 0 0,-23 174 2272 0 0,-36 93-2123 0 0,2-97-1468 0 0,34-121-386 0 0,3-6 468 0 0,19-62-532 0 0,6-23-35 0 0,6 3-95 0 0,2 0-1 0 0,0 0 0 0 0,0 1 1 0 0,2 1-1 0 0,0 0 0 0 0,1 2 1 0 0,0 0-1 0 0,2 0 0 0 0,-1 2 1 0 0,1 0-1 0 0,1 1 0 0 0,0 1 1 0 0,1 1-1 0 0,38-11 0 0 0,-54 19 5 0 0,0 0 0 0 0,0 0-1 0 0,1 0 1 0 0,-1 1 0 0 0,0 0-1 0 0,1 0 1 0 0,-1 1 0 0 0,0-1 0 0 0,0 1-1 0 0,0 0 1 0 0,1 0 0 0 0,-1 1-1 0 0,0 0 1 0 0,0 0 0 0 0,-1 0 0 0 0,1 0-1 0 0,0 1 1 0 0,-1 0 0 0 0,1 0-1 0 0,-1 0 1 0 0,0 0 0 0 0,0 1 0 0 0,0-1-1 0 0,-1 1 1 0 0,1 0 0 0 0,-1 0-1 0 0,0 1 1 0 0,0-1 0 0 0,0 1 0 0 0,-1-1-1 0 0,1 1 1 0 0,-1 0 0 0 0,-1 0-1 0 0,1 0 1 0 0,0 0 0 0 0,-1 0 0 0 0,0 0-1 0 0,0 1 1 0 0,-1-1 0 0 0,0 0-1 0 0,0 6 1 0 0,0 6 210 0 0,-1 0 1 0 0,-1 0-1 0 0,-1 0 0 0 0,0 0 0 0 0,-2 0 1 0 0,1-1-1 0 0,-2 0 0 0 0,0 0 0 0 0,-1 0 0 0 0,-1-1 1 0 0,-11 18-1 0 0,12-22-48 0 0,0-1 0 0 0,-1-1 0 0 0,0 1 0 0 0,-1-1 0 0 0,0-1 0 0 0,0 1 0 0 0,-1-1 0 0 0,0-1 0 0 0,0 0 0 0 0,-1-1 0 0 0,0 0 0 0 0,0 0 0 0 0,0-1 0 0 0,-1 0 0 0 0,0-1 0 0 0,-14 3 0 0 0,17-6-103 0 0,-1 0 0 0 0,1 0 0 0 0,0-1 0 0 0,-1 0 0 0 0,1-1 0 0 0,-1 0 0 0 0,1-1 0 0 0,0 0 0 0 0,0 0 0 0 0,-10-4 0 0 0,14 5-166 0 0,1-1-1 0 0,-1 0 1 0 0,1 0-1 0 0,0 0 1 0 0,-1-1-1 0 0,1 1 1 0 0,0-1-1 0 0,1 0 1 0 0,-1 0-1 0 0,0 0 1 0 0,1-1 0 0 0,0 1-1 0 0,-1-1 1 0 0,1 0-1 0 0,1 0 1 0 0,-1 0-1 0 0,1 0 1 0 0,-1 0-1 0 0,1-1 1 0 0,1 1-1 0 0,-3-6 1 0 0,4 6-207 0 0,0 0 1 0 0,-1 0-1 0 0,2 0 1 0 0,-1 0-1 0 0,0 0 1 0 0,1 0-1 0 0,0 0 1 0 0,0 0-1 0 0,0 0 1 0 0,0 0-1 0 0,0 0 1 0 0,1 0-1 0 0,0 1 1 0 0,0-1-1 0 0,0 1 0 0 0,0-1 1 0 0,3-2-1 0 0,6-9-2316 0 0,1 2-1 0 0,20-19 0 0 0,-25 25 817 0 0,14-14-4921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4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38 2848 0 0,'-2'-14'17176'0'0,"2"14"-17123"0"0,16-3 1193 0 0,29 1-1359 0 0,-17 1 355 0 0,38-6-684 0 0,2-1-3188 0 0,-26 5-5301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79 976 0 0,'-101'57'17975'0'0,"101"-57"-17922"0"0,0 1 0 0 0,0-1-1 0 0,0 0 1 0 0,0 1 0 0 0,0-1 0 0 0,1 0-1 0 0,-1 1 1 0 0,0-1 0 0 0,0 0 0 0 0,1 1 0 0 0,-1-1-1 0 0,0 0 1 0 0,0 0 0 0 0,1 1 0 0 0,-1-1-1 0 0,0 0 1 0 0,1 0 0 0 0,-1 1 0 0 0,0-1 0 0 0,1 0-1 0 0,-1 0 1 0 0,0 0 0 0 0,1 0 0 0 0,-1 1-1 0 0,0-1 1 0 0,1 0 0 0 0,-1 0 0 0 0,0 0-1 0 0,1 0 1 0 0,-1 0 0 0 0,1 0 0 0 0,0 0 0 0 0,41-3 443 0 0,-1-2 1 0 0,69-16-1 0 0,-33 5-409 0 0,130-29-3467 0 0,-72 6-6659 0 0,-98 26 3593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88 201 84 0 0,'48'-119'9019'0'0,"-16"38"-4011"0"0,-32 82-4927 0 0,1 0 0 0 0,-1 0-1 0 0,1 0 1 0 0,-1 0 0 0 0,1 0 0 0 0,-1 0-1 0 0,0 0 1 0 0,0 0 0 0 0,1 0-1 0 0,-1 1 1 0 0,0-1 0 0 0,0 0 0 0 0,0 0-1 0 0,0 0 1 0 0,0 0 0 0 0,0 0-1 0 0,-1 1 1 0 0,1 0 0 0 0,-41 190 3905 0 0,-31 94-2508 0 0,49-180-810 0 0,22-104-404 0 0,10-13-134 0 0,4-5-126 0 0,0 1 0 0 0,1 1-1 0 0,0 0 1 0 0,1 1 0 0 0,1 1-1 0 0,0 0 1 0 0,24-13 0 0 0,-28 19-7 0 0,1 0 0 0 0,-1 1 0 0 0,1 1 0 0 0,0 0 0 0 0,0 1 1 0 0,0 0-1 0 0,1 1 0 0 0,16-1 0 0 0,-23 3 1 0 0,1 0 0 0 0,-1 1 0 0 0,1 0 0 0 0,-1 0 1 0 0,0 1-1 0 0,0 0 0 0 0,1 0 0 0 0,-1 0 0 0 0,-1 1 0 0 0,1 0 0 0 0,0 1 0 0 0,-1-1 0 0 0,1 1 0 0 0,-1 0 0 0 0,0 1 1 0 0,9 9-1 0 0,-9-9 70 0 0,-1 0 0 0 0,0 1 1 0 0,0 0-1 0 0,0 0 0 0 0,-1 0 0 0 0,0 1 1 0 0,0-1-1 0 0,-1 1 0 0 0,0 0 1 0 0,0 0-1 0 0,0 0 0 0 0,-1 1 1 0 0,0-1-1 0 0,0 1 0 0 0,-1-1 1 0 0,0 1-1 0 0,-1-1 0 0 0,1 1 0 0 0,-1 0 1 0 0,-1-1-1 0 0,1 1 0 0 0,-2-1 1 0 0,1 1-1 0 0,-1-1 0 0 0,0 1 1 0 0,0-1-1 0 0,-1 0 0 0 0,0 0 0 0 0,0 0 1 0 0,0 0-1 0 0,-1-1 0 0 0,0 1 1 0 0,-1-1-1 0 0,0 0 0 0 0,-7 8 1 0 0,3-5 132 0 0,0-1 0 0 0,0 0 1 0 0,-1 0-1 0 0,-1 0 1 0 0,1-2-1 0 0,-1 1 1 0 0,0-1-1 0 0,0-1 1 0 0,-1 0-1 0 0,1 0 1 0 0,-1-1-1 0 0,-1-1 0 0 0,-13 3 1 0 0,16-5-134 0 0,0 0 0 0 0,-1-1-1 0 0,1 0 1 0 0,0 0 0 0 0,0-1 0 0 0,-1 0 0 0 0,1-1 0 0 0,0 0 0 0 0,0-1-1 0 0,1 0 1 0 0,-1 0 0 0 0,0-1 0 0 0,1 0 0 0 0,0-1 0 0 0,0 0-1 0 0,-11-9 1 0 0,15 11-67 0 0,-1-1 2 0 0,0-1-1 0 0,1 0 0 0 0,-1 0 1 0 0,1 0-1 0 0,0-1 1 0 0,0 0-1 0 0,1 0 1 0 0,0 0-1 0 0,0 0 0 0 0,0-1 1 0 0,-3-7-1 0 0,1 2-6 0 0,-17-32-94 0 0,22 43 106 0 0,-5-7-106 0 0,2 3 89 0 0,3 4 16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3188 0 0,'5'-46'15467'0'0,"2"38"-13814"0"0,-4 7-1598 0 0,0-1 0 0 0,0 1-1 0 0,0 0 1 0 0,1 0 0 0 0,-1 0 0 0 0,0 1 0 0 0,1-1 0 0 0,-1 1 0 0 0,1 0-1 0 0,-1 0 1 0 0,0 0 0 0 0,5 1 0 0 0,6-1 27 0 0,100-6 224 0 0,63-1-3044 0 0,-145 9-384 0 0,-6 5-4446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6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1 720 0 0,'-60'26'7847'0'0,"-25"9"2185"0"0,84-35-9942 0 0,1 0 0 0 0,-1 1-1 0 0,0-1 1 0 0,1 0 0 0 0,-1 0 0 0 0,1 1-1 0 0,-1-1 1 0 0,1 0 0 0 0,-1 0-1 0 0,1 1 1 0 0,0-1 0 0 0,-1 0 0 0 0,1 1-1 0 0,-1-1 1 0 0,1 1 0 0 0,0-1 0 0 0,-1 1-1 0 0,1-1 1 0 0,0 1 0 0 0,-1-1 0 0 0,1 1-1 0 0,0-1-57 0 0,0 1-1 0 0,0-1 0 0 0,1 1 1 0 0,-1-1-1 0 0,0 0 1 0 0,0 1-1 0 0,1-1 0 0 0,-1 0 1 0 0,0 1-1 0 0,1-1 0 0 0,-1 0 1 0 0,0 0-1 0 0,1 1 0 0 0,-1-1 1 0 0,0 0-1 0 0,1 0 0 0 0,-1 1 1 0 0,1-1-1 0 0,-1 0 0 0 0,0 0 1 0 0,1 0-1 0 0,-1 0 0 0 0,1 0 1 0 0,-1 0-1 0 0,0 0 1 0 0,1 0-1 0 0,-1 0 0 0 0,1 0 1 0 0,-1 0-1 0 0,1 0 0 0 0,-1 0 1 0 0,1 0-1 0 0,85 0 584 0 0,157-19 0 0 0,-160 11-1296 0 0,64-10-2195 0 0,-53-1-6971 0 0,-77 13 2817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7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318 129 272 0 0,'34'-19'7104'0'0,"62"-46"-1"0"0,-87 59-5978 0 0,-8 6-1004 0 0,0-1 1 0 0,0 1-1 0 0,-1-1 0 0 0,1 1 0 0 0,0-1 0 0 0,0 1 0 0 0,0-1 0 0 0,-1 1 0 0 0,1-1 0 0 0,0 0 0 0 0,-1 1 1 0 0,1-1-1 0 0,-1 0 0 0 0,1 1 0 0 0,-1-1 0 0 0,1 0 0 0 0,-1 0 0 0 0,1 0 0 0 0,-1 0 0 0 0,0 0 1 0 0,1 1-1 0 0,-1-1 0 0 0,0 0 0 0 0,0 0 0 0 0,0 0 0 0 0,0 0 0 0 0,0 0 0 0 0,0-1 0 0 0,0 0 47 0 0,-5-2 25 0 0,5 4-187 0 0,0 0-1 0 0,0-1 0 0 0,0 1 0 0 0,-1-1 1 0 0,1 1-1 0 0,0 0 0 0 0,0-1 0 0 0,-1 1 1 0 0,1 0-1 0 0,0-1 0 0 0,0 1 1 0 0,-1 0-1 0 0,1-1 0 0 0,0 1 0 0 0,-1 0 1 0 0,1 0-1 0 0,-1-1 0 0 0,1 1 1 0 0,0 0-1 0 0,-1 0 0 0 0,1 0 0 0 0,-1 0 1 0 0,1-1-1 0 0,0 1 0 0 0,-1 0 0 0 0,-10-1 35 0 0,0-1 0 0 0,0 2-1 0 0,-1-1 1 0 0,1 2-1 0 0,0 0 1 0 0,0 0-1 0 0,0 1 1 0 0,0 0 0 0 0,0 0-1 0 0,1 2 1 0 0,-1-1-1 0 0,-15 9 1 0 0,8-4 1 0 0,2 1 0 0 0,-1 1 0 0 0,1 1 0 0 0,1 0 0 0 0,0 1 0 0 0,-22 23 1 0 0,28-24 30 0 0,0 0-1 0 0,1 1 1 0 0,0 0 0 0 0,1 0 0 0 0,0 1 0 0 0,1 0 0 0 0,1 0 0 0 0,0 0 0 0 0,-4 21 0 0 0,-1 14 376 0 0,-6 67-1 0 0,15-102-377 0 0,-11 444 1877 0 0,13-304-1647 0 0,-1-61-53 0 0,-9 453 876 0 0,-6-196-723 0 0,-7 122 2 0 0,13 141-176 0 0,9-612-227 0 0,16 213-234 0 0,-16-211 247 0 0,1 1 0 0 0,-1-1 1 0 0,1 0-1 0 0,0 0 0 0 0,-1 0 0 0 0,1 1 1 0 0,1-1-1 0 0,-1 0 0 0 0,0 0 0 0 0,0 0 1 0 0,1-1-1 0 0,-1 1 0 0 0,1 0 0 0 0,-1 0 1 0 0,1-1-1 0 0,0 1 0 0 0,0-1 0 0 0,2 2 1 0 0,0-1 8 0 0,0 0 1 0 0,1 0 0 0 0,-1 0-1 0 0,1-1 1 0 0,-1 1 0 0 0,1-1 0 0 0,0 0-1 0 0,6 0 1 0 0,7 0-137 0 0,0-1 1 0 0,0-1-1 0 0,28-5 0 0 0,-21 1-777 0 0,1-1 0 0 0,-1 0 0 0 0,0-3 0 0 0,0 0 0 0 0,27-14 0 0 0,-16 3-2873 0 0,0-1 0 0 0,50-40 0 0 0,-43 28-3663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496 116 2300 0 0,'7'-14'2626'0'0,"-2"1"0"0"0,0-1 0 0 0,-1 0 0 0 0,5-27-1 0 0,-9 41-2566 0 0,1-1 0 0 0,-1 0-1 0 0,0 1 1 0 0,0-1 0 0 0,0 0-1 0 0,0 1 1 0 0,0-1 0 0 0,0 0-1 0 0,0 1 1 0 0,0-1 0 0 0,0 0-1 0 0,0 0 1 0 0,0 1 0 0 0,-1-1-1 0 0,1 0 1 0 0,0 1 0 0 0,-1-1-1 0 0,1 1 1 0 0,0-1 0 0 0,-1 0-1 0 0,1 1 1 0 0,0-1 0 0 0,-1 1-1 0 0,1-1 1 0 0,-1 1 0 0 0,1-1-1 0 0,-1 0 1 0 0,-1 1-13 0 0,1 0 1 0 0,0-1-1 0 0,0 1 0 0 0,0 0 0 0 0,0 0 1 0 0,0 0-1 0 0,0 0 0 0 0,-1 0 0 0 0,1 0 1 0 0,0 0-1 0 0,0 0 0 0 0,0 1 0 0 0,0-1 1 0 0,-2 1-1 0 0,-6 2 70 0 0,2 1 1 0 0,-1 0 0 0 0,-9 6-1 0 0,14-8 10 0 0,-63 43 800 0 0,3 3 1 0 0,-109 107 0 0 0,83-60-286 0 0,80-84-582 0 0,0 1 0 0 0,0 0 0 0 0,2 1 1 0 0,-1 0-1 0 0,2 0 0 0 0,-9 24 0 0 0,14-34-47 0 0,0 1 0 0 0,0-1 0 0 0,0 0 0 0 0,1 1 0 0 0,0-1 0 0 0,-1 0-1 0 0,1 1 1 0 0,0-1 0 0 0,1 0 0 0 0,-1 1 0 0 0,1-1 0 0 0,-1 0 0 0 0,1 1 0 0 0,0-1-1 0 0,0 0 1 0 0,1 0 0 0 0,2 6 0 0 0,-1-5-2 0 0,0 0-1 0 0,1 0 1 0 0,-1 0-1 0 0,1 0 1 0 0,0 0 0 0 0,0-1-1 0 0,1 0 1 0 0,-1 1-1 0 0,0-2 1 0 0,8 5 0 0 0,0-2 36 0 0,1 0 1 0 0,0 0 0 0 0,0-1 0 0 0,0 0 0 0 0,1-2 0 0 0,-1 1 0 0 0,1-2 0 0 0,14 1 0 0 0,-20-2 199 0 0,0 0 0 0 0,0 0 0 0 0,-1-1 1 0 0,1 0-1 0 0,0 0 0 0 0,-1-1 0 0 0,1 0 0 0 0,-1 0 0 0 0,0-1 1 0 0,0 0-1 0 0,14-8 0 0 0,-20 11-213 0 0,0-1 0 0 0,-1 0 0 0 0,1 1 0 0 0,0-1 0 0 0,0 0 0 0 0,0 1 0 0 0,-1-1 1 0 0,1 0-1 0 0,0 0 0 0 0,-1 0 0 0 0,1 0 0 0 0,-1 0 0 0 0,1 1 0 0 0,-1-1 0 0 0,1 0 0 0 0,-1 0 0 0 0,0 0 0 0 0,1 0 0 0 0,-1 0 0 0 0,0-1 0 0 0,0 1 0 0 0,0 0 0 0 0,0 0 1 0 0,0-1-1 0 0,0 0-9 0 0,-1 1 0 0 0,0-1 0 0 0,1 1 0 0 0,-1-1 0 0 0,0 1 0 0 0,0-1 0 0 0,1 1 0 0 0,-1-1 0 0 0,-1 1 0 0 0,1 0 0 0 0,0-1 0 0 0,0 1 0 0 0,-2-2-1 0 0,-3-1 3 0 0,1 0-1 0 0,-1 0 0 0 0,0 1 0 0 0,0-1 0 0 0,-1 1 0 0 0,-6-2 0 0 0,3 2-249 0 0,0 0 0 0 0,-1 0-1 0 0,1 1 1 0 0,-1 1 0 0 0,0 0-1 0 0,1 0 1 0 0,-16 2 0 0 0,18 0-667 0 0,1 0-1 0 0,-1 0 1 0 0,1 1 0 0 0,0 0 0 0 0,0 0-1 0 0,0 1 1 0 0,0 0 0 0 0,0 0 0 0 0,1 1-1 0 0,-1 0 1 0 0,-8 6 0 0 0,3-1-4034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31 2140 0 0,'-37'-30'14378'0'0,"35"56"-10797"0"0,9 32-1433 0 0,-3 1 1 0 0,-4 59-1 0 0,-20 116-1542 0 0,17-200-761 0 0,-3 12-2232 0 0,-1-3-5152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2988 0 0,'6'-26'6990'0'0,"5"-10"-1339"0"0,-9 35-5510 0 0,0-1-1 0 0,0 0 0 0 0,0 0 0 0 0,0 1 0 0 0,0-1 0 0 0,0 1 0 0 0,0 0 0 0 0,1 0 0 0 0,-1 0 0 0 0,0 0 1 0 0,1 0-1 0 0,-1 0 0 0 0,3 0 0 0 0,0-1 119 0 0,1 0-159 0 0,1 0 1 0 0,-1 1 0 0 0,1 0-1 0 0,-1 0 1 0 0,1 0 0 0 0,-1 1 0 0 0,1 0-1 0 0,-1 0 1 0 0,1 0 0 0 0,-1 1-1 0 0,1 0 1 0 0,-1 0 0 0 0,1 1 0 0 0,-1 0-1 0 0,0 0 1 0 0,0 1 0 0 0,0-1-1 0 0,8 6 1 0 0,-10-6 20 0 0,0 1-1 0 0,-1 0 1 0 0,1 0-1 0 0,-1 0 1 0 0,0 0-1 0 0,1 0 1 0 0,-1 1-1 0 0,-1-1 1 0 0,1 1-1 0 0,-1 0 1 0 0,1 0-1 0 0,-1 0 1 0 0,0 0-1 0 0,0 1 1 0 0,-1-1-1 0 0,1 0 1 0 0,-1 1-1 0 0,0-1 1 0 0,0 1-1 0 0,-1 0 1 0 0,1-1-1 0 0,-1 1 1 0 0,0-1-1 0 0,0 1 1 0 0,-1 0-1 0 0,-1 8 1 0 0,-1-2 120 0 0,0-1 1 0 0,-1 1-1 0 0,0-1 1 0 0,0 0 0 0 0,-1 0-1 0 0,-1 0 1 0 0,1-1-1 0 0,-9 10 1 0 0,-10 10 709 0 0,-28 28 1 0 0,21-25-209 0 0,-37 39 371 0 0,67-70-1111 0 0,1-1 0 0 0,0 0 1 0 0,-1 1-1 0 0,1-1 1 0 0,-1 1-1 0 0,1-1 0 0 0,0 1 1 0 0,0-1-1 0 0,-1 0 1 0 0,1 1-1 0 0,0-1 0 0 0,0 1 1 0 0,0 0-1 0 0,-1-1 1 0 0,1 1-1 0 0,0-1 0 0 0,0 1 1 0 0,0-1-1 0 0,0 1 1 0 0,0-1-1 0 0,0 1 0 0 0,0-1 1 0 0,0 1-1 0 0,0-1 1 0 0,0 1-1 0 0,1 0 0 0 0,-1-1 1 0 0,0 1-1 0 0,0-1 0 0 0,0 1 1 0 0,1-1-1 0 0,-1 0 1 0 0,0 1-1 0 0,0-1 0 0 0,1 1 1 0 0,-1-1-1 0 0,1 1 1 0 0,-1-1-1 0 0,0 0 0 0 0,1 1 1 0 0,-1-1-1 0 0,1 0 1 0 0,-1 1-1 0 0,1-1 0 0 0,-1 0 1 0 0,1 0-1 0 0,-1 1 1 0 0,1-1-1 0 0,-1 0 0 0 0,1 0 1 0 0,-1 0-1 0 0,1 0 1 0 0,-1 0-1 0 0,1 0 0 0 0,0 0 1 0 0,33 5 32 0 0,-33-5-33 0 0,40 1 28 0 0,0-2-1 0 0,0-2 1 0 0,52-11 0 0 0,117-40-1216 0 0,-192 48 254 0 0,0 0-1 0 0,-1-1 1 0 0,30-17 0 0 0,-41 20 52 0 0,0 0-1 0 0,0-1 1 0 0,0 0 0 0 0,-1 0 0 0 0,6-6 0 0 0,-7 6-457 0 0,-1 0 1 0 0,1 0-1 0 0,-1 0 1 0 0,0-1-1 0 0,0 1 1 0 0,-1-1-1 0 0,2-5 0 0 0,3-8-4693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1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753 211 2488 0 0,'-48'-128'17965'0'0,"48"126"-17587"0"0,0 1-346 0 0,0 0 1 0 0,0 0 0 0 0,1-1-1 0 0,-1 1 1 0 0,1 0 0 0 0,-1 0-1 0 0,1 0 1 0 0,0 0 0 0 0,-1 0-1 0 0,1 0 1 0 0,0 0 0 0 0,0 0-1 0 0,0 0 1 0 0,0 0 0 0 0,-1 0-1 0 0,1 1 1 0 0,0-1 0 0 0,1 0-1 0 0,-1 0 1 0 0,0 1 0 0 0,0-1 0 0 0,0 1-1 0 0,0-1 1 0 0,0 1 0 0 0,2-1-1 0 0,35-8 183 0 0,-32 8-175 0 0,106-18 131 0 0,1 5 1 0 0,150 0-1 0 0,-236 13-149 0 0,-20 2-9 0 0,4 2 2 0 0,-8-2 25 0 0,1 0 0 0 0,-1 0 0 0 0,1 0 0 0 0,-1 0 0 0 0,0 1 0 0 0,0 0 0 0 0,0 0 0 0 0,0 0 0 0 0,0 0 0 0 0,0 0 0 0 0,0 0 0 0 0,-1 1 0 0 0,1-1 0 0 0,2 4 0 0 0,-2-1 156 0 0,0-1 0 0 0,-1 1 0 0 0,1 0 0 0 0,-1 0-1 0 0,0 0 1 0 0,0 1 0 0 0,0-1 0 0 0,-1 0 0 0 0,2 9 0 0 0,3 46 1576 0 0,-3 1 0 0 0,-6 96 0 0 0,0-95-1050 0 0,-19 414-184 0 0,-2 59 218 0 0,26 0-379 0 0,16-229-377 0 0,5 231 0 0 0,-23-492 0 0 0,1-5 0 0 0,-8 67 0 0 0,6-102 0 0 0,0 0 0 0 0,0 0 0 0 0,-1 1 0 0 0,0-1 0 0 0,0-1 0 0 0,-1 1 0 0 0,1 0 0 0 0,-1 0 0 0 0,0-1 0 0 0,0 0 0 0 0,-1 1 0 0 0,1-1 0 0 0,-1 0 0 0 0,0-1 0 0 0,0 1 0 0 0,0-1 0 0 0,0 0 0 0 0,-1 0 0 0 0,1 0 0 0 0,-1 0 0 0 0,0-1 0 0 0,-6 3 0 0 0,-12 4 0 0 0,-1-1 0 0 0,-1-1 0 0 0,-35 6 0 0 0,49-11 0 0 0,-154 22-3316 0 0,-209 5-1 0 0,228-20 1365 0 0,-138 3-9171 0 0,108-10 468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2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75 114 76 0 0,'-3'-9'1097'0'0,"0"1"0"0"0,0-1 0 0 0,-1 1 0 0 0,0 0 0 0 0,-1 0-1 0 0,0 0 1 0 0,0 1 0 0 0,-6-8 0 0 0,-16-18 857 0 0,25 32-1864 0 0,0 13-9 0 0,11 11-19 0 0,1-1 1 0 0,1 0-1 0 0,1 0 0 0 0,1-1 0 0 0,0-1 0 0 0,23 25 1 0 0,107 105 308 0 0,-9-37-169 0 0,-50-44-2777 0 0,-49-44-2659 0 0,-28-19 2365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2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485 127 1068 0 0,'-40'-125'11833'0'0,"40"123"-11623"0"0,-3 3 22 0 0,0 0-155 0 0,0 0 0 0 0,0 0 1 0 0,0 0-1 0 0,1 0 0 0 0,-1 1 0 0 0,0 0 0 0 0,1-1 0 0 0,-1 1 0 0 0,1 0 0 0 0,-1 0 0 0 0,1 0 0 0 0,0 1 0 0 0,-3 3 1 0 0,-29 39 531 0 0,26-32-479 0 0,-319 500 116 0 0,320-500-1154 0 0,1 0-1 0 0,-7 20 0 0 0,11-28-420 0 0,0 1-1 0 0,1 0 1 0 0,0 0-1 0 0,0 12 1 0 0,2-9-2302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34 1884 0 0,'15'-26'7053'0'0,"-9"18"-3904"0"0,-5 9-3093 0 0,-1-1 0 0 0,1 1 1 0 0,0-1-1 0 0,-1 1 0 0 0,1-1 0 0 0,-1 1 1 0 0,1-1-1 0 0,-1 1 0 0 0,1 0 1 0 0,-1-1-1 0 0,0 1 0 0 0,1 0 0 0 0,-1-1 1 0 0,0 1-1 0 0,0 0 0 0 0,1 0 0 0 0,-1-1 1 0 0,0 1-1 0 0,0 0 0 0 0,0 0 1 0 0,0-1-1 0 0,0 1 0 0 0,0 0 0 0 0,0 1 1 0 0,1 22 605 0 0,-1-23-617 0 0,-22 269 2221 0 0,11-172-3962 0 0,3 1-3646 0 0,6-84 2316 0 0,-3-1-972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3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27 203 356 0 0,'0'-14'1958'0'0,"0"0"0"0"0,1 0 1 0 0,5-26-1 0 0,-4 35-1785 0 0,0-1 0 0 0,0 1 0 0 0,0 0 0 0 0,0 0 1 0 0,1 0-1 0 0,0 0 0 0 0,0 1 0 0 0,0-1 0 0 0,0 1 0 0 0,1 0 1 0 0,0 0-1 0 0,0 0 0 0 0,4-3 0 0 0,1 0-51 0 0,0 1-1 0 0,0 0 1 0 0,0 1-1 0 0,0 0 1 0 0,1 0 0 0 0,0 1-1 0 0,20-5 1 0 0,-24 7-112 0 0,0 1 0 0 0,0 0 1 0 0,-1 0-1 0 0,1 1 1 0 0,1-1-1 0 0,-1 2 0 0 0,0-1 1 0 0,0 0-1 0 0,-1 1 0 0 0,1 0 1 0 0,0 1-1 0 0,0-1 1 0 0,0 1-1 0 0,-1 0 0 0 0,9 4 1 0 0,-12-4-3 0 0,0-1 1 0 0,0 0-1 0 0,0 1 1 0 0,0-1-1 0 0,-1 1 0 0 0,1-1 1 0 0,0 1-1 0 0,-1 0 1 0 0,0 0-1 0 0,1 0 1 0 0,-1 0-1 0 0,0 0 0 0 0,0 0 1 0 0,0 0-1 0 0,0 0 1 0 0,0 0-1 0 0,0 5 1 0 0,0-3 3 0 0,0 1 0 0 0,-1 0 0 0 0,0 0 0 0 0,0 0 1 0 0,0 0-1 0 0,-1 0 0 0 0,0-1 0 0 0,-1 7 0 0 0,-3 3 5 0 0,0 1-1 0 0,0-1 0 0 0,-2 0 1 0 0,-11 19-1 0 0,-48 71 83 0 0,65-102-67 0 0,0-2-32 0 0,1 0-1 0 0,0 0 1 0 0,0 0-1 0 0,0 1 1 0 0,0-1-1 0 0,0 0 0 0 0,0 0 1 0 0,-1 1-1 0 0,1-1 1 0 0,0 0-1 0 0,0 0 0 0 0,0 1 1 0 0,0-1-1 0 0,0 0 1 0 0,0 0-1 0 0,0 1 1 0 0,0-1-1 0 0,0 0 0 0 0,0 0 1 0 0,0 1-1 0 0,0-1 1 0 0,0 0-1 0 0,0 0 1 0 0,0 1-1 0 0,0-1 0 0 0,1 0 1 0 0,-1 0-1 0 0,0 1 1 0 0,0-1-1 0 0,0 0 0 0 0,0 0 1 0 0,0 0-1 0 0,1 1 1 0 0,-1-1-1 0 0,0 0 1 0 0,0 0-1 0 0,0 0 0 0 0,1 1 1 0 0,56 1 41 0 0,-41-2-39 0 0,-1 0 0 0 0,1 1 0 0 0,-1 1-1 0 0,1 0 1 0 0,25 8 0 0 0,-34-7 55 0 0,0-1 1 0 0,-1 1 0 0 0,1 0-1 0 0,-1 1 1 0 0,1 0 0 0 0,-1 0-1 0 0,0 0 1 0 0,-1 0 0 0 0,1 1-1 0 0,-1 0 1 0 0,0 1 0 0 0,7 8-1 0 0,-9-10 103 0 0,-1 1 0 0 0,0-1 0 0 0,1 1 0 0 0,-2-1-1 0 0,1 1 1 0 0,0 0 0 0 0,-1 0 0 0 0,0 0 0 0 0,0 0-1 0 0,-1 0 1 0 0,1 0 0 0 0,-1 0 0 0 0,0 0 0 0 0,0 0-1 0 0,-1 0 1 0 0,1 0 0 0 0,-1 0 0 0 0,-3 10-1 0 0,-1-2 214 0 0,0 0-1 0 0,-1 0 0 0 0,-1 0 1 0 0,1-1-1 0 0,-2 0 0 0 0,0 0 1 0 0,0-1-1 0 0,-1 0 0 0 0,-1 0 0 0 0,0-1 1 0 0,0-1-1 0 0,-1 1 0 0 0,0-2 1 0 0,0 1-1 0 0,-1-2 0 0 0,-19 11 1 0 0,20-13-265 0 0,0 0 1 0 0,1-1 0 0 0,-2 0 0 0 0,1-1 0 0 0,0 0 0 0 0,-1-1-1 0 0,1 0 1 0 0,-1 0 0 0 0,1-2 0 0 0,-1 1 0 0 0,0-1 0 0 0,0-1 0 0 0,1 0-1 0 0,-1-1 1 0 0,1 0 0 0 0,-1-1 0 0 0,1 0 0 0 0,0-1 0 0 0,0 0-1 0 0,-15-8 1 0 0,23 10-241 0 0,-1 0-1 0 0,1 0 0 0 0,0 0 1 0 0,0 0-1 0 0,0-1 1 0 0,1 1-1 0 0,-1-1 0 0 0,0 0 1 0 0,1 0-1 0 0,0 1 1 0 0,0-2-1 0 0,0 1 0 0 0,0 0 1 0 0,0 0-1 0 0,0-1 1 0 0,1 1-1 0 0,0-1 0 0 0,-2-4 1 0 0,3 4-250 0 0,0 0 1 0 0,-1 0-1 0 0,1-1 0 0 0,1 1 1 0 0,-1 0-1 0 0,0 0 1 0 0,1-1-1 0 0,0 1 1 0 0,0 0-1 0 0,0 0 0 0 0,1 0 1 0 0,0 0-1 0 0,-1 0 1 0 0,1 0-1 0 0,5-6 0 0 0,2-4-2391 0 0,2 0-1 0 0,15-16 0 0 0,-5 8-2532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2300 0 0,'8'-8'12329'0'0,"2"4"-11993"0"0,1 1 0 0 0,-1 1 0 0 0,0 0 0 0 0,12-1 0 0 0,10-2-105 0 0,60-16-991 0 0,-32 3-6981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1832 0 0,'-14'10'1544'0'0,"1"1"0"0"0,0 0-1 0 0,1 1 1 0 0,0 0 0 0 0,1 1 0 0 0,-11 16-1 0 0,22-29-1505 0 0,0 1 0 0 0,-1 0 0 0 0,1-1 0 0 0,0 1 0 0 0,0-1 0 0 0,0 1 0 0 0,0 0 0 0 0,0-1 0 0 0,0 1 0 0 0,0 0 0 0 0,0-1 0 0 0,0 1 0 0 0,0 0 0 0 0,0-1 0 0 0,1 1 0 0 0,-1-1 0 0 0,0 1 0 0 0,0 0 0 0 0,1-1 0 0 0,-1 1 0 0 0,0-1 0 0 0,1 1 0 0 0,-1-1 0 0 0,0 1 0 0 0,1-1 0 0 0,-1 1 0 0 0,1-1 0 0 0,-1 1 0 0 0,1-1 0 0 0,-1 0 0 0 0,1 1 0 0 0,-1-1 0 0 0,1 0 0 0 0,-1 1 0 0 0,1-1 0 0 0,0 0 0 0 0,-1 0 0 0 0,1 1 0 0 0,-1-1 0 0 0,1 0 0 0 0,0 0-1 0 0,-1 0 1 0 0,1 0 0 0 0,0 0 0 0 0,-1 0 0 0 0,1 0 0 0 0,0 0 0 0 0,-1 0 0 0 0,2 0 0 0 0,42-4-374 0 0,0-1 0 0 0,70-18 0 0 0,-54 10-1051 0 0,67-14-3930 0 0,-57 11 896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4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396 131 36 0 0,'12'-48'5722'0'0,"-7"36"-4034"0"0,-2-1 0 0 0,0 0 0 0 0,0 0 0 0 0,1-18 0 0 0,-5 33-1648 0 0,1 1 1 0 0,-1-1-1 0 0,0 1 1 0 0,0-1-1 0 0,0 0 0 0 0,0 0 1 0 0,-1 1-1 0 0,-2 2 1 0 0,-4 9 139 0 0,-82 197 2281 0 0,-86 308-1 0 0,71-93-1284 0 0,91-344-1057 0 0,3 1 0 0 0,4-1 0 0 0,4 107 0 0 0,5-157-94 0 0,1 0-1 0 0,1 0 1 0 0,2 0-1 0 0,2 0 0 0 0,0-1 1 0 0,2 0-1 0 0,19 39 1 0 0,-21-53-401 0 0,1-1 0 0 0,1 0 0 0 0,1 0-1 0 0,0-1 1 0 0,1 0 0 0 0,0-1 0 0 0,1 0 0 0 0,1-1 0 0 0,0-1 0 0 0,1 0 0 0 0,0-1 0 0 0,1-1 0 0 0,33 17-1 0 0,-35-20-1083 0 0,1-1-1 0 0,-1-1 0 0 0,1-1 1 0 0,22 4-1 0 0,11-3-5077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22 2336 0 0,'-54'-15'8030'0'0,"51"14"-7326"0"0,-14-1 766 0 0,8-1 94 0 0,24 3-1576 0 0,98 3-985 0 0,-94-2-2239 0 0,36 9 0 0 0,-39-5-983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9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9 348 0 0,'-31'16'4198'0'0,"19"-10"-1731"0"0,0 0 1 0 0,-25 9 0 0 0,47-9-2011 0 0,-3-6-406 0 0,0 1-1 0 0,0-1 1 0 0,0-1 0 0 0,0 1 0 0 0,0-1 0 0 0,0 0-1 0 0,13-4 1 0 0,6-1-107 0 0,169-28-5994 0 0,-136 23 1748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48 138 1816 0 0,'-21'-113'14017'0'0,"35"121"-13652"0"0,-7-2-238 0 0,-1 1-1 0 0,0-1 0 0 0,-1 1 1 0 0,1 0-1 0 0,-1 1 0 0 0,5 10 1 0 0,20 48 450 0 0,-24-53-441 0 0,-1 1-1 0 0,-1 0 1 0 0,0 0-1 0 0,-1 0 0 0 0,3 26 1 0 0,-6-31-3 0 0,0-1 0 0 0,0 1-1 0 0,-1-1 1 0 0,0 1 0 0 0,-1-1 0 0 0,0 1 0 0 0,0-1 0 0 0,-1 0 0 0 0,0 0-1 0 0,0 0 1 0 0,-6 9 0 0 0,3-7 16 0 0,-1 0 0 0 0,0-1 0 0 0,0 1-1 0 0,-1-1 1 0 0,0-1 0 0 0,-1 0 0 0 0,0 0 0 0 0,0 0 0 0 0,-17 9-1 0 0,26-17-140 0 0,-1 1 0 0 0,0-1 0 0 0,0 1 0 0 0,1-1 0 0 0,-1 1 0 0 0,0-1 0 0 0,0 1 0 0 0,0-1 0 0 0,1 0 0 0 0,-1 1 0 0 0,0-1 0 0 0,0 0 0 0 0,0 0 0 0 0,0 0 0 0 0,0 0 0 0 0,0 0 0 0 0,0 0 0 0 0,-1 0 0 0 0,1 0-6 0 0,1-1 0 0 0,0 1 0 0 0,-1 0 0 0 0,1-1 1 0 0,0 1-1 0 0,-1 0 0 0 0,1-1 0 0 0,0 1 0 0 0,0-1 1 0 0,-1 1-1 0 0,1 0 0 0 0,0-1 0 0 0,0 1 1 0 0,0-1-1 0 0,0 1 0 0 0,-1-1 0 0 0,1 1 0 0 0,0-1 1 0 0,0 1-1 0 0,0 0 0 0 0,0-1 0 0 0,0 1 0 0 0,0-1 1 0 0,1 0-1 0 0,-1-3 0 0 0,1 1 1 0 0,-1-1-1 0 0,1 0 1 0 0,0 1-1 0 0,1-1 1 0 0,2-5-1 0 0,23-32-54 0 0,1 0 0 0 0,65-68 1 0 0,-54 65-5 0 0,16-21 30 0 0,53-58 30 0 0,-101 113-14 0 0,-14 7-8 0 0,-16 10 11 0 0,12 2 21 0 0,0 0-1 0 0,0 1 0 0 0,1 0 1 0 0,0 1-1 0 0,1 0 0 0 0,-10 16 1 0 0,4-2 21 0 0,0 0 1 0 0,-11 29-1 0 0,22-45-18 0 0,1-1 0 0 0,0 1-1 0 0,0 0 1 0 0,1 0 0 0 0,0 0 0 0 0,1 0-1 0 0,0 0 1 0 0,0 0 0 0 0,1 0-1 0 0,0 1 1 0 0,0-1 0 0 0,1 0-1 0 0,3 11 1 0 0,-2-13-72 0 0,0 0 0 0 0,1 0 0 0 0,0-1-1 0 0,0 1 1 0 0,1-1 0 0 0,0 1 0 0 0,0-1-1 0 0,0 0 1 0 0,1 0 0 0 0,0-1 0 0 0,0 1 0 0 0,0-1-1 0 0,1 0 1 0 0,0-1 0 0 0,0 1 0 0 0,12 5 0 0 0,-7-4-621 0 0,1 0 0 0 0,0-2 0 0 0,0 1 0 0 0,0-2 1 0 0,1 1-1 0 0,-1-2 0 0 0,1 0 0 0 0,0 0 1 0 0,16-1-1 0 0,-12-1-1346 0 0,1-1 1 0 0,-1 0 0 0 0,27-7-1 0 0,-22 3-1737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0 106 120 0 0,'39'-91'14399'0'0,"-32"77"-11963"0"0,-6 14-2402 0 0,-1-1-1 0 0,0 1 0 0 0,0 0 0 0 0,0 0 0 0 0,1 0 0 0 0,-1 0 0 0 0,0 0 0 0 0,0 0 0 0 0,0 0 0 0 0,1 0 0 0 0,-1 0 0 0 0,0 0 0 0 0,0 0 0 0 0,0 0 0 0 0,1 0 0 0 0,-1 0 0 0 0,0 1 0 0 0,0-1 0 0 0,0 0 0 0 0,1 0 0 0 0,-1 0 0 0 0,0 0 0 0 0,0 0 0 0 0,0 0 0 0 0,0 0 0 0 0,1 0 0 0 0,-1 1 0 0 0,0-1 0 0 0,0 0 0 0 0,0 0 0 0 0,0 0 0 0 0,0 0 0 0 0,0 1 0 0 0,0-1 0 0 0,1 0 0 0 0,-1 0 0 0 0,0 0 0 0 0,0 1 0 0 0,9 29 791 0 0,-5-16-401 0 0,-1-5-338 0 0,0 0 1 0 0,1 0-1 0 0,1-1 0 0 0,-1 1 1 0 0,1-1-1 0 0,1 0 0 0 0,0 0 1 0 0,10 10-1 0 0,-12-14-59 0 0,1 0 0 0 0,0 0 0 0 0,0-1 0 0 0,0 1 0 0 0,0-1 0 0 0,0 0 0 0 0,1-1 0 0 0,-1 1 0 0 0,1-1-1 0 0,-1-1 1 0 0,1 1 0 0 0,0-1 0 0 0,0 0 0 0 0,7 1 0 0 0,-9-2-5 0 0,1 0-1 0 0,-1 0 0 0 0,1-1 1 0 0,-1 0-1 0 0,1 1 1 0 0,-1-2-1 0 0,1 1 1 0 0,-1 0-1 0 0,0-1 0 0 0,0 0 1 0 0,1 0-1 0 0,-1 0 1 0 0,7-6-1 0 0,2-1 67 0 0,-1-2-1 0 0,16-17 0 0 0,-16 16 33 0 0,71-77 3446 0 0,-83 88-3285 0 0,1 1-268 0 0,-1 0-1 0 0,1 0 0 0 0,-1 0 0 0 0,1 0 1 0 0,-1 0-1 0 0,1 0 0 0 0,-1 0 1 0 0,1 0-1 0 0,-1 0 0 0 0,1 1 1 0 0,-1-1-1 0 0,1 0 0 0 0,-1 0 0 0 0,1 1 1 0 0,-1-1-1 0 0,0 0 0 0 0,1 0 1 0 0,-1 1-1 0 0,0-1 0 0 0,1 1 1 0 0,-1-1-1 0 0,0 0 0 0 0,1 1 0 0 0,-1-1 1 0 0,0 1-1 0 0,0-1 0 0 0,1 0 1 0 0,-1 1-1 0 0,0-1 0 0 0,0 1 0 0 0,0-1 1 0 0,0 1-1 0 0,0-1 0 0 0,1 1 1 0 0,-1-1-1 0 0,0 1 0 0 0,0-1 1 0 0,0 1-1 0 0,-1 0 0 0 0,2 23 331 0 0,-1-23-327 0 0,-5 42 353 0 0,-2-1 1 0 0,-13 44-1 0 0,-7 42-201 0 0,19-84-106 0 0,3-24-794 0 0,-3 42 0 0 0,7-57 153 0 0,1 0 1 0 0,0 0-1 0 0,0-1 1 0 0,1 1-1 0 0,0 0 1 0 0,-1 0-1 0 0,1-1 0 0 0,1 1 1 0 0,-1 0-1 0 0,1-1 1 0 0,0 0-1 0 0,0 1 0 0 0,0-1 1 0 0,3 4-1 0 0,5 3-2485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615 159 1084 0 0,'-33'-70'6955'0'0,"20"43"-2997"0"0,-13-34 0 0 0,43 84 1800 0 0,28 47-4273 0 0,-10-8-914 0 0,-2 2-1 0 0,-3 2 1 0 0,-3 0 0 0 0,-3 2-1 0 0,-3 1 1 0 0,-3 1 0 0 0,14 105-1 0 0,-25-113-509 0 0,-4 0-1 0 0,-1-1 0 0 0,-4 1 1 0 0,-2 0-1 0 0,-3 0 1 0 0,-3-1-1 0 0,-2-1 0 0 0,-3 1 1 0 0,-23 57-1 0 0,7-41-652 0 0,-3-2 1 0 0,-4-1-1 0 0,-2-2 0 0 0,-87 115 0 0 0,78-125-2221 0 0,-89 85-1 0 0,87-100-2239 0 0,-113 79 1 0 0,87-77-2220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3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15 1308 0 0,'-22'-15'17424'0'0,"34"16"-16052"0"0,10 1-1469 0 0,137 1 160 0 0,-17-1-3794 0 0,-49 5-5039 0 0,-79-5 3605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1 372 0 0,'-158'51'8962'0'0,"57"-20"-3863"0"0,99-30-4316 0 0,17-3-580 0 0,30-3 0 0 0,-6 2-112 0 0,411-42-2857 0 0,-325 34-2232 0 0,-56 4-547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92 196 700 0 0,'-31'-56'7621'0'0,"-24"-65"0"0"0,49 104-6898 0 0,6 17-715 0 0,0 0 0 0 0,0 0-1 0 0,0 0 1 0 0,0 1-1 0 0,0-1 1 0 0,0 0-1 0 0,0 0 1 0 0,0 0-1 0 0,1 0 1 0 0,-1 0-1 0 0,0 0 1 0 0,0 0 0 0 0,0 0-1 0 0,0 0 1 0 0,0 0-1 0 0,0 0 1 0 0,0 0-1 0 0,0 0 1 0 0,0 0-1 0 0,0 0 1 0 0,0 0-1 0 0,0 0 1 0 0,0 0 0 0 0,1 0-1 0 0,-1 0 1 0 0,0 0-1 0 0,0 0 1 0 0,0 0-1 0 0,0 0 1 0 0,0 0-1 0 0,0 0 1 0 0,0 0 0 0 0,0 0-1 0 0,0 0 1 0 0,0 0-1 0 0,0 0 1 0 0,0 0-1 0 0,0 0 1 0 0,0 0-1 0 0,0-1 1 0 0,1 1-1 0 0,-1 0 1 0 0,0 0 0 0 0,0 0-1 0 0,0 0 1 0 0,0 0-1 0 0,0 0 1 0 0,0 0-1 0 0,0 0 1 0 0,0 0-1 0 0,0 0 1 0 0,0 0-1 0 0,0 0 1 0 0,0 0 0 0 0,0 0-1 0 0,0-1 1 0 0,0 1-1 0 0,0 0 1 0 0,0 0-1 0 0,0 0 1 0 0,0 0-1 0 0,0 0 1 0 0,0 0 0 0 0,0 0-1 0 0,0 0 1 0 0,0 0-1 0 0,0 0 1 0 0,17 18 621 0 0,-13-13-508 0 0,23 29 751 0 0,25 45 1 0 0,-35-52-673 0 0,166 279 581 0 0,-110-171-6169 0 0,-55-100-2227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5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93 40 0 0,'-28'-85'12494'0'0,"28"85"-12454"0"0,0-1 0 0 0,0 1 0 0 0,0 0 0 0 0,0-1 0 0 0,-1 1 0 0 0,1-1 1 0 0,0 1-1 0 0,-1 0 0 0 0,1-1 0 0 0,0 1 0 0 0,0 0 0 0 0,-1-1 0 0 0,1 1 0 0 0,-1 0 0 0 0,1 0 1 0 0,0-1-1 0 0,-1 1 0 0 0,1 0 0 0 0,-1 0 0 0 0,1-1 0 0 0,0 1 0 0 0,-1 0 0 0 0,1 0 0 0 0,-1 0 1 0 0,1 0-1 0 0,-1 0 0 0 0,1 0 0 0 0,-1 0 0 0 0,1 0 0 0 0,-1 0 0 0 0,1 0 0 0 0,0 0 0 0 0,-1 0 1 0 0,1 0-1 0 0,-1 0 0 0 0,1 0 0 0 0,-1 0 0 0 0,0 1 0 0 0,-15 7 657 0 0,1 4-178 0 0,1 1-1 0 0,0 1 1 0 0,-20 25-1 0 0,-33 53 287 0 0,39-52-545 0 0,-48 70-130 0 0,-77 146 0 0 0,146-241-762 0 0,0 0 0 0 0,-8 31 0 0 0,7-6-1998 0 0,10 0-3349 0 0,1-26 694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5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77 1696 0 0,'4'-17'4361'0'0,"3"-42"7045"0"0,4 77-10392 0 0,-8-2-695 0 0,0 1-1 0 0,-1-1 1 0 0,0 1-1 0 0,-1 0 1 0 0,-2 21-1 0 0,-14 85 154 0 0,11-94-337 0 0,-8 42-393 0 0,1-4-3535 0 0,5-19-5404 0 0,5-33 3854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6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1 212 836 0 0,'0'-11'1423'0'0,"0"0"1"0"0,1-1-1 0 0,1 1 0 0 0,3-14 0 0 0,-3 18-1148 0 0,1 0 0 0 0,0 0 0 0 0,0 0 0 0 0,0 0 0 0 0,1 1-1 0 0,0-1 1 0 0,0 1 0 0 0,1 0 0 0 0,0 0 0 0 0,0 1 0 0 0,10-10-1 0 0,-6 8-107 0 0,0 0-1 0 0,1 0 1 0 0,-1 1-1 0 0,1 1 1 0 0,21-9-1 0 0,-27 12-145 0 0,0 1-1 0 0,0-1 1 0 0,0 1 0 0 0,0 0-1 0 0,0 0 1 0 0,0 0-1 0 0,0 1 1 0 0,0 0 0 0 0,1-1-1 0 0,-1 2 1 0 0,0-1-1 0 0,0 0 1 0 0,0 1 0 0 0,0 0-1 0 0,1 0 1 0 0,-1 0-1 0 0,0 0 1 0 0,-1 0 0 0 0,6 3-1 0 0,-7-2-2 0 0,0 0-1 0 0,0-1 0 0 0,0 1 1 0 0,-1 0-1 0 0,1 0 1 0 0,0 0-1 0 0,-1 0 0 0 0,0 0 1 0 0,1 0-1 0 0,-1 0 1 0 0,0 0-1 0 0,0 0 1 0 0,0 1-1 0 0,0-1 0 0 0,-1 1 1 0 0,1-1-1 0 0,-1 0 1 0 0,1 1-1 0 0,-1-1 0 0 0,0 1 1 0 0,0-1-1 0 0,0 1 1 0 0,0-1-1 0 0,0 1 1 0 0,-1-1-1 0 0,1 1 0 0 0,-1-1 1 0 0,1 0-1 0 0,-1 1 1 0 0,-2 3-1 0 0,-3 7 98 0 0,0 1 0 0 0,-1-1 0 0 0,-16 24 0 0 0,15-25-63 0 0,-7 8 124 0 0,0 0-1 0 0,-30 31 1 0 0,39-45-116 0 0,6-6-58 0 0,0 0 0 0 0,-1 0-1 0 0,1 0 1 0 0,0 0 0 0 0,0 0 0 0 0,0 0 0 0 0,0 0-1 0 0,0 0 1 0 0,-1 0 0 0 0,1 1 0 0 0,0-1 0 0 0,0 0-1 0 0,0 0 1 0 0,0 0 0 0 0,0 0 0 0 0,0 0 0 0 0,-1 1-1 0 0,1-1 1 0 0,0 0 0 0 0,0 0 0 0 0,0 0 0 0 0,0 0-1 0 0,0 1 1 0 0,0-1 0 0 0,0 0 0 0 0,0 0 0 0 0,0 0-1 0 0,0 0 1 0 0,0 1 0 0 0,0-1 0 0 0,0 0 0 0 0,0 0-1 0 0,0 0 1 0 0,0 1 0 0 0,0-1 0 0 0,0 0 0 0 0,0 0-1 0 0,0 0 1 0 0,0 0 0 0 0,0 1 0 0 0,1-1 0 0 0,-1 0-1 0 0,0 0 1 0 0,0 0 0 0 0,0 0 0 0 0,0 0 0 0 0,0 1 0 0 0,0-1-1 0 0,0 0 1 0 0,1 0 0 0 0,-1 0 0 0 0,0 0 0 0 0,0 0-1 0 0,0 0 1 0 0,15 2 14 0 0,16-6-24 0 0,-31 4 20 0 0,10-1 2 0 0,0 1 0 0 0,0 0 0 0 0,0 1 0 0 0,0 0 0 0 0,0 0 0 0 0,17 5 0 0 0,-20-4 78 0 0,0 1 0 0 0,0-1 0 0 0,0 1 0 0 0,0 0 0 0 0,0 1 0 0 0,-1 0 0 0 0,0 0 1 0 0,12 9-1 0 0,-15-10 71 0 0,-1-1 0 0 0,0 1 0 0 0,1 0 0 0 0,-1 0 0 0 0,0 0 1 0 0,-1 0-1 0 0,1 0 0 0 0,0 0 0 0 0,-1 0 0 0 0,0 1 0 0 0,1-1 0 0 0,-1 1 1 0 0,-1-1-1 0 0,1 1 0 0 0,0-1 0 0 0,-1 1 0 0 0,0-1 0 0 0,0 1 0 0 0,0-1 1 0 0,-1 7-1 0 0,-1-1 193 0 0,0-1 1 0 0,0 0-1 0 0,-1 1 1 0 0,0-1-1 0 0,-1-1 1 0 0,1 1-1 0 0,-2 0 1 0 0,1-1-1 0 0,-1 0 1 0 0,-8 10-1 0 0,5-9-18 0 0,1 1 0 0 0,-2-1-1 0 0,1-1 1 0 0,-1 1 0 0 0,0-2 0 0 0,-1 1-1 0 0,-11 5 1 0 0,19-11-308 0 0,-1 0 1 0 0,1 0-1 0 0,-1-1 0 0 0,1 1 1 0 0,-1-1-1 0 0,0 1 0 0 0,1-1 0 0 0,-1 0 1 0 0,-3 0-1 0 0,3 0-9 0 0,1 0 9 0 0,-1-1-57 0 0,1 1-99 0 0,1 0-1 0 0,0 0 1 0 0,-1-1 0 0 0,1 1 0 0 0,-1 0 0 0 0,1-1 0 0 0,0 1 0 0 0,-1-1-1 0 0,1 0 1 0 0,0 1 0 0 0,-1-1 0 0 0,1 0 0 0 0,0 0 0 0 0,0 0 0 0 0,0 0 0 0 0,0 0-1 0 0,0 0 1 0 0,0 0 0 0 0,0 0 0 0 0,0 0 0 0 0,0-1 0 0 0,0-1 0 0 0,0 1-431 0 0,1 0 1 0 0,0 0 0 0 0,0 0-1 0 0,0 0 1 0 0,0 0 0 0 0,0 0 0 0 0,0-1-1 0 0,1 1 1 0 0,-1 0 0 0 0,1 0 0 0 0,-1 0-1 0 0,1 0 1 0 0,0 0 0 0 0,0 0-1 0 0,0 0 1 0 0,2-2 0 0 0,3-7-3874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1112 0 0,'2'0'5625'0'0,"-1"-1"-5331"0"0,0 1 0 0 0,0 0 0 0 0,0 0 0 0 0,0 0 0 0 0,0-1 0 0 0,1 1 0 0 0,-1 0 0 0 0,0 1 0 0 0,0-1 0 0 0,0 0 0 0 0,0 0 0 0 0,0 0 0 0 0,0 1 0 0 0,0-1 0 0 0,0 0 0 0 0,0 1 0 0 0,0-1 0 0 0,0 1 0 0 0,0-1 0 0 0,0 1 0 0 0,0 0 0 0 0,0-1-1 0 0,0 1 1 0 0,0 0 0 0 0,0 1 0 0 0,1 0 41 0 0,0 1-1 0 0,-1-1 0 0 0,1 1 1 0 0,-1 0-1 0 0,0 0 0 0 0,0 0 1 0 0,0-1-1 0 0,0 1 0 0 0,1 5 1 0 0,-1 4 146 0 0,1 1 0 0 0,-2 1 0 0 0,-1 22 0 0 0,-20 158 638 0 0,10-111-5802 0 0,3-25-3520 0 0,6-46 2726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6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12 140 0 0,'2'-11'16607'0'0,"-31"46"-15188"0"0,-28 46 0 0 0,35-49-1444 0 0,-27 44-3062 0 0,18-23-4000 0 0,17-29 105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7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15 108 172 0 0,'-14'-101'13716'0'0,"15"94"-10808"0"0,5 19-1884 0 0,8 22-213 0 0,54 242 2670 0 0,-57-222-3224 0 0,14 70 110 0 0,3 10-846 0 0,-7-45-2903 0 0,-8-55-97 0 0,-2-13-2938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7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41 216 0 0,'-3'-4'892'0'0,"0"0"1"0"0,-1 0-1 0 0,0 0 1 0 0,1 1-1 0 0,-1-1 0 0 0,0 1 1 0 0,-1 0-1 0 0,1 0 1 0 0,-7-2-1 0 0,9 4-718 0 0,0 0 0 0 0,-1 1 0 0 0,0-1 0 0 0,1 1 0 0 0,-1 0 0 0 0,1-1 0 0 0,-1 1 0 0 0,1 1 1 0 0,-1-1-1 0 0,1 0 0 0 0,-1 1 0 0 0,1-1 0 0 0,-1 1 0 0 0,1 0 0 0 0,-1-1 0 0 0,1 1 0 0 0,0 1 0 0 0,-1-1 0 0 0,1 0 0 0 0,0 0 0 0 0,-3 3 0 0 0,-23 17 536 0 0,1 1 1 0 0,0 1-1 0 0,2 2 0 0 0,-21 27 0 0 0,9-7-346 0 0,-48 80 1 0 0,70-100-949 0 0,-24 54-1 0 0,34-66-370 0 0,1 0 0 0 0,-3 18 1 0 0,5-22-309 0 0,1-1 0 0 0,0 1 0 0 0,1 0 0 0 0,1 13 0 0 0,2-5-3234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7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38 2432 0 0,'26'-37'11542'0'0,"-21"40"-10570"0"0,-5-3-943 0 0,0 0 0 0 0,1 0 0 0 0,-1 0 0 0 0,0 0 0 0 0,1 0 0 0 0,-1 0 0 0 0,0 0 0 0 0,1 0 0 0 0,-1 0 0 0 0,0 1 0 0 0,1-1 0 0 0,-1 0-1 0 0,0 0 1 0 0,1 0 0 0 0,-1 0 0 0 0,0 1 0 0 0,1-1 0 0 0,-1 0 0 0 0,0 0 0 0 0,0 1 0 0 0,1-1 0 0 0,-1 0 0 0 0,0 1 0 0 0,0-1 0 0 0,0 0 0 0 0,0 1 0 0 0,1-1 0 0 0,-1 0 0 0 0,0 1 0 0 0,0-1 0 0 0,0 0 0 0 0,0 1 0 0 0,2 13 436 0 0,-1 1-1 0 0,0-1 1 0 0,-1 1 0 0 0,-4 26-1 0 0,-15 64 67 0 0,5-35-344 0 0,2-12-592 0 0,-2 9-2485 0 0,10-21-5619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2272 0 0,'0'-11'1408'0'0,"1"-1"1"0"0,0 0-1 0 0,1 0 0 0 0,0 1 1 0 0,5-15-1 0 0,-3 15-788 0 0,0 1 0 0 0,1 0 0 0 0,-1 0 0 0 0,2 1 0 0 0,10-15 0 0 0,-11 16-514 0 0,1 2 0 0 0,0-1-1 0 0,1 0 1 0 0,0 1 0 0 0,0 1-1 0 0,0-1 1 0 0,0 1 0 0 0,1 0-1 0 0,0 1 1 0 0,0-1 0 0 0,0 2-1 0 0,1-1 1 0 0,-1 1 0 0 0,1 0-1 0 0,0 1 1 0 0,13-2 0 0 0,-19 3-97 0 0,-1 1 0 0 0,1-1 0 0 0,0 1 1 0 0,0 0-1 0 0,0 0 0 0 0,0 0 0 0 0,0 1 1 0 0,-1-1-1 0 0,1 0 0 0 0,0 1 0 0 0,0 0 1 0 0,0 0-1 0 0,-1 0 0 0 0,1 0 0 0 0,-1 0 0 0 0,1 0 1 0 0,-1 1-1 0 0,1-1 0 0 0,-1 1 0 0 0,0 0 1 0 0,1 0-1 0 0,-1 0 0 0 0,0 0 0 0 0,0 0 0 0 0,0 0 1 0 0,-1 0-1 0 0,1 1 0 0 0,-1-1 0 0 0,1 1 1 0 0,-1-1-1 0 0,2 3 0 0 0,-2 0 12 0 0,0 0-1 0 0,0 0 0 0 0,0 0 1 0 0,0 1-1 0 0,-1-1 1 0 0,0 0-1 0 0,0 0 1 0 0,0 0-1 0 0,0 0 0 0 0,-1 0 1 0 0,0 0-1 0 0,0 0 1 0 0,-1 0-1 0 0,1 0 1 0 0,-1 0-1 0 0,-3 5 1 0 0,-15 29 133 0 0,-3-2 1 0 0,-46 60 0 0 0,68-96-53 0 0,6-2-84 0 0,-2-4-19 0 0,15-4 1 0 0,-8 5-4 0 0,0 1 0 0 0,1 0 0 0 0,-1 0 0 0 0,1 1 0 0 0,-1 1 0 0 0,1 0 0 0 0,0 0 0 0 0,0 1 1 0 0,0 0-1 0 0,-1 1 0 0 0,1 1 0 0 0,15 3 0 0 0,-21-4 52 0 0,-1 0 1 0 0,1 1 0 0 0,-1-1-1 0 0,1 1 1 0 0,-1 0 0 0 0,0 1-1 0 0,1-1 1 0 0,-1 1 0 0 0,0 0-1 0 0,-1-1 1 0 0,1 2 0 0 0,0-1-1 0 0,-1 0 1 0 0,0 1 0 0 0,0 0-1 0 0,0 0 1 0 0,0-1 0 0 0,-1 2-1 0 0,1-1 1 0 0,-1 0 0 0 0,0 0-1 0 0,0 1 1 0 0,-1-1 0 0 0,1 1-1 0 0,-1 0 1 0 0,0-1 0 0 0,0 1-1 0 0,-1 0 1 0 0,1 0 0 0 0,-1 5-1 0 0,-1 2 195 0 0,0 1-1 0 0,-1-1 1 0 0,-1 1 0 0 0,0-1-1 0 0,0 0 1 0 0,-1 0-1 0 0,-1 0 1 0 0,0-1-1 0 0,0 1 1 0 0,-10 13-1 0 0,7-12-32 0 0,-2 1-1 0 0,1-1 0 0 0,-2-1 1 0 0,0 0-1 0 0,0 0 0 0 0,-1-1 0 0 0,-22 15 1 0 0,31-24-272 0 0,1 0 0 0 0,-1-1-1 0 0,1 1 1 0 0,-1-1 0 0 0,0 0 0 0 0,0 1 0 0 0,0-1 0 0 0,1-1 0 0 0,-1 1 0 0 0,0 0 0 0 0,0-1-1 0 0,0 1 1 0 0,0-1 0 0 0,0 0 0 0 0,0 0 0 0 0,0 0 0 0 0,-4-1 0 0 0,7 1-57 0 0,-1 0 0 0 0,0-1 0 0 0,1 1 0 0 0,-1 0 0 0 0,0 0 0 0 0,1 0 1 0 0,-1-1-1 0 0,1 1 0 0 0,-1 0 0 0 0,1-1 0 0 0,-1 1 0 0 0,0 0 0 0 0,1-1 1 0 0,-1 1-1 0 0,1-1 0 0 0,0 1 0 0 0,-1-1 0 0 0,1 1 0 0 0,-1-1 0 0 0,1 1 0 0 0,0-1 1 0 0,-1 1-1 0 0,1-1 0 0 0,0 0 0 0 0,0 1 0 0 0,-1-1 0 0 0,1 1 0 0 0,0-1 1 0 0,0 0-1 0 0,0 1 0 0 0,0-1 0 0 0,0 0 0 0 0,0 1 0 0 0,0-1 0 0 0,0 0 0 0 0,0 1 1 0 0,0-2-1 0 0,6-22-4909 0 0,-5 22 4601 0 0,3-11-3582 0 0,3-1-1753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2528 0 0,'2'-3'1002'0'0,"0"0"1"0"0,1 0-1 0 0,0-1 0 0 0,-1 1 0 0 0,1 1 0 0 0,0-1 1 0 0,1 0-1 0 0,-1 1 0 0 0,4-3 0 0 0,-1 2-450 0 0,0 0-1 0 0,0 0 0 0 0,1 0 1 0 0,-1 1-1 0 0,8-2 1 0 0,-5 2-336 0 0,1 1 0 0 0,0-1 0 0 0,-1 1 0 0 0,1 1 0 0 0,0 0 0 0 0,0 1 1 0 0,17 2-1 0 0,-23-2-82 0 0,0 0-1 0 0,0 0 1 0 0,0 0 0 0 0,-1 0 0 0 0,1 1 0 0 0,-1-1 0 0 0,1 1 0 0 0,-1 0 0 0 0,1 0 0 0 0,-1 1 0 0 0,0-1-1 0 0,0 0 1 0 0,0 1 0 0 0,0 0 0 0 0,-1 0 0 0 0,1 0 0 0 0,3 6 0 0 0,-3-5 97 0 0,-1 1 0 0 0,0 0-1 0 0,-1 0 1 0 0,1 0 0 0 0,-1 1 0 0 0,0-1 0 0 0,0 0 0 0 0,0 0 0 0 0,-1 1-1 0 0,0-1 1 0 0,-1 9 0 0 0,-2 6 492 0 0,0-1 0 0 0,-2 0 0 0 0,0 0-1 0 0,-1 0 1 0 0,-16 32 0 0 0,-42 64 2071 0 0,23-47-1677 0 0,41-67-1102 0 0,-1 0 1 0 0,0 0 0 0 0,1 0-1 0 0,0 0 1 0 0,-1 0 0 0 0,1 0-1 0 0,0-1 1 0 0,-1 1 0 0 0,1 0-1 0 0,0 0 1 0 0,0 0 0 0 0,0 0-1 0 0,0 0 1 0 0,0 0 0 0 0,0 2-1 0 0,0-3-9 0 0,0 1 0 0 0,1-1 0 0 0,-1 0 0 0 0,0 1 0 0 0,0-1 0 0 0,1 1 0 0 0,-1-1 0 0 0,0 0 0 0 0,1 1 0 0 0,-1-1 0 0 0,0 0 0 0 0,1 1-1 0 0,-1-1 1 0 0,0 0 0 0 0,1 1 0 0 0,-1-1 0 0 0,1 0 0 0 0,-1 0 0 0 0,1 1 0 0 0,-1-1 0 0 0,1 0 0 0 0,3 1-12 0 0,0-1 1 0 0,0 1-1 0 0,0-1 0 0 0,0 0 1 0 0,0 0-1 0 0,4-1 1 0 0,35-7-1712 0 0,0-1 1 0 0,-1-2 0 0 0,78-31 0 0 0,-98 34 846 0 0,107-43-5369 0 0,-47 9-1155 0 0,-32 11-192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28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199 102 2436 0 0,'-30'-29'3622'0'0,"-45"-37"5956"0"0,69 60-7721 0 0,11 6-258 0 0,13 9 68 0 0,1 4-874 0 0,-2 1 0 0 0,0 1 0 0 0,-1 1 0 0 0,28 34 0 0 0,49 82 774 0 0,-61-78-1343 0 0,-2 1-1 0 0,-2 2 1 0 0,-3 0-1 0 0,-2 2 0 0 0,-3 1 1 0 0,-3 0-1 0 0,-2 1 1 0 0,-3 1-1 0 0,5 75 1 0 0,-12-57-152 0 0,-3 0 0 0 0,-4-1 1 0 0,-4 1-1 0 0,-2-1 0 0 0,-5 0 0 0 0,-41 143 0 0 0,21-123-809 0 0,-4-2-1 0 0,-60 114 0 0 0,-18-24-4411 0 0,79-137-284 0 0,-65 68-1 0 0,60-76-2964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5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2 320 0 0,'0'0'5509'0'0,"-14"-2"-5393"0"0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5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20 628 0 0,'0'0'1588'0'0,"0"-11"-952"0"0,7 2-1876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77 1404 0 0,'-33'-40'5928'0'0,"32"39"-5551"0"0,-16-28 1456 0 0,13 23-1884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11 804 0 0,'0'-11'1336'0'0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7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0 460 0 0,'0'0'1716'0'0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7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1360 0 0,'15'-14'6825'0'0,"-8"-7"-4373"0"0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0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1 176 932 0 0,'-1'-10'2011'0'0,"1"0"-641"0"0,0 0 1 0 0,1 1-1 0 0,-1-1 1 0 0,2 0-1 0 0,3-13 1 0 0,-5 20-1275 0 0,1 1 0 0 0,0-1 0 0 0,1 1 0 0 0,-1 0 0 0 0,0 0 0 0 0,1 0 0 0 0,-1-1 0 0 0,1 1 0 0 0,-1 0 0 0 0,1 1 0 0 0,0-1 0 0 0,0 0 0 0 0,0 0 0 0 0,0 1 0 0 0,0-1 0 0 0,0 1 0 0 0,1 0 0 0 0,-1 0 0 0 0,0 0 0 0 0,1 0 0 0 0,-1 0 0 0 0,1 0 0 0 0,-1 1 0 0 0,1-1 0 0 0,4 0 0 0 0,-1 1-63 0 0,0-1 0 0 0,0 1 0 0 0,0 1 0 0 0,0-1 0 0 0,0 1 0 0 0,0 0 0 0 0,0 0 0 0 0,0 1 0 0 0,0 0 0 0 0,0 0 0 0 0,0 0 0 0 0,-1 1 0 0 0,0 0 0 0 0,1 0 0 0 0,-1 0 0 0 0,0 0 0 0 0,0 1 0 0 0,-1 0 0 0 0,1 0 1 0 0,-1 1-1 0 0,0-1 0 0 0,0 1 0 0 0,6 8 0 0 0,-4-4 19 0 0,-1 0 1 0 0,0 0 0 0 0,0 1-1 0 0,-1 0 1 0 0,0 0-1 0 0,-1 0 1 0 0,0 0 0 0 0,0 1-1 0 0,-1-1 1 0 0,0 1-1 0 0,-1 0 1 0 0,-1 17 0 0 0,-1-15 114 0 0,-1 0 0 0 0,0 0 0 0 0,-1-1 0 0 0,0 1 0 0 0,-1-1 0 0 0,-7 15 0 0 0,-38 66 1969 0 0,46-87-1925 0 0,2-4 200 0 0,1-4-394 0 0,1 0 1 0 0,0-1 0 0 0,-1 1 0 0 0,1 0-1 0 0,0 0 1 0 0,0-1 0 0 0,1 1 0 0 0,-1 0-1 0 0,0 0 1 0 0,1 0 0 0 0,-1 0-1 0 0,4-2 1 0 0,-1-2 18 0 0,39-51 42 0 0,88-92-1 0 0,-51 61-27 0 0,28-32 16 0 0,-105 108-75 0 0,-3 11 8 0 0,0 1 1 0 0,0 0-1 0 0,0 0 1 0 0,0-1-1 0 0,0 1 1 0 0,0 0-1 0 0,0 0 1 0 0,0 0-1 0 0,0-1 1 0 0,0 1-1 0 0,0 0 1 0 0,-1 0-1 0 0,1-1 1 0 0,0 1-1 0 0,0 0 1 0 0,0 0-1 0 0,0 0 1 0 0,0-1-1 0 0,0 1 1 0 0,-1 0-1 0 0,1 0 1 0 0,0 0-1 0 0,0 0 1 0 0,0-1-1 0 0,-1 1 1 0 0,1 0-1 0 0,0 0 1 0 0,0 0-1 0 0,0 0 1 0 0,-1 0-1 0 0,1 0 1 0 0,0 0-1 0 0,0 0 1 0 0,0-1-1 0 0,-1 1 1 0 0,1 0-1 0 0,0 0 1 0 0,0 0-1 0 0,-1 0 1 0 0,1 0-1 0 0,0 0 1 0 0,0 0-1 0 0,-1 0 1 0 0,1 1-1 0 0,0-1 1 0 0,0 0-1 0 0,0 0 1 0 0,-1 0-1 0 0,1 0 1 0 0,0 0-1 0 0,-12 7-5 0 0,0 0-1 0 0,1 0 0 0 0,0 1 1 0 0,0 0-1 0 0,1 1 0 0 0,0 0 0 0 0,1 1 1 0 0,-15 18-1 0 0,5-2-14 0 0,1 1 1 0 0,-23 46-1 0 0,34-59 18 0 0,0 1 0 0 0,2-1-1 0 0,-1 1 1 0 0,2 0 0 0 0,0 0-1 0 0,-2 21 1 0 0,5-29 8 0 0,1-1 0 0 0,0 1 0 0 0,0-1 0 0 0,0 1-1 0 0,1-1 1 0 0,0 0 0 0 0,0 1 0 0 0,1-1 0 0 0,-1 0 0 0 0,1 1-1 0 0,1-1 1 0 0,-1 0 0 0 0,1-1 0 0 0,0 1 0 0 0,1 0 0 0 0,-1-1 0 0 0,9 10-1 0 0,-3-6-94 0 0,1-1-1 0 0,-1 0 0 0 0,2 0 0 0 0,-1-1 0 0 0,1-1 0 0 0,0 1 0 0 0,0-2 1 0 0,0 0-1 0 0,15 5 0 0 0,20 2-3088 0 0,0-7-3551 0 0,-26-4 441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01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65 169 2168 0 0,'-2'-2'2341'0'0,"-14"-46"6297"0"0,13 34-7083 0 0,1 0 0 0 0,0 1 0 0 0,0-22 0 0 0,-5-8 131 0 0,1 68-1540 0 0,6-19-109 0 0,-1 0 1 0 0,0 0 0 0 0,0-1 0 0 0,-3 9 0 0 0,-2 10 48 0 0,3 1-2 0 0,-1-4-48 0 0,2 1 1 0 0,-1 28 0 0 0,3-45-32 0 0,0 0 0 0 0,1 0 0 0 0,-1 0 0 0 0,1 0 0 0 0,0 0 0 0 0,0 0 0 0 0,1 0 0 0 0,0-1 0 0 0,0 1 0 0 0,0 0 0 0 0,0-1 0 0 0,0 1 1 0 0,1-1-1 0 0,0 0 0 0 0,4 6 0 0 0,-1-6 5 0 0,-1 0 1 0 0,1 0 0 0 0,0-1-1 0 0,0 0 1 0 0,0 0 0 0 0,1 0-1 0 0,-1-1 1 0 0,1 0 0 0 0,-1 0-1 0 0,1 0 1 0 0,0-1 0 0 0,0 0-1 0 0,-1 0 1 0 0,1-1 0 0 0,0 0-1 0 0,0 0 1 0 0,8-2 0 0 0,-8 1 1 0 0,-1 0 1 0 0,0 0 0 0 0,1-1 0 0 0,-1 0 0 0 0,0 0-1 0 0,0-1 1 0 0,-1 0 0 0 0,1 0 0 0 0,-1 0-1 0 0,1-1 1 0 0,-1 1 0 0 0,0-1 0 0 0,7-7-1 0 0,-4 3 9 0 0,-1 0 0 0 0,0-1 0 0 0,-1 0-1 0 0,0 0 1 0 0,0 0 0 0 0,8-20 0 0 0,-6 7 31 0 0,-1 0-1 0 0,-1-1 1 0 0,4-24 0 0 0,-10 46-47 0 0,0-6 58 0 0,-2 15-44 0 0,-12 41 539 0 0,-8 56 0 0 0,5-20-14 0 0,-35 167 93 0 0,50-238-1004 0 0,-9 48 1038 0 0,3-24-5405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24 180 0 0,'9'-12'-68'0'0,"-1"1"24"0"0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45 84 0 0,'11'-9'4280'0'0,"30"-27"9540"0"0,-46 40-12938 0 0,4-3-660 0 0,0 0-216 0 0,-5 1-2 0 0,4-1 19 0 0,2-1-24 0 0,-1 0 1 0 0,1 0-1 0 0,-1 0 1 0 0,0 0-1 0 0,1 1 0 0 0,-1-1 1 0 0,1 0-1 0 0,-1 0 0 0 0,1 0 1 0 0,-1 1-1 0 0,0-1 1 0 0,1 0-1 0 0,-1 1 0 0 0,1-1 1 0 0,-1 0-1 0 0,1 1 1 0 0,0-1-1 0 0,-1 1 0 0 0,1-1 1 0 0,-1 1-1 0 0,1-1 0 0 0,0 1 1 0 0,-1 0-1 0 0,-12 16-12 0 0,11-15 17 0 0,1-1-13 0 0,0 1 11 0 0,-17 28-10 0 0,15-22 10 0 0,2-7 7 0 0,-5 10-2 0 0,2-4-7 0 0,-28 68 269 0 0,2 1 0 0 0,-26 109 0 0 0,47-153-213 0 0,-15 56 88 0 0,-14 105 0 0 0,33-156-118 0 0,1 0 0 0 0,3 0 1 0 0,0 0-1 0 0,3 0 0 0 0,10 64 1 0 0,-8-83-207 0 0,1-1 0 0 0,1 1-1 0 0,0-1 1 0 0,1 0 0 0 0,1 0 0 0 0,0-1 0 0 0,1 0 0 0 0,1-1 0 0 0,1 0 0 0 0,0 0 0 0 0,1-1 0 0 0,21 20 0 0 0,-20-23-1057 0 0,0 0 0 0 0,1-2-1 0 0,0 1 1 0 0,0-2 0 0 0,1 0 0 0 0,1-1-1 0 0,-1 0 1 0 0,28 7 0 0 0,-13-6-3492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460 161 660 0 0,'1'-11'1060'0'0,"0"0"0"0"0,0-1 1 0 0,-2 1-1 0 0,1 0 0 0 0,-1-1 0 0 0,-1 1 0 0 0,0 0 0 0 0,-1 0 0 0 0,0 0 1 0 0,0 0-1 0 0,-9-16 0 0 0,12 26-1017 0 0,-1 0 1 0 0,0 0-1 0 0,1 1 0 0 0,-1-1 0 0 0,0 0 1 0 0,1 1-1 0 0,-1-1 0 0 0,0 0 1 0 0,0 1-1 0 0,0-1 0 0 0,0 1 1 0 0,1 0-1 0 0,-1-1 0 0 0,0 1 1 0 0,0 0-1 0 0,0-1 0 0 0,0 1 1 0 0,0 0-1 0 0,0 0 0 0 0,0 0 1 0 0,0 0-1 0 0,0 0 0 0 0,-2 0 1 0 0,-21 6 435 0 0,10 2-243 0 0,0 0 0 0 0,0 1 1 0 0,0 0-1 0 0,1 2 0 0 0,-15 14 0 0 0,-57 66 547 0 0,65-67-599 0 0,19-23-175 0 0,-33 37 335 0 0,1 2 0 0 0,-34 55 0 0 0,60-84-288 0 0,0 1 0 0 0,0 1 0 0 0,2-1 0 0 0,-1 1 0 0 0,2 0 0 0 0,0 0-1 0 0,0 0 1 0 0,1 1 0 0 0,1 0 0 0 0,0-1 0 0 0,1 1 0 0 0,0 0 0 0 0,3 23 0 0 0,-1-30-35 0 0,0 0 1 0 0,1 0-1 0 0,0 0 0 0 0,1 0 0 0 0,0-1 0 0 0,0 1 1 0 0,0-1-1 0 0,1 1 0 0 0,0-1 0 0 0,0 0 1 0 0,0 0-1 0 0,1-1 0 0 0,0 0 0 0 0,0 1 1 0 0,0-2-1 0 0,10 8 0 0 0,-7-7 50 0 0,-1 0 0 0 0,2 0 1 0 0,-1-1-1 0 0,0 0 0 0 0,1-1 0 0 0,0 0 1 0 0,0 0-1 0 0,0-1 0 0 0,0 0 0 0 0,0 0 0 0 0,0-1 1 0 0,11 0-1 0 0,-19-1-54 0 0,0 1-1 0 0,0-1 1 0 0,0 0-1 0 0,0 0 1 0 0,0 0 0 0 0,0 0-1 0 0,0 0 1 0 0,1 0 0 0 0,-1-1-1 0 0,0 1 1 0 0,0 0 0 0 0,0 0-1 0 0,0-1 1 0 0,0 1 0 0 0,0-1-1 0 0,0 1 1 0 0,0-1 0 0 0,0 1-1 0 0,-1-1 1 0 0,1 0 0 0 0,0 1-1 0 0,0-1 1 0 0,0 0 0 0 0,-1 0-1 0 0,1 1 1 0 0,0-1 0 0 0,-1 0-1 0 0,1 0 1 0 0,0 0 0 0 0,-1 0-1 0 0,1 0 1 0 0,-1 0 0 0 0,0 0-1 0 0,1 0 1 0 0,-1 0-1 0 0,0 0 1 0 0,0 0 0 0 0,0 0-1 0 0,1 0 1 0 0,-1 0 0 0 0,0 0-1 0 0,0 0 1 0 0,-1-1 0 0 0,1 1-1 0 0,0 0 1 0 0,0 0 0 0 0,0 0-1 0 0,-1 0 1 0 0,1 0 0 0 0,0 0-1 0 0,-2-2 1 0 0,0-2 14 0 0,0 0 1 0 0,-1-1-1 0 0,0 1 1 0 0,0 0-1 0 0,0 0 0 0 0,0 1 1 0 0,-1-1-1 0 0,-5-5 1 0 0,0 4-43 0 0,-1-1 0 0 0,0 1 1 0 0,0 1-1 0 0,-1 0 0 0 0,0 0 1 0 0,1 1-1 0 0,-1 0 0 0 0,-1 1 1 0 0,1 0-1 0 0,0 1 0 0 0,-1 1 1 0 0,-14-1-1 0 0,24 2-87 0 0,1 0-1 0 0,0 0 1 0 0,-1 0-1 0 0,1 0 1 0 0,0 0-1 0 0,-1 0 1 0 0,1 0-1 0 0,0 1 1 0 0,-1-1-1 0 0,1 1 1 0 0,0-1 0 0 0,0 1-1 0 0,0-1 1 0 0,-2 2-1 0 0,2-1-38 0 0,1-1 0 0 0,-1 1 0 0 0,1-1 0 0 0,0 0 0 0 0,0 1 0 0 0,-1-1 0 0 0,1 1 0 0 0,0-1 0 0 0,0 1 0 0 0,-1-1 0 0 0,1 1 0 0 0,0-1 0 0 0,0 1 0 0 0,0-1 0 0 0,0 1 0 0 0,0 0 0 0 0,0-1 0 0 0,0 1 0 0 0,0-1 0 0 0,0 1 1 0 0,0-1-1 0 0,0 1 0 0 0,1 0 0 0 0,-1 1-283 0 0,1 0 0 0 0,0 0 1 0 0,0 0-1 0 0,0-1 0 0 0,0 1 1 0 0,0 0-1 0 0,0-1 0 0 0,1 1 1 0 0,-1-1-1 0 0,0 1 1 0 0,1-1-1 0 0,-1 0 0 0 0,1 0 1 0 0,3 3-1 0 0,7 0-2932 0 0,0 1-1239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22 680 0 0,'62'-17'10475'0'0,"-61"16"-10193"0"0,0 0 0 0 0,0 1 0 0 0,1-1-1 0 0,-1 1 1 0 0,0 0 0 0 0,1-1 0 0 0,-1 1 0 0 0,0 0 0 0 0,1 0-1 0 0,-1 0 1 0 0,0 0 0 0 0,1 0 0 0 0,-1 0 0 0 0,1 0 0 0 0,-1 0 0 0 0,0 1-1 0 0,3 0 1 0 0,-3-1-167 0 0,-1 1 0 0 0,1-1 0 0 0,-1 1 0 0 0,1-1 0 0 0,-1 1 0 0 0,0 0 0 0 0,1-1 0 0 0,-1 1-1 0 0,1-1 1 0 0,-1 1 0 0 0,0 0 0 0 0,0-1 0 0 0,1 1 0 0 0,-1 0 0 0 0,0 0 0 0 0,0-1 0 0 0,0 1 0 0 0,0 0 0 0 0,0-1-1 0 0,0 1 1 0 0,0 0 0 0 0,0 0 0 0 0,0 0 0 0 0,-1 6 220 0 0,-1-1 0 0 0,1 0 1 0 0,-1 0-1 0 0,-1 0 0 0 0,-4 10 0 0 0,-34 58 658 0 0,-8 19-1368 0 0,24-29-6607 0 0,24-61 6188 0 0,0 0-106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1052 0 0,'-15'-12'5682'0'0,"10"8"-5243"0"0,5 4-451 0 0,0 0 1 0 0,0 0 0 0 0,1 0-1 0 0,-1 0 1 0 0,0 0 0 0 0,0 0-1 0 0,0 0 1 0 0,0 0 0 0 0,0 0-1 0 0,0 0 1 0 0,0 0 0 0 0,0 0-1 0 0,0 0 1 0 0,0 0 0 0 0,0 0-1 0 0,0 0 1 0 0,0-1 0 0 0,0 1-1 0 0,0 0 1 0 0,0 0 0 0 0,0 0-1 0 0,0 0 1 0 0,0 0 0 0 0,0 0-1 0 0,0 0 1 0 0,0 0 0 0 0,0 0 0 0 0,0 0-1 0 0,0 0 1 0 0,0-1 0 0 0,0 1-1 0 0,0 0 1 0 0,0 0 0 0 0,0 0-1 0 0,0 0 1 0 0,0 0 0 0 0,0 0-1 0 0,0 0 1 0 0,0 0 0 0 0,0 0-1 0 0,0 0 1 0 0,0 0 0 0 0,0-1-1 0 0,0 1 1 0 0,0 0 0 0 0,0 0-1 0 0,0 0 1 0 0,0 0 0 0 0,0 0-1 0 0,0 0 1 0 0,0 0 0 0 0,-1 0-1 0 0,1 0 1 0 0,0 0 0 0 0,0 0-1 0 0,0 0 1 0 0,0 0 0 0 0,0 0 0 0 0,0 0-1 0 0,0 0 1 0 0,0 0 0 0 0,0 0-1 0 0,0 0 1 0 0,0 0 0 0 0,-1 0-1 0 0,1 0 1 0 0,0 0 0 0 0,16 0-2666 0 0,-1-2 1355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84 656 0 0,'-4'-3'855'0'0,"0"0"1"0"0,0-1-1 0 0,1 0 1 0 0,-1 1-1 0 0,1-1 1 0 0,0 0-1 0 0,0-1 0 0 0,1 1 1 0 0,-5-10-1 0 0,7 14-802 0 0,0-1 0 0 0,-1 0 0 0 0,1 0-1 0 0,0 1 1 0 0,0-1 0 0 0,0 0 0 0 0,0 0 0 0 0,0 0-1 0 0,0 1 1 0 0,0-1 0 0 0,0 0 0 0 0,0 0 0 0 0,0 0 0 0 0,0 1-1 0 0,1-1 1 0 0,-1 0 0 0 0,0 0 0 0 0,1 1 0 0 0,-1-1-1 0 0,0 0 1 0 0,1 1 0 0 0,-1-1 0 0 0,1 0 0 0 0,-1 1-1 0 0,1-1 1 0 0,-1 1 0 0 0,1-1 0 0 0,-1 0 0 0 0,1 1-1 0 0,0-1 1 0 0,0 0 0 0 0,22-9 673 0 0,-16 9-595 0 0,1 0 0 0 0,0 0 0 0 0,0 1 0 0 0,0 0 0 0 0,0 1 0 0 0,0-1 0 0 0,0 2 0 0 0,-1-1 0 0 0,1 1 0 0 0,14 5-1 0 0,-2 1 261 0 0,-1 0-1 0 0,34 21 0 0 0,-37-19-251 0 0,-1 0-1 0 0,0 1 0 0 0,0 1 1 0 0,-1 1-1 0 0,0 0 1 0 0,-2 1-1 0 0,1 0 0 0 0,18 30 1 0 0,-26-38-112 0 0,-2 1 1 0 0,1 0-1 0 0,-1 0 1 0 0,0 0-1 0 0,0 1 1 0 0,-1-1-1 0 0,0 1 1 0 0,0-1-1 0 0,-1 1 1 0 0,0 0-1 0 0,0 0 1 0 0,-1 0-1 0 0,0-1 1 0 0,-1 1-1 0 0,1 0 1 0 0,-1 0-1 0 0,-1-1 1 0 0,0 1-1 0 0,0 0 1 0 0,0-1-1 0 0,-1 0 1 0 0,0 1-1 0 0,-6 10 1 0 0,4-10 11 0 0,0-1 1 0 0,0 1-1 0 0,0-1 0 0 0,0 0 1 0 0,-1-1-1 0 0,-1 0 1 0 0,1 0-1 0 0,-1 0 0 0 0,0 0 1 0 0,-10 5-1 0 0,15-10 1 0 0,1-1-39 0 0,0 0 0 0 0,1 0 0 0 0,-1 0-1 0 0,0 0 1 0 0,0 0 0 0 0,0 0 0 0 0,1 0 0 0 0,-1 0 0 0 0,0-1-1 0 0,0 1 1 0 0,1 0 0 0 0,-1 0 0 0 0,0-1 0 0 0,0 1-1 0 0,1-1 1 0 0,-1 1 0 0 0,0 0 0 0 0,1-1 0 0 0,-1 1 0 0 0,1-1-1 0 0,-1 0 1 0 0,1 1 0 0 0,-1-1 0 0 0,1 1 0 0 0,-1-1 0 0 0,0-1-1 0 0,1 1 3 0 0,-1-1-1 0 0,1 1 0 0 0,0-1 0 0 0,-1 0 0 0 0,1 1 0 0 0,0-1 1 0 0,0 0-1 0 0,0 0 0 0 0,0 1 0 0 0,1-1 0 0 0,-1 0 1 0 0,1-1-1 0 0,2-7 7 0 0,1-1 0 0 0,0 1 0 0 0,6-11 0 0 0,-10 20-9 0 0,27-45 6 0 0,1 1 0 0 0,62-73 0 0 0,-29 40 4 0 0,-53 68-3 0 0,-3 4 27 0 0,-1 1-1 0 0,0-1 0 0 0,0 0 0 0 0,4-9 0 0 0,-8 15-32 0 0,0 0-1 0 0,0-1 1 0 0,0 1-1 0 0,0 0 1 0 0,0 0-1 0 0,0 0 0 0 0,1-1 1 0 0,-1 1-1 0 0,0 0 1 0 0,0 0-1 0 0,0 0 1 0 0,0-1-1 0 0,0 1 1 0 0,0 0-1 0 0,0 0 1 0 0,0 0-1 0 0,0 0 1 0 0,-1-1-1 0 0,1 1 0 0 0,0 0 1 0 0,0 0-1 0 0,0 0 1 0 0,0-1-1 0 0,0 1 1 0 0,0 0-1 0 0,0 0 1 0 0,0 0-1 0 0,0 0 1 0 0,-1-1-1 0 0,1 1 0 0 0,0 0 1 0 0,0 0-1 0 0,0 0 1 0 0,0 0-1 0 0,0 0 1 0 0,-1 0-1 0 0,1 0 1 0 0,0-1-1 0 0,0 1 1 0 0,0 0-1 0 0,0 0 1 0 0,-1 0-1 0 0,1 0 0 0 0,0 0 1 0 0,0 0-1 0 0,0 0 1 0 0,-1 0-1 0 0,1 0 1 0 0,0 0-1 0 0,0 0 1 0 0,0 0-1 0 0,-1 0 1 0 0,1 0-1 0 0,0 0 1 0 0,0 0-1 0 0,0 0 0 0 0,0 0 1 0 0,-1 0-1 0 0,1 1 1 0 0,0-1-1 0 0,0 0 1 0 0,0 0-1 0 0,0 0 1 0 0,-1 0-1 0 0,-12 4 5 0 0,13-4-4 0 0,-9 6-1 0 0,0 0 1 0 0,1 1-1 0 0,0 0 1 0 0,1 0 0 0 0,-1 0-1 0 0,2 1 1 0 0,-1 0 0 0 0,1 1-1 0 0,0 0 1 0 0,-8 15 0 0 0,8-12 5 0 0,0 1 1 0 0,1 0-1 0 0,0 0 1 0 0,1 1-1 0 0,1-1 1 0 0,0 1-1 0 0,-2 20 1 0 0,5-29 2 0 0,0 0 0 0 0,0 1 1 0 0,1-1-1 0 0,-1 0 0 0 0,1 0 0 0 0,0 0 0 0 0,0 0 1 0 0,1 0-1 0 0,0 0 0 0 0,-1 0 0 0 0,2 0 0 0 0,-1-1 1 0 0,0 1-1 0 0,7 8 0 0 0,-4-7-4 0 0,1-1-1 0 0,0 1 1 0 0,0-1-1 0 0,0 0 1 0 0,0 0-1 0 0,1-1 1 0 0,0 0-1 0 0,13 7 1 0 0,-3-4-422 0 0,1-1 0 0 0,-1-1 0 0 0,21 5 0 0 0,48 2-4570 0 0,-58-10 1567 0 0,1 0-1279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0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81 552 0 0,'-6'-7'2209'0'0,"0"-1"0"0"0,1 1 0 0 0,0-1 0 0 0,0-1-1 0 0,-4-11 1 0 0,8 19-1808 0 0,1 0-366 0 0,0 1 0 0 0,0-1 0 0 0,0 0 0 0 0,0 1-1 0 0,0-1 1 0 0,0 1 0 0 0,1-1 0 0 0,-1 1 0 0 0,0-1 0 0 0,0 1 0 0 0,0-1 0 0 0,1 1 0 0 0,-1-1 0 0 0,0 1-1 0 0,1-1 1 0 0,-1 1 0 0 0,0-1 0 0 0,1 1 0 0 0,-1 0 0 0 0,1-1 0 0 0,-1 1 0 0 0,1 0 0 0 0,-1-1 0 0 0,1 1-1 0 0,-1 0 1 0 0,1-1 0 0 0,-1 1 0 0 0,1 0 0 0 0,-1 0 0 0 0,1 0 0 0 0,-1 0 0 0 0,1-1 0 0 0,0 1 0 0 0,23-6 605 0 0,-21 5-617 0 0,0 1 1 0 0,-1 0 0 0 0,1 0-1 0 0,0 0 1 0 0,0 0-1 0 0,-1 1 1 0 0,1-1 0 0 0,0 1-1 0 0,-1-1 1 0 0,1 1-1 0 0,-1 0 1 0 0,1 0 0 0 0,-1 0-1 0 0,1 0 1 0 0,-1 1-1 0 0,0-1 1 0 0,1 1 0 0 0,-1-1-1 0 0,0 1 1 0 0,0 0-1 0 0,0 0 1 0 0,2 2 0 0 0,-2-1-4 0 0,0 0 1 0 0,-1 0 0 0 0,1 0-1 0 0,-1 0 1 0 0,0 0 0 0 0,0 0-1 0 0,0 0 1 0 0,0 0 0 0 0,-1 0 0 0 0,1 0-1 0 0,-1 1 1 0 0,0-1 0 0 0,0 0-1 0 0,0 0 1 0 0,0 0 0 0 0,0 1-1 0 0,-1-1 1 0 0,-1 6 0 0 0,-1 0 14 0 0,1-1 1 0 0,-1 1 0 0 0,-1-1-1 0 0,0 0 1 0 0,0 0-1 0 0,-1 0 1 0 0,1-1 0 0 0,-2 1-1 0 0,1-1 1 0 0,-10 9-1 0 0,-35 46 112 0 0,44-53-134 0 0,5-7-4 0 0,0-2-8 0 0,1 1-1 0 0,0-1 1 0 0,0 0-1 0 0,-1 1 1 0 0,1-1 0 0 0,0 0-1 0 0,0 1 1 0 0,-1-1 0 0 0,1 0-1 0 0,0 1 1 0 0,0-1 0 0 0,0 1-1 0 0,0-1 1 0 0,-1 0 0 0 0,1 1-1 0 0,0-1 1 0 0,0 1-1 0 0,0-1 1 0 0,0 1 0 0 0,0-1-1 0 0,0 0 1 0 0,0 2 0 0 0,7 0 1 0 0,3 1-6 0 0,0-1 0 0 0,0-1-1 0 0,0 1 1 0 0,14-1 0 0 0,-14-1 8 0 0,0 1 1 0 0,-1 0-1 0 0,12 3 0 0 0,35 15-1 0 0,-51-16 136 0 0,-1-1 1 0 0,1 1 0 0 0,-1 0 0 0 0,0 0 0 0 0,0 0 0 0 0,0 1-1 0 0,0-1 1 0 0,-1 1 0 0 0,5 5 0 0 0,-8-8-49 0 0,1 0 0 0 0,0 1-1 0 0,-1-1 1 0 0,1 1 0 0 0,-1-1 0 0 0,0 1 0 0 0,1-1-1 0 0,-1 1 1 0 0,0-1 0 0 0,0 1 0 0 0,0-1 0 0 0,0 1-1 0 0,0-1 1 0 0,0 1 0 0 0,-1-1 0 0 0,1 1-1 0 0,-1 2 1 0 0,-11 24 973 0 0,6-20-827 0 0,1-1 1 0 0,-1-1-1 0 0,0 1 1 0 0,0-1 0 0 0,-1 0-1 0 0,0 0 1 0 0,0-1-1 0 0,0 0 1 0 0,-1 0-1 0 0,0-1 1 0 0,0 0 0 0 0,-13 5-1 0 0,6-4-28 0 0,0 0 1 0 0,0-2-1 0 0,0 0 0 0 0,0 0 1 0 0,0-1-1 0 0,-18-1 0 0 0,23-1-247 0 0,1 0-1 0 0,0-1 0 0 0,0 0 0 0 0,-1-1 0 0 0,1 0 1 0 0,0-1-1 0 0,0 1 0 0 0,1-2 0 0 0,-16-7 0 0 0,22 10-662 0 0,2 2 619 0 0,0-1 0 0 0,0 0 0 0 0,0 0 0 0 0,-1 0 1 0 0,1 0-1 0 0,0 0 0 0 0,0 0 0 0 0,-1 0 0 0 0,1 0 0 0 0,0 0 0 0 0,0 1 1 0 0,-1-1-1 0 0,1 0 0 0 0,0 0 0 0 0,0 0 0 0 0,-1 0 0 0 0,1-1 0 0 0,0 1 0 0 0,0 0 1 0 0,0 0-1 0 0,-1 0 0 0 0,1 0 0 0 0,0 0 0 0 0,0 0 0 0 0,-1 0 0 0 0,1 0 0 0 0,0 0 1 0 0,0-1-1 0 0,0 1 0 0 0,-2-2-737 0 0,2 2 737 0 0,0 0 0 0 0,0 0 1 0 0,0 0-1 0 0,0-1 0 0 0,0 1 0 0 0,0 0 0 0 0,0 0 0 0 0,0-1 0 0 0,0 1 0 0 0,0 0 1 0 0,0 0-1 0 0,0-1 0 0 0,0 1 0 0 0,0 0 0 0 0,0 0 0 0 0,0-1 0 0 0,0 1 0 0 0,0 0 1 0 0,0 0-1 0 0,0 0 0 0 0,0-1 0 0 0,0 1 0 0 0,0 0 0 0 0,1 0 0 0 0,-1-1 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22 8 0 0,'67'-21'12664'0'0,"-66"21"-12611"0"0,-1 0-1 0 0,0 0 0 0 0,1 0 0 0 0,-1 0 0 0 0,0 0 0 0 0,1 0 0 0 0,-1 0 0 0 0,0 0 0 0 0,1 1 0 0 0,-1-1 0 0 0,1 0 0 0 0,-1 0 0 0 0,0 0 0 0 0,0 0 0 0 0,1 1 0 0 0,-1-1 0 0 0,0 0 0 0 0,1 0 0 0 0,-1 1 0 0 0,0-1 0 0 0,0 0 0 0 0,1 0 0 0 0,-1 1 0 0 0,0-1 0 0 0,0 0 0 0 0,0 1 0 0 0,1-1 0 0 0,-1 0 0 0 0,0 1 0 0 0,0-1 0 0 0,0 1 0 0 0,0-1 0 0 0,0 0 0 0 0,0 1 0 0 0,0-1 0 0 0,0 0 0 0 0,0 1 0 0 0,0-1 0 0 0,0 1 0 0 0,0-1 0 0 0,0 0 0 0 0,0 1 0 0 0,0-1 0 0 0,0 0 0 0 0,0 1 0 0 0,0-1 0 0 0,-1 1 0 0 0,-3 17 1018 0 0,-4-1-815 0 0,0 0 0 0 0,-2-1 0 0 0,0 0 0 0 0,-13 17-1 0 0,-16 23-2840 0 0,9-15-4742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32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32 2224 0 0,'0'-17'4857'0'0,"0"16"-4715"0"0,1 1-1 0 0,-1-1 1 0 0,0 0-1 0 0,0 0 1 0 0,0 1-1 0 0,0-1 1 0 0,0 0 0 0 0,-1 0-1 0 0,1 1 1 0 0,0-1-1 0 0,0 0 1 0 0,0 0-1 0 0,-1 1 1 0 0,1-1-1 0 0,0 0 1 0 0,-1 1-1 0 0,1-1 1 0 0,-1 0-1 0 0,0 1-83 0 0,1 0-1 0 0,0 0 0 0 0,-1 0 1 0 0,1 0-1 0 0,0 0 0 0 0,-1 0 1 0 0,1 0-1 0 0,-1 0 1 0 0,1 0-1 0 0,0 0 0 0 0,-1 1 1 0 0,1-1-1 0 0,0 0 0 0 0,-1 0 1 0 0,1 0-1 0 0,0 1 0 0 0,0-1 1 0 0,-1 0-1 0 0,1 1 0 0 0,0-1 1 0 0,-1 0-1 0 0,1 0 0 0 0,0 1 1 0 0,0 0-1 0 0,-19 31 1247 0 0,17-30-1180 0 0,-284 619 5832 0 0,260-559-5778 0 0,2 1 0 0 0,4 1-1 0 0,2 0 1 0 0,-12 95 0 0 0,27-130-151 0 0,1 1-1 0 0,2-1 1 0 0,1 0-1 0 0,1 1 1 0 0,8 33-1 0 0,-5-41-58 0 0,0-1 1 0 0,2-1-1 0 0,1 1 1 0 0,0-1-1 0 0,1-1 0 0 0,2 1 1 0 0,22 32-1 0 0,-16-31-311 0 0,0-1 0 0 0,1-1 0 0 0,0 0 0 0 0,2-2 0 0 0,0 0 0 0 0,1-1 0 0 0,29 16 1 0 0,-17-14-1227 0 0,0-1 1 0 0,1-2 0 0 0,0-2 0 0 0,58 15 0 0 0,2-7-4827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9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21 600 0 0,'0'0'3240'0'0,"-6"-13"474"0"0,19 5-8864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5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68 158 348 0 0,'47'-123'15046'0'0,"-37"88"-8186"0"0,-9 38-6034 0 0,0 14 283 0 0,-1 1 1 0 0,0-1-1 0 0,-1 1 0 0 0,-3 18 0 0 0,-18 74 762 0 0,17-89-1607 0 0,-50 173 462 0 0,25-98-4389 0 0,22-64-178 0 0,6-13-1175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5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0 104 896 0 0,'6'-20'4864'0'0,"-5"13"-3211"0"0,1 0 0 0 0,0 0 0 0 0,1 0 0 0 0,4-10 0 0 0,-5 15-1377 0 0,-1-1 0 0 0,1 1 0 0 0,0-1 0 0 0,0 1 0 0 0,0 0 0 0 0,0 0 0 0 0,1 0 0 0 0,-1 0 0 0 0,1 0 0 0 0,-1 1 0 0 0,1-1 0 0 0,-1 1 0 0 0,1-1 0 0 0,4 0 0 0 0,-3 0-96 0 0,1 0-1 0 0,1 1 1 0 0,-1 0 0 0 0,0 0-1 0 0,0 0 1 0 0,0 1 0 0 0,0-1 0 0 0,1 1-1 0 0,-1 1 1 0 0,0-1 0 0 0,0 1-1 0 0,0 0 1 0 0,1 0 0 0 0,-1 0-1 0 0,0 1 1 0 0,0 0 0 0 0,-1 0 0 0 0,1 0-1 0 0,0 0 1 0 0,-1 1 0 0 0,1 0-1 0 0,-1 0 1 0 0,0 0 0 0 0,6 6-1 0 0,-6-5-95 0 0,0 0 0 0 0,0 0 0 0 0,0 1 0 0 0,-1 0 0 0 0,0 0 0 0 0,0 0-1 0 0,0 0 1 0 0,-1 0 0 0 0,0 0 0 0 0,1 1 0 0 0,-2-1 0 0 0,1 1 0 0 0,-1 0-1 0 0,0-1 1 0 0,0 1 0 0 0,0 0 0 0 0,-1 0 0 0 0,0-1 0 0 0,0 1 0 0 0,-1 0-1 0 0,-1 10 1 0 0,-3 0 75 0 0,0 0 0 0 0,-1 0-1 0 0,-1-1 1 0 0,0 0 0 0 0,-15 23 0 0 0,-55 67 576 0 0,20-30-371 0 0,46-62-259 0 0,9-11-72 0 0,0-1 1 0 0,1 1-1 0 0,0 0 0 0 0,-1-1 0 0 0,1 1 1 0 0,0 0-1 0 0,0 0 0 0 0,0 0 0 0 0,0 0 0 0 0,0 0 1 0 0,-1 5-1 0 0,2-7-20 0 0,0 1 1 0 0,0-1 0 0 0,1 1-1 0 0,-1 0 1 0 0,0-1-1 0 0,0 1 1 0 0,1-1-1 0 0,-1 1 1 0 0,0-1 0 0 0,1 1-1 0 0,-1-1 1 0 0,1 1-1 0 0,-1-1 1 0 0,0 1-1 0 0,1-1 1 0 0,-1 1 0 0 0,1-1-1 0 0,-1 0 1 0 0,1 1-1 0 0,0-1 1 0 0,-1 0-1 0 0,1 1 1 0 0,0-1 0 0 0,18 7 169 0 0,8-5-276 0 0,0-1 0 0 0,0-2-1 0 0,0 0 1 0 0,0-2 0 0 0,0-1-1 0 0,-1-1 1 0 0,37-12 0 0 0,62-28-4969 0 0,-10-11-6417 0 0,-86 40 3603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4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67 2696 0 0,'-15'-20'5942'0'0,"-26"-26"2883"0"0,43 53-8380 0 0,-1-1 1 0 0,1 1-1 0 0,0-1 0 0 0,0 1 1 0 0,0-1-1 0 0,1 0 0 0 0,6 10 1 0 0,4 12 515 0 0,4 17 8 0 0,-3 0-1 0 0,-1 0 1 0 0,8 66 0 0 0,-17-82-810 0 0,-2 0 0 0 0,-1 0 0 0 0,-1 0 0 0 0,-2 0 0 0 0,-1 0 0 0 0,-12 51-1 0 0,4-44-112 0 0,-1 0 0 0 0,-2-1 0 0 0,-2 0 0 0 0,-1-1 0 0 0,-2-1 0 0 0,-1-1 0 0 0,-39 49-1 0 0,-15 4-2008 0 0,-106 95-1 0 0,100-109-1925 0 0,25-26-1538 0 0,49-41 4740 0 0,-61 53-10320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7:50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9 164 0 0,'0'0'2728'0'0,"4"-9"-2908"0"0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6:49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0 540 0 0,'0'0'4026'0'0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6:5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61 340 0 0,'0'0'1263'0'0,"-4"0"-236"0"0,-39-3 2546 0 0,40 3-3067 0 0,0 0-24 0 0,-24 0 1010 0 0,24 0-663 0 0,1 0-599 0 0,-13 0 1380 0 0,13 0-1249 0 0,-11 0 4756 0 0,16 0-4999 0 0,19 1-29 0 0,-1-1 1 0 0,0 0 0 0 0,1-2 0 0 0,26-5 0 0 0,-6 1-69 0 0,267-24-4788 0 0,-199 21-861 0 0,-59 5 1009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6:4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15 712 0 0,'0'0'3437'0'0,"-8"-6"-1055"0"0,22-3-5451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6:5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68 904 0 0,'-12'-12'9665'0'0,"13"-30"-5005"0"0,3 42-4912 0 0,360-12-7040 0 0,-298 11 4929 0 0,4 1-555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6:52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1060 0 0,'0'0'2336'0'0,"15"-17"2780"0"0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1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0 464 0 0,'0'0'4686'0'0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1 872 0 0,'0'0'6425'0'0,"4"5"-5856"0"0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14 184 0 0,'0'0'4248'0'0,"1"-13"-2799"0"0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8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11 208 0 0,'0'0'1565'0'0,"9"-7"-1180"0"0,-1 4-1524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 0 0,'0'0'236'0'0,"1"9"-72"0"0,13-13-436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0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 0 0,'0'0'596'0'0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1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 0 0,'0'0'1088'0'0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11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7 684 0 0,'0'0'2572'0'0,"15"-3"-2560"0"0,-5-1-1372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38 1140 0 0,'-4'-14'2810'0'0,"4"12"-2642"0"0,0 1 0 0 0,0 0-1 0 0,0 0 1 0 0,0 0 0 0 0,-1 0-1 0 0,1 0 1 0 0,0 0 0 0 0,-1 0 0 0 0,1 0-1 0 0,-1 0 1 0 0,1 0 0 0 0,-1 0-1 0 0,1 0 1 0 0,-1 0 0 0 0,0 0-1 0 0,1 0 1 0 0,-1 0 0 0 0,0 0-1 0 0,0 1 1 0 0,0-1 0 0 0,0 0-1 0 0,0 1 1 0 0,0-1 0 0 0,-1 0 0 0 0,1 2-70 0 0,-1 0 0 0 0,0-1 1 0 0,1 1-1 0 0,-1 0 0 0 0,1 1 1 0 0,-1-1-1 0 0,1 0 0 0 0,0 0 1 0 0,0 0-1 0 0,-1 1 0 0 0,1-1 1 0 0,0 1-1 0 0,0-1 0 0 0,0 1 1 0 0,0 0-1 0 0,0 1 0 0 0,-70 110 1442 0 0,-53 79-501 0 0,98-155-903 0 0,-168 256 500 0 0,181-273-592 0 0,0 2-508 0 0,-16 36-1 0 0,131-59 127 0 0,306-8-119 0 0,-306 6-28 0 0,-102 1-295 0 0,1-1 550 0 0,0 0 0 0 0,0 1 0 0 0,0-1 0 0 0,0 0 0 0 0,0 1 0 0 0,3-5 0 0 0,4-8-627 0 0,27-102-3404 0 0,-24 73 3173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6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1 113 700 0 0,'8'-20'1064'0'0,"0"2"-252"0"0,0 6-200 0 0,-2-2-100 0 0,1 3-104 0 0,-4 0-84 0 0,3 4 140 0 0,1-5-160 0 0,0 5-43 0 0,5 10-278 0 0,-4 6-919 0 0,-5 4-1168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47 40 0 0,'1'-3'2101'0'0,"7"-41"7238"0"0,-18 66-8519 0 0,-101 215 947 0 0,57-129-1558 0 0,-114 238-138 0 0,144-303-2162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7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1628 0 0,'10'-22'1861'0'0,"2"1"-1"0"0,18-25 1 0 0,-25 40-1547 0 0,0-1 0 0 0,1 1 1 0 0,-1 0-1 0 0,1 1 0 0 0,1-1 0 0 0,-1 1 1 0 0,1 0-1 0 0,0 1 0 0 0,14-8 0 0 0,-15 11-145 0 0,0 1-1 0 0,-1-1 1 0 0,1 1 0 0 0,0 0-1 0 0,-1 0 1 0 0,1 1-1 0 0,0 0 1 0 0,-1 0 0 0 0,1 0-1 0 0,-1 0 1 0 0,1 1-1 0 0,-1 0 1 0 0,0 0 0 0 0,8 5-1 0 0,-3 0 101 0 0,-1 0-1 0 0,-1 1 1 0 0,1 0-1 0 0,-1 0 1 0 0,-1 1-1 0 0,1 0 1 0 0,-1 0-1 0 0,-1 1 1 0 0,0-1-1 0 0,0 2 1 0 0,-1-1-1 0 0,-1 1 1 0 0,5 13-1 0 0,2 12 465 0 0,-2 0 0 0 0,8 66-1 0 0,-13-43-275 0 0,-2-1 1 0 0,-8 79-1 0 0,1 5-202 0 0,4-116-230 0 0,0-18-2 0 0,1-1-1 0 0,0 1 0 0 0,0-1 1 0 0,3 15-1 0 0,-3-21-23 0 0,1 0 0 0 0,-1-1 0 0 0,0 1 0 0 0,1 0 0 0 0,0-1 0 0 0,-1 1 0 0 0,1 0 0 0 0,-1-1 0 0 0,1 1 0 0 0,0-1 0 0 0,-1 1 1 0 0,1-1-1 0 0,0 1 0 0 0,0-1 0 0 0,-1 0 0 0 0,1 1 0 0 0,0-1 0 0 0,0 0 0 0 0,0 1 0 0 0,-1-1 0 0 0,1 0 0 0 0,0 0 0 0 0,0 0 0 0 0,0 0 0 0 0,0 0 0 0 0,-1 0 0 0 0,1 0 0 0 0,0 0 0 0 0,0 0 0 0 0,0 0 1 0 0,0-1-1 0 0,-1 1 0 0 0,2-1 0 0 0,25-7-399 0 0,-20 5-193 0 0,1-1 1 0 0,-1-1-1 0 0,0 1 1 0 0,-1-1-1 0 0,1 0 1 0 0,6-6-1 0 0,15-22-6590 0 0,-15 16 748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8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93 304 0 0,'-97'8'10898'0'0,"87"-7"-10523"0"0,7-1 59 0 0,-9 2 1011 0 0,71-10-1615 0 0,97-27 0 0 0,-2-11-6591 0 0,-114 32 2810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8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33 2592 0 0,'13'-32'13183'0'0,"-13"32"-13133"0"0,0 0-1 0 0,0 0 0 0 0,0 0 0 0 0,0 1 0 0 0,1 1 1034 0 0,0-2-1034 0 0,-1 0 1 0 0,0 0-1 0 0,0 0 0 0 0,0 0 0 0 0,0 0 0 0 0,0 1 1 0 0,0-1-1 0 0,1 0 0 0 0,-1 0 0 0 0,0 0 0 0 0,0 0 1 0 0,0 0-1 0 0,0 0 0 0 0,3-2 1034 0 0,-3 2-1034 0 0,0 0 0 0 0,0 0 0 0 0,0 0 0 0 0,0 0 1 0 0,0-1-1 0 0,4 22 1698 0 0,-2 25 84 0 0,-4 14-372 0 0,-14 89 1 0 0,-22 57-865 0 0,2-16-1016 0 0,32-164-2664 0 0,-2 41 0 0 0,6-67 2863 0 0,0 1-1 0 0,1 0 1 0 0,-1-1 0 0 0,0 1 0 0 0,0-1 0 0 0,0 1-1 0 0,0 0 1 0 0,1-1 0 0 0,-1 1 0 0 0,0-1 0 0 0,0 1-1 0 0,13 5-5110 0 0,-13-6 5111 0 0,1 0 0 0 0,-1 0 0 0 0,1 0 0 0 0,0 0-1 0 0,-1 0 1 0 0,1-1 0 0 0,-1 1 0 0 0,1 0 0 0 0,-1 0-1 0 0,1-1 1 0 0,0 1 0 0 0,0-1 0 0 0,-1 1 117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8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180 100 1460 0 0,'68'-100'16849'0'0,"-87"116"-15891"0"0,11-10-709 0 0,-6 7-22 0 0,0 1 0 0 0,1 0 0 0 0,-16 22-1 0 0,26-31-212 0 0,-1 0 0 0 0,1 0-1 0 0,0 0 1 0 0,0 0-1 0 0,1 1 1 0 0,0-1-1 0 0,0 1 1 0 0,0-1 0 0 0,0 1-1 0 0,1 0 1 0 0,0 0-1 0 0,0 0 1 0 0,1 0-1 0 0,0 0 1 0 0,0 8 0 0 0,1-9-6 0 0,1-1 0 0 0,0 1 1 0 0,0-1-1 0 0,0 1 1 0 0,0-1-1 0 0,0 0 1 0 0,1 0-1 0 0,0 0 0 0 0,0-1 1 0 0,0 1-1 0 0,0 0 1 0 0,1-1-1 0 0,6 5 0 0 0,7 5 7 0 0,32 18-1 0 0,-35-23-6 0 0,-2 0 3 0 0,1-1 2 0 0,0 1 0 0 0,-1 0 1 0 0,15 13-1 0 0,-27-20-2 0 0,1 0-1 0 0,-1 0 0 0 0,1-1 1 0 0,-1 1-1 0 0,0 0 0 0 0,1 0 0 0 0,-1 0 1 0 0,0 0-1 0 0,1 0 0 0 0,-1 0 1 0 0,0 0-1 0 0,0 0 0 0 0,0 0 1 0 0,0 0-1 0 0,0 0 0 0 0,0 0 1 0 0,0 0-1 0 0,0 0 0 0 0,-1 0 1 0 0,1 0-1 0 0,0 0 0 0 0,0-1 1 0 0,-1 1-1 0 0,0 1 0 0 0,-11 19 441 0 0,6-16-362 0 0,-1 1-1 0 0,1-1 1 0 0,-1-1-1 0 0,0 1 1 0 0,-1-1 0 0 0,1 0-1 0 0,-1-1 1 0 0,-13 5-1 0 0,-7 0 1 0 0,-33 5 0 0 0,37-9-31 0 0,12-2-163 0 0,-1 0 0 0 0,1-1 0 0 0,-19-1 0 0 0,25 0-591 0 0,0-1 0 0 0,0 0 0 0 0,-1 0 1 0 0,-9-3-1 0 0,15 3 523 0 0,1 1 0 0 0,-1 0 0 0 0,0-1 0 0 0,1 1 0 0 0,-1-1 0 0 0,1 1 1 0 0,-1-1-1 0 0,1 1 0 0 0,-1-1 0 0 0,1 1 0 0 0,-1-1 0 0 0,1 1 0 0 0,-1-1 0 0 0,1 0 1 0 0,-1 1-1 0 0,1-1 0 0 0,0 0 0 0 0,0 1 0 0 0,-1-1 0 0 0,1 0 0 0 0,0 1 0 0 0,0-1 0 0 0,0 0 1 0 0,0 1-1 0 0,0-1 0 0 0,-1 0 0 0 0,1 0 0 0 0,1 0 0 0 0,3-18-5316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9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17 1432 0 0,'25'-7'6093'0'0,"-25"7"-5940"0"0,1 1 0 0 0,-1-1 0 0 0,0 1 0 0 0,1-1 0 0 0,-1 1 0 0 0,0-1 0 0 0,1 1-1 0 0,-1-1 1 0 0,0 1 0 0 0,1-1 0 0 0,-1 1 0 0 0,0-1 0 0 0,0 1 0 0 0,0 0 0 0 0,0-1-1 0 0,0 1 1 0 0,0-1 0 0 0,0 1 0 0 0,0 1 0 0 0,-12 33 2691 0 0,-22 42 1 0 0,17-40-1782 0 0,-15 44 0 0 0,27-64-904 0 0,1-1-1 0 0,0 1 0 0 0,1 0 0 0 0,-1 21 0 0 0,4-33-129 0 0,0 0 0 0 0,0-1 0 0 0,0 1 1 0 0,1 0-1 0 0,-1 0 0 0 0,1-1 0 0 0,0 1 0 0 0,0 0 0 0 0,1-1 0 0 0,0 1 0 0 0,-1-1 0 0 0,1 0 0 0 0,1 1 0 0 0,-1-1 0 0 0,1 0 0 0 0,0 0 0 0 0,-1-1 1 0 0,2 1-1 0 0,-1-1 0 0 0,5 5 0 0 0,-4-6-1 0 0,0 0 0 0 0,0 0 0 0 0,0 0 1 0 0,1 0-1 0 0,-1 0 0 0 0,1-1 0 0 0,-1 0 1 0 0,1 0-1 0 0,0 0 0 0 0,-1-1 0 0 0,1 0 0 0 0,0 1 1 0 0,0-2-1 0 0,-1 1 0 0 0,1 0 0 0 0,0-1 1 0 0,-1 0-1 0 0,1 0 0 0 0,6-3 0 0 0,1 0 1 0 0,-1 0-1 0 0,1-1 1 0 0,-1-1 0 0 0,-1 0-1 0 0,1 0 1 0 0,12-11 0 0 0,-10 7-13 0 0,-1-2 0 0 0,-1 0 0 0 0,0 0 0 0 0,-1-1 0 0 0,0 0 0 0 0,-1-1 0 0 0,10-18 0 0 0,-12 19-13 0 0,-1 0 0 0 0,-1 0-1 0 0,0 0 1 0 0,-1-1-1 0 0,0 0 1 0 0,-1 0-1 0 0,-1 0 1 0 0,2-25 0 0 0,-4 33 16 0 0,-1-1 1 0 0,0 1 0 0 0,0-1 0 0 0,0 1 0 0 0,-1 0 0 0 0,0 0 0 0 0,0-1 0 0 0,0 1 0 0 0,-1 0-1 0 0,0 1 1 0 0,0-1 0 0 0,-1 1 0 0 0,1-1 0 0 0,-1 1 0 0 0,0 0 0 0 0,-1 0 0 0 0,1 1 0 0 0,-1-1-1 0 0,0 1 1 0 0,0 0 0 0 0,0 0 0 0 0,-7-3 0 0 0,6 4-246 0 0,0 0 1 0 0,1 1-1 0 0,-1-1 0 0 0,0 1 1 0 0,0 1-1 0 0,0-1 0 0 0,-1 1 1 0 0,1 0-1 0 0,0 0 0 0 0,-8 1 0 0 0,8 0-612 0 0,0 1 0 0 0,1-1 0 0 0,-1 1-1 0 0,0 1 1 0 0,1-1 0 0 0,-1 1 0 0 0,0 0-1 0 0,1 0 1 0 0,0 1 0 0 0,-1-1-1 0 0,-8 7 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96 108 0 0,'-22'-83'11982'0'0,"21"82"-11930"0"0,1 0 0 0 0,-1 0 0 0 0,0 1-1 0 0,1-1 1 0 0,-1 0 0 0 0,0 0 0 0 0,1 1 0 0 0,-1-1-1 0 0,0 0 1 0 0,0 1 0 0 0,0-1 0 0 0,0 1-1 0 0,1-1 1 0 0,-1 1 0 0 0,0-1 0 0 0,0 1-1 0 0,0 0 1 0 0,0-1 0 0 0,0 1 0 0 0,0 0-1 0 0,0 0 1 0 0,0 0 0 0 0,0 0 0 0 0,0 0-1 0 0,0 0 1 0 0,0 0 0 0 0,0 0 0 0 0,0 0-1 0 0,0 0 1 0 0,0 1 0 0 0,0-1 0 0 0,0 0-1 0 0,0 1 1 0 0,0-1 0 0 0,0 1 0 0 0,-1 0 0 0 0,-35 20 266 0 0,35-20-251 0 0,-33 27 349 0 0,1 1 1 0 0,1 1-1 0 0,2 2 0 0 0,-52 68 0 0 0,62-73-158 0 0,-23 38 0 0 0,39-56-213 0 0,0 1 1 0 0,0-1-1 0 0,1 1 1 0 0,0 0-1 0 0,1 0 1 0 0,0 0 0 0 0,1 0-1 0 0,-3 18 1 0 0,5-24-31 0 0,0 0 0 0 0,0 0 0 0 0,1 1 0 0 0,-1-1 0 0 0,1 0 0 0 0,0 0 0 0 0,0 0 0 0 0,0 0 0 0 0,0 0 0 0 0,1 0 0 0 0,-1-1 0 0 0,1 1 0 0 0,0 0 0 0 0,0-1 0 0 0,1 1 0 0 0,3 4 0 0 0,-1-4 4 0 0,0 1 0 0 0,0-1 0 0 0,0 0 0 0 0,1 0 0 0 0,-1 0 1 0 0,1-1-1 0 0,0 0 0 0 0,0 0 0 0 0,9 3 0 0 0,6 0-107 0 0,1-1 0 0 0,-1-1 0 0 0,1 0 0 0 0,0-2 0 0 0,24 0 0 0 0,91-6-3180 0 0,-45-5-2765 0 0,-46 2 422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0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10 1812 0 0,'-9'-7'5633'0'0,"7"7"-5384"0"0,0-1-1 0 0,1 1 0 0 0,-1 0 1 0 0,0-1-1 0 0,0 1 1 0 0,1 0-1 0 0,-1 0 0 0 0,0 0 1 0 0,0 0-1 0 0,0 0 0 0 0,1 0 1 0 0,-1 1-1 0 0,0-1 1 0 0,0 0-1 0 0,1 1 0 0 0,-1 0 1 0 0,0-1-1 0 0,1 1 1 0 0,-1 0-1 0 0,-2 1 0 0 0,0 1 138 0 0,1 0 0 0 0,-1 0 0 0 0,1 1 0 0 0,-1-1 0 0 0,1 1 0 0 0,0 0 0 0 0,-4 6 0 0 0,-3 7 483 0 0,2 1 0 0 0,-13 34 0 0 0,-4 28-87 0 0,-24 156 0 0 0,30-137-675 0 0,2 11-1176 0 0,14-74-2059 0 0,2-2-3734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0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264 121 460 0 0,'2'-7'1212'0'0,"0"0"-1"0"0,0 0 1 0 0,1 0-1 0 0,1 1 1 0 0,-1-1-1 0 0,7-9 1 0 0,-6 10-643 0 0,1 1 1 0 0,0 0-1 0 0,-1 0 1 0 0,2 0-1 0 0,-1 0 1 0 0,11-7 0 0 0,-11 9-464 0 0,0 1 1 0 0,0-1 0 0 0,0 1 0 0 0,0 0 0 0 0,0 0 0 0 0,0 0 0 0 0,1 1 0 0 0,-1 0 0 0 0,1 0 0 0 0,-1 0 0 0 0,1 1 0 0 0,-1 0-1 0 0,1 0 1 0 0,-1 0 0 0 0,1 0 0 0 0,-1 1 0 0 0,1 0 0 0 0,-1 0 0 0 0,0 1 0 0 0,10 3 0 0 0,-12-4-88 0 0,0 1 0 0 0,-1-1 0 0 0,1 0 0 0 0,0 1-1 0 0,0 0 1 0 0,-1 0 0 0 0,1 0 0 0 0,-1 0 0 0 0,0 0 0 0 0,1 0 0 0 0,-1 1 0 0 0,0-1 0 0 0,0 1 0 0 0,-1-1 0 0 0,1 1 0 0 0,0 0 0 0 0,-1 0 0 0 0,0 0 0 0 0,2 4 0 0 0,-2-2 0 0 0,0 0-1 0 0,-1 0 1 0 0,1 0 0 0 0,-1 1 0 0 0,0-1-1 0 0,-1 0 1 0 0,1 0 0 0 0,-1 0-1 0 0,0 0 1 0 0,0 0 0 0 0,-3 6 0 0 0,-2 3 42 0 0,0 1-1 0 0,-2-1 1 0 0,1-1 0 0 0,-2 1 0 0 0,1-1 0 0 0,-22 23 0 0 0,-81 70 652 0 0,110-105-620 0 0,17 2-46 0 0,1-5-47 0 0,0 0 1 0 0,0 1-1 0 0,1 1 0 0 0,-1 0 0 0 0,26 4 0 0 0,-34-2 55 0 0,0-1 0 0 0,1 2 0 0 0,-1-1 0 0 0,0 1 0 0 0,-1 0 0 0 0,1 1 0 0 0,0 0 0 0 0,-1 0 0 0 0,0 1 0 0 0,0 0 0 0 0,0 1 0 0 0,7 6 0 0 0,-12-9 70 0 0,-1-1 1 0 0,1 1-1 0 0,-1 0 1 0 0,0 1-1 0 0,0-1 1 0 0,0 0-1 0 0,0 1 1 0 0,0-1-1 0 0,-1 1 1 0 0,1-1-1 0 0,-1 1 1 0 0,0 0-1 0 0,0 0 1 0 0,0 0-1 0 0,-1-1 1 0 0,1 8-1 0 0,-2-5 73 0 0,1 1-1 0 0,-1-1 1 0 0,-1 0-1 0 0,1 0 1 0 0,-1 0-1 0 0,0 0 1 0 0,0 0-1 0 0,-1 0 1 0 0,-4 8-1 0 0,-2 0 202 0 0,0-1-1 0 0,0 0 1 0 0,-2-1-1 0 0,1 0 1 0 0,-2-1 0 0 0,1 0-1 0 0,-19 12 1 0 0,15-13-286 0 0,-1-1 0 0 0,0 0-1 0 0,-1-2 1 0 0,0 0 0 0 0,0-1 0 0 0,0 0 0 0 0,-1-2 0 0 0,0 0 0 0 0,1-1-1 0 0,-2 0 1 0 0,1-2 0 0 0,0 0 0 0 0,0-1 0 0 0,0-1 0 0 0,0-1-1 0 0,0 0 1 0 0,0-1 0 0 0,0-1 0 0 0,0-1 0 0 0,1-1 0 0 0,0 0 0 0 0,0-1-1 0 0,-16-9 1 0 0,30 14-221 0 0,0 0-1 0 0,0 0 0 0 0,-1 0 1 0 0,2-1-1 0 0,-1 1 0 0 0,0-1 1 0 0,0 1-1 0 0,1-1 0 0 0,-1 0 1 0 0,1 0-1 0 0,0 0 0 0 0,0-1 1 0 0,0 1-1 0 0,0 0 1 0 0,1-1-1 0 0,-1 1 0 0 0,1-1 1 0 0,0 1-1 0 0,0-1 0 0 0,0-4 1 0 0,1 3-307 0 0,0-1 1 0 0,0 0-1 0 0,1 1 1 0 0,0-1-1 0 0,0 1 1 0 0,0-1 0 0 0,1 1-1 0 0,0 0 1 0 0,0-1-1 0 0,0 1 1 0 0,1 0-1 0 0,5-8 1 0 0,6-9-2938 0 0,1 2 0 0 0,25-28 0 0 0,-6 13-4296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0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25 1348 0 0,'-17'2'10201'0'0,"4"0"-4998"0"0,2 1-1341 0 0,56-13-4258 0 0,1 2 0 0 0,47-2 0 0 0,-58 7-2134 0 0,-30 2 1167 0 0,0 1 0 0 0,0 1 0 0 0,0-1 0 0 0,0 1 0 0 0,8 1 1 0 0,-10-1 100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1944 0 0,'-44'24'5291'0'0,"-11"6"3465"0"0,49-27-7790 0 0,-8 9 2088 0 0,15-9-1872 0 0,13-2-670 0 0,124-15 408 0 0,13-2-5605 0 0,-103 8-3071 0 0,-27 4-24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89 420 0 0,'45'-61'11168'0'0,"-45"60"-10979"0"0,1 0 0 0 0,-1 1-1 0 0,1-1 1 0 0,-1 0 0 0 0,0 0-1 0 0,1 0 1 0 0,-1 0 0 0 0,0 0-1 0 0,1 0 1 0 0,-1 0 0 0 0,0 0-1 0 0,0 0 1 0 0,0 0 0 0 0,0 0 0 0 0,0-2-1 0 0,0 3-126 0 0,0-1 0 0 0,0 1 0 0 0,0-1-1 0 0,0 1 1 0 0,0 0 0 0 0,-1-1 0 0 0,1 1 0 0 0,0-1-1 0 0,0 1 1 0 0,0 0 0 0 0,0-1 0 0 0,0 1 0 0 0,-1-1 0 0 0,1 1-1 0 0,0 0 1 0 0,0-1 0 0 0,-1 1 0 0 0,1 0 0 0 0,0-1-1 0 0,-1 1 1 0 0,1 0 0 0 0,0 0 0 0 0,-1-1 0 0 0,1 1-1 0 0,0 0 1 0 0,-1 0 0 0 0,1 0 0 0 0,0-1 0 0 0,-1 1-1 0 0,1 0 1 0 0,-1 0 0 0 0,1 0 0 0 0,-1 0 0 0 0,1 0 0 0 0,0 0-1 0 0,-1 0 1 0 0,1 0 0 0 0,-1 0 0 0 0,0 0 0 0 0,-13 3 252 0 0,0 2 1 0 0,1-1 0 0 0,-1 2 0 0 0,1 0-1 0 0,0 0 1 0 0,1 1 0 0 0,-18 13-1 0 0,-81 70 934 0 0,98-80-1104 0 0,-21 21 259 0 0,-33 37-1 0 0,53-52-326 0 0,2-1-1 0 0,0 2 1 0 0,0 0-1 0 0,-16 35 0 0 0,26-49-64 0 0,0 1-1 0 0,1 0 0 0 0,-1 0 0 0 0,1 0 0 0 0,0 0 1 0 0,1 0-1 0 0,-1 0 0 0 0,1 0 0 0 0,-1 0 0 0 0,1 1 1 0 0,0-1-1 0 0,1 0 0 0 0,-1 0 0 0 0,1 0 0 0 0,-1 0 0 0 0,1 0 1 0 0,1 0-1 0 0,-1 0 0 0 0,2 4 0 0 0,0-4-1 0 0,-1 0 0 0 0,1 0 0 0 0,0-1 0 0 0,0 1 0 0 0,0-1 0 0 0,1 0 0 0 0,-1 0 0 0 0,1 0 0 0 0,0 0 0 0 0,-1-1 0 0 0,1 1 0 0 0,0-1 0 0 0,1 0 0 0 0,-1 0-1 0 0,0 0 1 0 0,9 1 0 0 0,6 2-350 0 0,-1-2 1 0 0,1 0-1 0 0,0-1 0 0 0,30-1 0 0 0,79-10-5439 0 0,-64 3 230 0 0,-18 2-1539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4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50 208 0 0,'-22'-15'7276'0'0,"-25"-13"0"0"0,45 27-6563 0 0,-2-1-234 0 0,3 2-412 0 0,1 0 0 0 0,0-1 1 0 0,-1 1-1 0 0,1-1 0 0 0,-1 1 1 0 0,1 0-1 0 0,-1 0 1 0 0,1-1-1 0 0,-1 1 0 0 0,0 0 1 0 0,1 0-1 0 0,-1-1 1 0 0,1 1-1 0 0,-1 0 0 0 0,1 0 1 0 0,-1 0-1 0 0,0 0 0 0 0,1 0 1 0 0,-1 0-1 0 0,1 0 1 0 0,-1 0-1 0 0,0 0 0 0 0,1 0 1 0 0,-1 1-1 0 0,1-1 0 0 0,-1 0 1 0 0,1 0-1 0 0,-1 0 1 0 0,0 1-1 0 0,1-1 0 0 0,-1 0 1 0 0,1 1-1 0 0,0-1 0 0 0,-1 0 1 0 0,1 1-1 0 0,-1-1 1 0 0,1 1-1 0 0,-1-1 0 0 0,1 1 1 0 0,0-1-1 0 0,-1 1 1 0 0,1-1-1 0 0,0 1 0 0 0,0-1 1 0 0,-1 1-1 0 0,1 0 0 0 0,-25 136 2603 0 0,-12 52-2037 0 0,-9-35-456 0 0,27-93-2409 0 0,1-2-4188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5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1380 0 0,'0'-7'682'0'0,"0"1"1"0"0,1 0-1 0 0,-1 0 0 0 0,1 0 1 0 0,0 0-1 0 0,1 0 0 0 0,-1 0 1 0 0,1 0-1 0 0,1 1 0 0 0,-1-1 1 0 0,1 0-1 0 0,6-9 0 0 0,-5 10-436 0 0,1 0-1 0 0,0 0 0 0 0,0 0 1 0 0,1 0-1 0 0,-1 1 1 0 0,1 0-1 0 0,0 0 1 0 0,0 1-1 0 0,0-1 0 0 0,13-3 1 0 0,-3 1-38 0 0,-1 1-1 0 0,1 1 1 0 0,0 1 0 0 0,0 0 0 0 0,32-1-1 0 0,-37 4-155 0 0,0 0-1 0 0,0 1 0 0 0,-1 0 1 0 0,1 0-1 0 0,0 1 0 0 0,0 1 0 0 0,-1 0 1 0 0,0 0-1 0 0,19 9 0 0 0,-27-11-33 0 0,1 1 0 0 0,-1-1-1 0 0,1 1 1 0 0,-1-1 0 0 0,0 1 0 0 0,0 0-1 0 0,0 0 1 0 0,0 0 0 0 0,0 0-1 0 0,0 0 1 0 0,0 0 0 0 0,-1 1 0 0 0,1-1-1 0 0,-1 1 1 0 0,0-1 0 0 0,1 1-1 0 0,-1-1 1 0 0,0 1 0 0 0,-1 0-1 0 0,1-1 1 0 0,0 1 0 0 0,-1 0 0 0 0,0 0-1 0 0,1 0 1 0 0,-1-1 0 0 0,0 1-1 0 0,0 0 1 0 0,-1 0 0 0 0,1 0 0 0 0,-1-1-1 0 0,1 1 1 0 0,-1 0 0 0 0,0 0-1 0 0,0-1 1 0 0,0 1 0 0 0,0-1-1 0 0,-2 4 1 0 0,-3 3 66 0 0,0 1 0 0 0,0-1 1 0 0,-1 0-1 0 0,0 0 0 0 0,0-1 0 0 0,-1 0 0 0 0,0-1 0 0 0,-11 9 0 0 0,-2-2 65 0 0,0-1 0 0 0,-32 14 0 0 0,-10 5 266 0 0,61-31-350 0 0,4 0-64 0 0,-1 0 0 0 0,0-1 0 0 0,1 1 0 0 0,-1-1 1 0 0,0 1-1 0 0,1-1 0 0 0,-1 0 0 0 0,1 1 0 0 0,-1-1 1 0 0,0 0-1 0 0,1 0 0 0 0,-1 0 0 0 0,1 0 0 0 0,-1 0 1 0 0,2-1-1 0 0,11 1 21 0 0,6 1-26 0 0,1 2 1 0 0,-1 0-1 0 0,0 1 1 0 0,-1 0-1 0 0,1 2 1 0 0,19 8-1 0 0,-34-12 61 0 0,0 1-1 0 0,0 0 1 0 0,0 0-1 0 0,0 0 1 0 0,0 1 0 0 0,-1-1-1 0 0,1 1 1 0 0,-1 0-1 0 0,0 1 1 0 0,0-1-1 0 0,3 7 1 0 0,-4-7 77 0 0,-1 0 0 0 0,-1 0 0 0 0,1 1 1 0 0,0-1-1 0 0,-1 0 0 0 0,0 1 0 0 0,0-1 0 0 0,-1 1 1 0 0,1-1-1 0 0,-1 1 0 0 0,0 0 0 0 0,0-1 0 0 0,0 1 0 0 0,-1-1 1 0 0,1 1-1 0 0,-3 6 0 0 0,0-1 37 0 0,-1 0 0 0 0,0-1 0 0 0,0 1 0 0 0,-1-1 1 0 0,0 1-1 0 0,-1-1 0 0 0,0-1 0 0 0,0 1 0 0 0,-1-1 0 0 0,0 0 1 0 0,0-1-1 0 0,-1 0 0 0 0,-17 13 0 0 0,7-8-51 0 0,-1 0 1 0 0,0-1-1 0 0,0-1 0 0 0,-1-1 0 0 0,-36 12 0 0 0,42-17-102 0 0,1-1-1 0 0,-1 0 1 0 0,-17 0-1 0 0,25-2-223 0 0,0-1 1 0 0,1 0-1 0 0,-1 0 0 0 0,0-1 0 0 0,0 0 1 0 0,1 0-1 0 0,-1 0 0 0 0,1 0 0 0 0,-1-1 1 0 0,-8-4-1 0 0,13 6 34 0 0,0-1 0 0 0,0 0 0 0 0,0 0 0 0 0,0 1 0 0 0,0-1 0 0 0,0 0 0 0 0,0 0 0 0 0,0 0 0 0 0,0 0 0 0 0,1 0 0 0 0,-1 0 0 0 0,0 0 0 0 0,1 0 0 0 0,-1 0 0 0 0,0-1 0 0 0,1 1 0 0 0,-1 0 0 0 0,1 0 0 0 0,0 0 0 0 0,0-1 0 0 0,-1 1 0 0 0,1 0 0 0 0,0-1 0 0 0,0 1 0 0 0,0 0 0 0 0,0 0 0 0 0,0-1 0 0 0,0 1 0 0 0,1-2 0 0 0,0 0-590 0 0,0 0 1 0 0,0 0-1 0 0,0-1 1 0 0,0 1-1 0 0,1 0 1 0 0,0 0-1 0 0,-1 0 0 0 0,1 0 1 0 0,0 1-1 0 0,4-5 1 0 0,9-7-4264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1072 0 0,'40'-32'10749'0'0,"-38"29"-10461"0"0,1 1 0 0 0,0 1 0 0 0,0-1 0 0 0,0 0-1 0 0,0 1 1 0 0,0 0 0 0 0,0-1 0 0 0,1 1 0 0 0,-1 1 0 0 0,0-1 0 0 0,1 0-1 0 0,-1 1 1 0 0,0 0 0 0 0,1-1 0 0 0,-1 1 0 0 0,1 1 0 0 0,-1-1 0 0 0,0 0-1 0 0,1 1 1 0 0,4 1 0 0 0,5 1-102 0 0,0 1 0 0 0,0 0 0 0 0,18 10 0 0 0,-24-11-147 0 0,0 1 0 0 0,0 0-1 0 0,-1 1 1 0 0,0-1-1 0 0,0 1 1 0 0,0 0 0 0 0,0 1-1 0 0,-1-1 1 0 0,0 1-1 0 0,0 1 1 0 0,-1-1 0 0 0,0 0-1 0 0,0 1 1 0 0,0 0-1 0 0,-1 0 1 0 0,1 0 0 0 0,-2 0-1 0 0,1 1 1 0 0,-1-1 0 0 0,-1 1-1 0 0,1-1 1 0 0,0 11-1 0 0,-1-6 138 0 0,-1 1 0 0 0,0 0-1 0 0,-1 0 1 0 0,0-1 0 0 0,-1 1-1 0 0,0 0 1 0 0,-1-1 0 0 0,-1 0-1 0 0,0 1 1 0 0,0-2 0 0 0,-1 1-1 0 0,-11 18 1 0 0,-2-4 271 0 0,0-1 0 0 0,-2-1 1 0 0,0-1-1 0 0,-29 25 0 0 0,27-21-161 0 0,22-26-283 0 0,1-1-1 0 0,-1 0 1 0 0,0 1 0 0 0,0-1-1 0 0,0 0 1 0 0,1 1-1 0 0,-1-1 1 0 0,0 0 0 0 0,0 1-1 0 0,1-1 1 0 0,-1 0 0 0 0,0 0-1 0 0,1 1 1 0 0,-1-1-1 0 0,0 0 1 0 0,1 0 0 0 0,-1 0-1 0 0,0 0 1 0 0,1 1-1 0 0,-1-1 1 0 0,1 0 0 0 0,-1 0-1 0 0,0 0 1 0 0,1 0-1 0 0,-1 0 1 0 0,0 0 0 0 0,1 0-1 0 0,-1 0 1 0 0,1 0-1 0 0,-1 0 1 0 0,0 0 0 0 0,1 0-1 0 0,0-1 1 0 0,17 3 24 0 0,-18-2-32 0 0,21-2-38 0 0,-1-1 0 0 0,0-1 0 0 0,0 0 0 0 0,0-1 0 0 0,31-14 0 0 0,90-50-2549 0 0,-29-1-1816 0 0,-42 17-2469 0 0,-23 15-999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601 57 548 0 0,'-31'-24'4336'0'0,"-8"-9"2522"0"0,67 67-4951 0 0,38 58 0 0 0,-49-64-1644 0 0,-1 1 1 0 0,-1 1-1 0 0,-2 1 0 0 0,-1 0 0 0 0,10 38 0 0 0,-10-15-91 0 0,-3 0 1 0 0,-1 1 0 0 0,-4 1-1 0 0,-1-1 1 0 0,-6 68-1 0 0,-6-29-46 0 0,-4-1 0 0 0,-30 115 0 0 0,8-89-199 0 0,-5-1 1 0 0,-4-3-1 0 0,-91 168 1 0 0,-40 14-2741 0 0,-17-18-4535 0 0,125-191 1655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3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80 1172 0 0,'-2'-1'1352'0'0,"-20"-9"2201"0"0,19 9-2971 0 0,3 1-416 0 0,-1 0 0 0 0,1 0 0 0 0,-1-1 0 0 0,0 1 1 0 0,1 0-1 0 0,-1 0 0 0 0,1-1 0 0 0,-1 1 0 0 0,1 0 1 0 0,-1-1-1 0 0,1 1 0 0 0,0 0 0 0 0,-1-1 0 0 0,1 1 1 0 0,-1-1-1 0 0,1 1 0 0 0,-1-1 0 0 0,8-2-84 0 0,0 1 0 0 0,0 0 0 0 0,1 0 0 0 0,-1 1 0 0 0,1 0 0 0 0,-1 1 0 0 0,13-1 0 0 0,15-1 2 0 0,-32 2-119 0 0,333-42 49 0 0,-193 36-5597 0 0,-126 6 3201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3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1012 0 0,'-33'11'3935'0'0,"-41"20"-1"0"0,71-30-3048 0 0,3 0-860 0 0,0-1-1 0 0,0 1 1 0 0,1-1-1 0 0,-1 0 1 0 0,0 1 0 0 0,0-1-1 0 0,1 1 1 0 0,-1-1 0 0 0,0 0-1 0 0,1 1 1 0 0,-1-1 0 0 0,0 1-1 0 0,1-1 1 0 0,-1 0-1 0 0,0 0 1 0 0,1 1 0 0 0,-1-1-1 0 0,1 0 1 0 0,-1 0 0 0 0,1 1-1 0 0,-1-1 1 0 0,1 0 0 0 0,-1 0-1 0 0,1 0 1 0 0,-1 0-1 0 0,2 0 1 0 0,13 2 153 0 0,284-20 63 0 0,-96 2-3962 0 0,-164 13 2303 0 0,55-5-1922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18 1596 0 0,'-12'-8'3717'0'0,"9"6"-3584"0"0,1 1-1 0 0,0 0 0 0 0,-1 0 1 0 0,1 0-1 0 0,-1 0 1 0 0,1 1-1 0 0,-1-1 1 0 0,1 1-1 0 0,-1-1 1 0 0,0 1-1 0 0,1 0 0 0 0,-1 0 1 0 0,1 0-1 0 0,-1 0 1 0 0,0 1-1 0 0,1-1 1 0 0,-1 1-1 0 0,1-1 1 0 0,-1 1-1 0 0,1 0 0 0 0,0 0 1 0 0,-1 0-1 0 0,1 0 1 0 0,0 1-1 0 0,-1-1 1 0 0,1 1-1 0 0,-3 2 0 0 0,-15 13 217 0 0,0 1 0 0 0,1 1 0 0 0,-23 30 0 0 0,-42 70 477 0 0,37-46-301 0 0,4 1 0 0 0,-45 106-1 0 0,66-125-398 0 0,2 1-1 0 0,2 0 0 0 0,3 2 1 0 0,-9 75-1 0 0,21-110-96 0 0,1 0 1 0 0,2 0-1 0 0,0 0 0 0 0,2 0 1 0 0,0 0-1 0 0,1 0 0 0 0,2-1 0 0 0,0 1 1 0 0,1-1-1 0 0,2 0 0 0 0,10 22 1 0 0,-11-30-164 0 0,1 1 0 0 0,1-1 0 0 0,0-1 0 0 0,1 0 0 0 0,0 0 0 0 0,1-1 0 0 0,0 0 0 0 0,1-1 0 0 0,0 0 1 0 0,1-1-1 0 0,1 0 0 0 0,-1-1 0 0 0,1-1 0 0 0,1 0 0 0 0,0-1 0 0 0,19 7 0 0 0,-10-6-1503 0 0,0-2 0 0 0,40 6 0 0 0,-10-6-2567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328 117 1288 0 0,'0'-1'271'0'0,"-21"-26"3298"0"0,20 25-3409 0 0,-1 1 0 0 0,1 0 0 0 0,0 0 0 0 0,-1 0 0 0 0,1 0 0 0 0,-1 0 0 0 0,1 0 0 0 0,-1 0 0 0 0,0 0 0 0 0,1 0 0 0 0,-1 1 0 0 0,0-1 0 0 0,1 1 0 0 0,-1-1 0 0 0,0 1 0 0 0,0 0 0 0 0,1 0 0 0 0,-1 0-1 0 0,-3 0 1 0 0,-3 2 21 0 0,0 0 0 0 0,0 1 0 0 0,1 0-1 0 0,-1 0 1 0 0,1 1 0 0 0,-1 0 0 0 0,1 0-1 0 0,0 1 1 0 0,1 0 0 0 0,-1 0 0 0 0,1 0-1 0 0,0 1 1 0 0,0 0 0 0 0,-6 9 0 0 0,-8 10 199 0 0,1 2 1 0 0,-21 39 0 0 0,26-40-247 0 0,0 0 0 0 0,2 2 0 0 0,1-1 0 0 0,-8 34 0 0 0,16-48-112 0 0,0-1 1 0 0,1 1-1 0 0,0-1 0 0 0,1 1 1 0 0,0 0-1 0 0,1 0 1 0 0,1 0-1 0 0,0-1 1 0 0,1 1-1 0 0,0 0 1 0 0,1-1-1 0 0,4 15 1 0 0,-4-21-15 0 0,0 0 1 0 0,0 0 0 0 0,0 0 0 0 0,0 0 0 0 0,1-1 0 0 0,0 1 0 0 0,0-1 0 0 0,1 0 0 0 0,-1 0 0 0 0,1-1-1 0 0,0 1 1 0 0,0-1 0 0 0,1 0 0 0 0,-1 0 0 0 0,1-1 0 0 0,0 0 0 0 0,0 0 0 0 0,0 0 0 0 0,0-1 0 0 0,1 1-1 0 0,-1-2 1 0 0,1 1 0 0 0,11 1 0 0 0,-6-2 9 0 0,-1-1-1 0 0,1 0 0 0 0,0-1 1 0 0,0 0-1 0 0,0-1 1 0 0,-1 0-1 0 0,1-1 1 0 0,-1 0-1 0 0,0-1 0 0 0,0-1 1 0 0,0 1-1 0 0,17-11 1 0 0,-6 1 30 0 0,-2-1 0 0 0,0-1 1 0 0,-1 0-1 0 0,0-1 1 0 0,-1-1-1 0 0,-1-1 1 0 0,-1-1-1 0 0,-1 0 0 0 0,17-30 1 0 0,-18 24 161 0 0,0-1 0 0 0,-2 0 1 0 0,0 0-1 0 0,-2-2 0 0 0,-2 1 1 0 0,0-1-1 0 0,6-49 0 0 0,-13 63-98 0 0,0 1 0 0 0,-1-1-1 0 0,-1 1 1 0 0,0 0-1 0 0,0-1 1 0 0,-2 1 0 0 0,-4-17-1 0 0,5 26-98 0 0,1 1 1 0 0,-1 0-1 0 0,0 0 0 0 0,0 0 0 0 0,0 0 0 0 0,-1 0 1 0 0,1 1-1 0 0,-1-1 0 0 0,0 1 0 0 0,0-1 1 0 0,-6-4-1 0 0,6 6-11 0 0,0 0 0 0 0,0 1-1 0 0,0-1 1 0 0,0 1 0 0 0,0 0 0 0 0,0 0 0 0 0,0 0 0 0 0,-1 0 0 0 0,1 0 0 0 0,0 1 0 0 0,0 0 0 0 0,-1 0-1 0 0,1-1 1 0 0,0 2 0 0 0,-1-1 0 0 0,1 0 0 0 0,0 1 0 0 0,-4 0 0 0 0,-3 2-121 0 0,0 0 0 0 0,0 1 0 0 0,0 0-1 0 0,0 1 1 0 0,1 0 0 0 0,0 0 0 0 0,0 1 0 0 0,0 0 0 0 0,1 0 0 0 0,-1 1 0 0 0,2 0 0 0 0,-15 17 0 0 0,13-13-879 0 0,0 1 1 0 0,1 1 0 0 0,0 0 0 0 0,1 0 0 0 0,0 0 0 0 0,1 1 0 0 0,0 0 0 0 0,-5 24 0 0 0,7-12-2914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4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1 340 0 0,'15'2'2372'0'0,"-7"-1"-1203"0"0,1 1 0 0 0,-1-1-1 0 0,0 2 1 0 0,9 2 0 0 0,-16-4-1045 0 0,1 0 0 0 0,0 0 1 0 0,0 0-1 0 0,-1 0 0 0 0,1 0 0 0 0,-1 0 1 0 0,1 0-1 0 0,-1 1 0 0 0,1-1 0 0 0,-1 0 0 0 0,0 1 1 0 0,1 0-1 0 0,-1-1 0 0 0,0 1 0 0 0,0 0 1 0 0,0-1-1 0 0,0 1 0 0 0,-1 0 0 0 0,1 0 0 0 0,0 0 1 0 0,-1-1-1 0 0,1 4 0 0 0,0 7 211 0 0,0 1-1 0 0,-1-1 1 0 0,-1 1-1 0 0,0-1 1 0 0,0 1 0 0 0,-1-1-1 0 0,-7 22 1 0 0,-37 86 100 0 0,31-83-236 0 0,-23 70-927 0 0,17-34-6461 0 0,17-61 2786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5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0 214 188 0 0,'0'0'406'0'0,"14"-18"2129"0"0,1 1 0 0 0,0 0 0 0 0,27-20 1037 0 0,-42 39-3417 0 0,1 0 1 0 0,-1 0-1 0 0,0 0 1 0 0,0 0-1 0 0,1 0 1 0 0,-1 0-1 0 0,0-1 0 0 0,-1 1 1 0 0,1 0-1 0 0,0 0 1 0 0,0 0-1 0 0,-1 0 1 0 0,0 3-1 0 0,-12 29 565 0 0,8-21-364 0 0,2-5-218 0 0,-15 42 662 0 0,-15 65 0 0 0,30-99-739 0 0,0 0 0 0 0,1 0 0 0 0,1 1 0 0 0,0-1-1 0 0,2 0 1 0 0,-1 0 0 0 0,2 1 0 0 0,5 24 0 0 0,-6-36-47 0 0,1 0 0 0 0,-1 0 0 0 0,1 0 0 0 0,0 0 0 0 0,1 0 0 0 0,-1-1 0 0 0,1 1 0 0 0,0-1 0 0 0,0 1 0 0 0,0-1 0 0 0,0 0 0 0 0,1 0 0 0 0,0-1 0 0 0,0 1 0 0 0,0-1 0 0 0,0 0 0 0 0,0 0 0 0 0,1 0 0 0 0,-1 0 0 0 0,1-1 0 0 0,0 0 0 0 0,0 0 0 0 0,0 0 0 0 0,0 0 0 0 0,9 1 0 0 0,-5-2 0 0 0,1 0-1 0 0,-1-1 1 0 0,0 0 0 0 0,0-1-1 0 0,1 0 1 0 0,-1 0-1 0 0,0-1 1 0 0,0 0 0 0 0,0-1-1 0 0,-1 0 1 0 0,1 0-1 0 0,0-1 1 0 0,14-9 0 0 0,-5 1-2 0 0,0-1 0 0 0,-1 0 0 0 0,-1-1 0 0 0,-1-1 0 0 0,0-1 0 0 0,25-33 0 0 0,-23 25-8 0 0,-2-1 0 0 0,0-1 0 0 0,-1 0 0 0 0,15-43 0 0 0,-24 53-15 0 0,0 0 1 0 0,-1 0 0 0 0,0-1 0 0 0,-2 1-1 0 0,0-1 1 0 0,0 0 0 0 0,-3-30-1 0 0,1 41 7 0 0,-1-1 1 0 0,0 1-1 0 0,0 0 0 0 0,-1-1 0 0 0,1 1 0 0 0,-1 0 0 0 0,-1 0 0 0 0,1 1 0 0 0,-1-1 0 0 0,0 0 0 0 0,0 1 0 0 0,-1-1 0 0 0,1 1 0 0 0,-1 0 0 0 0,-1 0 0 0 0,1 1 1 0 0,-1-1-1 0 0,1 1 0 0 0,-1 0 0 0 0,0 0 0 0 0,-1 1 0 0 0,1 0 0 0 0,-10-5 0 0 0,6 4 3 0 0,-1 1 1 0 0,0 0-1 0 0,-1 1 0 0 0,1 0 1 0 0,0 1-1 0 0,-1-1 0 0 0,1 2 1 0 0,-18 1-1 0 0,12 0-394 0 0,1 1 0 0 0,0 1 0 0 0,-1 0 0 0 0,2 2 0 0 0,-20 7 0 0 0,30-11 64 0 0,0 1 0 0 0,0 0 0 0 0,1 1 1 0 0,-1-1-1 0 0,1 0 0 0 0,-1 1 0 0 0,-4 6 0 0 0,-7 12-6278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25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81 328 0 0,'-4'-69'10666'0'0,"5"69"-10609"0"0,-1-1 0 0 0,0 0 0 0 0,0 1 0 0 0,0-1 0 0 0,1 1 0 0 0,-1-1 0 0 0,0 0 0 0 0,1 1 0 0 0,-1-1 0 0 0,0 1 0 0 0,1-1 0 0 0,-1 1 1 0 0,1-1-1 0 0,-1 1 0 0 0,1 0 0 0 0,-1-1 0 0 0,1 1 0 0 0,-1-1 0 0 0,1 1 0 0 0,-1 0 0 0 0,1-1 0 0 0,0 1 0 0 0,-1 0 0 0 0,1 0 0 0 0,-1 0 0 0 0,1 0 0 0 0,0-1 1 0 0,-1 1-1 0 0,1 0 0 0 0,0 0 0 0 0,-1 0 0 0 0,1 0 0 0 0,0 0 0 0 0,-1 0 0 0 0,1 0 0 0 0,-1 1 0 0 0,1-1 0 0 0,0 0 0 0 0,-1 0 0 0 0,1 0 0 0 0,-1 1 0 0 0,1-1 1 0 0,0 1-1 0 0,2-1-99 0 0,2 2 153 0 0,1 1 0 0 0,-1-1 1 0 0,0 1-1 0 0,0 0 0 0 0,0 0 0 0 0,0 0 0 0 0,0 1 0 0 0,-1-1 0 0 0,1 1 0 0 0,-1 0 0 0 0,6 8 1 0 0,1 0 94 0 0,13 12-11 0 0,-1 2-1 0 0,-1 1 0 0 0,-2 0 0 0 0,-1 2 0 0 0,0 0 0 0 0,-3 1 0 0 0,0 1 1 0 0,-2 0-1 0 0,-1 1 0 0 0,-2 1 0 0 0,-1-1 0 0 0,-2 2 0 0 0,-1 0 1 0 0,-1 0-1 0 0,-2 0 0 0 0,-1 0 0 0 0,-2 0 0 0 0,-6 58 0 0 0,-6-24-99 0 0,-3-1 0 0 0,-3 0-1 0 0,-2-1 1 0 0,-4-1 0 0 0,-2-1-1 0 0,-38 67 1 0 0,18-50-88 0 0,-4-1-1 0 0,-3-3 1 0 0,-123 138 0 0 0,126-167-1570 0 0,21-21-2092 0 0,15-23-1868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741 164 660 0 0,'18'-17'1644'0'0,"-9"10"-811"0"0,-1-1-1 0 0,0 0 0 0 0,0-1 1 0 0,11-16-1 0 0,-18 23-713 0 0,0 0-1 0 0,0 0 1 0 0,0 0-1 0 0,0 0 1 0 0,0-1-1 0 0,0 1 0 0 0,0 0 1 0 0,-1 0-1 0 0,0-1 1 0 0,1 1-1 0 0,-1-1 1 0 0,0 1-1 0 0,0 0 1 0 0,0-1-1 0 0,0 1 1 0 0,0-1-1 0 0,-1 1 1 0 0,1 0-1 0 0,-1-1 0 0 0,0 1 1 0 0,1 0-1 0 0,-1 0 1 0 0,0 0-1 0 0,0-1 1 0 0,-1 1-1 0 0,1 0 1 0 0,0 0-1 0 0,-2-2 1 0 0,0 2-39 0 0,1 0 0 0 0,-1-1 1 0 0,0 1-1 0 0,0 0 1 0 0,0 1-1 0 0,0-1 1 0 0,0 0-1 0 0,0 1 0 0 0,0 0 1 0 0,-1 0-1 0 0,1 0 1 0 0,0 0-1 0 0,-1 0 1 0 0,1 1-1 0 0,-1-1 0 0 0,1 1 1 0 0,-7 0-1 0 0,-1 1 56 0 0,-1-1 0 0 0,1 2 1 0 0,0-1-1 0 0,-15 6 0 0 0,0 1-11 0 0,1 2 1 0 0,0 1 0 0 0,1 2-1 0 0,0 0 1 0 0,1 1 0 0 0,-38 31-1 0 0,12-4 102 0 0,-75 84-1 0 0,83-80-104 0 0,2 2 0 0 0,2 2 0 0 0,2 1 0 0 0,2 2 0 0 0,-38 84 0 0 0,64-119-96 0 0,0 0 1 0 0,2 0-1 0 0,0 1 1 0 0,1 0-1 0 0,1 0 1 0 0,1 0-1 0 0,0 1 1 0 0,1-1-1 0 0,1 0 1 0 0,3 24-1 0 0,-1-30-20 0 0,0 0-1 0 0,1-1 0 0 0,1 1 1 0 0,-1-1-1 0 0,2 0 0 0 0,-1 0 0 0 0,1 0 1 0 0,1-1-1 0 0,0 1 0 0 0,1-1 1 0 0,0-1-1 0 0,0 1 0 0 0,1-1 0 0 0,0-1 1 0 0,1 1-1 0 0,15 11 0 0 0,-10-11-172 0 0,1 0-1 0 0,0 0 1 0 0,0-1-1 0 0,1-1 1 0 0,0-1-1 0 0,0 0 0 0 0,0-1 1 0 0,1-1-1 0 0,0 0 1 0 0,31 1-1 0 0,-20-3-1016 0 0,0-2 0 0 0,0-2 0 0 0,1 0 0 0 0,-1-2-1 0 0,50-13 1 0 0,-23 0-1939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2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317 119 64 0 0,'5'-6'857'0'0,"-1"0"-1"0"0,0 0 1 0 0,0-1-1 0 0,0 1 1 0 0,-1-1-1 0 0,0 0 1 0 0,-1 0-1 0 0,0 0 1 0 0,0 0-1 0 0,0-1 1 0 0,-1 1-1 0 0,0 0 1 0 0,0-1-1 0 0,-1-13 1 0 0,0 19-506 0 0,-4 3-260 0 0,0-1-1 0 0,0 1 1 0 0,0 0 0 0 0,1 0-1 0 0,-1 1 1 0 0,0-1-1 0 0,1 1 1 0 0,-1 0 0 0 0,1 0-1 0 0,-1 0 1 0 0,1 0-1 0 0,0 1 1 0 0,0-1 0 0 0,-3 4-1 0 0,-10 9 94 0 0,-17 23 0 0 0,17-19 4 0 0,-110 138 461 0 0,107-131-575 0 0,2 2 0 0 0,1 0 0 0 0,2 1 0 0 0,-14 37 0 0 0,25-58-65 0 0,0 0 0 0 0,1 0 0 0 0,0 0 1 0 0,1 0-1 0 0,0 0 0 0 0,0 1 0 0 0,1-1 1 0 0,0 0-1 0 0,0 1 0 0 0,1-1 0 0 0,2 14 0 0 0,-1-17-14 0 0,0-1 1 0 0,0 1-1 0 0,0 0 0 0 0,0 0 0 0 0,1-1 0 0 0,-1 1 0 0 0,1-1 0 0 0,0 0 0 0 0,1 0 0 0 0,-1 0 0 0 0,1 0 0 0 0,0-1 0 0 0,0 0 0 0 0,0 1 0 0 0,0-1 0 0 0,0-1 0 0 0,1 1 0 0 0,-1 0 0 0 0,10 3 0 0 0,5 0-473 0 0,0 0-1 0 0,0-1 1 0 0,0 0-1 0 0,1-2 1 0 0,27 2-1 0 0,-9-4-3108 0 0,72-7 0 0 0,-62 0-172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33 668 0 0,'-6'-33'14544'0'0,"3"38"-14000"0"0,-5 18 92 0 0,-7 27-98 0 0,-45 161 178 0 0,-8 29-2224 0 0,58-196-1323 0 0,5-23-3210 0 0,2-7 1179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2 197 1936 0 0,'-1'-8'879'0'0,"1"-1"-1"0"0,-1 0 1 0 0,1 1-1 0 0,1-1 0 0 0,0 0 1 0 0,0 1-1 0 0,1-1 1 0 0,-1 1-1 0 0,6-13 1 0 0,-4 15-757 0 0,-1 1 1 0 0,1 0 0 0 0,0 0 0 0 0,0 1 0 0 0,1-1 0 0 0,-1 1-1 0 0,1-1 1 0 0,0 1 0 0 0,0 0 0 0 0,0 1 0 0 0,1-1 0 0 0,0 1-1 0 0,-1 0 1 0 0,1 0 0 0 0,9-4 0 0 0,0 1-40 0 0,0 1 1 0 0,0 1-1 0 0,0 0 1 0 0,1 1-1 0 0,-1 0 0 0 0,1 2 1 0 0,0-1-1 0 0,15 2 1 0 0,-22 0-60 0 0,1 1 0 0 0,0 0 1 0 0,-1 1-1 0 0,1 0 0 0 0,-1 0 1 0 0,14 5-1 0 0,-18-5-9 0 0,1 1 0 0 0,-1-1 0 0 0,0 1 0 0 0,1 0 1 0 0,-1 0-1 0 0,0 0 0 0 0,-1 0 0 0 0,1 1 0 0 0,-1-1 0 0 0,1 1 1 0 0,-1 0-1 0 0,3 5 0 0 0,-4-4 6 0 0,0-1-1 0 0,-1 0 1 0 0,1 1-1 0 0,-1-1 1 0 0,0 1 0 0 0,-1-1-1 0 0,1 1 1 0 0,-1-1 0 0 0,0 1-1 0 0,0 0 1 0 0,0-1-1 0 0,-1 1 1 0 0,1-1 0 0 0,-1 1-1 0 0,0-1 1 0 0,0 1 0 0 0,-1-1-1 0 0,0 0 1 0 0,1 1-1 0 0,-1-1 1 0 0,-5 6 0 0 0,0 4 81 0 0,-2-1 1 0 0,0-1-1 0 0,0 1 1 0 0,-1-1-1 0 0,-14 12 1 0 0,-106 83 2148 0 0,128-106-1911 0 0,4 0-336 0 0,-1-1 0 0 0,1 0 0 0 0,0 1 0 0 0,-1-1-1 0 0,1 0 1 0 0,-1 0 0 0 0,1 0 0 0 0,0-1 0 0 0,-1 1-1 0 0,3-1 1 0 0,87-4 57 0 0,-77 5-63 0 0,0 1 0 0 0,0 1 0 0 0,0 0 1 0 0,20 6-1 0 0,-27-6 25 0 0,-1 0 0 0 0,1 1 1 0 0,0 0-1 0 0,-1 0 0 0 0,0 0 1 0 0,1 1-1 0 0,-1 0 0 0 0,-1 0 1 0 0,1 0-1 0 0,-1 1 0 0 0,8 8 1 0 0,-11-11 62 0 0,0 0-1 0 0,-1 1 1 0 0,1-1 0 0 0,-1 1 0 0 0,0-1 0 0 0,1 1 0 0 0,-1 0 0 0 0,-1-1 0 0 0,1 1 0 0 0,0 0 0 0 0,-1 0 0 0 0,1-1 0 0 0,-1 1 0 0 0,0 0 0 0 0,0 0 0 0 0,0 0-1 0 0,0 3 1 0 0,-2 0 59 0 0,1-1 0 0 0,0 0 0 0 0,-1 1 0 0 0,0-1 0 0 0,0 0 0 0 0,-1 0 0 0 0,0 0 0 0 0,-4 6 0 0 0,-1 0 86 0 0,-1 0 1 0 0,-1 0 0 0 0,1-1 0 0 0,-2-1-1 0 0,1 1 1 0 0,-15 8 0 0 0,11-10-149 0 0,-1 0 0 0 0,0-1 0 0 0,-1-1 0 0 0,0 0 0 0 0,0-1 1 0 0,0-1-1 0 0,0 0 0 0 0,-1-1 0 0 0,-25 1 0 0 0,38-3-204 0 0,1-1 1 0 0,-1 0-1 0 0,1 0 1 0 0,0 0-1 0 0,-1 0 0 0 0,1 0 1 0 0,-1-1-1 0 0,1 1 0 0 0,0-1 1 0 0,-1 0-1 0 0,1 0 0 0 0,0-1 1 0 0,0 1-1 0 0,-1 0 0 0 0,1-1 1 0 0,0 0-1 0 0,1 0 1 0 0,-1 0-1 0 0,-3-2 0 0 0,6 2-236 0 0,-1 1 0 0 0,1-1-1 0 0,0 1 1 0 0,-1-1 0 0 0,1 0-1 0 0,0 1 1 0 0,0-1 0 0 0,0 0-1 0 0,0 1 1 0 0,0-1 0 0 0,0 1-1 0 0,1-1 1 0 0,-1 0 0 0 0,0 1 0 0 0,1-1-1 0 0,0 1 1 0 0,-1-1 0 0 0,1 1-1 0 0,0-1 1 0 0,-1 1 0 0 0,1 0-1 0 0,0-1 1 0 0,0 1 0 0 0,1-2-1 0 0,7-7-3557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3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11 348 0 0,'3'-1'2807'0'0,"40"-9"6182"0"0,-42 11-8891 0 0,-1-1-1 0 0,1 1 1 0 0,-1-1 0 0 0,1 1 0 0 0,-1-1-1 0 0,1 1 1 0 0,-1-1 0 0 0,1 1 0 0 0,-1 0 0 0 0,0-1-1 0 0,1 1 1 0 0,-1 0 0 0 0,0-1 0 0 0,1 1-1 0 0,-1 0 1 0 0,0-1 0 0 0,0 1 0 0 0,0 0 0 0 0,0 0-1 0 0,0-1 1 0 0,0 1 0 0 0,0 0 0 0 0,0 0-1 0 0,0-1 1 0 0,0 1 0 0 0,0 0 0 0 0,0 0 0 0 0,-2 23 1037 0 0,-1-2-627 0 0,-1-1 0 0 0,-2 1 0 0 0,-12 33 0 0 0,-33 61-144 0 0,27-66-199 0 0,-31 79-1336 0 0,21-41-7247 0 0,27-67 1833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1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48 1348 0 0,'2'-7'2119'0'0,"0"1"-1"0"0,0 0 0 0 0,1-1 1 0 0,0 1-1 0 0,6-10 1745 0 0,-10 19-3563 0 0,-22 50 120 0 0,-2-2 0 0 0,-32 48 0 0 0,26-45-311 0 0,9-16-457 0 0,-67 125 413 0 0,41-50-8709 0 0,44-97 2503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3:28:4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10 788 0 0,'0'0'1140'0'0,"-14"-4"-24"0"0,2 1-888 0 0,-1 1-592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 1360 0 0,'-3'-1'2176'0'0,"-47"2"8000"0"0,17 2-7198 0 0,30-3-2427 0 0,0 1-74 0 0,-10 1 215 0 0,0 0 824 0 0,28-4-1283 0 0,8 0-184 0 0,0-1-2244 0 0,-1 1 0 0 0,27 1 0 0 0,-47 1 1361 0 0,10 3-955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1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 1824 0 0,'-141'79'13967'0'0,"139"-78"-13678"0"0,2 0-264 0 0,0-1 0 0 0,-1 0 0 0 0,1 0 0 0 0,0 1 0 0 0,0-1 0 0 0,-1 0 0 0 0,1 0 0 0 0,0 1 0 0 0,0-1 1 0 0,0 0-1 0 0,0 1 0 0 0,0-1 0 0 0,-1 0 0 0 0,1 0 0 0 0,0 1 0 0 0,0-1 0 0 0,0 0 0 0 0,0 1 0 0 0,0-1 0 0 0,0 0 0 0 0,0 1 0 0 0,0-1 0 0 0,0 0 0 0 0,0 1 0 0 0,0-1 0 0 0,0 0 0 0 0,0 1 0 0 0,1-1 0 0 0,16 0-296 0 0,1-1 1 0 0,0-1-1 0 0,-1 0 0 0 0,25-7 0 0 0,0 0-888 0 0,98-22-5485 0 0,-87 16 1399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8 2872 0 0,'3'-7'10593'0'0,"-62"127"-9398"0"0,29-64-2851 0 0,3 1-3540 0 0,16-30-208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2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52 0 0,'-2'1'3537'0'0,"-44"18"4620"0"0,44-18-7610 0 0,-5 2 573 0 0,-3 3 780 0 0,12-4-1325 0 0,8-1-598 0 0,125-12 608 0 0,-63 3-2107 0 0,-1 4-5371 0 0,-55 4 1262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2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1 180 0 0,'-19'10'2900'0'0,"7"-4"-492"0"0,0 0 1 0 0,-17 13 0 0 0,27-18-1830 0 0,7 2 105 0 0,-5-3-668 0 0,0 0 1 0 0,0 1-1 0 0,0-1 0 0 0,1 0 0 0 0,-1 0 1 0 0,0 0-1 0 0,1 1 0 0 0,-1-1 0 0 0,0 0 1 0 0,0 0-1 0 0,1 0 0 0 0,-1 0 0 0 0,0 1 1 0 0,1-1-1 0 0,-1 0 0 0 0,0 0 0 0 0,1 0 1 0 0,-1 0-1 0 0,0 0 0 0 0,1 0 0 0 0,-1 0 1 0 0,0 0-1 0 0,1 0 0 0 0,-1 0 0 0 0,0 0 1 0 0,1 0-1 0 0,-1 0 0 0 0,0 0 0 0 0,1 0 1 0 0,-1-1-1 0 0,1 1 0 0 0,132-22 1242 0 0,-56 8-2346 0 0,-2 3-5055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18 1412 0 0,'3'-8'12647'0'0,"-5"7"-12553"0"0,1 0 1 0 0,-1 0 0 0 0,1 0 0 0 0,-1 0 0 0 0,0 1-1 0 0,1-1 1 0 0,-1 0 0 0 0,0 1 0 0 0,1-1 0 0 0,-1 1-1 0 0,0-1 1 0 0,0 1 0 0 0,0 0 0 0 0,1 0 0 0 0,-1 0-1 0 0,0 0 1 0 0,0 0 0 0 0,0 0 0 0 0,1 1 0 0 0,-4 0-1 0 0,-39 9-45 0 0,38-8 60 0 0,-14 5-44 0 0,0 0-1 0 0,0 2 0 0 0,0 0 0 0 0,1 2 0 0 0,-25 17 0 0 0,10-3 65 0 0,-53 51 0 0 0,62-51-65 0 0,1 1-1 0 0,1 1 1 0 0,2 1 0 0 0,1 1-1 0 0,-20 38 1 0 0,29-45-11 0 0,0 0 0 0 0,2 1 1 0 0,0 0-1 0 0,2 1 0 0 0,0 0 0 0 0,2 0 0 0 0,1 0 1 0 0,-2 31-1 0 0,6-45-18 0 0,0 0-1 0 0,0 0 1 0 0,1 0 0 0 0,1 0-1 0 0,0 0 1 0 0,0 0 0 0 0,1 0-1 0 0,0 0 1 0 0,0-1 0 0 0,1 0 0 0 0,1 0-1 0 0,7 14 1 0 0,-7-16-19 0 0,1-1 0 0 0,-1 1-1 0 0,1-1 1 0 0,0 0 0 0 0,0 0 0 0 0,1-1 0 0 0,0 0-1 0 0,0 0 1 0 0,0 0 0 0 0,0-1 0 0 0,1 0 0 0 0,0-1 0 0 0,0 0-1 0 0,0 0 1 0 0,10 2 0 0 0,16 1 44 0 0,1-2 1 0 0,0-1-1 0 0,0-1 1 0 0,0-2-1 0 0,56-8 1 0 0,-88 8-42 0 0,1 0 2 0 0,9-2-23 0 0,-9 2 14 0 0,15-2-538 0 0,-10 1-1934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5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17 1556 0 0,'0'-12'8071'0'0,"0"12"-8037"0"0,0 0 0 0 0,0 0 0 0 0,0 0 0 0 0,0 0 1 0 0,0-1-1 0 0,0 1 0 0 0,0 0 0 0 0,0 0 0 0 0,0 0 0 0 0,0 0 0 0 0,0-1 0 0 0,0 1 1 0 0,0 0-1 0 0,-1 0 0 0 0,1 0 0 0 0,0 0 0 0 0,0-1 0 0 0,0 1 0 0 0,0 0 1 0 0,0 0-1 0 0,0 0 0 0 0,0 0 0 0 0,0 0 0 0 0,-1 0 0 0 0,1-1 0 0 0,0 1 0 0 0,0 0 1 0 0,0 0-1 0 0,0 0 0 0 0,0 0 0 0 0,-1 0 0 0 0,1 0 0 0 0,0 0 0 0 0,0 0 0 0 0,0 0 1 0 0,0 0-1 0 0,-1 0 0 0 0,1 0 0 0 0,0 0 0 0 0,0 0 0 0 0,0 0 0 0 0,0 0 1 0 0,-1 0-1 0 0,1 0 0 0 0,0 0 0 0 0,0 0 0 0 0,0 0 0 0 0,0 0 0 0 0,-1 0 0 0 0,1 0 1 0 0,0 0-1 0 0,0 0 0 0 0,0 0 0 0 0,0 0 0 0 0,0 0 0 0 0,-1 1 0 0 0,1-1 0 0 0,-11 12 323 0 0,-7 17-479 0 0,-7 23 158 0 0,17-38-17 0 0,1 0-1 0 0,-8 23 1 0 0,-43 162 4 0 0,46-147 75 0 0,-11 101 1 0 0,19-119-68 0 0,2-10-4 0 0,-1 44 0 0 0,4-61-19 0 0,-1 0-1 0 0,1 0 0 0 0,0-1 0 0 0,1 1 0 0 0,-1-1 0 0 0,1 1 1 0 0,1-1-1 0 0,-1 1 0 0 0,1-1 0 0 0,0 0 0 0 0,5 7 0 0 0,-4-7-41 0 0,1-1 0 0 0,0 1 0 0 0,0-1 0 0 0,1 0 0 0 0,0-1 0 0 0,-1 1 0 0 0,2-1 0 0 0,-1 0 0 0 0,0-1 0 0 0,9 5 0 0 0,-4-4-1583 0 0,1 0 0 0 0,-1 0 0 0 0,16 2 0 0 0,-11-3-1461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5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15 304 0 0,'0'0'2584'0'0,"-9"-6"189"0"0,4-2-6030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68 848 0 0,'0'0'2258'0'0,"-10"-27"5458"0"0,12 24-7673 0 0,-1 1-1 0 0,0 0 1 0 0,1 0-1 0 0,0 0 1 0 0,-1 0-1 0 0,1 0 1 0 0,0 0-1 0 0,0 1 1 0 0,0-1-1 0 0,0 1 1 0 0,0-1-1 0 0,1 1 1 0 0,-1 0 0 0 0,0 0-1 0 0,1 0 1 0 0,3-1-1 0 0,-4 1-12 0 0,0 0-8 0 0,6-1-9 0 0,-6 2-14 0 0,0 0 0 0 0,-1-1 0 0 0,1 1 0 0 0,0 0 0 0 0,0 0 0 0 0,0 0 0 0 0,-1 0-1 0 0,1 1 1 0 0,0-1 0 0 0,0 0 0 0 0,0 1 0 0 0,-1 0 0 0 0,1-1 0 0 0,0 1 0 0 0,-1 0-1 0 0,1 0 1 0 0,-1-1 0 0 0,1 1 0 0 0,-1 1 0 0 0,1-1 0 0 0,-1 0 0 0 0,1 0 0 0 0,-1 0 0 0 0,1 2-1 0 0,1 0 13 0 0,-1 1-1 0 0,1-1 1 0 0,-1 0-1 0 0,0 0 0 0 0,0 1 1 0 0,0-1-1 0 0,-1 1 1 0 0,1 0-1 0 0,0 5 0 0 0,-1-1 13 0 0,0 0 0 0 0,-1 1 1 0 0,0-1-1 0 0,0 0 0 0 0,-1 0 0 0 0,0 0 0 0 0,-1-1 0 0 0,-3 14 0 0 0,1-8 17 0 0,0-1-1 0 0,-1 0 1 0 0,-1 0 0 0 0,-11 17 0 0 0,6-10 18 0 0,-9 10 285 0 0,19-27-181 0 0,1-1-106 0 0,-1 0 1 0 0,1 0-1 0 0,-1 0 1 0 0,1 0-1 0 0,-1-1 0 0 0,0 1 1 0 0,0 0-1 0 0,1 0 1 0 0,-1 0-1 0 0,0-1 0 0 0,0 1 1 0 0,0 0-1 0 0,0-1 1 0 0,0 1-1 0 0,0 0 1 0 0,0-1-1 0 0,0 0 0 0 0,0 1 1 0 0,0-1-1 0 0,0 1 1 0 0,0-1-1 0 0,0 0 0 0 0,0 0 1 0 0,0 0-1 0 0,0 0 1 0 0,0 0-1 0 0,0 0 1 0 0,-2 0 40 0 0,4-15-23 0 0,13-7-79 0 0,2 1 0 0 0,0 1 0 0 0,24-22 0 0 0,-20 23-10 0 0,95-82-48 0 0,-112 99 61 0 0,20-22 34 0 0,-22 24-23 0 0,0-1-1 0 0,0 0 1 0 0,0 0 0 0 0,0 0 0 0 0,0 0 0 0 0,0-1 0 0 0,0 1 0 0 0,0 0 0 0 0,0 0 0 0 0,-1 0 0 0 0,1-1 0 0 0,0-1 0 0 0,0 2 4 0 0,-4-2 0 0 0,3 3-13 0 0,0-1 1 0 0,0 1 0 0 0,0 0-1 0 0,0 0 1 0 0,-1 0 0 0 0,1-1-1 0 0,0 1 1 0 0,0 0 0 0 0,0 0-1 0 0,0 0 1 0 0,0 0 0 0 0,0-1 0 0 0,0 1-1 0 0,-1 0 1 0 0,1 0 0 0 0,0 0-1 0 0,0 0 1 0 0,0 0 0 0 0,0-1-1 0 0,-1 1 1 0 0,1 0 0 0 0,0 0-1 0 0,0 0 1 0 0,0 0 0 0 0,-1 0-1 0 0,1 0 1 0 0,0 0 0 0 0,0 0 0 0 0,0 0-1 0 0,-1 0 1 0 0,1 0 0 0 0,0 0-1 0 0,0 0 1 0 0,0 0 0 0 0,-1 0-1 0 0,1 0 1 0 0,0 0 0 0 0,-6 1 3 0 0,1 1 0 0 0,-1 0 0 0 0,1-1 0 0 0,0 2 0 0 0,0-1 0 0 0,0 1 0 0 0,0 0 0 0 0,0 0-1 0 0,0 0 1 0 0,1 0 0 0 0,-1 1 0 0 0,1 0 0 0 0,0 0 0 0 0,1 0 0 0 0,-8 9 0 0 0,2 0 9 0 0,1 0-1 0 0,0 1 0 0 0,1-1 0 0 0,-9 24 0 0 0,15-34-3 0 0,1-1 0 0 0,-1 0 0 0 0,1 1 0 0 0,-1-1 0 0 0,1 1 0 0 0,0-1 0 0 0,0 1 0 0 0,0-1 0 0 0,1 1 0 0 0,-1-1 0 0 0,0 1 0 0 0,1-1 0 0 0,0 0 0 0 0,-1 1 0 0 0,1-1 0 0 0,0 0 0 0 0,3 5 0 0 0,-2-1 13 0 0,-1-5-20 0 0,-1-1 1 0 0,0 1-1 0 0,1 0 0 0 0,-1-1 1 0 0,0 1-1 0 0,1 0 1 0 0,-1-1-1 0 0,1 1 0 0 0,-1 0 1 0 0,1-1-1 0 0,-1 1 1 0 0,1-1-1 0 0,-1 1 1 0 0,1-1-1 0 0,0 1 0 0 0,-1-1 1 0 0,1 1-1 0 0,0-1 1 0 0,3 3-1 0 0,1 0-140 0 0,0 0-1 0 0,0 0 1 0 0,0-1 0 0 0,1 1 0 0 0,-1-1 0 0 0,1 0 0 0 0,-1-1 0 0 0,1 1-1 0 0,8 0 1 0 0,-9-1-9 0 0,62 4-6984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55 96 0 0,'-12'-18'11307'0'0,"8"15"-10905"0"0,3 3-222 0 0,0 0-1 0 0,0 0 0 0 0,0-1 0 0 0,0 1 1 0 0,1-1-1 0 0,-1 1 0 0 0,0 0 0 0 0,0-1 1 0 0,0 0-1 0 0,1 1 0 0 0,-1-1 0 0 0,0 1 1 0 0,1-1-1 0 0,-1 0 0 0 0,0 0 0 0 0,1 1 1 0 0,-1-1-1 0 0,1 0 0 0 0,-1 0 0 0 0,1 1 1 0 0,0-1-1 0 0,-1 0 0 0 0,1 0 0 0 0,0 0 1 0 0,0 0-1 0 0,-1 0 0 0 0,1 0 0 0 0,0 0 1 0 0,0 0-1 0 0,0-1 0 0 0,1 1-93 0 0,13-5 78 0 0,-6 4-126 0 0,-7 1-37 0 0,0 1 1 0 0,-1-1 0 0 0,1 1 0 0 0,0 0-1 0 0,0 0 1 0 0,0 0 0 0 0,0-1 0 0 0,0 1-1 0 0,0 0 1 0 0,0 0 0 0 0,0 0 0 0 0,0 1-1 0 0,0-1 1 0 0,2 0 0 0 0,3 2 20 0 0,-4-2-19 0 0,0 0-1 0 0,0 0 0 0 0,0 0 0 0 0,0 1 0 0 0,-1-1 1 0 0,1 1-1 0 0,0-1 0 0 0,0 1 0 0 0,0 0 1 0 0,-1 0-1 0 0,1 0 0 0 0,0 0 0 0 0,-1 0 0 0 0,1 0 1 0 0,-1 0-1 0 0,1 0 0 0 0,-1 1 0 0 0,1-1 1 0 0,-1 1-1 0 0,0-1 0 0 0,0 1 0 0 0,0-1 0 0 0,0 1 1 0 0,0 0-1 0 0,0-1 0 0 0,0 1 0 0 0,0 0 1 0 0,-1 0-1 0 0,1 0 0 0 0,0 2 0 0 0,-1 0 4 0 0,-1 1-1 0 0,1-1 1 0 0,0 0-1 0 0,-1 0 0 0 0,0 0 1 0 0,0 1-1 0 0,0-1 1 0 0,-1 0-1 0 0,-3 6 1 0 0,-44 79 75 0 0,38-71-64 0 0,10-17-17 0 0,-3 12 11 0 0,4-13-12 0 0,0 0 1 0 0,0 0 0 0 0,-1 1 0 0 0,1-1 0 0 0,0 0 0 0 0,0 0 0 0 0,0 1 0 0 0,0-1-1 0 0,0 0 1 0 0,-1 0 0 0 0,1 0 0 0 0,0 1 0 0 0,0-1 0 0 0,0 0 0 0 0,0 1 0 0 0,0-1-1 0 0,0 0 1 0 0,0 0 0 0 0,0 1 0 0 0,0-1 0 0 0,0 0 0 0 0,0 0 0 0 0,0 1-1 0 0,0-1 1 0 0,0 0 0 0 0,0 0 0 0 0,0 1 0 0 0,1-1 0 0 0,-1 0 0 0 0,0 0 0 0 0,0 1-1 0 0,0-1 1 0 0,0 0 0 0 0,0 0 0 0 0,1 1 0 0 0,-1-1 0 0 0,0 0 0 0 0,0 0 0 0 0,0 0-1 0 0,1 0 1 0 0,-1 1 0 0 0,0-1 0 0 0,0 0 0 0 0,0 0 0 0 0,1 0 0 0 0,-1 0 0 0 0,0 0-1 0 0,0 0 1 0 0,1 1 0 0 0,-1-1 0 0 0,0 0 0 0 0,0 0 0 0 0,1 0 0 0 0,-1 0-1 0 0,0 0 1 0 0,1 0 0 0 0,-1 0 0 0 0,1 0 0 0 0,1 0 12 0 0,23 5-19 0 0,-8-2 0 0 0,-14-2 8 0 0,0-1 0 0 0,0 1 0 0 0,0 0 0 0 0,0 0-1 0 0,0 0 1 0 0,0 0 0 0 0,0 0 0 0 0,-1 1 0 0 0,1-1-1 0 0,0 1 1 0 0,-1 0 0 0 0,1 0 0 0 0,-1 0-1 0 0,1 0 1 0 0,-1 0 0 0 0,0 0 0 0 0,3 4 0 0 0,-4-4 23 0 0,0 0 1 0 0,0 0 0 0 0,0 0-1 0 0,0 0 1 0 0,0 0 0 0 0,-1 0-1 0 0,1 0 1 0 0,-1 1 0 0 0,1-1 0 0 0,-1 0-1 0 0,0 0 1 0 0,0 0 0 0 0,0 1-1 0 0,0-1 1 0 0,0 0 0 0 0,0 0-1 0 0,0 1 1 0 0,-1-1 0 0 0,1 0-1 0 0,-1 0 1 0 0,0 0 0 0 0,0 0-1 0 0,0 1 1 0 0,0-1 0 0 0,0-1 0 0 0,0 1-1 0 0,0 0 1 0 0,-3 3 0 0 0,-3 5 89 0 0,-1-1 0 0 0,0 0 1 0 0,-15 13-1 0 0,18-17-100 0 0,0-1 0 0 0,-1 0-1 0 0,0 0 1 0 0,0 0 0 0 0,0-1-1 0 0,0 0 1 0 0,-1-1 0 0 0,1 1 0 0 0,-1-1-1 0 0,1 0 1 0 0,-1-1 0 0 0,0 1-1 0 0,-9 0 1 0 0,14-3-142 0 0,1 1-1 0 0,0 0 1 0 0,-1 0-1 0 0,1 0 1 0 0,0-1-1 0 0,-1 1 1 0 0,1-1-1 0 0,0 1 1 0 0,0-1 0 0 0,-1 0-1 0 0,1 1 1 0 0,0-1-1 0 0,0 0 1 0 0,0 0-1 0 0,0 0 1 0 0,0 0-1 0 0,0 0 1 0 0,0 0-1 0 0,0 0 1 0 0,0 0 0 0 0,1 0-1 0 0,-1 0 1 0 0,0 0-1 0 0,1-1 1 0 0,-1 1-1 0 0,0 0 1 0 0,1 0-1 0 0,0-1 1 0 0,-1 1 0 0 0,1 0-1 0 0,0-1 1 0 0,0 1-1 0 0,0-1 1 0 0,0 1-1 0 0,0 0 1 0 0,0-2-1 0 0,0-5-960 0 0,0-1-1 0 0,1 1 0 0 0,0 0 1 0 0,2-12-1 0 0,3 0-1847 0 0,-2 0-822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7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80 208 0 0,'-4'-79'15506'0'0,"22"83"-14758"0"0,-9 4-576 0 0,-1 2 1 0 0,0-1-1 0 0,0 1 0 0 0,-1 1 1 0 0,0-1-1 0 0,-1 1 0 0 0,-1 1 0 0 0,1-1 1 0 0,-2 1-1 0 0,5 14 0 0 0,2 14 115 0 0,10 74 1 0 0,-15-61-191 0 0,-3 1 0 0 0,-2 0 0 0 0,-2 0 0 0 0,-3-1 0 0 0,-2 1 0 0 0,-21 84 0 0 0,3-50-1284 0 0,-3-1 1 0 0,-5-2 0 0 0,-46 90-1 0 0,52-122-2585 0 0,-37 52 0 0 0,32-60-1145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75 2448 0 0,'-8'-7'12519'0'0,"7"1"-11728"0"0,-1 1 0 0 0,1-1 0 0 0,1 0 0 0 0,-1 1 0 0 0,1-1-1 0 0,1-10 1 0 0,1-2-3954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2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9 1984 0 0,'8'-6'4019'0'0,"7"4"1701"0"0,-15 4-5595 0 0,0 0 0 0 0,0 1 0 0 0,0-1-1 0 0,-1 0 1 0 0,1 1 0 0 0,-1-1 0 0 0,0 0 0 0 0,1 0 0 0 0,-2 3 0 0 0,-114 388 2662 0 0,90-290-2449 0 0,-102 508 712 0 0,107-449-863 0 0,-3 296 0 0 0,26-401-145 0 0,1 0 1 0 0,3 0-1 0 0,3-1 0 0 0,2 0 1 0 0,36 105-1 0 0,-35-130-59 0 0,1-1 1 0 0,1-1-1 0 0,2 0 1 0 0,1-1-1 0 0,2 0 1 0 0,0-2-1 0 0,2 0 1 0 0,0-2-1 0 0,2 0 0 0 0,1-1 1 0 0,44 32-1 0 0,-35-33-308 0 0,1-1 0 0 0,1-2 1 0 0,1-2-1 0 0,1-1 0 0 0,0-2 0 0 0,54 14 0 0 0,-22-13-2101 0 0,1-2 0 0 0,123 5 0 0 0,-64-14-3194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3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1564 0 0,'0'0'5653'0'0,"17"-2"-6001"0"0,-5-3-400 0 0,4-2-1177 0 0,1-2 133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422 107 492 0 0,'17'-25'6340'0'0,"-13"17"-4832"0"0,1-1 0 0 0,-1 1 0 0 0,-1-1 0 0 0,5-18 0 0 0,-8 26-1463 0 0,0 0 0 0 0,-1 0 0 0 0,1 0 0 0 0,0 0 0 0 0,-1 0 1 0 0,1 0-1 0 0,-1 0 0 0 0,0 0 0 0 0,1 0 0 0 0,-1 0 0 0 0,0 0 0 0 0,1 1 0 0 0,-1-1 0 0 0,0 0 0 0 0,0 0 1 0 0,0 1-1 0 0,1-1 0 0 0,-1 0 0 0 0,0 1 0 0 0,0-1 0 0 0,0 1 0 0 0,0-1 0 0 0,0 1 0 0 0,0 0 0 0 0,0-1 0 0 0,-1 1 1 0 0,1 0-1 0 0,0 0 0 0 0,0 0 0 0 0,0 0 0 0 0,0 0 0 0 0,0 0 0 0 0,0 0 0 0 0,0 0 0 0 0,-2 0 0 0 0,-10 4-12 0 0,-1 1-1 0 0,2 0 0 0 0,-1 1 0 0 0,0 1 1 0 0,1 0-1 0 0,1 0 0 0 0,-1 1 0 0 0,1 0 1 0 0,0 1-1 0 0,-12 13 0 0 0,-8 11 8 0 0,-50 69 0 0 0,53-63 11 0 0,2 2-1 0 0,-32 68 1 0 0,46-82-35 0 0,1 1 1 0 0,1-1-1 0 0,1 2 1 0 0,2-1-1 0 0,-5 44 1 0 0,11-63-11 0 0,0 0-1 0 0,1 0 1 0 0,1 0 0 0 0,-1 0 0 0 0,1 0-1 0 0,1 0 1 0 0,0 0 0 0 0,0 0-1 0 0,0 0 1 0 0,7 14 0 0 0,-6-18 3 0 0,0 0 0 0 0,0 0 1 0 0,1 0-1 0 0,-1 0 0 0 0,1-1 0 0 0,0 0 1 0 0,0 1-1 0 0,0-1 0 0 0,1 0 0 0 0,-1-1 1 0 0,1 1-1 0 0,0-1 0 0 0,0 0 0 0 0,1 0 0 0 0,-1-1 1 0 0,0 0-1 0 0,8 3 0 0 0,-3-3 5 0 0,0 1 1 0 0,1-2-1 0 0,-1 1 0 0 0,1-2 0 0 0,-1 1 1 0 0,1-1-1 0 0,-1-1 0 0 0,1 0 0 0 0,12-3 1 0 0,9-3 47 0 0,48-20 0 0 0,-41 14 10 0 0,-36 12-182 0 0,0 0 1 0 0,0-1 0 0 0,0 1-1 0 0,0-1 1 0 0,0 1-1 0 0,-1-1 1 0 0,1 0-1 0 0,-1 0 1 0 0,1 0-1 0 0,-1 0 1 0 0,4-5-1 0 0,13-28-7973 0 0,-18 34 7540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80 1536 0 0,'3'-12'2802'0'0,"-1"0"1"0"0,0-1-1 0 0,-1 1 0 0 0,0-18 0 0 0,-13 40-2116 0 0,8-3-481 0 0,-1 0-1 0 0,1 0 0 0 0,0 1 0 0 0,1-1 0 0 0,-5 14 0 0 0,-3 6 144 0 0,-36 86 277 0 0,4 2 0 0 0,5 2 0 0 0,-34 181 1 0 0,63-244-546 0 0,2 0 0 0 0,0 83 0 0 0,8-115-173 0 0,0 1 0 0 0,2 0 0 0 0,0-1 0 0 0,1 0-1 0 0,2 1 1 0 0,0-2 0 0 0,1 1 0 0 0,18 35 0 0 0,-20-48-256 0 0,1 0-1 0 0,-1-1 1 0 0,1 0 0 0 0,1 0-1 0 0,-1-1 1 0 0,1 1 0 0 0,1-2-1 0 0,-1 1 1 0 0,13 7 0 0 0,-13-9-627 0 0,-1-2 1 0 0,1 1-1 0 0,0-1 1 0 0,0 0-1 0 0,1 0 1 0 0,-1-1 0 0 0,14 3-1 0 0,3-4-5032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29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58 237 1232 0 0,'-53'-114'12662'0'0,"52"112"-12593"0"0,0 0 0 0 0,1 1 0 0 0,-1-1 0 0 0,1 0 1 0 0,-1 0-1 0 0,1 0 0 0 0,0 0 0 0 0,-1 0 0 0 0,1 0 0 0 0,0 1 0 0 0,0-1 1 0 0,1 0-1 0 0,-1 0 0 0 0,0 0 0 0 0,1 0 0 0 0,-1 0 0 0 0,1 0 0 0 0,-1 1 0 0 0,1-1 1 0 0,0 0-1 0 0,0 0 0 0 0,0 1 0 0 0,0-1 0 0 0,0 1 0 0 0,0-1 0 0 0,2-1 1 0 0,0 0-44 0 0,0 1 0 0 0,-1 0 0 0 0,1 0 0 0 0,0 0 0 0 0,1 0 0 0 0,-1 0 0 0 0,0 1 0 0 0,0 0 0 0 0,1-1 0 0 0,-1 1 0 0 0,5 0 0 0 0,-5 0-21 0 0,-1 1 0 0 0,1 0 0 0 0,0 0 0 0 0,0 1-1 0 0,0-1 1 0 0,0 1 0 0 0,-1-1 0 0 0,1 1 0 0 0,0 0-1 0 0,-1 0 1 0 0,1 0 0 0 0,0 0 0 0 0,-1 0 0 0 0,5 4-1 0 0,-2-2 26 0 0,1 2 0 0 0,0-1 0 0 0,-1 0 0 0 0,7 9 0 0 0,-7-7 12 0 0,-1 0 0 0 0,0 0 0 0 0,0 0 0 0 0,-1 0 0 0 0,1 0 0 0 0,-1 1 0 0 0,-1-1 0 0 0,1 1 0 0 0,-1 0 0 0 0,-1 0 0 0 0,2 9 0 0 0,-2-4 16 0 0,0 0-1 0 0,-1 0 1 0 0,0 0-1 0 0,-1 0 1 0 0,-1 0-1 0 0,-2 12 1 0 0,-6 10 237 0 0,-1-1 1 0 0,-1 0 0 0 0,-26 47-1 0 0,32-71 451 0 0,7-19-588 0 0,7-20-158 0 0,18-24 11 0 0,1 2 0 0 0,3 0 0 0 0,38-49 0 0 0,18-30-75 0 0,-77 117 142 0 0,2-3 122 0 0,-14 14-144 0 0,-8 8-82 0 0,6-2 26 0 0,1 0-1 0 0,0 1 1 0 0,0 0-1 0 0,0 0 0 0 0,0 0 1 0 0,1 0-1 0 0,0 1 1 0 0,0-1-1 0 0,0 1 0 0 0,0 0 1 0 0,1 0-1 0 0,-2 6 0 0 0,-6 7 2 0 0,7-12-57 0 0,0 0-1 0 0,0 1 1 0 0,0 0 0 0 0,1 0-1 0 0,0 0 1 0 0,0 0 0 0 0,0 0-1 0 0,1 0 1 0 0,1 0 0 0 0,-1 1-1 0 0,1-1 1 0 0,0 0 0 0 0,0 0-1 0 0,1 1 1 0 0,0-1 0 0 0,1 0-1 0 0,-1 0 1 0 0,1 0 0 0 0,6 13-1 0 0,-4-13-348 0 0,-1 0 0 0 0,1 0 0 0 0,1-1 0 0 0,-1 0 0 0 0,1 0 0 0 0,0 0-1 0 0,1 0 1 0 0,-1-1 0 0 0,1 0 0 0 0,0 0 0 0 0,0-1 0 0 0,1 1 0 0 0,-1-1 0 0 0,1-1-1 0 0,0 1 1 0 0,0-1 0 0 0,0 0 0 0 0,12 2 0 0 0,17 2-4061 0 0,-19-7 591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53 244 0 0,'5'-23'10230'0'0,"-5"3"-4546"0"0,0 19-5568 0 0,1 1 0 0 0,-1-1-1 0 0,0 1 1 0 0,0-1 0 0 0,0 1 0 0 0,0-1 0 0 0,0 1-1 0 0,0 0 1 0 0,0-1 0 0 0,0 1 0 0 0,0-1-1 0 0,0 1 1 0 0,0-1 0 0 0,-1 1 0 0 0,1 0 0 0 0,0-1-1 0 0,0 1 1 0 0,0-1 0 0 0,-1 0 0 0 0,-1 3-89 0 0,0 0 1 0 0,1 0 0 0 0,-1 0 0 0 0,0 0-1 0 0,1 0 1 0 0,0 0 0 0 0,-1 1-1 0 0,1-1 1 0 0,0 0 0 0 0,0 1 0 0 0,0-1-1 0 0,1 1 1 0 0,-1 2 0 0 0,-9 41 71 0 0,9-39-84 0 0,-2 8 7 0 0,1 0 0 0 0,1 0 0 0 0,0 0 0 0 0,3 25 0 0 0,-2-35-15 0 0,1 0-1 0 0,0 1 0 0 0,0-1 0 0 0,0 0 0 0 0,1 0 0 0 0,-1-1 1 0 0,1 1-1 0 0,1 0 0 0 0,-1 0 0 0 0,1-1 0 0 0,-1 1 0 0 0,1-1 0 0 0,0 0 1 0 0,1 0-1 0 0,-1 0 0 0 0,8 6 0 0 0,-9-9-2 0 0,0 1 0 0 0,0-1 0 0 0,0 1 0 0 0,1-1 0 0 0,-1 0 1 0 0,0 0-1 0 0,1 0 0 0 0,-1 0 0 0 0,1 0 0 0 0,-1-1 0 0 0,1 1 0 0 0,0-1 0 0 0,-1 1 0 0 0,1-1 0 0 0,-1 0 0 0 0,1 0 0 0 0,4-1 0 0 0,-3 0-2 0 0,-1 0 0 0 0,1 0 0 0 0,-1-1 0 0 0,1 1 0 0 0,-1-1 0 0 0,0 0 0 0 0,1 0 0 0 0,-1 0 0 0 0,0 0 0 0 0,-1-1 0 0 0,4-2 0 0 0,5-7 39 0 0,-1-1 0 0 0,0 1 1 0 0,-1-2-1 0 0,11-21 0 0 0,-16 28 9 0 0,0-2 436 0 0,0 1 1 0 0,0-1-1 0 0,-1 0 1 0 0,3-13 0 0 0,-2 7 210 0 0,-3 13-374 0 0,-4 48-270 0 0,-14 77 0 0 0,9-74-28 0 0,6-36-98 0 0,-9 80-124 0 0,10-82-618 0 0,1 0 0 0 0,1 0 0 0 0,-1 0 0 0 0,2 0-1 0 0,0 0 1 0 0,4 14 0 0 0,-1-12-2117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110 113 1772 0 0,'-15'-44'6834'0'0,"10"31"-4569"0"0,0 0-1 0 0,-4-20 0 0 0,9 31-1850 0 0,1-1 122 0 0,-1 3-522 0 0,0 0 0 0 0,0 0 0 0 0,0 0 0 0 0,0-1 0 0 0,0 1 0 0 0,0 0 0 0 0,0 0-1 0 0,0 0 1 0 0,0-1 0 0 0,0 1 0 0 0,0 0 0 0 0,0 0 0 0 0,0 0 0 0 0,0 0 0 0 0,1-1 0 0 0,-1 1 0 0 0,0 0-1 0 0,0 0 1 0 0,0 0 0 0 0,0 0 0 0 0,0 0 0 0 0,0-1 0 0 0,0 1 0 0 0,1 0 0 0 0,-1 0 0 0 0,0 0 0 0 0,0 0-1 0 0,0 0 1 0 0,0 0 0 0 0,0 0 0 0 0,1 0 0 0 0,-1 0 0 0 0,0-1 0 0 0,0 1 0 0 0,0 0 0 0 0,0 0 0 0 0,1 0-1 0 0,-1 0 1 0 0,0 0 0 0 0,0 0 0 0 0,0 0 0 0 0,1 0 0 0 0,4 3 123 0 0,0 0-1 0 0,0 0 1 0 0,0 1 0 0 0,0-1 0 0 0,-1 1-1 0 0,0 0 1 0 0,1 1 0 0 0,-1-1-1 0 0,-1 1 1 0 0,1-1 0 0 0,-1 1 0 0 0,6 10-1 0 0,4 8 189 0 0,13 37 0 0 0,-12-21-219 0 0,-2 1-1 0 0,-2 0 0 0 0,-2 0 0 0 0,-1 0 1 0 0,-2 1-1 0 0,-2 0 0 0 0,-2 0 0 0 0,-4 46 1 0 0,-7 12-738 0 0,-4 0 1 0 0,-31 114 0 0 0,-29 43-3580 0 0,16-89-1699 0 0,20-68 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0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4904 0 0,'-11'10'8506'0'0,"-27"24"6752"0"0,32-28-15241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9 1484 0 0,'-6'-8'7960'0'0,"16"19"-2814"0"0,38 60-3863 0 0,-13-5-846 0 0,-3 1 0 0 0,-4 2 0 0 0,-2 0-1 0 0,-4 2 1 0 0,23 119 0 0 0,-31-100-302 0 0,-4 0 1 0 0,-4 1-1 0 0,-3 0 1 0 0,-15 136 0 0 0,-7-75-711 0 0,-73 278 0 0 0,51-290-1424 0 0,-77 178 1 0 0,-29-31-4367 0 0,66-156 1109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1980 0 0,'0'0'2093'0'0,"24"8"4481"0"0,-24-8-6856 0 0,1 1 0 0 0,0-1 0 0 0,0 0 0 0 0,-1 1 0 0 0,1-1 0 0 0,0 0 0 0 0,0 0-1 0 0,-1 0 1 0 0,1 0 0 0 0,0 0 0 0 0,0 0 0 0 0,0 0 0 0 0,-1 0 0 0 0,1 0 0 0 0,0 0 0 0 0,0 0 0 0 0,0 0 0 0 0,0-1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18 1244 0 0,'2'-18'9664'0'0,"-14"36"-9233"0"0,1 0-1 0 0,0 0 1 0 0,2 1-1 0 0,-11 26 0 0 0,-2 5 187 0 0,-120 271 1809 0 0,119-259-2195 0 0,3 2 1 0 0,2 0-1 0 0,-11 85 0 0 0,26-130-198 0 0,2 0-1 0 0,0 0 0 0 0,1 0 0 0 0,1 0 1 0 0,0-1-1 0 0,2 1 0 0 0,0 0 1 0 0,10 33-1 0 0,-9-41-262 0 0,1-1-1 0 0,0 1 1 0 0,0-1 0 0 0,1 0 0 0 0,1-1 0 0 0,-1 1-1 0 0,1-1 1 0 0,1 0 0 0 0,0-1 0 0 0,0 0-1 0 0,0 0 1 0 0,1-1 0 0 0,1 0 0 0 0,-1 0-1 0 0,18 8 1 0 0,-13-8-1688 0 0,0-1 0 0 0,31 8 0 0 0,-9-6-3559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261 131 1704 0 0,'-10'-16'2986'0'0,"-1"0"0"0"0,-1 2 0 0 0,-22-23 0 0 0,34 37-2945 0 0,-1-1 0 0 0,0 1 0 0 0,0-1 0 0 0,0 1 0 0 0,0-1 0 0 0,1 1 0 0 0,-1 0 0 0 0,0 0 0 0 0,0-1 0 0 0,0 1 0 0 0,0 0 0 0 0,0 0 0 0 0,0 0 0 0 0,0 0 0 0 0,0 0 0 0 0,0 0 0 0 0,1 0 0 0 0,-1 0 0 0 0,0 1 0 0 0,0-1 0 0 0,0 0 0 0 0,0 1 0 0 0,0-1 0 0 0,0 0 0 0 0,1 1 0 0 0,-1-1 0 0 0,0 1 0 0 0,0-1 0 0 0,0 1 0 0 0,1-1 0 0 0,-2 2 0 0 0,-21 23 547 0 0,19-20-450 0 0,-10 13 118 0 0,2 1-1 0 0,-1 0 0 0 0,2 0 1 0 0,1 2-1 0 0,-11 29 1 0 0,7-11 25 0 0,2 0 1 0 0,-7 45-1 0 0,14-61-193 0 0,2 0 1 0 0,0 1-1 0 0,2-1 1 0 0,1 1-1 0 0,0-1 1 0 0,2 1-1 0 0,9 42 0 0 0,-9-57-59 0 0,1 0 0 0 0,0-1-1 0 0,0 0 1 0 0,1 0-1 0 0,0 0 1 0 0,1 0 0 0 0,-1 0-1 0 0,2-1 1 0 0,-1 0-1 0 0,8 8 1 0 0,-8-10-8 0 0,1 0 1 0 0,0-1 0 0 0,0 1-1 0 0,1-1 1 0 0,-1 0-1 0 0,1-1 1 0 0,0 0-1 0 0,0 0 1 0 0,0 0-1 0 0,0-1 1 0 0,1 0-1 0 0,-1-1 1 0 0,13 2-1 0 0,-6-2 7 0 0,0 0-1 0 0,0-1 0 0 0,0-1 1 0 0,0 0-1 0 0,0-1 0 0 0,0 0 0 0 0,0-1 1 0 0,-1-1-1 0 0,1 0 0 0 0,17-9 1 0 0,-14 5-2 0 0,-1-1 1 0 0,0-1-1 0 0,-1 0 1 0 0,0-1-1 0 0,-1-1 1 0 0,0 0 0 0 0,17-20-1 0 0,-15 13-1 0 0,0-2-1 0 0,-1 0 0 0 0,-1 0 1 0 0,-1-2-1 0 0,-1 0 0 0 0,-1 0 1 0 0,-1-1-1 0 0,-1 0 1 0 0,-2 0-1 0 0,0-1 0 0 0,6-41 1 0 0,-12 48-8 0 0,0 1 1 0 0,-1 0-1 0 0,-1 0 0 0 0,-1 0 1 0 0,0 0-1 0 0,-1 0 1 0 0,-1 0-1 0 0,-12-32 0 0 0,12 39-15 0 0,-1 0 0 0 0,0 1 0 0 0,0-1 0 0 0,-1 1 0 0 0,0 0 0 0 0,-14-14 0 0 0,16 18-6 0 0,-1 1 1 0 0,-1-1-1 0 0,1 1 0 0 0,-1 0 1 0 0,1 0-1 0 0,-1 1 0 0 0,0 0 1 0 0,-1 0-1 0 0,1 0 0 0 0,0 1 1 0 0,-10-3-1 0 0,8 4-56 0 0,1 0 1 0 0,0 0 0 0 0,0 1-1 0 0,-1 0 1 0 0,1 0 0 0 0,0 1-1 0 0,0-1 1 0 0,-1 2-1 0 0,1-1 1 0 0,0 1 0 0 0,0 0-1 0 0,0 1 1 0 0,0-1-1 0 0,1 1 1 0 0,-1 1 0 0 0,1-1-1 0 0,0 1 1 0 0,0 0-1 0 0,0 1 1 0 0,0-1 0 0 0,1 1-1 0 0,-7 7 1 0 0,6-5-392 0 0,1 0-1 0 0,0 0 1 0 0,0 0-1 0 0,0 1 1 0 0,1-1 0 0 0,0 1-1 0 0,1 0 1 0 0,-4 9 0 0 0,5-9-395 0 0,0-1 0 0 0,1 1 0 0 0,0-1 0 0 0,0 1 0 0 0,0 0 0 0 0,1-1 0 0 0,0 1 0 0 0,1 0 0 0 0,1 11 1 0 0,3 2-3182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0 1068 0 0,'4'1'1190'0'0,"0"0"-1"0"0,0 1 1 0 0,-1-1 0 0 0,1 1 0 0 0,0-1-1 0 0,0 1 1 0 0,5 4 0 0 0,-8-4-989 0 0,0-1 0 0 0,0 0 0 0 0,0 0 0 0 0,0 0 0 0 0,0 0 1 0 0,-1 1-1 0 0,1-1 0 0 0,0 0 0 0 0,-1 1 0 0 0,1-1 0 0 0,-1 1 1 0 0,0-1-1 0 0,1 0 0 0 0,-1 1 0 0 0,0-1 0 0 0,0 1 0 0 0,0-1 0 0 0,0 1 1 0 0,0-1-1 0 0,0 1 0 0 0,0-1 0 0 0,-1 1 0 0 0,1 1 0 0 0,-6 19 488 0 0,-1 0 0 0 0,-1 0-1 0 0,-1-1 1 0 0,-1 0-1 0 0,-21 33 1 0 0,-7 17-351 0 0,15-29-288 0 0,-10 24-701 0 0,30-59-128 0 0,0 0 0 0 0,1 1 1 0 0,-1-1-1 0 0,2 1 1 0 0,-1-1-1 0 0,0 16 0 0 0,3-8-5309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148 168 260 0 0,'10'-25'3920'0'0,"-8"20"-2786"0"0,1-1 1 0 0,-1 1-1 0 0,0-1 0 0 0,-1 0 1 0 0,1 0-1 0 0,0-9 0 0 0,-2 15-1073 0 0,0 0-1 0 0,0-1 1 0 0,0 1-1 0 0,0 0 1 0 0,0 0 0 0 0,0 0-1 0 0,0-1 1 0 0,0 1-1 0 0,0 0 1 0 0,0 0-1 0 0,0 0 1 0 0,0-1-1 0 0,0 1 1 0 0,0 0-1 0 0,0 0 1 0 0,0 0-1 0 0,0 0 1 0 0,0-1-1 0 0,0 1 1 0 0,0 0-1 0 0,0 0 1 0 0,-1 0-1 0 0,1 0 1 0 0,0-1-1 0 0,0 1 1 0 0,0 0-1 0 0,0 0 1 0 0,0 0-1 0 0,-1 0 1 0 0,1 0-1 0 0,0 0 1 0 0,0-1-1 0 0,0 1 1 0 0,0 0-1 0 0,-1 0 1 0 0,1 0-1 0 0,0 0 1 0 0,0 0-1 0 0,0 0 1 0 0,-1 0 0 0 0,1 0-1 0 0,0 0 1 0 0,0 0-1 0 0,0 0 1 0 0,-1 0-1 0 0,1 0 1 0 0,0 0-1 0 0,0 0 1 0 0,-13 8 1272 0 0,-10 13-193 0 0,7-4-797 0 0,1 1-1 0 0,1 1 1 0 0,1 1-1 0 0,1 0 1 0 0,0 0-1 0 0,2 1 1 0 0,-9 23-1 0 0,15-34-272 0 0,0 0-1 0 0,1 1 1 0 0,1-1-1 0 0,-1 1 0 0 0,2 0 1 0 0,-1 0-1 0 0,1 0 1 0 0,1 0-1 0 0,0 0 0 0 0,1 0 1 0 0,0 0-1 0 0,1 0 1 0 0,0-1-1 0 0,0 1 0 0 0,1 0 1 0 0,1-1-1 0 0,4 11 1 0 0,-4-14-29 0 0,0-1 0 0 0,0 0 0 0 0,0 0 1 0 0,1-1-1 0 0,0 1 0 0 0,0-1 0 0 0,0 0 1 0 0,1 0-1 0 0,0-1 0 0 0,0 0 0 0 0,0 0 1 0 0,0 0-1 0 0,1-1 0 0 0,-1 1 0 0 0,1-2 1 0 0,0 1-1 0 0,0-1 0 0 0,0 0 0 0 0,0 0 1 0 0,1-1-1 0 0,-1 0 0 0 0,0 0 0 0 0,1-1 1 0 0,8 0-1 0 0,-2-1 11 0 0,0 0 0 0 0,0-1 0 0 0,0-1 0 0 0,0 0-1 0 0,-1 0 1 0 0,1-2 0 0 0,-1 0 0 0 0,0 0 0 0 0,-1-1 0 0 0,1 0 0 0 0,21-16 0 0 0,-21 12-3 0 0,0-1 1 0 0,-1-1-1 0 0,0 0 1 0 0,0 0-1 0 0,-2-1 1 0 0,1 0-1 0 0,-2-1 1 0 0,0-1 0 0 0,0 1-1 0 0,-2-1 1 0 0,8-18-1 0 0,-12 25-19 0 0,-1 0 0 0 0,1 0 0 0 0,-2 0 0 0 0,1-1 0 0 0,-1 1 0 0 0,0 0 0 0 0,-1-1 0 0 0,0 1 0 0 0,0-1 0 0 0,-1 1 0 0 0,0-1 0 0 0,0 1 0 0 0,-1 0 0 0 0,0 0 0 0 0,0-1 0 0 0,-1 1 0 0 0,0 1 0 0 0,-1-1 0 0 0,0 0 1 0 0,0 1-1 0 0,0 0 0 0 0,-1 0 0 0 0,-10-12 0 0 0,2 7-6 0 0,1 1 0 0 0,-1 0 0 0 0,-1 0 0 0 0,0 1 0 0 0,0 1 1 0 0,-1 1-1 0 0,-24-11 0 0 0,-9 0-1336 0 0,-58-14 0 0 0,104 32 1044 0 0,1 0 0 0 0,-1 1 0 0 0,0-1 0 0 0,1 1 0 0 0,-1 0 0 0 0,0-1 0 0 0,1 1 1 0 0,-1 0-1 0 0,0 0 0 0 0,0 0 0 0 0,1 0 0 0 0,-1 1 0 0 0,0-1 0 0 0,1 0 0 0 0,-1 1 1 0 0,0-1-1 0 0,1 1 0 0 0,-1-1 0 0 0,1 1 0 0 0,-1 0 0 0 0,1 0 0 0 0,-1 0 0 0 0,-1 1 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90 1952 0 0,'19'-87'14419'0'0,"-19"85"-14158"0"0,1 2-200 0 0,1 0 0 0 0,-1 1 0 0 0,0-1 0 0 0,1 0 0 0 0,-1 1 0 0 0,0-1 0 0 0,0 1 0 0 0,0-1 0 0 0,1 1 0 0 0,-1 0-1 0 0,0 0 1 0 0,0-1 0 0 0,0 1 0 0 0,0 0 0 0 0,0 0 0 0 0,0 0 0 0 0,0 1 0 0 0,16 22 286 0 0,-12-15-85 0 0,15 20 18 0 0,-2 2 0 0 0,-2 0 0 0 0,-1 1 0 0 0,-1 1 0 0 0,-1 0 0 0 0,-2 1 0 0 0,11 64 1 0 0,-15-51-200 0 0,-2 0 1 0 0,-3 1-1 0 0,-1-1 1 0 0,-3 1-1 0 0,-9 62 1 0 0,4-67-207 0 0,-2 0 0 0 0,-2 0 0 0 0,-2-1 0 0 0,-1 0 1 0 0,-3-1-1 0 0,-1-1 0 0 0,-2-1 0 0 0,-1 0 0 0 0,-50 66 0 0 0,58-90-725 0 0,0 0 0 0 0,-1-1 1 0 0,-25 21-1 0 0,26-25-1529 0 0,0-1 0 0 0,-23 11 1 0 0,8-7-4502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7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29 256 0 0,'-12'-6'5025'0'0,"-3"-2"-872"0"0,-10-4 974 0 0,19 9-4846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1692 0 0,'0'0'1792'0'0,"17"0"2037"0"0,2 0-1433 0 0,2 0-1636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575 145 1508 0 0,'3'-4'758'0'0,"1"0"1"0"0,-2 0-1 0 0,1 0 0 0 0,0 0 0 0 0,-1 0 0 0 0,0 0 1 0 0,0-1-1 0 0,2-6 0 0 0,-2 7-520 0 0,-1-1 1 0 0,0 1-1 0 0,0 0 1 0 0,0-1-1 0 0,-1 1 1 0 0,1-1-1 0 0,-1 1 1 0 0,0-1-1 0 0,0 1 1 0 0,-1-1-1 0 0,0 1 1 0 0,1-1-1 0 0,-1 1 1 0 0,-3-8-1 0 0,2 10-205 0 0,1 0 1 0 0,-1 0-1 0 0,0 0 0 0 0,0 0 0 0 0,0 0 0 0 0,0 1 1 0 0,0-1-1 0 0,0 1 0 0 0,0-1 0 0 0,-1 1 0 0 0,1 0 1 0 0,0 0-1 0 0,-1 0 0 0 0,1 0 0 0 0,-1 0 1 0 0,1 0-1 0 0,-1 1 0 0 0,0 0 0 0 0,1-1 0 0 0,-1 1 1 0 0,1 0-1 0 0,-1 0 0 0 0,0 0 0 0 0,-4 1 1 0 0,-4 0 7 0 0,0 1 0 0 0,0 0 1 0 0,0 1-1 0 0,-17 5 1 0 0,1 4-21 0 0,0 1 1 0 0,1 1 0 0 0,0 1 0 0 0,1 2 0 0 0,1 0 0 0 0,1 1 0 0 0,-27 27 0 0 0,17-10 14 0 0,1 0 0 0 0,2 2 0 0 0,-46 74 1 0 0,65-92-43 0 0,0 0 0 0 0,2 1 0 0 0,0 1 0 0 0,-7 28 0 0 0,13-40 5 0 0,1 0 0 0 0,0 1-1 0 0,0-1 1 0 0,1 1 0 0 0,1-1-1 0 0,0 1 1 0 0,0-1 0 0 0,0 1-1 0 0,2-1 1 0 0,-1 1 0 0 0,1-1-1 0 0,4 13 1 0 0,-3-15-5 0 0,0-1 0 0 0,1 0 0 0 0,0 0-1 0 0,0-1 1 0 0,0 1 0 0 0,1-1 0 0 0,0 0 0 0 0,0 0 0 0 0,0 0 0 0 0,0-1 0 0 0,1 0 0 0 0,0 0-1 0 0,0 0 1 0 0,0-1 0 0 0,0 0 0 0 0,0 0 0 0 0,1 0 0 0 0,7 1 0 0 0,9 3-574 0 0,0-2 0 0 0,0 0 0 0 0,47 3 0 0 0,-34-7-1978 0 0,42-4 0 0 0,-42 0-706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67 2120 0 0,'0'-2'1735'0'0,"1"-3"-926"0"0,-1 1 1 0 0,0-1-1 0 0,0 0 1 0 0,0 1-1 0 0,-1-1 1 0 0,1 0-1 0 0,-1 1 1 0 0,0-1-1 0 0,-1 1 1 0 0,1-1-1 0 0,-6-9 675 0 0,6 15-1462 0 0,0-1-1 0 0,0 0 1 0 0,0 0-1 0 0,0 1 1 0 0,0-1 0 0 0,0 1-1 0 0,0-1 1 0 0,0 1-1 0 0,0-1 1 0 0,0 1-1 0 0,0 0 1 0 0,0-1-1 0 0,1 1 1 0 0,-1 0-1 0 0,0 0 1 0 0,0-1-1 0 0,1 1 1 0 0,-1 0 0 0 0,0 0-1 0 0,1 0 1 0 0,-1 0-1 0 0,1 0 1 0 0,0 0-1 0 0,-1 0 1 0 0,1 0-1 0 0,-1 1 1 0 0,-6 32 143 0 0,6-29-120 0 0,-34 164 485 0 0,4-15-1568 0 0,14-49-4065 0 0,16-93 2110 0 0,-1-2-1034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6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1128 0 0,'1'-7'679'0'0,"-1"0"1"0"0,1 0-1 0 0,0 0 0 0 0,1 0 1 0 0,-1 0-1 0 0,1 0 1 0 0,1 1-1 0 0,-1-1 0 0 0,1 1 1 0 0,1-1-1 0 0,5-8 0 0 0,-3 7-317 0 0,0 0-1 0 0,1 0 1 0 0,0 0 0 0 0,1 0-1 0 0,-1 1 1 0 0,1 1-1 0 0,13-9 1 0 0,-12 9-280 0 0,1 0 0 0 0,0 1 0 0 0,0 0 0 0 0,1 1 0 0 0,-1 0 0 0 0,1 0 0 0 0,0 1 0 0 0,0 1 0 0 0,0 0 0 0 0,0 0 0 0 0,0 1 0 0 0,1 1 0 0 0,-1-1 0 0 0,0 2 0 0 0,14 1 0 0 0,-21-1-70 0 0,1 0 0 0 0,-1 1 1 0 0,0-1-1 0 0,1 1 1 0 0,-1-1-1 0 0,0 1 0 0 0,0 1 1 0 0,0-1-1 0 0,0 1 1 0 0,-1-1-1 0 0,1 1 0 0 0,-1 0 1 0 0,1 0-1 0 0,5 7 1 0 0,-7-7-10 0 0,0 1 1 0 0,-1-1-1 0 0,1 0 1 0 0,-1 1 0 0 0,1-1-1 0 0,-1 1 1 0 0,0-1-1 0 0,0 1 1 0 0,0 0 0 0 0,-1-1-1 0 0,1 1 1 0 0,-1 0 0 0 0,0 0-1 0 0,0-1 1 0 0,0 1-1 0 0,-1 0 1 0 0,1 0 0 0 0,-2 4-1 0 0,-3 6 3 0 0,0 1 0 0 0,0-1 0 0 0,-1 0 0 0 0,-1 0 0 0 0,0-1 0 0 0,-1 0 0 0 0,-1 0 0 0 0,0 0 0 0 0,-14 14 1 0 0,0-4 23 0 0,-1 0 1 0 0,0-2 0 0 0,-37 25 0 0 0,18-20 247 0 0,41-25-218 0 0,-8 1 126 0 0,13-5-179 0 0,2-1-1 0 0,-1 1 0 0 0,0 0 1 0 0,0 1-1 0 0,1-1 1 0 0,0 1-1 0 0,-1 0 0 0 0,1 0 1 0 0,0 0-1 0 0,0 1 0 0 0,0-1 1 0 0,0 1-1 0 0,10 0 1 0 0,-2-1 13 0 0,1 1 1 0 0,-1 1 0 0 0,0 0 0 0 0,18 3 0 0 0,-18 0-4 0 0,0 0-1 0 0,0 1 1 0 0,0 1 0 0 0,0 0 0 0 0,-1 0 0 0 0,1 1 0 0 0,-2 1 0 0 0,1 0 0 0 0,11 9 0 0 0,-16-10-3 0 0,0-1 1 0 0,0 2 0 0 0,0-1 0 0 0,-1 1-1 0 0,0-1 1 0 0,0 2 0 0 0,-1-1-1 0 0,0 1 1 0 0,0 0 0 0 0,-1 0-1 0 0,1 0 1 0 0,-2 0 0 0 0,1 1-1 0 0,2 12 1 0 0,-5-17-5 0 0,-1 0 1 0 0,1 0-1 0 0,-1 1 1 0 0,0-1-1 0 0,0 0 0 0 0,-1 0 1 0 0,1 0-1 0 0,-1 1 0 0 0,0-1 1 0 0,0 0-1 0 0,0 0 0 0 0,-1 0 1 0 0,1 0-1 0 0,-4 5 1 0 0,2-4 12 0 0,-1 1 1 0 0,0-1-1 0 0,0 0 1 0 0,0 0 0 0 0,-1-1-1 0 0,0 0 1 0 0,1 1-1 0 0,-11 5 1 0 0,4-3 30 0 0,-1-1 0 0 0,0 0 0 0 0,0-1 0 0 0,0 0-1 0 0,-1-1 1 0 0,1-1 0 0 0,-1 0 0 0 0,-23 3 0 0 0,23-6-25 0 0,0 0 0 0 0,-1 0 1 0 0,1-1-1 0 0,0-1 0 0 0,0-1 1 0 0,0 0-1 0 0,0 0 0 0 0,-15-7 0 0 0,21 8-45 0 0,-1-1-1 0 0,1-1 1 0 0,0 1-1 0 0,0-1 1 0 0,1-1-1 0 0,-1 1 0 0 0,1-1 1 0 0,0 0-1 0 0,0 0 1 0 0,0-1-1 0 0,1 0 1 0 0,0 0-1 0 0,0 0 1 0 0,1-1-1 0 0,-5-6 0 0 0,8 10-119 0 0,0 0 0 0 0,0 0 0 0 0,0 0 0 0 0,1 0-1 0 0,-1 0 1 0 0,1 0 0 0 0,0 0 0 0 0,-1 0-1 0 0,1 0 1 0 0,1 0 0 0 0,-1 0 0 0 0,0 0-1 0 0,1 0 1 0 0,-1 0 0 0 0,1 0 0 0 0,0 0 0 0 0,0 0-1 0 0,0 1 1 0 0,1-1 0 0 0,-1 0 0 0 0,0 0-1 0 0,1 1 1 0 0,0-1 0 0 0,3-3 0 0 0,4-4-1196 0 0,0 1 0 0 0,0 0 1 0 0,1 0-1 0 0,15-10 0 0 0,-1 3-2081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24 1168 0 0,'-3'0'6224'0'0,"-10"0"-627"0"0,11 0-5035 0 0,-8-2-136 0 0,15-1 194 0 0,19-1 259 0 0,-16 3-1001 0 0,30-5-335 0 0,49-1 0 0 0,-62 6-3533 0 0,30 4 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7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1656 0 0,'-87'36'10630'0'0,"120"-34"-9921"0"0,75-10-1333 0 0,38-3-5280 0 0,-88 4 1841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413 105 348 0 0,'4'-16'2131'0'0,"-1"-1"0"0"0,0 1 0 0 0,0 0 1 0 0,-1-22-1 0 0,-2 36-1440 0 0,-3 4-460 0 0,-4 3-29 0 0,0 0 1 0 0,1 1 0 0 0,-1-1-1 0 0,1 2 1 0 0,0-1-1 0 0,-8 12 1 0 0,-31 52 386 0 0,27-41-359 0 0,-160 288 1010 0 0,150-256-1090 0 0,3 1-1 0 0,3 1 0 0 0,-22 94 0 0 0,40-136-123 0 0,1 0-1 0 0,1 0 1 0 0,0 0-1 0 0,2 0 1 0 0,0 0-1 0 0,2 1 1 0 0,0-1-1 0 0,1 0 1 0 0,11 35 0 0 0,-10-44-292 0 0,0-1 0 0 0,1 1 0 0 0,1-1 0 0 0,0 0 0 0 0,1-1 0 0 0,0 1 1 0 0,12 13-1 0 0,-11-16-430 0 0,0 0 0 0 0,0-1 1 0 0,1 0-1 0 0,0 0 0 0 0,0-1 1 0 0,0 0-1 0 0,1-1 0 0 0,0 0 1 0 0,14 5-1 0 0,9 0-4072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8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330 227 2496 0 0,'-4'-13'1601'0'0,"3"9"-1062"0"0,0 0 0 0 0,0 0 0 0 0,0-1 0 0 0,-1 1 0 0 0,0 0 0 0 0,0 0 0 0 0,0 0 0 0 0,0 0 0 0 0,-1 1 1 0 0,1-1-1 0 0,-1 1 0 0 0,0-1 0 0 0,-6-5 0 0 0,7 8-444 0 0,0 1 1 0 0,0-1 0 0 0,0 0 0 0 0,0 1-1 0 0,0-1 1 0 0,0 1 0 0 0,0 0 0 0 0,0 0-1 0 0,0 0 1 0 0,0 0 0 0 0,0 0 0 0 0,0 0-1 0 0,0 0 1 0 0,0 1 0 0 0,0-1 0 0 0,0 1-1 0 0,0-1 1 0 0,0 1 0 0 0,1 0-1 0 0,-3 1 1 0 0,-35 22 815 0 0,38-24-887 0 0,-13 12 156 0 0,0 0-1 0 0,1 0 0 0 0,0 2 1 0 0,1 0-1 0 0,0 0 0 0 0,-15 26 0 0 0,9-9 17 0 0,1 1-1 0 0,-19 50 1 0 0,29-63-137 0 0,1 2-1 0 0,0-1 1 0 0,1 1-1 0 0,-2 30 1 0 0,6-42-35 0 0,1 1-1 0 0,0 0 1 0 0,0 0-1 0 0,1-1 1 0 0,0 1-1 0 0,0-1 1 0 0,1 1-1 0 0,1-1 1 0 0,-1 1-1 0 0,2-1 1 0 0,8 17-1 0 0,-9-21-11 0 0,0 0 0 0 0,1-1 0 0 0,-1 1 0 0 0,1-1 0 0 0,0 0 0 0 0,1 0 0 0 0,-1 0 0 0 0,1 0 0 0 0,0-1 0 0 0,-1 0 1 0 0,2 0-1 0 0,5 3 0 0 0,-2-2-3 0 0,-1-1 1 0 0,1-1 0 0 0,0 0-1 0 0,-1 0 1 0 0,1 0 0 0 0,0-1-1 0 0,13-1 1 0 0,-5 0-6 0 0,-1-1 1 0 0,1-1-1 0 0,-1-1 0 0 0,0-1 1 0 0,0 0-1 0 0,0-1 0 0 0,0 0 1 0 0,18-10-1 0 0,-17 6-8 0 0,0-2 1 0 0,0 0-1 0 0,-1-1 0 0 0,0 0 1 0 0,-1-1-1 0 0,-1-1 0 0 0,0-1 1 0 0,-1 0-1 0 0,0 0 1 0 0,-1-2-1 0 0,10-18 0 0 0,-10 14 0 0 0,-1-1 1 0 0,-1 0-1 0 0,-1 0 0 0 0,-1-1 0 0 0,-1-1 0 0 0,-1 1 1 0 0,-1-1-1 0 0,4-43 0 0 0,-9 54 5 0 0,-1-1 1 0 0,0 1-1 0 0,-1 0 1 0 0,0 0-1 0 0,0 0 1 0 0,-2 1 0 0 0,0-1-1 0 0,0 1 1 0 0,-1 0-1 0 0,0 0 1 0 0,-1 0-1 0 0,-1 1 1 0 0,0-1-1 0 0,0 2 1 0 0,-1-1-1 0 0,-1 1 1 0 0,1 0-1 0 0,-2 1 1 0 0,1 0-1 0 0,-1 0 1 0 0,-1 1-1 0 0,1 1 1 0 0,-1 0-1 0 0,-1 0 1 0 0,1 1-1 0 0,-1 0 1 0 0,0 1-1 0 0,-1 0 1 0 0,1 1-1 0 0,-1 1 1 0 0,0 0-1 0 0,-22-2 1 0 0,30 4-90 0 0,1 1 1 0 0,-1 0-1 0 0,1 1 1 0 0,-1-1-1 0 0,1 1 0 0 0,-1 0 1 0 0,1 0-1 0 0,0 0 1 0 0,-1 1-1 0 0,1-1 1 0 0,0 1-1 0 0,0 0 0 0 0,0 0 1 0 0,0 1-1 0 0,0-1 1 0 0,1 1-1 0 0,-1 0 1 0 0,1 0-1 0 0,0 0 0 0 0,0 0 1 0 0,-4 4-1 0 0,3 0-647 0 0,0-1-1 0 0,1 1 0 0 0,-1 0 1 0 0,1 0-1 0 0,0 0 0 0 0,1 0 1 0 0,0 0-1 0 0,0 1 1 0 0,0-1-1 0 0,1 1 0 0 0,0 12 1 0 0,1-1-3358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1204 0 0,'0'0'10494'0'0,"1"-1"-10263"0"0,0 1 0 0 0,0 0 0 0 0,-1 0 0 0 0,1 0-1 0 0,0 1 1 0 0,0-1 0 0 0,0 0 0 0 0,0 0 0 0 0,-1 0 0 0 0,1 1-1 0 0,0-1 1 0 0,0 0 0 0 0,0 1 0 0 0,-1-1 0 0 0,2 1-1 0 0,-2 3-184 0 0,0 1 0 0 0,0-1 0 0 0,-1 0 0 0 0,1 0 0 0 0,-1 0 0 0 0,0 0 0 0 0,0 0 0 0 0,-1 0 0 0 0,-2 7 0 0 0,-23 40 72 0 0,15-30-62 0 0,2-1-272 0 0,-33 70-134 0 0,29-43-2138 0 0,12-39 976 0 0,1 0 0 0 0,0 0-1 0 0,1 16 1 0 0,1-9-3006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191 290 212 0 0,'11'-20'3022'0'0,"-2"6"-754"0"0,-1-1 0 0 0,0-1 0 0 0,-2 1 0 0 0,1-1 0 0 0,6-27 0 0 0,-13 41-1682 0 0,-17 6-172 0 0,12-2-353 0 0,0 1 0 0 0,1 0 0 0 0,-1 0 0 0 0,1 1 0 0 0,0-1 0 0 0,0 1 0 0 0,0 0 0 0 0,1 0 0 0 0,-1 0 0 0 0,1 0 0 0 0,-3 6 1 0 0,-2 1 35 0 0,-19 24 119 0 0,1 2 0 0 0,-33 65 0 0 0,47-77-170 0 0,1 1 1 0 0,1-1-1 0 0,2 2 1 0 0,0-1 0 0 0,-6 42-1 0 0,14-62-34 0 0,-1 0-1 0 0,1 0 1 0 0,-1 0 0 0 0,2-1 0 0 0,-1 1-1 0 0,1 0 1 0 0,0 0 0 0 0,0-1-1 0 0,0 1 1 0 0,1-1 0 0 0,0 1-1 0 0,0-1 1 0 0,0 1 0 0 0,5 6-1 0 0,-4-8-2 0 0,0 0 0 0 0,0-1 0 0 0,0 0 0 0 0,0 0-1 0 0,0 0 1 0 0,1 0 0 0 0,0 0 0 0 0,-1-1 0 0 0,1 1-1 0 0,0-1 1 0 0,0 0 0 0 0,0 0 0 0 0,0-1 0 0 0,1 1 0 0 0,-1-1-1 0 0,0 0 1 0 0,1 0 0 0 0,8 1 0 0 0,-3-2 7 0 0,0 0 0 0 0,0-1 0 0 0,0 0 0 0 0,0 0 0 0 0,0-1 0 0 0,0-1 0 0 0,0 1 0 0 0,0-2 0 0 0,-1 1 0 0 0,0-1 0 0 0,0-1 0 0 0,0 0 0 0 0,0 0 0 0 0,0 0 0 0 0,-1-1 0 0 0,0-1 0 0 0,10-9 0 0 0,0-2 0 0 0,-1 0 0 0 0,-1-2 1 0 0,0 0-1 0 0,-1-1 0 0 0,20-39 1 0 0,-26 41-2 0 0,0 1 0 0 0,-1-1 0 0 0,-2-1 0 0 0,0 1 1 0 0,-1-1-1 0 0,-1 0 0 0 0,3-34 0 0 0,-6 42-10 0 0,-1 0 0 0 0,0 0 0 0 0,-1 0 0 0 0,0-1-1 0 0,-1 1 1 0 0,0 0 0 0 0,-1 1 0 0 0,0-1 0 0 0,-1 0 0 0 0,-1 1 0 0 0,0 0 0 0 0,0 0 0 0 0,-1 0 0 0 0,-8-11 0 0 0,5 11 4 0 0,0-1 0 0 0,-1 2 1 0 0,-1-1-1 0 0,1 1 0 0 0,-1 1 0 0 0,-1 0 1 0 0,0 1-1 0 0,-20-11 0 0 0,26 16-54 0 0,0 0 0 0 0,0 0 0 0 0,0 1 0 0 0,0 0 0 0 0,0 1 0 0 0,-1-1 0 0 0,1 1 0 0 0,-1 0 0 0 0,1 1 0 0 0,-1-1 0 0 0,1 1 0 0 0,-1 1 0 0 0,1-1 0 0 0,0 1 0 0 0,-1 0 0 0 0,1 0 0 0 0,-1 1 0 0 0,1 0 0 0 0,0 0 0 0 0,0 1 0 0 0,-9 5 0 0 0,11-6-209 0 0,1 0 0 0 0,-1 1 0 0 0,1-1 0 0 0,0 1-1 0 0,0 0 1 0 0,0 0 0 0 0,0 1 0 0 0,0-1 0 0 0,1 0-1 0 0,-1 1 1 0 0,1 0 0 0 0,0-1 0 0 0,0 1 0 0 0,1 0-1 0 0,-3 5 1 0 0,4-5-351 0 0,-1-1-1 0 0,0 0 0 0 0,1 1 0 0 0,-1 0 0 0 0,1-1 1 0 0,0 1-1 0 0,1-1 0 0 0,-1 1 0 0 0,0-1 0 0 0,1 1 1 0 0,0-1-1 0 0,1 5 0 0 0,3 6-4664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9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392 133 536 0 0,'-4'-25'5306'0'0,"1"1"0"0"0,0-47 0 0 0,3 70-5267 0 0,0 1 1 0 0,0 0-1 0 0,0-1 0 0 0,0 1 0 0 0,0-1 0 0 0,0 1 1 0 0,0-1-1 0 0,0 1 0 0 0,0-1 0 0 0,0 1 1 0 0,0 0-1 0 0,1-1 0 0 0,-1 1 0 0 0,0-1 0 0 0,0 1 1 0 0,0-1-1 0 0,1 1 0 0 0,-1 0 0 0 0,0-1 0 0 0,0 1 1 0 0,1 0-1 0 0,-1-1 0 0 0,0 1 0 0 0,1 0 1 0 0,-1-1-1 0 0,0 1 0 0 0,1 0 0 0 0,-1 0 0 0 0,1 0 1 0 0,-1-1-1 0 0,0 1 0 0 0,1 0 0 0 0,16 3 534 0 0,13 16 141 0 0,-15-5-450 0 0,-2 1 0 0 0,1 0 0 0 0,-2 1 1 0 0,0 0-1 0 0,0 1 0 0 0,-2 0 0 0 0,0 1 0 0 0,-1 0 0 0 0,11 34 0 0 0,-9-17-116 0 0,-2 0 0 0 0,-1 1 0 0 0,-2 0 0 0 0,3 55 0 0 0,-8-42-93 0 0,-3 0-1 0 0,-2 0 1 0 0,-2-1 0 0 0,-2 1 0 0 0,-2-2-1 0 0,-26 77 1 0 0,5-43-521 0 0,-4 0 0 0 0,-81 138 0 0 0,-60 47-4051 0 0,45-98-3890 0 0,80-109 2334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4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3908 0 0,'4'-43'11552'0'0,"0"7"-7798"0"0,-4 34-3561 0 0,1-1 577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7:5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59 584 0 0,'-4'-9'6019'0'0,"2"-2"-5022"0"0,0-3 5134 0 0,9 25-5325 0 0,9 18-331 0 0,45 131 908 0 0,-19-54-960 0 0,31 59-105 0 0,-70-157-9 0 0,1 0 0 0 0,0-1-1 0 0,0 0 1 0 0,9 11 0 0 0,-12-17 209 0 0,2-1-481 0 0,0-1-1 0 0,-1 1 1 0 0,1-1 0 0 0,0 0 0 0 0,-1 0 0 0 0,1 0 0 0 0,0-1-1 0 0,-1 1 1 0 0,0 0 0 0 0,1-1 0 0 0,-1 0 0 0 0,0 0 0 0 0,0 1 0 0 0,0-1-1 0 0,0-1 1 0 0,0 1 0 0 0,0 0 0 0 0,0 0 0 0 0,-1-1 0 0 0,2-2-1 0 0,6-10-1 0 0,0-1-1 0 0,6-18 0 0 0,-7 17 1 0 0,35-81-38 0 0,57-190 0 0 0,-97 276-60 0 0,7-16-231 0 0,-9 27 232 0 0,0 5-774 0 0,0 0 661 0 0,0 0 0 0 0,0 0 0 0 0,-1 0 0 0 0,0 0 0 0 0,0 0 1 0 0,0 0-1 0 0,-1 5 0 0 0,-7 2-2728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01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27 1160 0 0,'12'-13'9926'0'0,"-16"0"-6100"0"0,9 18-2767 0 0,6 9-1059 0 0,8 9 15 0 0,26 43 0 0 0,-13-8 43 0 0,-2 2 1 0 0,-3 1 0 0 0,-2 1-1 0 0,-3 1 1 0 0,-3 1 0 0 0,17 105 0 0 0,-32-121-16 0 0,-1 0 0 0 0,-3 1 1 0 0,-2-1-1 0 0,-1 0 0 0 0,-3 0 1 0 0,-2-1-1 0 0,-27 89 1 0 0,3-42-997 0 0,-5-2 0 0 0,-87 160 0 0 0,4-57-5006 0 0,58-105 422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01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2240 0 0,'14'-17'9397'0'0,"-4"7"-6153"0"0,-3-1-1655 0 0,1 3-1349 0 0,-1 3-528 0 0,5 1-885 0 0,4 1-783 0 0,-1 3-3276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0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 1532 0 0,'0'0'15955'0'0,"11"6"-15090"0"0,37 3-292 0 0,75 6 0 0 0,8 0-581 0 0,-130-15 11 0 0,4 1-24 0 0,0 0 0 0 0,1 0 0 0 0,-1 0 0 0 0,0 1 0 0 0,0-1 1 0 0,0 1-1 0 0,0 0 0 0 0,8 6 0 0 0,-12-5 7 0 0,-1 0 12 0 0,0-1-1 0 0,-1 1 1 0 0,1 0-1 0 0,-1 0 1 0 0,0-1-1 0 0,0 1 1 0 0,0 0-1 0 0,0-1 1 0 0,0 1 0 0 0,-1-1-1 0 0,1 1 1 0 0,-1-1-1 0 0,0 0 1 0 0,1 1-1 0 0,-1-1 1 0 0,0 0-1 0 0,0 0 1 0 0,-1-1-1 0 0,1 1 1 0 0,-5 3-1 0 0,1 0 1 0 0,-40 30-20 0 0,-59 34 0 0 0,0 1 31 0 0,-69 65 21 0 0,173-135-22 0 0,0 0-1 0 0,0 1 1 0 0,0 0-1 0 0,0-1 1 0 0,0 1-1 0 0,1-1 0 0 0,-1 1 1 0 0,0 0-1 0 0,0 0 1 0 0,1-1-1 0 0,-1 1 0 0 0,1 0 1 0 0,-1 0-1 0 0,0 0 1 0 0,1 0-1 0 0,0-1 1 0 0,-1 1-1 0 0,1 0 0 0 0,-1 0 1 0 0,1 0-1 0 0,0 0 1 0 0,0 0-1 0 0,0 0 0 0 0,0 0 1 0 0,-1 2-1 0 0,2-2 0 0 0,0 0-1 0 0,-1 0 1 0 0,1-1-1 0 0,0 1 1 0 0,-1 0-1 0 0,1 0 1 0 0,0 0 0 0 0,0-1-1 0 0,0 1 1 0 0,0 0-1 0 0,0-1 1 0 0,0 1-1 0 0,0-1 1 0 0,0 1-1 0 0,0-1 1 0 0,0 1-1 0 0,0-1 1 0 0,2 0-1 0 0,6 3 30 0 0,0-1-1 0 0,1-1 0 0 0,17 1 0 0 0,230-23 68 0 0,-159 10-84 0 0,100-12 89 0 0,-167 21-54 0 0,-28 2-42 0 0,14-2 583 0 0,-16 2-961 0 0,0 0 274 0 0,-1 0 0 0 0,0 0 1 0 0,0 0-1 0 0,0 0 0 0 0,1 0 0 0 0,-1 0 1 0 0,0 0-1 0 0,0 0 0 0 0,1 0 1 0 0,-1 0-1 0 0,0 0 0 0 0,0 0 1 0 0,0 0-1 0 0,1 0 0 0 0,-1 0 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09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1308 0 0,'-10'6'11706'0'0,"9"-6"-11687"0"0,1 0 1 0 0,0 0 0 0 0,0 0-1 0 0,-1 0 1 0 0,1 0 0 0 0,0 1-1 0 0,0-1 1 0 0,-1 0-1 0 0,1 0 1 0 0,0 0 0 0 0,0 0-1 0 0,0 1 1 0 0,-1-1-1 0 0,1 0 1 0 0,0 0 0 0 0,0 0-1 0 0,0 1 1 0 0,0-1 0 0 0,0 0-1 0 0,-1 0 1 0 0,1 1-1 0 0,0-1 1 0 0,0 0 0 0 0,0 0-1 0 0,0 1 1 0 0,0-1 0 0 0,0 0-1 0 0,0 0 1 0 0,0 1-1 0 0,0-1 1 0 0,0 0 0 0 0,0 0-1 0 0,0 1 1 0 0,0-1-1 0 0,0 0 1 0 0,0 1 0 0 0,0-1-1 0 0,0 0 1 0 0,0 0 0 0 0,1 1-1 0 0,11 7 345 0 0,25 4-138 0 0,112 7-3830 0 0,-123-14-1790 0 0,-13-1 2388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0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0 448 0 0,'-55'27'9996'0'0,"30"-13"-7668"0"0,23-13-1779 0 0,7 4-270 0 0,-5-5-272 0 0,1 1-1 0 0,-1-1 1 0 0,0 1 0 0 0,1-1-1 0 0,-1 1 1 0 0,1-1-1 0 0,-1 1 1 0 0,1-1-1 0 0,-1 0 1 0 0,1 1-1 0 0,-1-1 1 0 0,1 0-1 0 0,-1 1 1 0 0,1-1-1 0 0,-1 0 1 0 0,1 0-1 0 0,-1 1 1 0 0,1-1 0 0 0,0 0-1 0 0,-1 0 1 0 0,1 0-1 0 0,-1 0 1 0 0,1 0-1 0 0,0 0 1 0 0,-1 0-1 0 0,1 0 1 0 0,-1 0-1 0 0,2 0 1 0 0,203-10-1463 0 0,-102 4-1712 0 0,-52 3 231 0 0,4-1-888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0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434 100 684 0 0,'3'-2'805'0'0,"0"-1"-1"0"0,0 0 1 0 0,0 0 0 0 0,0 0-1 0 0,0-1 1 0 0,-1 1 0 0 0,1-1-1 0 0,-1 1 1 0 0,0-1 0 0 0,0 0-1 0 0,0 0 1 0 0,-1 1-1 0 0,3-7 1 0 0,-4 8-358 0 0,-1-13 654 0 0,0 13-980 0 0,1 1-84 0 0,-1-1 0 0 0,1 0 0 0 0,-1 1 0 0 0,0-1 0 0 0,0 1 0 0 0,0 0 0 0 0,1-1 0 0 0,-1 1-1 0 0,0 0 1 0 0,-1-1 0 0 0,1 1 0 0 0,0 0 0 0 0,0 0 0 0 0,0 0 0 0 0,-1 0 0 0 0,1 0 0 0 0,-1 0 0 0 0,1 1-1 0 0,-1-1 1 0 0,1 0 0 0 0,-1 1 0 0 0,1-1 0 0 0,-1 1 0 0 0,1-1 0 0 0,-1 1 0 0 0,0 0 0 0 0,1 0 0 0 0,-1-1-1 0 0,0 1 1 0 0,1 0 0 0 0,-1 1 0 0 0,-3-1 0 0 0,-8 5-18 0 0,-1-1 0 0 0,1 2 0 0 0,0 0 0 0 0,0 0 0 0 0,1 1 0 0 0,0 1 0 0 0,-18 14 0 0 0,-77 74 40 0 0,97-86-50 0 0,3-4-3 0 0,-94 99 49 0 0,91-92-41 0 0,0 0 1 0 0,1 0-1 0 0,0 1 1 0 0,1 0 0 0 0,0 0-1 0 0,-10 28 1 0 0,17-38-3 0 0,0-1-1 0 0,0 1 1 0 0,0-1 0 0 0,1 1 0 0 0,-1-1 0 0 0,1 1 0 0 0,0-1-1 0 0,-1 1 1 0 0,2 0 0 0 0,-1-1 0 0 0,0 1 0 0 0,1-1 0 0 0,0 1 0 0 0,0-1-1 0 0,0 1 1 0 0,0-1 0 0 0,0 0 0 0 0,1 1 0 0 0,-1-1 0 0 0,1 0-1 0 0,0 0 1 0 0,0 0 0 0 0,0 0 0 0 0,3 3 0 0 0,1-2 5 0 0,0 1 0 0 0,0 0-1 0 0,0-1 1 0 0,0 0 0 0 0,1-1 0 0 0,-1 1 0 0 0,1-1 0 0 0,0 0-1 0 0,0-1 1 0 0,12 3 0 0 0,21 2 47 0 0,1-2 0 0 0,-1-1 0 0 0,1-2-1 0 0,43-4 1 0 0,-19 1 131 0 0,-62 1-180 0 0,0 0-23 0 0,11 0 19 0 0,-10 0 2 0 0,13-1-355 0 0,-14 1-114 0 0,9 1 110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34 288 0 0,'25'-29'17642'0'0,"-26"29"-17616"0"0,1-1 0 0 0,0 1-1 0 0,0 0 1 0 0,0 0-1 0 0,0 0 1 0 0,0 0-1 0 0,0 0 1 0 0,0-1 0 0 0,0 1-1 0 0,0 0 1 0 0,1 0-1 0 0,-1 0 1 0 0,0 0 0 0 0,0 0-1 0 0,0-1 1 0 0,0 1-1 0 0,0 0 1 0 0,0 0 0 0 0,0 0-1 0 0,0 0 1 0 0,0 0-1 0 0,0 0 1 0 0,0 0 0 0 0,0-1-1 0 0,1 1 1 0 0,-1 0-1 0 0,0 0 1 0 0,0 0 0 0 0,0 0-1 0 0,0 0 1 0 0,0 0-1 0 0,0 0 1 0 0,1 0 0 0 0,-1 0-1 0 0,0 0 1 0 0,0 0-1 0 0,0 0 1 0 0,0 0 0 0 0,0 0-1 0 0,1 0 1 0 0,-1 0-1 0 0,0 0 1 0 0,0 0-1 0 0,0 0 1 0 0,0 0 0 0 0,0 0-1 0 0,1 0 1 0 0,-1 0-1 0 0,0 0 1 0 0,0 0 0 0 0,0 0-1 0 0,0 0 1 0 0,1 0-10 0 0,-1 1 0 0 0,0-1 0 0 0,1 1 0 0 0,-1-1 0 0 0,0 1 0 0 0,1-1 0 0 0,-1 1 0 0 0,0-1 0 0 0,0 1 0 0 0,1-1 0 0 0,-1 1 0 0 0,0-1 0 0 0,0 1 0 0 0,0 0 0 0 0,0-1 1 0 0,0 1-1 0 0,0-1 0 0 0,0 1 0 0 0,0-1 0 0 0,0 1 0 0 0,0 0 0 0 0,0 0 0 0 0,-10 59 267 0 0,-3-1 0 0 0,-3 0-1 0 0,-31 78 1 0 0,47-136-291 0 0,-51 127 165 0 0,28-77-2972 0 0,16-42 686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1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47 201 704 0 0,'0'-7'812'0'0,"0"-1"-1"0"0,1 1 1 0 0,0 0 0 0 0,1 0 0 0 0,-1 0-1 0 0,1 1 1 0 0,0-1 0 0 0,1 0-1 0 0,0 1 1 0 0,0-1 0 0 0,0 1-1 0 0,1 0 1 0 0,5-7 0 0 0,-2 5-471 0 0,0 0 1 0 0,0 1-1 0 0,1 0 1 0 0,0 0 0 0 0,0 1-1 0 0,1 0 1 0 0,0 0-1 0 0,15-7 1 0 0,-12 7-315 0 0,1 1 0 0 0,-1 0 1 0 0,2 1-1 0 0,-1 1 0 0 0,0 0 0 0 0,1 1 1 0 0,-1 0-1 0 0,1 1 0 0 0,0 0 0 0 0,-1 1 1 0 0,1 1-1 0 0,0 0 0 0 0,-1 1 1 0 0,18 4-1 0 0,-28-5-4 0 0,0-1 1 0 0,-1 1 0 0 0,1 0-1 0 0,0 0 1 0 0,-1 1 0 0 0,1-1-1 0 0,-1 1 1 0 0,1-1 0 0 0,-1 1-1 0 0,1 0 1 0 0,-1-1 0 0 0,0 1-1 0 0,0 1 1 0 0,0-1 0 0 0,0 0-1 0 0,0 0 1 0 0,-1 1 0 0 0,1-1-1 0 0,-1 1 1 0 0,1-1 0 0 0,-1 1-1 0 0,0 0 1 0 0,0-1-1 0 0,0 1 1 0 0,0 4 0 0 0,0-2 44 0 0,-1 0-1 0 0,0 0 1 0 0,-1 0 0 0 0,1 0 0 0 0,-1-1 0 0 0,0 1-1 0 0,0 0 1 0 0,-1-1 0 0 0,0 1 0 0 0,1 0 0 0 0,-1-1-1 0 0,-1 0 1 0 0,1 1 0 0 0,-5 5 0 0 0,-2 1 187 0 0,0 0 1 0 0,-1 0 0 0 0,-19 15-1 0 0,1 0 803 0 0,14-15-377 0 0,6-4-5 0 0,22-3-518 0 0,3-1-160 0 0,0 1 0 0 0,0 1 0 0 0,-1 0 0 0 0,1 1 0 0 0,-2 0 0 0 0,1 2 0 0 0,-1 0 0 0 0,0 0 0 0 0,0 2 0 0 0,-1 0 0 0 0,0 0 0 0 0,-1 1 0 0 0,0 1 0 0 0,13 16 0 0 0,-24-26 22 0 0,0 0 0 0 0,0 1 1 0 0,0-1-1 0 0,-1 0 0 0 0,1 1 0 0 0,-1-1 0 0 0,1 1 1 0 0,-1-1-1 0 0,0 1 0 0 0,0 0 0 0 0,0-1 0 0 0,-1 1 1 0 0,1 0-1 0 0,-1 0 0 0 0,1 0 0 0 0,-1 0 0 0 0,0-1 1 0 0,0 1-1 0 0,0 0 0 0 0,-1 0 0 0 0,1 0 1 0 0,0 0-1 0 0,-1-1 0 0 0,0 1 0 0 0,0 0 0 0 0,0 0 1 0 0,0-1-1 0 0,0 1 0 0 0,-1-1 0 0 0,1 1 0 0 0,-1-1 1 0 0,1 1-1 0 0,-1-1 0 0 0,0 0 0 0 0,-4 4 0 0 0,-1 1 85 0 0,0-1 0 0 0,-1 0-1 0 0,0 0 1 0 0,0 0 0 0 0,0-1-1 0 0,-1 0 1 0 0,1-1 0 0 0,-1 0-1 0 0,-14 4 1 0 0,1-2 7 0 0,1-2 0 0 0,-1-1 0 0 0,1-1 0 0 0,-1 0 0 0 0,0-2 0 0 0,0 0 0 0 0,1-2 0 0 0,-36-6 0 0 0,29 2-107 0 0,0-1 0 0 0,0-2 1 0 0,1 0-1 0 0,0-2 0 0 0,-50-28 0 0 0,76 38-116 0 0,-1 1-1 0 0,1-1 1 0 0,0 0-1 0 0,0 0 1 0 0,0 1-1 0 0,0-1 1 0 0,0 0-1 0 0,0 0 1 0 0,0 0-1 0 0,0 0 1 0 0,0-1-1 0 0,0 1 1 0 0,0 0-1 0 0,1 0 1 0 0,-1 0-1 0 0,0-1 1 0 0,1 1-1 0 0,-1-2 1 0 0,1 2-60 0 0,0 0 1 0 0,0 0 0 0 0,0 0-1 0 0,0 0 1 0 0,0 0-1 0 0,0 0 1 0 0,1 0 0 0 0,-1 0-1 0 0,0 0 1 0 0,1 0 0 0 0,-1 0-1 0 0,1 0 1 0 0,-1 0-1 0 0,1 0 1 0 0,-1 0 0 0 0,1 1-1 0 0,-1-1 1 0 0,2-1 0 0 0,3-2-1200 0 0,0 0 0 0 0,-1 0 1 0 0,1 1-1 0 0,1 0 0 0 0,-1 0 1 0 0,9-4-1 0 0,5 0-4844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79 1324 0 0,'-63'-73'16550'0'0,"62"72"-16160"0"0,-4-3 1169 0 0,9 10-1535 0 0,6 8 319 0 0,0-1-1 0 0,1-1 1 0 0,24 22 0 0 0,0-1-72 0 0,78 78 238 0 0,8 8-362 0 0,-92-90-690 0 0,-14-15-2674 0 0,19 25-1 0 0,-25-33-76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94 600 0 0,'-5'-17'4246'0'0,"1"2"550"0"0,0 1 1 0 0,-11-24-1 0 0,14 37-4741 0 0,1 0 1 0 0,0 1-1 0 0,-1-1 0 0 0,1 1 0 0 0,0-1 0 0 0,-1 1 1 0 0,1-1-1 0 0,-1 1 0 0 0,1-1 0 0 0,-1 1 1 0 0,1 0-1 0 0,-1-1 0 0 0,1 1 0 0 0,-1 0 0 0 0,1-1 1 0 0,-1 1-1 0 0,1 0 0 0 0,-1 0 0 0 0,0-1 1 0 0,1 1-1 0 0,-1 0 0 0 0,0 0 0 0 0,1 0 0 0 0,-1 0 1 0 0,1 0-1 0 0,-1 0 0 0 0,0 0 0 0 0,1 0 1 0 0,-1 0-1 0 0,0 0 0 0 0,1 0 0 0 0,-1 0 1 0 0,0 0-1 0 0,1 1 0 0 0,-1-1 0 0 0,1 0 0 0 0,-1 0 1 0 0,1 1-1 0 0,-1-1 0 0 0,1 0 0 0 0,-1 1 1 0 0,0 0-1 0 0,-23 20 56 0 0,21-18 107 0 0,-146 167 1083 0 0,49-52-1008 0 0,-114 139-121 0 0,185-220-500 0 0,28-35-282 0 0,-5 5-1042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2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34 1956 0 0,'41'-24'16153'0'0,"-25"17"-10906"0"0,-16 6-5160 0 0,0 1 0 0 0,1 0 0 0 0,-1 0 0 0 0,1-1 0 0 0,-1 1 0 0 0,0 0 0 0 0,1 0 0 0 0,-1 0 0 0 0,1 0 0 0 0,-1 0 0 0 0,1-1 0 0 0,-1 1 0 0 0,1 0 0 0 0,-1 0 0 0 0,1 0 0 0 0,-1 0 0 0 0,0 0 1 0 0,1 0-1 0 0,-1 1 0 0 0,1-1 0 0 0,-1 0 0 0 0,1 0 0 0 0,-1 0 0 0 0,1 0 0 0 0,-1 0 0 0 0,0 1 0 0 0,1-1 0 0 0,-1 0 0 0 0,1 0 0 0 0,-1 1 0 0 0,0-1 0 0 0,1 0 0 0 0,-1 1 0 0 0,0-1 0 0 0,1 0 0 0 0,-1 1 0 0 0,-1 33 515 0 0,-2 0 0 0 0,-1 0-1 0 0,-10 39 1 0 0,-35 101 2714 0 0,27-103-2848 0 0,6-29-4814 0 0,12-32 2268 0 0,-1 1 0 0 0,2-1 0 0 0,-1 1 0 0 0,-1 16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143 166 536 0 0,'-2'-6'1464'0'0,"0"-1"1"0"0,0 1-1 0 0,1 0 1 0 0,-1 0-1 0 0,2-1 0 0 0,-1 1 1 0 0,1 0-1 0 0,0-12 0 0 0,1 15-1253 0 0,0-1-1 0 0,0 1 0 0 0,0 0 0 0 0,0 0 0 0 0,1-1 0 0 0,-1 1 1 0 0,1 0-1 0 0,0 0 0 0 0,-1 0 0 0 0,2 0 0 0 0,-1 1 0 0 0,0-1 0 0 0,0 0 1 0 0,1 1-1 0 0,0 0 0 0 0,-1-1 0 0 0,6-2 0 0 0,2-1-51 0 0,1 0-1 0 0,0 1 0 0 0,1 0 1 0 0,-1 1-1 0 0,1 0 0 0 0,0 0 0 0 0,-1 1 1 0 0,1 1-1 0 0,1 0 0 0 0,-1 1 1 0 0,18 0-1 0 0,-14 1-92 0 0,1 1 0 0 0,0 1 0 0 0,-1 0 1 0 0,1 2-1 0 0,-1-1 0 0 0,0 2 0 0 0,29 12 0 0 0,-42-16-55 0 0,-1 0 0 0 0,1 0 0 0 0,-1 0 0 0 0,1 1 0 0 0,-1-1 0 0 0,0 1 0 0 0,0 0 0 0 0,1 0 0 0 0,-1 0 0 0 0,0 0 1 0 0,0 0-1 0 0,-1 0 0 0 0,1 0 0 0 0,0 1 0 0 0,-1-1 0 0 0,0 0 0 0 0,1 1 0 0 0,-1 0 0 0 0,0-1 0 0 0,1 4 0 0 0,-2-3 0 0 0,0 1 0 0 0,0 0 1 0 0,0 0-1 0 0,0 0 0 0 0,0-1 0 0 0,-1 1 1 0 0,1 0-1 0 0,-1-1 0 0 0,0 1 0 0 0,0 0 1 0 0,-1-1-1 0 0,1 1 0 0 0,-3 3 0 0 0,-4 6 11 0 0,0 0 0 0 0,-1 0 0 0 0,-1-1-1 0 0,0 0 1 0 0,-1-1 0 0 0,-13 11 0 0 0,-14 10 19 0 0,-27 26 160 0 0,64-57-175 0 0,-5 3 100 0 0,6-4-123 0 0,0 0 0 0 0,0 0 0 0 0,0 0 0 0 0,0 0 0 0 0,0 0 0 0 0,0 0 1 0 0,0 0-1 0 0,0 1 0 0 0,0-1 0 0 0,0 0 0 0 0,1 0 0 0 0,-1 0 0 0 0,0 0 1 0 0,0 0-1 0 0,0 0 0 0 0,0 0 0 0 0,0 0 0 0 0,0 0 0 0 0,0 1 0 0 0,0-1 0 0 0,0 0 1 0 0,0 0-1 0 0,0 0 0 0 0,0 0 0 0 0,0 0 0 0 0,-1 0 0 0 0,1 0 0 0 0,0 0 0 0 0,0 0 1 0 0,0 0-1 0 0,0 1 0 0 0,0-1 0 0 0,0 0 0 0 0,0 0 0 0 0,0 0 0 0 0,0 0 0 0 0,0 0 1 0 0,0 0-1 0 0,0 0 0 0 0,0 0 0 0 0,0 0 0 0 0,0 0 0 0 0,-1 0 0 0 0,1 0 1 0 0,0 0-1 0 0,0 0 0 0 0,0 0 0 0 0,0 0 0 0 0,0 0 0 0 0,0 1 0 0 0,0-1 0 0 0,0 0 1 0 0,0 0-1 0 0,0 0 0 0 0,-1 0 0 0 0,39 8 30 0 0,-25-5-25 0 0,0 1 0 0 0,0 0 0 0 0,0 1 0 0 0,0 0 0 0 0,-1 1 0 0 0,0 0 1 0 0,-1 1-1 0 0,1 0 0 0 0,-1 1 0 0 0,-1 0 0 0 0,1 1 0 0 0,-1 0 0 0 0,-1 1 1 0 0,0 0-1 0 0,0 0 0 0 0,-1 1 0 0 0,0 0 0 0 0,8 18 0 0 0,-14-26 60 0 0,0 1 0 0 0,-1 0-1 0 0,1 0 1 0 0,-1-1 0 0 0,0 1-1 0 0,0 0 1 0 0,0 0 0 0 0,-1 0 0 0 0,0 1-1 0 0,1-1 1 0 0,-1 0 0 0 0,-1 0-1 0 0,1 0 1 0 0,-1 0 0 0 0,1 0-1 0 0,-3 5 1 0 0,1-3 43 0 0,0 0 0 0 0,-1-1 0 0 0,0 0 0 0 0,0 0 0 0 0,0 0 0 0 0,-1 0 0 0 0,0 0-1 0 0,0 0 1 0 0,0-1 0 0 0,-6 5 0 0 0,-2 0 75 0 0,-1 0 0 0 0,0 0 0 0 0,0-1-1 0 0,-1 0 1 0 0,0-2 0 0 0,0 1 0 0 0,-28 7-1 0 0,8-5-72 0 0,0-1 1 0 0,-1-2-1 0 0,1-1 0 0 0,-1-2 0 0 0,-1-1 0 0 0,1-2 1 0 0,-47-6-1 0 0,76 5-146 0 0,1 0 1 0 0,-1 0 0 0 0,1-1-1 0 0,0 1 1 0 0,0-1 0 0 0,-1-1 0 0 0,1 1-1 0 0,1-1 1 0 0,-1 1 0 0 0,-8-7-1 0 0,12 7-99 0 0,-1 1 0 0 0,1-1 0 0 0,0 1 0 0 0,-1-1 0 0 0,1 1-1 0 0,0-1 1 0 0,0 0 0 0 0,0 1 0 0 0,0-1 0 0 0,0 0 0 0 0,1 0 0 0 0,-1 0-1 0 0,1 0 1 0 0,-1 0 0 0 0,1 0 0 0 0,-1 0 0 0 0,1 0 0 0 0,0 0-1 0 0,0 0 1 0 0,0 0 0 0 0,0 0 0 0 0,0 0 0 0 0,1 0 0 0 0,-1 0 0 0 0,0 0-1 0 0,1 1 1 0 0,0-1 0 0 0,-1 0 0 0 0,1 0 0 0 0,0 0 0 0 0,0 0-1 0 0,2-2 1 0 0,7-12-2145 0 0,1 1 0 0 0,0 0 0 0 0,2 1 0 0 0,19-19 0 0 0,2 3-5205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 1696 0 0,'-11'-1'16700'0'0,"24"-2"-16765"0"0,0 0-1 0 0,0 2 0 0 0,24-1 1 0 0,-2 0-2939 0 0,-1-3-4387 0 0,-18 3 2056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1884 0 0,'-106'57'13142'0'0,"105"-57"-12997"0"0,1 1 1 0 0,-1-1-1 0 0,1 0 0 0 0,-1 1 1 0 0,0-1-1 0 0,1 1 0 0 0,-1-1 0 0 0,1 1 1 0 0,-1-1-1 0 0,1 1 0 0 0,-1-1 1 0 0,1 1-1 0 0,-1-1 0 0 0,1 1 0 0 0,-1-1 1 0 0,1 1-1 0 0,0 0 0 0 0,-1-1 1 0 0,1 1-1 0 0,0 0 0 0 0,0-1 0 0 0,0 1 1 0 0,-1 1-1 0 0,2-1-86 0 0,-1 0 1 0 0,0-1-1 0 0,0 1 1 0 0,1-1-1 0 0,-1 1 0 0 0,1 0 1 0 0,-1-1-1 0 0,0 1 1 0 0,1-1-1 0 0,-1 1 0 0 0,1-1 1 0 0,0 1-1 0 0,-1-1 1 0 0,1 1-1 0 0,-1-1 0 0 0,1 0 1 0 0,-1 1-1 0 0,1-1 1 0 0,0 0-1 0 0,5 3 33 0 0,-1-2 0 0 0,0 1 0 0 0,1-1 0 0 0,8 2 0 0 0,33 0-337 0 0,0-2-1 0 0,71-8 1 0 0,-45 2-1634 0 0,76-4-6958 0 0,-98 2 2532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62 744 0 0,'1'-2'347'0'0,"0"0"1"0"0,-1 0-1 0 0,1 0 0 0 0,0 0 1 0 0,-1 0-1 0 0,0 0 1 0 0,1-1-1 0 0,-1 1 0 0 0,0 0 1 0 0,0 0-1 0 0,0 0 0 0 0,-1 0 1 0 0,1 0-1 0 0,0 0 0 0 0,-1 0 1 0 0,1 0-1 0 0,-1-1 0 0 0,0 2 1 0 0,0-1-1 0 0,0 0 0 0 0,0 0 1 0 0,0 0-1 0 0,0 0 1 0 0,-2-2-1 0 0,1 3-279 0 0,0 0 1 0 0,0 0 0 0 0,1 0-1 0 0,-1 0 1 0 0,0 0-1 0 0,0 1 1 0 0,0-1-1 0 0,0 1 1 0 0,0-1-1 0 0,0 1 1 0 0,-1 0 0 0 0,1-1-1 0 0,0 1 1 0 0,0 0-1 0 0,0 1 1 0 0,0-1-1 0 0,0 0 1 0 0,0 1-1 0 0,0-1 1 0 0,0 1 0 0 0,0-1-1 0 0,0 1 1 0 0,0 0-1 0 0,0 0 1 0 0,-3 2-1 0 0,-3 2-5 0 0,0 0 0 0 0,1 0-1 0 0,0 0 1 0 0,0 1 0 0 0,0 0-1 0 0,1 1 1 0 0,-1 0 0 0 0,-5 8-1 0 0,-40 66 140 0 0,39-60-159 0 0,-21 37 55 0 0,3 1 1 0 0,3 2-1 0 0,2 1 0 0 0,3 0 1 0 0,2 2-1 0 0,4 1 1 0 0,-10 69-1 0 0,24-112-64 0 0,1 0 0 0 0,1 1 0 0 0,1-1 1 0 0,1 0-1 0 0,1 1 0 0 0,1-1 0 0 0,9 32 0 0 0,-9-43-193 0 0,0-1 0 0 0,1 0-1 0 0,1-1 1 0 0,0 1 0 0 0,0-1-1 0 0,1 0 1 0 0,10 14 0 0 0,-11-17-260 0 0,0-1 0 0 0,1 0 1 0 0,-1 0-1 0 0,1-1 1 0 0,0 1-1 0 0,0-1 0 0 0,1-1 1 0 0,-1 1-1 0 0,1-1 0 0 0,0 0 1 0 0,-1 0-1 0 0,9 1 1 0 0,10 2-3541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4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325 102 2412 0 0,'-1'-4'664'0'0,"-1"0"-1"0"0,1 0 1 0 0,-1 0-1 0 0,0 0 1 0 0,0 0-1 0 0,-1 1 1 0 0,1-1-1 0 0,-1 1 0 0 0,1-1 1 0 0,-1 1-1 0 0,0 0 1 0 0,-1 0-1 0 0,-3-3 1 0 0,4 5-529 0 0,1 0 1 0 0,-1-1-1 0 0,1 1 0 0 0,-1 0 0 0 0,1 0 1 0 0,-1 1-1 0 0,0-1 0 0 0,1 0 1 0 0,-1 1-1 0 0,0 0 0 0 0,0-1 1 0 0,0 1-1 0 0,1 0 0 0 0,-1 0 1 0 0,0 1-1 0 0,0-1 0 0 0,1 1 1 0 0,-1-1-1 0 0,0 1 0 0 0,-4 2 1 0 0,-5 3 66 0 0,0 0 0 0 0,0 0 0 0 0,0 2 0 0 0,1-1 0 0 0,0 1 0 0 0,1 1 0 0 0,0 0 0 0 0,0 1 0 0 0,1 0 0 0 0,-10 14 0 0 0,4-3-34 0 0,1 0 0 0 0,2 0-1 0 0,0 2 1 0 0,-15 39 0 0 0,23-51-134 0 0,1 1 1 0 0,-1 0 0 0 0,2 0 0 0 0,0 0 0 0 0,0 0 0 0 0,1 0 0 0 0,1 0-1 0 0,0 0 1 0 0,0 0 0 0 0,1 0 0 0 0,1 0 0 0 0,4 15 0 0 0,-4-19 0 0 0,1 0-1 0 0,0 0 1 0 0,0 0 0 0 0,1 0 0 0 0,0-1 0 0 0,1 0-1 0 0,-1 1 1 0 0,1-2 0 0 0,1 1 0 0 0,-1-1 0 0 0,1 1 0 0 0,0-2-1 0 0,1 1 1 0 0,-1-1 0 0 0,1 0 0 0 0,0 0 0 0 0,0 0 0 0 0,10 3-1 0 0,-2-2 22 0 0,-1-1 0 0 0,1 0-1 0 0,0-1 1 0 0,0-1 0 0 0,1 0-1 0 0,-1-1 1 0 0,1-1 0 0 0,-1 0-1 0 0,1-1 1 0 0,-1-1 0 0 0,1 0-1 0 0,-1-1 1 0 0,1-1 0 0 0,-1 0-1 0 0,0-1 1 0 0,0-1 0 0 0,28-13-1 0 0,-27 10-16 0 0,-1 0 1 0 0,1-1-1 0 0,-2-1 0 0 0,1 0 0 0 0,-1-1 0 0 0,-1-1 0 0 0,0 0 1 0 0,0 0-1 0 0,-2-2 0 0 0,1 1 0 0 0,-2-2 0 0 0,0 1 1 0 0,0-1-1 0 0,-2-1 0 0 0,12-25 0 0 0,-16 28 27 0 0,1 0 0 0 0,-2 0 1 0 0,1-1-1 0 0,-2 1 0 0 0,0-1 0 0 0,-1 0 0 0 0,0 0 0 0 0,-1 1 0 0 0,0-1 0 0 0,-1 0 1 0 0,-3-14-1 0 0,1 19-51 0 0,1 0 1 0 0,-1 0 0 0 0,0 1-1 0 0,-1-1 1 0 0,0 1-1 0 0,0 0 1 0 0,-1 0 0 0 0,0 0-1 0 0,0 0 1 0 0,-1 1 0 0 0,0 0-1 0 0,0 0 1 0 0,-1 1-1 0 0,0 0 1 0 0,0 0 0 0 0,0 0-1 0 0,-12-5 1 0 0,5 3-57 0 0,-1 1 1 0 0,0 0-1 0 0,0 2 0 0 0,-1 0 0 0 0,0 0 1 0 0,1 2-1 0 0,-1 0 0 0 0,-1 0 1 0 0,1 2-1 0 0,0 0 0 0 0,-1 1 0 0 0,1 0 1 0 0,0 2-1 0 0,0 0 0 0 0,-1 0 1 0 0,2 2-1 0 0,-1 0 0 0 0,-19 7 1 0 0,31-9-205 0 0,0 0 0 0 0,0 0 0 0 0,0 1 0 0 0,0-1 0 0 0,1 1 0 0 0,-1 0 0 0 0,1 0 0 0 0,0 0 0 0 0,0 0 0 0 0,0 1 0 0 0,0-1 0 0 0,0 1 0 0 0,1 0 0 0 0,-3 4 0 0 0,4-5-184 0 0,-1-1 1 0 0,1 1-1 0 0,1 0 1 0 0,-1-1 0 0 0,0 1-1 0 0,1 0 1 0 0,-1 0 0 0 0,1 0-1 0 0,0 0 1 0 0,0-1 0 0 0,0 1-1 0 0,0 0 1 0 0,1 0 0 0 0,-1 0-1 0 0,1-1 1 0 0,0 1-1 0 0,-1 0 1 0 0,1 0 0 0 0,1-1-1 0 0,-1 1 1 0 0,0-1 0 0 0,4 6-1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4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 32 0 0,'17'7'16310'0'0,"-14"-3"-15226"0"0,-6 6-936 0 0,0 0 0 0 0,-1 0 1 0 0,-1-1-1 0 0,0 1 1 0 0,0-1-1 0 0,0 0 0 0 0,-1 0 1 0 0,-9 9-1 0 0,1 1-63 0 0,-15 21-192 0 0,-36 56 413 0 0,57-82-1455 0 0,0 1 0 0 0,0 0 0 0 0,2 1-1 0 0,-9 27 1 0 0,14-39 601 0 0,-1-1-419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183 104 1920 0 0,'22'-71'14305'0'0,"-19"46"-10369"0"0,-3 25-3912 0 0,0 0 0 0 0,-1 0 0 0 0,1 0 0 0 0,0-1 1 0 0,0 1-1 0 0,0 0 0 0 0,0 0 0 0 0,0 0 0 0 0,-1 0 1 0 0,1 0-1 0 0,0 0 0 0 0,0 0 0 0 0,0-1 0 0 0,-1 1 1 0 0,1 0-1 0 0,0 0 0 0 0,0 0 0 0 0,0 0 0 0 0,-1 0 1 0 0,1 0-1 0 0,0 0 0 0 0,0 0 0 0 0,0 0 1 0 0,-1 0-1 0 0,1 0 0 0 0,0 0 0 0 0,0 0 0 0 0,0 0 1 0 0,0 0-1 0 0,-1 1 0 0 0,1-1 0 0 0,0 0 0 0 0,0 0 1 0 0,0 0-1 0 0,0 0 0 0 0,-1 0 0 0 0,1 0 0 0 0,0 0 1 0 0,0 1-1 0 0,0-1 0 0 0,0 0 0 0 0,0 0 0 0 0,-1 0 1 0 0,1 0-1 0 0,0 0 0 0 0,0 1 0 0 0,0-1 1 0 0,0 0-1 0 0,0 1 0 0 0,-28 34-378 0 0,23-27 677 0 0,-29 41-176 0 0,-38 72 0 0 0,62-99-121 0 0,0 0 0 0 0,1 0 0 0 0,1 0 0 0 0,1 1-1 0 0,1 1 1 0 0,-4 31 0 0 0,10-49-6 0 0,-1 0 0 0 0,1 0 0 0 0,0 0 0 0 0,0 0-1 0 0,1 0 1 0 0,0 0 0 0 0,0 0 0 0 0,0 0 0 0 0,1 0 0 0 0,0 0-1 0 0,0 0 1 0 0,6 10 0 0 0,-6-12-3 0 0,1 0 0 0 0,0 0 0 0 0,1-1 1 0 0,-1 1-1 0 0,1-1 0 0 0,-1 1 0 0 0,1-1 0 0 0,0 0 0 0 0,0-1 1 0 0,1 1-1 0 0,-1-1 0 0 0,0 0 0 0 0,1 0 0 0 0,0 0 0 0 0,-1 0 1 0 0,7 0-1 0 0,2 1-2 0 0,0-1 1 0 0,0-1-1 0 0,0 0 1 0 0,0-1-1 0 0,0 0 1 0 0,0-1-1 0 0,0-1 0 0 0,0 0 1 0 0,0 0-1 0 0,0-1 1 0 0,-1-1-1 0 0,1-1 1 0 0,-1 1-1 0 0,21-13 1 0 0,-17 8-3 0 0,0 0 0 0 0,-1-2 0 0 0,0 0 1 0 0,-1-1-1 0 0,0 0 0 0 0,-1-1 0 0 0,0-1 0 0 0,-1 0 1 0 0,20-29-1 0 0,-27 34-14 0 0,0-1 1 0 0,0 1 0 0 0,-1-1 0 0 0,0 0-1 0 0,0 0 1 0 0,-1 0 0 0 0,0 0-1 0 0,-1-1 1 0 0,-1 1 0 0 0,1-1-1 0 0,-1 0 1 0 0,-1-12 0 0 0,-1 15-1 0 0,0-1 0 0 0,-1 1 0 0 0,0 0 0 0 0,0 0 0 0 0,0 0 0 0 0,-1 1 0 0 0,0-1 0 0 0,-1 0 0 0 0,0 1 0 0 0,0 0 0 0 0,0 0 0 0 0,-1 0 1 0 0,0 1-1 0 0,-1-1 0 0 0,1 1 0 0 0,-8-6 0 0 0,1 2-91 0 0,0 1 0 0 0,-1 1 0 0 0,0 0 0 0 0,0 0 0 0 0,-1 1-1 0 0,1 1 1 0 0,-17-5 0 0 0,9 4-170 0 0,-1 2-1 0 0,0 0 1 0 0,-43-3-1 0 0,62 7-2 0 0,1 1 0 0 0,0 0 0 0 0,-1 0 0 0 0,1 0 0 0 0,0 0 0 0 0,-1 0 0 0 0,1 1 0 0 0,0-1 0 0 0,0 1 0 0 0,-1-1 0 0 0,1 1 0 0 0,0 0 0 0 0,0 0 1 0 0,0 0-1 0 0,0 0 0 0 0,0 0 0 0 0,0 1 0 0 0,0-1 0 0 0,-2 3 0 0 0,6 6-3351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5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50 2156 0 0,'-2'-2'2234'0'0,"-14"-41"8671"0"0,17 44-10837 0 0,-1-1 1 0 0,5-2 2323 0 0,-5 2-2324 0 0,0 0 0 0 0,1-1 1 0 0,-1 1-1 0 0,0 0 0 0 0,0 0 1 0 0,0 0-1 0 0,0 0 0 0 0,0-1 1 0 0,0 1-1 0 0,0 0 0 0 0,0 0 1 0 0,0 0-1 0 0,0-1 0 0 0,0 1 1 0 0,0 0-1 0 0,6 4 253 0 0,0 1-1 0 0,-1 0 1 0 0,1 1 0 0 0,7 9-1 0 0,-2-2-5 0 0,25 26 155 0 0,-3 2 0 0 0,-1 1 1 0 0,-3 1-1 0 0,31 59 1 0 0,-45-72-368 0 0,-2 1 0 0 0,0 1 0 0 0,-3 0-1 0 0,0 0 1 0 0,-3 1 0 0 0,0 0 0 0 0,3 59 0 0 0,-9-44-76 0 0,-2 0 0 0 0,-2-1-1 0 0,-3 1 1 0 0,-1-1 0 0 0,-3-1 0 0 0,-1 1-1 0 0,-33 82 1 0 0,16-64-456 0 0,-4-1 0 0 0,-2-1-1 0 0,-3-2 1 0 0,-71 89 0 0 0,-37 17-3106 0 0,117-139-995 0 0,-55 40-1 0 0,43-41-2547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810 93 1884 0 0,'7'-15'3613'0'0,"-5"12"-3266"0"0,-1 1 0 0 0,1-1 0 0 0,-1 0 0 0 0,0 1-1 0 0,0-1 1 0 0,0 0 0 0 0,0 0 0 0 0,0 0 0 0 0,-1 1-1 0 0,1-1 1 0 0,-1 0 0 0 0,0 0 0 0 0,1 0 0 0 0,-1 0-1 0 0,-1 0 1 0 0,1 0 0 0 0,0 0 0 0 0,-1 0 0 0 0,0 0-1 0 0,1 0 1 0 0,-1 1 0 0 0,-2-5 0 0 0,2 6-282 0 0,0 0 1 0 0,0 0 0 0 0,0 1-1 0 0,0-1 1 0 0,0 0-1 0 0,0 1 1 0 0,-1-1-1 0 0,1 1 1 0 0,0-1 0 0 0,0 1-1 0 0,-1-1 1 0 0,1 1-1 0 0,0 0 1 0 0,0 0-1 0 0,-1-1 1 0 0,1 1 0 0 0,0 0-1 0 0,-1 0 1 0 0,1 0-1 0 0,0 1 1 0 0,0-1-1 0 0,-3 1 1 0 0,-9 4 184 0 0,0 1-1 0 0,1 1 1 0 0,0 0-1 0 0,0 0 1 0 0,1 1-1 0 0,0 1 1 0 0,0 0-1 0 0,-18 20 1 0 0,-72 95 865 0 0,87-104-964 0 0,-42 60 299 0 0,3 2 0 0 0,-82 173 0 0 0,88-143-208 0 0,-64 233-1 0 0,61-141-73 0 0,-40 339-1 0 0,82-450-165 0 0,4 1 0 0 0,4 0 0 0 0,4 0 0 0 0,5 0 0 0 0,3-1-1 0 0,26 98 1 0 0,-22-136-426 0 0,2 0-1 0 0,3-1 1 0 0,48 91-1 0 0,-47-109-651 0 0,0-1 0 0 0,29 32 0 0 0,-30-43-778 0 0,1 0 0 0 0,1-2 0 0 0,29 23 0 0 0,-6-13-4075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3456 0 0,'4'-5'1750'0'0,"1"-1"-1"0"0,-1 0 1 0 0,0 0-1 0 0,-1-1 0 0 0,0 1 1 0 0,5-13-1 0 0,-2-6 1140 0 0,-4-5-4111 0 0,-5-1-6779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70 1504 0 0,'24'-18'3243'0'0,"-16"12"-1816"0"0,0 0-1 0 0,0-1 0 0 0,0 0 1 0 0,11-13-1 0 0,-13 15 1094 0 0,-18 11-2437 0 0,0 0 1 0 0,0 1 0 0 0,1 1 0 0 0,0 0 0 0 0,1 0 0 0 0,-12 13 0 0 0,-5 2 65 0 0,-162 151 807 0 0,160-142-829 0 0,1 0 1 0 0,2 2-1 0 0,2 1 0 0 0,-21 39 0 0 0,39-63-107 0 0,0 0 1 0 0,2 0-1 0 0,-1 1 0 0 0,1 0 1 0 0,1 0-1 0 0,0 0 0 0 0,1 0 1 0 0,0 0-1 0 0,0 14 0 0 0,2-20-6 0 0,0 0 0 0 0,1 0 0 0 0,0-1 0 0 0,0 1 0 0 0,0 0 0 0 0,0-1 0 0 0,1 1 0 0 0,0-1 0 0 0,0 1 0 0 0,1-1 0 0 0,-1 0-1 0 0,1 0 1 0 0,0 0 0 0 0,0 0 0 0 0,1-1 0 0 0,0 1 0 0 0,0-1 0 0 0,0 0 0 0 0,0 0 0 0 0,0 0 0 0 0,8 4 0 0 0,-2-1 60 0 0,1-2 0 0 0,0 1 0 0 0,0-2 0 0 0,0 1 0 0 0,1-1 0 0 0,-1-1 0 0 0,1 0 1 0 0,0-1-1 0 0,0 0 0 0 0,0-1 0 0 0,0 0 0 0 0,0-1 0 0 0,13-1 0 0 0,-15 0 45 0 0,0 0 0 0 0,0-1 0 0 0,-1 0 0 0 0,1 0 0 0 0,0-1 0 0 0,-1 0 1 0 0,0-1-1 0 0,0 0 0 0 0,0-1 0 0 0,0 0 0 0 0,0 0 0 0 0,-1 0 0 0 0,0-1 0 0 0,0-1 0 0 0,13-13 0 0 0,-19 18-93 0 0,0-1 0 0 0,-1 1 1 0 0,1 0-1 0 0,-1 0 0 0 0,1-1 0 0 0,-1 1 0 0 0,0-1 0 0 0,0 1 0 0 0,0-1 1 0 0,0 1-1 0 0,0-1 0 0 0,-1 0 0 0 0,1 1 0 0 0,-1-1 0 0 0,0 0 0 0 0,0 1 1 0 0,0-1-1 0 0,0 0 0 0 0,0 0 0 0 0,0 1 0 0 0,-1-1 0 0 0,0 0 0 0 0,1 1 1 0 0,-3-5-1 0 0,2 4-20 0 0,-1 0 1 0 0,0 0-1 0 0,0 0 0 0 0,0 0 1 0 0,-1 0-1 0 0,1 0 1 0 0,-1 1-1 0 0,1-1 1 0 0,-1 1-1 0 0,0 0 1 0 0,0 0-1 0 0,0 0 1 0 0,0 0-1 0 0,0 0 0 0 0,0 1 1 0 0,-1-1-1 0 0,1 1 1 0 0,-4-1-1 0 0,-6-1-34 0 0,0 1-1 0 0,0 0 0 0 0,0 1 1 0 0,-1 0-1 0 0,1 1 1 0 0,0 0-1 0 0,0 1 0 0 0,0 1 1 0 0,0 0-1 0 0,0 1 1 0 0,0 0-1 0 0,0 1 0 0 0,1 0 1 0 0,-1 1-1 0 0,-13 8 1 0 0,12-5-366 0 0,1-1 0 0 0,1 2 0 0 0,-1 0 0 0 0,2 0 0 0 0,-1 1 0 0 0,1 0 1 0 0,1 1-1 0 0,0 1 0 0 0,0 0 0 0 0,1 0 0 0 0,1 0 0 0 0,0 1 0 0 0,-7 14 0 0 0,-1 14-3141 0 0,-18 72-1 0 0,27-89 1346 0 0,-1 4-1128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0 408 0 0,'-10'35'13977'0'0,"10"-29"-13828"0"0,0-4 506 0 0,-4 10 1348 0 0,5 52 1323 0 0,-4 95 682 0 0,-39 193-1039 0 0,40-342-3430 0 0,-1 11 764 0 0,2-3-7864 0 0,3-21 6678 0 0,-1 0-1 0 0,0 1 1 0 0,1-1 0 0 0,0 1-1 0 0,0-1 1 0 0,-1 1 0 0 0,4-3 0 0 0,4-5-3466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8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1036 0 0,'6'-10'3420'0'0,"26"-40"7399"0"0,-29 46-10377 0 0,0 0 0 0 0,1 0 0 0 0,0 0 0 0 0,0 1 0 0 0,0 0 0 0 0,0-1 0 0 0,1 1 0 0 0,-1 1 0 0 0,6-3 0 0 0,-4 2-303 0 0,0 0-1 0 0,0 1 1 0 0,0 0-1 0 0,0 0 1 0 0,1 1 0 0 0,-1 0-1 0 0,1 0 1 0 0,-1 0-1 0 0,1 1 1 0 0,-1 0-1 0 0,1 0 1 0 0,-1 1 0 0 0,1-1-1 0 0,-1 2 1 0 0,1-1-1 0 0,-1 1 1 0 0,0-1 0 0 0,0 2-1 0 0,0-1 1 0 0,0 1-1 0 0,0 0 1 0 0,0 0-1 0 0,-1 0 1 0 0,1 1 0 0 0,7 7-1 0 0,-10-8 1 0 0,-1 1-1 0 0,1 0 1 0 0,0 0 0 0 0,-1 0-1 0 0,0 0 1 0 0,0 0 0 0 0,0 1-1 0 0,-1-1 1 0 0,1 0 0 0 0,-1 1-1 0 0,0 0 1 0 0,0-1 0 0 0,-1 1-1 0 0,1 0 1 0 0,-1-1 0 0 0,0 1-1 0 0,0 0 1 0 0,-1-1 0 0 0,1 1-1 0 0,-1-1 1 0 0,0 1 0 0 0,-3 8-1 0 0,-1 2 338 0 0,-1 0 0 0 0,0 0 0 0 0,-1 0 0 0 0,-1-1 0 0 0,-11 17 0 0 0,-57 70 1627 0 0,6-10-782 0 0,63-80-1321 0 0,7-11 0 0 0,0 0 0 0 0,-1 1 0 0 0,1-1 0 0 0,0 0 0 0 0,0 1 0 0 0,0-1 0 0 0,0 0 0 0 0,-1 1 0 0 0,1-1 0 0 0,0 1 0 0 0,0-1 0 0 0,0 0 0 0 0,0 1 0 0 0,0-1 0 0 0,0 1 0 0 0,0-1 0 0 0,0 0 0 0 0,0 1 0 0 0,0-1 0 0 0,0 1 0 0 0,0-1 0 0 0,1 0 0 0 0,-1 2 0 0 0,1-2 0 0 0,-1 1 0 0 0,1-1 0 0 0,0 1 0 0 0,0-1 0 0 0,-1 1 0 0 0,1-1 0 0 0,0 1 0 0 0,0-1 0 0 0,0 0 0 0 0,0 1 0 0 0,0-1 0 0 0,-1 0 0 0 0,1 0 0 0 0,0 0 0 0 0,2 1 0 0 0,13-2 0 0 0,1 1 0 0 0,-1-2 0 0 0,1 0 0 0 0,-1-1 0 0 0,0-1 0 0 0,21-7 0 0 0,7-1-17 0 0,22-6-1838 0 0,66-25-1 0 0,-86 24-1437 0 0,-1-1 0 0 0,49-31 0 0 0,-77 39-1105 0 0,27-21 0 0 0,-15 7-3562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8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358 187 2480 0 0,'-30'-139'13213'0'0,"19"93"-10078"0"0,10 44-2390 0 0,2 5-439 0 0,4 26 354 0 0,1-1 0 0 0,16 47-1 0 0,-4-17-176 0 0,89 274 1444 0 0,1 0-790 0 0,-82-235-708 0 0,21 147-1 0 0,-36-132-208 0 0,-4 0 0 0 0,-5 0-1 0 0,-6 0 1 0 0,-30 193-1 0 0,12-186-176 0 0,-6-2-1 0 0,-5-1 0 0 0,-5-1 1 0 0,-66 138-1 0 0,66-178-1022 0 0,-86 129-1 0 0,-8-35-3692 0 0,78-112 756 0 0,16-23-2551 0 0,11-12-1681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9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34 2220 0 0,'-3'0'2256'0'0,"-57"-10"8756"0"0,58 10-10034 0 0,-25-4 3001 0 0,30 2-3954 0 0,0 0 0 0 0,-1 0 0 0 0,1 0 0 0 0,0 1 0 0 0,0-1 1 0 0,0 1-1 0 0,0 0 0 0 0,1 0 0 0 0,-1 0 0 0 0,0 0 0 0 0,0 0 0 0 0,1 1 0 0 0,5 0 0 0 0,47-3-308 0 0,-55 3 273 0 0,17 0-1258 0 0,31 4 0 0 0,-16 5-2069 0 0,-30-7 2476 0 0,0-1 0 0 0,0 1-1 0 0,0-1 1 0 0,0 1 0 0 0,0 0 0 0 0,0 0-1 0 0,2 3 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19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28 1384 0 0,'-83'39'15400'0'0,"89"-37"-15287"0"0,1-1-1 0 0,-1 0 0 0 0,0-1 1 0 0,1 1-1 0 0,-1-1 1 0 0,1 0-1 0 0,-1-1 0 0 0,1 0 1 0 0,-1 0-1 0 0,0 0 0 0 0,7-3 1 0 0,-1 2 12 0 0,133-22-982 0 0,-61 10-1828 0 0,-1-1-3359 0 0,-41 6-224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2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340 250 1836 0 0,'6'-11'2851'0'0,"-1"-2"1"0"0,-1 1-1 0 0,5-19 0 0 0,-5 10 124 0 0,-1 0 0 0 0,-1 0 0 0 0,0-22 0 0 0,-2 41-2359 0 0,0-5 366 0 0,0 6-817 0 0,0-1 0 0 0,1 1 0 0 0,-1-1 0 0 0,0 1 0 0 0,0-1 0 0 0,0 1 0 0 0,0-1 0 0 0,0 1 0 0 0,-1-1-1 0 0,1 1 1 0 0,0-1 0 0 0,-1 1 0 0 0,1-1 0 0 0,-1 1 0 0 0,1 0 0 0 0,-3-3 0 0 0,0 5-154 0 0,0-1 0 0 0,0 2 1 0 0,0-1-1 0 0,-1 0 1 0 0,1 1-1 0 0,0-1 0 0 0,1 1 1 0 0,-1 0-1 0 0,0 0 0 0 0,0 0 1 0 0,1 0-1 0 0,-1 0 0 0 0,-1 4 1 0 0,-35 37 62 0 0,-116 185 342 0 0,132-189-358 0 0,2 2 0 0 0,2 0 0 0 0,2 2 1 0 0,-12 46-1 0 0,25-76-43 0 0,1 1 1 0 0,1 1 0 0 0,0-1-1 0 0,1 0 1 0 0,0 1 0 0 0,1-1-1 0 0,1 0 1 0 0,0 1 0 0 0,1-1-1 0 0,1 0 1 0 0,4 15 0 0 0,-4-20-6 0 0,1 0 0 0 0,0 0 1 0 0,0 0-1 0 0,0 0 1 0 0,2-1-1 0 0,-1 1 1 0 0,1-1-1 0 0,0-1 0 0 0,0 1 1 0 0,1-1-1 0 0,0 0 1 0 0,1-1-1 0 0,-1 1 0 0 0,1-2 1 0 0,0 1-1 0 0,18 8 0 0 0,-9-7 1 0 0,0 0 0 0 0,0-2 0 0 0,1 0 0 0 0,0-1 0 0 0,0 0 0 0 0,0-2 0 0 0,0 0 0 0 0,0-1 0 0 0,0-1 0 0 0,1-1 0 0 0,-1 0 0 0 0,0-2 0 0 0,33-7 0 0 0,-26 3 9 0 0,0-1 0 0 0,-1-1 1 0 0,0-1-1 0 0,-1-1 0 0 0,0-2 0 0 0,0 0 0 0 0,-1-1 1 0 0,-1-1-1 0 0,22-20 0 0 0,-21 14 74 0 0,0-2 0 0 0,-1 0 0 0 0,-2-1 0 0 0,0-1 0 0 0,29-54 1 0 0,-37 56-27 0 0,0 0 1 0 0,-2-1-1 0 0,0 0 1 0 0,-2 0-1 0 0,0-1 1 0 0,-2 0-1 0 0,4-43 1 0 0,-9 55-59 0 0,0 0 1 0 0,0-1 0 0 0,-1 1-1 0 0,-1 0 1 0 0,0 0 0 0 0,-1 0-1 0 0,-1 1 1 0 0,0-1 0 0 0,0 1-1 0 0,-1 0 1 0 0,-1 0 0 0 0,0 0-1 0 0,-1 1 1 0 0,0 0 0 0 0,0 0-1 0 0,-15-15 1 0 0,9 13-88 0 0,0 0 0 0 0,-1 1 0 0 0,0 1 0 0 0,-1 0-1 0 0,-1 1 1 0 0,0 1 0 0 0,0 0 0 0 0,0 1 0 0 0,-1 1 0 0 0,-1 0 0 0 0,-22-5 0 0 0,10 5-604 0 0,0 1 0 0 0,0 2 1 0 0,0 1-1 0 0,0 1 0 0 0,-1 1 1 0 0,-44 6-1 0 0,45-1-813 0 0,0 2-1 0 0,0 1 0 0 0,1 1 1 0 0,0 2-1 0 0,0 1 0 0 0,-38 20 1 0 0,12-2-4049 0 0,-2 0-2855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2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 1484 0 0,'-3'-17'18206'0'0,"220"28"-17586"0"0,514 32-399 0 0,-135-4-171 0 0,-40-9-74 0 0,920 23 87 0 0,-1237-53-59 0 0,653-4 15 0 0,101-30 0 0 0,-235-33 26 0 0,-514 43-2212 0 0,-241 24 1298 0 0,6 2-1662 0 0,-40 9-5202 0 0,10-9 2730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24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89 920 0 0,'-22'-11'3199'0'0,"-22"-1"-994"0"0,42 11-1673 0 0,-15-3 205 0 0,-165-29 3125 0 0,130 21-1573 0 0,50 11-2002 0 0,2 1-252 0 0,-1 0-1 0 0,1 0 0 0 0,-1 0 0 0 0,1 0 1 0 0,0 0-1 0 0,-1 0 0 0 0,1-1 1 0 0,-1 1-1 0 0,1 0 0 0 0,0 0 0 0 0,-1 0 1 0 0,1-1-1 0 0,0 1 0 0 0,-1 0 1 0 0,1 0-1 0 0,0-1 0 0 0,-1 1 0 0 0,1 0 1 0 0,0-1-1 0 0,0 1 0 0 0,-1-1 0 0 0,1 1 1 0 0,0-1-1 0 0,11-1 38 0 0,1-1-1 0 0,-1 2 1 0 0,1-1-1 0 0,-1 2 1 0 0,21 0-1 0 0,-16 1-40 0 0,709 49 297 0 0,-628-40-307 0 0,1071 77 53 0 0,2-39-63 0 0,-976-41-10 0 0,1078 42-18 0 0,-98-31 58 0 0,-906-23 2176 0 0,-265 5-1901 0 0,0 0-222 0 0,8 0-6 0 0,-8 0 319 0 0,0 0-341 0 0,16-3 494 0 0,-22 1-1775 0 0,-38 0-2953 0 0,21 2 3005 0 0,-33-3-4539 0 0,18-1 833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2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4 624 0 0,'0'0'1288'0'0,"12"-3"2413"0"0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2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3 492 0 0,'0'0'4436'0'0,"10"-3"-4016"0"0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1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8 1604 0 0,'0'0'10923'0'0,"-12"-7"-9955"0"0,4 7-947 0 0,0 0 0 0 0,0 1 0 0 0,0 0 0 0 0,0 0 0 0 0,0 1 0 0 0,1 0 0 0 0,-1 1 0 0 0,0 0 1 0 0,1 0-1 0 0,0 1 0 0 0,-1-1 0 0 0,1 1 0 0 0,-9 8 0 0 0,-13 10 24 0 0,-43 41-1 0 0,59-51-39 0 0,1 1 0 0 0,0 1 0 0 0,1 0 0 0 0,-14 22 0 0 0,22-31-2 0 0,0 1 0 0 0,0-1 0 0 0,0 0 0 0 0,1 1 1 0 0,0 0-1 0 0,0-1 0 0 0,0 1 0 0 0,1 0 0 0 0,0 0 0 0 0,0 0 0 0 0,0 0 1 0 0,1 0-1 0 0,0 0 0 0 0,0 0 0 0 0,1 0 0 0 0,1 12 0 0 0,0-15 4 0 0,0 0 0 0 0,-1 1 0 0 0,1-1-1 0 0,0 0 1 0 0,0 0 0 0 0,1 0 0 0 0,-1 0-1 0 0,1-1 1 0 0,-1 1 0 0 0,1-1 0 0 0,0 1 0 0 0,0-1-1 0 0,0 0 1 0 0,0 0 0 0 0,0 0 0 0 0,1 0-1 0 0,-1-1 1 0 0,1 1 0 0 0,-1-1 0 0 0,1 0-1 0 0,-1 0 1 0 0,6 0 0 0 0,9 2 19 0 0,0 0 1 0 0,0-2-1 0 0,21 0 0 0 0,-38-1-25 0 0,172-10 133 0 0,-157 8-128 0 0,-13 2-17 0 0,-2 0-151 0 0,0 0 79 0 0,-1 0 0 0 0,1 0 0 0 0,-1 0 0 0 0,1 0 0 0 0,-1 0 0 0 0,1 0 0 0 0,-1 1 0 0 0,1-1 0 0 0,-1 0 0 0 0,1 0 0 0 0,-1 0 0 0 0,1 1 0 0 0,-1-1 0 0 0,1 0 0 0 0,-1 1 0 0 0,1-1 0 0 0,-1 0 0 0 0,0 1 0 0 0,1 0 0 0 0,-6 5-892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23 1132 0 0,'29'-22'16340'0'0,"-28"28"-16203"0"0,0 1 0 0 0,-1 0 0 0 0,0 0 0 0 0,0 0 0 0 0,-1 0 1 0 0,0 0-1 0 0,0 0 0 0 0,-1-1 0 0 0,-4 13 0 0 0,1 0 67 0 0,-15 55 91 0 0,-56 130-1 0 0,51-145-4704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2412 0 0,'0'0'1842'0'0,"7"-22"7811"0"0,-2 6-3554 0 0,-4 15-5872 0 0,6 2-633 0 0,-5-1 419 0 0,23 5 48 0 0,-11-3-39 0 0,-1 0-5 0 0,0-2-1 0 0,0 1 1 0 0,18-3 0 0 0,-24 2-15 0 0,136-9 69 0 0,-141 8-61 0 0,1 1-4 0 0,9-1 4 0 0,1 1 68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38 872 0 0,'-22'-31'16364'0'0,"19"27"-16154"0"0,3 4-203 0 0,0 0 0 0 0,0 0-1 0 0,0 0 1 0 0,0 0-1 0 0,0 0 1 0 0,0 0 0 0 0,0 0-1 0 0,0 0 1 0 0,0 0 0 0 0,1 0-1 0 0,-1 0 1 0 0,0 0-1 0 0,0 0 1 0 0,0 0 0 0 0,0 0-1 0 0,0 0 1 0 0,0 0 0 0 0,0 0-1 0 0,0 0 1 0 0,0 0-1 0 0,0 0 1 0 0,0 0 0 0 0,0 0-1 0 0,0 0 1 0 0,0-1 0 0 0,0 1-1 0 0,0 0 1 0 0,0 0-1 0 0,0 0 1 0 0,0 0 0 0 0,0 0-1 0 0,0 0 1 0 0,0 0 0 0 0,0 0-1 0 0,0 0 1 0 0,0 0-1 0 0,0 0 1 0 0,0 0 0 0 0,0 0-1 0 0,0 0 1 0 0,0-1-1 0 0,0 1 1 0 0,0 0 0 0 0,0 0-1 0 0,0 0 1 0 0,0 0 0 0 0,0 0-1 0 0,0 0 1 0 0,0 0-1 0 0,0 0 1 0 0,0 0 0 0 0,0 0-1 0 0,0 0 1 0 0,0 0 0 0 0,0 0-1 0 0,0 0 1 0 0,0 0-1 0 0,0 0 1 0 0,0 0 0 0 0,0 0-1 0 0,-1 0 1 0 0,34 7 92 0 0,187 48 37 0 0,-219-55-136 0 0,1 0 0 0 0,-1 1 1 0 0,0-1-1 0 0,1 0 0 0 0,-1 1 1 0 0,0 0-1 0 0,0-1 0 0 0,1 1 1 0 0,-1 0-1 0 0,0 0 0 0 0,0-1 0 0 0,0 1 1 0 0,0 0-1 0 0,0 0 0 0 0,0 0 1 0 0,0 0-1 0 0,0 1 0 0 0,0-1 1 0 0,0 0-1 0 0,-1 0 0 0 0,1 0 1 0 0,0 1-1 0 0,0 1 0 0 0,-1-1 1 0 0,0 0 0 0 0,0 0 1 0 0,0 0-1 0 0,0 0 0 0 0,0 0 0 0 0,-1 0 0 0 0,1 0 0 0 0,-1 0 0 0 0,1 0 0 0 0,-1 0 0 0 0,0 0 0 0 0,1 0 0 0 0,-1 0 0 0 0,-2 2 1 0 0,-2 4-1 0 0,-1 0 1 0 0,-1 0 0 0 0,1 0 0 0 0,-15 12 0 0 0,-114 89 272 0 0,74-63 220 0 0,-57 57-1 0 0,113-98-476 0 0,4-4-3 0 0,-1 0 0 0 0,1 0 0 0 0,-1 1 0 0 0,1-1 0 0 0,0 1-1 0 0,-1-1 1 0 0,1 1 0 0 0,0 0 0 0 0,0-1 0 0 0,0 1 0 0 0,0 0 0 0 0,0 0-1 0 0,1 0 1 0 0,-1-1 0 0 0,0 1 0 0 0,1 0 0 0 0,0 0 0 0 0,-1 0 0 0 0,1 2-1 0 0,0-3-3 0 0,0 0 0 0 0,1 0 0 0 0,-1-1-1 0 0,0 1 1 0 0,1 0 0 0 0,-1-1 0 0 0,1 1-1 0 0,-1 0 1 0 0,1-1 0 0 0,-1 1-1 0 0,1 0 1 0 0,-1-1 0 0 0,1 1 0 0 0,0-1-1 0 0,-1 1 1 0 0,1-1 0 0 0,0 1 0 0 0,-1-1-1 0 0,1 1 1 0 0,0-1 0 0 0,0 0-1 0 0,-1 0 1 0 0,1 1 0 0 0,0-1 0 0 0,0 0-1 0 0,1 0 1 0 0,23 5 106 0 0,-22-5-104 0 0,32 2 73 0 0,0-1 0 0 0,69-9 0 0 0,-31 1-60 0 0,110-6 107 0 0,-180 12-138 0 0,0 1-1 0 0,9 0-4 0 0,-9 0-16 0 0,6 7-480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 1536 0 0,'14'-4'7631'0'0,"18"-1"5536"0"0,-23 4-11763 0 0,-9 6-1084 0 0,0 0-1 0 0,0 0 1 0 0,0 0-1 0 0,-1 1 1 0 0,1-1-1 0 0,-3 5 1 0 0,-54 152 1623 0 0,6-22-5104 0 0,51-139 2985 0 0,-12 46-5135 0 0,9-17-5334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3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23 2336 0 0,'24'-16'13388'0'0,"-22"15"-12626"0"0,0 0 0 0 0,-1 0 0 0 0,1 0 0 0 0,0 1 0 0 0,0-1-1 0 0,3 0 1 0 0,-4 3-521 0 0,0 0-1 0 0,-1 1 1 0 0,1-1-1 0 0,-1 1 1 0 0,0-1 0 0 0,0 1-1 0 0,0-1 1 0 0,0 0-1 0 0,0 1 1 0 0,0-1-1 0 0,-1 1 1 0 0,1-1-1 0 0,-2 4 1 0 0,-11 35 1020 0 0,-10 13-736 0 0,-50 85 1 0 0,27-55-3543 0 0,33-60 951 0 0,-3 9-1909 0 0,4-12-3222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304 157 1348 0 0,'37'-85'12639'0'0,"-36"84"-12085"0"0,5-30 4251 0 0,-8 30-4753 0 0,0-1 0 0 0,1 0-1 0 0,-1 0 1 0 0,0 1-1 0 0,0-1 1 0 0,0 1-1 0 0,0 0 1 0 0,0-1-1 0 0,-5 0 1 0 0,6 1-14 0 0,-6-2 35 0 0,0 0 0 0 0,1 1 0 0 0,-15-3 1 0 0,21 5-76 0 0,-2-1 44 0 0,-40-6 372 0 0,16 6-380 0 0,23 1-27 0 0,1 0-12 0 0,-7 2 5 0 0,7-1 4 0 0,-43 13-30 0 0,34-10 42 0 0,-15 18-46 0 0,25-21 13 0 0,-11 16 20 0 0,7-9-3 0 0,-1-2-2 0 0,0 1 0 0 0,1 1 1 0 0,0-1-1 0 0,0 1 0 0 0,1 0 1 0 0,-4 8-1 0 0,1 2 10 0 0,-2 1-9 0 0,1 0 1 0 0,1 1 0 0 0,0-1-1 0 0,2 1 1 0 0,0 0 0 0 0,2 1-1 0 0,0-1 1 0 0,1 1 0 0 0,1 23-1 0 0,1-37 8 0 0,1-1 0 0 0,0 1 0 0 0,0 0 0 0 0,1-1-1 0 0,-1 1 1 0 0,1-1 0 0 0,1 0 0 0 0,-1 0 0 0 0,1 0 0 0 0,0 0-1 0 0,1 0 1 0 0,-1 0 0 0 0,1-1 0 0 0,0 0 0 0 0,1 0 0 0 0,-1 0-1 0 0,1 0 1 0 0,0-1 0 0 0,0 1 0 0 0,1-1 0 0 0,-1-1 0 0 0,11 7 0 0 0,-4-5 7 0 0,0 0 1 0 0,0-1 0 0 0,0-1-1 0 0,0 1 1 0 0,1-2 0 0 0,-1 0-1 0 0,1 0 1 0 0,0-1 0 0 0,0-1-1 0 0,0 0 1 0 0,12-2 0 0 0,114-12 37 0 0,-137 14-124 0 0,9-1-251 0 0,-4 0-2195 0 0,-4 2 1914 0 0,2-1 203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75 2312 0 0,'-1'-11'8774'0'0,"1"8"-8550"0"0,1 1 0 0 0,0-1 0 0 0,-1 0 1 0 0,1 1-1 0 0,0-1 0 0 0,1 1 0 0 0,-1 0 0 0 0,0-1 1 0 0,1 1-1 0 0,-1 0 0 0 0,1 0 0 0 0,0-1 0 0 0,0 1 1 0 0,0 1-1 0 0,0-1 0 0 0,0 0 0 0 0,0 0 0 0 0,5-2 1 0 0,-2 1-194 0 0,1 0 0 0 0,0 1 0 0 0,0 0 0 0 0,0 0 0 0 0,0 0-1 0 0,0 0 1 0 0,9 0 0 0 0,-12 2-31 0 0,0 0 8 0 0,-1 0-8 0 0,0 0 2 0 0,-1 0 0 0 0,0 0 0 0 0,1 0-1 0 0,-1 0 1 0 0,0 0 0 0 0,1 0-1 0 0,-1 1 1 0 0,0-1 0 0 0,1 0-1 0 0,-1 1 1 0 0,0-1 0 0 0,0 1-1 0 0,1-1 1 0 0,-1 1 0 0 0,0 0 0 0 0,0 0-1 0 0,0-1 1 0 0,0 1 0 0 0,0 0-1 0 0,0 0 1 0 0,0 0 0 0 0,0 0-1 0 0,0 0 1 0 0,-1 0 0 0 0,2 2-1 0 0,0 5 3 0 0,-1-1 0 0 0,-1 1 0 0 0,1-1 0 0 0,-1 1 0 0 0,-1-1 0 0 0,1 1 0 0 0,-1-1 0 0 0,-1 1-1 0 0,1-1 1 0 0,-1 0 0 0 0,0 1 0 0 0,-1-1 0 0 0,0 0 0 0 0,0 0 0 0 0,-5 7 0 0 0,-7 12 13 0 0,-1-1 1 0 0,-29 35-1 0 0,-4-5 1117 0 0,-107 93 0 0 0,100-98-371 0 0,12-10-283 0 0,43-39-415 0 0,5 2 40 0 0,-3-2-99 0 0,-1-1 0 0 0,0 0 0 0 0,0 1 0 0 0,0-1 0 0 0,0 0 1 0 0,1 1-1 0 0,-1-1 0 0 0,0 0 0 0 0,0 0 0 0 0,1 1 1 0 0,-1-1-1 0 0,0 0 0 0 0,0 0 0 0 0,1 1 0 0 0,-1-1 0 0 0,0 0 1 0 0,1 0-1 0 0,-1 0 0 0 0,0 0 0 0 0,1 1 0 0 0,-1-1 0 0 0,0 0 1 0 0,1 0-1 0 0,-1 0 0 0 0,0 0 0 0 0,1 0 0 0 0,-1 0 0 0 0,1 0 1 0 0,0 0-1 0 0,47 1 188 0 0,0-3 0 0 0,65-9 1 0 0,-69 5-151 0 0,296-28 80 0 0,-297 28-2278 0 0,-32 2-2121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6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15 872 0 0,'-45'4'16567'0'0,"47"-4"-16429"0"0,37 2 68 0 0,-1-2-1 0 0,40-5 1 0 0,-19 1-144 0 0,72-3 262 0 0,-128 7-268 0 0,0 0-28 0 0,20-4-2352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39 1744 0 0,'-24'-29'15610'0'0,"23"24"-14867"0"0,2 1 324 0 0,13 5-963 0 0,212 19 209 0 0,-4-1-264 0 0,-220-19-45 0 0,2 5 5 0 0,-3-5-9 0 0,-1 0 0 0 0,0 0 0 0 0,1 1 0 0 0,-1-1 0 0 0,0 0 0 0 0,0 0 0 0 0,1 0 0 0 0,-1 1 0 0 0,0-1 1 0 0,0 0-1 0 0,1 0 0 0 0,-1 1 0 0 0,0-1 0 0 0,0 0 0 0 0,0 0 0 0 0,0 1 0 0 0,1-1 0 0 0,-1 0 1 0 0,0 1-1 0 0,0-1 0 0 0,0 0 0 0 0,0 1 0 0 0,0-1 0 0 0,0 0 0 0 0,0 1 0 0 0,0-1 0 0 0,0 0 0 0 0,0 1 1 0 0,0-1-1 0 0,0 0 0 0 0,0 1 0 0 0,0-1 0 0 0,0 0 0 0 0,0 1 0 0 0,0-1 0 0 0,0 0 0 0 0,0 0 0 0 0,0 1 1 0 0,-1-1-1 0 0,1 0 0 0 0,0 1 0 0 0,0-1 0 0 0,0 0 0 0 0,-1 0 0 0 0,1 1 0 0 0,0-1 0 0 0,0 0 1 0 0,-1 0-1 0 0,1 0 0 0 0,-1 1 0 0 0,-9 11 3 0 0,-2-1 1 0 0,1 0-1 0 0,-1-1 1 0 0,-1 0 0 0 0,-23 13-1 0 0,1 1 37 0 0,-16 12 77 0 0,-16 11 268 0 0,-113 104 0 0 0,154-119-324 0 0,25-31-41 0 0,0 1-1 0 0,0 0 1 0 0,0 0-1 0 0,0 0 1 0 0,1 0-1 0 0,-1 0 1 0 0,0 0 0 0 0,1 0-1 0 0,-1 0 1 0 0,1 0-1 0 0,0 0 1 0 0,0 0-1 0 0,0 0 1 0 0,0 0-1 0 0,0 3 1 0 0,0-3-6 0 0,1-1-1 0 0,0 0 1 0 0,-1 0-1 0 0,1 0 1 0 0,0 0 0 0 0,-1 0-1 0 0,1 0 1 0 0,0 0-1 0 0,0 0 1 0 0,0-1 0 0 0,0 1-1 0 0,0 0 1 0 0,0 0-1 0 0,0-1 1 0 0,0 1 0 0 0,0-1-1 0 0,0 1 1 0 0,0-1-1 0 0,2 1 1 0 0,22 5 85 0 0,8-3 144 0 0,0-2-1 0 0,1-1 0 0 0,47-7 1 0 0,29-9-2165 0 0,-40 3-5141 0 0,-40 7 1769 0 0,-16 3-334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7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20 36 0 0,'-15'-20'18710'0'0,"24"21"-18535"0"0,-1 1 0 0 0,1-1 0 0 0,-1 2-1 0 0,0-1 1 0 0,9 5 0 0 0,-13-6-160 0 0,-1 1 1 0 0,0 0 0 0 0,0-1-1 0 0,0 1 1 0 0,0 1 0 0 0,-1-1 0 0 0,1 0-1 0 0,0 1 1 0 0,-1-1 0 0 0,0 1-1 0 0,0 0 1 0 0,1 0 0 0 0,-2 0-1 0 0,1 0 1 0 0,2 5 0 0 0,-3-6-7 0 0,-1 1 0 0 0,1 0 0 0 0,-1 0 1 0 0,0-1-1 0 0,0 1 0 0 0,0 0 0 0 0,0 0 0 0 0,0 0 1 0 0,-1 0-1 0 0,1-1 0 0 0,-1 1 0 0 0,0 0 1 0 0,1 0-1 0 0,-1-1 0 0 0,-1 1 0 0 0,-1 4 0 0 0,-2 1 10 0 0,0 0 0 0 0,0 0-1 0 0,-10 11 1 0 0,-77 75 381 0 0,55-57-53 0 0,29-31-249 0 0,7-5-78 0 0,-1-1-1 0 0,1 1 1 0 0,0 0-1 0 0,0-1 1 0 0,0 1-1 0 0,0 0 1 0 0,0 0-1 0 0,0 0 1 0 0,0 0 0 0 0,0 0-1 0 0,0 0 1 0 0,1 0-1 0 0,-1 0 1 0 0,0 0-1 0 0,1 1 1 0 0,-1-1-1 0 0,1 0 1 0 0,-2 3-1 0 0,6-4-9 0 0,0 1-1 0 0,0-1 1 0 0,0 0-1 0 0,0 0 1 0 0,-1 0 0 0 0,1 0-1 0 0,0-1 1 0 0,7-1-1 0 0,-11 2-9 0 0,281-33-233 0 0,-188 27-2189 0 0,1 0-3353 0 0,-90 6 5091 0 0,1-1 30 0 0,23-3-8753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8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2 3664 0 0,'3'0'2608'0'0,"46"-1"7194"0"0,-46 1-8828 0 0,2 0 99 0 0,-5 0-1018 0 0,1 0 0 0 0,-1 0 1 0 0,0 0-1 0 0,1 0 0 0 0,-1 0 1 0 0,1 0-1 0 0,-1 0 0 0 0,0 0 0 0 0,1 0 1 0 0,-1 0-1 0 0,1 0 0 0 0,-1 0 1 0 0,1 0-1 0 0,-1 0 0 0 0,0 1 1 0 0,1-1-1 0 0,-1 0 0 0 0,0 0 0 0 0,1 0 1 0 0,-1 1-1 0 0,1-1 0 0 0,-1 0 1 0 0,0 0-1 0 0,0 1 0 0 0,1-1 0 0 0,-1 5 127 0 0,-1-1-1 0 0,0 0 0 0 0,0 0 0 0 0,0 1 1 0 0,0-1-1 0 0,-1 0 0 0 0,0 0 0 0 0,0-1 1 0 0,0 1-1 0 0,0 0 0 0 0,-5 5 0 0 0,-37 42 532 0 0,27-32-491 0 0,-158 173 5 0 0,99-110-4894 0 0,49-54 1410 0 0,14-15-1695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81 764 0 0,'0'-2'1850'0'0,"0"-6"-637"0"0,-1 1 1 0 0,1 0-1 0 0,-2 0 0 0 0,-1-10 1 0 0,2 16-1132 0 0,1-1 1 0 0,0 0 0 0 0,-1 1-1 0 0,1-1 1 0 0,-1 1-1 0 0,0-1 1 0 0,1 1-1 0 0,-1-1 1 0 0,0 1-1 0 0,0-1 1 0 0,0 1-1 0 0,0 0 1 0 0,0 0-1 0 0,0-1 1 0 0,0 1-1 0 0,-1 0 1 0 0,1 0-1 0 0,0 0 1 0 0,-1 0-1 0 0,1 0 1 0 0,-1 1 0 0 0,1-1-1 0 0,-1 0 1 0 0,1 0-1 0 0,-1 1 1 0 0,1-1-1 0 0,-4 1 1 0 0,-1 0-35 0 0,-1 1 0 0 0,1 0 0 0 0,0 1 0 0 0,0 0 1 0 0,-1 0-1 0 0,1 0 0 0 0,0 0 0 0 0,1 1 0 0 0,-1 0 0 0 0,0 0 1 0 0,1 1-1 0 0,-9 7 0 0 0,-9 8 86 0 0,-29 33 0 0 0,37-37-69 0 0,-16 19 128 0 0,1 2 1 0 0,1 0-1 0 0,2 2 0 0 0,2 2 1 0 0,2 0-1 0 0,-25 58 1 0 0,44-91-164 0 0,1 1 1 0 0,1 0 0 0 0,-1-1-1 0 0,1 1 1 0 0,1 0 0 0 0,0 0-1 0 0,0 0 1 0 0,0 0-1 0 0,1 0 1 0 0,1 15 0 0 0,0-19-21 0 0,0 0 0 0 0,0 0-1 0 0,0 0 1 0 0,1 0 0 0 0,0 0 0 0 0,-1 0 0 0 0,1-1 0 0 0,1 1 0 0 0,-1 0 0 0 0,0-1 0 0 0,1 0-1 0 0,0 0 1 0 0,0 1 0 0 0,0-2 0 0 0,0 1 0 0 0,0 0 0 0 0,0-1 0 0 0,1 1 0 0 0,0-1 0 0 0,-1 0-1 0 0,1 0 1 0 0,5 2 0 0 0,9 2-166 0 0,-1-1 0 0 0,1 0 0 0 0,0-1 0 0 0,1-1 0 0 0,-1-1 0 0 0,27 0 1 0 0,-6-2-1412 0 0,-1-3 1 0 0,41-6-1 0 0,-39 1-991 0 0,-5-1-558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9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56 668 0 0,'-12'-3'2222'0'0,"-2"0"413"0"0,1-1 0 0 0,0 0 0 0 0,-22-10 1 0 0,33 13-2156 0 0,-1-1 72 0 0,-2-3 132 0 0,7 4-648 0 0,-1-1 1 0 0,0 1-1 0 0,1 0 1 0 0,-1-1-1 0 0,1 1 1 0 0,-1 0-1 0 0,1 0 1 0 0,0 0-1 0 0,-1 0 1 0 0,1 0-1 0 0,0 1 1 0 0,0-1-1 0 0,0 0 1 0 0,-1 1-1 0 0,1-1 1 0 0,0 1-1 0 0,3 0 1 0 0,40-3 164 0 0,-44 3-196 0 0,6 0 2 0 0,0 0 0 0 0,-1 0 0 0 0,1 1 0 0 0,0 0 0 0 0,-1 0 0 0 0,1 0 0 0 0,-1 1 0 0 0,1 0 0 0 0,-1 0 0 0 0,0 1 0 0 0,0 0 0 0 0,0 0 0 0 0,10 7-1 0 0,-14-8-4 0 0,-1-1-1 0 0,0 0 0 0 0,1 1 0 0 0,-1-1 0 0 0,0 1 0 0 0,0 0 1 0 0,0-1-1 0 0,0 1 0 0 0,0 0 0 0 0,-1-1 0 0 0,1 1 0 0 0,0 0 0 0 0,-1 0 1 0 0,1 0-1 0 0,-1 0 0 0 0,0 0 0 0 0,0-1 0 0 0,0 1 0 0 0,0 0 1 0 0,0 0-1 0 0,0 0 0 0 0,0 0 0 0 0,0 0 0 0 0,-1 0 0 0 0,1 0 0 0 0,-1-1 1 0 0,0 1-1 0 0,1 0 0 0 0,-1 0 0 0 0,-1 2 0 0 0,-1 2 4 0 0,-1 1-1 0 0,0-1 1 0 0,0 1-1 0 0,0-1 1 0 0,-1 0-1 0 0,-5 6 1 0 0,-7 5 8 0 0,-2 2 19 0 0,-36 29 0 0 0,54-47-34 0 0,-1 0 0 0 0,1 1-1 0 0,-1-1 1 0 0,1 0 0 0 0,-1 0-1 0 0,1 1 1 0 0,0-1 0 0 0,0 1-1 0 0,-1-1 1 0 0,1 1 0 0 0,0 0-1 0 0,1-1 1 0 0,-3 4 0 0 0,3-4 1 0 0,0 0 1 0 0,0 0 0 0 0,0 0 0 0 0,0 0-1 0 0,0 0 1 0 0,0 0 0 0 0,0 0 0 0 0,0 0-1 0 0,0 0 1 0 0,1-1 0 0 0,-1 1 0 0 0,0 0-1 0 0,1 0 1 0 0,-1 0 0 0 0,0 0 0 0 0,1 0-1 0 0,-1 0 1 0 0,1-1 0 0 0,0 2 0 0 0,4 3 3 0 0,0-1 0 0 0,0 1 0 0 0,0-2 0 0 0,1 1 0 0 0,-1 0 1 0 0,10 3-1 0 0,8 7-1 0 0,-18-10-72 0 0,3 1 164 0 0,0 1-1 0 0,0 0 1 0 0,-1 1-1 0 0,1-1 0 0 0,10 14 1 0 0,-17-17 1 0 0,0-1 1 0 0,1 0-1 0 0,-1 1 0 0 0,0-1 1 0 0,0 1-1 0 0,0-1 1 0 0,0 1-1 0 0,-1-1 0 0 0,1 1 1 0 0,-1 0-1 0 0,0-1 0 0 0,1 1 1 0 0,-1 0-1 0 0,0-1 1 0 0,0 1-1 0 0,-1 0 0 0 0,1-1 1 0 0,-1 1-1 0 0,1 0 0 0 0,-1-1 1 0 0,0 1-1 0 0,0-1 1 0 0,0 1-1 0 0,0-1 0 0 0,0 0 1 0 0,-2 3-1 0 0,-2 2 58 0 0,-1 0-1 0 0,1 0 0 0 0,-1-1 1 0 0,0 1-1 0 0,-1-2 1 0 0,1 1-1 0 0,-1-1 1 0 0,-1 1-1 0 0,1-2 1 0 0,0 1-1 0 0,-1-1 0 0 0,0-1 1 0 0,0 1-1 0 0,0-1 1 0 0,-1-1-1 0 0,1 1 1 0 0,-1-1-1 0 0,-16 1 1 0 0,14-2-135 0 0,-1 0 0 0 0,1 0 0 0 0,-1-1 0 0 0,1-1 0 0 0,0 0 1 0 0,0-1-1 0 0,-1 0 0 0 0,1 0 0 0 0,0-2 0 0 0,0 1 0 0 0,1-1 1 0 0,-1-1-1 0 0,1 1 0 0 0,-11-9 0 0 0,19 13-167 0 0,1-1 1 0 0,0 0-1 0 0,0 0 0 0 0,-1 0 1 0 0,1 0-1 0 0,0 0 1 0 0,0 0-1 0 0,0 0 0 0 0,0 0 1 0 0,0 0-1 0 0,0-1 0 0 0,1 1 1 0 0,-1 0-1 0 0,0-1 0 0 0,1 1 1 0 0,-1 0-1 0 0,1-1 1 0 0,-1 1-1 0 0,1-1 0 0 0,0 1 1 0 0,-1-1-1 0 0,1 1 0 0 0,0-1 1 0 0,0 1-1 0 0,0-1 0 0 0,0 1 1 0 0,0-1-1 0 0,1 1 0 0 0,-1-1 1 0 0,0 1-1 0 0,1-1 1 0 0,-1 1-1 0 0,1 0 0 0 0,-1-1 1 0 0,1 1-1 0 0,0 0 0 0 0,1-3 1 0 0,2-2-1138 0 0,1 1 0 0 0,-1-1 0 0 0,1 1 0 0 0,0 0-1 0 0,1 0 1 0 0,7-5 0 0 0,4-3-4133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49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6 111 1908 0 0,'-3'-10'8094'0'0,"0"-12"-672"0"0,3 22-7354 0 0,0-1-1 0 0,1 0 0 0 0,-1 0 1 0 0,0 0-1 0 0,0 1 1 0 0,1-1-1 0 0,-1 0 1 0 0,1 0-1 0 0,-1 1 0 0 0,0-1 1 0 0,1 0-1 0 0,0 1 1 0 0,-1-1-1 0 0,1 1 0 0 0,-1-1 1 0 0,1 1-1 0 0,0-1 1 0 0,-1 1-1 0 0,1-1 1 0 0,0 1-1 0 0,-1-1 0 0 0,1 1 1 0 0,0 0-1 0 0,0-1 1 0 0,0 1-1 0 0,0 0 0 0 0,123-27 724 0 0,17-3-694 0 0,-139 29-253 0 0,7 0-499 0 0,8-4-5758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0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16 2132 0 0,'-3'-1'3214'0'0,"-2"0"-2212"0"0,-34-11 11342 0 0,53 11-11850 0 0,151 14-160 0 0,-101-6-282 0 0,163 16 7 0 0,-224-22-58 0 0,25 4 49 0 0,-27-5-49 0 0,-1 0 1 0 0,1 0-1 0 0,0 0 0 0 0,-1 1 1 0 0,1-1-1 0 0,0 0 1 0 0,-1 1-1 0 0,1-1 1 0 0,0 1-1 0 0,-1-1 0 0 0,1 0 1 0 0,-1 1-1 0 0,1-1 1 0 0,-1 1-1 0 0,1 0 1 0 0,-1-1-1 0 0,1 1 0 0 0,-1-1 1 0 0,0 1-1 0 0,1 0 1 0 0,-1-1-1 0 0,0 1 1 0 0,1 0-1 0 0,-1-1 0 0 0,0 1 1 0 0,0 0-1 0 0,0 0 1 0 0,0 0-1 0 0,-1 2-1 0 0,0-1 0 0 0,-1 1 1 0 0,0-1-1 0 0,1 1 0 0 0,-1-1 0 0 0,0 0 0 0 0,0 0 0 0 0,-1 0 0 0 0,1 0 1 0 0,0-1-1 0 0,0 1 0 0 0,-5 2 0 0 0,2-1 2 0 0,-160 111 108 0 0,84-60 285 0 0,-90 77 1 0 0,164-125-373 0 0,-10 10 49 0 0,16-15-49 0 0,0-1 1 0 0,1 1-1 0 0,-1 0 0 0 0,1-1 1 0 0,0 1-1 0 0,-1 0 0 0 0,1 0 0 0 0,0-1 1 0 0,-1 1-1 0 0,1 0 0 0 0,0 0 1 0 0,0 0-1 0 0,0-1 0 0 0,-1 1 0 0 0,1 0 1 0 0,0 0-1 0 0,0 0 0 0 0,0 0 0 0 0,1-1 1 0 0,-1 1-1 0 0,0 0 0 0 0,0 1 1 0 0,3 0 31 0 0,-1 0 1 0 0,0 0 0 0 0,0-1 0 0 0,0 1-1 0 0,1-1 1 0 0,-1 0 0 0 0,1 0 0 0 0,-1 0 0 0 0,1 0-1 0 0,0 0 1 0 0,-1 0 0 0 0,1-1 0 0 0,4 1-1 0 0,19 3 112 0 0,1-2 0 0 0,-1-1-1 0 0,31-2 1 0 0,80-12 103 0 0,-86 7-141 0 0,120-16 2123 0 0,-168 21-2181 0 0,27-2 150 0 0,-27 3-234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78 1556 0 0,'0'0'3173'0'0,"2"-13"690"0"0,-1 10-3704 0 0,0 1 0 0 0,0-1 0 0 0,0 0 1 0 0,0 1-1 0 0,0-1 0 0 0,1 1 0 0 0,-1 0 0 0 0,1-1 0 0 0,0 1 0 0 0,0 0 0 0 0,0 0 0 0 0,0 0 0 0 0,0 0 0 0 0,0 0 1 0 0,0 0-1 0 0,0 1 0 0 0,1-1 0 0 0,-1 1 0 0 0,1-1 0 0 0,-1 1 0 0 0,1 0 0 0 0,0 0 0 0 0,3-1 0 0 0,8-2 63 0 0,0 0-1 0 0,29-3 1 0 0,-40 6-136 0 0,3 1-70 0 0,-1-1 0 0 0,1 1 1 0 0,-1 1-1 0 0,1-1 0 0 0,-1 1 0 0 0,1 0 0 0 0,-1 0 0 0 0,1 1 0 0 0,-1-1 1 0 0,0 1-1 0 0,0 0 0 0 0,1 1 0 0 0,-2-1 0 0 0,1 1 0 0 0,0 0 0 0 0,0 0 0 0 0,-1 1 1 0 0,0-1-1 0 0,7 9 0 0 0,-9-10-7 0 0,-1-1 0 0 0,0 1 0 0 0,0 0-1 0 0,-1 0 1 0 0,1 1 0 0 0,0-1 0 0 0,-1 0 0 0 0,1 0 0 0 0,-1 0 0 0 0,0 0 0 0 0,1 0 0 0 0,-1 1-1 0 0,0-1 1 0 0,0 0 0 0 0,-1 0 0 0 0,1 0 0 0 0,0 0 0 0 0,-1 1 0 0 0,0 1 0 0 0,-16 37 101 0 0,12-31-85 0 0,-1-1 0 0 0,0 0-1 0 0,0 0 1 0 0,-1-1 0 0 0,-1 0 0 0 0,-9 9 0 0 0,-54 40 184 0 0,56-46-118 0 0,-17 14 1586 0 0,30-24-1106 0 0,20-1-450 0 0,-15 0-90 0 0,9 0-1 0 0,0 2 0 0 0,0 0 0 0 0,0 0 0 0 0,0 1 0 0 0,0 1 0 0 0,-1 0 0 0 0,0 0 0 0 0,20 11 0 0 0,-18-8 56 0 0,-1 1 0 0 0,1 0 0 0 0,-2 1 0 0 0,1 0 0 0 0,-1 1 0 0 0,-1 0 0 0 0,13 14 0 0 0,-21-20-24 0 0,1-1-1 0 0,-1 1 0 0 0,1 0 0 0 0,-1 0 1 0 0,0 0-1 0 0,-1 0 0 0 0,1 1 0 0 0,-1-1 1 0 0,0 0-1 0 0,0 1 0 0 0,0-1 0 0 0,0 0 1 0 0,-1 1-1 0 0,0-1 0 0 0,0 1 1 0 0,0-1-1 0 0,0 1 0 0 0,-1-1 0 0 0,0 1 1 0 0,0-1-1 0 0,0 0 0 0 0,0 1 0 0 0,-4 7 1 0 0,1-4 23 0 0,-1 1 1 0 0,0-1-1 0 0,-1 0 1 0 0,0 0-1 0 0,0-1 1 0 0,0 0 0 0 0,-1 0-1 0 0,0-1 1 0 0,0 1-1 0 0,-11 6 1 0 0,11-8-36 0 0,-1-1 1 0 0,0 0-1 0 0,1 0 0 0 0,-1-1 1 0 0,-1 0-1 0 0,1 0 0 0 0,0-1 1 0 0,-1 0-1 0 0,1 0 0 0 0,-1-1 1 0 0,0 0-1 0 0,1 0 0 0 0,-12-2 1 0 0,13 1-100 0 0,0-1 0 0 0,0 0 0 0 0,1-1 0 0 0,-1 1 0 0 0,0-1 0 0 0,1-1 0 0 0,0 1 0 0 0,-1-1 0 0 0,1 0 0 0 0,0-1 0 0 0,0 1 0 0 0,1-1 0 0 0,-1 0 0 0 0,1 0 0 0 0,0-1 0 0 0,0 0-1 0 0,-6-7 1 0 0,10 10-175 0 0,0 1 0 0 0,0 0 0 0 0,0-1 0 0 0,0 1 0 0 0,0-1 0 0 0,0 1 0 0 0,1-1-1 0 0,-1 0 1 0 0,0 1 0 0 0,1-1 0 0 0,-1 0 0 0 0,1 1 0 0 0,0-1 0 0 0,0 0 0 0 0,0 1-1 0 0,-1-1 1 0 0,2 0 0 0 0,-1 0 0 0 0,0-2 0 0 0,1 1-481 0 0,0 0 0 0 0,1 1 0 0 0,-1-1 0 0 0,0 0 0 0 0,1 1 1 0 0,0-1-1 0 0,-1 1 0 0 0,1-1 0 0 0,0 1 0 0 0,4-3 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73 2752 0 0,'62'-58'15704'0'0,"-53"45"-13909"0"0,-4 12-1135 0 0,-9 10-580 0 0,-8 10-6 0 0,0-2 0 0 0,-2 0 0 0 0,0 0 1 0 0,-27 24-1 0 0,-17 21-626 0 0,8 3-1813 0 0,-8 9-6840 0 0,40-53 2369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77 656 0 0,'12'-11'4312'0'0,"31"-29"1642"0"0,-41 39-5608 0 0,11-14 2686 0 0,-13 14-3017 0 0,0 1 1 0 0,-1-1-1 0 0,1 1 1 0 0,0-1-1 0 0,-1 1 1 0 0,1-1-1 0 0,0 1 1 0 0,-1-1-1 0 0,1 1 1 0 0,0-1-1 0 0,-1 1 1 0 0,1 0-1 0 0,-1-1 0 0 0,1 1 1 0 0,-1 0-1 0 0,1-1 1 0 0,-1 1-1 0 0,1 0 1 0 0,-1 0-1 0 0,1 0 1 0 0,-1-1-1 0 0,1 1 1 0 0,-1 0-1 0 0,1 0 1 0 0,-1 0-1 0 0,1 0 0 0 0,-1 0 1 0 0,0 0-1 0 0,0 0 1 0 0,-27 2 164 0 0,-28 14-48 0 0,21-3-100 0 0,0 2 0 0 0,1 1 0 0 0,1 2 1 0 0,0 1-1 0 0,2 2 0 0 0,0 1 0 0 0,2 1 0 0 0,0 1 0 0 0,1 2 0 0 0,2 1 0 0 0,-28 37 0 0 0,44-51 10 0 0,1 0-1 0 0,0 1 1 0 0,1 0-1 0 0,1 1 1 0 0,0 0-1 0 0,-8 27 1 0 0,13-36 16 0 0,1 0 0 0 0,0-1 0 0 0,0 1 0 0 0,0 0 0 0 0,1 0 0 0 0,0 0 0 0 0,0-1 1 0 0,0 1-1 0 0,1 0 0 0 0,-1 0 0 0 0,2-1 0 0 0,-1 1 0 0 0,1 0 0 0 0,-1-1 0 0 0,2 1 0 0 0,-1-1 1 0 0,0 0-1 0 0,1 0 0 0 0,0 0 0 0 0,0 0 0 0 0,1 0 0 0 0,4 5 0 0 0,2-1 48 0 0,0-1-1 0 0,0 1 0 0 0,1-2 1 0 0,0 1-1 0 0,1-2 1 0 0,0 1-1 0 0,0-2 0 0 0,0 1 1 0 0,22 5-1 0 0,-5-3 18 0 0,0-2 0 0 0,0-1 0 0 0,40 2 0 0 0,-1 0 682 0 0,-66-7-689 0 0,18 0 130 0 0,-19 0-317 0 0,7-5-1251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4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65 880 0 0,'2'-2'2141'0'0,"16"-32"5788"0"0,-10 17-4388 0 0,-1 5-825 0 0,-8 23-1655 0 0,-11 33-919 0 0,9-32 210 0 0,-1 3-276 0 0,0 0 1 0 0,1 0 0 0 0,1 1-1 0 0,0-1 1 0 0,1 22 0 0 0,1-33-65 0 0,0 1 1 0 0,1-1 0 0 0,0 0-1 0 0,-1 1 1 0 0,2-1 0 0 0,-1 0-1 0 0,0 0 1 0 0,1 0 0 0 0,0 0-1 0 0,0 0 1 0 0,0 0 0 0 0,1 0-1 0 0,-1 0 1 0 0,1-1 0 0 0,0 0-1 0 0,0 1 1 0 0,0-1 0 0 0,0 0-1 0 0,1 0 1 0 0,-1-1 0 0 0,1 1-1 0 0,-1-1 1 0 0,7 3 0 0 0,-3-2-8 0 0,-1 0 1 0 0,1 0 0 0 0,0-1-1 0 0,0-1 1 0 0,0 1-1 0 0,0-1 1 0 0,0 0 0 0 0,1 0-1 0 0,-1-1 1 0 0,0 0 0 0 0,0-1-1 0 0,0 1 1 0 0,1-1-1 0 0,-1-1 1 0 0,0 1 0 0 0,0-1-1 0 0,0 0 1 0 0,-1-1 0 0 0,1 0-1 0 0,-1 0 1 0 0,1 0-1 0 0,-1-1 1 0 0,9-6 0 0 0,0-2 256 0 0,1 0 0 0 0,-2-2 0 0 0,0 0 1 0 0,0 0-1 0 0,-1-1 0 0 0,-1-1 0 0 0,13-21 1 0 0,0-3 1310 0 0,-25 38-1300 0 0,-1 8-262 0 0,0 0 0 0 0,0-1 0 0 0,-1 1 0 0 0,0-1 0 0 0,0 0 0 0 0,-5 9 0 0 0,-2 8 59 0 0,-106 310 192 0 0,106-309-281 0 0,4-7-762 0 0,0-1-1 0 0,-4 18 1 0 0,11-27-1925 0 0,0 0 1875 0 0,20-8-8257 0 0,-7-3 2466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2 150 808 0 0,'0'-3'2803'0'0,"-2"-58"11653"0"0,9 48-13193 0 0,3 7-1089 0 0,0 0-1 0 0,0 1 1 0 0,0 1-1 0 0,1 0 0 0 0,0 0 1 0 0,13-2-1 0 0,73-13 1 0 0,-86 18-141 0 0,47-6-1296 0 0,-26 4-2773 0 0,2-2-4450 0 0,-15 2 3924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234 174 1288 0 0,'-7'-24'9133'0'0,"-10"-16"-2850"0"0,14 34-6056 0 0,1 1 0 0 0,-2 0 1 0 0,1 0-1 0 0,0 1 0 0 0,-1-1 0 0 0,0 1 1 0 0,0 0-1 0 0,-1 0 0 0 0,-4-4 0 0 0,-14-12 215 0 0,19 16-374 0 0,-1-1-1 0 0,0 1 1 0 0,0 0 0 0 0,-10-6-1 0 0,15 10-66 0 0,0 0 0 0 0,1 1-1 0 0,-1-1 1 0 0,0 0 0 0 0,1 0-1 0 0,-1 0 1 0 0,0 0-1 0 0,1-1 1 0 0,-1 1 0 0 0,0 0-1 0 0,0 0 1 0 0,1 0 0 0 0,-1 0-1 0 0,0 0 1 0 0,1 0-1 0 0,-1 0 1 0 0,0 0 0 0 0,0-1-1 0 0,1 1 1 0 0,-1 0 0 0 0,0 0-1 0 0,0 0 1 0 0,1-1-1 0 0,-1 1 1 0 0,0 0 0 0 0,0 0-1 0 0,0 0 1 0 0,0-1 0 0 0,1 1-1 0 0,-1 0 1 0 0,0 0-1 0 0,0-1 1 0 0,0 1 0 0 0,0 0-1 0 0,0-1 1 0 0,0 1 0 0 0,0 0-1 0 0,0-1 1 0 0,0 1-1 0 0,0 0 1 0 0,0 0 0 0 0,0-1-1 0 0,0 1 1 0 0,0 0 0 0 0,0-1-1 0 0,0 1 1 0 0,0 0-1 0 0,0 0 1 0 0,0-1 0 0 0,0 1-1 0 0,0 0 1 0 0,0-1 0 0 0,-1 1-1 0 0,1 0 1 0 0,0 0-1 0 0,0-1 1 0 0,0 1 0 0 0,0 0-1 0 0,-1 0 1 0 0,1 0 0 0 0,0-1-1 0 0,0 1 1 0 0,-1 0-1 0 0,105 9 15 0 0,154-6 0 0 0,-179-7 96 0 0,-79 4-111 0 0,1 0 0 0 0,-1 0 0 0 0,0 0 0 0 0,1 0 1 0 0,-1 0-1 0 0,0 0 0 0 0,1 0 0 0 0,-1 0 0 0 0,0 0 0 0 0,1 0 0 0 0,-1 0 0 0 0,0 0 0 0 0,1 0 0 0 0,-1 1 0 0 0,0-1 0 0 0,1 0 1 0 0,-1 0-1 0 0,0 0 0 0 0,0 0 0 0 0,1 1 0 0 0,-1-1 0 0 0,0 0 0 0 0,0 0 0 0 0,1 1 0 0 0,-1-1 0 0 0,0 0 0 0 0,0 0 0 0 0,0 1 0 0 0,1-1 1 0 0,-1 0-1 0 0,0 1 0 0 0,0-1 0 0 0,0 0 0 0 0,0 0 0 0 0,0 1 0 0 0,0-1 0 0 0,0 0 0 0 0,0 1 0 0 0,0-1 0 0 0,0 0 0 0 0,0 1 1 0 0,0-1-1 0 0,0 0 0 0 0,0 1 0 0 0,0-1 0 0 0,0 0 0 0 0,0 1 0 0 0,0-1 0 0 0,0 0 0 0 0,0 1 0 0 0,0-1 0 0 0,-1 0 0 0 0,1 1 0 0 0,0-1 1 0 0,0 0-1 0 0,0 0 0 0 0,-1 1 0 0 0,1-1 0 0 0,0 0 0 0 0,0 0 0 0 0,-1 1 0 0 0,1-1 0 0 0,-1 0 0 0 0,-9 13 2 0 0,-163 163 518 0 0,88-94-308 0 0,18-19 16 0 0,-27 29 47 0 0,45-42-168 0 0,23-25-61 0 0,-28 38 0 0 0,53-63-38 0 0,1 1 0 0 0,-1-1 0 0 0,1 1 0 0 0,0-1 0 0 0,-1 1 0 0 0,1 0 0 0 0,0-1 1 0 0,-1 1-1 0 0,1-1 0 0 0,0 1 0 0 0,0 0 0 0 0,-1-1 0 0 0,1 1 0 0 0,0 0 0 0 0,0-1 0 0 0,0 1 0 0 0,0 0 0 0 0,0-1 0 0 0,0 1 0 0 0,0 0 0 0 0,0-1 1 0 0,0 1-1 0 0,0 0 0 0 0,1-1 0 0 0,-1 1 0 0 0,0 0 0 0 0,1 0 0 0 0,0 0 2 0 0,-1 0 0 0 0,1 0 1 0 0,0 0-1 0 0,0 0 0 0 0,0 0 0 0 0,1-1 0 0 0,-1 1 1 0 0,0 0-1 0 0,0-1 0 0 0,0 1 0 0 0,0 0 0 0 0,3 0 1 0 0,4 1 18 0 0,1 0 1 0 0,-1 0-1 0 0,12 0 1 0 0,-17-2-19 0 0,53 2 142 0 0,1-3 1 0 0,-1-2-1 0 0,61-11 0 0 0,-40 5 17 0 0,-55 6-334 0 0,0 1 228 0 0,-1 1-6057 0 0,-17 10 2349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8:5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64 2484 0 0,'12'-45'14124'0'0,"-8"31"-10149"0"0,-3 10-2235 0 0,-2 13-1553 0 0,-13 44 1473 0 0,11-39-1483 0 0,2 0 0 0 0,0 0 1 0 0,0 0-1 0 0,2 0 0 0 0,-1 0 1 0 0,4 17-1 0 0,-3-26-155 0 0,0 0-1 0 0,1 0 1 0 0,-1 0-1 0 0,1 0 0 0 0,0-1 1 0 0,0 1-1 0 0,1-1 1 0 0,0 1-1 0 0,-1-1 1 0 0,1 0-1 0 0,1 0 1 0 0,-1 0-1 0 0,0 0 1 0 0,1 0-1 0 0,0-1 0 0 0,0 0 1 0 0,0 0-1 0 0,0 0 1 0 0,1 0-1 0 0,4 2 1 0 0,0-1-10 0 0,-1-1 0 0 0,1 0 0 0 0,0-1 0 0 0,0 0 0 0 0,0 0-1 0 0,0-1 1 0 0,0 0 0 0 0,0 0 0 0 0,0-1 0 0 0,0 0 0 0 0,0-1 0 0 0,1 0 0 0 0,-1-1 0 0 0,0 0 0 0 0,-1 0 0 0 0,16-6 0 0 0,-13 4 4 0 0,0-2 0 0 0,-1 1 0 0 0,0-1 0 0 0,1-1 0 0 0,-2 0 0 0 0,1 0 0 0 0,-1-1 0 0 0,0 0 1 0 0,-1 0-1 0 0,0-1 0 0 0,0-1 0 0 0,9-13 0 0 0,19-37 4397 0 0,-35 58-4141 0 0,0-6 280 0 0,1 10 249 0 0,-2 17-367 0 0,-51 170-346 0 0,-16 73-5245 0 0,61-234 3672 0 0,-8 55-3355 0 0,5-27-3545 0 0,5-15-2178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8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69 808 0 0,'-162'-17'12543'0'0,"159"17"-12096"0"0,-7-3 341 0 0,13-2-37 0 0,18-4-197 0 0,23-2-320 0 0,83-10 0 0 0,-70 18-2912 0 0,-1 6-4030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8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18 1456 0 0,'-124'57'13601'0'0,"123"-57"-13538"0"0,1 0-1 0 0,-1 0 1 0 0,1 1-1 0 0,0-1 1 0 0,-1 0-1 0 0,1 0 1 0 0,0 1-1 0 0,-1-1 0 0 0,1 0 1 0 0,0 1-1 0 0,-1-1 1 0 0,1 0-1 0 0,0 1 1 0 0,0-1-1 0 0,0 0 1 0 0,-1 1-1 0 0,1-1 1 0 0,0 1-1 0 0,0-1 0 0 0,0 0 1 0 0,0 1-1 0 0,0-1 1 0 0,-1 1-1 0 0,1-1 1 0 0,0 0-1 0 0,0 1 1 0 0,0-1-1 0 0,0 1 1 0 0,0-1-1 0 0,1 1 0 0 0,-1-1 1 0 0,0 0-1 0 0,0 1 1 0 0,0-1-1 0 0,0 1 1 0 0,0-1-1 0 0,0 0 1 0 0,1 1-1 0 0,-1-1 1 0 0,0 1-1 0 0,0-1 0 0 0,1 0 1 0 0,-1 1-1 0 0,0-1 1 0 0,1 0-1 0 0,-1 0 1 0 0,0 1-1 0 0,1-1 1 0 0,-1 0-1 0 0,0 0 0 0 0,1 1 1 0 0,-1-1-1 0 0,0 0 1 0 0,1 0-1 0 0,-1 0 1 0 0,1 0-1 0 0,-1 1 1 0 0,0-1-1 0 0,1 0 1 0 0,-1 0-1 0 0,1 0 0 0 0,-1 0 1 0 0,1 0-1 0 0,29 2 216 0 0,-1-2 0 0 0,0 0 0 0 0,1-2-1 0 0,40-8 1 0 0,-36 5-318 0 0,30-3-615 0 0,130-20-3174 0 0,-66 0-3642 0 0,-76 13 1427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2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1 908 0 0,'0'0'9519'0'0,"10"2"-11288"0"0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2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11 348 0 0,'14'3'9534'0'0,"12"-7"-10382"0"0,6-2-3324 0 0,-18 2 1714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0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1 208 0 0,'0'0'3208'0'0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78 1304 0 0,'-16'-77'12929'0'0,"42"126"-12153"0"0,163 357 507 0 0,-128-291-1758 0 0,-61-115 350 0 0,0 1-1 0 0,0 0 0 0 0,0-1 0 0 0,1 1 0 0 0,-1-1 0 0 0,0 1 0 0 0,1 0 0 0 0,-1-1 0 0 0,1 1 0 0 0,-1-1 0 0 0,0 1 0 0 0,1-1 0 0 0,-1 1 0 0 0,1-1 0 0 0,-1 0 0 0 0,1 1 0 0 0,0-1 0 0 0,-1 0 1 0 0,1 1-1 0 0,-1-1 0 0 0,1 0 0 0 0,0 0 0 0 0,-1 1 0 0 0,1-1 0 0 0,0 0 0 0 0,-1 0 0 0 0,1 0 0 0 0,0 0 0 0 0,-1 0 0 0 0,1 0 0 0 0,0 0 0 0 0,-1 0 0 0 0,1 0 0 0 0,0 0 0 0 0,-1 0 0 0 0,1 0 1 0 0,-1-1-1 0 0,1 1 0 0 0,0 0 0 0 0,-1 0 0 0 0,1-1 0 0 0,-1 1 0 0 0,1 0 0 0 0,0-1 0 0 0,0 0 0 0 0,1-1-477 0 0,0 0-1 0 0,0 0 1 0 0,0 0-1 0 0,0 0 1 0 0,-1-1-1 0 0,1 1 1 0 0,2-6-1 0 0,-1-2-2188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1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63 360 0 0,'4'-11'3311'0'0,"-1"0"1"0"0,3-21-1 0 0,-5 31-2565 0 0,-1 0-658 0 0,0 1 0 0 0,0 0-1 0 0,0 0 1 0 0,0 0 0 0 0,1-1 0 0 0,-1 1-1 0 0,0 0 1 0 0,0 0 0 0 0,0-1-1 0 0,0 1 1 0 0,0 0 0 0 0,0 0 0 0 0,0-1-1 0 0,0 1 1 0 0,0 0 0 0 0,0 0 0 0 0,0-1-1 0 0,0 1 1 0 0,0 0 0 0 0,0 0 0 0 0,0-1-1 0 0,0 1 1 0 0,0 0 0 0 0,-1 0 0 0 0,1-1-1 0 0,0 1 1 0 0,0 0 0 0 0,0-1 0 0 0,-11 11 567 0 0,1-1 1 0 0,1 2-1 0 0,-1-1 1 0 0,2 1 0 0 0,0 0-1 0 0,-8 15 1 0 0,1-5-101 0 0,-265 457 3490 0 0,200-332-3576 0 0,21-39 157 0 0,58-106-621 0 0,-6 2-1447 0 0,7-3 1412 0 0,0 0 0 0 0,0 0 0 0 0,0 1 0 0 0,0-1 0 0 0,0 0 0 0 0,-1 0 0 0 0,1 0 0 0 0,0 0 0 0 0,0 0 0 0 0,0 0 0 0 0,0 0 0 0 0,0 0 0 0 0,-1 0 0 0 0,1 0 0 0 0,0 0 0 0 0,0 0 0 0 0,0 0 0 0 0,0 0-1 0 0,0 0 1 0 0,-1 0 0 0 0,1 0 0 0 0,0 0 0 0 0,0 0 0 0 0,0 0 0 0 0,0 0 0 0 0,0 0 0 0 0,0 0 0 0 0,-1 0 0 0 0,1 0 0 0 0,0 0 0 0 0,0 0 0 0 0,0 0 0 0 0,0 0 0 0 0,0 0 0 0 0,-1 0 0 0 0,1 0 0 0 0,0-1 0 0 0,0 1 0 0 0,0 0 0 0 0,0 0 0 0 0,0 0 0 0 0,0 0 0 0 0,0 0 0 0 0,0 0 0 0 0,0 0 0 0 0,0-1 0 0 0,-1 1 0 0 0,1 0 0 0 0,0 0 0 0 0,0 0 0 0 0,0 0 0 0 0,0 0 0 0 0,0-1 0 0 0,9-23-6163 0 0,9 3-1138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17 1428 0 0,'21'-10'12125'0'0,"-3"3"-4474"0"0,-16 8-7183 0 0,2 1-574 0 0,-3 0 569 0 0,-2 35 2521 0 0,-2 10-1688 0 0,-18 89-1 0 0,17-116-1140 0 0,-52 234 1894 0 0,21-108-725 0 0,5-23 311 0 0,28-115-1704 0 0,2-6-337 0 0,-8-13-4001 0 0,8 5 3051 0 0,0 1 0 0 0,1-1 0 0 0,0 1 0 0 0,0-1 0 0 0,0 0 0 0 0,0 1 0 0 0,1 0 0 0 0,0-1 0 0 0,2-4 0 0 0,1-4-3175 0 0,2-4-2859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1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26 808 0 0,'-17'-1'14762'0'0,"17"1"-14687"0"0,0 0-1 0 0,0 0 1 0 0,0 0-1 0 0,0 0 0 0 0,-1 0 1 0 0,1-1-1 0 0,0 1 1 0 0,0 0-1 0 0,0 0 1 0 0,-1 0-1 0 0,1 0 1 0 0,0 0-1 0 0,0 0 1 0 0,-1 0-1 0 0,1 0 1 0 0,0 0-1 0 0,0 0 1 0 0,0 1-1 0 0,-3 0 1043 0 0,3-1-1042 0 0,0 1-1 0 0,0-1 1 0 0,0 0-1 0 0,-1 0 1 0 0,1 0-1 0 0,0 1 1 0 0,0-1-1 0 0,0 0 1 0 0,0 0-1 0 0,0 0 1 0 0,0 1-1 0 0,0-1 1 0 0,0 0-1 0 0,0 0 1 0 0,0 0-1 0 0,0 1 0 0 0,0-1 1 0 0,0 0-1 0 0,1 1 41 0 0,1 0 0 0 0,-1-1 0 0 0,0 0 0 0 0,0 1-1 0 0,1-1 1 0 0,-1 0 0 0 0,0 0 0 0 0,1 1 0 0 0,-1-1-1 0 0,0 0 1 0 0,1 0 0 0 0,-1 0 0 0 0,2-1 0 0 0,19-2 90 0 0,33-9 0 0 0,11-2-3652 0 0,-20 11-6269 0 0,-32 3 3748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31 552 0 0,'-122'107'17668'0'0,"126"-104"-16971"0"0,-4-3-683 0 0,0 0 0 0 0,0 0 0 0 0,0 0 0 0 0,0 1 0 0 0,0-1 0 0 0,1 0 0 0 0,-1 0 0 0 0,0 0 0 0 0,0 1 0 0 0,0-1-1 0 0,0 0 1 0 0,1 0 0 0 0,-1 0 0 0 0,0 0 0 0 0,0 0 0 0 0,0 1 0 0 0,0-1 0 0 0,1 0 0 0 0,-1 0 0 0 0,0 0-1 0 0,0 0 1 0 0,1 0 0 0 0,-1 0 0 0 0,0 0 0 0 0,0 0 0 0 0,0 0 0 0 0,1 0 0 0 0,-1 0 0 0 0,0 0 0 0 0,0 0 0 0 0,1 0-1 0 0,-1 0 1 0 0,0 0 0 0 0,0 0 0 0 0,1 0 0 0 0,-1 0 0 0 0,0 0 0 0 0,0 0 0 0 0,70-24 914 0 0,99-31-2584 0 0,4 9-5594 0 0,-133 37 3515 0 0,1-1-1608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91 2204 0 0,'-2'-2'1727'0'0,"-36"-63"10477"0"0,37 63-11920 0 0,0 0-1 0 0,0 0 0 0 0,0 0 0 0 0,0 1 0 0 0,-1-1 0 0 0,1 0 0 0 0,-1 0 0 0 0,1 1 0 0 0,-1-1 0 0 0,1 0 0 0 0,-5-2 0 0 0,-3 21-21 0 0,1-1 0 0 0,1 1 0 0 0,1 1 0 0 0,0-1 0 0 0,-4 21 0 0 0,-3 10 223 0 0,-40 132 850 0 0,-41 123-370 0 0,58-195-666 0 0,15-45-5426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10 148 328 0 0,'-1'-2'2198'0'0,"-1"-3"-1288"0"0,1 1 0 0 0,-1-1 0 0 0,1 1 0 0 0,0-1-1 0 0,0 0 1 0 0,1 0 0 0 0,0 1 0 0 0,-1-1 0 0 0,1 0-1 0 0,1 0 1 0 0,1-8 0 0 0,-1 10-780 0 0,0 0 1 0 0,0 0-1 0 0,0 0 0 0 0,0 0 1 0 0,1 0-1 0 0,0 1 0 0 0,0-1 1 0 0,-1 0-1 0 0,1 1 0 0 0,1 0 1 0 0,-1-1-1 0 0,0 1 0 0 0,1 0 1 0 0,-1 0-1 0 0,1 0 0 0 0,-1 0 1 0 0,1 1-1 0 0,0-1 0 0 0,3-1 1 0 0,8-3-31 0 0,1 1 0 0 0,-1 0 0 0 0,1 1 0 0 0,0 0 0 0 0,0 2 0 0 0,0-1 0 0 0,0 2 0 0 0,0 0 0 0 0,1 1 0 0 0,-1 0 0 0 0,18 4 0 0 0,-24-3-76 0 0,0 1 0 0 0,-1-1 0 0 0,0 2 0 0 0,1-1 0 0 0,-1 1 0 0 0,0 1 0 0 0,0 0 0 0 0,-1 0 1 0 0,1 0-1 0 0,-1 1 0 0 0,0 0 0 0 0,0 0 0 0 0,-1 1 0 0 0,1 0 0 0 0,-1 0 0 0 0,0 0 0 0 0,-1 1 1 0 0,1 0-1 0 0,-2 0 0 0 0,1 0 0 0 0,4 11 0 0 0,-6-9 17 0 0,0 0 0 0 0,0 1-1 0 0,-1-1 1 0 0,-1 1 0 0 0,1-1 0 0 0,-2 1-1 0 0,1 0 1 0 0,-1 0 0 0 0,-1-1 0 0 0,0 1 0 0 0,0 0-1 0 0,-1-1 1 0 0,0 1 0 0 0,0-1 0 0 0,-1 0-1 0 0,-6 13 1 0 0,0-3 131 0 0,0-1 0 0 0,-1 0 0 0 0,0 0 0 0 0,-2-1 0 0 0,0-1 0 0 0,-27 29 0 0 0,22-28 327 0 0,-1-2-1 0 0,-1 0 1 0 0,-1-1 0 0 0,-23 13-1 0 0,41-26-440 0 0,0 0 0 0 0,0 0 0 0 0,0 0 0 0 0,0-1 0 0 0,0 1-1 0 0,0 0 1 0 0,0-1 0 0 0,0 0 0 0 0,0 1 0 0 0,0-1 0 0 0,-3 0-1 0 0,5 0-52 0 0,-1 0-1 0 0,0-1 1 0 0,1 1-1 0 0,-1 0 0 0 0,1 0 1 0 0,-1 0-1 0 0,0 0 0 0 0,1-1 1 0 0,-1 1-1 0 0,1 0 1 0 0,-1 0-1 0 0,1-1 0 0 0,-1 1 1 0 0,1 0-1 0 0,-1-1 1 0 0,1 1-1 0 0,-1-1 0 0 0,1 1 1 0 0,0 0-1 0 0,-1-1 1 0 0,1 1-1 0 0,-1-1 0 0 0,1 0 1 0 0,0 1-1 0 0,0-1 1 0 0,-1 1-1 0 0,1-1 0 0 0,0 1 1 0 0,0-1-1 0 0,0 0 1 0 0,0 1-1 0 0,-1-1 0 0 0,1 1 1 0 0,0-1-1 0 0,0 0 0 0 0,2-2-9 0 0,-1 0 0 0 0,1 0 0 0 0,0 0 0 0 0,0 0 0 0 0,0 0 0 0 0,0 1 0 0 0,0-1 0 0 0,1 1 0 0 0,-1-1 0 0 0,1 1 0 0 0,4-3 0 0 0,-6 3 0 0 0,2-1 1 0 0,19-5-48 0 0,-13 5 56 0 0,0 1 0 0 0,0 1 0 0 0,0-1 0 0 0,0 2 0 0 0,0-1-1 0 0,0 1 1 0 0,0 1 0 0 0,0-1 0 0 0,0 2 0 0 0,0-1 0 0 0,12 4 0 0 0,-10-2-4 0 0,0 1-1 0 0,0 0 1 0 0,0 1 0 0 0,0 0 0 0 0,-1 1-1 0 0,0 0 1 0 0,0 0 0 0 0,15 13 0 0 0,-20-14 32 0 0,-1-1 1 0 0,1 1-1 0 0,0 1 1 0 0,-1-1-1 0 0,0 1 1 0 0,-1-1-1 0 0,1 1 1 0 0,-1 0-1 0 0,0 0 1 0 0,0 1-1 0 0,-1-1 1 0 0,0 0-1 0 0,0 1 1 0 0,-1 0-1 0 0,1-1 1 0 0,-1 1-1 0 0,-1 0 1 0 0,1 0-1 0 0,-1 0 1 0 0,-1-1-1 0 0,1 1 1 0 0,-1 0-1 0 0,0 0 1 0 0,0-1-1 0 0,-1 1 1 0 0,0-1-1 0 0,-4 9 1 0 0,2-5 107 0 0,-1 0 0 0 0,-1 0 0 0 0,0 0 1 0 0,0-1-1 0 0,-1 0 0 0 0,0 0 1 0 0,-1 0-1 0 0,1-1 0 0 0,-2 0 0 0 0,1-1 1 0 0,-1 0-1 0 0,0 0 0 0 0,-1-1 0 0 0,0 0 1 0 0,-18 8-1 0 0,15-10-160 0 0,0 0 0 0 0,-1-1 0 0 0,0 0 0 0 0,0-1 1 0 0,0 0-1 0 0,0-2 0 0 0,0 1 0 0 0,0-2 0 0 0,0 0 0 0 0,0 0 0 0 0,0-1 0 0 0,0-1 0 0 0,1-1 1 0 0,-1 0-1 0 0,1 0 0 0 0,0-1 0 0 0,-18-10 0 0 0,28 13-274 0 0,-1-1-1 0 0,1 1 1 0 0,-1-1-1 0 0,1 0 1 0 0,0 0-1 0 0,0 0 1 0 0,0 0-1 0 0,0 0 1 0 0,1-1-1 0 0,0 1 1 0 0,-1-1-1 0 0,1 0 1 0 0,0 0 0 0 0,1 0-1 0 0,-1 0 1 0 0,1 0-1 0 0,-1 0 1 0 0,1 0-1 0 0,1 0 1 0 0,-1 0-1 0 0,0-1 1 0 0,1-4-1 0 0,0 0-857 0 0,1 0 0 0 0,0-1-1 0 0,1 1 1 0 0,0 0 0 0 0,0 0-1 0 0,1 0 1 0 0,0 0-1 0 0,1 1 1 0 0,5-10 0 0 0,4-8-3891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3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2312 0 0,'8'-8'8594'0'0,"6"-5"-3092"0"0,1 17-3869 0 0,0-1-1415 0 0,0-2-1 0 0,0 0 1 0 0,0-1-1 0 0,0 0 1 0 0,28-5 0 0 0,-6-2-3710 0 0,44-14 1 0 0,-46 7-2077 0 0,-19 6 1176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24 1832 0 0,'-5'-24'14027'0'0,"-1"33"-12212"0"0,-40 125 3357 0 0,-7 79-5873 0 0,37-112-3330 0 0,15-83-395 0 0,1 32 0 0 0,2-27-2432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4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46 548 0 0,'5'-45'10375'0'0,"-24"79"-7763"0"0,-10 15-1521 0 0,-2-1 0 0 0,-3-2 0 0 0,-40 44 0 0 0,46-61-869 0 0,-1 0 0 0 0,-1-2 0 0 0,-1-1 0 0 0,-2-2 0 0 0,-37 22 0 0 0,60-41-151 0 0,0 1 0 0 0,0-1 0 0 0,0-1-1 0 0,-1 0 1 0 0,1-1 0 0 0,-1 0 0 0 0,0 0 0 0 0,-19 1-1 0 0,25-3-56 0 0,0-1-1 0 0,0-1 0 0 0,0 1 0 0 0,0-1 0 0 0,0 0 0 0 0,0 0 0 0 0,0 0 1 0 0,0-1-1 0 0,0 1 0 0 0,1-1 0 0 0,-1-1 0 0 0,1 1 0 0 0,-1 0 1 0 0,1-1-1 0 0,0 0 0 0 0,0 0 0 0 0,0 0 0 0 0,1-1 0 0 0,-1 1 1 0 0,1-1-1 0 0,-4-4 0 0 0,3 2-14 0 0,0 0 1 0 0,0 0-1 0 0,1-1 1 0 0,0 1-1 0 0,0-1 1 0 0,1 0-1 0 0,-1 0 1 0 0,1 0-1 0 0,1 0 1 0 0,-1 0-1 0 0,1 0 0 0 0,1 0 1 0 0,-1 0-1 0 0,1-1 1 0 0,1 1-1 0 0,-1 0 1 0 0,1 0-1 0 0,3-12 1 0 0,-3 13-3 0 0,1 0-1 0 0,0 1 1 0 0,0-1 0 0 0,1 1 0 0 0,-1-1-1 0 0,1 1 1 0 0,0 0 0 0 0,1 0 0 0 0,-1 0 0 0 0,1 1-1 0 0,0-1 1 0 0,0 1 0 0 0,0 0 0 0 0,1 0 0 0 0,-1 0-1 0 0,1 1 1 0 0,0-1 0 0 0,0 1 0 0 0,0 1-1 0 0,1-1 1 0 0,-1 1 0 0 0,9-3 0 0 0,-9 4 3 0 0,0 1 0 0 0,0 0 0 0 0,0 0 0 0 0,0 1 0 0 0,0-1 0 0 0,0 1 1 0 0,0 0-1 0 0,0 1 0 0 0,0-1 0 0 0,0 1 0 0 0,-1 0 0 0 0,7 3 0 0 0,4 4 7 0 0,0 0-1 0 0,0 1 0 0 0,-1 1 1 0 0,0 1-1 0 0,-1 0 0 0 0,0 1 1 0 0,-1 0-1 0 0,0 0 0 0 0,9 16 1 0 0,9 17 31 0 0,39 80 0 0 0,-38-50-211 0 0,-16-38-2013 0 0,-14-34 969 0 0,9 18-1635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5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39 1364 0 0,'31'-38'31097'0'0,"-30"38"-30836"0"0,-1 0-260 0 0,0 0 0 0 0,1 0 0 0 0,-1-1 0 0 0,0 1 0 0 0,0 0 0 0 0,0 0 0 0 0,1 0 0 0 0,-1 0 0 0 0,0 0 0 0 0,0 0 0 0 0,0 0 0 0 0,0 0 0 0 0,1 0 0 0 0,-1 0-1 0 0,0 0 1 0 0,0 1 0 0 0,0-1 0 0 0,1 0 0 0 0,-1 0 0 0 0,0 0 0 0 0,0 0 0 0 0,0 0 0 0 0,0 0 0 0 0,1 0 0 0 0,-1 0 0 0 0,0 0 0 0 0,0 1 0 0 0,0-1 0 0 0,0 0 0 0 0,0 0 0 0 0,0 0 0 0 0,1 0-1 0 0,-1 0 1 0 0,0 1 0 0 0,0-1 0 0 0,0 0 0 0 0,0 0 0 0 0,0 0 0 0 0,0 0 0 0 0,0 1 0 0 0,0-1 0 0 0,0 0 0 0 0,0 0 0 0 0,0 0 0 0 0,0 1 0 0 0,0-1 0 0 0,0 0 0 0 0,0 0 0 0 0,0 0-1 0 0,0 1 1 0 0,0-1 0 0 0,0 0 0 0 0,0 0 0 0 0,0 0 0 0 0,0 0 0 0 0,0 1 0 0 0,0-1 0 0 0,-1 0 0 0 0,-2 13-11 0 0,3-12 9 0 0,-18 48-847 0 0,-27 52 1 0 0,10-24-807 0 0,-12 38-4770 0 0,17-38-1671 0 0,2 0-4400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6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 1056 0 0,'-20'-17'11418'0'0,"194"35"-11108"0"0,-102-12-3194 0 0,-64-6 1496 0 0,1 2 487 0 0,-1 0-1735 0 0,2 1 65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1 120 0 0,'-164'68'10806'0'0,"164"-69"-10795"0"0,0 1 0 0 0,0 0 0 0 0,-1 0 0 0 0,1 0 0 0 0,0 0 0 0 0,0 0 0 0 0,0 0 0 0 0,0 0-1 0 0,0 0 1 0 0,0 0 0 0 0,-1 0 0 0 0,1 0 0 0 0,0 0 0 0 0,0 0 0 0 0,0 0 0 0 0,0 0 0 0 0,0 0-1 0 0,0 0 1 0 0,-1 0 0 0 0,1 0 0 0 0,0 1 0 0 0,0-1 0 0 0,0 0 0 0 0,0 0 0 0 0,0 0 0 0 0,0 0 0 0 0,0 0-1 0 0,0 0 1 0 0,-1 0 0 0 0,1 0 0 0 0,0 0 0 0 0,0 0 0 0 0,0 1 0 0 0,0-1 0 0 0,0 0 0 0 0,0 0 0 0 0,0 0-1 0 0,0 0 1 0 0,0 0 0 0 0,0 0 0 0 0,0 0 0 0 0,0 1 0 0 0,0-1 0 0 0,0 0 0 0 0,0 0 0 0 0,0 0 0 0 0,0 0-1 0 0,0 0 1 0 0,0 0 0 0 0,0 1 0 0 0,0-1 0 0 0,0 0 0 0 0,0 0 0 0 0,0 0 0 0 0,0 0 0 0 0,0 0-1 0 0,0 0 1 0 0,0 1 0 0 0,0-1 0 0 0,0 0 0 0 0,0 0 0 0 0,0 0 0 0 0,0 0 0 0 0,0 0 0 0 0,1 0 0 0 0,12 2 160 0 0,21-2-102 0 0,286-43-5813 0 0,-245 31 2006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21 184 0 0,'10'-7'1440'0'0,"2"1"-768"0"0,-3-1-200 0 0,8 8-600 0 0,-8 5-1292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0 616 0 0,'-3'1'1330'0'0,"-36"6"2253"0"0,36-6-3146 0 0,2-1-389 0 0,-1 0 1 0 0,1 1 0 0 0,-1-1-1 0 0,0 0 1 0 0,1 0-1 0 0,-1 0 1 0 0,1-1-1 0 0,-1 1 1 0 0,1 0 0 0 0,-1 0-1 0 0,0-1 1 0 0,1 1-1 0 0,-4-2 1 0 0,3-3-9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1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1 404 0 0,'0'0'640'0'0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0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682 93 496 0 0,'1'-2'1626'0'0,"40"-70"9657"0"0,-40 70-10773 0 0,1-12 1428 0 0,-2 11-1524 0 0,-10 14-134 0 0,10-11-269 0 0,-109 135 1078 0 0,-24 25-573 0 0,61-85-253 0 0,-3-3 0 0 0,-112 83 0 0 0,184-153-251 0 0,1 0 0 0 0,-1 0 1 0 0,0 0-1 0 0,0-1 0 0 0,0 1 1 0 0,1-1-1 0 0,-1 1 0 0 0,-1-1 1 0 0,1 0-1 0 0,0-1 0 0 0,0 1 0 0 0,0 0 1 0 0,0-1-1 0 0,-1 0 0 0 0,1 1 1 0 0,0-1-1 0 0,0-1 0 0 0,-1 1 1 0 0,-4-1-1 0 0,5-1-8 0 0,0 1 0 0 0,0 0 0 0 0,0-1 0 0 0,1 0 0 0 0,-1 0 0 0 0,0 0 0 0 0,1 0 0 0 0,-1 0 0 0 0,1 0 1 0 0,0-1-1 0 0,0 1 0 0 0,0-1 0 0 0,0 1 0 0 0,0-1 0 0 0,0 0 0 0 0,1 0 0 0 0,-1 0 0 0 0,-1-4 0 0 0,-3-12 2 0 0,0 1 0 0 0,1-1 0 0 0,1 0 0 0 0,0 0 0 0 0,2 0 0 0 0,0-39 1 0 0,2 32-19 0 0,2 1 1 0 0,1-1 0 0 0,1 1 0 0 0,13-45 0 0 0,-14 62 3 0 0,0 0 0 0 0,0 0 0 0 0,1 0 0 0 0,0 0 0 0 0,1 0 0 0 0,0 1 0 0 0,0 0 0 0 0,0 0 0 0 0,9-9 0 0 0,-12 14 5 0 0,1-1 0 0 0,0 1 0 0 0,0 0 0 0 0,0 0 0 0 0,0 0-1 0 0,0 0 1 0 0,0 1 0 0 0,0-1 0 0 0,1 1 0 0 0,-1 0 0 0 0,1 0 0 0 0,-1 0-1 0 0,1 0 1 0 0,-1 0 0 0 0,1 1 0 0 0,-1 0 0 0 0,1-1 0 0 0,0 2-1 0 0,-1-1 1 0 0,1 0 0 0 0,-1 1 0 0 0,1-1 0 0 0,-1 1 0 0 0,1 0 0 0 0,5 2-1 0 0,0 2-11 0 0,0 0-1 0 0,0 0 0 0 0,0 1 0 0 0,-1 0 0 0 0,1 1 0 0 0,-2 0 0 0 0,1 0 0 0 0,-1 0 0 0 0,0 1 0 0 0,0 0 0 0 0,-1 1 1 0 0,-1 0-1 0 0,1-1 0 0 0,7 20 0 0 0,4 10 2 0 0,-3 0 1 0 0,14 56-1 0 0,-26-86 11 0 0,13 54 38 0 0,-8-31-6 0 0,1-1 0 0 0,1-1 0 0 0,16 36 0 0 0,-25-63-43 0 0,1 0 0 0 0,0 0 0 0 0,0 0 0 0 0,0 0 0 0 0,0 0 1 0 0,1-1-1 0 0,-1 1 0 0 0,1 0 0 0 0,-1-1 0 0 0,1 1 0 0 0,-1-1 0 0 0,1 1 0 0 0,0-1 0 0 0,-1 0 0 0 0,1 1 0 0 0,0-1 0 0 0,0 0 0 0 0,0 0 1 0 0,0-1-1 0 0,0 1 0 0 0,0 0 0 0 0,1-1 0 0 0,-1 1 0 0 0,2 0 0 0 0,68-6-4684 0 0,-21-5-2504 0 0,-36 6 2885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1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167 104 572 0 0,'7'-38'13968'0'0,"-5"2"-4661"0"0,1 7-6876 0 0,-6 45-2593 0 0,0 0-1 0 0,-11 29 1 0 0,0 0 115 0 0,-70 241-4259 0 0,41-142-1411 0 0,26-88 2913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3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6 788 0 0,'0'0'4044'0'0,"11"-5"-3560"0"0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3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1 564 0 0,'0'0'3800'0'0,"10"5"-2479"0"0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13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6 212 0 0,'0'0'3260'0'0,"12"-5"-775"0"0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1 612 0 0,'0'0'1640'0'0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1 268 0 0,'0'0'-96'0'0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4 996 0 0,'0'0'2708'0'0,"9"-3"-4048"0"0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2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1104 0 0,'0'0'2564'0'0,"12"-3"-4128"0"0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22 408 0 0,'0'0'4106'0'0,"-7"-8"-980"0"0,-21-5 6896 0 0,30 13-10004 0 0,2 1-9 0 0,36 4 42 0 0,-26-6-36 0 0,260 3 70 0 0,-251-2-87 0 0,-1 1 2 0 0,29 1-1 0 0,-47-2-1 0 0,-2 0 3 0 0,23 0-29 0 0,-25 0 27 0 0,1 0 1 0 0,-1 0-1 0 0,1 0 0 0 0,-1 0 0 0 0,1 1 0 0 0,-1-1 1 0 0,1 0-1 0 0,-1 0 0 0 0,1 0 0 0 0,-1 0 0 0 0,0 0 1 0 0,1 1-1 0 0,-1-1 0 0 0,1 0 0 0 0,-1 0 0 0 0,0 1 1 0 0,1-1-1 0 0,-1 0 0 0 0,0 1 0 0 0,1-1 0 0 0,-1 0 1 0 0,0 1-1 0 0,1 0 0 0 0,-1 0 1 0 0,0-1-1 0 0,-1 1 1 0 0,1 0-1 0 0,-1 0 1 0 0,1 0 0 0 0,0-1-1 0 0,-1 1 1 0 0,0 0-1 0 0,1 0 1 0 0,-1-1 0 0 0,1 1-1 0 0,-1 0 1 0 0,0-1-1 0 0,1 1 1 0 0,-1-1 0 0 0,0 1-1 0 0,0-1 1 0 0,1 1-1 0 0,-3 0 1 0 0,-44 25 49 0 0,-95 39-1 0 0,67-33-72 0 0,-134 71 161 0 0,170-80-98 0 0,0 1-1 0 0,1 2 1 0 0,-37 34-1 0 0,69-55-38 0 0,-1 2-1 0 0,1-1 1 0 0,0 1 0 0 0,1 0 0 0 0,0 0-1 0 0,-5 9 1 0 0,9-15 61 0 0,1 0-56 0 0,0 0 0 0 0,1 0 0 0 0,-1 1 0 0 0,0-1 0 0 0,1 0 0 0 0,-1 0 0 0 0,1 0 0 0 0,-1 0-1 0 0,1 0 1 0 0,-1 0 0 0 0,1 0 0 0 0,0 0 0 0 0,0 0 0 0 0,-1 0 0 0 0,1-1 0 0 0,0 1 0 0 0,0 0 0 0 0,0 0-1 0 0,0-1 1 0 0,0 1 0 0 0,0 0 0 0 0,0-1 0 0 0,0 1 0 0 0,0-1 0 0 0,0 0 0 0 0,0 1 0 0 0,0-1-1 0 0,1 0 1 0 0,-1 1 0 0 0,0-1 0 0 0,0 0 0 0 0,2 0 0 0 0,38 1 32 0 0,-36-2-59 0 0,302-26 125 0 0,-233 18-110 0 0,-20 2 55 0 0,-51 7-77 0 0,0 0 79 0 0,10-1-67 0 0,-10 0 69 0 0,13-1-63 0 0,4-2-930 0 0,-12 2-1956 0 0,0-1 0 0 0,0 0 0 0 0,13-8 0 0 0,-8 2-740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18 1576 0 0,'-11'-4'7326'0'0,"-3"-3"-3319"0"0,21 8-4143 0 0,-5-1 296 0 0,2 0-48 0 0,69-4 319 0 0,-10 0-1265 0 0,-18 6-2538 0 0,-31 2-666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6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50 1848 0 0,'-54'33'10698'0'0,"58"-32"-10500"0"0,-1 0 0 0 0,0 0 1 0 0,1 0-1 0 0,-1-1 1 0 0,1 1-1 0 0,-1-1 0 0 0,1 0 1 0 0,-1 0-1 0 0,1 0 0 0 0,-1 0 1 0 0,5-1-1 0 0,46-12 75 0 0,-26 6-141 0 0,247-40-3885 0 0,-192 34-899 0 0,-40 6 130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10 776 0 0,'0'0'7352'0'0,"-2"-10"-3558"0"0,-1 36 861 0 0,-10 49-4378 0 0,9-52 201 0 0,-16 86-188 0 0,-11 67 162 0 0,30-174-292 0 0,11-10-99 0 0,3-28-53 0 0,-3 0-1 0 0,0 0 1 0 0,4-45 0 0 0,-11 65-10 0 0,1-7 43 0 0,7-33-126 0 0,-10 54 25 0 0,-2 20-92 0 0,0-1 27 0 0,-2 1 1 0 0,-4 18-1 0 0,3-18-2069 0 0,1 0-1 0 0,-2 32 1 0 0,5-32-1456 0 0,0 0-1407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9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53 224 0 0,'4'-12'5323'0'0,"-4"10"-5113"0"0,0 1 1 0 0,1 0-1 0 0,-1-1 1 0 0,0 1-1 0 0,0-1 1 0 0,0 1 0 0 0,0-1-1 0 0,0 1 1 0 0,0-1-1 0 0,-1 1 1 0 0,1-1-1 0 0,0 1 1 0 0,-1-1 0 0 0,1 1-1 0 0,-1 0 1 0 0,1-1-1 0 0,-1 1 1 0 0,0 0-1 0 0,0-1 1 0 0,1 1 0 0 0,-1 0-1 0 0,-2-2 1 0 0,2 2-89 0 0,-1 1 0 0 0,1-1 0 0 0,-1 0 0 0 0,0 0-1 0 0,1 1 1 0 0,-1-1 0 0 0,0 1 0 0 0,0-1 0 0 0,0 1 0 0 0,1 0 0 0 0,-1 0 0 0 0,0 0 0 0 0,0 0 0 0 0,0 0 0 0 0,-2 1 0 0 0,-8 1 116 0 0,0 1 0 0 0,0 1 1 0 0,1 0-1 0 0,-16 7 0 0 0,8-1-72 0 0,1 0 0 0 0,-1 1 0 0 0,2 2-1 0 0,0-1 1 0 0,0 2 0 0 0,1 0 0 0 0,-24 29 0 0 0,21-20-3 0 0,1 1 0 0 0,1 1 0 0 0,1 0 1 0 0,-25 55-1 0 0,36-69-137 0 0,1 0 1 0 0,0 0 0 0 0,1 0-1 0 0,1 0 1 0 0,-1 1-1 0 0,2 0 1 0 0,-1-1 0 0 0,2 1-1 0 0,0 0 1 0 0,1 14-1 0 0,0-20-4 0 0,0 0-1 0 0,0-1 1 0 0,1 1-1 0 0,0 0 1 0 0,0-1-1 0 0,0 1 0 0 0,1-1 1 0 0,-1 0-1 0 0,1 0 1 0 0,0 0-1 0 0,1 0 1 0 0,-1 0-1 0 0,1-1 0 0 0,0 0 1 0 0,0 0-1 0 0,1 0 1 0 0,-1 0-1 0 0,1 0 0 0 0,0-1 1 0 0,0 0-1 0 0,0 0 1 0 0,6 3-1 0 0,4 0-87 0 0,1-1 0 0 0,-1 0 1 0 0,1-1-1 0 0,0-1 0 0 0,0 0 0 0 0,0-1 0 0 0,0-1 0 0 0,1-1 0 0 0,-1 0 0 0 0,0-1 1 0 0,0-1-1 0 0,0 0 0 0 0,0-1 0 0 0,17-5 0 0 0,-28 6-935 0 0,7-2-1237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2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67 2156 0 0,'-1'-9'2972'0'0,"-2"0"0"0"0,1 0 0 0 0,-1 1 0 0 0,-8-17 860 0 0,8 19-3196 0 0,-2 11 59 0 0,-4 11-146 0 0,-49 164 1837 0 0,7-19-3127 0 0,11-57-6998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60 155 1540 0 0,'0'-6'692'0'0,"1"0"-1"0"0,0 0 0 0 0,0 0 1 0 0,1 0-1 0 0,0 0 1 0 0,0 0-1 0 0,0 0 0 0 0,1 1 1 0 0,-1-1-1 0 0,1 1 1 0 0,8-11-1 0 0,-5 8-249 0 0,0 1 1 0 0,1-1-1 0 0,0 1 1 0 0,0 0-1 0 0,1 1 0 0 0,14-10 1 0 0,-18 14-357 0 0,0-1 1 0 0,1 1-1 0 0,-1 1 1 0 0,1-1-1 0 0,-1 1 0 0 0,1-1 1 0 0,0 1-1 0 0,-1 1 1 0 0,1-1-1 0 0,0 1 0 0 0,0-1 1 0 0,-1 1-1 0 0,1 1 1 0 0,0-1-1 0 0,0 1 1 0 0,0 0-1 0 0,-1 0 0 0 0,9 3 1 0 0,-10-3-47 0 0,0 0 0 0 0,1 1 1 0 0,-1 0-1 0 0,0-1 0 0 0,0 1 1 0 0,-1 0-1 0 0,1 1 0 0 0,0-1 1 0 0,-1 0-1 0 0,1 1 0 0 0,-1-1 1 0 0,0 1-1 0 0,0 0 0 0 0,0 0 1 0 0,0 0-1 0 0,0 0 0 0 0,-1 0 1 0 0,1 0-1 0 0,-1 0 0 0 0,0 1 1 0 0,0-1-1 0 0,0 0 0 0 0,0 1 1 0 0,-1-1-1 0 0,1 1 0 0 0,-1 5 1 0 0,-1 0 5 0 0,0 0 0 0 0,0 0 0 0 0,0-1 0 0 0,-2 1 0 0 0,1 0-1 0 0,-1-1 1 0 0,0 1 0 0 0,-6 11 0 0 0,-6 7 52 0 0,-20 27-1 0 0,24-38 18 0 0,1-4 357 0 0,8-11-260 0 0,6-6-192 0 0,-2 4-38 0 0,11-2 80 0 0,-10 2-49 0 0,0 0-1 0 0,-1 0 1 0 0,1 1-1 0 0,0-1 1 0 0,0 1-1 0 0,0 0 1 0 0,-1 0-1 0 0,1 0 1 0 0,0 0-1 0 0,3 1 1 0 0,1 1 150 0 0,0 1 0 0 0,0 0 0 0 0,0 1 0 0 0,-1-1 0 0 0,1 1 0 0 0,-1 1 0 0 0,0-1 0 0 0,0 1 0 0 0,0 0 0 0 0,-1 1 0 0 0,1-1 0 0 0,-2 1 0 0 0,1 0 0 0 0,0 0 0 0 0,-1 1 0 0 0,0-1 0 0 0,-1 1 0 0 0,1 0 0 0 0,-1 0 0 0 0,-1 0 0 0 0,1 0 0 0 0,1 14 0 0 0,-3-16-39 0 0,-1-1 1 0 0,0 1 0 0 0,0-1 0 0 0,0 1 0 0 0,0-1-1 0 0,-1 1 1 0 0,0-1 0 0 0,0 1 0 0 0,0-1-1 0 0,-1 0 1 0 0,1 1 0 0 0,-1-1 0 0 0,0 0 0 0 0,0 0-1 0 0,-1 0 1 0 0,1-1 0 0 0,-1 1 0 0 0,0 0 0 0 0,0-1-1 0 0,0 0 1 0 0,0 0 0 0 0,-6 5 0 0 0,2-3 9 0 0,0 1 1 0 0,-1-1-1 0 0,0 0 1 0 0,0-1 0 0 0,-1 0-1 0 0,1 0 1 0 0,-1-1-1 0 0,0 0 1 0 0,-15 3-1 0 0,9-5-36 0 0,0 0 0 0 0,0 0 0 0 0,0-2-1 0 0,0 0 1 0 0,1 0 0 0 0,-1-1-1 0 0,-21-7 1 0 0,25 6-485 0 0,1 0 0 0 0,0-1 0 0 0,0 0 0 0 0,1-1-1 0 0,-1 0 1 0 0,-13-10 0 0 0,21 14 138 0 0,1 0 0 0 0,0 0 1 0 0,0 0-1 0 0,1 0 0 0 0,-1 0 0 0 0,0 0 0 0 0,0 0 0 0 0,0 0 1 0 0,1 0-1 0 0,-1 0 0 0 0,1 0 0 0 0,-1-1 0 0 0,1 1 0 0 0,-1 0 1 0 0,1 0-1 0 0,-1-1 0 0 0,1 1 0 0 0,0 0 0 0 0,0-1 0 0 0,0 1 1 0 0,0 0-1 0 0,0-1 0 0 0,0 1 0 0 0,0 0 0 0 0,0-1 0 0 0,1 0 1 0 0,1-4-1084 0 0,0 1 0 0 0,0 0 1 0 0,0 0-1 0 0,6-9 0 0 0,-6 10-182 0 0,8-13-4501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44 1440 0 0,'-11'-31'13695'0'0,"11"31"-13565"0"0,0-1 0 0 0,0 1 0 0 0,0 0-1 0 0,-1-1 1 0 0,1 1 0 0 0,0-1 0 0 0,0 1-1 0 0,0-1 1 0 0,0 1 0 0 0,0 0 0 0 0,0-1-1 0 0,0 1 1 0 0,0-1 0 0 0,0 1 0 0 0,0 0 0 0 0,0-1-1 0 0,0 1 1 0 0,0-1 0 0 0,0 1 0 0 0,0-1-1 0 0,0 1 1 0 0,0 0 0 0 0,1-1 0 0 0,-1 1-1 0 0,0-1 1 0 0,0 1 0 0 0,0 0 0 0 0,1-1-1 0 0,-1 1 1 0 0,11 9 1645 0 0,0 1-1350 0 0,87 80 1704 0 0,49 43-2027 0 0,-136-123-448 0 0,-4-5-825 0 0,-1 1 0 0 0,1-1 0 0 0,0 0 0 0 0,9 4 1 0 0,-14-7 628 0 0,0-2 1 0 0,0 1-1 0 0,0 0 1 0 0,1 0 0 0 0,-1-1-1 0 0,0 1 1 0 0,1-1 0 0 0,-1 0-1 0 0,0 1 1 0 0,1-1 0 0 0,-1 0-1 0 0,0-1 1 0 0,1 1-1 0 0,-1 0 1 0 0,1-1 0 0 0,-1 1-1 0 0,0-1 1 0 0,0 0 0 0 0,3-1-1 0 0,5-4-3485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73 1128 0 0,'0'-3'1936'0'0,"1"-4"-782"0"0,1-34 9456 0 0,-2 38-9796 0 0,0 1 0 0 0,0 0 0 0 0,0 0 1 0 0,0 0-1 0 0,0 0 0 0 0,-1 0 0 0 0,1 0 0 0 0,-2-3 0 0 0,-3 11-77 0 0,1 1 0 0 0,-1-1 0 0 0,1 1 0 0 0,1 0 0 0 0,-1 0 0 0 0,1 0 0 0 0,-4 13 0 0 0,-1 3 491 0 0,-47 109-428 0 0,3-6 544 0 0,-77 136 0 0 0,110-227-4161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1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16 496 0 0,'43'-15'21094'0'0,"-40"16"-20408"0"0,-2-1-535 0 0,-1 1 0 0 0,0 0 0 0 0,1-1 0 0 0,-1 1 0 0 0,0 0 0 0 0,1-1 0 0 0,-1 1-1 0 0,0 0 1 0 0,0-1 0 0 0,0 1 0 0 0,0 0 0 0 0,1-1 0 0 0,-1 1 0 0 0,0 0 0 0 0,0 0 0 0 0,0-1 0 0 0,0 1 0 0 0,-1 0 0 0 0,1-1 0 0 0,0 2 0 0 0,-4 20 1563 0 0,3-17-1230 0 0,-9 43 1856 0 0,-30 92 0 0 0,23-89-3688 0 0,-13 69 0 0 0,28-109 158 0 0,0 1 0 0 0,1 0 0 0 0,1 12 0 0 0,6 6-3714 0 0,-6-28 4099 0 0,1 0 1 0 0,0 0-1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1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 1528 0 0,'-74'-6'10764'0'0,"25"2"-6921"0"0,46 4-3134 0 0,42 2-473 0 0,17-4-1629 0 0,9 1-2080 0 0,-22 4-2101 0 0,-27-2 1338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1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2268 0 0,'-29'20'3596'0'0,"12"-10"-1080"0"0,2 1 1 0 0,-22 19-1 0 0,36-30-2432 0 0,0 1 0 0 0,1-1 0 0 0,-1 1 0 0 0,1-1 0 0 0,-1 1 0 0 0,0-1 0 0 0,1 1 0 0 0,-1-1 0 0 0,1 1 0 0 0,-1-1 0 0 0,1 1 0 0 0,0 0 0 0 0,-1-1 0 0 0,1 1 0 0 0,0 0 0 0 0,-1-1 0 0 0,1 1 0 0 0,0 0 0 0 0,0 0 0 0 0,-1-1 0 0 0,1 1 0 0 0,0 0 0 0 0,0 0 0 0 0,0-1 0 0 0,0 1 0 0 0,0 0 0 0 0,0 0 0 0 0,0 0 0 0 0,1-1 0 0 0,-1 2 0 0 0,1-1-24 0 0,0 0 1 0 0,1 0-1 0 0,-1 0 0 0 0,0 0 0 0 0,0-1 0 0 0,1 1 1 0 0,-1-1-1 0 0,0 1 0 0 0,1-1 0 0 0,-1 1 1 0 0,1-1-1 0 0,-1 0 0 0 0,0 0 0 0 0,1 0 0 0 0,1 1 1 0 0,11-1 36 0 0,0 0 0 0 0,19-3 0 0 0,-31 3-31 0 0,28-4-69 0 0,231-27-1909 0 0,-88 4-5342 0 0,-114 15 1489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3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322 150 1316 0 0,'0'0'3340'0'0,"24"-21"3236"0"0,-22 17-5902 0 0,0 0 0 0 0,0-1 0 0 0,-1 1-1 0 0,1-1 1 0 0,1-7 0 0 0,-3 10-166 0 0,1-1-326 0 0,-1 0 0 0 0,0 0 0 0 0,0 0 0 0 0,0 0 1 0 0,0 0-1 0 0,-1 0 0 0 0,1 0 0 0 0,-2-6 0 0 0,-12-23 772 0 0,13 30-831 0 0,1 1-109 0 0,-1-1 0 0 0,1 1 0 0 0,0 0 0 0 0,-1 0 1 0 0,0-1-1 0 0,1 1 0 0 0,-1 0 0 0 0,0 0 0 0 0,1 0 0 0 0,-1-1 0 0 0,0 1 0 0 0,0 0 0 0 0,0 0 0 0 0,0 0 0 0 0,0 1 1 0 0,0-1-1 0 0,0 0 0 0 0,0 0 0 0 0,0 1 0 0 0,-1-1 0 0 0,1 0 0 0 0,0 1 0 0 0,0-1 0 0 0,-2 0 0 0 0,2 1 6 0 0,-1-1 185 0 0,-18 2-155 0 0,3 2-36 0 0,0 1 1 0 0,-29 10 0 0 0,40-12-14 0 0,4-2-34 0 0,-1 1 67 0 0,-44 15-58 0 0,45-15 8 0 0,-24 17-513 0 0,23-16 530 0 0,-5 10-43 0 0,-10 17 24 0 0,-4 7 62 0 0,-26 58 0 0 0,42-81 1 0 0,1 0 1 0 0,1 0 0 0 0,0 0 0 0 0,1 1 0 0 0,0-1-1 0 0,1 1 1 0 0,1 0 0 0 0,0 24 0 0 0,1-33-35 0 0,0 0 1 0 0,1 0 0 0 0,0 0-1 0 0,0 0 1 0 0,0 0 0 0 0,0 0-1 0 0,1-1 1 0 0,0 1-1 0 0,0 0 1 0 0,5 7 0 0 0,-5-9-2 0 0,1 0 0 0 0,0-1 1 0 0,-1 1-1 0 0,1-1 0 0 0,0 0 0 0 0,0 1 1 0 0,1-1-1 0 0,-1-1 0 0 0,0 1 0 0 0,1 0 1 0 0,-1-1-1 0 0,1 0 0 0 0,-1 1 1 0 0,8 0-1 0 0,14 3-704 0 0,1-1 0 0 0,0-2 1 0 0,32 0-1 0 0,-35-2-4442 0 0,43-8 0 0 0,-53 6 1261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3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 2052 0 0,'6'-9'9070'0'0,"-3"-2"-4374"0"0,-2 22-1866 0 0,-2 19-1484 0 0,-45 166 799 0 0,27-131-4277 0 0,0 0-4224 0 0,18-62 5716 0 0,1 0-507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4 163 2156 0 0,'0'-3'1796'0'0,"-1"-4"-618"0"0,0-1 77 0 0,0 0 0 0 0,1-1 0 0 0,0 1 0 0 0,1-10 0 0 0,0 15-1104 0 0,-1 1 0 0 0,1-1 0 0 0,-1 0 1 0 0,1 0-1 0 0,0 1 0 0 0,0-1 1 0 0,1 1-1 0 0,-1-1 0 0 0,0 1 1 0 0,1-1-1 0 0,0 1 0 0 0,-1 0 0 0 0,1 0 1 0 0,0 0-1 0 0,0 0 0 0 0,0 0 1 0 0,4-2-1 0 0,7-5 183 0 0,1 2-1 0 0,-1 0 1 0 0,1 0 0 0 0,1 2-1 0 0,-1 0 1 0 0,18-4 0 0 0,-22 6-247 0 0,0 1 0 0 0,0 1 0 0 0,1 0 0 0 0,-1 0 0 0 0,1 1 0 0 0,-1 1 0 0 0,0-1 0 0 0,1 2 0 0 0,17 3 0 0 0,-25-4-63 0 0,0 0 0 0 0,0 0 1 0 0,-1 0-1 0 0,1 0 0 0 0,0 0 1 0 0,-1 1-1 0 0,1-1 0 0 0,-1 1 1 0 0,0-1-1 0 0,1 1 1 0 0,-1 0-1 0 0,0 0 0 0 0,0 0 1 0 0,0 0-1 0 0,-1 0 0 0 0,1 1 1 0 0,0-1-1 0 0,-1 0 0 0 0,2 5 1 0 0,-1-4-7 0 0,-2 1-1 0 0,1-1 1 0 0,0 1 0 0 0,-1-1 0 0 0,0 1 0 0 0,0 0 0 0 0,0-1-1 0 0,0 1 1 0 0,0 0 0 0 0,-1-1 0 0 0,0 1 0 0 0,1-1-1 0 0,-3 5 1 0 0,-2 5 7 0 0,-1-1 0 0 0,0 0-1 0 0,0 0 1 0 0,-1 0 0 0 0,-1-1-1 0 0,-17 20 1 0 0,-44 33 367 0 0,67-63-205 0 0,-3 0-53 0 0,1-1 2 0 0,11-7-122 0 0,-2 3-4 0 0,0 1 0 0 0,0 0-1 0 0,0 1 1 0 0,0-1 0 0 0,0 1 0 0 0,0 0 0 0 0,1 1 0 0 0,-1-1 0 0 0,1 1 0 0 0,-1 0 0 0 0,1 0 0 0 0,-1 1-1 0 0,1 0 1 0 0,0 0 0 0 0,-1 0 0 0 0,1 0 0 0 0,-1 1 0 0 0,1 0 0 0 0,0 0 0 0 0,-1 1 0 0 0,0 0 0 0 0,1-1-1 0 0,-1 2 1 0 0,5 2 0 0 0,0 0 52 0 0,1 0 1 0 0,-1 1-1 0 0,-1 1 0 0 0,1 0 0 0 0,-1 0 0 0 0,-1 0 0 0 0,1 1 1 0 0,-1 1-1 0 0,0-1 0 0 0,12 20 0 0 0,-17-23-19 0 0,0-1 1 0 0,-1 1-1 0 0,0 0 0 0 0,0 0 0 0 0,0 0 0 0 0,0 1 0 0 0,-1-1 1 0 0,0 0-1 0 0,0 1 0 0 0,0-1 0 0 0,-1 0 0 0 0,0 1 0 0 0,0-1 1 0 0,0 1-1 0 0,-1-1 0 0 0,1 1 0 0 0,-1-1 0 0 0,-1 0 1 0 0,1 1-1 0 0,-1-1 0 0 0,0 0 0 0 0,0 0 0 0 0,0 0 0 0 0,-1 0 1 0 0,0-1-1 0 0,0 1 0 0 0,0-1 0 0 0,0 1 0 0 0,-1-1 1 0 0,1 0-1 0 0,-1-1 0 0 0,0 1 0 0 0,-1 0 0 0 0,1-1 0 0 0,0 0 1 0 0,-1 0-1 0 0,0-1 0 0 0,0 1 0 0 0,0-1 0 0 0,0 0 0 0 0,0 0 1 0 0,0 0-1 0 0,0-1 0 0 0,-1 0 0 0 0,-6 1 0 0 0,-2-1-21 0 0,0-1-1 0 0,0-1 1 0 0,-1 0-1 0 0,1 0 1 0 0,1-1-1 0 0,-26-8 1 0 0,20 4-921 0 0,1 0 0 0 0,0-2 0 0 0,0 0 0 0 0,-23-14 1 0 0,29 11-727 0 0,10 10 1041 0 0,1-1 0 0 0,0 1 0 0 0,0-1 0 0 0,-1 0 0 0 0,1 1 0 0 0,1-1 1 0 0,-1 0-1 0 0,0 0 0 0 0,0 0 0 0 0,1 1 0 0 0,-1-1 0 0 0,1 0 0 0 0,-1 0 0 0 0,1 0 0 0 0,0-3 1 0 0,1-6-3726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5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36 112 0 0,'0'0'1525'0'0,"14"-24"7250"0"0,-10 13-6464 0 0,-11 25-1293 0 0,-4 7-552 0 0,1-5-115 0 0,-1-1 0 0 0,-1 0 0 0 0,0 0 0 0 0,-1-1 0 0 0,-24 20 0 0 0,-80 52 733 0 0,114-84-1063 0 0,-59 38 307 0 0,-2-3-1 0 0,-1-3 0 0 0,-71 26 1 0 0,135-59-319 0 0,0-1 1 0 0,0 1-1 0 0,-1-1 1 0 0,1 1-1 0 0,0-1 1 0 0,-1 0-1 0 0,1 0 1 0 0,-1 1-1 0 0,1-1 1 0 0,0 0-1 0 0,-1 0 1 0 0,1 0-1 0 0,-1 0 1 0 0,1-1 0 0 0,0 1-1 0 0,-1 0 1 0 0,1-1-1 0 0,0 1 1 0 0,-1-1-1 0 0,1 1 1 0 0,0-1-1 0 0,-1 1 1 0 0,1-1-1 0 0,0 0 1 0 0,0 0-1 0 0,0 0 1 0 0,0 0-1 0 0,0 0 1 0 0,0 0-1 0 0,0 0 1 0 0,0 0-1 0 0,0 0 1 0 0,0 0-1 0 0,1 0 1 0 0,-2-3-1 0 0,1 2-7 0 0,0 0 0 0 0,0 0 0 0 0,1 0-1 0 0,-1-1 1 0 0,1 1 0 0 0,0 0 0 0 0,0 0-1 0 0,-1 0 1 0 0,1-1 0 0 0,1 1 0 0 0,-1 0-1 0 0,0 0 1 0 0,0 0 0 0 0,1-1 0 0 0,0-2-1 0 0,12-29 20 0 0,-8 24 12 0 0,1-1 1 0 0,1 2-1 0 0,-1-1 0 0 0,16-16 1 0 0,-17 21-18 0 0,-1 1 1 0 0,1-1 0 0 0,1 1 0 0 0,-1 0-1 0 0,0 1 1 0 0,1-1 0 0 0,0 1 0 0 0,0 0-1 0 0,11-4 1 0 0,-14 6-38 0 0,0 1 0 0 0,0-1 0 0 0,0 1-1 0 0,0-1 1 0 0,-1 1 0 0 0,1 0 0 0 0,0 0-1 0 0,0 0 1 0 0,0 1 0 0 0,0-1 0 0 0,0 1 0 0 0,0 0-1 0 0,0-1 1 0 0,0 1 0 0 0,-1 1 0 0 0,4 0 0 0 0,-1 1 7 0 0,-1 0 0 0 0,0 0 1 0 0,0 0-1 0 0,0 0 1 0 0,0 1-1 0 0,-1 0 1 0 0,0 0-1 0 0,5 6 0 0 0,2 6 20 0 0,-1-1-1 0 0,-1 1 1 0 0,-1 1-1 0 0,6 18 1 0 0,8 36 350 0 0,0-4-1412 0 0,-16-51-517 0 0,2 0 0 0 0,8 16 0 0 0,-13-29 746 0 0,1 1 1 0 0,-1-1-1 0 0,1 1 1 0 0,0-1-1 0 0,0 0 1 0 0,5 4-1 0 0,5 2-4562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25 2536 0 0,'15'-24'13541'0'0,"-39"127"-9691"0"0,14-67-3432 0 0,-6 46 0 0 0,12-39-938 0 0,0 53-1 0 0,5-68-3412 0 0,6 37 0 0 0,-3-51 40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1 268 0 0,'-4'0'2123'0'0,"-52"10"6223"0"0,54-10-7797 0 0,-8 4 1336 0 0,75 1-1776 0 0,10 1-4602 0 0,-68-4 1741 0 0,6 3-879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38 1536 0 0,'-69'36'9983'0'0,"68"-35"-9463"0"0,0-1-489 0 0,1-1 1 0 0,0 1-1 0 0,0 0 0 0 0,0 0 0 0 0,0 0 0 0 0,0 1 1 0 0,-1-1-1 0 0,1 0 0 0 0,0 0 0 0 0,0 0 0 0 0,0 0 1 0 0,0 0-1 0 0,-1 0 0 0 0,1 0 0 0 0,0 0 0 0 0,0 0 1 0 0,0 0-1 0 0,0 0 0 0 0,0 0 0 0 0,0 0 0 0 0,-1 1 1 0 0,1-1-1 0 0,0 0 0 0 0,0 0 0 0 0,0 0 0 0 0,0 0 1 0 0,0 0-1 0 0,0 0 0 0 0,0 1 0 0 0,0-1 0 0 0,0 0 1 0 0,0 0-1 0 0,0 0 0 0 0,0 0 0 0 0,0 0 0 0 0,-1 1 1 0 0,1-1-1 0 0,0 0 0 0 0,0 0 0 0 0,0 0 0 0 0,0 0 1 0 0,1 1-1 0 0,-1-1 0 0 0,0 0 0 0 0,0 0 0 0 0,0 0 1 0 0,0 1-7 0 0,1-1 1 0 0,-1 1 0 0 0,1-1 0 0 0,-1 0-1 0 0,1 1 1 0 0,-1-1 0 0 0,1 0 0 0 0,0 0 0 0 0,-1 1-1 0 0,1-1 1 0 0,-1 0 0 0 0,1 0 0 0 0,0 0-1 0 0,-1 0 1 0 0,1 0 0 0 0,0 0 0 0 0,-1 0-1 0 0,1 0 1 0 0,-1 0 0 0 0,1 0 0 0 0,0 0-1 0 0,-1 0 1 0 0,2 0 0 0 0,242-36-505 0 0,-79 9-3774 0 0,-108 18 1600 0 0,2-1-1682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39 2036 0 0,'-9'-5'1419'0'0,"0"-1"0"0"0,0 1 1 0 0,-1 1-1 0 0,0-1 0 0 0,1 2 0 0 0,-20-6 0 0 0,24 9-1209 0 0,0-1 0 0 0,1 1 1 0 0,-1 0-1 0 0,0 0 0 0 0,0 0 0 0 0,0 1 1 0 0,1-1-1 0 0,-1 1 0 0 0,0 1 0 0 0,1-1 1 0 0,-1 0-1 0 0,1 1 0 0 0,-1 0 0 0 0,1 0 0 0 0,0 1 1 0 0,0-1-1 0 0,-5 4 0 0 0,-5 6 120 0 0,0 0-1 0 0,1 0 1 0 0,1 1-1 0 0,0 1 1 0 0,1 0-1 0 0,-11 16 1 0 0,3 2 62 0 0,1 0 1 0 0,-13 34-1 0 0,12-18-90 0 0,1 1 1 0 0,-14 64-1 0 0,25-79-158 0 0,2-1 0 0 0,1 1 0 0 0,1 1 0 0 0,3 48 0 0 0,1-72-330 0 0,0-1 0 0 0,1 1 0 0 0,0-1 0 0 0,1 1 0 0 0,0-1 0 0 0,0 0 0 0 0,1 0 0 0 0,0 0 1 0 0,1-1-1 0 0,0 0 0 0 0,1 0 0 0 0,0 0 0 0 0,0 0 0 0 0,1-1 0 0 0,8 8 0 0 0,-8-9-754 0 0,0-1 0 0 0,1 0 0 0 0,0-1-1 0 0,0 1 1 0 0,1-2 0 0 0,0 1-1 0 0,-1-1 1 0 0,1 0 0 0 0,1-1 0 0 0,13 4-1 0 0,7 0-4202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92 784 0 0,'-8'-9'2201'0'0,"6"6"-1705"0"0,0 1 0 0 0,0-1 0 0 0,0 1 0 0 0,0 0 0 0 0,0 0 0 0 0,-1 0-1 0 0,1 0 1 0 0,0 0 0 0 0,-1 1 0 0 0,0-1 0 0 0,1 1 0 0 0,-1-1 0 0 0,0 1 0 0 0,-5-2 0 0 0,2 3-152 0 0,0-1 0 0 0,-1 1 0 0 0,1 0 0 0 0,0 1 0 0 0,0 0 1 0 0,0 0-1 0 0,0 0 0 0 0,0 0 0 0 0,0 1 0 0 0,0 0 0 0 0,0 0 0 0 0,1 1 1 0 0,-7 3-1 0 0,4-1-97 0 0,0 0 0 0 0,1 1 0 0 0,-1 0 0 0 0,1 0 0 0 0,0 1 0 0 0,1-1 0 0 0,-1 2 0 0 0,-6 9 0 0 0,8-9-168 0 0,-1 0 1 0 0,2 0-1 0 0,-1 0 1 0 0,1 0-1 0 0,1 1 1 0 0,-1 0-1 0 0,1-1 1 0 0,1 1-1 0 0,0 0 1 0 0,0 1-1 0 0,1-1 1 0 0,0 0-1 0 0,0 0 1 0 0,1 1-1 0 0,1-1 1 0 0,-1 0-1 0 0,1 0 0 0 0,1 1 1 0 0,3 9-1 0 0,-2-10-25 0 0,0-1 0 0 0,1 0-1 0 0,1-1 1 0 0,-1 1 0 0 0,1-1-1 0 0,0 0 1 0 0,1 0-1 0 0,0 0 1 0 0,0-1 0 0 0,0 0-1 0 0,1 0 1 0 0,0 0 0 0 0,0-1-1 0 0,11 6 1 0 0,-8-6-42 0 0,1 0 1 0 0,-1 0-1 0 0,1-1 0 0 0,1 0 1 0 0,-1-1-1 0 0,0-1 1 0 0,1 0-1 0 0,-1 0 0 0 0,1-1 1 0 0,15-1-1 0 0,-15 0-23 0 0,-1-1 1 0 0,1 0-1 0 0,-1-1 0 0 0,1-1 0 0 0,-1 0 1 0 0,0 0-1 0 0,0-1 0 0 0,0 0 0 0 0,-1-1 1 0 0,15-9-1 0 0,-18 9 14 0 0,0 0-1 0 0,0 0 1 0 0,0-1 0 0 0,0 0 0 0 0,-1 0 0 0 0,0-1-1 0 0,-1 0 1 0 0,1 0 0 0 0,-1 0 0 0 0,-1-1-1 0 0,1 0 1 0 0,-1 0 0 0 0,-1 0 0 0 0,5-12-1 0 0,-5 8 4 0 0,0 0-1 0 0,-1 0 1 0 0,-1 0-1 0 0,1 0 0 0 0,-2 0 1 0 0,0-1-1 0 0,0 1 1 0 0,-1 0-1 0 0,-1-1 0 0 0,0 1 1 0 0,0 0-1 0 0,-2 0 0 0 0,-4-13 1 0 0,5 17 9 0 0,-1-1-1 0 0,0 1 1 0 0,-1 1 0 0 0,1-1-1 0 0,-1 0 1 0 0,-1 1 0 0 0,1 0 0 0 0,-1 0-1 0 0,-1 1 1 0 0,1 0 0 0 0,-1 0 0 0 0,0 0-1 0 0,0 1 1 0 0,-1 0 0 0 0,1 0 0 0 0,-1 1-1 0 0,0 0 1 0 0,-15-5 0 0 0,20 8-98 0 0,1 0 0 0 0,-1 0 0 0 0,0 1 0 0 0,1-1 0 0 0,-1 1 0 0 0,0 0 0 0 0,0-1 0 0 0,1 1 0 0 0,-1 0 0 0 0,0 1 0 0 0,0-1 0 0 0,1 0 0 0 0,-1 1 0 0 0,0 0-1 0 0,1-1 1 0 0,-1 1 0 0 0,1 0 0 0 0,-1 0 0 0 0,1 1 0 0 0,-1-1 0 0 0,1 0 0 0 0,0 1 0 0 0,-1 0 0 0 0,1-1 0 0 0,0 1 0 0 0,0 0 0 0 0,-2 3 0 0 0,1-1-685 0 0,0 1 0 0 0,0-1-1 0 0,1 1 1 0 0,0 0 0 0 0,0 0 0 0 0,0 0 0 0 0,0 0-1 0 0,1 0 1 0 0,0 0 0 0 0,0 1 0 0 0,0-1-1 0 0,1 0 1 0 0,0 6 0 0 0,0 2-4022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1736 0 0,'4'0'4662'0'0,"15"1"78"0"0,-18-1-4538 0 0,0 0 1 0 0,0 0-1 0 0,0 0 1 0 0,0 0-1 0 0,-1 0 1 0 0,1 0-1 0 0,0 1 1 0 0,0-1 0 0 0,0 0-1 0 0,-1 1 1 0 0,1-1-1 0 0,0 0 1 0 0,0 1-1 0 0,-1-1 1 0 0,1 1-1 0 0,0-1 1 0 0,-1 1-1 0 0,1-1 1 0 0,-1 1 0 0 0,1 0-1 0 0,-1-1 1 0 0,1 1-1 0 0,-1 0 1 0 0,1-1-1 0 0,-1 1 1 0 0,1 0-1 0 0,-1 0 1 0 0,0 0-1 0 0,0-1 1 0 0,1 1-1 0 0,-1 0 1 0 0,0 1 0 0 0,-2 12 265 0 0,-11 21 586 0 0,-2-2-1 0 0,-25 41 0 0 0,21-40-2437 0 0,-26 64 0 0 0,41-79-1020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163 109 1204 0 0,'1'-5'1302'0'0,"0"4"-912"0"0,0-1 0 0 0,-1 1 0 0 0,1 0 0 0 0,-1-1 0 0 0,1 1 0 0 0,-1 0 0 0 0,1-1 0 0 0,-1 1 0 0 0,0-1 0 0 0,0 1 0 0 0,0 0 0 0 0,1-1 0 0 0,-2 1 0 0 0,1-1 0 0 0,0 1 0 0 0,0-1 0 0 0,0 1 0 0 0,-1 0 0 0 0,1-1 0 0 0,0 1 0 0 0,-1 0 0 0 0,-1-3 0 0 0,2 4-287 0 0,-1 0-1 0 0,1 0 0 0 0,-1 0 0 0 0,0 0 0 0 0,1 0 1 0 0,-1 0-1 0 0,0 0 0 0 0,1 0 0 0 0,-1 0 1 0 0,1 0-1 0 0,-1 0 0 0 0,0 0 0 0 0,1 0 0 0 0,-1 0 1 0 0,0 0-1 0 0,1 1 0 0 0,-1-1 0 0 0,1 0 0 0 0,-1 1 1 0 0,1-1-1 0 0,-1 0 0 0 0,0 1 0 0 0,-15 9 889 0 0,14-8-668 0 0,-11 7 282 0 0,0 1 0 0 0,1 0 1 0 0,0 1-1 0 0,1 1 0 0 0,-14 17 0 0 0,20-22-510 0 0,-1 0-1 0 0,2 0 1 0 0,-1 1-1 0 0,1 0 1 0 0,0 0-1 0 0,0 0 1 0 0,1 1-1 0 0,0-1 1 0 0,1 1-1 0 0,-1 0 1 0 0,0 9-1 0 0,3-15-54 0 0,0 0-1 0 0,0 0 1 0 0,0 0-1 0 0,0 0 0 0 0,0 0 1 0 0,1 0-1 0 0,-1 0 1 0 0,1 0-1 0 0,0 0 0 0 0,0 0 1 0 0,0 0-1 0 0,0 0 0 0 0,0-1 1 0 0,1 1-1 0 0,-1 0 1 0 0,1-1-1 0 0,0 1 0 0 0,-1-1 1 0 0,5 4-1 0 0,-3-3 6 0 0,1-1 0 0 0,-1 0 0 0 0,1 1 0 0 0,0-2 1 0 0,-1 1-1 0 0,1 0 0 0 0,0-1 0 0 0,0 1 0 0 0,1-1 0 0 0,-1 0 0 0 0,0 0 0 0 0,7 0 0 0 0,1-1 8 0 0,0 0-1 0 0,0 0 0 0 0,0-1 1 0 0,-1-1-1 0 0,1 0 0 0 0,0-1 1 0 0,-1 0-1 0 0,1 0 1 0 0,12-7-1 0 0,-11 3-28 0 0,0 0 0 0 0,0-1 0 0 0,0-1 0 0 0,-1 0 0 0 0,18-18 0 0 0,-23 20 3 0 0,-1 0 0 0 0,1 0 1 0 0,-1-1-1 0 0,0 0 0 0 0,-1-1 0 0 0,0 1 0 0 0,0-1 1 0 0,-1 0-1 0 0,5-15 0 0 0,-8 20-23 0 0,0 1-1 0 0,-1-1 0 0 0,1 0 1 0 0,-1 1-1 0 0,1-1 1 0 0,-1 0-1 0 0,0 0 1 0 0,-1 0-1 0 0,1 1 1 0 0,-1-1-1 0 0,1 0 1 0 0,-1 0-1 0 0,0 1 1 0 0,-1-1-1 0 0,1 1 1 0 0,-1-1-1 0 0,-2-4 1 0 0,1 3 20 0 0,-1 0 0 0 0,0 0 0 0 0,-1 0 1 0 0,1 1-1 0 0,-1-1 0 0 0,0 1 1 0 0,0 0-1 0 0,0 0 0 0 0,-9-4 1 0 0,-2 0-253 0 0,0 1 1 0 0,-1 0-1 0 0,0 1 1 0 0,0 1-1 0 0,0 1 1 0 0,-25-3-1 0 0,37 6-610 0 0,0 0 0 0 0,0 1 0 0 0,0-1 1 0 0,0 2-1 0 0,0-1 0 0 0,0 0 0 0 0,0 1 0 0 0,-8 2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28 1668 0 0,'10'-21'9552'0'0,"-5"15"-8358"0"0,-2 7-918 0 0,-1 0-1 0 0,1 0 0 0 0,0 0 0 0 0,0 0 0 0 0,-1 1 0 0 0,1-1 0 0 0,-1 1 0 0 0,1 0 0 0 0,-1-1 0 0 0,0 1 0 0 0,1 0 0 0 0,-1 1 0 0 0,0-1 0 0 0,3 5 0 0 0,28 43 2045 0 0,-23-33-1690 0 0,8 11 218 0 0,-1 2 1 0 0,-2 0 0 0 0,-1 1-1 0 0,-2 1 1 0 0,-1 0-1 0 0,8 35 1 0 0,-13-35-530 0 0,-1 2 0 0 0,-1-1-1 0 0,-2 0 1 0 0,-1 1 0 0 0,-2 0 0 0 0,-5 36 0 0 0,0-33-155 0 0,-2 0 1 0 0,-1-1-1 0 0,-1 0 0 0 0,-30 65 0 0 0,-19 11-884 0 0,-12-2-3286 0 0,64-100 2728 0 0,-9 14-1756 0 0,10-8-3583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8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1 504 0 0,'-14'2'1293'0'0,"-138"24"8031"0"0,150-25-9073 0 0,-1 0 106 0 0,3-1-342 0 0,0 0 0 0 0,0 0-1 0 0,0 0 1 0 0,0 0 0 0 0,-1 0-1 0 0,1 0 1 0 0,0 0 0 0 0,0 0 0 0 0,0 0-1 0 0,0 1 1 0 0,0-1 0 0 0,-1 0 0 0 0,1 0-1 0 0,0 0 1 0 0,0 0 0 0 0,0 0-1 0 0,0 0 1 0 0,0 0 0 0 0,-1 0 0 0 0,1 0-1 0 0,0 1 1 0 0,0-1 0 0 0,0 0 0 0 0,0 0-1 0 0,0 0 1 0 0,0 0 0 0 0,0 0 0 0 0,0 0-1 0 0,0 1 1 0 0,0-1 0 0 0,0 0-1 0 0,-1 0 1 0 0,1 0 0 0 0,0 0 0 0 0,0 1-1 0 0,0-1 1 0 0,0 0 0 0 0,0 0 0 0 0,0 0-1 0 0,0 0 1 0 0,0 0 0 0 0,0 1-1 0 0,18 2 82 0 0,-1-1 0 0 0,1 0-1 0 0,0-2 1 0 0,-1 0-1 0 0,33-4 1 0 0,-23 2-280 0 0,36-1-1368 0 0,-20 2-3235 0 0,-27 1 778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9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1524 0 0,'-104'31'13293'0'0,"102"-31"-12761"0"0,-1 1-8 0 0,-6 3 86 0 0,7-3 69 0 0,1 8 1227 0 0,7-5-1498 0 0,0-1 0 0 0,0 1 0 0 0,1-1 0 0 0,-1-1 0 0 0,1 1 0 0 0,-1-1 0 0 0,14 2 0 0 0,53 7 651 0 0,-62-10-847 0 0,58 4 162 0 0,130-8 1 0 0,-183 1-1646 0 0,-1 0 1 0 0,26-7 0 0 0,-25 4-2965 0 0,0 0 1 0 0,17-10-1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3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379 145 2168 0 0,'0'-15'5002'0'0,"0"12"-4647"0"0,0 1 0 0 0,0-1 0 0 0,0 1-1 0 0,-1-1 1 0 0,1 1 0 0 0,-1 0 0 0 0,0-1 0 0 0,1 1 0 0 0,-1 0-1 0 0,0-1 1 0 0,0 1 0 0 0,-1 0 0 0 0,1 0 0 0 0,0 0 0 0 0,-1 0-1 0 0,1 0 1 0 0,-1 0 0 0 0,1 1 0 0 0,-1-1 0 0 0,0 0 0 0 0,0 1-1 0 0,0-1 1 0 0,0 1 0 0 0,-4-2 0 0 0,3 1-199 0 0,0 1-1 0 0,-1 0 1 0 0,1 0 0 0 0,0 1-1 0 0,-1-1 1 0 0,1 1 0 0 0,0-1-1 0 0,-1 1 1 0 0,1 0 0 0 0,-1 0-1 0 0,1 1 1 0 0,-1-1 0 0 0,1 1-1 0 0,0-1 1 0 0,-1 1 0 0 0,1 0-1 0 0,-6 3 1 0 0,-7 5 110 0 0,0 0 0 0 0,1 1 0 0 0,0 1 0 0 0,1 0 0 0 0,0 1 0 0 0,1 0 0 0 0,0 1 0 0 0,1 1 0 0 0,-15 20 0 0 0,7-5 206 0 0,1 1 0 0 0,2 1 0 0 0,-26 62 0 0 0,38-79-391 0 0,0 1 1 0 0,0-1-1 0 0,2 1 1 0 0,0 1-1 0 0,0-1 0 0 0,2 0 1 0 0,0 26-1 0 0,1-36-59 0 0,0 1-1 0 0,1-1 0 0 0,0 1 1 0 0,0 0-1 0 0,0-1 1 0 0,1 0-1 0 0,-1 1 0 0 0,1-1 1 0 0,1 0-1 0 0,-1 0 1 0 0,1 0-1 0 0,0 0 0 0 0,0 0 1 0 0,0-1-1 0 0,1 1 0 0 0,-1-1 1 0 0,1 0-1 0 0,0 0 1 0 0,0 0-1 0 0,1-1 0 0 0,-1 1 1 0 0,1-1-1 0 0,8 4 1 0 0,-2-3-8 0 0,0 0 0 0 0,0-1 0 0 0,1 0 1 0 0,-1-1-1 0 0,1 0 0 0 0,-1-1 0 0 0,1 0 1 0 0,-1-1-1 0 0,1 0 0 0 0,0-1 0 0 0,-1 0 1 0 0,1-1-1 0 0,-1 0 0 0 0,13-5 0 0 0,4-2-7 0 0,0-1-1 0 0,-1-2 1 0 0,0 0-1 0 0,34-22 1 0 0,-29 14-30 0 0,-2-1 1 0 0,0-1 0 0 0,-2-2-1 0 0,29-29 1 0 0,-45 40 35 0 0,0 0 0 0 0,-1-1 0 0 0,-1 0-1 0 0,0-1 1 0 0,-1 0 0 0 0,-1 0 0 0 0,0-1 0 0 0,-1 0-1 0 0,-1-1 1 0 0,8-28 0 0 0,-12 37-16 0 0,-1 0 1 0 0,0 0-1 0 0,0 0 1 0 0,0 0-1 0 0,-1 0 1 0 0,-1 0-1 0 0,1 0 1 0 0,-1 0-1 0 0,0 1 1 0 0,-1-1-1 0 0,0 0 1 0 0,0 0-1 0 0,-1 1 1 0 0,0-1-1 0 0,0 1 1 0 0,-1 0-1 0 0,0 0 1 0 0,0 0-1 0 0,0 1 1 0 0,-1-1-1 0 0,0 1 1 0 0,-1 0-1 0 0,1 0 1 0 0,-1 1-1 0 0,0 0 1 0 0,0 0-1 0 0,-1 0 1 0 0,0 1-1 0 0,1 0 1 0 0,-1 0-1 0 0,-1 0 1 0 0,-12-3-1 0 0,-5-2-374 0 0,-1 2 1 0 0,0 2-1 0 0,0 0 0 0 0,0 1 0 0 0,-53 0 1 0 0,-136 19-8466 0 0,182-11 6449 0 0,-64 7-6456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6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68 139 36 0 0,'-57'-55'13766'0'0,"49"47"-11887"0"0,8 8-1854 0 0,-1 0 1 0 0,1 0-1 0 0,0 0 1 0 0,0-1-1 0 0,0 1 1 0 0,0 0 0 0 0,0 0-1 0 0,0 0 1 0 0,-1 0-1 0 0,1 0 1 0 0,0 0-1 0 0,0 0 1 0 0,0 0-1 0 0,0-1 1 0 0,0 1-1 0 0,0 0 1 0 0,0 0-1 0 0,0 0 1 0 0,0 0 0 0 0,0 0-1 0 0,-1-1 1 0 0,1 1-1 0 0,0 0 1 0 0,0 0-1 0 0,0 0 1 0 0,0 0-1 0 0,0-1 1 0 0,0 1-1 0 0,0 0 1 0 0,0 0-1 0 0,0 0 1 0 0,0 0-1 0 0,0 0 1 0 0,0-1 0 0 0,0 1-1 0 0,1 0 1 0 0,-1 0-1 0 0,0 0 1 0 0,0 0-1 0 0,0 0 1 0 0,0-1-1 0 0,0 1 1 0 0,0 0-1 0 0,0 0 1 0 0,0 0-1 0 0,0 0 1 0 0,1 0 0 0 0,-1 0-1 0 0,0-1 1 0 0,0 1-1 0 0,0 0 1 0 0,0 0-1 0 0,1 0 1 0 0,13-4 573 0 0,32 0-470 0 0,-30 2 27 0 0,180-18 139 0 0,17-1-566 0 0,-74 5-3532 0 0,-122 15 2185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7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 1712 0 0,'-3'-1'3472'0'0,"-38"-3"3765"0"0,38 3-6974 0 0,-8 12 994 0 0,-72 345 5022 0 0,42-166-5768 0 0,28-127-482 0 0,-5 21-290 0 0,1-31-3447 0 0,6-31-5296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51 348 0 0,'-114'37'12415'0'0,"99"-33"-11317"0"0,13-4-520 0 0,2 0-537 0 0,0 0 0 0 0,0 0 0 0 0,0 0 0 0 0,-1 0 0 0 0,1 0-1 0 0,0 0 1 0 0,0 0 0 0 0,0 0 0 0 0,0 0 0 0 0,-1 0 0 0 0,1 0 0 0 0,0 0 0 0 0,0 0 0 0 0,0 0 0 0 0,-1 0 0 0 0,1 0 0 0 0,0 0 0 0 0,0 1 0 0 0,0-1 0 0 0,0 0 0 0 0,0 0 0 0 0,-1 0 0 0 0,1 0 0 0 0,0 0 0 0 0,0 0 0 0 0,0 0 0 0 0,0 1 0 0 0,0-1 0 0 0,0 0 0 0 0,0 0 0 0 0,-1 0 0 0 0,1 0 0 0 0,0 0 0 0 0,0 1 0 0 0,0-1 0 0 0,0 0 0 0 0,0 0 0 0 0,0 0 0 0 0,0 0 0 0 0,0 1-1 0 0,0-1 1 0 0,0 0 0 0 0,0 0 0 0 0,0 0 0 0 0,0 1 0 0 0,0-1 0 0 0,0 0 0 0 0,0 0 0 0 0,0 0 0 0 0,0 0 0 0 0,0 1 0 0 0,1-1 21 0 0,0 1 0 0 0,0-1 0 0 0,0 1 0 0 0,0-1-1 0 0,0 0 1 0 0,0 0 0 0 0,0 1 0 0 0,0-1 0 0 0,1 0 0 0 0,-1 0 0 0 0,0 0-1 0 0,0 0 1 0 0,0 0 0 0 0,1 0 0 0 0,308-34 1325 0 0,-135 13-1203 0 0,-56 4-61 0 0,21-2-28 0 0,-134 19-389 0 0,-1-1-1 0 0,1 0 0 0 0,-1 0 1 0 0,1 0-1 0 0,5-3 0 0 0,-5 2-1126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8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632 38 756 0 0,'27'-38'9265'0'0,"-46"51"-6607"0"0,-87 127 2909 0 0,24-28-3821 0 0,25-46-1374 0 0,-2-3-1 0 0,-3-2 1 0 0,-114 87 0 0 0,173-146-362 0 0,0 0 0 0 0,0 1 0 0 0,0-1 0 0 0,0 0 0 0 0,-1-1 0 0 0,1 1 1 0 0,0-1-1 0 0,-1 1 0 0 0,1-1 0 0 0,-1 0 0 0 0,1 0 0 0 0,-1-1 0 0 0,0 1 1 0 0,1-1-1 0 0,-1 0 0 0 0,0 0 0 0 0,1 0 0 0 0,-1 0 0 0 0,-4-1 0 0 0,6 0-11 0 0,1 1 0 0 0,-1-1 0 0 0,1 0 0 0 0,0 0 0 0 0,0 0 0 0 0,-1 0 0 0 0,1 1 0 0 0,0-2 0 0 0,0 1 0 0 0,0 0 0 0 0,0 0 0 0 0,0 0 0 0 0,0 0 0 0 0,0-1 0 0 0,0 1 0 0 0,1 0 0 0 0,-1-1 0 0 0,0 1 0 0 0,1-1 0 0 0,-1 1 0 0 0,1-1 0 0 0,0 1 0 0 0,-1-3 0 0 0,0-36-29 0 0,1 28 19 0 0,1-9-16 0 0,1 0 1 0 0,0 0-1 0 0,2 1 0 0 0,0-1 1 0 0,1 1-1 0 0,1 0 0 0 0,1 0 1 0 0,16-30-1 0 0,-22 47 21 0 0,1 0 1 0 0,-1 0-1 0 0,1 1 0 0 0,0-1 1 0 0,0 1-1 0 0,0-1 1 0 0,0 1-1 0 0,0 0 0 0 0,0-1 1 0 0,1 1-1 0 0,-1 0 1 0 0,1 1-1 0 0,2-3 0 0 0,15-4-32 0 0,-15 8 34 0 0,-2 1 0 0 0,0 0 4 0 0,0-1 1 0 0,-1 1 0 0 0,1 0 0 0 0,0-1-1 0 0,0 2 1 0 0,0-1 0 0 0,-1 0 0 0 0,1 0-1 0 0,0 1 1 0 0,-1-1 0 0 0,0 1 0 0 0,1 0-1 0 0,2 3 1 0 0,27 28 18 0 0,-31-32-19 0 0,11 14 17 0 0,-1 0-1 0 0,0 1 1 0 0,-2 0 0 0 0,12 23 0 0 0,22 72-702 0 0,-19-45-2285 0 0,-23-63 2624 0 0,18 39-3408 0 0,0-19-2192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0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26 2180 0 0,'25'-20'12961'0'0,"-24"19"-12807"0"0,-1 1-1 0 0,1-1 1 0 0,-1 1 0 0 0,1 0 0 0 0,-1-1 0 0 0,1 1-1 0 0,-1 0 1 0 0,1-1 0 0 0,-1 1 0 0 0,1 0 0 0 0,0 0-1 0 0,-1-1 1 0 0,1 1 0 0 0,-1 0 0 0 0,1 0-1 0 0,0 0 1 0 0,-1 0 0 0 0,1 0 0 0 0,0 0 0 0 0,-1 0-1 0 0,1 0 1 0 0,0 0 0 0 0,-1 0 0 0 0,1 0 0 0 0,0 0-1 0 0,-1 1 1 0 0,1-1 0 0 0,-1 0 0 0 0,1 0 0 0 0,1 1-1 0 0,-1 1-13 0 0,-1 0-1 0 0,1 0 0 0 0,0 0 0 0 0,-1 0 0 0 0,1 0 0 0 0,-1 0 0 0 0,0 0 0 0 0,1 0 1 0 0,-1 0-1 0 0,0 0 0 0 0,-1 3 0 0 0,-1 27 135 0 0,-1 0 0 0 0,-2-1-1 0 0,-12 41 1 0 0,-6 39-3439 0 0,15-58-1995 0 0,6-36 2629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3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322 665 156 0 0,'-18'-12'281'0'0,"1"-1"-1"0"0,0-1 1 0 0,0 0-1 0 0,1-2 1 0 0,1 1 0 0 0,1-2-1 0 0,-13-18 1 0 0,-1-5-58 0 0,13 19-137 0 0,0 0 0 0 0,-11-26 0 0 0,9 14-68 0 0,2 4-31 0 0,1-1 0 0 0,1 0 0 0 0,1 0 1 0 0,-13-58-1 0 0,25 83-9 0 0,-1 0 0 0 0,1 0 0 0 0,1 1 0 0 0,-1-1 0 0 0,1 0 0 0 0,-1 0 0 0 0,1 0 0 0 0,1 0 0 0 0,-1 0 0 0 0,1 1 0 0 0,0-1 1 0 0,0 0-1 0 0,0 1 0 0 0,1 0 0 0 0,-1-1 0 0 0,1 1 0 0 0,0 0 0 0 0,4-4 0 0 0,-2 2-10 0 0,1 1 0 0 0,0 0 0 0 0,0 0 0 0 0,0 0 0 0 0,1 0 0 0 0,-1 1 0 0 0,1 0 0 0 0,0 1 0 0 0,0-1 0 0 0,15-4 0 0 0,12-2-656 0 0,-17 6 201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4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49 1516 0 0,'10'-24'5710'0'0,"-9"23"-5555"0"0,-1 0 0 0 0,0 0 0 0 0,0 0 0 0 0,0 0 0 0 0,1 0 0 0 0,-1 0 0 0 0,0 0 0 0 0,0 0 0 0 0,0 0 0 0 0,-1 0 0 0 0,1 0 0 0 0,0 0 0 0 0,0 1 0 0 0,0-1 0 0 0,-1 0 0 0 0,1 0 0 0 0,-1 0 0 0 0,1 0 0 0 0,-1-1 0 0 0,0 1-92 0 0,0 1 0 0 0,1-1 0 0 0,-1 1 0 0 0,0-1 0 0 0,1 1 0 0 0,-1 0 0 0 0,0 0 0 0 0,1-1 0 0 0,-1 1 0 0 0,0 0 0 0 0,0 0 0 0 0,0 0-1 0 0,1 0 1 0 0,-1 0 0 0 0,0 0 0 0 0,0 0 0 0 0,1 0 0 0 0,-1 0 0 0 0,-1 0 0 0 0,-3 1 63 0 0,0 1 1 0 0,-1 0-1 0 0,1 0 1 0 0,1 0-1 0 0,-1 0 1 0 0,-6 4-1 0 0,-12 10 277 0 0,1 1-1 0 0,1 0 0 0 0,1 1 0 0 0,-34 39 0 0 0,-60 94 138 0 0,108-144-510 0 0,-10 16 36 0 0,1 1-1 0 0,-18 37 1 0 0,29-52-55 0 0,0 1 0 0 0,0-1 1 0 0,1 1-1 0 0,0 0 0 0 0,1 0 0 0 0,0 0 0 0 0,1 0 0 0 0,0 0 0 0 0,0 0 0 0 0,2 13 0 0 0,-1-20-7 0 0,1 1 1 0 0,0 0-1 0 0,0-1 1 0 0,0 0-1 0 0,0 1 0 0 0,0-1 1 0 0,1 0-1 0 0,-1 1 0 0 0,1-1 1 0 0,0 0-1 0 0,0 0 1 0 0,0 0-1 0 0,1-1 0 0 0,4 5 1 0 0,-3-3-123 0 0,1 0 1 0 0,0-1-1 0 0,-1 0 0 0 0,1 0 1 0 0,1-1-1 0 0,-1 0 1 0 0,0 1-1 0 0,9 1 0 0 0,3-1-1028 0 0,1 0 0 0 0,0 0-1 0 0,-1-2 1 0 0,35-1-1 0 0,-12-5-2618 0 0,-23 2 1289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4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27 1812 0 0,'13'-26'15981'0'0,"-13"34"-15876"0"0,-2 27 561 0 0,-10 59 1 0 0,-2 19-1265 0 0,13-97-790 0 0,1-1-1 0 0,4 28 0 0 0,-4-41 900 0 0,3 9-552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27 230 1304 0 0,'-18'-25'11452'0'0,"10"12"-8275"0"0,11 4-1544 0 0,-1 7-1535 0 0,1 1 0 0 0,0-1 0 0 0,0 1-1 0 0,0 0 1 0 0,0 0 0 0 0,0 0 0 0 0,3 0 0 0 0,11-4 174 0 0,305-113 550 0 0,-284 104-806 0 0,-6 2-9 0 0,3-1-18 0 0,-33 12-6 0 0,6-3 482 0 0,2-1-2150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5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54 1868 0 0,'-21'-11'8600'0'0,"-18"-12"-559"0"0,66 12-7361 0 0,11 7-521 0 0,56 0 1 0 0,-92 4-160 0 0,3 0-3 0 0,1 0 0 0 0,-1 0 0 0 0,1 1 0 0 0,-1-1 0 0 0,1 1 1 0 0,7 3-1 0 0,-11-4 5 0 0,0 0 1 0 0,0 1-1 0 0,-1-1 1 0 0,1 1-1 0 0,0-1 1 0 0,0 1-1 0 0,-1 0 1 0 0,1 0-1 0 0,0 0 1 0 0,-1 0-1 0 0,1 0 0 0 0,-1 0 1 0 0,1 0-1 0 0,-1 0 1 0 0,0 1-1 0 0,1-1 1 0 0,-1 0-1 0 0,1 3 1 0 0,1 0 3 0 0,-2-3-5 0 0,0 1-1 0 0,-1-1 0 0 0,1 1 1 0 0,-1-1-1 0 0,1 1 1 0 0,-1 0-1 0 0,1-1 1 0 0,-1 1-1 0 0,0-1 1 0 0,0 1-1 0 0,0 0 1 0 0,0-1-1 0 0,0 1 0 0 0,0 0 1 0 0,0-1-1 0 0,-1 1 1 0 0,0 2-1 0 0,-11 27 17 0 0,9-24-18 0 0,-8 15 7 0 0,-1 0 1 0 0,-1 0-1 0 0,-22 26 0 0 0,-53 57 39 0 0,30-39 92 0 0,23-26 72 0 0,11-12 32 0 0,-40 57 1 0 0,64-84-209 0 0,-1-1 1 0 0,1 1-1 0 0,-1 0 1 0 0,1-1-1 0 0,-1 1 0 0 0,1 0 1 0 0,-1-1-1 0 0,1 1 1 0 0,0 0-1 0 0,-1 0 0 0 0,1-1 1 0 0,0 1-1 0 0,0 0 1 0 0,0 0-1 0 0,-1-1 0 0 0,1 1 1 0 0,0 0-1 0 0,0 0 1 0 0,0 0-1 0 0,0-1 0 0 0,0 1 1 0 0,1 0-1 0 0,-1 0 1 0 0,0 0-1 0 0,0-1 1 0 0,0 1-1 0 0,1 0 0 0 0,-1 0 1 0 0,0-1-1 0 0,1 1 1 0 0,-1 0-1 0 0,1-1 0 0 0,-1 1 1 0 0,1 0-1 0 0,-1-1 1 0 0,1 1-1 0 0,-1 0 0 0 0,1-1 1 0 0,-1 1-1 0 0,1-1 1 0 0,0 0-1 0 0,0 1 0 0 0,-1-1 1 0 0,1 1-1 0 0,0-1 1 0 0,-1 0-1 0 0,1 1 1 0 0,0-1-1 0 0,0 0 0 0 0,0 0 1 0 0,-1 0-1 0 0,1 0 1 0 0,0 0-1 0 0,0 0 0 0 0,0 0 1 0 0,-1 0-1 0 0,2 0 1 0 0,6 1 109 0 0,0-1 1 0 0,0-1-1 0 0,-1 1 1 0 0,11-3-1 0 0,39-9 52 0 0,0-3-1 0 0,-1-3 1 0 0,57-26-1 0 0,-30 12-790 0 0,-82 31-107 0 0,10-3-2009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5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2772 0 0,'18'-20'19850'0'0,"-15"19"-19171"0"0,13 195 6731 0 0,-1-59-6486 0 0,0 115-2360 0 0,-14-241-604 0 0,0 12 1716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6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1 163 520 0 0,'0'-3'2571'0'0,"8"-42"11718"0"0,1 21-11211 0 0,12 12-2779 0 0,0 0 0 0 0,1 2 0 0 0,23-9 0 0 0,14-1-3046 0 0,-3 3-7911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4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41 288 0 0,'-27'26'5264'0'0,"19"-20"-3728"0"0,0 1 0 0 0,1 0-1 0 0,0 0 1 0 0,0 1 0 0 0,1-1 0 0 0,-9 15 0 0 0,15-22-1472 0 0,0 1 0 0 0,0-1 1 0 0,0 0-1 0 0,-1 1 0 0 0,1-1 1 0 0,0 1-1 0 0,0-1 0 0 0,0 1 1 0 0,0-1-1 0 0,0 0 0 0 0,0 1 1 0 0,0-1-1 0 0,0 1 0 0 0,0-1 1 0 0,0 1-1 0 0,0-1 0 0 0,0 0 1 0 0,0 1-1 0 0,0-1 0 0 0,0 1 1 0 0,1-1-1 0 0,-1 1 0 0 0,0-1 1 0 0,0 0-1 0 0,0 1 0 0 0,1-1 1 0 0,-1 0-1 0 0,0 1 0 0 0,1-1 0 0 0,-1 0 1 0 0,0 1-1 0 0,1-1 0 0 0,-1 0 1 0 0,0 1-1 0 0,1-1 0 0 0,-1 0 1 0 0,0 0-1 0 0,1 0 0 0 0,-1 1 1 0 0,1-1-1 0 0,0 0 0 0 0,14 3 478 0 0,-14-3-444 0 0,9 1 43 0 0,1-2 0 0 0,0 0 0 0 0,-1 0 0 0 0,1-1 0 0 0,15-4 0 0 0,-5 1-44 0 0,46-9-146 0 0,200-43-3777 0 0,-92 10-4974 0 0,-124 31 3292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6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196 202 976 0 0,'13'-11'7173'0'0,"-12"10"-6646"0"0,0 0 0 0 0,-1 0 0 0 0,1-1 1 0 0,0 1-1 0 0,0-1 0 0 0,-1 1 0 0 0,2-3 0 0 0,-2 4-451 0 0,0-1-1 0 0,0 1 1 0 0,0-1-1 0 0,0 1 1 0 0,0-1-1 0 0,0 1 1 0 0,0-1-1 0 0,-1 1 1 0 0,1 0-1 0 0,0-1 1 0 0,0 1-1 0 0,0-1 1 0 0,0 1 0 0 0,-1-1-1 0 0,1 1 1 0 0,0-1-1 0 0,0 1 1 0 0,-1 0-1 0 0,1-1 1 0 0,0 1-1 0 0,-1 0 1 0 0,1-1-1 0 0,0 1 1 0 0,-1 0-1 0 0,0-1 1 0 0,-4-1-47 0 0,1 0 0 0 0,-1 0-1 0 0,0 0 1 0 0,-1 1 0 0 0,1 0 0 0 0,-8-1-1 0 0,-32-5 38 0 0,2 2 10 0 0,-19-4 14 0 0,59 8-77 0 0,-11-4-41 0 0,22 2 25 0 0,0-1 0 0 0,0 1 0 0 0,0 0 0 0 0,0 1 0 0 0,0 0 0 0 0,0 0 0 0 0,1 1 0 0 0,9-1 0 0 0,7-2-1 0 0,297-69 60 0 0,-261 54 1009 0 0,-59 19-802 0 0,19-6 943 0 0,-20 5-1178 0 0,0 1 0 0 0,0-1 0 0 0,0 1 0 0 0,0 0 0 0 0,0-1 0 0 0,0 1 0 0 0,0 0 1 0 0,0 0-1 0 0,1-1 0 0 0,-1 1 0 0 0,0 0 0 0 0,0 0 0 0 0,1 0 0 0 0,-1 1-27 0 0,0 0 0 0 0,-1-1 0 0 0,1 1 0 0 0,-1 0 0 0 0,0-1 0 0 0,1 1-1 0 0,-1 0 1 0 0,0 0 0 0 0,1-1 0 0 0,-1 1 0 0 0,0 0 0 0 0,0 0 0 0 0,1 0 0 0 0,-1-1 0 0 0,0 1 0 0 0,0 0 0 0 0,0 0 0 0 0,0 0 0 0 0,0 0 0 0 0,0-1 0 0 0,-1 1 0 0 0,1 0 0 0 0,0 0 0 0 0,-1 1 0 0 0,-58 310 1564 0 0,33-189-970 0 0,-56 256 455 0 0,115-417-11750 0 0,-25 25 7485 0 0,4-4-1400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6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1992 0 0,'4'-10'9363'0'0,"-3"9"-9146"0"0,1-1 1 0 0,-1 1-1 0 0,1 0 0 0 0,-1-1 0 0 0,1 1 1 0 0,-1 0-1 0 0,1 0 0 0 0,0 0 0 0 0,-1 0 1 0 0,1 0-1 0 0,0 0 0 0 0,0 1 1 0 0,0-1-1 0 0,0 0 0 0 0,0 1 0 0 0,0 0 1 0 0,2-1-1 0 0,8-2 79 0 0,55-9 188 0 0,16-4-1106 0 0,-30-3-7796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22 1148 0 0,'-4'-21'12840'0'0,"4"20"-12623"0"0,-5 3-40 0 0,1 0 0 0 0,0 0 0 0 0,0 0 0 0 0,0 1 0 0 0,0 0 0 0 0,1-1 0 0 0,-1 1 0 0 0,1 0 1 0 0,-1 1-1 0 0,1-1 0 0 0,0 1 0 0 0,1-1 0 0 0,-1 1 0 0 0,-3 7 0 0 0,-7 11 511 0 0,-13 35 0 0 0,13-28-209 0 0,0 0-92 0 0,1 1 0 0 0,2 0 1 0 0,1 0-1 0 0,-8 42 0 0 0,15-58-281 0 0,0 1 0 0 0,1-1 0 0 0,0 1 0 0 0,1 0 0 0 0,1-1 1 0 0,0 1-1 0 0,1-1 0 0 0,1 1 0 0 0,0-1 0 0 0,1 0 0 0 0,9 23 0 0 0,-11-32-73 0 0,1 0 1 0 0,0 0 0 0 0,0 0 0 0 0,0 0-1 0 0,1-1 1 0 0,0 1 0 0 0,0-1-1 0 0,0 0 1 0 0,0 0 0 0 0,0 0 0 0 0,1-1-1 0 0,0 0 1 0 0,0 0 0 0 0,0 0 0 0 0,0 0-1 0 0,0-1 1 0 0,1 1 0 0 0,9 1-1 0 0,-9-2-10 0 0,1-1 0 0 0,-1 0 0 0 0,1-1 0 0 0,0 0 0 0 0,-1 0-1 0 0,1 0 1 0 0,0-1 0 0 0,-1 0 0 0 0,1 0 0 0 0,-1-1 0 0 0,1 0-1 0 0,-1 0 1 0 0,0 0 0 0 0,0-1 0 0 0,12-6 0 0 0,-7 1-6 0 0,0 0 0 0 0,-1 0 0 0 0,0-1 0 0 0,-1-1 0 0 0,0 1 0 0 0,0-2 0 0 0,-1 1 0 0 0,0-1-1 0 0,-1 0 1 0 0,0-1 0 0 0,-1 1 0 0 0,9-26 0 0 0,-8 18-22 0 0,-1 0 1 0 0,0-1-1 0 0,-2 0 0 0 0,-1 0 0 0 0,0 0 0 0 0,-1 0 0 0 0,-2-39 0 0 0,-2 48-8 0 0,1 0-1 0 0,-1 0 1 0 0,-1 1 0 0 0,0-1-1 0 0,0 1 1 0 0,-1-1 0 0 0,0 1-1 0 0,-1 1 1 0 0,0-1 0 0 0,-1 1-1 0 0,0 0 1 0 0,0 0 0 0 0,-1 0-1 0 0,0 1 1 0 0,-1 0-1 0 0,1 0 1 0 0,-2 1 0 0 0,1 0-1 0 0,-1 1 1 0 0,0-1 0 0 0,0 2-1 0 0,-1-1 1 0 0,0 1 0 0 0,1 1-1 0 0,-2 0 1 0 0,1 0 0 0 0,0 1-1 0 0,-1 1 1 0 0,0-1-1 0 0,1 2 1 0 0,-1-1 0 0 0,-22 1-1 0 0,27 2-473 0 0,0-1-1 0 0,-1 1 0 0 0,1 0 1 0 0,0 0-1 0 0,0 0 0 0 0,0 1 0 0 0,0 0 1 0 0,0 0-1 0 0,-11 7 0 0 0,16-9 349 0 0,1 0-1 0 0,-1 1 0 0 0,1 0 1 0 0,-1-1-1 0 0,1 1 1 0 0,-1-1-1 0 0,1 1 0 0 0,0-1 1 0 0,-1 1-1 0 0,1 0 0 0 0,0-1 1 0 0,-1 1-1 0 0,1 0 0 0 0,0-1 1 0 0,0 1-1 0 0,0 0 1 0 0,0-1-1 0 0,0 1 0 0 0,0 0 1 0 0,0 0-1 0 0,0-1 0 0 0,0 1 1 0 0,0 0-1 0 0,0-1 1 0 0,0 1-1 0 0,0 0 0 0 0,0-1 1 0 0,0 1-1 0 0,1 0 0 0 0,-1-1 1 0 0,0 1-1 0 0,1 0 0 0 0,-1-1 1 0 0,1 2-1 0 0,0 0-514 0 0,0-1 0 0 0,1 1 0 0 0,-1 0-1 0 0,1 0 1 0 0,-1-1 0 0 0,1 1 0 0 0,-1-1 0 0 0,5 3-1 0 0,5 2-3960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1276 0 0,'2'0'3605'0'0,"34"-3"5421"0"0,-30 3-9305 0 0,-4-1 863 0 0,2 1-343 0 0,31 0-148 0 0,125 2 117 0 0,-53 7-9236 0 0,-93-8 5700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27 844 0 0,'-48'32'11342'0'0,"39"-25"-9939"0"0,9-7-1377 0 0,0 0-1 0 0,0 0 1 0 0,0 0 0 0 0,0 0 0 0 0,-1 1 0 0 0,1-1-1 0 0,0 0 1 0 0,0 0 0 0 0,0 0 0 0 0,0 0 0 0 0,0 1-1 0 0,-1-1 1 0 0,1 0 0 0 0,0 0 0 0 0,0 0 0 0 0,0 0-1 0 0,0 1 1 0 0,0-1 0 0 0,0 0 0 0 0,0 0 0 0 0,0 0 0 0 0,0 1-1 0 0,0-1 1 0 0,0 0 0 0 0,0 0 0 0 0,0 1 0 0 0,0-1-1 0 0,0 0 1 0 0,0 0 0 0 0,0 0 0 0 0,0 1 0 0 0,0-1-1 0 0,0 0 1 0 0,0 0 0 0 0,0 0 0 0 0,0 1 0 0 0,0-1-1 0 0,1 0 1 0 0,-1 0 0 0 0,0 0 0 0 0,0 0 0 0 0,0 1-1 0 0,0-1 1 0 0,0 0 0 0 0,1 0 0 0 0,-1 0 0 0 0,0 0-1 0 0,0 0 1 0 0,0 0 0 0 0,1 1 0 0 0,-1-1 0 0 0,0 0 0 0 0,0 0-1 0 0,0 0 1 0 0,1 0 0 0 0,-1 0 0 0 0,0 0 0 0 0,0 0-1 0 0,0 0 1 0 0,1 0 0 0 0,-1 0 0 0 0,0 0 0 0 0,0 0-1 0 0,0 0 1 0 0,1 0 0 0 0,-1 0 0 0 0,0 0 0 0 0,0 0-1 0 0,28-1-249 0 0,0-1 0 0 0,0-1-1 0 0,51-14 1 0 0,-53 10-2463 0 0,-2-1-1 0 0,31-15 0 0 0,-31 10-1317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39:58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69 289 2212 0 0,'3'-23'17049'0'0,"-8"-1"-11306"0"0,3 20-5670 0 0,0-1 0 0 0,0 1-1 0 0,-1 0 1 0 0,1-1-1 0 0,-1 1 1 0 0,0 0 0 0 0,0 1-1 0 0,0-1 1 0 0,-1 1-1 0 0,1-1 1 0 0,-5-2 0 0 0,-8-15-166 0 0,11 13 145 0 0,4 6-57 0 0,0 2 3 0 0,1 0 1 0 0,0 0-1 0 0,0 0 1 0 0,-1 0-1 0 0,1 0 1 0 0,0 0-1 0 0,0 0 1 0 0,0 0-1 0 0,-1 0 1 0 0,1 0-1 0 0,0 0 1 0 0,0 0-1 0 0,-1 0 1 0 0,1 0-1 0 0,0-1 1 0 0,0 1 0 0 0,0 0-1 0 0,0 0 1 0 0,-1 0-1 0 0,1 0 1 0 0,0-1-1 0 0,0 1 1 0 0,0 0-1 0 0,0 0 1 0 0,-1 0-1 0 0,1-1 1 0 0,0 1-1 0 0,0 0 1 0 0,0 0-1 0 0,0-1 1 0 0,0 1-1 0 0,0 0 1 0 0,0 0-1 0 0,0 0 1 0 0,0-1-1 0 0,0 1 1 0 0,0 0-1 0 0,0 0 1 0 0,0-1-1 0 0,0 1 1 0 0,0 0-1 0 0,0 0 1 0 0,0-1-1 0 0,0 1 1 0 0,0 0 0 0 0,0 0-1 0 0,0 0 1 0 0,1-1-1 0 0,-1 1 1 0 0,0 0-1 0 0,0 0 1 0 0,0 0-1 0 0,0-1 1 0 0,0 1-1 0 0,1 0 1 0 0,-1 0-1 0 0,0 0 1 0 0,0 0-1 0 0,0-1 1 0 0,1 1-1 0 0,0-1-4 0 0,0 0-1 0 0,0 0 0 0 0,-1 0 0 0 0,2-1 1 0 0,-1 2-1 0 0,0-1 0 0 0,0 0 1 0 0,0 0-1 0 0,0 0 0 0 0,1 0 1 0 0,-1 1-1 0 0,2-2 0 0 0,166-30-38 0 0,16-4 124 0 0,-176 34 29 0 0,0-1 1 0 0,-1 0 0 0 0,0-1-1 0 0,1 0 1 0 0,-2 0 0 0 0,1-1-1 0 0,0 0 1 0 0,-1 0 0 0 0,10-10-1 0 0,-16 14 245 0 0,18-17 2166 0 0,-17 17-2500 0 0,-1 6-15 0 0,-4 17-24 0 0,-7 23 7 0 0,-31 95-306 0 0,-44 154 657 0 0,31-98-5768 0 0,38-135 529 0 0,6-20-3491 0 0,5-20-134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0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55 980 0 0,'0'0'1560'0'0,"1"-10"2633"0"0,-1 8-3989 0 0,-1 0-1 0 0,1 0 1 0 0,-1 0 0 0 0,0 1-1 0 0,1-1 1 0 0,-1 0-1 0 0,0 0 1 0 0,0 1 0 0 0,-1-1-1 0 0,1 0 1 0 0,0 1-1 0 0,0-1 1 0 0,-1 1 0 0 0,1 0-1 0 0,-1-1 1 0 0,1 1-1 0 0,-4-2 1 0 0,2 1-68 0 0,-1 0 0 0 0,0 1 0 0 0,0-1 0 0 0,-1 1 0 0 0,1 0 0 0 0,0 0 0 0 0,-8-1 0 0 0,1 1-125 0 0,1 1 0 0 0,-1 0 0 0 0,1 1 1 0 0,-1 0-1 0 0,0 0 0 0 0,-11 4 0 0 0,6 0-1 0 0,0 1 0 0 0,1 1-1 0 0,0 1 1 0 0,0 0-1 0 0,0 0 1 0 0,1 2 0 0 0,0 0-1 0 0,1 0 1 0 0,-24 25-1 0 0,23-20-9 0 0,1 1 0 0 0,0 0 0 0 0,2 1 0 0 0,-1 0 0 0 0,2 0 0 0 0,0 1 0 0 0,-14 38 0 0 0,22-48-3 0 0,0-1 0 0 0,0 1 0 0 0,0 0 0 0 0,1-1 0 0 0,0 1 0 0 0,0 0 0 0 0,1 0 0 0 0,0 0-1 0 0,1-1 1 0 0,-1 1 0 0 0,1 0 0 0 0,3 9 0 0 0,-2-11 0 0 0,0-1 0 0 0,1 0-1 0 0,-1 1 1 0 0,1-1-1 0 0,0 0 1 0 0,0 0 0 0 0,1-1-1 0 0,0 1 1 0 0,0-1-1 0 0,0 0 1 0 0,0 0 0 0 0,0 0-1 0 0,1 0 1 0 0,0-1-1 0 0,-1 0 1 0 0,1 0-1 0 0,6 3 1 0 0,5 1-376 0 0,1 0 0 0 0,-1-1 0 0 0,1-1 0 0 0,0-1 0 0 0,18 3 0 0 0,48 0-3942 0 0,-52-7 1761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09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71 1680 0 0,'-19'-24'8204'0'0,"19"22"-8142"0"0,1 1 0 0 0,-1-1 0 0 0,0 0 0 0 0,1 0 1 0 0,-1 0-1 0 0,1 0 0 0 0,-1 1 0 0 0,1-1 1 0 0,0 0-1 0 0,0 1 0 0 0,0-1 0 0 0,0 1 1 0 0,0-1-1 0 0,0 1 0 0 0,1-1 0 0 0,-1 1 0 0 0,0-1 1 0 0,1 1-1 0 0,-1 0 0 0 0,1 0 0 0 0,-1 0 1 0 0,1 0-1 0 0,-1 0 0 0 0,1 0 0 0 0,0 0 0 0 0,0 1 1 0 0,-1-1-1 0 0,5 0 0 0 0,-3 0-48 0 0,0-1-1 0 0,0 1 0 0 0,1 0 1 0 0,-1 1-1 0 0,1-1 0 0 0,-1 1 1 0 0,1-1-1 0 0,-1 1 1 0 0,1 0-1 0 0,-1 0 0 0 0,1 1 1 0 0,-1-1-1 0 0,1 1 1 0 0,-1-1-1 0 0,7 4 0 0 0,-8-3 2 0 0,1 0-1 0 0,-1 1 1 0 0,0 0 0 0 0,0 0-1 0 0,0 0 1 0 0,0 0-1 0 0,0 0 1 0 0,0 0-1 0 0,-1 0 1 0 0,1 0-1 0 0,-1 1 1 0 0,1-1-1 0 0,-1 0 1 0 0,0 1-1 0 0,0 0 1 0 0,0-1-1 0 0,0 1 1 0 0,-1 0-1 0 0,1-1 1 0 0,-1 1-1 0 0,1 0 1 0 0,-1-1-1 0 0,0 1 1 0 0,0 0-1 0 0,0 0 1 0 0,-1-1 0 0 0,1 1-1 0 0,-1 0 1 0 0,1 0-1 0 0,-1-1 1 0 0,-1 5-1 0 0,-5 11 39 0 0,0 1 0 0 0,-1-1-1 0 0,0 0 1 0 0,-2-1 0 0 0,-13 20-1 0 0,-65 78 261 0 0,54-74-286 0 0,12-6 23 0 0,21-33-37 0 0,2 0-7 0 0,0-1-1 0 0,0 0 1 0 0,0 0 0 0 0,0-1-1 0 0,0 1 1 0 0,1 0 0 0 0,-1 0 0 0 0,0 0-1 0 0,0-1 1 0 0,0 1 0 0 0,1 0-1 0 0,-1-1 1 0 0,0 1 0 0 0,1-1 0 0 0,-1 0-1 0 0,1 0 1 0 0,-1 1 0 0 0,0-1-1 0 0,1 0 1 0 0,-1 0 0 0 0,1 0-1 0 0,-1 0 1 0 0,1 0 0 0 0,-1-1 0 0 0,0 1-1 0 0,2-1 1 0 0,48-12-30 0 0,-35 8 28 0 0,26-6-334 0 0,103-28-1957 0 0,-50 11-2263 0 0,-54 15 901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30 1184 0 0,'-3'1'1676'0'0,"-66"21"6564"0"0,68-21-7906 0 0,-8 2 1592 0 0,50-9-2080 0 0,55-14-1 0 0,2-2-5309 0 0,-78 18 3113 0 0,0 0-481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28 1560 0 0,'-21'-8'9674'0'0,"82"-1"-9071"0"0,1 2 0 0 0,0 3 1 0 0,66 4-1 0 0,-110 1-563 0 0,1-1-1 0 0,-1 2 0 0 0,0 1 1 0 0,0 0-1 0 0,27 9 0 0 0,-44-11-34 0 0,0-1-1 0 0,0 1 1 0 0,-1-1-1 0 0,1 1 1 0 0,0-1-1 0 0,0 1 1 0 0,-1 0-1 0 0,1-1 1 0 0,-1 1-1 0 0,1 0 1 0 0,0 0-1 0 0,-1 0 1 0 0,1-1-1 0 0,-1 1 1 0 0,0 0-1 0 0,1 0 1 0 0,-1 0-1 0 0,0 0 1 0 0,1 0-1 0 0,-1 0 1 0 0,0-1-1 0 0,0 1 1 0 0,0 0-1 0 0,0 0 1 0 0,0 0-1 0 0,0 0 1 0 0,0 0-1 0 0,0 0 1 0 0,0 0-1 0 0,0 0 1 0 0,-1 0-1 0 0,0 1 1 0 0,0 2 12 0 0,0 0 0 0 0,0 0 0 0 0,-1 0 0 0 0,0 0 0 0 0,-4 7 0 0 0,-7 6 21 0 0,-1 1-1 0 0,-1-2 1 0 0,-27 24 0 0 0,-58 39 49 0 0,45-36 20 0 0,5-3 235 0 0,9-9-22 0 0,1 2-1 0 0,-49 53 0 0 0,77-67 279 0 0,12-18-563 0 0,0-1 0 0 0,0 1 0 0 0,-1-1 0 0 0,1 1 0 0 0,0 0 0 0 0,0-1 0 0 0,0 1 0 0 0,0-1 0 0 0,0 1 0 0 0,0-1 0 0 0,0 1 0 0 0,0 0 0 0 0,0-1 0 0 0,0 1 0 0 0,0-1 0 0 0,0 1 0 0 0,0 0 0 0 0,1-1 0 0 0,-1 1 0 0 0,0-1 0 0 0,0 1 0 0 0,1-1 0 0 0,-1 1 0 0 0,0-1 0 0 0,1 1 0 0 0,-1-1 0 0 0,0 1 0 0 0,1-1 0 0 0,-1 0 0 0 0,1 1 0 0 0,-1-1 0 0 0,1 1 0 0 0,-1-1 0 0 0,1 0 0 0 0,-1 0 0 0 0,1 1 0 0 0,-1-1 0 0 0,2 0 0 0 0,5 2 67 0 0,1 0-1 0 0,-1-1 1 0 0,1 0-1 0 0,-1 0 1 0 0,1-1-1 0 0,-1 0 1 0 0,10-2-1 0 0,59-10 79 0 0,-38 5-110 0 0,16-2-206 0 0,97-15-3410 0 0,-49 8-4541 0 0,-72 12 3456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2060 0 0,'-10'3'14010'0'0,"20"-4"-13613"0"0,0 0-1 0 0,0 0 1 0 0,0 1 0 0 0,0 1-1 0 0,16 2 1 0 0,-24-2-387 0 0,-1-1 0 0 0,1 1-1 0 0,-1-1 1 0 0,1 1 0 0 0,-1 0 0 0 0,1 0 0 0 0,-1-1 0 0 0,0 1 0 0 0,1 0 0 0 0,-1 0 0 0 0,0 0 0 0 0,0 0 0 0 0,0 1-1 0 0,0-1 1 0 0,0 0 0 0 0,0 0 0 0 0,0 1 0 0 0,0-1 0 0 0,0 1 0 0 0,-1-1 0 0 0,1 1 0 0 0,0-1 0 0 0,-1 1 0 0 0,1-1 0 0 0,-1 1-1 0 0,0-1 1 0 0,0 1 0 0 0,1-1 0 0 0,-1 1 0 0 0,0 0 0 0 0,0-1 0 0 0,-1 3 0 0 0,1 2 10 0 0,-1 0 0 0 0,0-1 0 0 0,0 1 1 0 0,0 0-1 0 0,-1-1 0 0 0,0 1 0 0 0,-3 6 0 0 0,-13 18 25 0 0,0 0-1 0 0,-46 53 0 0 0,30-41-63 0 0,29-37 18 0 0,-10 14 12 0 0,15-19-9 0 0,0 0-1 0 0,0 0 0 0 0,0 0 0 0 0,-1 1 1 0 0,1-1-1 0 0,0 0 0 0 0,0 0 0 0 0,0 0 1 0 0,0 0-1 0 0,0 1 0 0 0,0-1 0 0 0,0 0 1 0 0,-1 0-1 0 0,1 0 0 0 0,0 0 0 0 0,0 1 1 0 0,0-1-1 0 0,0 0 0 0 0,0 0 0 0 0,0 0 1 0 0,0 1-1 0 0,0-1 0 0 0,0 0 0 0 0,0 0 1 0 0,0 0-1 0 0,0 1 0 0 0,0-1 0 0 0,0 0 1 0 0,0 0-1 0 0,0 0 0 0 0,0 1 0 0 0,1-1 1 0 0,-1 0-1 0 0,0 0 0 0 0,0 0 0 0 0,0 1 1 0 0,0-1-1 0 0,0 0 0 0 0,0 0 0 0 0,1 0 1 0 0,-1 0-1 0 0,0 0 0 0 0,0 1 0 0 0,0-1 1 0 0,0 0-1 0 0,1 0 0 0 0,13 0 33 0 0,18-9-37 0 0,-31 8 1 0 0,266-90-5093 0 0,-91 24-2558 0 0,-123 47 3655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1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66 1960 0 0,'-3'0'1802'0'0,"-27"0"3756"0"0,27 0-4389 0 0,0 0-90 0 0,-23 0 5381 0 0,39-4-5422 0 0,28-9-1703 0 0,77-14 1 0 0,-8 9-8244 0 0,-103 17 7872 0 0,9-1-4353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37 1532 0 0,'-94'51'13191'0'0,"92"-51"-12678"0"0,-7 6 676 0 0,8-1-296 0 0,10-4-320 0 0,348-50-2436 0 0,-269 34-290 0 0,24-7-3737 0 0,-55 9 309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32 117 476 0 0,'-14'-6'8018'0'0,"-2"-3"-3088"0"0,16 8-4828 0 0,0 1 1 0 0,0 0 0 0 0,0 0 0 0 0,0-1 0 0 0,-1 1 0 0 0,1 0 0 0 0,0-1 0 0 0,0 1 0 0 0,0 0-1 0 0,0 0 1 0 0,0-1 0 0 0,0 1 0 0 0,0 0 0 0 0,0-1 0 0 0,0 1 0 0 0,0 0 0 0 0,0-1-1 0 0,0 1 1 0 0,0 0 0 0 0,0-1 0 0 0,0 1 0 0 0,0 0 0 0 0,0-1 0 0 0,2-1 25 0 0,0 0 1 0 0,-1 1 0 0 0,1-1 0 0 0,0 1-1 0 0,0-1 1 0 0,0 1 0 0 0,0-1 0 0 0,0 1-1 0 0,1 0 1 0 0,3-2 0 0 0,28-10-482 0 0,1 2 0 0 0,-1 0 1 0 0,70-10-1 0 0,-20 5-7852 0 0,-67 13 2916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2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2196 0 0,'-31'9'4983'0'0,"21"-6"-3583"0"0,0 0 0 0 0,0 0 0 0 0,-12 6 0 0 0,18-6-1214 0 0,0 0 0 0 0,0-1-1 0 0,0 1 1 0 0,0 0-1 0 0,0 1 1 0 0,1-1 0 0 0,0 1-1 0 0,-1 0 1 0 0,1 0 0 0 0,-2 4-1 0 0,0-1-117 0 0,1-1 0 0 0,1 1 0 0 0,-1 0 0 0 0,1 0 0 0 0,0 0 0 0 0,1 0 0 0 0,0 0-1 0 0,0 1 1 0 0,0-1 0 0 0,1 1 0 0 0,0-1 0 0 0,1 1 0 0 0,0-1 0 0 0,0 1 0 0 0,2 14-1 0 0,-1-20-58 0 0,0 0-1 0 0,-1 0 0 0 0,1 0 0 0 0,0 0 0 0 0,1 0 0 0 0,-1 0 0 0 0,0-1 0 0 0,0 1 1 0 0,1 0-1 0 0,-1-1 0 0 0,1 1 0 0 0,-1-1 0 0 0,1 0 0 0 0,0 1 0 0 0,0-1 0 0 0,-1 0 1 0 0,1 0-1 0 0,0 0 0 0 0,0 0 0 0 0,3 1 0 0 0,5 1 18 0 0,0 0 1 0 0,18 2-1 0 0,-20-4-7 0 0,74 7 47 0 0,10 1-41 0 0,-83-8 49 0 0,0 1 1 0 0,0 1-1 0 0,-1 0 0 0 0,1 0 1 0 0,-1 0-1 0 0,1 1 0 0 0,13 9 1 0 0,-19-11 8 0 0,-1 0 0 0 0,1-1 0 0 0,-1 1 0 0 0,0 1 1 0 0,1-1-1 0 0,-1 0 0 0 0,0 0 0 0 0,0 1 0 0 0,-1-1 1 0 0,1 1-1 0 0,0 0 0 0 0,-1-1 0 0 0,0 1 0 0 0,1 0 1 0 0,-1 0-1 0 0,0 0 0 0 0,0 0 0 0 0,-1 0 1 0 0,1 4-1 0 0,-1-2 53 0 0,0-1 1 0 0,0 1-1 0 0,-1-1 1 0 0,0 1 0 0 0,0-1-1 0 0,0 0 1 0 0,0 0-1 0 0,-1 1 1 0 0,0-1 0 0 0,0 0-1 0 0,0 0 1 0 0,-3 4-1 0 0,-4 4 107 0 0,0 0-1 0 0,-1-1 1 0 0,0 0-1 0 0,-1 0 1 0 0,0-1-1 0 0,-24 17 1 0 0,16-15-185 0 0,-1 0 1 0 0,0-1 0 0 0,-1-1-1 0 0,0 0 1 0 0,-1-2 0 0 0,0-1-1 0 0,0 0 1 0 0,0-2 0 0 0,-29 4-1 0 0,48-9-220 0 0,1 0 0 0 0,0 0-1 0 0,0 0 1 0 0,-1 0-1 0 0,1 0 1 0 0,0 0 0 0 0,0-1-1 0 0,-1 1 1 0 0,1-1-1 0 0,0 1 1 0 0,0-1 0 0 0,0 0-1 0 0,0 0 1 0 0,0 0-1 0 0,0 0 1 0 0,0 0 0 0 0,0-1-1 0 0,0 1 1 0 0,-2-2-1 0 0,3 1-347 0 0,0 1 0 0 0,0-1 0 0 0,0 0-1 0 0,0 1 1 0 0,0-1 0 0 0,0 0 0 0 0,0 0-1 0 0,1 1 1 0 0,-1-1 0 0 0,1 0-1 0 0,0 0 1 0 0,-1 0 0 0 0,1 0 0 0 0,0 0-1 0 0,0 1 1 0 0,0-1 0 0 0,0 0 0 0 0,0 0-1 0 0,1-3 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 2412 0 0,'-16'12'11158'0'0,"10"-6"-9298"0"0,19-4-1942 0 0,0-1 0 0 0,0 0 1 0 0,0-1-1 0 0,-1-1 0 0 0,1 0 0 0 0,23-5 0 0 0,5 1-1504 0 0,40-7-4666 0 0,-51 5 1637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2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1168 0 0,'-2'3'767'0'0,"-1"0"0"0"0,0-1 1 0 0,0 1-1 0 0,0-1 0 0 0,0 0 0 0 0,0 1 0 0 0,-1-1 0 0 0,1-1 1 0 0,0 1-1 0 0,-8 2 0 0 0,-12 7 1334 0 0,7 0-1284 0 0,-1 1 0 0 0,2 1 0 0 0,-1 0 0 0 0,2 1 0 0 0,-17 20-1 0 0,18-18-539 0 0,0 1 1 0 0,2 0-1 0 0,0 0 0 0 0,1 1 0 0 0,0 1 0 0 0,2 0 0 0 0,0 0 0 0 0,-10 38 0 0 0,17-53-221 0 0,0 1 1 0 0,0 0-1 0 0,0 0 1 0 0,1 0-1 0 0,0 0 1 0 0,0 0-1 0 0,0 0 0 0 0,0 0 1 0 0,1 0-1 0 0,0 0 1 0 0,0 0-1 0 0,0 0 0 0 0,1 0 1 0 0,-1 0-1 0 0,1-1 1 0 0,1 1-1 0 0,-1-1 0 0 0,0 1 1 0 0,1-1-1 0 0,0 0 1 0 0,0 0-1 0 0,0 0 0 0 0,1 0 1 0 0,-1-1-1 0 0,1 1 1 0 0,0-1-1 0 0,0 0 1 0 0,0 0-1 0 0,0 0 0 0 0,0-1 1 0 0,1 0-1 0 0,-1 1 1 0 0,1-1-1 0 0,0-1 0 0 0,0 1 1 0 0,-1-1-1 0 0,8 1 1 0 0,8 2 4 0 0,-1-1 1 0 0,1-1-1 0 0,-1-1 1 0 0,1-1 0 0 0,-1-1-1 0 0,1 0 1 0 0,26-7 0 0 0,-18 2 121 0 0,-1-1 0 0 0,0-1 0 0 0,0-2 0 0 0,38-19 0 0 0,-52 22-16 0 0,0-1-1 0 0,-1-1 0 0 0,0 0 0 0 0,0 0 1 0 0,-1-1-1 0 0,0-1 0 0 0,18-22 0 0 0,-24 26-52 0 0,0 0-1 0 0,0 0 1 0 0,-1 0-1 0 0,0-1 1 0 0,0 0-1 0 0,0 1 1 0 0,-1-1-1 0 0,0-1 1 0 0,-1 1-1 0 0,0 0 1 0 0,0-1 0 0 0,-1 1-1 0 0,0-1 1 0 0,-1 1-1 0 0,0-11 1 0 0,-1 12-77 0 0,-1-1-1 0 0,0 1 1 0 0,-1-1 0 0 0,0 1 0 0 0,0 0 0 0 0,0 0-1 0 0,-1 0 1 0 0,0 0 0 0 0,0 1 0 0 0,-1 0 0 0 0,0 0 0 0 0,0 0-1 0 0,0 0 1 0 0,-1 1 0 0 0,0 0 0 0 0,0 0 0 0 0,0 0 0 0 0,-1 1-1 0 0,-9-5 1 0 0,5 3-205 0 0,-1 0 0 0 0,0 0 0 0 0,0 1 0 0 0,-1 1 1 0 0,0 0-1 0 0,1 1 0 0 0,-1 0 0 0 0,0 1 0 0 0,0 1 0 0 0,-24-1 0 0 0,33 3-287 0 0,0-1-1 0 0,-1 1 1 0 0,1 0 0 0 0,-1 0-1 0 0,1 0 1 0 0,0 0 0 0 0,0 1-1 0 0,0-1 1 0 0,0 1 0 0 0,0 1 0 0 0,0-1-1 0 0,0 0 1 0 0,0 1 0 0 0,1 0-1 0 0,-1 0 1 0 0,1 0 0 0 0,0 0-1 0 0,0 0 1 0 0,-5 8 0 0 0,8-10 91 0 0,-1 0 1 0 0,1 0-1 0 0,0 1 1 0 0,-1-1 0 0 0,1 0-1 0 0,0 0 1 0 0,0 1-1 0 0,0-1 1 0 0,0 0-1 0 0,0 0 1 0 0,1 0 0 0 0,-1 1-1 0 0,0-1 1 0 0,0 0-1 0 0,1 0 1 0 0,-1 0-1 0 0,1 1 1 0 0,-1-1 0 0 0,1 0-1 0 0,0 1 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3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2864 0 0,'0'0'14393'0'0,"1"1"-14348"0"0,-1-1-1 0 0,1 1 1 0 0,-1-1-1 0 0,1 1 1 0 0,0-1 0 0 0,-1 1-1 0 0,1-1 1 0 0,0 0 0 0 0,-1 1-1 0 0,1-1 1 0 0,0 0-1 0 0,-1 1 1 0 0,1-1 0 0 0,0 0-1 0 0,1 1 1 0 0,119-10-1298 0 0,1 1-8257 0 0,-98 6 4706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28 2080 0 0,'-13'4'2530'0'0,"0"0"-1"0"0,0 0 0 0 0,-22 13 1838 0 0,41-16-3872 0 0,-5-1-476 0 0,0 0 1 0 0,-1 1-1 0 0,1-1 1 0 0,0 0-1 0 0,-1 1 1 0 0,1-1-1 0 0,0 0 1 0 0,-1 0-1 0 0,1 0 0 0 0,0 0 1 0 0,0 1-1 0 0,-1-1 1 0 0,1 0-1 0 0,0 0 1 0 0,0-1-1 0 0,-1 1 1 0 0,2 0-1 0 0,152-18 639 0 0,12-2-2789 0 0,-55 5-3624 0 0,-62 9 507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14 1580 0 0,'0'0'8159'0'0,"-5"-9"-4753"0"0,1 8-3322 0 0,1 0 1 0 0,-1 0 0 0 0,0 0-1 0 0,0 1 1 0 0,1-1 0 0 0,-1 1 0 0 0,0 0-1 0 0,0 0 1 0 0,0 1 0 0 0,1-1-1 0 0,-7 2 1 0 0,-46 13 49 0 0,35-9-131 0 0,1 2 1 0 0,-1 0 0 0 0,1 0-1 0 0,1 2 1 0 0,0 1 0 0 0,-27 19 0 0 0,45-30 3 0 0,0 1 1 0 0,0 0 0 0 0,1 0 0 0 0,-1 0-1 0 0,0 0 1 0 0,0 0 0 0 0,1-1 0 0 0,-1 1 0 0 0,1 0-1 0 0,-1 1 1 0 0,1-1 0 0 0,-1 0 0 0 0,1 0-1 0 0,0 0 1 0 0,-1 0 0 0 0,1 0 0 0 0,0 0-1 0 0,0 0 1 0 0,0 0 0 0 0,0 1 0 0 0,0-1-1 0 0,0 0 1 0 0,0 0 0 0 0,0 0 0 0 0,1 0 0 0 0,-1 0-1 0 0,0 0 1 0 0,1 0 0 0 0,-1 1 0 0 0,0-1-1 0 0,1 0 1 0 0,-1 0 0 0 0,1 0 0 0 0,0 0-1 0 0,-1-1 1 0 0,1 1 0 0 0,0 0 0 0 0,0 0-1 0 0,-1 0 1 0 0,1-1 0 0 0,0 1 0 0 0,2 1 0 0 0,4 4 133 0 0,1 0 0 0 0,0 0 1 0 0,15 7-1 0 0,-19-10-84 0 0,14 7 104 0 0,18 10 111 0 0,53 40-1 0 0,-79-53-96 0 0,-1 1-1 0 0,0 0 1 0 0,0 1-1 0 0,-1 0 1 0 0,0 0 0 0 0,-1 1-1 0 0,0 0 1 0 0,0 0-1 0 0,9 23 1 0 0,-13-27-7 0 0,-1 0-1 0 0,-1 0 1 0 0,1 0-1 0 0,-1 1 1 0 0,0-1 0 0 0,0 1-1 0 0,-1-1 1 0 0,0 0 0 0 0,0 1-1 0 0,0-1 1 0 0,-1 1 0 0 0,0-1-1 0 0,0 0 1 0 0,-1 1-1 0 0,0-1 1 0 0,0 0 0 0 0,0 0-1 0 0,-1 0 1 0 0,0 0 0 0 0,0-1-1 0 0,0 1 1 0 0,-1-1-1 0 0,0 0 1 0 0,0 0 0 0 0,0 0-1 0 0,0 0 1 0 0,-1-1 0 0 0,-9 8-1 0 0,4-4-55 0 0,-1-1-1 0 0,1-1 0 0 0,-1 1 1 0 0,0-2-1 0 0,-1 1 0 0 0,1-2 1 0 0,-1 1-1 0 0,0-1 0 0 0,0-1 1 0 0,0-1-1 0 0,-1 1 0 0 0,1-2 1 0 0,-1 0-1 0 0,-13 0 0 0 0,13-2-469 0 0,1 0 0 0 0,-1-1 0 0 0,0 0 0 0 0,1-1-1 0 0,-16-6 1 0 0,24 8-225 0 0,0-1 0 0 0,0 0-1 0 0,0-1 1 0 0,0 1 0 0 0,0-1 0 0 0,1 1-1 0 0,-7-7 1 0 0,8 7-67 0 0,0-1 0 0 0,0 1 0 0 0,1 0 0 0 0,-1-1 0 0 0,1 1 0 0 0,-1-1 0 0 0,1 0 0 0 0,0 1 0 0 0,0-1 0 0 0,0 0 0 0 0,0 0 0 0 0,1 0 0 0 0,-1-3 0 0 0,0-12-5289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72 1648 0 0,'-69'-50'19059'0'0,"67"49"-18417"0"0,0-1-1 0 0,0 1 1 0 0,1 0 0 0 0,-1-1-1 0 0,1 1 1 0 0,-1-1 0 0 0,1 1-1 0 0,-1-1 1 0 0,1 0 0 0 0,-2-2-1 0 0,26 2-311 0 0,1 2 0 0 0,44 4 0 0 0,-18 0-218 0 0,213 14 75 0 0,173 4-84 0 0,-370-19-1217 0 0,-11-1-5079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6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40 1248 0 0,'5'-8'6009'0'0,"-5"7"-5850"0"0,0 0-1 0 0,0 0 1 0 0,0-1-1 0 0,0 1 0 0 0,-1 0 1 0 0,1 0-1 0 0,-1 0 1 0 0,1 0-1 0 0,0 0 1 0 0,-1 0-1 0 0,0 0 1 0 0,1 0-1 0 0,-1 0 0 0 0,0 0 1 0 0,1 0-1 0 0,-1 0 1 0 0,0 1-1 0 0,0-1 1 0 0,0 0-1 0 0,0 0 0 0 0,0 1 1 0 0,0-1-1 0 0,0 1 1 0 0,0-1-1 0 0,0 1 1 0 0,0-1-1 0 0,0 1 0 0 0,0 0 1 0 0,0-1-1 0 0,-2 1 1 0 0,-2-2-34 0 0,0 1 0 0 0,-1 0 1 0 0,1 0-1 0 0,0 0 0 0 0,0 1 1 0 0,-1 0-1 0 0,-9 0 0 0 0,3 3-100 0 0,-1 0-1 0 0,1 1 1 0 0,0 0-1 0 0,0 1 1 0 0,0 1-1 0 0,1 0 1 0 0,-1 0 0 0 0,1 1-1 0 0,1 0 1 0 0,0 1-1 0 0,-18 17 1 0 0,-10 12-12 0 0,-48 65 0 0 0,84-100-12 0 0,-25 32-20 0 0,1 1 1 0 0,2 1 0 0 0,2 1-1 0 0,1 1 1 0 0,-30 77 0 0 0,50-110 17 0 0,-1-1 1 0 0,1 0-1 0 0,0 0 1 0 0,0 1-1 0 0,1-1 1 0 0,-1 1 0 0 0,1-1-1 0 0,0 1 1 0 0,0-1-1 0 0,0 0 1 0 0,1 1-1 0 0,0-1 1 0 0,-1 1 0 0 0,2-1-1 0 0,-1 0 1 0 0,0 0-1 0 0,1 1 1 0 0,2 3-1 0 0,-1-4-21 0 0,0 0-1 0 0,-1-1 0 0 0,2 0 0 0 0,-1 1 1 0 0,0-1-1 0 0,0 0 0 0 0,1-1 1 0 0,0 1-1 0 0,0-1 0 0 0,-1 0 0 0 0,1 1 1 0 0,1-2-1 0 0,-1 1 0 0 0,0 0 0 0 0,0-1 1 0 0,1 0-1 0 0,7 1 0 0 0,15 1-1445 0 0,1-1-1 0 0,0-1 1 0 0,0-2-1 0 0,49-6 1 0 0,-42 3-1751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6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95 216 0 0,'-18'-4'3445'0'0,"1"-2"0"0"0,0 0 0 0 0,-26-13 0 0 0,43 19-3405 0 0,-1 0-1 0 0,0-1 1 0 0,1 1-1 0 0,-1 0 1 0 0,1 0-1 0 0,0-1 1 0 0,-1 1 0 0 0,1 0-1 0 0,-1-1 1 0 0,1 1-1 0 0,-1-1 1 0 0,1 1 0 0 0,0 0-1 0 0,-1-1 1 0 0,1 1-1 0 0,0-1 1 0 0,-1 1 0 0 0,1-1-1 0 0,0 1 1 0 0,0-1-1 0 0,0 1 1 0 0,-1-1-1 0 0,1 1 1 0 0,0-1 0 0 0,0 0-1 0 0,0 1 1 0 0,0-1-1 0 0,0 0 1 0 0,0 0-14 0 0,1 0 0 0 0,-1 0 0 0 0,0 0 0 0 0,1 0 0 0 0,-1 0 0 0 0,1 0 0 0 0,0-1 0 0 0,-1 2 0 0 0,1-1 0 0 0,0 0 0 0 0,0 0 0 0 0,1-1 0 0 0,1-1-10 0 0,0 0 0 0 0,1 0 0 0 0,-1 1 0 0 0,1 0 1 0 0,-1-1-1 0 0,7-1 0 0 0,-2 1-9 0 0,1 1-1 0 0,0-1 1 0 0,0 2 0 0 0,1-1-1 0 0,-1 1 1 0 0,0 1 0 0 0,0 0 0 0 0,1 0-1 0 0,13 3 1 0 0,-20-3-3 0 0,0 1-1 0 0,0 0 0 0 0,0-1 0 0 0,-1 1 1 0 0,1 1-1 0 0,0-1 0 0 0,0 0 1 0 0,-1 1-1 0 0,1-1 0 0 0,-1 1 0 0 0,1 0 1 0 0,-1 0-1 0 0,1 0 0 0 0,-1 0 1 0 0,0 0-1 0 0,0 1 0 0 0,0-1 0 0 0,-1 0 1 0 0,1 1-1 0 0,0 0 0 0 0,-1-1 1 0 0,0 1-1 0 0,1 0 0 0 0,-1 0 0 0 0,0 0 1 0 0,-1 0-1 0 0,1 0 0 0 0,0 0 1 0 0,-1 0-1 0 0,0 0 0 0 0,0 0 0 0 0,0 5 1 0 0,-1 4 11 0 0,0 0 0 0 0,-1 0 1 0 0,0 0-1 0 0,-1-1 0 0 0,0 1 0 0 0,-1 0 1 0 0,-1-1-1 0 0,0 0 0 0 0,-7 12 1 0 0,-10 15 37 0 0,-31 39-1 0 0,21-34 45 0 0,31-41-78 0 0,4-2-27 0 0,0 0 6 0 0,0 1 1 0 0,0-1-1 0 0,0 0 1 0 0,1 0 0 0 0,-1 0-1 0 0,0 0 1 0 0,0-1-1 0 0,0 1 1 0 0,0-1-1 0 0,0 0 1 0 0,0 0-1 0 0,5-2 1 0 0,4-2-9 0 0,7 1 18 0 0,0 1 0 0 0,0 0 0 0 0,0 2 0 0 0,0 0 0 0 0,0 1 0 0 0,0 1 0 0 0,0 0 0 0 0,0 2 0 0 0,0 0 0 0 0,-1 1 0 0 0,1 1 0 0 0,19 8 0 0 0,-33-11 77 0 0,-1 0 0 0 0,1 1 1 0 0,0-1-1 0 0,-1 1 0 0 0,0 0 0 0 0,0 0 0 0 0,0 0 0 0 0,0 1 0 0 0,0 0 0 0 0,6 7 0 0 0,-9-9-18 0 0,0 0 0 0 0,0-1 0 0 0,0 1 0 0 0,-1 0-1 0 0,1 0 1 0 0,0 0 0 0 0,-1 0 0 0 0,1 0-1 0 0,-1 0 1 0 0,0 0 0 0 0,0 0 0 0 0,0 0 0 0 0,0 0-1 0 0,0 0 1 0 0,0 0 0 0 0,0-1 0 0 0,0 1-1 0 0,-1 0 1 0 0,1 0 0 0 0,-1 0 0 0 0,0 0-1 0 0,1 0 1 0 0,-1 0 0 0 0,0-1 0 0 0,0 1 0 0 0,0 0-1 0 0,0-1 1 0 0,-1 1 0 0 0,1 0 0 0 0,-3 2-1 0 0,-1 1 13 0 0,-1-1-1 0 0,1 1 1 0 0,-1-1-1 0 0,0 0 1 0 0,0-1-1 0 0,0 1 1 0 0,-1-1-1 0 0,1 0 1 0 0,-1-1 0 0 0,0 0-1 0 0,0 0 1 0 0,-7 1-1 0 0,-12 2 11 0 0,-45 1-1 0 0,58-5-48 0 0,3-1-282 0 0,1 1 0 0 0,-1-1 0 0 0,0-1 0 0 0,1 0 0 0 0,-1 0 0 0 0,-16-5 0 0 0,26 6 138 0 0,-1 0-1 0 0,0-1 1 0 0,1 1-1 0 0,-1 0 1 0 0,1-1-1 0 0,-1 1 1 0 0,1-1-1 0 0,-1 1 1 0 0,1-1-1 0 0,-1 1 1 0 0,1-1 0 0 0,-1 1-1 0 0,1-1 1 0 0,0 1-1 0 0,-1-1 1 0 0,1 1-1 0 0,0-1 1 0 0,-1 0-1 0 0,1 1 1 0 0,0-1-1 0 0,0 0 1 0 0,-1 1-1 0 0,1-1 1 0 0,0 0-1 0 0,0 1 1 0 0,0-1-1 0 0,0 0 1 0 0,0 1-1 0 0,0-1 1 0 0,0 0-1 0 0,0 0 1 0 0,1 1-1 0 0,-1-2 1 0 0,9-20-2898 0 0,0 7-953 0 0,2-3-1894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6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28 476 0 0,'0'0'7713'0'0,"3"0"-6704"0"0,10 0 2359 0 0,-11 0-3104 0 0,38-2 196 0 0,41-7 0 0 0,5-1-2590 0 0,-35 5-2741 0 0,-25 3 526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7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51 2316 0 0,'-8'5'12637'0'0,"44"-10"-11382"0"0,35-11-1 0 0,24-4-854 0 0,-51 13-392 0 0,0 3 1 0 0,1 1 0 0 0,51 3-1 0 0,-95 0-13 0 0,-1 0-1 0 0,1 0 0 0 0,0 0 0 0 0,0 0 1 0 0,-1 1-1 0 0,1-1 0 0 0,0 0 1 0 0,-1 0-1 0 0,1 1 0 0 0,0-1 0 0 0,-1 0 1 0 0,1 1-1 0 0,0-1 0 0 0,-1 1 0 0 0,1-1 1 0 0,-1 1-1 0 0,1-1 0 0 0,-1 1 1 0 0,1-1-1 0 0,-1 1 0 0 0,1-1 0 0 0,-1 1 1 0 0,0 0-1 0 0,1-1 0 0 0,-1 1 1 0 0,0 0-1 0 0,1-1 0 0 0,-1 1 0 0 0,0 0 1 0 0,0-1-1 0 0,0 1 0 0 0,0 0 1 0 0,1 0-1 0 0,-1-1 0 0 0,0 1 0 0 0,0 0 1 0 0,0 0-1 0 0,-1-1 0 0 0,1 1 0 0 0,0 0 1 0 0,0 0-1 0 0,0-1 0 0 0,-1 1 1 0 0,1 0-1 0 0,-1 0 0 0 0,0 4-9 0 0,-1-1 0 0 0,0 0 0 0 0,0 0 0 0 0,0 0 1 0 0,-4 5-1 0 0,-17 18 2 0 0,-2-1 1 0 0,0-2 0 0 0,-53 40 0 0 0,28-25 10 0 0,22-16-2 0 0,7-7-3 0 0,0 2-1 0 0,1 0 1 0 0,-26 32 0 0 0,36-31 108 0 0,10-18-90 0 0,0 0-1 0 0,0 0 0 0 0,0-1 1 0 0,0 1-1 0 0,0 0 1 0 0,0 0-1 0 0,0-1 0 0 0,0 1 1 0 0,0 0-1 0 0,0-1 0 0 0,0 1 1 0 0,0 0-1 0 0,1 0 0 0 0,-1-1 1 0 0,0 1-1 0 0,0 0 1 0 0,1-1-1 0 0,-1 1 0 0 0,1 0 1 0 0,-1-1-1 0 0,0 1 0 0 0,1-1 1 0 0,-1 1-1 0 0,1-1 1 0 0,-1 1-1 0 0,1-1 0 0 0,1 2 1 0 0,3 0 19 0 0,0 0 1 0 0,0-1 0 0 0,0 1-1 0 0,0-1 1 0 0,0 0 0 0 0,1 0-1 0 0,-1 0 1 0 0,1-1 0 0 0,9 0-1 0 0,59-6-157 0 0,-54 4-66 0 0,149-17-3214 0 0,-56 4-2786 0 0,-54 6 359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7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21 372 0 0,'-25'3'7420'0'0,"-27"6"0"0"0,53-12-7168 0 0,-1 2-248 0 0,0 1 1 0 0,0 0-1 0 0,0-1 1 0 0,0 1 0 0 0,0 0-1 0 0,0 0 1 0 0,0-1-1 0 0,0 1 1 0 0,0 0 0 0 0,0 0-1 0 0,0-1 1 0 0,0 1-1 0 0,0 0 1 0 0,0 0 0 0 0,0-1-1 0 0,1 1 1 0 0,-1 0-1 0 0,0 0 1 0 0,0-1-1 0 0,0 1 1 0 0,0 0 0 0 0,0 0-1 0 0,1 0 1 0 0,-1-1-1 0 0,0 1 1 0 0,0 0 0 0 0,0 0-1 0 0,1 0 1 0 0,-1 0-1 0 0,0-1 1 0 0,0 1 0 0 0,1 0-1 0 0,-1 0 1 0 0,0 0-1 0 0,0 0 1 0 0,1 0 0 0 0,-1 0-1 0 0,0 0 1 0 0,17-6 53 0 0,0 2 0 0 0,-1 0 0 0 0,1 1 0 0 0,0 1 0 0 0,1 0 0 0 0,-1 1 0 0 0,0 1 0 0 0,28 3 0 0 0,-44-3-57 0 0,1 1-1 0 0,-1-1 1 0 0,0 0 0 0 0,0 0 0 0 0,0 0 0 0 0,0 1 0 0 0,0-1-1 0 0,1 1 1 0 0,-1-1 0 0 0,0 1 0 0 0,0-1 0 0 0,0 1 0 0 0,0-1-1 0 0,0 1 1 0 0,0 0 0 0 0,0 0 0 0 0,-1-1 0 0 0,1 1 0 0 0,1 1-1 0 0,4 7 6 0 0,-2 5-7 0 0,-4-10-7 0 0,-1 0-1 0 0,1 0 1 0 0,0 0 0 0 0,-1-1-1 0 0,0 1 1 0 0,0 0-1 0 0,0-1 1 0 0,0 1-1 0 0,-1 0 1 0 0,0-1 0 0 0,1 1-1 0 0,-6 5 1 0 0,-2 3-14 0 0,0 0 1 0 0,-13 11-1 0 0,-6 8-80 0 0,27-29 77 0 0,1 1-1 0 0,0-2 24 0 0,0 0 0 0 0,0-1 0 0 0,0 1 0 0 0,0 0-1 0 0,0 0 1 0 0,0 0 0 0 0,0-1 0 0 0,0 1 0 0 0,0 0-1 0 0,0-1 1 0 0,1 1 0 0 0,-1 0 0 0 0,0 0 0 0 0,0-1-1 0 0,1 1 1 0 0,-1 0 0 0 0,1-1 0 0 0,-1 1 0 0 0,1-1-1 0 0,-1 1 1 0 0,1 0 0 0 0,-1-1 0 0 0,1 1 0 0 0,-1-1-1 0 0,1 1 1 0 0,-1-1 0 0 0,1 0 0 0 0,0 1 0 0 0,-1-1-1 0 0,1 0 1 0 0,0 1 0 0 0,1-1 0 0 0,78 37-13 0 0,49 25 126 0 0,-127-61-35 0 0,0 0 0 0 0,0 0-1 0 0,0 0 1 0 0,0 1-1 0 0,-1-1 1 0 0,1 0-1 0 0,0 1 1 0 0,-1-1 0 0 0,1 1-1 0 0,-1-1 1 0 0,1 1-1 0 0,-1 0 1 0 0,0-1-1 0 0,1 1 1 0 0,-1 0 0 0 0,0 0-1 0 0,0 0 1 0 0,-1 0-1 0 0,1 0 1 0 0,0 0-1 0 0,-1 0 1 0 0,1 1 0 0 0,-1-1-1 0 0,1 0 1 0 0,-1 0-1 0 0,0 0 1 0 0,0 1 0 0 0,0-1-1 0 0,0 0 1 0 0,-1 0-1 0 0,1 0 1 0 0,-1 0-1 0 0,1 1 1 0 0,-1-1 0 0 0,0 0-1 0 0,1 0 1 0 0,-1 0-1 0 0,0 0 1 0 0,0 0-1 0 0,-1-1 1 0 0,1 1 0 0 0,0 0-1 0 0,-3 2 1 0 0,-2 3 200 0 0,-1 0 0 0 0,0 0-1 0 0,0 0 1 0 0,0-1 0 0 0,-1-1 0 0 0,0 1 0 0 0,0-1 0 0 0,-13 6 0 0 0,9-7-192 0 0,-1 1 0 0 0,1-1 0 0 0,-1-1 0 0 0,0-1 0 0 0,1 0 0 0 0,-1 0 0 0 0,0-1 0 0 0,-24-1 0 0 0,36 0-171 0 0,0 0 1 0 0,0 0-1 0 0,-1 0 0 0 0,1 0 1 0 0,0 0-1 0 0,0-1 0 0 0,0 1 0 0 0,0 0 1 0 0,0 0-1 0 0,0-1 0 0 0,0 1 1 0 0,0 0-1 0 0,0-1 0 0 0,0 1 0 0 0,1-1 1 0 0,-1 0-1 0 0,0 1 0 0 0,0-1 1 0 0,0 0-1 0 0,0 1 0 0 0,1-1 0 0 0,-1 0 1 0 0,0 0-1 0 0,1 0 0 0 0,-1 1 1 0 0,1-1-1 0 0,-1 0 0 0 0,1 0 1 0 0,-1 0-1 0 0,1 0 0 0 0,0 0 0 0 0,-1 0 1 0 0,1 0-1 0 0,0 0 0 0 0,0 0 1 0 0,-1 0-1 0 0,1 0 0 0 0,0 0 0 0 0,0 0 1 0 0,0 0-1 0 0,1 0 0 0 0,-1-1 1 0 0,0 1-1 0 0,0 0 0 0 0,1-1 0 0 0,1-4-707 0 0,0 0 0 0 0,1 1-1 0 0,-1-1 1 0 0,1 0-1 0 0,6-7 1 0 0,20-24-5202 0 0,-10 16 703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8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2624 0 0,'-64'11'11745'0'0,"53"-7"-8151"0"0,38-3-3574 0 0,1 0 1 0 0,44-6-1 0 0,-21 2-802 0 0,41 0-2253 0 0,-32 2-3401 0 0,-35 1 1069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8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37 584 0 0,'-76'52'11648'0'0,"75"-51"-11184"0"0,8-1-21 0 0,3 1-219 0 0,1-2 0 0 0,-1 1-1 0 0,0-1 1 0 0,20-5-1 0 0,199-42-2585 0 0,-116 27-2694 0 0,-52 8 621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55 2144 0 0,'-3'-8'2180'0'0,"0"0"0"0"0,-1 1-1 0 0,0 0 1 0 0,-8-12 0 0 0,11 18-1736 0 0,1 0-397 0 0,-1 1 0 0 0,1 0 0 0 0,0-1 0 0 0,-1 1 0 0 0,1 0 0 0 0,0 0 0 0 0,-1-1 0 0 0,1 1 0 0 0,0 0 0 0 0,-1 0 0 0 0,1-1 1 0 0,-1 1-1 0 0,1 0 0 0 0,-1 0 0 0 0,1 0 0 0 0,0 0 0 0 0,-1 0 0 0 0,1 0 0 0 0,-1-1 0 0 0,0 1 0 0 0,-2 2-14 0 0,1 1 1 0 0,-1-1-1 0 0,1 0 0 0 0,-1 1 0 0 0,1-1 0 0 0,0 1 0 0 0,0 0 1 0 0,0 0-1 0 0,0 0 0 0 0,0 0 0 0 0,1 0 0 0 0,-2 4 0 0 0,-17 47 99 0 0,16-40-98 0 0,-3 9 3 0 0,0-1-1 0 0,2 1 1 0 0,1 1-1 0 0,-3 39 1 0 0,6-55-13 0 0,1-1 1 0 0,0 1-1 0 0,1-1 1 0 0,-1 0-1 0 0,1 0 0 0 0,1 1 1 0 0,-1-1-1 0 0,1 0 1 0 0,1 0-1 0 0,-1 0 0 0 0,1 0 1 0 0,0-1-1 0 0,1 1 0 0 0,0-1 1 0 0,0 0-1 0 0,0 0 1 0 0,0 0-1 0 0,1 0 0 0 0,6 4 1 0 0,-4-5 80 0 0,-1-1 1 0 0,1 0-1 0 0,1 0 0 0 0,-1-1 1 0 0,0 0-1 0 0,1 0 0 0 0,0-1 1 0 0,0 1-1 0 0,-1-2 0 0 0,1 1 1 0 0,0-1-1 0 0,1-1 1 0 0,-1 0-1 0 0,0 0 0 0 0,0 0 1 0 0,13-3-1 0 0,0 0 100 0 0,-1-2 1 0 0,-1 0-1 0 0,1-1 1 0 0,-1-1-1 0 0,26-13 0 0 0,-26 10-63 0 0,0 0 0 0 0,-1-2 0 0 0,0 0 0 0 0,-1-1 0 0 0,28-27 0 0 0,-38 33-42 0 0,0-1 1 0 0,-1 0-1 0 0,0 0 1 0 0,0 0-1 0 0,-1-1 1 0 0,0 0-1 0 0,0 0 0 0 0,-1 0 1 0 0,0 0-1 0 0,-1-1 1 0 0,0 0-1 0 0,0 0 1 0 0,-1 0-1 0 0,1-13 1 0 0,-3 19-80 0 0,0-1 1 0 0,0 0 0 0 0,0 0-1 0 0,-1 0 1 0 0,0 0-1 0 0,0 0 1 0 0,0 0 0 0 0,0 1-1 0 0,-1-1 1 0 0,0 0 0 0 0,0 1-1 0 0,0 0 1 0 0,0-1 0 0 0,-1 1-1 0 0,0 0 1 0 0,0 0 0 0 0,0 0-1 0 0,0 1 1 0 0,-8-7 0 0 0,5 5 46 0 0,0 1 0 0 0,-1-1 1 0 0,0 1-1 0 0,0 1 1 0 0,0 0-1 0 0,0 0 1 0 0,0 0-1 0 0,-1 1 1 0 0,1 0-1 0 0,-1 0 0 0 0,-15-1 1 0 0,15 2-268 0 0,-1 1 1 0 0,1 0-1 0 0,0 1 1 0 0,0-1-1 0 0,-1 2 1 0 0,1-1-1 0 0,0 1 1 0 0,0 0-1 0 0,0 1 1 0 0,1 0-1 0 0,-11 5 1 0 0,14-6-261 0 0,0 0 0 0 0,0 1 0 0 0,0 0 1 0 0,0 0-1 0 0,1 0 0 0 0,-1 1 0 0 0,1-1 0 0 0,-1 1 0 0 0,1 0 1 0 0,0 0-1 0 0,1 0 0 0 0,-1 0 0 0 0,1 0 0 0 0,0 0 0 0 0,0 1 1 0 0,0-1-1 0 0,0 1 0 0 0,1 0 0 0 0,-2 7 0 0 0,3-2-3030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9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1008 0 0,'13'4'6588'0'0,"21"3"-244"0"0,3-8-3725 0 0,39-15-2641 0 0,-36 7 472 0 0,95-13-3115 0 0,-43 8-4052 0 0,-56 8 1516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1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11 2188 0 0,'-11'-8'8910'0'0,"10"7"-8673"0"0,0 1 1 0 0,0 0-1 0 0,-1-1 1 0 0,1 1-1 0 0,0 0 1 0 0,-1 0-1 0 0,1 0 1 0 0,0 0-1 0 0,-1 0 1 0 0,1 0-1 0 0,0 0 1 0 0,-1 0-1 0 0,1 1 1 0 0,0-1-1 0 0,0 0 1 0 0,-1 1-1 0 0,1-1 1 0 0,-2 2-1 0 0,-1 0 85 0 0,1 0 0 0 0,-1 1 0 0 0,1 0 0 0 0,0-1 0 0 0,-6 7 0 0 0,-2 5 95 0 0,1-1 0 0 0,-10 18 0 0 0,17-26-155 0 0,-4 6-93 0 0,-80 139 989 0 0,78-131-1091 0 0,0 1 0 0 0,1 0 0 0 0,1 0 0 0 0,1 1-1 0 0,-6 41 1 0 0,11-56-48 0 0,1-1-1 0 0,-1 1 1 0 0,1-1-1 0 0,1 1 1 0 0,-1-1-1 0 0,1 0 1 0 0,0 1-1 0 0,0-1 1 0 0,0 1-1 0 0,1-1 1 0 0,0 0-1 0 0,0 0 1 0 0,0 0-1 0 0,1 0 1 0 0,3 5-1 0 0,-3-6 2 0 0,0-1-1 0 0,1 1 0 0 0,-1-1 0 0 0,0 0 1 0 0,1-1-1 0 0,0 1 0 0 0,0-1 0 0 0,0 1 1 0 0,0-1-1 0 0,0 0 0 0 0,0-1 0 0 0,0 1 1 0 0,1-1-1 0 0,-1 0 0 0 0,1 0 1 0 0,-1 0-1 0 0,1 0 0 0 0,7-1 0 0 0,3 0 67 0 0,-1 0-1 0 0,1-1 0 0 0,-1-1 1 0 0,1-1-1 0 0,-1 0 0 0 0,0-1 1 0 0,0 0-1 0 0,0-1 0 0 0,-1 0 1 0 0,0-2-1 0 0,0 1 0 0 0,0-1 1 0 0,-1-1-1 0 0,15-12 0 0 0,-14 10 28 0 0,-1-1 0 0 0,0-1 0 0 0,0 0 0 0 0,-1-1 0 0 0,0 0 0 0 0,-2-1 0 0 0,1 0 0 0 0,-2-1 0 0 0,1 1 0 0 0,-2-2 0 0 0,0 1 0 0 0,4-18 0 0 0,-8 24-71 0 0,-1 0 1 0 0,0 0-1 0 0,0 0 1 0 0,-1 0-1 0 0,-1 0 1 0 0,1 0-1 0 0,-1 0 1 0 0,-1 0-1 0 0,0 0 1 0 0,0 0-1 0 0,-1 0 1 0 0,-2-8-1 0 0,1 10-42 0 0,1 1 0 0 0,-1 0 0 0 0,0 0 0 0 0,-1 0 0 0 0,1 1 0 0 0,-1-1 0 0 0,0 1 0 0 0,-1 0 1 0 0,1 0-1 0 0,-1 0 0 0 0,0 1 0 0 0,0 0 0 0 0,-1 0 0 0 0,1 0 0 0 0,-1 0 0 0 0,-10-4 0 0 0,3 2-134 0 0,-1 1 1 0 0,1 0-1 0 0,-1 1 0 0 0,1 1 1 0 0,-23-3-1 0 0,31 5-224 0 0,-1 0-1 0 0,1 1 0 0 0,0 0 0 0 0,0 0 0 0 0,-1 0 1 0 0,1 1-1 0 0,0-1 0 0 0,0 1 0 0 0,0 1 1 0 0,0-1-1 0 0,0 1 0 0 0,0-1 0 0 0,0 2 1 0 0,0-1-1 0 0,1 0 0 0 0,-1 1 0 0 0,1 0 1 0 0,-5 4-1 0 0,8-6-197 0 0,-1 1 0 0 0,1-1 0 0 0,0 1 0 0 0,0 0 0 0 0,0 0 0 0 0,0-1 0 0 0,0 1 0 0 0,1 0 0 0 0,-1 0 0 0 0,1 0 0 0 0,-1 0 0 0 0,1 0 0 0 0,-1 0 0 0 0,1 0 0 0 0,0 0 0 0 0,0 0 0 0 0,1 4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2696 0 0,'48'12'16271'0'0,"-46"-12"-15422"0"0,1 0-667 0 0,137-8-2423 0 0,-53 1-7615 0 0,-73 5 4359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51 892 0 0,'-69'34'11716'0'0,"85"-36"-11302"0"0,95-15 109 0 0,77-13-2267 0 0,-63 8-3764 0 0,-67 9 1619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0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710 40 1212 0 0,'-19'-11'10296'0'0,"16"11"-10037"0"0,0 0 0 0 0,-1-1 0 0 0,1 1 0 0 0,0 0 0 0 0,0 0 0 0 0,-1 1 0 0 0,1-1 0 0 0,0 1 0 0 0,0-1 0 0 0,-1 1 0 0 0,1 0 1 0 0,0 0-1 0 0,0 1 0 0 0,0-1 0 0 0,0 1 0 0 0,0-1 0 0 0,1 1 0 0 0,-1 0 0 0 0,0 0 0 0 0,1 0 0 0 0,-3 3 0 0 0,-9 8 51 0 0,2 1 0 0 0,-19 24 0 0 0,16-18 204 0 0,-26 31 119 0 0,-48 82 0 0 0,73-105-504 0 0,1 0-1 0 0,2 1 0 0 0,1 0 0 0 0,1 1 0 0 0,-8 35 0 0 0,18-59-87 0 0,0 1 0 0 0,0-1 0 0 0,0 0 0 0 0,1 1 0 0 0,0-1 0 0 0,0 0 0 0 0,0 1 0 0 0,1-1 0 0 0,0 0 0 0 0,1 0 0 0 0,-1 0 0 0 0,1 1 0 0 0,3 5 1 0 0,-3-8-16 0 0,0-1 0 0 0,0 1 0 0 0,1 0 1 0 0,-1-1-1 0 0,1 0 0 0 0,0 0 1 0 0,0 0-1 0 0,0 0 0 0 0,0 0 0 0 0,1 0 1 0 0,-1-1-1 0 0,1 0 0 0 0,0 1 1 0 0,0-1-1 0 0,-1-1 0 0 0,1 1 1 0 0,0-1-1 0 0,1 1 0 0 0,-1-1 0 0 0,4 0 1 0 0,11 2 37 0 0,1 0 0 0 0,-1-2-1 0 0,1-1 1 0 0,-1 0 0 0 0,1-2 0 0 0,-1 0 0 0 0,1-1 0 0 0,-1 0 0 0 0,0-2 0 0 0,25-9 0 0 0,-16 3 41 0 0,-1-2-1 0 0,0 0 1 0 0,0-2 0 0 0,-2 0 0 0 0,0-2 0 0 0,24-21-1 0 0,-30 22-5 0 0,-2-1-1 0 0,1-1 0 0 0,-2-1 0 0 0,23-33 0 0 0,-32 41-10 0 0,0-1 0 0 0,0 0 0 0 0,-1 0-1 0 0,-1-1 1 0 0,0 1 0 0 0,-1-1 0 0 0,0 0 0 0 0,-1 0 0 0 0,0-1-1 0 0,0-13 1 0 0,-3 20-74 0 0,0 0 0 0 0,0 0 0 0 0,-1 0 0 0 0,0 1 0 0 0,0-1 0 0 0,-1 0 0 0 0,0 0 0 0 0,0 1 0 0 0,0-1 0 0 0,-1 1 0 0 0,0 0 0 0 0,-7-11 0 0 0,4 9-6 0 0,-1 0-1 0 0,1 0 1 0 0,-2 0-1 0 0,1 1 0 0 0,-1 0 1 0 0,0 1-1 0 0,-16-10 1 0 0,0 3-9 0 0,-1 1 1 0 0,0 1 0 0 0,-1 1-1 0 0,0 1 1 0 0,-41-8 0 0 0,29 10-333 0 0,-1 0 1 0 0,0 3 0 0 0,0 1 0 0 0,0 2 0 0 0,-73 8-1 0 0,76-2-908 0 0,0 2-1 0 0,1 2 1 0 0,0 1-1 0 0,0 1 0 0 0,2 2 1 0 0,-49 25-1 0 0,-6 11-5254 0 0,45-24 1135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1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67 528 0 0,'2'-12'5358'0'0,"-2"10"-5003"0"0,1-1 0 0 0,-1 1 0 0 0,0 0 0 0 0,0 0 0 0 0,-1-1 0 0 0,1 1 0 0 0,0 0 0 0 0,-1-1 0 0 0,0 1 0 0 0,1 0 0 0 0,-1 0 0 0 0,0 0 0 0 0,0 0 0 0 0,0 0 0 0 0,0 0 0 0 0,-1 0 0 0 0,-1-3 0 0 0,2 4-274 0 0,-1 0 0 0 0,1 0 0 0 0,0 0 0 0 0,-1 0 0 0 0,1 0 0 0 0,-1 0 0 0 0,0 0 0 0 0,1 0 0 0 0,-1 0 0 0 0,0 1 0 0 0,1-1 0 0 0,-1 1 0 0 0,0-1-1 0 0,0 1 1 0 0,1 0 0 0 0,-1-1 0 0 0,-3 1 0 0 0,-1 1-60 0 0,0 0 1 0 0,-1 0-1 0 0,1 1 0 0 0,0 0 0 0 0,0 0 1 0 0,0 0-1 0 0,1 0 0 0 0,-1 1 0 0 0,1 0 1 0 0,-1 0-1 0 0,1 1 0 0 0,0 0 0 0 0,0 0 1 0 0,0 0-1 0 0,1 0 0 0 0,-7 8 0 0 0,-7 10-36 0 0,0 0 0 0 0,-18 32 0 0 0,-69 129-22 0 0,89-150 55 0 0,1 0 1 0 0,2 2-1 0 0,-15 62 1 0 0,26-86-4 0 0,0 1-1 0 0,1-1 1 0 0,0 1-1 0 0,0-1 1 0 0,1 1-1 0 0,3 18 1 0 0,-3-27-13 0 0,1 1 1 0 0,0-1-1 0 0,0 0 0 0 0,0 0 1 0 0,0 1-1 0 0,0-1 0 0 0,0 0 1 0 0,1 0-1 0 0,0 0 1 0 0,-1 0-1 0 0,1-1 0 0 0,0 1 1 0 0,0 0-1 0 0,1-1 0 0 0,-1 1 1 0 0,1-1-1 0 0,-1 0 1 0 0,1 0-1 0 0,0 0 0 0 0,-1 0 1 0 0,1 0-1 0 0,0-1 0 0 0,0 1 1 0 0,0-1-1 0 0,1 0 1 0 0,4 2-1 0 0,7-1-474 0 0,1 0 0 0 0,-1 0 0 0 0,0-2 0 0 0,1 0-1 0 0,19-2 1 0 0,39-11-4748 0 0,-43 6 1425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1892 0 0,'3'-12'2028'0'0,"2"-18"9871"0"0,-7 92-11663 0 0,0-38-202 0 0,1 1 1 0 0,1-1-1 0 0,4 26 1 0 0,-3-43-22 0 0,-1-1 9 0 0,1 0 0 0 0,0 0 0 0 0,1 0-1 0 0,-1-1 1 0 0,4 7 0 0 0,-5-10-17 0 0,1-1 0 0 0,0 0 0 0 0,-1 0 1 0 0,1 1-1 0 0,0-1 0 0 0,0 0 0 0 0,0 0 0 0 0,0 0 0 0 0,0 0 0 0 0,0 0 0 0 0,0 0 0 0 0,0-1 1 0 0,0 1-1 0 0,0 0 0 0 0,1 0 0 0 0,-1-1 0 0 0,0 1 0 0 0,0-1 0 0 0,1 1 0 0 0,-1-1 1 0 0,1 1-1 0 0,-1-1 0 0 0,0 0 0 0 0,1 0 0 0 0,-1 0 0 0 0,1 0 0 0 0,-1 0 0 0 0,2 0 1 0 0,20-4 27 0 0,-17-1-29 0 0,-3 1 1 0 0,6-2-5 0 0,-1-1-1 0 0,0 0 1 0 0,0-1-1 0 0,-1 0 1 0 0,0 0-1 0 0,8-12 1 0 0,29-56 775 0 0,-26 44 1001 0 0,-15 27-1398 0 0,8-16 467 0 0,-5 17-462 0 0,-4 13 28 0 0,-6 52-199 0 0,-3 0 0 0 0,-30 117 0 0 0,20-98-143 0 0,7-40-249 0 0,-8 52-1724 0 0,13-32-4463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2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13 143 348 0 0,'-4'-12'8856'0'0,"1"0"-6176"0"0,-1-5 3308 0 0,3 10-5579 0 0,1 5-270 0 0,11-6 147 0 0,12-4-742 0 0,1 1 0 0 0,47-13-1 0 0,-6 6-2890 0 0,-3 4-3386 0 0,-60 13 6569 0 0,20-4-4525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3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54 1560 0 0,'-3'0'3933'0'0,"0"0"-3899"0"0,-23-5 8032 0 0,39-1-7813 0 0,32-7 339 0 0,79-14 1 0 0,-119 26-590 0 0,0 1 0 0 0,0-1 0 0 0,0 1 1 0 0,0 0-1 0 0,1 0 0 0 0,-1 1 0 0 0,0-1 0 0 0,0 1 1 0 0,5 2-1 0 0,-8-3-2 0 0,-1 0 1 0 0,0 1-1 0 0,1-1 1 0 0,-1 1 0 0 0,0 0-1 0 0,0-1 1 0 0,0 1-1 0 0,0 0 1 0 0,1 0-1 0 0,-1 0 1 0 0,0-1-1 0 0,0 1 1 0 0,0 0 0 0 0,-1 1-1 0 0,1-1 1 0 0,0 0-1 0 0,0 0 1 0 0,-1 0-1 0 0,1 0 1 0 0,0 1-1 0 0,-1-1 1 0 0,1 0 0 0 0,-1 0-1 0 0,0 1 1 0 0,1-1-1 0 0,-1 0 1 0 0,0 1-1 0 0,0-1 1 0 0,0 1 0 0 0,0-1-1 0 0,0 0 1 0 0,0 3-1 0 0,0-1 5 0 0,-2 7 0 0 0,0 0 0 0 0,0 0 0 0 0,-1 1 0 0 0,0-2 0 0 0,-1 1 0 0 0,0 0 0 0 0,-8 12 0 0 0,-43 63 34 0 0,44-69-36 0 0,-142 173 354 0 0,56-74 520 0 0,43-51-377 0 0,52-62-453 0 0,2-2-41 0 0,0 0-1 0 0,0 1 1 0 0,0-1 0 0 0,0 1 0 0 0,0-1-1 0 0,1 1 1 0 0,-1-1 0 0 0,0 1 0 0 0,0-1 0 0 0,0 1-1 0 0,1-1 1 0 0,-1 1 0 0 0,0-1 0 0 0,0 0-1 0 0,1 1 1 0 0,-1-1 0 0 0,0 0 0 0 0,1 1-1 0 0,-1-1 1 0 0,0 0 0 0 0,1 1 0 0 0,-1-1 0 0 0,1 0-1 0 0,-1 0 1 0 0,0 1 0 0 0,1-1 0 0 0,-1 0-1 0 0,2 0 1 0 0,19 2 77 0 0,30-11-65 0 0,-36 5 3 0 0,162-29-2451 0 0,-60 10-4876 0 0,-81 14 2125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3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21 2680 0 0,'-10'-6'7028'0'0,"9"6"-6974"0"0,-22-13 6501 0 0,17 12-6095 0 0,4 8-340 0 0,1 1 1 0 0,0-1-1 0 0,1 1 0 0 0,-1-1 1 0 0,1 0-1 0 0,2 11 0 0 0,9 47 378 0 0,-10-59-473 0 0,0 0 4 0 0,1 0 1 0 0,-1 0 0 0 0,1 0-1 0 0,1 0 1 0 0,-1 0-1 0 0,1-1 1 0 0,0 1 0 0 0,0-1-1 0 0,0 0 1 0 0,1 0-1 0 0,0 0 1 0 0,0 0 0 0 0,0-1-1 0 0,0 0 1 0 0,1 1 0 0 0,0-2-1 0 0,8 6 1 0 0,-7-5-33 0 0,0-1 0 0 0,0-1 0 0 0,1 1 0 0 0,-1-1 0 0 0,1 0 0 0 0,0-1 0 0 0,-1 0 1 0 0,1 0-1 0 0,0 0 0 0 0,0-1 0 0 0,0 0 0 0 0,0 0 0 0 0,-1 0 0 0 0,1-1 0 0 0,11-3 0 0 0,-7 2-34 0 0,-1-1 0 0 0,0-1-1 0 0,0 0 1 0 0,0 0 0 0 0,0-1-1 0 0,-1 0 1 0 0,0 0 0 0 0,0-1-1 0 0,14-12 1 0 0,-13 8 71 0 0,0 0 1 0 0,-1-1-1 0 0,0 0 0 0 0,-1-1 0 0 0,0 0 1 0 0,10-22-1 0 0,5-18 1413 0 0,-22 51-1382 0 0,2-3 36 0 0,0 0 49 0 0,-5 17 181 0 0,-7 25 402 0 0,-39 139 1216 0 0,40-153-1888 0 0,-17 49-146 0 0,4 2 0 0 0,-16 99-1 0 0,37-171-225 0 0,-1 0 0 0 0,1 0 1 0 0,0 0-1 0 0,0 0 0 0 0,0-1 0 0 0,0 1 0 0 0,1 0 1 0 0,-1 0-1 0 0,1 0 0 0 0,0 0 0 0 0,-1-1 0 0 0,1 1 0 0 0,3 4 1 0 0,-3-5-21 0 0,0-1 1 0 0,0 0 0 0 0,0 0 0 0 0,0-1 0 0 0,0 1 0 0 0,0 0 0 0 0,0 0 0 0 0,0 0-1 0 0,1-1 1 0 0,-1 1 0 0 0,0 0 0 0 0,0-1 0 0 0,1 0 0 0 0,-1 1 0 0 0,0-1 0 0 0,1 0-1 0 0,-1 1 1 0 0,1-1 0 0 0,-1 0 0 0 0,0 0 0 0 0,1 0 0 0 0,-1 0 0 0 0,1 0 0 0 0,-1-1-1 0 0,0 1 1 0 0,1 0 0 0 0,-1-1 0 0 0,1 1 0 0 0,0-1 0 0 0,13-4-6087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3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0 143 968 0 0,'11'-25'10599'0'0,"-10"23"-10180"0"0,0-1 0 0 0,1 0 0 0 0,-1 0 0 0 0,0 0 0 0 0,1 1-1 0 0,0-1 1 0 0,0 0 0 0 0,0 1 0 0 0,0 0 0 0 0,0-1 0 0 0,0 1 0 0 0,0 0 0 0 0,6-3 0 0 0,0 0-352 0 0,1 0 1 0 0,0 1 0 0 0,13-4-1 0 0,105-31-405 0 0,-85 29-2701 0 0,0 2-4117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4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24 84 0 0,'-108'85'14433'0'0,"108"-85"-14355"0"0,-1 0-1 0 0,1 0 0 0 0,0 0 0 0 0,-1 1 0 0 0,1-1 1 0 0,-1 0-1 0 0,1 0 0 0 0,-1 1 0 0 0,1-1 1 0 0,-1 0-1 0 0,1 1 0 0 0,0-1 0 0 0,-1 0 0 0 0,1 1 1 0 0,0-1-1 0 0,-1 0 0 0 0,1 1 0 0 0,0-1 1 0 0,0 1-1 0 0,-1-1 0 0 0,1 1 0 0 0,0-1 1 0 0,0 1-1 0 0,0-1 0 0 0,0 1 0 0 0,-1-1 0 0 0,1 1 1 0 0,0-1-1 0 0,0 1 0 0 0,0-1 0 0 0,0 1 1 0 0,0-1-1 0 0,0 1 0 0 0,0-1 0 0 0,0 1 0 0 0,1-1 1 0 0,-1 1-1 0 0,0 0 0 0 0,1-1-7 0 0,0 1 0 0 0,-1-1 0 0 0,1 1 1 0 0,0-1-1 0 0,0 0 0 0 0,0 1 0 0 0,0-1 0 0 0,-1 0 0 0 0,1 1 0 0 0,0-1 0 0 0,0 0 0 0 0,0 0 1 0 0,0 0-1 0 0,0 0 0 0 0,0 0 0 0 0,1 0 0 0 0,27-4 39 0 0,1-1-1 0 0,-1-1 1 0 0,34-12-1 0 0,-7 2-1071 0 0,-29 9 379 0 0,171-48-9281 0 0,-146 37 4526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5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30 744 0 0,'-7'-12'4895'0'0,"6"11"-4584"0"0,-1-1-1 0 0,0 0 1 0 0,1 1-1 0 0,-1-1 1 0 0,0 1-1 0 0,0-1 1 0 0,0 1-1 0 0,0 0 1 0 0,0 0-1 0 0,0 0 1 0 0,0 0-1 0 0,-4-1 1 0 0,5 2-274 0 0,-1 0-1 0 0,0 1 1 0 0,1-1 0 0 0,-1 0-1 0 0,0 0 1 0 0,1 1 0 0 0,-1-1 0 0 0,1 1-1 0 0,-1 0 1 0 0,1-1 0 0 0,-1 1 0 0 0,1 0-1 0 0,-1 0 1 0 0,1 0 0 0 0,0 0-1 0 0,-1 0 1 0 0,1 0 0 0 0,0 0 0 0 0,-2 3-1 0 0,-11 11 74 0 0,1 1-1 0 0,0 1 1 0 0,1 0-1 0 0,-11 22 1 0 0,-34 77 318 0 0,48-95-346 0 0,-60 149 435 0 0,61-146-436 0 0,1-1-1 0 0,1 2 1 0 0,1-1 0 0 0,2 1 0 0 0,-2 32 0 0 0,5-53-49 0 0,0 0-1 0 0,1-1 1 0 0,-1 1 0 0 0,0-1-1 0 0,1 1 1 0 0,0-1 0 0 0,0 1-1 0 0,0-1 1 0 0,0 1 0 0 0,0-1 0 0 0,1 0-1 0 0,0 0 1 0 0,-1 1 0 0 0,1-1-1 0 0,0 0 1 0 0,1-1 0 0 0,-1 1-1 0 0,0 0 1 0 0,1-1 0 0 0,2 3 0 0 0,0-2 28 0 0,-1-1 0 0 0,1 1 0 0 0,-1-1 0 0 0,1 0 0 0 0,0 0 1 0 0,0-1-1 0 0,0 1 0 0 0,0-1 0 0 0,0 0 0 0 0,0-1 0 0 0,0 1 1 0 0,0-1-1 0 0,9 0 0 0 0,7-2 110 0 0,0 0-1 0 0,1-2 1 0 0,-1 0-1 0 0,-1-1 1 0 0,1-2 0 0 0,23-9-1 0 0,-28 9 41 0 0,1-1 1 0 0,-1-1-1 0 0,0 0 0 0 0,-1-1 0 0 0,0-1 0 0 0,-1 0 0 0 0,21-22 0 0 0,-27 25-106 0 0,-2-1-1 0 0,1 0 1 0 0,-1 0-1 0 0,0 0 1 0 0,-1-1-1 0 0,0 0 1 0 0,-1 0-1 0 0,0 0 1 0 0,0-1 0 0 0,2-16-1 0 0,-3 12-8 0 0,-1-1-1 0 0,-1 1 1 0 0,0 0 0 0 0,-2-1-1 0 0,0 1 1 0 0,-5-31 0 0 0,1 23-31 0 0,-1 1 0 0 0,-2 0 1 0 0,0 0-1 0 0,-1 1 0 0 0,-1 0 0 0 0,-1 0 1 0 0,0 1-1 0 0,-2 1 0 0 0,0 0 1 0 0,-19-19-1 0 0,29 35-66 0 0,0 0-1 0 0,0 0 1 0 0,0 0 0 0 0,0 0 0 0 0,-1 1-1 0 0,1 0 1 0 0,-1 0 0 0 0,1 0-1 0 0,-1 0 1 0 0,0 0 0 0 0,0 1-1 0 0,0-1 1 0 0,-7 0 0 0 0,9 1-36 0 0,-1 1 0 0 0,1 0 1 0 0,-1 0-1 0 0,1 1 0 0 0,-1-1 1 0 0,1 0-1 0 0,-1 1 0 0 0,1 0 1 0 0,0-1-1 0 0,-1 1 0 0 0,1 0 1 0 0,0 0-1 0 0,-1 0 0 0 0,1 0 1 0 0,0 1-1 0 0,0-1 0 0 0,0 1 1 0 0,0-1-1 0 0,0 1 0 0 0,0 0 1 0 0,1 0-1 0 0,-1 0 0 0 0,0-1 1 0 0,-1 4-1 0 0,0 0-247 0 0,0 1-1 0 0,0-1 1 0 0,1 1 0 0 0,-1 0 0 0 0,1-1-1 0 0,0 1 1 0 0,1 0 0 0 0,-1 0-1 0 0,1 1 1 0 0,1-1 0 0 0,-1 0 0 0 0,1 0-1 0 0,1 11 1 0 0,-1-8-483 0 0,2 0 0 0 0,-1 0 0 0 0,1-1 0 0 0,0 1-1 0 0,1-1 1 0 0,0 0 0 0 0,1 1 0 0 0,-1-1 0 0 0,6 7 0 0 0,3 4-3534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5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81 728 0 0,'3'1'2282'0'0,"42"17"7086"0"0,-36-14-7074 0 0,-8-4-2204 0 0,-1 1 0 0 0,1-1 0 0 0,-1 0 0 0 0,1 1 0 0 0,0-1 0 0 0,-1 0-1 0 0,1 1 1 0 0,0-1 0 0 0,-1 0 0 0 0,1 1 0 0 0,0-1 0 0 0,0 0 0 0 0,-1 0 0 0 0,1 0-1 0 0,0 0 1 0 0,0 0 0 0 0,-1 0 0 0 0,1 0 0 0 0,0 0 0 0 0,0 0 0 0 0,1-1 0 0 0,95-29 869 0 0,64-16-3455 0 0,-22 20-5583 0 0,-105 21 3449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20 1396 0 0,'-20'-15'9315'0'0,"11"11"-6843"0"0,7 4-2093 0 0,-1 1-282 0 0,0 0 1 0 0,0 0-1 0 0,0 1 1 0 0,1-1-1 0 0,-1 1 1 0 0,0 0-1 0 0,1 0 1 0 0,0 0-1 0 0,-1 0 0 0 0,1 0 1 0 0,0 0-1 0 0,0 1 1 0 0,0-1-1 0 0,0 1 1 0 0,1-1-1 0 0,-1 1 1 0 0,1 0-1 0 0,-2 4 1 0 0,-6 12 301 0 0,-10 29-1 0 0,17-43-340 0 0,-16 48 492 0 0,-19 92 1 0 0,32-114-438 0 0,1 0 1 0 0,1 1-1 0 0,2-1 1 0 0,4 49-1 0 0,-2-75-92 0 0,0 1 0 0 0,0-1 0 0 0,0 0 0 0 0,0 0 0 0 0,1 0 0 0 0,0 0 0 0 0,0-1 0 0 0,0 1-1 0 0,4 6 1 0 0,-5-9-2 0 0,1 0 0 0 0,0 0-1 0 0,-1 0 1 0 0,1-1-1 0 0,0 1 1 0 0,0 0-1 0 0,0-1 1 0 0,0 1 0 0 0,0-1-1 0 0,1 0 1 0 0,-1 0-1 0 0,0 0 1 0 0,1 0-1 0 0,-1 0 1 0 0,0 0 0 0 0,1 0-1 0 0,-1-1 1 0 0,1 1-1 0 0,-1-1 1 0 0,1 0 0 0 0,0 0-1 0 0,4 0 1 0 0,0-1 9 0 0,1 0 0 0 0,-1 0 1 0 0,1-1-1 0 0,-1 0 1 0 0,0 0-1 0 0,0-1 0 0 0,0 0 1 0 0,0 0-1 0 0,0 0 1 0 0,0-1-1 0 0,-1 0 0 0 0,0-1 1 0 0,9-7-1 0 0,-6 4-3 0 0,-1-1 1 0 0,0 0-1 0 0,-1 0 0 0 0,0-1 0 0 0,-1 1 0 0 0,0-2 1 0 0,0 1-1 0 0,6-16 0 0 0,-7 12-14 0 0,0 1-1 0 0,-1-1 0 0 0,-1 0 1 0 0,0 0-1 0 0,-1-1 1 0 0,0 1-1 0 0,-1 0 1 0 0,-1-1-1 0 0,0 1 0 0 0,-1-1 1 0 0,0 1-1 0 0,-2 0 1 0 0,1-1-1 0 0,-2 1 1 0 0,-6-17-1 0 0,7 24 4 0 0,-1 0 0 0 0,0 0 0 0 0,0 1 0 0 0,0 0 1 0 0,-1 0-1 0 0,0 0 0 0 0,0 0 0 0 0,0 1 0 0 0,-1 0 0 0 0,0 0 0 0 0,-12-7 0 0 0,14 9-205 0 0,0 1 0 0 0,-1-1 0 0 0,1 1-1 0 0,-1 1 1 0 0,0-1 0 0 0,1 0 0 0 0,-1 1 0 0 0,0 0 0 0 0,0 0 0 0 0,0 1-1 0 0,0-1 1 0 0,0 1 0 0 0,0 0 0 0 0,0 1 0 0 0,0-1 0 0 0,0 1-1 0 0,0 0 1 0 0,-8 2 0 0 0,12-2 6 0 0,0-1 1 0 0,0 1-1 0 0,0 0 0 0 0,0-1 1 0 0,1 1-1 0 0,-1 0 0 0 0,0-1 0 0 0,0 1 1 0 0,1 0-1 0 0,-1 0 0 0 0,0 0 1 0 0,1 0-1 0 0,-1 0 0 0 0,1 0 1 0 0,-1 0-1 0 0,1 0 0 0 0,-1 0 0 0 0,1 0 1 0 0,-1 1-1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6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30 876 0 0,'14'4'15983'0'0,"-7"-4"-15682"0"0,-1 1 0 0 0,1-2 0 0 0,-1 1 0 0 0,0-1 0 0 0,1 0 0 0 0,-1 0 0 0 0,11-4-1 0 0,8-2-214 0 0,12-1-659 0 0,-25 5-236 0 0,0 1 1 0 0,1 0-1 0 0,15-1 1 0 0,-23 3-479 0 0,0 0 0 0 0,1 1 0 0 0,-1-1 0 0 0,0 1 0 0 0,0 1 0 0 0,8 2 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6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54 2580 0 0,'-79'51'14032'0'0,"72"-47"-11362"0"0,194-53-3606 0 0,6 9-5181 0 0,-148 32 2173 0 0,-1-4-1937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26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33 488 0 0,'-8'-8'6765'0'0,"6"6"-5857"0"0,0 0 1 0 0,0-1 0 0 0,0 1-1 0 0,0 1 1 0 0,0-1-1 0 0,-1 0 1 0 0,-3-2 0 0 0,-9 0 476 0 0,13 3-1031 0 0,-1 2-61 0 0,-1 1-186 0 0,-1 0-1 0 0,0 1 1 0 0,1 0 0 0 0,-1 0-1 0 0,1 0 1 0 0,0 0 0 0 0,0 0-1 0 0,0 1 1 0 0,1 0-1 0 0,-1-1 1 0 0,-3 7 0 0 0,-7 10 264 0 0,-13 25 1 0 0,12-19-103 0 0,-14 22 141 0 0,3 1 0 0 0,1 1 0 0 0,3 1 0 0 0,-23 80 0 0 0,42-120-349 0 0,0 1 0 0 0,1 0 0 0 0,0-1 1 0 0,1 1-1 0 0,0 0 0 0 0,1 0 0 0 0,2 14 0 0 0,-1-22-41 0 0,-1 1-1 0 0,1-1 1 0 0,1 0-1 0 0,-1 0 1 0 0,1 0-1 0 0,-1 0 1 0 0,1 0-1 0 0,0 0 1 0 0,1 0-1 0 0,-1 0 1 0 0,1-1-1 0 0,-1 1 1 0 0,1-1-1 0 0,0 0 1 0 0,0 1-1 0 0,1-1 0 0 0,-1-1 1 0 0,1 1-1 0 0,-1-1 1 0 0,1 1-1 0 0,0-1 1 0 0,4 2-1 0 0,2 0 37 0 0,-1-1-1 0 0,1 0 1 0 0,0 0-1 0 0,0-1 1 0 0,0 0-1 0 0,1 0 1 0 0,-1-2-1 0 0,0 1 1 0 0,16-2-1 0 0,-10-1 65 0 0,-1 0-1 0 0,1-1 1 0 0,-1-1-1 0 0,0 0 0 0 0,26-12 1 0 0,-19 5 28 0 0,1-1 0 0 0,-2 0 0 0 0,0-2 0 0 0,0-1 0 0 0,-1 0 0 0 0,-1-2 0 0 0,28-30 0 0 0,-30 26-36 0 0,0 0-1 0 0,-2-1 1 0 0,0-1 0 0 0,-2-1 0 0 0,13-29 0 0 0,-20 40-52 0 0,-1 0 1 0 0,0 0 0 0 0,-1-1 0 0 0,-1 0 0 0 0,0 0 0 0 0,-1 0 0 0 0,0 0 0 0 0,-1 0 0 0 0,-1 0 0 0 0,0 0-1 0 0,-4-24 1 0 0,3 32-56 0 0,-1 0 0 0 0,0 0-1 0 0,0 0 1 0 0,0 0 0 0 0,-1 0-1 0 0,0 0 1 0 0,0 1 0 0 0,-1-1-1 0 0,1 1 1 0 0,-1 0 0 0 0,0 0-1 0 0,-7-6 1 0 0,4 5-12 0 0,-1 0 1 0 0,1 0-1 0 0,-1 1 0 0 0,0 1 1 0 0,-1-1-1 0 0,1 1 0 0 0,-16-5 1 0 0,0 3-329 0 0,1 0 0 0 0,-2 2 0 0 0,1 1 0 0 0,0 1 0 0 0,-41 1 0 0 0,24 3-901 0 0,0 1-1 0 0,1 3 1 0 0,-1 1-1 0 0,-39 13 1 0 0,-75 36-7992 0 0,118-39 3354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43 207 1052 0 0,'-8'-22'6882'0'0,"-5"6"-3772"0"0,4 9-1610 0 0,-2-2 950 0 0,11 9-2425 0 0,0 0 1 0 0,-1 0 0 0 0,1-1-1 0 0,0 1 1 0 0,0 0 0 0 0,0-1 0 0 0,0 1-1 0 0,0 0 1 0 0,0-1 0 0 0,0 1-1 0 0,0-1 1 0 0,0 1 0 0 0,0 0 0 0 0,0-1-1 0 0,0 1 1 0 0,0 0 0 0 0,0-1-1 0 0,0 1 1 0 0,0 0 0 0 0,0-1 0 0 0,0 1-1 0 0,0 0 1 0 0,0-1 0 0 0,1 1-1 0 0,-1 0 1 0 0,0-1 0 0 0,0 1 0 0 0,0 0-1 0 0,1 0 1 0 0,-1-1 0 0 0,0 1 0 0 0,0 0-1 0 0,1 0 1 0 0,-1-1 0 0 0,0 1-1 0 0,1 0 1 0 0,-1 0 0 0 0,15-11 0 0 0,-1 0 0 0 0,1 2 1 0 0,1 0-1 0 0,0 1 0 0 0,22-9 0 0 0,90-24 35 0 0,-93 31-442 0 0,0 2-1 0 0,1 1 1 0 0,-1 2-1 0 0,1 2 0 0 0,0 1 1 0 0,45 3-1 0 0,-76 0 13 0 0,0 0-1 0 0,0-1 1 0 0,0 2 0 0 0,0-1 0 0 0,0 0 0 0 0,5 4-1 0 0,-8-4-219 0 0,0 0-1 0 0,1 0 0 0 0,-1 1 1 0 0,0-1-1 0 0,0 1 0 0 0,0 0 1 0 0,0-1-1 0 0,2 5 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55 2044 0 0,'-8'-14'3449'0'0,"-17"-24"5383"0"0,24 37-8346 0 0,0 1-464 0 0,1 0 0 0 0,0 0 0 0 0,0 0 0 0 0,0 0 0 0 0,0 0 0 0 0,0 0 0 0 0,0 0 0 0 0,0 1 0 0 0,0-1 0 0 0,0 0 0 0 0,0 0 0 0 0,0 0 0 0 0,0 0 0 0 0,0 0 0 0 0,-1 0 0 0 0,1 0 0 0 0,0 0 0 0 0,0 0 0 0 0,0 0 0 0 0,0 0 0 0 0,0 0-1 0 0,0 1 1 0 0,0-1 0 0 0,-1 0 0 0 0,1 0 0 0 0,0 0 0 0 0,0 0 0 0 0,0 0 0 0 0,0 0 0 0 0,0 0 0 0 0,0 0 0 0 0,-1 0 0 0 0,1 0 0 0 0,0 0 0 0 0,0 0 0 0 0,0 0 0 0 0,0-1 0 0 0,0 1 0 0 0,0 0 0 0 0,0 0 0 0 0,-1 0 0 0 0,1 0 0 0 0,0 0 0 0 0,0 0 0 0 0,0 0-1 0 0,0 0 1 0 0,0 0 0 0 0,0 0 0 0 0,0 0 0 0 0,0 0 0 0 0,0-1 0 0 0,-1 1 0 0 0,1 0 0 0 0,0 0 0 0 0,0 0 0 0 0,0 0 0 0 0,0 0 0 0 0,0 0 0 0 0,0 0 0 0 0,0-1 0 0 0,0 1 0 0 0,0 0 0 0 0,0 0 0 0 0,0 0 0 0 0,0 0 0 0 0,0 0 0 0 0,0 0 0 0 0,0-1 0 0 0,0 1 0 0 0,-3 15 652 0 0,1 20-46 0 0,-4 97-461 0 0,-40 223 1 0 0,28-243-3314 0 0,7-61 149 0 0,-1-19-2357 0 0,6-20 1269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4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58 296 1072 0 0,'-9'-6'3287'0'0,"6"3"-2652"0"0,0 1 1 0 0,-1 0 0 0 0,1 0-1 0 0,0 0 1 0 0,-1 1 0 0 0,0-1-1 0 0,1 1 1 0 0,-1 0 0 0 0,0 0-1 0 0,-3-1 1 0 0,6 4-569 0 0,0-1 0 0 0,1 0-1 0 0,-1 0 1 0 0,0 0 0 0 0,1 0-1 0 0,0 0 1 0 0,-1 1 0 0 0,1-1 0 0 0,0 0-1 0 0,-1 0 1 0 0,1 1 0 0 0,0-1 0 0 0,0 0-1 0 0,0 0 1 0 0,0 1 0 0 0,0-1 0 0 0,0 0-1 0 0,1 1 1 0 0,-1 1 0 0 0,3 2-13 0 0,-1 1 0 0 0,1-1 1 0 0,0 1-1 0 0,0-1 0 0 0,1 0 0 0 0,0 0 1 0 0,-1 0-1 0 0,2-1 0 0 0,-1 1 0 0 0,0-1 1 0 0,10 7-1 0 0,-5-6-11 0 0,0 0-1 0 0,0 0 1 0 0,0-1 0 0 0,1 0 0 0 0,-1 0-1 0 0,18 4 1 0 0,-9-5-51 0 0,0 0 0 0 0,0-1 0 0 0,0-1 0 0 0,0-1 0 0 0,0 0 0 0 0,0-1 0 0 0,34-7 0 0 0,-24 1-318 0 0,0 0 0 0 0,-1-2 0 0 0,-1-1 0 0 0,0-1 0 0 0,32-18 0 0 0,-45 21 223 0 0,-1 0 0 0 0,0 0-1 0 0,-1-2 1 0 0,0 1 0 0 0,0-2 0 0 0,-1 1 0 0 0,0-1 0 0 0,-1-1 0 0 0,-1 0 0 0 0,1 0 0 0 0,-2-1 0 0 0,7-14 0 0 0,-1-2 1092 0 0,-2-1 0 0 0,-1 0 0 0 0,11-54 0 0 0,-21 82-595 0 0,-7 47 300 0 0,-54 184 361 0 0,42-166-903 0 0,10-31 66 0 0,9-30-168 0 0,4-20-43 0 0,10-16-45 0 0,1 2 0 0 0,2 0 0 0 0,25-35 0 0 0,-33 54 1 0 0,1 0 0 0 0,1 0 1 0 0,0 1-1 0 0,1 0 1 0 0,1 1-1 0 0,-1 1 0 0 0,2 0 1 0 0,-1 0-1 0 0,18-8 0 0 0,-29 17 37 0 0,0 0-1 0 0,0 1 0 0 0,0-1 0 0 0,0 0 0 0 0,0 1 0 0 0,0-1 1 0 0,0 1-1 0 0,0 0 0 0 0,0 0 0 0 0,0 0 0 0 0,0 0 0 0 0,0 0 0 0 0,0 0 1 0 0,0 0-1 0 0,1 1 0 0 0,-1-1 0 0 0,0 1 0 0 0,0 0 0 0 0,-1-1 1 0 0,1 1-1 0 0,0 0 0 0 0,0 0 0 0 0,0 0 0 0 0,0 0 0 0 0,-1 0 0 0 0,1 1 1 0 0,-1-1-1 0 0,1 1 0 0 0,1 1 0 0 0,0 1 23 0 0,1 0-1 0 0,-1 0 1 0 0,0 1-1 0 0,0-1 1 0 0,-1 1-1 0 0,1 0 1 0 0,-1-1-1 0 0,0 1 1 0 0,-1 0-1 0 0,2 6 1 0 0,0 6 31 0 0,-2-1-1 0 0,0 1 1 0 0,-1 0 0 0 0,-2 19 0 0 0,1-16-126 0 0,2 37-1 0 0,-1-57 32 0 0,0 1 0 0 0,0 0 0 0 0,0 0 0 0 0,1 0-1 0 0,-1 0 1 0 0,0 0 0 0 0,0 0 0 0 0,1 0 0 0 0,-1 0 0 0 0,1-1-1 0 0,-1 1 1 0 0,1 0 0 0 0,-1 0 0 0 0,1-1 0 0 0,-1 1 0 0 0,1 0-1 0 0,0 0 1 0 0,-1-1 0 0 0,1 1 0 0 0,0-1 0 0 0,-1 1 0 0 0,1-1-1 0 0,1 1 1 0 0,0 0-64 0 0,0 0-1 0 0,0-1 0 0 0,-1 0 1 0 0,1 1-1 0 0,0-1 1 0 0,0 0-1 0 0,0 0 0 0 0,0 0 1 0 0,-1 0-1 0 0,1-1 0 0 0,2 1 1 0 0,5-3-536 0 0,0 0 0 0 0,0 0 0 0 0,14-7 0 0 0,-21 9 451 0 0,17-9-1691 0 0,-1-1 1 0 0,22-17 0 0 0,-40 27 1838 0 0,30-21-3428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5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185 115 1796 0 0,'1'-9'1249'0'0,"-1"0"1"0"0,0 0-1 0 0,0 0 0 0 0,-1 0 0 0 0,0 0 1 0 0,-1 0-1 0 0,1 1 0 0 0,-2-1 1 0 0,1 1-1 0 0,-7-15 0 0 0,8 22-990 0 0,-7-1 194 0 0,8 2-448 0 0,0 0-1 0 0,-1-1 0 0 0,1 1 1 0 0,0 0-1 0 0,0 0 0 0 0,-1 0 1 0 0,1 0-1 0 0,0 0 0 0 0,0 0 1 0 0,0 0-1 0 0,-1 0 0 0 0,1 0 1 0 0,0 0-1 0 0,0 0 0 0 0,-1 0 1 0 0,1 0-1 0 0,0 0 0 0 0,0 0 1 0 0,-1 0-1 0 0,1 1 0 0 0,0-1 1 0 0,0 0-1 0 0,-1 0 0 0 0,1 0 1 0 0,0 0-1 0 0,0 0 1 0 0,0 0-1 0 0,-1 1 0 0 0,1-1 1 0 0,0 0-1 0 0,0 0 0 0 0,0 0 1 0 0,0 1-1 0 0,0-1 0 0 0,-1 0 1 0 0,1 0-1 0 0,0 0 0 0 0,0 1 1 0 0,0-1-1 0 0,0 0 0 0 0,0 0 1 0 0,0 1-1 0 0,0-1 0 0 0,0 0 1 0 0,0 0-1 0 0,0 1 0 0 0,0-1 1 0 0,-6 11 155 0 0,1 1 0 0 0,0-1 1 0 0,1 1-1 0 0,0 0 0 0 0,1 0 0 0 0,-2 15 1 0 0,0-2 90 0 0,-31 123 851 0 0,-35 171-162 0 0,69-305-925 0 0,0-1-1 0 0,1 1 0 0 0,0-1 0 0 0,2 18 0 0 0,-1-28-86 0 0,0 0-1 0 0,1 0 1 0 0,-1 0 0 0 0,1 0-1 0 0,-1-1 1 0 0,1 1-1 0 0,0 0 1 0 0,0 0 0 0 0,0 0-1 0 0,0-1 1 0 0,1 1 0 0 0,-1-1-1 0 0,1 1 1 0 0,0-1 0 0 0,-1 1-1 0 0,1-1 1 0 0,0 0 0 0 0,1 0-1 0 0,-1 0 1 0 0,0 0-1 0 0,0 0 1 0 0,1-1 0 0 0,-1 1-1 0 0,1-1 1 0 0,2 2 0 0 0,-1-2-83 0 0,0-1 1 0 0,0 1-1 0 0,0-1 0 0 0,0 0 1 0 0,-1 0-1 0 0,1-1 1 0 0,0 1-1 0 0,0-1 1 0 0,0 0-1 0 0,-1 0 1 0 0,1 0-1 0 0,5-2 1 0 0,43-21-1360 0 0,-46 20 1296 0 0,25-11-370 0 0,-2-2 1 0 0,0-1-1 0 0,-1-2 0 0 0,-1-1 0 0 0,-1 0 0 0 0,-1-2 0 0 0,36-43 0 0 0,-50 52 1640 0 0,15-30 0 0 0,-22 36 129 0 0,0-1-1 0 0,0 1 0 0 0,-1-1 1 0 0,4-17-1 0 0,-7 24-686 0 0,-1-1 144 0 0,-2-6 518 0 0,2 9-1153 0 0,1 0 0 0 0,0 0 0 0 0,-1 0 0 0 0,1 0 0 0 0,0 0 0 0 0,-1 0 0 0 0,1 0 0 0 0,0 0 0 0 0,-1 0 0 0 0,1 0 0 0 0,0 0 0 0 0,-1 1 0 0 0,1-1 0 0 0,0 0 0 0 0,0 0 0 0 0,-1 0 0 0 0,1 0 0 0 0,0 1 0 0 0,-1-1 0 0 0,1 0 0 0 0,0 0 0 0 0,0 1 0 0 0,-1-1 0 0 0,1 0 0 0 0,0 0 0 0 0,0 1 0 0 0,0-1 0 0 0,0 0 0 0 0,-1 0 0 0 0,1 1 0 0 0,0-1 0 0 0,0 0 0 0 0,0 1 0 0 0,0-1 0 0 0,0 0 0 0 0,0 1 0 0 0,0 0 0 0 0,-9 17 51 0 0,1 1 0 0 0,0 1 0 0 0,2-1 0 0 0,0 1 1 0 0,1 0-1 0 0,1 1 0 0 0,1-1 0 0 0,0 42 0 0 0,3-57-63 0 0,0-1-1 0 0,0 1 1 0 0,1-1 0 0 0,0 1-1 0 0,-1-1 1 0 0,2 1-1 0 0,-1-1 1 0 0,0 1 0 0 0,1-1-1 0 0,0 0 1 0 0,4 6-1 0 0,-5-8-115 0 0,0-1-1 0 0,0 0 0 0 0,0 1 0 0 0,1-1 1 0 0,-1 0-1 0 0,0 0 0 0 0,1 0 1 0 0,-1 0-1 0 0,1 0 0 0 0,-1 0 0 0 0,1-1 1 0 0,0 1-1 0 0,-1 0 0 0 0,1-1 1 0 0,0 1-1 0 0,-1-1 0 0 0,1 0 1 0 0,0 1-1 0 0,0-1 0 0 0,-1 0 0 0 0,1 0 1 0 0,0 0-1 0 0,0 0 0 0 0,-1-1 1 0 0,1 1-1 0 0,0 0 0 0 0,-1-1 0 0 0,1 1 1 0 0,0-1-1 0 0,-1 0 0 0 0,1 1 1 0 0,0-1-1 0 0,2-2 0 0 0,2-1-1007 0 0,0 0 0 0 0,0 0 0 0 0,-1 0 0 0 0,1-1 0 0 0,-1 0 0 0 0,0 0-1 0 0,8-11 1 0 0,0-4-3526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65 1772 0 0,'-23'-20'7915'0'0,"-2"3"-3467"0"0,0 0-1915 0 0,24 16-2387 0 0,-10-9-1893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1960 0 0,'-70'33'13291'0'0,"68"-32"-12735"0"0,-4 3 172 0 0,6-4-701 0 0,0 0 0 0 0,0 0 0 0 0,0 0 0 0 0,0 0 0 0 0,0 1 0 0 0,0-1 0 0 0,0 0 1 0 0,0 0-1 0 0,0 0 0 0 0,0 0 0 0 0,0 0 0 0 0,0 0 0 0 0,0 0 0 0 0,0 0 0 0 0,0 0 0 0 0,0 0 0 0 0,0 0 0 0 0,0 1 0 0 0,0-1 1 0 0,0 0-1 0 0,0 0 0 0 0,0 1 352 0 0,0-1-352 0 0,0 0 0 0 0,-1 0 0 0 0,1 0 0 0 0,0 0 0 0 0,0 0 0 0 0,91-14 317 0 0,15-1-1566 0 0,-10 12-2051 0 0,-32 7-2819 0 0,-40-2 1067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6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319 557 2240 0 0,'4'-11'9231'0'0,"-4"3"-7948"0"0,-1-1-1 0 0,1 1 1 0 0,-1 0-1 0 0,-1 0 1 0 0,-2-9-1 0 0,4 15-1224 0 0,-1 0-1 0 0,1 0 0 0 0,-1 1 0 0 0,0-1 0 0 0,1 0 1 0 0,-1 0-1 0 0,0 1 0 0 0,0-1 0 0 0,0 0 0 0 0,-1 1 0 0 0,1-1 1 0 0,0 1-1 0 0,-1 0 0 0 0,1-1 0 0 0,0 1 0 0 0,-1 0 1 0 0,0 0-1 0 0,1 0 0 0 0,-1 0 0 0 0,0 0 0 0 0,1 0 1 0 0,-1 0-1 0 0,0 1 0 0 0,0-1 0 0 0,0 1 0 0 0,0-1 1 0 0,0 1-1 0 0,0 0 0 0 0,1-1 0 0 0,-1 1 0 0 0,-3 0 1 0 0,-7 2-50 0 0,0 1 0 0 0,0-1 0 0 0,0 2 0 0 0,1 0 0 0 0,-1 0 1 0 0,1 1-1 0 0,0 0 0 0 0,1 1 0 0 0,-1 0 0 0 0,1 1 1 0 0,0 0-1 0 0,-11 11 0 0 0,8-6-26 0 0,1-1 0 0 0,1 2 0 0 0,0 0 0 0 0,0 0 0 0 0,1 1 1 0 0,1 0-1 0 0,1 1 0 0 0,-11 24 0 0 0,17-36 11 0 0,1 1 0 0 0,0-1-1 0 0,0 1 1 0 0,0-1 0 0 0,0 1 0 0 0,0 0 0 0 0,1 0 0 0 0,-1-1-1 0 0,1 1 1 0 0,0 0 0 0 0,1-1 0 0 0,-1 1 0 0 0,0 0-1 0 0,1 0 1 0 0,0-1 0 0 0,0 1 0 0 0,0-1 0 0 0,0 1 0 0 0,4 5-1 0 0,-3-6-4 0 0,0 0 0 0 0,1 0-1 0 0,-1 0 1 0 0,1-1-1 0 0,0 1 1 0 0,0-1-1 0 0,0 1 1 0 0,0-1 0 0 0,1 0-1 0 0,-1 0 1 0 0,0-1-1 0 0,1 1 1 0 0,-1-1-1 0 0,1 1 1 0 0,0-1 0 0 0,-1 0-1 0 0,1 0 1 0 0,0-1-1 0 0,4 1 1 0 0,2-1-21 0 0,1 1 0 0 0,-1-2-1 0 0,1 0 1 0 0,-1 0 0 0 0,0-1 0 0 0,0 0 0 0 0,1 0 0 0 0,-1-1 0 0 0,-1-1 0 0 0,1 0-1 0 0,16-9 1 0 0,-12 5 3 0 0,-1 0-1 0 0,1-1 1 0 0,-2-1-1 0 0,0 0 1 0 0,0-1-1 0 0,-1 0 0 0 0,11-14 1 0 0,-7 5 179 0 0,-1-1-1 0 0,0-1 1 0 0,-2 0 0 0 0,-1 0-1 0 0,-1-2 1 0 0,14-45 0 0 0,-20 56 29 0 0,-2 10-156 0 0,-4 11-50 0 0,-6 21 39 0 0,1 1 1 0 0,2-1 0 0 0,1 1-1 0 0,2 0 1 0 0,0 0 0 0 0,2 0-1 0 0,8 55 1 0 0,-8-81-8 0 0,1 0 0 0 0,0 0 0 0 0,0 1 0 0 0,1-1 0 0 0,-1 0 0 0 0,1-1 0 0 0,0 1 0 0 0,0 0 0 0 0,0 0 0 0 0,0-1 0 0 0,1 1 0 0 0,4 4 0 0 0,-5-6-2 0 0,1-1 1 0 0,-1 1-1 0 0,0-1 0 0 0,0 1 1 0 0,1-1-1 0 0,-1 0 1 0 0,0 0-1 0 0,1 0 0 0 0,-1-1 1 0 0,1 1-1 0 0,-1 0 1 0 0,1-1-1 0 0,0 0 0 0 0,-1 1 1 0 0,1-1-1 0 0,0 0 1 0 0,-1 0-1 0 0,1-1 0 0 0,-1 1 1 0 0,1-1-1 0 0,4 0 1 0 0,17-7-4 0 0,-1 0 0 0 0,1-2 0 0 0,-2 0 1 0 0,1-1-1 0 0,-1-2 0 0 0,-1 0 0 0 0,0-1 1 0 0,-1-2-1 0 0,22-20 0 0 0,-10 5-59 0 0,-1-2 0 0 0,-1-1 1 0 0,-2-2-1 0 0,29-48 0 0 0,-38 53 29 0 0,-2 0 0 0 0,-1-2 0 0 0,-2 0 0 0 0,11-36 0 0 0,-21 55 38 0 0,0-1-1 0 0,0 0 0 0 0,-1 0 1 0 0,-1 0-1 0 0,-1 0 0 0 0,0 0 1 0 0,-1 0-1 0 0,-1 0 1 0 0,0-1-1 0 0,-1 1 0 0 0,-1 0 1 0 0,-4-16-1 0 0,6 27-2 0 0,0 1 1 0 0,-1 0-1 0 0,1 0 1 0 0,0 0-1 0 0,-1 0 0 0 0,0 0 1 0 0,0 0-1 0 0,0 0 1 0 0,0 1-1 0 0,0-1 1 0 0,0 1-1 0 0,-1-1 1 0 0,-4-3-1 0 0,-7 2-8 0 0,9 5 4 0 0,0-1 0 0 0,0 1 0 0 0,0 0 0 0 0,0 1 0 0 0,1-1 0 0 0,-1 1 0 0 0,0 0 0 0 0,1 0 0 0 0,-1 1 0 0 0,1-1 0 0 0,-1 1 0 0 0,1 0 0 0 0,0 0 0 0 0,0 1 1 0 0,1-1-1 0 0,-1 1 0 0 0,-4 5 0 0 0,-8 11-12 0 0,-29 44 0 0 0,45-64 12 0 0,-20 34 6 0 0,1 0-1 0 0,2 1 0 0 0,2 1 0 0 0,-21 71 1 0 0,27-75 17 0 0,2 1 0 0 0,2 0 0 0 0,1 0 1 0 0,1 0-1 0 0,2 1 0 0 0,3 35 1 0 0,-1-56-29 0 0,1 0 0 0 0,0 0 0 0 0,1-1 1 0 0,0 1-1 0 0,1-1 0 0 0,1 1 0 0 0,0-1 1 0 0,6 12-1 0 0,-7-18-182 0 0,-1-1-1 0 0,1 0 1 0 0,0 1 0 0 0,1-1 0 0 0,-1-1-1 0 0,1 1 1 0 0,0-1 0 0 0,0 0 0 0 0,0 0-1 0 0,1 0 1 0 0,0 0 0 0 0,-1-1 0 0 0,1 0 0 0 0,0-1-1 0 0,0 1 1 0 0,1-1 0 0 0,11 3 0 0 0,-6-3-1203 0 0,1-1 1 0 0,0 0 0 0 0,-1-1-1 0 0,1 0 1 0 0,17-3 0 0 0,10-5-5623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384 216 288 0 0,'30'-51'7717'0'0,"32"-72"1284"0"0,-62 122-8931 0 0,1 0 0 0 0,0 0 0 0 0,-1 0 0 0 0,1-1 1 0 0,0 1-1 0 0,-1 0 0 0 0,0 0 0 0 0,1-1 0 0 0,-1 1 0 0 0,0 0 0 0 0,1-1 0 0 0,-1 1 0 0 0,0 0 0 0 0,0-1 0 0 0,0 1 0 0 0,0 0 0 0 0,0-1 0 0 0,-1 1 0 0 0,1 0 1 0 0,0 0-1 0 0,-1-1 0 0 0,1 1 0 0 0,0 0 0 0 0,-1 0 0 0 0,0-1 0 0 0,1 1 0 0 0,-2-2 0 0 0,0 2-60 0 0,1 1 0 0 0,-1-1 0 0 0,0 0 1 0 0,1 1-1 0 0,-1-1 0 0 0,0 1 0 0 0,1 0 0 0 0,-1 0 0 0 0,0-1 1 0 0,1 1-1 0 0,-1 0 0 0 0,0 0 0 0 0,0 0 0 0 0,1 1 0 0 0,-1-1 0 0 0,0 0 1 0 0,0 1-1 0 0,1-1 0 0 0,-3 2 0 0 0,-15 4-2 0 0,1 2 0 0 0,0 0 0 0 0,0 1 0 0 0,1 1 0 0 0,0 0 0 0 0,-22 18 0 0 0,-86 85-51 0 0,116-103 14 0 0,0 0-1 0 0,-10 15 1 0 0,17-22 10 0 0,-1 1 1 0 0,1-1-1 0 0,0 1 1 0 0,0 0-1 0 0,0 0 1 0 0,1 0-1 0 0,-1 0 1 0 0,1 1-1 0 0,0-1 1 0 0,-1 8-1 0 0,3-9 15 0 0,-1 1 0 0 0,1-1-1 0 0,-1 0 1 0 0,1 0-1 0 0,0 0 1 0 0,0 0-1 0 0,0 0 1 0 0,1-1 0 0 0,-1 1-1 0 0,1 0 1 0 0,-1 0-1 0 0,1-1 1 0 0,0 1-1 0 0,0-1 1 0 0,0 0 0 0 0,1 1-1 0 0,-1-1 1 0 0,0 0-1 0 0,6 3 1 0 0,4 3-4 0 0,0-1-1 0 0,27 12 1 0 0,-23-12-8 0 0,46 20 9 0 0,-35-17 9 0 0,41 23 0 0 0,-66-32 11 0 0,0 0-1 0 0,-1 0 1 0 0,1 0-1 0 0,0 0 1 0 0,-1 0-1 0 0,1 1 0 0 0,-1-1 1 0 0,0 0-1 0 0,1 1 1 0 0,-1-1-1 0 0,0 1 1 0 0,0-1-1 0 0,0 1 0 0 0,0 0 1 0 0,0-1-1 0 0,0 1 1 0 0,0 0-1 0 0,-1 0 1 0 0,1-1-1 0 0,-1 1 0 0 0,1 0 1 0 0,-1 0-1 0 0,0 0 1 0 0,0 0-1 0 0,1 0 1 0 0,-1 0-1 0 0,-1 0 1 0 0,1-1-1 0 0,0 3 0 0 0,-2 0 38 0 0,1 0-1 0 0,-1 0 0 0 0,1-1 0 0 0,-1 1 0 0 0,0-1 1 0 0,0 0-1 0 0,-1 1 0 0 0,1-1 0 0 0,-1 0 1 0 0,0 0-1 0 0,1 0 0 0 0,-1-1 0 0 0,-5 4 0 0 0,-3 2 74 0 0,-1-1-1 0 0,0 0 0 0 0,0-1 1 0 0,0 0-1 0 0,-1-1 0 0 0,0-1 0 0 0,0 1 1 0 0,0-2-1 0 0,-16 2 0 0 0,9-2-22 0 0,0-1 0 0 0,1-1 0 0 0,-1-1 0 0 0,1 0 0 0 0,-36-7 0 0 0,47 5-143 0 0,0 0 0 0 0,0 0 0 0 0,0-1-1 0 0,1 0 1 0 0,-1-1 0 0 0,-8-5 0 0 0,14 8 0 0 0,1 1-33 0 0,1 0-1 0 0,-1-1 1 0 0,0 1 0 0 0,0 0 0 0 0,0-1 0 0 0,1 1-1 0 0,-1-1 1 0 0,0 0 0 0 0,0 1 0 0 0,1-1-1 0 0,-1 1 1 0 0,0-1 0 0 0,1 0 0 0 0,-1 0-1 0 0,1 1 1 0 0,-1-1 0 0 0,1 0 0 0 0,-1 0-1 0 0,1 1 1 0 0,0-1 0 0 0,-1 0 0 0 0,1 0 0 0 0,0 0-1 0 0,0 0 1 0 0,-1 0 0 0 0,1 0 0 0 0,0 0-1 0 0,0 0 1 0 0,0 1 0 0 0,0-1 0 0 0,0 0-1 0 0,0 0 1 0 0,1 0 0 0 0,-1 0 0 0 0,0 0-1 0 0,0 0 1 0 0,1 0 0 0 0,-1 0 0 0 0,0 1 0 0 0,1-1-1 0 0,-1 0 1 0 0,1 0 0 0 0,-1 0 0 0 0,1 1-1 0 0,-1-1 1 0 0,1 0 0 0 0,0 1 0 0 0,-1-1-1 0 0,2 0 1 0 0,2-3-516 0 0,-1 1 0 0 0,1 1 1 0 0,-1-1-1 0 0,1 0 0 0 0,0 1 0 0 0,1 0 0 0 0,7-4 0 0 0,18-4-4794 0 0,-13 5 423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20 356 0 0,'19'-19'19985'0'0,"-18"25"-19954"0"0,-1 0 0 0 0,0 0 0 0 0,0 0 0 0 0,0 0 0 0 0,-1 0 1 0 0,0 0-1 0 0,0 0 0 0 0,-1 0 0 0 0,-2 6 0 0 0,1 1 9 0 0,-39 152-911 0 0,32-130-3223 0 0,-1-2-3648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7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7 101 480 0 0,'-2'-61'11579'0'0,"-2"24"-10160"0"0,3 35-1800 0 0,8 20-6499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8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87 1528 0 0,'6'35'6731'0'0,"-5"21"-4193"0"0,-1-38-2107 0 0,-1-11-253 0 0,0 0-1 0 0,-1 1 0 0 0,1-1 0 0 0,-1 0 0 0 0,-6 12 1 0 0,6-14-95 0 0,1-3-49 0 0,0 1 0 0 0,0-1-1 0 0,0 0 1 0 0,0 0 0 0 0,-1 0 0 0 0,1 0 0 0 0,-1 0-1 0 0,1 0 1 0 0,-1 0 0 0 0,0 0 0 0 0,0-1-1 0 0,0 1 1 0 0,0-1 0 0 0,0 1 0 0 0,0-1-1 0 0,-4 2 1 0 0,5-3-34 0 0,0 0 0 0 0,1-1 0 0 0,-1 1 0 0 0,1-1 1 0 0,0 1-1 0 0,-1 0 0 0 0,1-1 0 0 0,-1 1 0 0 0,1-1 0 0 0,-1 1 0 0 0,1-1 0 0 0,0 1 0 0 0,-1-1 0 0 0,1 0 0 0 0,0 1 0 0 0,0-1 0 0 0,0 1 0 0 0,-1-1 0 0 0,1 0 0 0 0,0 1 1 0 0,0-1-1 0 0,0 1 0 0 0,0-1 0 0 0,0 0 0 0 0,0 1 0 0 0,0-1 0 0 0,0 0 0 0 0,0 1 0 0 0,0-1 0 0 0,1 0 0 0 0,1-20-15 0 0,1 12 4 0 0,0 0-1 0 0,1 0 1 0 0,0 1 0 0 0,0-1 0 0 0,1 1-1 0 0,0 0 1 0 0,0 0 0 0 0,1 1-1 0 0,0-1 1 0 0,0 1 0 0 0,8-7 0 0 0,-3 5-4 0 0,0 0 1 0 0,0 1-1 0 0,0 0 1 0 0,1 1 0 0 0,0 0-1 0 0,22-8 1 0 0,-30 13 27 0 0,-1 1 1 0 0,1 0-1 0 0,0 0 0 0 0,-1 0 1 0 0,1 0-1 0 0,0 0 1 0 0,0 1-1 0 0,0 0 0 0 0,0 0 1 0 0,-1 0-1 0 0,1 0 1 0 0,0 0-1 0 0,0 1 1 0 0,0 0-1 0 0,-1 0 0 0 0,1 0 1 0 0,0 0-1 0 0,-1 0 1 0 0,1 1-1 0 0,-1 0 0 0 0,1-1 1 0 0,-1 1-1 0 0,0 1 1 0 0,0-1-1 0 0,0 0 0 0 0,0 1 1 0 0,0-1-1 0 0,3 5 1 0 0,-3-3 32 0 0,0 0 0 0 0,-1 1 0 0 0,0-1 0 0 0,0 0-1 0 0,0 1 1 0 0,0-1 0 0 0,-1 1 0 0 0,1-1 0 0 0,-1 1 0 0 0,0 0 0 0 0,-1 0 0 0 0,1-1 0 0 0,-1 1 0 0 0,0 0 0 0 0,0 0 0 0 0,-1 0 0 0 0,1-1 0 0 0,-1 1 0 0 0,0 0 0 0 0,0 0 0 0 0,-4 7 0 0 0,4-9-23 0 0,0 1 0 0 0,0-1 0 0 0,0 0 0 0 0,-1 0 1 0 0,1 0-1 0 0,-1 0 0 0 0,0 0 0 0 0,0-1 0 0 0,0 1 0 0 0,-1 0 0 0 0,1-1 0 0 0,0 0 0 0 0,-1 1 1 0 0,-3 1-1 0 0,5-3-8 0 0,0-3-2 0 0,0 1-15 0 0,0-1 0 0 0,0 0-1 0 0,1 0 1 0 0,-1 1 0 0 0,1-1 0 0 0,-1 0 0 0 0,1 0 0 0 0,-1 0 0 0 0,1 0 0 0 0,0 0 0 0 0,0 0 0 0 0,0 0 0 0 0,0 0 0 0 0,1 0-1 0 0,-1 1 1 0 0,0-1 0 0 0,1 0 0 0 0,-1 0 0 0 0,1 0 0 0 0,1-2 0 0 0,0-2-8 0 0,4-9-3 0 0,0 0 0 0 0,2 1 0 0 0,0-1 1 0 0,0 1-1 0 0,1 1 0 0 0,1 0 0 0 0,0 0 0 0 0,1 1 0 0 0,1 0 0 0 0,-1 1 0 0 0,2 0 0 0 0,0 1 0 0 0,21-14 0 0 0,-29 21 20 0 0,-1 1-1 0 0,1-1 1 0 0,-1 1 0 0 0,1 0 0 0 0,0 0-1 0 0,-1 1 1 0 0,1-1 0 0 0,0 1 0 0 0,0 0-1 0 0,0 0 1 0 0,0 1 0 0 0,0 0 0 0 0,0 0-1 0 0,0 0 1 0 0,7 1 0 0 0,-11-1 23 0 0,1 1-1 0 0,-1 0 1 0 0,1-1 0 0 0,-1 1 0 0 0,1 0-1 0 0,-1 0 1 0 0,1 0 0 0 0,-1 0-1 0 0,0 0 1 0 0,0 0 0 0 0,1 0 0 0 0,-1 1-1 0 0,0-1 1 0 0,0 0 0 0 0,0 1-1 0 0,0-1 1 0 0,-1 0 0 0 0,2 4 0 0 0,0-2 69 0 0,0 1 1 0 0,-1 0 0 0 0,0 0-1 0 0,0 0 1 0 0,0 1-1 0 0,0 4 1 0 0,-1 3 50 0 0,0-1 0 0 0,-1 1 1 0 0,0 0-1 0 0,0-1 0 0 0,-6 17 0 0 0,-21 58 125 0 0,6-23-1823 0 0,22-62 1323 0 0,-1 0 0 0 0,1 1 0 0 0,0-1 1 0 0,0 1-1 0 0,0-1 0 0 0,0 1 0 0 0,0-1 0 0 0,0 0 0 0 0,0 1 0 0 0,0-1 0 0 0,0 1 1 0 0,1-1-1 0 0,-1 0 0 0 0,1 1 0 0 0,-1-1 0 0 0,1 0 0 0 0,0 0 0 0 0,-1 1 0 0 0,1-1 1 0 0,1 2-1 0 0,21-6-7887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50 1096 0 0,'11'-49'17212'0'0,"-14"57"-16275"0"0,-5 14-440 0 0,1-1-1 0 0,1 1 1 0 0,1 0 0 0 0,-4 36-1 0 0,2-9-141 0 0,-37 236 904 0 0,-19 104 42 0 0,54-342-1278 0 0,2-7 99 0 0,-2 1 0 0 0,-23 61 0 0 0,19-85-1122 0 0,11-16 264 0 0,-1-1-244 0 0,1-1 711 0 0,0 0 1 0 0,-1 0-1 0 0,1 0 1 0 0,0 0-1 0 0,0 0 0 0 0,0 0 1 0 0,0 0-1 0 0,0-1 1 0 0,0 1-1 0 0,0-1 0 0 0,0 1 1 0 0,0-1-1 0 0,1 0 1 0 0,-1 0-1 0 0,1 0 0 0 0,-1 0 1 0 0,1 0-1 0 0,0 0 1 0 0,0 0-1 0 0,0 0 0 0 0,-1-5 1 0 0,-3-5-1886 0 0,2-1-1 0 0,-5-25 1 0 0,6 23 130 0 0,-5-17-3492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0:5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1 487 1528 0 0,'7'-17'973'0'0,"0"0"0"0"0,2 0 0 0 0,0 1 0 0 0,1 0 0 0 0,0 0 0 0 0,1 1 0 0 0,1 1 0 0 0,1 0 0 0 0,23-21 0 0 0,-29 29-850 0 0,0 1 1 0 0,0 0-1 0 0,0 1 1 0 0,0-1-1 0 0,1 1 1 0 0,-1 1-1 0 0,1 0 1 0 0,0 0-1 0 0,0 0 1 0 0,0 1-1 0 0,1 0 1 0 0,-1 0-1 0 0,0 1 1 0 0,1 1-1 0 0,-1-1 1 0 0,1 1-1 0 0,-1 0 1 0 0,1 1-1 0 0,-1 0 1 0 0,0 1-1 0 0,1-1 1 0 0,-1 2-1 0 0,13 4 1 0 0,-16-5-64 0 0,-1 0 0 0 0,1 0 0 0 0,0 1 0 0 0,-1-1 0 0 0,0 1 0 0 0,0 0 1 0 0,0 1-1 0 0,0-1 0 0 0,0 1 0 0 0,0-1 0 0 0,-1 1 0 0 0,0 0 0 0 0,0 1 0 0 0,0-1 0 0 0,0 0 0 0 0,-1 1 0 0 0,1 0 0 0 0,-1-1 0 0 0,-1 1 1 0 0,1 0-1 0 0,0 0 0 0 0,-1 0 0 0 0,0 0 0 0 0,0 0 0 0 0,-1 0 0 0 0,0 1 0 0 0,0 7 0 0 0,-1-1 48 0 0,0 0 0 0 0,-1 0 0 0 0,-1 0 0 0 0,0 0 1 0 0,-1-1-1 0 0,0 0 0 0 0,0 1 0 0 0,-1-1 0 0 0,-1-1 0 0 0,-12 19 0 0 0,-9 16 645 0 0,26-43-596 0 0,5-4-150 0 0,0 1 0 0 0,0-1 0 0 0,0 0 0 0 0,0 0 1 0 0,-1-1-1 0 0,1 1 0 0 0,-1-1 0 0 0,6-4 0 0 0,0-1-13 0 0,241-189-47 0 0,-213 164 72 0 0,-2-2 1 0 0,-1-2-1 0 0,-2-1 1 0 0,37-57-1 0 0,-65 89 2 0 0,0 0 0 0 0,-1 0 0 0 0,1 0 0 0 0,-1 0 0 0 0,-1-1 0 0 0,1 1 0 0 0,-1-1 0 0 0,0 0 0 0 0,0 1 0 0 0,-1-1 0 0 0,0 0 0 0 0,0 0 0 0 0,-1 0 0 0 0,0-10 0 0 0,-1 16-20 0 0,1 0-1 0 0,-1 0 0 0 0,1 1 0 0 0,-1-1 0 0 0,1 0 0 0 0,-1 1 0 0 0,0-1 1 0 0,1 1-1 0 0,-1-1 0 0 0,0 1 0 0 0,1-1 0 0 0,-1 1 0 0 0,0-1 0 0 0,0 1 1 0 0,0-1-1 0 0,1 1 0 0 0,-1 0 0 0 0,0 0 0 0 0,0-1 0 0 0,0 1 0 0 0,0 0 1 0 0,1 0-1 0 0,-1 0 0 0 0,0 0 0 0 0,0 0 0 0 0,0 0 0 0 0,0 0 1 0 0,0 0-1 0 0,0 1 0 0 0,1-1 0 0 0,-1 0 0 0 0,0 0 0 0 0,0 1 0 0 0,0-1 1 0 0,-1 1-1 0 0,-8 7-5 0 0,1 0 0 0 0,-1 0 0 0 0,2 0 0 0 0,-1 1 0 0 0,1 1 0 0 0,1 0 0 0 0,-1 0 0 0 0,-7 15 0 0 0,0 3-8 0 0,2 0 0 0 0,-13 39 0 0 0,18-42 29 0 0,0 1-1 0 0,-6 49 1 0 0,12-64-10 0 0,1 0 1 0 0,1 0-1 0 0,0 0 0 0 0,0 0 0 0 0,1 0 0 0 0,1-1 0 0 0,0 1 1 0 0,0 0-1 0 0,7 18 0 0 0,-7-25 3 0 0,0 1-1 0 0,0-1 1 0 0,1 0-1 0 0,0 0 1 0 0,-1-1-1 0 0,2 1 1 0 0,-1-1 0 0 0,0 1-1 0 0,1-1 1 0 0,-1 0-1 0 0,1 0 1 0 0,0 0 0 0 0,6 3-1 0 0,-3-3-2 0 0,1 1 1 0 0,0-2-1 0 0,0 1 0 0 0,0-1 0 0 0,0 0 0 0 0,0 0 1 0 0,9 0-1 0 0,5-1-6 0 0,-1-1 1 0 0,1-1 0 0 0,-1 0-1 0 0,0-2 1 0 0,23-6-1 0 0,-28 6-28 0 0,-1-2 0 0 0,-1 1 0 0 0,1-2-1 0 0,-1 0 1 0 0,0-1 0 0 0,0 0 0 0 0,-1-1-1 0 0,0-1 1 0 0,0 0 0 0 0,-1-1 0 0 0,0 0 0 0 0,-1 0-1 0 0,0-2 1 0 0,0 1 0 0 0,-1-1 0 0 0,16-27-1 0 0,-26 39 29 0 0,2-4-7 0 0,0 0 0 0 0,1 0 0 0 0,-2-1 1 0 0,1 1-1 0 0,-1-1 0 0 0,1 1 0 0 0,-1-1 0 0 0,0 0 0 0 0,0-4 0 0 0,-1 2 6 0 0,-2-13 0 0 0,-2 13 8 0 0,-8-8-8 0 0,6 14 1 0 0,5 2 0 0 0,-3-2 1 0 0,-1 1 1 0 0,1 0-1 0 0,0 0 0 0 0,-1 1 1 0 0,1-1-1 0 0,0 1 1 0 0,-1 0-1 0 0,1 0 0 0 0,0 0 1 0 0,0 1-1 0 0,0-1 0 0 0,0 1 1 0 0,0 0-1 0 0,0 0 1 0 0,-4 4-1 0 0,-5 3 23 0 0,1 0 0 0 0,1 0 0 0 0,0 1 0 0 0,0 1 0 0 0,1 0 0 0 0,-18 24 0 0 0,22-26-6 0 0,0 0 1 0 0,0 1 0 0 0,1 0-1 0 0,0 0 1 0 0,1 1-1 0 0,0 0 1 0 0,0-1-1 0 0,1 1 1 0 0,-2 21-1 0 0,4-29-13 0 0,1 0-1 0 0,0-1 1 0 0,0 1-1 0 0,1 0 1 0 0,-1 0-1 0 0,1 0 1 0 0,-1 0-1 0 0,1 0 0 0 0,0 0 1 0 0,0 0-1 0 0,0-1 1 0 0,0 1-1 0 0,1 0 1 0 0,-1-1-1 0 0,1 1 1 0 0,0-1-1 0 0,-1 1 1 0 0,1-1-1 0 0,0 0 1 0 0,0 0-1 0 0,1 0 0 0 0,-1 0 1 0 0,0 0-1 0 0,1 0 1 0 0,-1-1-1 0 0,1 1 1 0 0,-1-1-1 0 0,1 0 1 0 0,0 0-1 0 0,0 0 1 0 0,3 1-1 0 0,9 2-405 0 0,0-1 1 0 0,0 0-1 0 0,0-1 1 0 0,26 0-1 0 0,-38-2 260 0 0,12 0-691 0 0,-1 0 0 0 0,1-1 1 0 0,26-6-1 0 0,14-10-5082 0 0,-36 8 1106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0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60 1464 0 0,'-18'-50'11509'0'0,"17"49"-10995"0"0,-1-8 1266 0 0,17 29-589 0 0,23 42 0 0 0,0 1-406 0 0,-37-62-780 0 0,46 60 339 0 0,-42-55-740 0 0,0-1 1 0 0,0 1-1 0 0,1-2 0 0 0,0 1 0 0 0,0-1 0 0 0,0 1 1 0 0,14 5-1 0 0,-17-9-217 0 0,1 0 1 0 0,-1-1-1 0 0,1 1 0 0 0,-1-1 1 0 0,1 1-1 0 0,-1-1 0 0 0,1 0 1 0 0,0 0-1 0 0,-1-1 0 0 0,1 1 1 0 0,-1-1-1 0 0,1 0 1 0 0,-1 0-1 0 0,5-1 0 0 0,2-4-3410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63 1432 0 0,'0'-3'2009'0'0,"0"0"-1533"0"0,0 1-1 0 0,-1-1 1 0 0,1 0-1 0 0,-1 1 1 0 0,1-1-1 0 0,-1 1 1 0 0,0-1 0 0 0,0 0-1 0 0,0 1 1 0 0,0 0-1 0 0,-1-1 1 0 0,1 1 0 0 0,0 0-1 0 0,-1 0 1 0 0,0-1-1 0 0,0 1 1 0 0,1 0-1 0 0,-1 1 1 0 0,0-1 0 0 0,0 0-1 0 0,-1 1 1 0 0,-3-3-1 0 0,2 2-263 0 0,0 1 0 0 0,0 0 1 0 0,0 0-1 0 0,0 1 0 0 0,0-1 0 0 0,0 1 0 0 0,0 0 0 0 0,0 0 0 0 0,0 0 0 0 0,0 1 0 0 0,0-1 1 0 0,0 1-1 0 0,0 0 0 0 0,0 0 0 0 0,-6 3 0 0 0,-9 4-21 0 0,0 1-1 0 0,0 1 1 0 0,1 0 0 0 0,1 2-1 0 0,0 0 1 0 0,-22 20 0 0 0,15-10-157 0 0,0 2 0 0 0,2 1 0 0 0,-24 35 0 0 0,-3 20-2352 0 0,23-23-6305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27 213 1144 0 0,'-2'-2'312'0'0,"0"1"0"0"0,0-1 0 0 0,0 1 0 0 0,0-1 0 0 0,0 0 0 0 0,1 0 0 0 0,-1 0-1 0 0,1 0 1 0 0,-1 0 0 0 0,1 0 0 0 0,0 0 0 0 0,0-1 0 0 0,0 1 0 0 0,0 0 0 0 0,0 0 0 0 0,1-1 0 0 0,-1 1 0 0 0,1-1-1 0 0,-1 1 1 0 0,1-1 0 0 0,0 1 0 0 0,0-1 0 0 0,0 1 0 0 0,0-1 0 0 0,0 1 0 0 0,1-1 0 0 0,0-2 0 0 0,1 0-174 0 0,0 0 0 0 0,1 0 0 0 0,-1 1 1 0 0,1-1-1 0 0,0 0 0 0 0,0 1 0 0 0,1 0 0 0 0,-1 0 1 0 0,1 0-1 0 0,0 0 0 0 0,8-6 0 0 0,3-1-12 0 0,2 1-1 0 0,-1 0 0 0 0,1 1 1 0 0,1 0-1 0 0,-1 2 0 0 0,2 0 1 0 0,-1 1-1 0 0,1 1 0 0 0,-1 0 1 0 0,28-2-1 0 0,-30 5-107 0 0,0 1-1 0 0,1 1 1 0 0,-1 0 0 0 0,0 1-1 0 0,0 0 1 0 0,1 2 0 0 0,-1 0-1 0 0,0 0 1 0 0,-1 2 0 0 0,1 0-1 0 0,-1 1 1 0 0,24 12 0 0 0,-35-16-67 0 0,1 1 1 0 0,-1 0 0 0 0,1 0 0 0 0,-1 1 0 0 0,0-1-1 0 0,-1 1 1 0 0,1 0 0 0 0,-1 0 0 0 0,1 0 0 0 0,-1 1-1 0 0,0-1 1 0 0,-1 1 0 0 0,4 6 0 0 0,-4-6-356 0 0,-1-1-1 0 0,0 0 1 0 0,0 0 0 0 0,-1 1 0 0 0,1-1-1 0 0,-1 1 1 0 0,0-1 0 0 0,0 1-1 0 0,0-1 1 0 0,-1 0 0 0 0,0 1 0 0 0,1-1-1 0 0,-2 0 1 0 0,1 1 0 0 0,0-1-1 0 0,-4 6 1 0 0,-4 7-2789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26 2620 0 0,'-11'-17'10973'0'0,"5"9"-8778"0"0,5 9-2126 0 0,0 0 1 0 0,0 0-1 0 0,0 0 0 0 0,0 1 0 0 0,0-1 1 0 0,0 0-1 0 0,0 1 0 0 0,1-1 0 0 0,-1 1 1 0 0,1-1-1 0 0,-1 0 0 0 0,1 1 0 0 0,-1-1 0 0 0,1 1 1 0 0,0 2-1 0 0,-4 33 601 0 0,3-18-354 0 0,-58 254 1185 0 0,1-12-4279 0 0,57-218-580 0 0,1-41 2672 0 0,0 0-1 0 0,1 1 0 0 0,-1-1 1 0 0,1 0-1 0 0,-1 1 0 0 0,1-1 1 0 0,0 0-1 0 0,2 4 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1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57 1908 0 0,'1'-2'450'0'0,"0"1"-1"0"0,0-1 1 0 0,0 0-1 0 0,0 1 1 0 0,-1-1-1 0 0,1 0 1 0 0,0 0-1 0 0,-1 1 0 0 0,1-1 1 0 0,-1 0-1 0 0,0 0 1 0 0,1 0-1 0 0,-1 0 1 0 0,0 0-1 0 0,0 0 1 0 0,0 0-1 0 0,0 1 1 0 0,-1-1-1 0 0,1 0 1 0 0,0 0-1 0 0,-1 0 1 0 0,0 0-1 0 0,1 1 1 0 0,-1-1-1 0 0,-2-3 1 0 0,3 4-366 0 0,-1 0 0 0 0,0 1 1 0 0,0-1-1 0 0,0 1 0 0 0,0-1 0 0 0,0 1 1 0 0,0-1-1 0 0,0 1 0 0 0,0-1 1 0 0,0 1-1 0 0,0 0 0 0 0,0 0 1 0 0,0-1-1 0 0,-1 1 0 0 0,1 0 1 0 0,0 0-1 0 0,0 0 0 0 0,0 0 0 0 0,-2 1 1 0 0,-21 3 453 0 0,7 3-379 0 0,1 0-1 0 0,-1 1 0 0 0,1 1 1 0 0,1 0-1 0 0,0 2 0 0 0,0-1 1 0 0,1 2-1 0 0,-22 21 0 0 0,20-15-123 0 0,0 0 0 0 0,1 2 0 0 0,1-1 0 0 0,0 2 0 0 0,2 0 0 0 0,-10 22 0 0 0,20-39-30 0 0,0 0-1 0 0,0-1 1 0 0,1 1 0 0 0,0 0 0 0 0,0 0 0 0 0,0 0-1 0 0,0 0 1 0 0,0 0 0 0 0,1 0 0 0 0,0 0-1 0 0,0 0 1 0 0,0 0 0 0 0,0 1 0 0 0,1-1 0 0 0,-1 0-1 0 0,1 0 1 0 0,2 5 0 0 0,-2-7-2 0 0,0 0 1 0 0,0-1 0 0 0,0 1-1 0 0,1 0 1 0 0,-1-1 0 0 0,0 1-1 0 0,1-1 1 0 0,0 1 0 0 0,-1-1-1 0 0,1 0 1 0 0,0 1 0 0 0,0-1-1 0 0,-1 0 1 0 0,1 0 0 0 0,2 0-1 0 0,1 1 3 0 0,1-1-1 0 0,-1 1 0 0 0,0-1 0 0 0,0-1 0 0 0,0 1 0 0 0,0-1 0 0 0,1 0 0 0 0,5-1 0 0 0,0 0-1 0 0,0 0 1 0 0,0-2 0 0 0,0 1-1 0 0,0-1 1 0 0,-1-1-1 0 0,1 0 1 0 0,-1 0-1 0 0,0-1 1 0 0,0 0-1 0 0,-1-1 1 0 0,0 0-1 0 0,12-10 1 0 0,-9 5-2 0 0,0-1 1 0 0,0 0 0 0 0,-2 0-1 0 0,1-1 1 0 0,-2-1-1 0 0,1 1 1 0 0,9-22-1 0 0,9-29 1467 0 0,-44 107-1413 0 0,7-23-10 0 0,-8 33 1 0 0,15-47-47 0 0,1 1 1 0 0,0-1 0 0 0,0 1 0 0 0,0-1-1 0 0,1 1 1 0 0,0-1 0 0 0,1 1 0 0 0,-1-1-1 0 0,4 12 1 0 0,-4-16-64 0 0,1 0-1 0 0,0 0 0 0 0,-1 0 1 0 0,1 0-1 0 0,0 0 1 0 0,0 0-1 0 0,0 0 1 0 0,1-1-1 0 0,-1 1 1 0 0,0 0-1 0 0,1-1 0 0 0,-1 1 1 0 0,1-1-1 0 0,0 1 1 0 0,-1-1-1 0 0,1 0 1 0 0,0 1-1 0 0,0-1 1 0 0,3 1-1 0 0,-1 0-133 0 0,0-1 1 0 0,0 0-1 0 0,0 0 0 0 0,1 0 1 0 0,-1-1-1 0 0,0 0 0 0 0,1 0 1 0 0,-1 0-1 0 0,7-1 0 0 0,1-1-451 0 0,1 0 0 0 0,-1-1 0 0 0,0-1 0 0 0,0 0 0 0 0,22-12 0 0 0,-12 4-393 0 0,-2-1 0 0 0,1-1 0 0 0,-2-1 0 0 0,0 0 0 0 0,-1-2 0 0 0,0 0-1 0 0,25-33 1 0 0,-20 18-550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31 200 3376 0 0,'10'-22'706'0'0,"63"-142"8194"0"0,-68 151-6838 0 0,-13 28-1375 0 0,-13 32-155 0 0,7-8-21 0 0,-45 152 1007 0 0,53-168-1424 0 0,2 0 1 0 0,1 1-1 0 0,0-1 0 0 0,2 1 1 0 0,1-1-1 0 0,4 34 0 0 0,-4-51-81 0 0,1 0 0 0 0,0 0 1 0 0,1 0-1 0 0,-1 0 0 0 0,1 0 0 0 0,0-1 0 0 0,0 1 0 0 0,1-1 0 0 0,0 1 0 0 0,0-1 0 0 0,0 0 0 0 0,0 0 0 0 0,1-1 0 0 0,0 1 0 0 0,0-1 0 0 0,0 1 0 0 0,1-1 0 0 0,-1 0 0 0 0,1-1 0 0 0,0 1 0 0 0,0-1 0 0 0,0 0 0 0 0,1 0 1 0 0,-1-1-1 0 0,1 0 0 0 0,-1 0 0 0 0,1 0 0 0 0,0 0 0 0 0,7 0 0 0 0,-5-1-5 0 0,-1-1 1 0 0,0 0-1 0 0,0 0 1 0 0,0 0-1 0 0,0-1 1 0 0,0-1-1 0 0,0 1 0 0 0,0-1 1 0 0,0 0-1 0 0,0 0 1 0 0,0-1-1 0 0,-1 0 1 0 0,1 0-1 0 0,-1-1 1 0 0,0 0-1 0 0,0 0 1 0 0,6-5-1 0 0,-9 5-13 0 0,1 1 0 0 0,-1-1 0 0 0,0 0 0 0 0,1 0 0 0 0,-2 0 0 0 0,1 0 0 0 0,0 0 0 0 0,-1 0 0 0 0,0-1-1 0 0,0 0 1 0 0,0 1 0 0 0,-1-1 0 0 0,0 0 0 0 0,1 0 0 0 0,-2 1 0 0 0,1-1 0 0 0,-1 0 0 0 0,1 0 0 0 0,-1 0 0 0 0,0 0 0 0 0,-1 0 0 0 0,0 0 0 0 0,1 0 0 0 0,-1 0 0 0 0,-3-8-1 0 0,1 7-3 0 0,1 1-1 0 0,-1-1 0 0 0,0 1 1 0 0,0 0-1 0 0,-1 0 0 0 0,1 0 0 0 0,-1 0 1 0 0,0 1-1 0 0,-1-1 0 0 0,1 1 0 0 0,-1 0 1 0 0,0 0-1 0 0,0 1 0 0 0,-6-4 1 0 0,-3-1-5 0 0,-1 1 1 0 0,1 0-1 0 0,-1 1 1 0 0,-17-4 0 0 0,28 9 6 0 0,0 1 0 0 0,0-1 0 0 0,0 1 0 0 0,0 0 0 0 0,0 0 0 0 0,1 0 0 0 0,-1 1 0 0 0,0-1 0 0 0,0 1 0 0 0,0 0 0 0 0,0 0 0 0 0,1 0 0 0 0,-1 0 0 0 0,1 1 0 0 0,-1 0 0 0 0,1-1 0 0 0,-4 4 0 0 0,6-5 6 0 0,0 1 0 0 0,1-1 0 0 0,-1 1 0 0 0,0 0 0 0 0,1 0 0 0 0,-1-1 0 0 0,0 1 1 0 0,1 0-1 0 0,-1 0 0 0 0,1 0 0 0 0,0-1 0 0 0,-1 1 0 0 0,1 0 0 0 0,0 0 0 0 0,-1 0 0 0 0,1 0 1 0 0,0 0-1 0 0,0 0 0 0 0,0 0 0 0 0,0 0 0 0 0,-1 0 0 0 0,2 0 0 0 0,-1-1 0 0 0,0 1 0 0 0,0 0 0 0 0,0 0 1 0 0,0 0-1 0 0,1 0 0 0 0,-1 0 0 0 0,0 0 0 0 0,1 0 0 0 0,-1 0 0 0 0,0-1 0 0 0,1 1 0 0 0,-1 0 1 0 0,1 0-1 0 0,0 0 0 0 0,-1-1 0 0 0,1 1 0 0 0,0 0 0 0 0,-1-1 0 0 0,3 2 0 0 0,0 1 2 0 0,1 0 0 0 0,0 0 0 0 0,0 0 0 0 0,0-1-1 0 0,0 0 1 0 0,8 4 0 0 0,1-3 4 0 0,0 1 0 0 0,0-2-1 0 0,1 0 1 0 0,-1-1 0 0 0,0 0 0 0 0,1-1-1 0 0,-1 0 1 0 0,24-5 0 0 0,1-1 3 0 0,67-22 0 0 0,-67 15 36 0 0,0-2 1 0 0,-1-1-1 0 0,-1-1 0 0 0,0-3 1 0 0,-2-1-1 0 0,0-1 1 0 0,-2-2-1 0 0,0-1 0 0 0,-2-1 1 0 0,0-2-1 0 0,-2-1 1 0 0,39-53-1 0 0,-63 73 98 0 0,-11 11-106 0 0,-11 14-26 0 0,-7 20 84 0 0,2 2 0 0 0,2 1 0 0 0,1 0 0 0 0,2 2 0 0 0,2 0 0 0 0,-20 80 0 0 0,33-112-15 0 0,1 1 0 0 0,1 0 0 0 0,0 0 0 0 0,0 0 0 0 0,1-1 0 0 0,0 1 0 0 0,1 0 0 0 0,3 20 0 0 0,-3-27-60 0 0,0 1-1 0 0,0-1 0 0 0,0 1 1 0 0,0-1-1 0 0,1 0 0 0 0,0 1 1 0 0,0-1-1 0 0,-1 0 0 0 0,2 0 1 0 0,-1 0-1 0 0,0 0 0 0 0,1 0 1 0 0,-1-1-1 0 0,1 1 0 0 0,0-1 1 0 0,0 0-1 0 0,0 1 0 0 0,0-1 1 0 0,0-1-1 0 0,0 1 0 0 0,1 0 1 0 0,-1-1-1 0 0,1 0 0 0 0,-1 1 1 0 0,1-2-1 0 0,4 2 0 0 0,12 0 0 0 0,1 0 0 0 0,-1-2 0 0 0,0 0 0 0 0,1-1 0 0 0,-1-2 0 0 0,0 0 0 0 0,24-6 0 0 0,6-5 5 0 0,75-33 0 0 0,-80 28 17 0 0,-2-1 0 0 0,0-3-1 0 0,57-40 1 0 0,-93 59 28 0 0,-1-1 0 0 0,0 0 1 0 0,0 0-1 0 0,-1-1 0 0 0,1 1 0 0 0,-1-1 1 0 0,-1-1-1 0 0,8-10 0 0 0,-12 16-63 0 0,1 1 0 0 0,-1-1 0 0 0,0 0 0 0 0,1 0 0 0 0,-1 0 0 0 0,0 0 0 0 0,0 1 0 0 0,1-1 0 0 0,-1 0 0 0 0,0 0 0 0 0,0 0 0 0 0,0 0 0 0 0,0 0 0 0 0,0 0 0 0 0,0 0 0 0 0,0 1 0 0 0,0-1 0 0 0,-1 0 0 0 0,1 0 0 0 0,0 0 0 0 0,-1 0 0 0 0,1 0 0 0 0,0 1 0 0 0,-1-1 0 0 0,1 0 0 0 0,-1 0 0 0 0,1 1 0 0 0,-1-1 0 0 0,1 0 0 0 0,-1 1 0 0 0,0-1 0 0 0,1 0 0 0 0,-1 1 0 0 0,0-1 0 0 0,1 1 0 0 0,-1-1 0 0 0,0 1 0 0 0,0-1 0 0 0,0 1 0 0 0,1 0 0 0 0,-1-1 0 0 0,0 1 0 0 0,0 0 0 0 0,0 0 0 0 0,0 0 0 0 0,0 0 0 0 0,0-1 0 0 0,1 1 0 0 0,-1 0 0 0 0,-1 1 0 0 0,-5-2 0 0 0,1 1 1 0 0,0 1 0 0 0,-1-1 0 0 0,1 1 0 0 0,-9 2-1 0 0,3 1 1 0 0,0 0 0 0 0,0 1 0 0 0,0 1 0 0 0,1-1 0 0 0,0 2 0 0 0,0 0 0 0 0,0 0 0 0 0,1 1 0 0 0,-14 14-1 0 0,17-16 18 0 0,1 0 0 0 0,0 1 0 0 0,1 0-1 0 0,-1 0 1 0 0,1 0 0 0 0,1 1-1 0 0,-1 0 1 0 0,1 0 0 0 0,1 0-1 0 0,-1 1 1 0 0,1-1 0 0 0,1 1-1 0 0,0-1 1 0 0,-2 13 0 0 0,4-17-1 0 0,0-1 0 0 0,0 0 1 0 0,0 1-1 0 0,0-1 0 0 0,1 1 1 0 0,-1-1-1 0 0,1 0 0 0 0,0 0 1 0 0,0 1-1 0 0,0-1 0 0 0,0 0 1 0 0,1 0-1 0 0,-1 0 0 0 0,1 0 1 0 0,0 0-1 0 0,3 3 0 0 0,-2-2-15 0 0,1-1 0 0 0,-1 0-1 0 0,1 0 1 0 0,0 0-1 0 0,0 0 1 0 0,0-1-1 0 0,0 1 1 0 0,1-1 0 0 0,-1 0-1 0 0,7 1 1 0 0,7 2-453 0 0,1-1 1 0 0,1-1-1 0 0,-1-1 0 0 0,30 0 1 0 0,45-4-3443 0 0,-32-4-2920 0 0,-16-1-1649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0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4252 0 0,'18'23'13080'0'0,"-10"-13"-9137"0"0,-1 4-574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37 320 0 0,'4'-12'6585'0'0,"-2"6"-5884"0"0,3-12 5915 0 0,-6 25-6075 0 0,-12 40-202 0 0,-2 0 0 0 0,-1-2 0 0 0,-25 46 1 0 0,-3 10-159 0 0,-38 69 33 0 0,38-87-6618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36 40 0 0,'4'-14'5040'0'0,"-3"9"-4896"0"0,5-11 5475 0 0,-1 24-4966 0 0,0 5-220 0 0,66 163 2140 0 0,-59-150-2450 0 0,15 32 149 0 0,38 115 1 0 0,-64-169-266 0 0,2 6 49 0 0,-1 0 0 0 0,0 0-1 0 0,0 0 1 0 0,0 10-1 0 0,-3-17-22 0 0,0 0-1 0 0,0-1 0 0 0,0 1 1 0 0,0-1-1 0 0,0 1 0 0 0,0-1 1 0 0,-1 1-1 0 0,1-1 0 0 0,-1 0 1 0 0,1 0-1 0 0,-1 0 0 0 0,0 0 1 0 0,0 0-1 0 0,0 0 0 0 0,0 0 1 0 0,-1 0-1 0 0,1-1 0 0 0,0 1 1 0 0,-1-1-1 0 0,1 0 0 0 0,-3 1 1 0 0,-19 6 84 0 0,0-1 1 0 0,-1-1-1 0 0,-48 6 1 0 0,-80-4 1 0 0,82-6-69 0 0,40 0-31 0 0,4 0 6 0 0,-37-3-1 0 0,43 0-17 0 0,0 1-2 0 0,5 0 4 0 0,-6 0 4 0 0,19 0-25 0 0,-22-1-1675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11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61 128 0 0,'38'-25'12083'0'0,"-38"25"-11964"0"0,1 0-1 0 0,-1 0 1 0 0,1 0 0 0 0,0 0 0 0 0,-1 0-1 0 0,1-1 1 0 0,-1 1 0 0 0,1 0-1 0 0,-1 0 1 0 0,1-1 0 0 0,-1 1-1 0 0,1 0 1 0 0,-1-1 0 0 0,1 1-1 0 0,-1-1 1 0 0,0 1 0 0 0,1 0-1 0 0,-1-1 1 0 0,0 1 0 0 0,1-2-1 0 0,0 1-173 0 0,0-1 0 0 0,0 1-1 0 0,0-1 1 0 0,-1 0-1 0 0,1 0 1 0 0,-3-17 7766 0 0,0 31-7708 0 0,0-1 0 0 0,1 1 0 0 0,0 14 0 0 0,0-2 1 0 0,-5 41 142 0 0,-3 0-1 0 0,-4-1 1 0 0,-36 114-1 0 0,43-159 178 0 0,-1-1-1 0 0,-1 0 1 0 0,0 0 0 0 0,-2-1 0 0 0,0 0-1 0 0,0 0 1 0 0,-2-1 0 0 0,-19 20-1 0 0,28-33-250 0 0,1-1 0 0 0,-1 0-1 0 0,-1 0 1 0 0,1 0-1 0 0,0 0 1 0 0,0-1-1 0 0,-1 1 1 0 0,1-1 0 0 0,-1 0-1 0 0,1 0 1 0 0,-1 0-1 0 0,1-1 1 0 0,-1 1-1 0 0,0-1 1 0 0,1 0 0 0 0,-1 0-1 0 0,0 0 1 0 0,1 0-1 0 0,-1 0 1 0 0,0-1 0 0 0,1 0-1 0 0,-1 0 1 0 0,-5-2-1 0 0,-4-2-67 0 0,1 0 0 0 0,0 0 0 0 0,1-1 0 0 0,-1-1 0 0 0,-12-10 1 0 0,17 13-193 0 0,1-1 1 0 0,1 0-1 0 0,-11-12 1 0 0,13 14-399 0 0,0-1-1 0 0,1 0 1 0 0,0 0 0 0 0,-1 0 0 0 0,1 0 0 0 0,-2-7 0 0 0,3 6-160 0 0,0 0 0 0 0,0 0 0 0 0,0 0-1 0 0,1 0 1 0 0,0-1 0 0 0,0 1 0 0 0,0 0 0 0 0,1 0-1 0 0,-1 0 1 0 0,1 0 0 0 0,1 0 0 0 0,-1 0-1 0 0,1 0 1 0 0,2-6 0 0 0,4-8-2966 0 0,2-2-1453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1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88 772 0 0,'-15'-55'9792'0'0,"14"54"-9262"0"0,1-1-384 0 0,-1 0 0 0 0,0 0 0 0 0,1 0 0 0 0,-1 0 0 0 0,0 0 0 0 0,0 1 0 0 0,0-1 0 0 0,-1 0 0 0 0,1 1 0 0 0,0-1 0 0 0,-3-1 0 0 0,-1-4-2 0 0,4 6-249 0 0,8 14-5841 0 0,-6-11 5474 0 0,0-1 0 0 0,2 2 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12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2000 0 0,'3'0'3382'0'0,"16"2"4689"0"0,-16 0-7499 0 0,1 5 276 0 0,-4-6-382 0 0,6 36 2024 0 0,-5-30-2379 0 0,1 0 0 0 0,0 1 0 0 0,1-1 0 0 0,0-1 0 0 0,0 1 0 0 0,0 0 0 0 0,1-1 0 0 0,0 0 0 0 0,0 0 1 0 0,0 0-1 0 0,11 10 0 0 0,7 6 6 0 0,36 28 1 0 0,-46-40-73 0 0,59 44 23 0 0,-69-53-62 0 0,-1 0 0 0 0,1 0-1 0 0,-1 0 1 0 0,1 1-1 0 0,-1-1 1 0 0,0 0 0 0 0,1 1-1 0 0,-1-1 1 0 0,0 1-1 0 0,0-1 1 0 0,0 1-1 0 0,0 0 1 0 0,0-1 0 0 0,0 3-1 0 0,-1-2 6 0 0,0-1 0 0 0,-1 0-1 0 0,1 1 1 0 0,0-1 0 0 0,-1 0-1 0 0,1 1 1 0 0,-1-1 0 0 0,0 0 0 0 0,1 1-1 0 0,-1-1 1 0 0,0 0 0 0 0,0 0-1 0 0,0 0 1 0 0,0 0 0 0 0,0 0 0 0 0,0 0-1 0 0,0 0 1 0 0,0 0 0 0 0,-2 1-1 0 0,-10 8 226 0 0,0 0-1 0 0,-1-1 0 0 0,0 0 1 0 0,-21 9-1 0 0,-65 22 1148 0 0,55-23-842 0 0,-102 33 1368 0 0,85-30-1359 0 0,60-20-511 0 0,1 1-11 0 0,0 0 0 0 0,-1 0 0 0 0,1 0 0 0 0,-1-1-1 0 0,1 1 1 0 0,0-1 0 0 0,-1 1 0 0 0,1-1 0 0 0,-1 1 0 0 0,1-1 0 0 0,-3 0 0 0 0,-9 4-1591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1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227 170 2060 0 0,'3'-3'1076'0'0,"-1"-1"-1"0"0,0 0 1 0 0,0 0 0 0 0,0 0-1 0 0,0-1 1 0 0,0 1 0 0 0,-1 0-1 0 0,0-1 1 0 0,0 1-1 0 0,0-1 1 0 0,-1 1 0 0 0,0-1-1 0 0,0-6 1 0 0,0 9-335 0 0,0 1-663 0 0,0 0-1 0 0,1 0 1 0 0,-1 0 0 0 0,0 0 0 0 0,0 1 0 0 0,0-1 0 0 0,0 0 0 0 0,-1 0 0 0 0,1 0 0 0 0,0 0-1 0 0,0 0 1 0 0,0 1 0 0 0,-1-1 0 0 0,1 0 0 0 0,0 0 0 0 0,-1 0 0 0 0,1 1 0 0 0,-1-1 0 0 0,1 0-1 0 0,-1 1 1 0 0,1-1 0 0 0,-1 0 0 0 0,1 1 0 0 0,-1-1 0 0 0,0 1 0 0 0,1-1 0 0 0,-1 1 0 0 0,0-1-1 0 0,0 1 1 0 0,1-1 0 0 0,-1 1 0 0 0,0 0 0 0 0,0-1 0 0 0,0 1 0 0 0,1 0 0 0 0,-1 0 0 0 0,0-1-1 0 0,0 1 1 0 0,0 0 0 0 0,0 0 0 0 0,0 0 0 0 0,1 0 0 0 0,-1 0 0 0 0,0 0 0 0 0,0 1 0 0 0,0-1-1 0 0,0 0 1 0 0,0 0 0 0 0,1 0 0 0 0,-1 1 0 0 0,0-1 0 0 0,0 1 0 0 0,1-1 0 0 0,-1 0 0 0 0,0 1-1 0 0,-1 1 1 0 0,-10 7 70 0 0,1 1 0 0 0,0 1-1 0 0,0 0 1 0 0,1 1-1 0 0,1 0 1 0 0,0 0 0 0 0,-15 27-1 0 0,10-10-28 0 0,0 0 0 0 0,-17 56-1 0 0,26-69-89 0 0,1 0 0 0 0,0 0 0 0 0,2 1 0 0 0,0-1 0 0 0,0 1 0 0 0,2 0 0 0 0,0-1 0 0 0,4 31 0 0 0,-3-40-12 0 0,1 0 0 0 0,0 1 1 0 0,0-1-1 0 0,1 0 0 0 0,0 0 0 0 0,0-1 0 0 0,0 1 0 0 0,1 0 0 0 0,0-1 0 0 0,0 0 0 0 0,1 0 0 0 0,-1 0 1 0 0,1-1-1 0 0,1 0 0 0 0,-1 1 0 0 0,1-2 0 0 0,0 1 0 0 0,0-1 0 0 0,0 0 0 0 0,1 0 0 0 0,12 5 1 0 0,-11-6 56 0 0,0 0 0 0 0,0 0 1 0 0,1-1-1 0 0,-1 0 1 0 0,1-1-1 0 0,0 0 1 0 0,-1 0-1 0 0,1-1 1 0 0,0 0-1 0 0,-1-1 1 0 0,1 1-1 0 0,13-4 0 0 0,-11 1 55 0 0,0-1 0 0 0,0 0-1 0 0,-1-1 1 0 0,1 0-1 0 0,-1 0 1 0 0,0-1-1 0 0,0-1 1 0 0,13-11 0 0 0,-6 3 5 0 0,0-2 0 0 0,-2 0 0 0 0,0-1 1 0 0,-1 0-1 0 0,-1-1 0 0 0,-1 0 1 0 0,0-1-1 0 0,16-42 0 0 0,-19 40-105 0 0,-2 0 0 0 0,0-1-1 0 0,-2 0 1 0 0,5-44 0 0 0,-9 54-38 0 0,-1 0 1 0 0,0 0-1 0 0,-1 0 0 0 0,0 0 1 0 0,-1 0-1 0 0,0 0 1 0 0,-1 0-1 0 0,-1 0 1 0 0,0 1-1 0 0,-7-16 1 0 0,8 22 2 0 0,0 1 0 0 0,-1-1 0 0 0,1 1 1 0 0,-1 0-1 0 0,0 0 0 0 0,-1 0 0 0 0,1 0 1 0 0,-1 1-1 0 0,0-1 0 0 0,0 1 0 0 0,0 1 1 0 0,-1-1-1 0 0,1 1 0 0 0,-8-4 0 0 0,5 4-98 0 0,-1 0 0 0 0,0 1 0 0 0,0-1 0 0 0,0 2 0 0 0,0-1 0 0 0,0 1 0 0 0,0 1 0 0 0,0-1 0 0 0,-11 2 0 0 0,2 1-618 0 0,-1 1 0 0 0,1 1 0 0 0,1 0 0 0 0,-1 2 1 0 0,1 0-1 0 0,-1 0 0 0 0,2 2 0 0 0,-1 0 0 0 0,-22 15 0 0 0,9 0-2913 0 0,2 1 1 0 0,-41 44-1 0 0,34-34-2568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1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5152 0 0,'30'21'8428'0'0,"-15"-11"-3832"0"0,0 1 0 0 0,13 13-1 0 0,-27-23-4112 0 0,5 2 1006 0 0,1 3-3656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4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 2196 0 0,'-19'-22'16457'0'0,"27"37"-14597"0"0,175 254 885 0 0,-160-235-2995 0 0,47 64 648 0 0,-22-37-4072 0 0,-48-60 3455 0 0,1 0-1 0 0,0 0 1 0 0,-1-1 0 0 0,1 1 0 0 0,0 0 0 0 0,0-1 0 0 0,0 1-1 0 0,0-1 1 0 0,0 1 0 0 0,-1-1 0 0 0,1 1 0 0 0,0-1-1 0 0,0 1 1 0 0,0-1 0 0 0,0 0 0 0 0,0 0 0 0 0,0 0 0 0 0,0 1-1 0 0,0-1 1 0 0,0 0 0 0 0,0 0 0 0 0,0 0 0 0 0,1-1-1 0 0,-1 1 1 0 0,0 0 0 0 0,0 0 0 0 0,0 0 0 0 0,0-1 0 0 0,-1 1-1 0 0,1-1 1 0 0,0 1 0 0 0,1-1 0 0 0,1-1-473 0 0,0 0 0 0 0,0 0 0 0 0,-1 0 0 0 0,1 0 0 0 0,-1 0 0 0 0,1-1 0 0 0,-1 1 0 0 0,2-4 0 0 0,5-6-3175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4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59 1012 0 0,'-2'-17'4947'0'0,"-6"-15"426"0"0,8 31-4650 0 0,0 0-631 0 0,-1 1 0 0 0,1-1 0 0 0,0 1 0 0 0,0 0 0 0 0,0-1 0 0 0,0 1 0 0 0,-1-1 0 0 0,1 1 0 0 0,0 0 0 0 0,0-1 1 0 0,-1 1-1 0 0,1 0 0 0 0,0-1 0 0 0,-1 1 0 0 0,1 0 0 0 0,0-1 0 0 0,-1 1 0 0 0,1 0 0 0 0,0 0 0 0 0,-1 0 0 0 0,1-1 0 0 0,-1 1 0 0 0,0 0 0 0 0,-2 1 139 0 0,-1 1 1 0 0,0 0-1 0 0,1 0 1 0 0,0 0-1 0 0,0 1 1 0 0,-1-1-1 0 0,1 1 0 0 0,1-1 1 0 0,-1 1-1 0 0,0 0 1 0 0,1 0-1 0 0,-4 5 1 0 0,-28 47 1707 0 0,30-49-1776 0 0,-105 218 2104 0 0,92-185-2122 0 0,-105 280-361 0 0,120-314-721 0 0,-6 20-283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4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2228 0 0,'20'-15'9334'0'0,"1"4"-4030"0"0,-20 10-5105 0 0,0 1 0 0 0,-1 0 0 0 0,1-1 0 0 0,0 1 1 0 0,0 0-1 0 0,-1 0 0 0 0,1 0 0 0 0,0 0 1 0 0,0-1-1 0 0,0 1 0 0 0,0 0 0 0 0,-1 0 0 0 0,1 1 1 0 0,1-1-1 0 0,0 5 405 0 0,1 0 1 0 0,-1 0 0 0 0,-1 0-1 0 0,1 0 1 0 0,-1 0 0 0 0,0 0-1 0 0,0 1 1 0 0,0 5 0 0 0,0 51 1788 0 0,-1-19-1311 0 0,-4 103 603 0 0,-1-38-2432 0 0,4-90-1249 0 0,1-4-310 0 0,1-2-2926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110 301 1040 0 0,'-67'12'11024'0'0,"48"-10"-7789"0"0,-5 3 28 0 0,27-5-3165 0 0,79-23 91 0 0,92-38-1 0 0,-96 32-514 0 0,-67 25-322 0 0,1-1-1 0 0,-1 0 0 0 0,0 0 1 0 0,-1-1-1 0 0,13-9 1 0 0,-19 12 300 0 0,-1 0 1 0 0,1 0-1 0 0,-1 0 1 0 0,0-1-1 0 0,0 0 1 0 0,0 1-1 0 0,0-1 0 0 0,-1 0 1 0 0,1-1-1 0 0,-1 1 1 0 0,0 0-1 0 0,-1-1 1 0 0,1 1-1 0 0,-1-1 1 0 0,1 1-1 0 0,0-10 0 0 0,-4-24 651 0 0,0 13 1949 0 0,-3 1 2239 0 0,4 20-3563 0 0,4 14-578 0 0,3 14-19 0 0,-1-1 0 0 0,0 1-1 0 0,-2 1 1 0 0,-1-1 0 0 0,-1 0 0 0 0,-1 1 0 0 0,-1-1-1 0 0,-1 1 1 0 0,-7 28 0 0 0,4-26-1059 0 0,-2-1-1 0 0,-2 0 1 0 0,0-1-1 0 0,-21 42 1 0 0,19-49-1896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61 156 0 0,'-1'-2'2138'0'0,"-16"-42"8931"0"0,15 41-9794 0 0,-7-8 1832 0 0,9 11-3078 0 0,0 0 1 0 0,0 0-1 0 0,-1 0 0 0 0,1 0 1 0 0,0 0-1 0 0,0-1 1 0 0,0 1-1 0 0,-1 0 0 0 0,1 0 1 0 0,0 0-1 0 0,0 0 0 0 0,-1 0 1 0 0,1 0-1 0 0,0 0 1 0 0,0 0-1 0 0,0 0 0 0 0,-1 0 1 0 0,1 0-1 0 0,0 0 0 0 0,0 0 1 0 0,-1 1-1 0 0,1-1 1 0 0,0 0-1 0 0,0 0 0 0 0,0 0 1 0 0,-1 0-1 0 0,1 0 0 0 0,0 0 1 0 0,0 0-1 0 0,0 1 1 0 0,-1-1-1 0 0,1 0 0 0 0,0 0 1 0 0,0 0-1 0 0,0 0 0 0 0,0 1 1 0 0,0-1-1 0 0,-1 0 0 0 0,1 0 1 0 0,0 0-1 0 0,0 1 1 0 0,0-1-1 0 0,0 0 0 0 0,0 0 1 0 0,0 1-1 0 0,0-1 0 0 0,0 0 1 0 0,0 0-1 0 0,0 0 1 0 0,0 1-1 0 0,0-1 0 0 0,0 0 1 0 0,0 0-1 0 0,0 1 0 0 0,-4 22 539 0 0,2-1 0 0 0,0 1 0 0 0,2 41-1 0 0,0 5-216 0 0,-2 10-362 0 0,-2 24-112 0 0,2-69-4538 0 0,-2 0-4131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6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53 124 1588 0 0,'-27'-72'9951'0'0,"5"29"-6577"0"0,19 35-5337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24 114 1324 0 0,'-16'2'9118'0'0,"15"-2"-9065"0"0,1 0 0 0 0,-1 1 1 0 0,1-1-1 0 0,-1 0 0 0 0,1 1 1 0 0,-1-1-1 0 0,1 1 0 0 0,0-1 1 0 0,-1 1-1 0 0,1-1 1 0 0,-1 1-1 0 0,1-1 0 0 0,0 1 1 0 0,0-1-1 0 0,-1 1 0 0 0,1-1 1 0 0,0 1-1 0 0,0-1 0 0 0,0 1 1 0 0,-1-1-1 0 0,1 1 0 0 0,0 0 1 0 0,0-1-1 0 0,0 1 0 0 0,0-1 1 0 0,0 1-1 0 0,0 0 0 0 0,0-1 1 0 0,0 1-1 0 0,0-1 1 0 0,1 1-1 0 0,-1 0 0 0 0,0-1 1 0 0,0 1-1 0 0,1-1 0 0 0,-1 1 1 0 0,0 0-1 0 0,14 33 1500 0 0,-6-18-864 0 0,-1 5-391 0 0,-1 1 1 0 0,-1 0-1 0 0,-1 0 1 0 0,0 0-1 0 0,-2 0 1 0 0,-1 0-1 0 0,0 1 1 0 0,-2-1-1 0 0,-1 0 1 0 0,0 1-1 0 0,-9 30 1 0 0,6-43-111 0 0,-1-16-141 0 0,0-16-35 0 0,7-3-25 0 0,0 0 0 0 0,2 1 1 0 0,0-1-1 0 0,2 1 0 0 0,1 0 0 0 0,1 0 0 0 0,1 0 0 0 0,0 1 0 0 0,2 0 0 0 0,1 1 0 0 0,1 0 0 0 0,1 1 0 0 0,1 0 0 0 0,0 1 0 0 0,2 1 0 0 0,28-28 0 0 0,-38 41 18 0 0,0 1-1 0 0,0 0 1 0 0,1 1-1 0 0,0-1 1 0 0,0 1 0 0 0,0 1-1 0 0,0-1 1 0 0,0 1-1 0 0,1 1 1 0 0,-1-1-1 0 0,1 1 1 0 0,0 1-1 0 0,10-2 1 0 0,-13 3 0 0 0,0 0 0 0 0,0 0-1 0 0,0 0 1 0 0,0 1 0 0 0,0 0 0 0 0,0 0 0 0 0,0 1 0 0 0,0-1-1 0 0,0 1 1 0 0,0 0 0 0 0,-1 0 0 0 0,1 0 0 0 0,-1 1 0 0 0,1 0-1 0 0,-1 0 1 0 0,0 0 0 0 0,0 0 0 0 0,0 1 0 0 0,-1-1 0 0 0,1 1 0 0 0,3 5-1 0 0,-1 0 62 0 0,0 0 1 0 0,-1 1-1 0 0,0 0 0 0 0,-1 0 0 0 0,0 0 0 0 0,0 0 0 0 0,-1 0 0 0 0,0 1 0 0 0,-1-1 0 0 0,0 1 0 0 0,0 18 0 0 0,-2 11-271 0 0,-8 73 0 0 0,2-50-1781 0 0,6-40-1342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4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89 1364 0 0,'14'-31'5623'0'0,"-12"26"-4930"0"0,0-1 0 0 0,-1 1 1 0 0,0-1-1 0 0,0 1 1 0 0,0-1-1 0 0,-1-9 0 0 0,0 14-671 0 0,0 1 0 0 0,0-1-1 0 0,-1 1 1 0 0,1-1 0 0 0,0 1-1 0 0,-1-1 1 0 0,1 1 0 0 0,-1-1-1 0 0,1 1 1 0 0,0-1 0 0 0,-1 1-1 0 0,1 0 1 0 0,-1-1 0 0 0,1 1-1 0 0,-1 0 1 0 0,1-1 0 0 0,-1 1 0 0 0,1 0-1 0 0,-1 0 1 0 0,1-1 0 0 0,-1 1-1 0 0,0 0 1 0 0,1 0 0 0 0,-1 0-1 0 0,1 0 1 0 0,-1 0 0 0 0,0 0-1 0 0,1 0 1 0 0,-1 0 0 0 0,1 0-1 0 0,-2 0 1 0 0,0 0 0 0 0,0 0 0 0 0,0 0 0 0 0,0 0 0 0 0,0 1 0 0 0,-1-1 0 0 0,1 1 0 0 0,0-1 0 0 0,0 1 0 0 0,-3 1 1 0 0,-7 7 3 0 0,0 0 1 0 0,1 0-1 0 0,0 1 1 0 0,1 1 0 0 0,0 0-1 0 0,0 0 1 0 0,-7 14-1 0 0,-8 12 51 0 0,-21 44 0 0 0,34-56-57 0 0,1 0 0 0 0,1 1 1 0 0,1 0-1 0 0,1 0 0 0 0,-7 42 0 0 0,15-64-24 0 0,-1 1 1 0 0,0 0 0 0 0,1-1-1 0 0,0 1 1 0 0,0-1-1 0 0,1 1 1 0 0,-1-1-1 0 0,1 1 1 0 0,0 0-1 0 0,0-1 1 0 0,1 0-1 0 0,-1 1 1 0 0,1-1 0 0 0,0 0-1 0 0,0 0 1 0 0,0 0-1 0 0,1 0 1 0 0,-1 0-1 0 0,1 0 1 0 0,0-1-1 0 0,0 1 1 0 0,0-1 0 0 0,4 3-1 0 0,-2-2-79 0 0,1-1-1 0 0,-1 1 0 0 0,1-1 1 0 0,0-1-1 0 0,-1 1 1 0 0,1-1-1 0 0,0 0 1 0 0,0 0-1 0 0,1-1 0 0 0,-1 0 1 0 0,0 0-1 0 0,0 0 1 0 0,1-1-1 0 0,-1 0 1 0 0,0 0-1 0 0,8-2 0 0 0,1 0-255 0 0,0-1-1 0 0,-1 0 1 0 0,1-1-1 0 0,-1-1 1 0 0,0 0-1 0 0,0-1 0 0 0,-1-1 1 0 0,0 0-1 0 0,0-1 1 0 0,-1 0-1 0 0,20-17 0 0 0,-20 14 346 0 0,0-1-1 0 0,0-1 1 0 0,-1 0 0 0 0,-1-1-1 0 0,-1 0 1 0 0,0 0-1 0 0,0-1 1 0 0,-2-1-1 0 0,1 1 1 0 0,4-19-1 0 0,-7 20 507 0 0,-1-1-1 0 0,-1 0 1 0 0,0-1 0 0 0,-1 1-1 0 0,-1-1 1 0 0,0-16 0 0 0,-1 32-505 0 0,0-1-1 0 0,0 1 1 0 0,0 0 0 0 0,0 0 0 0 0,-1 0 0 0 0,1-1 0 0 0,0 1 0 0 0,0 0 0 0 0,0 0 0 0 0,0 0-1 0 0,0 0 1 0 0,0-1 0 0 0,-1 1 0 0 0,1 0 0 0 0,0 0 0 0 0,0 0 0 0 0,0 0 0 0 0,0 0-1 0 0,-1 0 1 0 0,1-1 0 0 0,0 1 0 0 0,0 0 0 0 0,0 0 0 0 0,-1 0 0 0 0,1 0 0 0 0,0 0-1 0 0,0 0 1 0 0,0 0 0 0 0,-1 0 0 0 0,1 0 0 0 0,0 0 0 0 0,0 0 0 0 0,0 0 0 0 0,-1 0 0 0 0,1 0-1 0 0,0 0 1 0 0,0 0 0 0 0,-1 0 0 0 0,1 0 0 0 0,0 1 0 0 0,0-1 0 0 0,0 0 0 0 0,0 0-1 0 0,-1 0 1 0 0,1 0 0 0 0,0 0 0 0 0,0 0 0 0 0,0 1 0 0 0,-13 5 182 0 0,12-5-184 0 0,-2 2 23 0 0,1 0 0 0 0,-1 0-1 0 0,1 0 1 0 0,0 0 0 0 0,0 0 0 0 0,0 1-1 0 0,0-1 1 0 0,0 1 0 0 0,1-1 0 0 0,-2 5-1 0 0,-7 37 269 0 0,10-41-258 0 0,-3 9 4 0 0,2 0 1 0 0,-1 0-1 0 0,2 1 1 0 0,0-1-1 0 0,0 0 0 0 0,2 1 1 0 0,4 24-1 0 0,-5-33-33 0 0,1-1 0 0 0,-1 0-1 0 0,1 0 1 0 0,-1 1-1 0 0,1-1 1 0 0,1 0 0 0 0,-1 0-1 0 0,0-1 1 0 0,1 1-1 0 0,0 0 1 0 0,0-1 0 0 0,0 1-1 0 0,0-1 1 0 0,0 0 0 0 0,1 0-1 0 0,-1-1 1 0 0,1 1-1 0 0,0-1 1 0 0,0 1 0 0 0,0-1-1 0 0,0 0 1 0 0,0-1-1 0 0,1 1 1 0 0,-1-1 0 0 0,0 0-1 0 0,6 1 1 0 0,-5-1 11 0 0,1-1 0 0 0,-1 1 0 0 0,1-1 0 0 0,-1 0 0 0 0,0-1 0 0 0,1 1 0 0 0,-1-1-1 0 0,0 0 1 0 0,1-1 0 0 0,-1 1 0 0 0,0-1 0 0 0,0 0 0 0 0,0 0 0 0 0,0-1 0 0 0,6-3 0 0 0,-5 1 0 0 0,0 0 0 0 0,-1 0 1 0 0,1 0-1 0 0,-1-1 0 0 0,0 0 0 0 0,0 0 0 0 0,-1 0 1 0 0,0 0-1 0 0,7-14 0 0 0,-5 5 12 0 0,0 0 0 0 0,-1 0 0 0 0,-1-1 0 0 0,0 1 0 0 0,-1-1-1 0 0,-1 0 1 0 0,0 0 0 0 0,-2 0 0 0 0,-1-26 0 0 0,0 32 28 0 0,0 0-1 0 0,-1 0 1 0 0,0 1-1 0 0,-1-1 1 0 0,0 1 0 0 0,-7-15-1 0 0,8 20-44 0 0,-1-1-1 0 0,0 1 1 0 0,1 0-1 0 0,-2-1 0 0 0,1 1 1 0 0,0 1-1 0 0,-1-1 1 0 0,0 0-1 0 0,1 1 1 0 0,-1 0-1 0 0,-1 0 0 0 0,1 0 1 0 0,-9-4-1 0 0,9 6-10 0 0,1 0-1 0 0,0 0 0 0 0,-1 0 0 0 0,1 1 0 0 0,0 0 0 0 0,-1-1 1 0 0,1 1-1 0 0,0 1 0 0 0,-1-1 0 0 0,1 0 0 0 0,0 1 0 0 0,-1-1 1 0 0,1 1-1 0 0,0 0 0 0 0,0 0 0 0 0,0 1 0 0 0,0-1 1 0 0,0 1-1 0 0,0-1 0 0 0,0 1 0 0 0,-3 3 0 0 0,-1-1-18 0 0,1 1 0 0 0,0 1 1 0 0,0-1-1 0 0,1 1 0 0 0,-1 0 0 0 0,1 0 0 0 0,-6 11 0 0 0,7-11-351 0 0,0 1 1 0 0,1 0-1 0 0,0 0 1 0 0,0 0-1 0 0,1 0 1 0 0,-3 14-1 0 0,4-15-504 0 0,1-1-1 0 0,0 0 1 0 0,0 1-1 0 0,0-1 1 0 0,0 0-1 0 0,3 9 1 0 0,0-2-2532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4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69 1628 0 0,'12'-14'6560'0'0,"-15"58"-5045"0"0,-2-1 1 0 0,-2-1-1 0 0,-21 71 0 0 0,23-94-1350 0 0,-35 100 1163 0 0,39-117-1137 0 0,1-2-173 0 0,0 1 0 0 0,-1-1 0 0 0,1 0 0 0 0,0 1 1 0 0,0-1-1 0 0,-1 0 0 0 0,1 1 0 0 0,0-1 0 0 0,-1 0 0 0 0,1 0 1 0 0,0 1-1 0 0,-1-1 0 0 0,1 0 0 0 0,0 0 0 0 0,-1 0 0 0 0,1 1 0 0 0,-1-1 1 0 0,1 0-1 0 0,0 0 0 0 0,-1 0 0 0 0,1 0 0 0 0,-1 0 0 0 0,1 0 1 0 0,0 0-1 0 0,-1 0 0 0 0,-1-6 5 0 0,0 1 0 0 0,1-1 0 0 0,0 0 0 0 0,0 0 0 0 0,0 0 0 0 0,1 0 0 0 0,0 1 0 0 0,1-12 0 0 0,10-52-56 0 0,-6 43 26 0 0,0-1-17 0 0,1 1-1 0 0,1-1 1 0 0,11-27 0 0 0,-14 45 16 0 0,0 0-1 0 0,0 0 1 0 0,1 1 0 0 0,0 0 0 0 0,0 0 0 0 0,1 0 0 0 0,0 1 0 0 0,0-1-1 0 0,1 2 1 0 0,0-1 0 0 0,0 1 0 0 0,11-8 0 0 0,-14 12 3 0 0,0 0 0 0 0,0 0 0 0 0,0 0 0 0 0,0 1 0 0 0,0-1 0 0 0,0 1 0 0 0,1 0 0 0 0,-1 1 0 0 0,0-1 1 0 0,1 1-1 0 0,-1-1 0 0 0,1 2 0 0 0,-1-1 0 0 0,6 1 0 0 0,-3 0 5 0 0,0 1 0 0 0,0 0 1 0 0,-1 0-1 0 0,1 1 0 0 0,0 0 0 0 0,-1 0 1 0 0,0 1-1 0 0,9 5 0 0 0,-7-3 10 0 0,-1 0 0 0 0,1 1 0 0 0,-1-1 0 0 0,0 1 0 0 0,-1 1 0 0 0,0 0 0 0 0,0-1 0 0 0,0 2 0 0 0,-1-1 0 0 0,-1 1 0 0 0,1-1 0 0 0,-1 1 0 0 0,3 12 0 0 0,-5-12 12 0 0,-1 0-1 0 0,0 0 1 0 0,0 0 0 0 0,-1 1 0 0 0,0-1-1 0 0,-1 0 1 0 0,0 0 0 0 0,-1 1 0 0 0,1-1-1 0 0,-2 0 1 0 0,1 0 0 0 0,-1-1 0 0 0,-1 1-1 0 0,0-1 1 0 0,-6 11 0 0 0,10-18-21 0 0,0-1 1 0 0,-1 1-1 0 0,1-1 0 0 0,-1 1 0 0 0,1-1 1 0 0,0 1-1 0 0,-1-1 0 0 0,1 1 1 0 0,-1-1-1 0 0,0 0 0 0 0,1 1 1 0 0,-1-1-1 0 0,1 0 0 0 0,-1 1 1 0 0,1-1-1 0 0,-1 0 0 0 0,0 0 1 0 0,1 1-1 0 0,-1-1 0 0 0,0 0 1 0 0,1 0-1 0 0,-1 0 0 0 0,0 0 1 0 0,1 0-1 0 0,-1 0 0 0 0,0 0 1 0 0,1 0-1 0 0,-1 0 0 0 0,0 0 1 0 0,1 0-1 0 0,-1-1 0 0 0,0 1 1 0 0,1 0-1 0 0,-1 0 0 0 0,1-1 0 0 0,-1 1 1 0 0,0 0-1 0 0,1-1 0 0 0,-1 1 1 0 0,1-1-1 0 0,-1 1 0 0 0,1-1 1 0 0,-1 1-1 0 0,1-1 0 0 0,-1 1 1 0 0,1-1-1 0 0,0 1 0 0 0,-1-1 1 0 0,1 1-1 0 0,0-1 0 0 0,0 0 1 0 0,-1 1-1 0 0,1-1 0 0 0,0 0 1 0 0,0 1-1 0 0,0-1 0 0 0,0 1 1 0 0,-1-1-1 0 0,1-1 0 0 0,0-8-13 0 0,1 0 0 0 0,0-1-1 0 0,0 1 1 0 0,1 0 0 0 0,0 0 0 0 0,1 0-1 0 0,0 0 1 0 0,1 1 0 0 0,0-1 0 0 0,0 1-1 0 0,1 0 1 0 0,0 0 0 0 0,10-13 0 0 0,0 2-9 0 0,0 1 0 0 0,2 1 0 0 0,0 0 1 0 0,33-26-1 0 0,-44 40 14 0 0,0-1 0 0 0,1 1 0 0 0,-1 0 0 0 0,1 0 0 0 0,0 1-1 0 0,0 0 1 0 0,0 0 0 0 0,1 1 0 0 0,-1 0 0 0 0,1 0 0 0 0,-1 1 0 0 0,15-1 0 0 0,-19 2 6 0 0,1 0 1 0 0,0 0-1 0 0,0 1 1 0 0,0 0-1 0 0,0-1 1 0 0,0 2-1 0 0,-1-1 1 0 0,1 0-1 0 0,0 1 1 0 0,-1-1-1 0 0,1 1 1 0 0,-1 0-1 0 0,1 0 1 0 0,-1 1-1 0 0,0-1 1 0 0,0 1-1 0 0,0-1 1 0 0,-1 1-1 0 0,1 0 0 0 0,0 0 1 0 0,-1 0-1 0 0,0 0 1 0 0,0 1-1 0 0,0-1 1 0 0,0 1-1 0 0,2 4 1 0 0,-2 0 11 0 0,1-1 0 0 0,-1 1-1 0 0,0-1 1 0 0,-1 1 0 0 0,1 0 0 0 0,-2-1 0 0 0,1 1 0 0 0,-1 0-1 0 0,-1 10 1 0 0,-2 8 39 0 0,-11 37 0 0 0,9-43-33 0 0,1-1-1 0 0,0 1 1 0 0,0 27 0 0 0,4-46-18 0 0,0 1 0 0 0,0 0 0 0 0,0-1 0 0 0,0 1 0 0 0,0-1 0 0 0,1 1 0 0 0,-1-1 0 0 0,1 1 0 0 0,-1-1 0 0 0,1 1 0 0 0,-1-1 0 0 0,1 1 0 0 0,0-1 0 0 0,0 0 0 0 0,0 1 0 0 0,0-1 0 0 0,0 0 0 0 0,0 0 0 0 0,0 0-1 0 0,0 0 1 0 0,0 0 0 0 0,2 1 0 0 0,-1 0-15 0 0,1-1 0 0 0,0 0-1 0 0,0 0 1 0 0,0 0 0 0 0,0 0-1 0 0,0 0 1 0 0,0-1 0 0 0,0 1-1 0 0,0-1 1 0 0,5 0-1 0 0,4 0-140 0 0,0-2-1 0 0,0 1 0 0 0,0-2 1 0 0,19-5-1 0 0,-18 3 33 0 0,0-1-1 0 0,0 0 1 0 0,0-1-1 0 0,-1 0 1 0 0,0-1 0 0 0,0 0-1 0 0,-1-1 1 0 0,0 0-1 0 0,-1-1 1 0 0,0 0-1 0 0,0-1 1 0 0,15-22 0 0 0,-14 16 283 0 0,0-1 1 0 0,-1 0 0 0 0,-1-1-1 0 0,-1 0 1 0 0,0 0-1 0 0,-2-1 1 0 0,0 0 0 0 0,4-26-1 0 0,-7 30 545 0 0,-2 13-562 0 0,-1 0 0 0 0,1 0 0 0 0,0 0 0 0 0,-1-1 0 0 0,0 1 0 0 0,0 0 0 0 0,0-1 0 0 0,0 1 0 0 0,0 0 0 0 0,-1 0 0 0 0,0-6 0 0 0,-1 10-119 0 0,0 0 0 0 0,1 1 0 0 0,-1-1 1 0 0,1 0-1 0 0,-1 0 0 0 0,1 1 0 0 0,0-1 1 0 0,0 0-1 0 0,0 1 0 0 0,-2 2 0 0 0,2-3-16 0 0,-4 9 25 0 0,-1 1 0 0 0,1 0 0 0 0,1 1 0 0 0,0-1-1 0 0,-3 15 1 0 0,-8 60 56 0 0,14-79-77 0 0,-3 19 38 0 0,0 38 0 0 0,4-56-30 0 0,0-1-1 0 0,1 0 1 0 0,-1 0 0 0 0,2 0-1 0 0,-1 0 1 0 0,1 0-1 0 0,0 0 1 0 0,0 0 0 0 0,1 0-1 0 0,5 9 1 0 0,-6-14-19 0 0,-1 1 0 0 0,1-1 1 0 0,1 0-1 0 0,-1 0 0 0 0,0-1 0 0 0,0 1 1 0 0,1 0-1 0 0,-1-1 0 0 0,1 1 0 0 0,-1-1 1 0 0,1 0-1 0 0,-1 0 0 0 0,1 0 1 0 0,0 0-1 0 0,0 0 0 0 0,0-1 0 0 0,-1 1 1 0 0,1-1-1 0 0,0 0 0 0 0,0 0 0 0 0,0 0 1 0 0,0 0-1 0 0,0 0 0 0 0,-1-1 1 0 0,1 1-1 0 0,3-2 0 0 0,3 0-341 0 0,-1 0-1 0 0,1-1 0 0 0,-1 0 1 0 0,0 0-1 0 0,0-1 1 0 0,0 0-1 0 0,9-6 0 0 0,-7 2-901 0 0,0 0-1 0 0,-1 0 0 0 0,0-1 0 0 0,0 0 1 0 0,-1 0-1 0 0,7-12 0 0 0,1-3-3657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4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 1396 0 0,'-16'-6'1568'0'0,"3"5"688"0"0,-10-3-823 0 0,3 6-513 0 0,3 5-600 0 0,8-2-60 0 0,0 2-28 0 0,3 1-72 0 0,2 3-28 0 0,1-1-64 0 0,-1 4-300 0 0,4-4-428 0 0,0 2-588 0 0,-1 0-821 0 0,2 2-63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49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79 2148 0 0,'4'4'1483'0'0,"0"1"0"0"0,0-1 0 0 0,-1 1-1 0 0,5 8 1 0 0,8 26 1447 0 0,-11-25-2363 0 0,-2 0-1 0 0,0 0 1 0 0,2 25 0 0 0,-4-28-441 0 0,-1 0 1 0 0,-1-1-1 0 0,0 1 1 0 0,0 0 0 0 0,-1-1-1 0 0,0 1 1 0 0,-1-1-1 0 0,0 1 1 0 0,-1-1 0 0 0,0 0-1 0 0,-1 0 1 0 0,0-1-1 0 0,0 1 1 0 0,-1-1 0 0 0,0 0-1 0 0,-15 15 1 0 0,-5-6 131 0 0,24-17-221 0 0,0-2-12 0 0,2 0-24 0 0,-1 1 0 0 0,0-1 0 0 0,1 1 0 0 0,-1-1 0 0 0,0 1 0 0 0,1-1 0 0 0,-1 1 0 0 0,1-1 0 0 0,-1 1 0 0 0,1-1 0 0 0,-1 0 0 0 0,1 1 0 0 0,-1-1 0 0 0,1 0 0 0 0,0 1 1 0 0,-1-1-1 0 0,1 0 0 0 0,0 0 0 0 0,0 1 0 0 0,-1-1 0 0 0,1 0 0 0 0,0 0 0 0 0,0 0 0 0 0,0 1 0 0 0,0-1 0 0 0,0 0 0 0 0,0 0 0 0 0,0 0 0 0 0,0 1 0 0 0,1-1 0 0 0,-1 0 0 0 0,0-1 0 0 0,1 1 3 0 0,0-14-15 0 0,2 1 1 0 0,-1 0-1 0 0,2 0 0 0 0,0 0 1 0 0,0 0-1 0 0,9-16 0 0 0,44-74-57 0 0,-45 83 56 0 0,2 1-1 0 0,1 0 1 0 0,0 1-1 0 0,1 1 1 0 0,23-20-1 0 0,-33 32 10 0 0,1 0 1 0 0,-1 1-1 0 0,1 0 0 0 0,0 1 0 0 0,1 0 0 0 0,-1 0 0 0 0,1 0 0 0 0,0 1 0 0 0,0 0 0 0 0,0 0 0 0 0,0 1 0 0 0,0 0 0 0 0,0 1 0 0 0,1-1 0 0 0,-1 2 0 0 0,1-1 0 0 0,-1 1 1 0 0,13 2-1 0 0,-16-2 8 0 0,-1 1 0 0 0,1 0 1 0 0,-1 1-1 0 0,1-1 1 0 0,-1 1-1 0 0,1 0 1 0 0,-1 0-1 0 0,0 0 0 0 0,0 0 1 0 0,0 1-1 0 0,0 0 1 0 0,0 0-1 0 0,0 0 1 0 0,-1 0-1 0 0,0 0 0 0 0,1 1 1 0 0,-1 0-1 0 0,-1-1 1 0 0,1 1-1 0 0,0 0 1 0 0,-1 0-1 0 0,4 9 0 0 0,-4-5 27 0 0,0 0-1 0 0,0 0 0 0 0,-1 0 0 0 0,0 0 0 0 0,0 0 1 0 0,-1 0-1 0 0,0 0 0 0 0,-1 0 0 0 0,1 0 1 0 0,-2 0-1 0 0,1 0 0 0 0,-5 13 0 0 0,-2 0-81 0 0,0 1-1 0 0,-2-2 1 0 0,-16 26 0 0 0,-2 6-4934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50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748 78 936 0 0,'5'-4'941'0'0,"0"-1"0"0"0,-1 1 1 0 0,1-1-1 0 0,-1 0 0 0 0,0 0 0 0 0,0-1 0 0 0,0 1 0 0 0,-1-1 0 0 0,0 0 1 0 0,0 0-1 0 0,2-8 0 0 0,-5 14-908 0 0,0 0 1 0 0,0-1 0 0 0,0 1-1 0 0,0 0 1 0 0,0-1 0 0 0,-1 1-1 0 0,1 0 1 0 0,0-1-1 0 0,0 1 1 0 0,0 0 0 0 0,-1-1-1 0 0,1 1 1 0 0,0 0-1 0 0,0 0 1 0 0,-1-1 0 0 0,1 1-1 0 0,0 0 1 0 0,-1 0 0 0 0,1 0-1 0 0,0-1 1 0 0,-1 1-1 0 0,1 0 1 0 0,0 0 0 0 0,-1 0-1 0 0,1 0 1 0 0,0 0 0 0 0,-1 0-1 0 0,1 0 1 0 0,0 0-1 0 0,-1 0 1 0 0,1 0 0 0 0,0 0-1 0 0,-1 0 1 0 0,1 0-1 0 0,-1 0 1 0 0,1 0 0 0 0,0 0-1 0 0,-1 0 1 0 0,-13 2 251 0 0,2 2-75 0 0,0 1 0 0 0,0 0 0 0 0,0 1 0 0 0,1 0 0 0 0,-17 11 0 0 0,-49 45 374 0 0,65-53-505 0 0,9-5-54 0 0,-25 18 200 0 0,-41 46 1 0 0,63-61-199 0 0,0 0 1 0 0,1 0 0 0 0,0 0-1 0 0,0 1 1 0 0,0 0 0 0 0,1-1-1 0 0,0 2 1 0 0,1-1 0 0 0,0 0-1 0 0,0 1 1 0 0,1 0 0 0 0,-2 12-1 0 0,3-18-20 0 0,1-1 1 0 0,0 0-1 0 0,0 1 0 0 0,1-1 1 0 0,-1 0-1 0 0,0 1 0 0 0,1-1 0 0 0,0 0 1 0 0,-1 1-1 0 0,1-1 0 0 0,0 0 0 0 0,0 0 1 0 0,0 0-1 0 0,0 0 0 0 0,1 0 1 0 0,-1 0-1 0 0,0 0 0 0 0,1 0 0 0 0,0-1 1 0 0,-1 1-1 0 0,1 0 0 0 0,0-1 1 0 0,0 1-1 0 0,0-1 0 0 0,0 0 0 0 0,0 0 1 0 0,0 0-1 0 0,0 0 0 0 0,0 0 0 0 0,0 0 1 0 0,0 0-1 0 0,1-1 0 0 0,-1 1 1 0 0,3 0-1 0 0,2 0-1 0 0,0 0 0 0 0,0-1-1 0 0,0 0 1 0 0,0 0 0 0 0,0 0 0 0 0,-1-1 0 0 0,1 0 0 0 0,0 0 0 0 0,0 0 0 0 0,9-5 0 0 0,-4 1-15 0 0,-1 0 0 0 0,0-2 0 0 0,-1 1 1 0 0,1-1-1 0 0,-1-1 0 0 0,-1 0 0 0 0,1 0 1 0 0,14-19-1 0 0,3-6 257 0 0,27-46 0 0 0,-31 44 507 0 0,-19 29-610 0 0,6-8 423 0 0,-8 16-367 0 0,-3 10-166 0 0,-5 12 250 0 0,-15 40 0 0 0,3-12 136 0 0,-69 244 1471 0 0,-112 342 1673 0 0,125-464-1814 0 0,58-143-836 0 0,-1-1 0 0 0,-2 0-1 0 0,-31 37 1 0 0,44-60-811 0 0,0-1 0 0 0,-1 1 0 0 0,0-1 0 0 0,0 0 0 0 0,0-1 0 0 0,-1 1 0 0 0,1-1 0 0 0,-2-1 0 0 0,1 0 0 0 0,-11 5 0 0 0,14-8-69 0 0,0 1 0 0 0,0-1 1 0 0,0 0-1 0 0,0-1 0 0 0,0 1 0 0 0,0-1 1 0 0,0 0-1 0 0,0 0 0 0 0,0 0 0 0 0,0-1 1 0 0,0 1-1 0 0,0-1 0 0 0,1-1 0 0 0,-1 1 1 0 0,0-1-1 0 0,0 1 0 0 0,1-1 0 0 0,-1-1 1 0 0,1 1-1 0 0,-7-5 0 0 0,4 1-35 0 0,0 0 0 0 0,0 0 0 0 0,1 0 0 0 0,-1-1 0 0 0,1 0 0 0 0,1 0 0 0 0,0-1 0 0 0,0 0 0 0 0,0 0 0 0 0,-5-12 0 0 0,5 7 0 0 0,1-1 0 0 0,0 0 0 0 0,0 0 0 0 0,2 0 0 0 0,-1-1 0 0 0,1-15 0 0 0,2 1 0 0 0,1 1 0 0 0,1 0 0 0 0,2 0 0 0 0,1 0 0 0 0,1 0 0 0 0,12-35 0 0 0,-7 34-930 0 0,22-44 1 0 0,-17 44-942 0 0,1 2 0 0 0,1 0 1 0 0,23-24-1 0 0,-12 18-696 0 0,2 2 0 0 0,2 1 0 0 0,1 2 0 0 0,44-30 0 0 0,-47 37-5619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5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1824 0 0,'1'-24'4177'0'0,"6"-29"0"0"0,-5 39-3264 0 0,-2 12-648 0 0,12 11 217 0 0,-3 7-234 0 0,-1 1 0 0 0,0 0-1 0 0,-1 1 1 0 0,-1 0 0 0 0,-1 0 0 0 0,4 24 0 0 0,6 14 59 0 0,-4-14-156 0 0,-7-23-90 0 0,1-1 1 0 0,0 0 0 0 0,2-1-1 0 0,10 22 1 0 0,-2-3 829 0 0,-15-36-881 0 0,1 0 0 0 0,-1 1-1 0 0,0-1 1 0 0,1 0 0 0 0,-1 0-1 0 0,1 0 1 0 0,-1 0 0 0 0,1 0 0 0 0,-1 0-1 0 0,1 0 1 0 0,-1 0 0 0 0,0 0 0 0 0,1-1-1 0 0,-1 1 1 0 0,1 0 0 0 0,-1 0-1 0 0,1 0 1 0 0,-1 0 0 0 0,0-1 0 0 0,1 1-1 0 0,-1 0 1 0 0,1 0 0 0 0,-1-1 0 0 0,0 1-1 0 0,1 0 1 0 0,-1-1 0 0 0,0 1-1 0 0,0 0 1 0 0,1-1 0 0 0,12-11 68 0 0,-12 11-71 0 0,13-18 11 0 0,-2 0 0 0 0,12-23 0 0 0,4-7-6 0 0,-10 19-22 0 0,-11 17 0 0 0,1 0-1 0 0,0 1 1 0 0,1 0 0 0 0,0 0-1 0 0,15-14 1 0 0,-23 25 10 0 0,0 0 0 0 0,-1 0 0 0 0,1 1 0 0 0,0-1-1 0 0,0 0 1 0 0,-1 0 0 0 0,1 1 0 0 0,0-1 0 0 0,0 1 0 0 0,0-1 0 0 0,0 1 0 0 0,0-1 0 0 0,0 1 0 0 0,0-1 0 0 0,0 1 0 0 0,0 0 0 0 0,0 0 0 0 0,0-1 0 0 0,1 1 0 0 0,7 0-6 0 0,10-3 5 0 0,-14 2 2 0 0,1 1-1 0 0,0-1 0 0 0,0 1 0 0 0,0 0 0 0 0,0 0 0 0 0,11 2 0 0 0,-3 1 1 0 0,35 4-1 0 0,-15-2 12 0 0,0-2 0 0 0,37-1 0 0 0,-54-2-10 0 0,-1-1-1 0 0,-9-4 2 0 0,-4 3 5 0 0,-1 0-1 0 0,1 0 1 0 0,0 0 0 0 0,-1 0 0 0 0,1-1-1 0 0,-1 0 1 0 0,1 1 0 0 0,-1-1 0 0 0,0 0 0 0 0,0 0-1 0 0,-1 0 1 0 0,1 0 0 0 0,-1 0 0 0 0,1 0 0 0 0,-1-1-1 0 0,0 1 1 0 0,0 0 0 0 0,0-1 0 0 0,-1 1 0 0 0,1-6-1 0 0,-1 5 2 0 0,1 0 0 0 0,-1 0 0 0 0,0 0 0 0 0,0-1 0 0 0,-1 1 0 0 0,1 0 0 0 0,-1 0 1 0 0,0 0-1 0 0,0 0 0 0 0,0 0 0 0 0,-1 1 0 0 0,1-1 0 0 0,-1 0 0 0 0,0 0 0 0 0,0 1 0 0 0,-1 0 0 0 0,-3-6 0 0 0,5 8-12 0 0,0 0 0 0 0,-1 0 0 0 0,1 0 0 0 0,0 0 0 0 0,0 0 1 0 0,-1 1-1 0 0,1-1 0 0 0,0 0 0 0 0,-1 1 0 0 0,1-1 0 0 0,0 1 0 0 0,-1 0 1 0 0,1-1-1 0 0,-1 1 0 0 0,1 0 0 0 0,-1 0 0 0 0,1 0 0 0 0,-1 0 0 0 0,1 0 1 0 0,0 0-1 0 0,-1 0 0 0 0,1 1 0 0 0,-1-1 0 0 0,1 0 0 0 0,-1 1 0 0 0,1-1 1 0 0,0 1-1 0 0,-1 0 0 0 0,0 0 0 0 0,-4 2-14 0 0,1 1 1 0 0,0-1 0 0 0,0 1-1 0 0,1 0 1 0 0,-8 8-1 0 0,0 3 7 0 0,0 0-1 0 0,0 1 1 0 0,2 0-1 0 0,0 1 1 0 0,-9 21-1 0 0,6-8 55 0 0,1 1 0 0 0,-9 40 0 0 0,18-60-20 0 0,0 1 1 0 0,1 1-1 0 0,0-1 1 0 0,1 0 0 0 0,0 14-1 0 0,1-23-71 0 0,0-1-1 0 0,1 1 1 0 0,-1 0-1 0 0,0-1 1 0 0,1 0-1 0 0,0 1 1 0 0,-1-1-1 0 0,1 1 1 0 0,0-1-1 0 0,0 0 1 0 0,0 1-1 0 0,1-1 1 0 0,-1 0-1 0 0,0 0 1 0 0,1 0-1 0 0,0 0 1 0 0,-1 0-1 0 0,1 0 1 0 0,0-1-1 0 0,0 1 1 0 0,0 0-1 0 0,0-1 1 0 0,0 0 0 0 0,0 1-1 0 0,1-1 1 0 0,-1 0-1 0 0,0 0 1 0 0,1 0-1 0 0,-1-1 1 0 0,0 1-1 0 0,4 0 1 0 0,1 0-711 0 0,-1-1 0 0 0,1 0 0 0 0,-1 0 0 0 0,1 0 1 0 0,-1-1-1 0 0,1 0 0 0 0,-1 0 0 0 0,0-1 0 0 0,8-2 1 0 0,9-3-3736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5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9 1848 0 0,'-13'-7'4358'0'0,"7"6"-3981"0"0,0 0 0 0 0,0 1 0 0 0,0 0 0 0 0,-1 0 0 0 0,1 1 1 0 0,0 0-1 0 0,0 0 0 0 0,0 0 0 0 0,0 1 0 0 0,1-1 0 0 0,-1 2 0 0 0,0-1 0 0 0,1 1 1 0 0,-1-1-1 0 0,1 1 0 0 0,-9 7 0 0 0,-3 3-81 0 0,0 0 0 0 0,1 1 1 0 0,-23 26-1 0 0,27-26-225 0 0,1 0 0 0 0,1 1 0 0 0,1 0 1 0 0,0 1-1 0 0,0 0 0 0 0,-5 17 0 0 0,10-24-37 0 0,0 1 0 0 0,1 0 0 0 0,1 0 0 0 0,0 0 0 0 0,0 1 0 0 0,1-1 0 0 0,0 0 0 0 0,1 1 0 0 0,0-1-1 0 0,0 1 1 0 0,4 17 0 0 0,-3-25-34 0 0,0 0 0 0 0,0 0 0 0 0,0-1 0 0 0,0 1 0 0 0,0 0 0 0 0,1-1 0 0 0,-1 1 0 0 0,1-1 1 0 0,0 1-1 0 0,-1-1 0 0 0,1 0 0 0 0,0 0 0 0 0,0 0 0 0 0,1 0 0 0 0,-1 0 0 0 0,4 2 0 0 0,-2-2-125 0 0,0 0 0 0 0,1 0 0 0 0,-1 0 0 0 0,1-1 0 0 0,0 1 0 0 0,-1-1 0 0 0,1 0 0 0 0,0-1 0 0 0,6 1 0 0 0,2-1-682 0 0,0 0 0 0 0,0-1 0 0 0,0-1 0 0 0,0 0 1 0 0,-1-1-1 0 0,21-7 0 0 0,-8 0-1623 0 0,-1-3-546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5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62 1848 0 0,'0'0'22'0'0,"-2"-5"433"0"0,1 1-1 0 0,-1 0 1 0 0,-1-1-1 0 0,1 1 1 0 0,0 0-1 0 0,-1 0 1 0 0,0 1-1 0 0,0-1 1 0 0,0 1-1 0 0,0-1 1 0 0,-1 1-1 0 0,0 0 1 0 0,1 0-1 0 0,-1 0 1 0 0,-5-2-1 0 0,8 5-417 0 0,-1 0-1 0 0,1 0 1 0 0,0 0-1 0 0,-1 0 0 0 0,1 0 1 0 0,0 0-1 0 0,-1 0 1 0 0,1 0-1 0 0,0 1 1 0 0,-1-1-1 0 0,1 1 1 0 0,0-1-1 0 0,0 1 1 0 0,-1-1-1 0 0,1 1 1 0 0,0 0-1 0 0,0 0 1 0 0,0-1-1 0 0,0 1 0 0 0,0 0 1 0 0,0 0-1 0 0,0 0 1 0 0,0 0-1 0 0,0 0 1 0 0,0 0-1 0 0,1 0 1 0 0,-2 2-1 0 0,-17 32 449 0 0,8-8-19 0 0,2 0-1 0 0,1 1 1 0 0,-7 47 0 0 0,-4 91 1470 0 0,15-128-1502 0 0,-21 191 1577 0 0,-6 60-1081 0 0,27-180-757 0 0,4-92-236 0 0,2 0 0 0 0,-1 0 0 0 0,2 0 0 0 0,6 21 0 0 0,-8-33-128 0 0,1-1 1 0 0,0 1 0 0 0,0-1-1 0 0,0 1 1 0 0,0-1 0 0 0,1 0-1 0 0,0 0 1 0 0,0 0 0 0 0,0 0-1 0 0,0 0 1 0 0,0-1 0 0 0,1 1-1 0 0,0-1 1 0 0,0 0 0 0 0,0 0-1 0 0,0 0 1 0 0,0-1 0 0 0,0 1-1 0 0,1-1 1 0 0,-1 0 0 0 0,1-1-1 0 0,0 1 1 0 0,-1-1 0 0 0,1 0-1 0 0,0 0 1 0 0,0 0 0 0 0,0 0-1 0 0,7-1 1 0 0,-2 0-213 0 0,0-1-1 0 0,0 0 1 0 0,0 0 0 0 0,0-1 0 0 0,0 0-1 0 0,0-1 1 0 0,-1 0 0 0 0,1-1-1 0 0,-1 0 1 0 0,0 0 0 0 0,0-1 0 0 0,16-11-1 0 0,-10 4 192 0 0,-1 0 0 0 0,-1-2-1 0 0,0 1 1 0 0,0-1-1 0 0,16-27 1 0 0,-17 23 1131 0 0,-2 0-1 0 0,-1-1 1 0 0,0 0 0 0 0,11-38-1 0 0,-17 47 319 0 0,-1 0 0 0 0,0-1-1 0 0,0 1 1 0 0,-1-13 0 0 0,-14 29-1004 0 0,8-2-152 0 0,0 0 1 0 0,0 1-1 0 0,1 0 1 0 0,0 0-1 0 0,0 1 1 0 0,1-1-1 0 0,-1 1 1 0 0,-4 11-1 0 0,0-3 94 0 0,-1 3-82 0 0,0 0 0 0 0,2 1 0 0 0,0-1 0 0 0,-8 34 1 0 0,12-40-65 0 0,1 0 0 0 0,1 0 0 0 0,0 0 0 0 0,0 1 0 0 0,1-1 0 0 0,0 1 0 0 0,1-1 0 0 0,0 0 1 0 0,4 14-1 0 0,-4-23-17 0 0,-1 1 0 0 0,1-1 0 0 0,0 0 0 0 0,0 0 1 0 0,0 0-1 0 0,0 0 0 0 0,1 0 0 0 0,-1 0 0 0 0,0 0 0 0 0,1 0 1 0 0,-1-1-1 0 0,1 1 0 0 0,0 0 0 0 0,0-1 0 0 0,0 1 0 0 0,-1-1 1 0 0,1 0-1 0 0,4 2 0 0 0,-3-2-2 0 0,1 1-1 0 0,0-1 1 0 0,0 0 0 0 0,0-1 0 0 0,0 1-1 0 0,0-1 1 0 0,0 1 0 0 0,0-1-1 0 0,0 0 1 0 0,4-1 0 0 0,2 0 32 0 0,0-1 0 0 0,-1-1 0 0 0,0 1-1 0 0,1-1 1 0 0,-1-1 0 0 0,0 0 0 0 0,0 0 0 0 0,9-6 0 0 0,-8 2-18 0 0,0 0-1 0 0,0-1 1 0 0,-1 0 0 0 0,0-1 0 0 0,0 0-1 0 0,-2 0 1 0 0,1-1 0 0 0,-1 0-1 0 0,0 0 1 0 0,-1-1 0 0 0,-1 1 0 0 0,6-19-1 0 0,-5 15-18 0 0,-2 0 0 0 0,0-1 0 0 0,-1 0 0 0 0,0 0 0 0 0,-1 0 0 0 0,-1 0 0 0 0,-1 0 0 0 0,0 0 0 0 0,-4-27-1 0 0,2 36 1 0 0,1 1-1 0 0,-1-1 0 0 0,0 1 0 0 0,0-1 0 0 0,-1 1 0 0 0,0 0 0 0 0,0 0 0 0 0,0 0 0 0 0,-1 0 0 0 0,0 0 1 0 0,0 1-1 0 0,0 0 0 0 0,-1 0 0 0 0,0 0 0 0 0,0 0 0 0 0,0 1 0 0 0,0 0 0 0 0,-1 0 0 0 0,0 0 0 0 0,0 1 1 0 0,0-1-1 0 0,0 1 0 0 0,0 1 0 0 0,-1 0 0 0 0,1-1 0 0 0,-1 2 0 0 0,1-1 0 0 0,-1 1 0 0 0,0 0 0 0 0,0 1 1 0 0,0-1-1 0 0,-6 1 0 0 0,-2 1-6 0 0,1 0 1 0 0,0 0-1 0 0,0 1 1 0 0,0 1-1 0 0,0 1 1 0 0,1 0-1 0 0,-24 10 1 0 0,30-11-1 0 0,0 0 0 0 0,0 1-1 0 0,1 0 1 0 0,-1 0 0 0 0,1 1 0 0 0,0 0 0 0 0,0 0 0 0 0,0 0 0 0 0,1 1 0 0 0,0 0 0 0 0,0 0 0 0 0,0 0 0 0 0,1 1 0 0 0,0 0 0 0 0,-5 11 0 0 0,8-16-17 0 0,0-1 0 0 0,1 1-1 0 0,-1 0 1 0 0,1-1 0 0 0,-1 1-1 0 0,1 0 1 0 0,0 0 0 0 0,0 0 0 0 0,0 0-1 0 0,0-1 1 0 0,0 1 0 0 0,0 0 0 0 0,0 0-1 0 0,0 0 1 0 0,1-1 0 0 0,-1 1-1 0 0,1 0 1 0 0,-1 0 0 0 0,1-1 0 0 0,0 1-1 0 0,0 0 1 0 0,1 2 0 0 0,0-2-52 0 0,1 0 0 0 0,-1 0 1 0 0,0 1-1 0 0,1-2 1 0 0,0 1-1 0 0,-1 0 0 0 0,1 0 1 0 0,0-1-1 0 0,0 0 0 0 0,0 1 1 0 0,6 1-1 0 0,4 0-252 0 0,0-1 0 0 0,0 0 0 0 0,1 0 0 0 0,26-2 0 0 0,-10-1 4 0 0,0-3 0 0 0,0 0 0 0 0,0-2 0 0 0,0-1 1 0 0,54-22-1 0 0,-21 1-16 0 0,88-52 0 0 0,-62 31 1604 0 0,-87 48-1212 0 0,15 8 101 0 0,-13-1 8 0 0,0 0 0 0 0,-1 0 0 0 0,0 1 0 0 0,0-1 0 0 0,0 1 0 0 0,-1-1 0 0 0,0 1 0 0 0,-1 0-1 0 0,1 0 1 0 0,0 12 0 0 0,0 8 744 0 0,-2 41 0 0 0,0-65-856 0 0,-9 105 1596 0 0,7-95-1137 0 0,0 1 0 0 0,-1-1 0 0 0,-1-1 0 0 0,0 1 0 0 0,-1 0 0 0 0,-7 13 0 0 0,12-25-389 0 0,-1 1 0 0 0,0-1 0 0 0,0 1 0 0 0,0-1 0 0 0,0 0 0 0 0,-1 1 0 0 0,1-1 0 0 0,0 0 0 0 0,0 0 0 0 0,-1 0 0 0 0,1 0 0 0 0,-1 0 0 0 0,1 0 0 0 0,-1 0 0 0 0,1 0 0 0 0,-1 0 0 0 0,-2 0 0 0 0,2 0 207 0 0,-16-7 407 0 0,15 2-693 0 0,0 0-1 0 0,1-1 1 0 0,-1 0-1 0 0,1 1 0 0 0,0-1 1 0 0,0 0-1 0 0,1 0 1 0 0,-1 0-1 0 0,1-1 1 0 0,0 1-1 0 0,1 0 1 0 0,-1 0-1 0 0,1 0 1 0 0,0-1-1 0 0,0 1 0 0 0,1 0 1 0 0,-1-1-1 0 0,1 1 1 0 0,0 0-1 0 0,3-8 1 0 0,1-1-39 0 0,0 0 0 0 0,1 0 0 0 0,0 0 0 0 0,1 0 0 0 0,1 1 0 0 0,9-14 0 0 0,-3 10-118 0 0,1 0 0 0 0,0 1 0 0 0,2 1 0 0 0,-1 0 0 0 0,20-12-1 0 0,97-58-2722 0 0,-69 51 78 0 0,-12 6-1379 0 0,-2-3-4931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52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38 1956 0 0,'-23'4'1802'0'0,"-81"17"6235"0"0,92-15-6302 0 0,18 0-583 0 0,2-5-797 0 0,223-25 559 0 0,85-8-1348 0 0,-104 17-4063 0 0,-160 13 941 0 0,-5 0-1504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94 1428 0 0,'0'-16'3979'0'0,"0"-61"7986"0"0,-5 98-11884 0 0,1 76 538 0 0,-21 125 1 0 0,9-111-329 0 0,8-37 80 0 0,8-72-316 0 0,0 2 61 0 0,0-4-106 0 0,0 1 0 0 0,0 0 0 0 0,0 0 0 0 0,0-1-1 0 0,0 1 1 0 0,0 0 0 0 0,0-1 0 0 0,0 1-1 0 0,0 0 1 0 0,0-1 0 0 0,0 1 0 0 0,0 0 0 0 0,0-1-1 0 0,1 1 1 0 0,-1 0 0 0 0,0-1 0 0 0,1 1 0 0 0,-1 0-1 0 0,0-1 1 0 0,1 1 0 0 0,-1-1 0 0 0,1 2-1 0 0,2-1-5 0 0,23-3 32 0 0,-7 0-23 0 0,0-1-1 0 0,25-8 0 0 0,-6 2-1 0 0,18-6 67 0 0,-54 14-67 0 0,22-8 97 0 0,-19 10-76 0 0,13-8 106 0 0,-17 7-51 0 0,27-17 1640 0 0,-26 16-1724 0 0,22-17 37 0 0,-19 13-39 0 0,-1 0 0 0 0,1 0 0 0 0,-1-1-1 0 0,0 1 1 0 0,-1-1 0 0 0,1 0 0 0 0,-1 0 0 0 0,0 0 0 0 0,-1-1-1 0 0,1 1 1 0 0,-1 0 0 0 0,-1-1 0 0 0,1 0 0 0 0,0-11 0 0 0,1-10-21 0 0,-2 0 0 0 0,-4-37 1 0 0,1 10 20 0 0,-3-32-115 0 0,5 85 77 0 0,-1-1-27 0 0,-1-2-45 0 0,0 15 77 0 0,-12 213 178 0 0,7-89 193 0 0,-7 282 863 0 0,12-370-852 0 0,3-44-465 0 0,18-37-5862 0 0,4 1-3054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4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40 199 2380 0 0,'-2'0'5159'0'0,"-11"1"-334"0"0,10 0-3810 0 0,0-1-701 0 0,-15 4 6998 0 0,27 1-7764 0 0,5-2 607 0 0,0 0-1 0 0,0-1 1 0 0,1-1 0 0 0,-1 0 0 0 0,16-2 0 0 0,-25 1-143 0 0,54 0 88 0 0,-1-2 1 0 0,0-3-1 0 0,0-2 1 0 0,64-18-1 0 0,-58 8-126 0 0,-63 17-5 0 0,0 0-1 0 0,0-1 1 0 0,0 1 0 0 0,0 0 0 0 0,0-1-1 0 0,0 1 1 0 0,-1-1 0 0 0,1 1-1 0 0,0-1 1 0 0,0 1 0 0 0,0-1 0 0 0,0 1-1 0 0,-1-1 1 0 0,1 0 0 0 0,0 0-1 0 0,0 1 1 0 0,-1-1 0 0 0,1 0 0 0 0,-1 0-1 0 0,1 0 1 0 0,-1 0 0 0 0,1 0-1 0 0,-1 0 1 0 0,1-1 0 0 0,-1 0-36 0 0,0 0 0 0 0,0 0 0 0 0,0 0 0 0 0,0 0 0 0 0,0 1 0 0 0,-1-1-1 0 0,1 0 1 0 0,0 0 0 0 0,-1 1 0 0 0,0-1 0 0 0,1 0 0 0 0,-3-3 0 0 0,0 0-36 0 0,0 0 0 0 0,0 0 0 0 0,-1 0 0 0 0,0 0 0 0 0,0 1 0 0 0,0-1 0 0 0,-8-5 0 0 0,-97-60 1414 0 0,108 70-1217 0 0,-12-4 236 0 0,13 5-323 0 0,0 1 0 0 0,0-1-1 0 0,0 1 1 0 0,0-1 0 0 0,0 1-1 0 0,1-1 1 0 0,-1 1 0 0 0,0-1-1 0 0,1 1 1 0 0,-1-1 0 0 0,1 1-1 0 0,0-1 1 0 0,-1 0-1 0 0,1 1 1 0 0,1 1 0 0 0,18 27 40 0 0,-8-12-5 0 0,-5-5-140 0 0,1 0 1 0 0,-2 1-1 0 0,0 0 0 0 0,-1 0 0 0 0,0 0 0 0 0,-1 1 0 0 0,-1-1 1 0 0,0 1-1 0 0,-1 0 0 0 0,0 0 0 0 0,-2 0 0 0 0,1 1 0 0 0,-2-1 0 0 0,0 0 1 0 0,-1 0-1 0 0,-1 0 0 0 0,0 0 0 0 0,-1-1 0 0 0,-7 21 0 0 0,-13 21-3380 0 0,4-20-3134 0 0,8-17-360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5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44 392 0 0,'-29'-41'14028'0'0,"29"40"-13896"0"0,-1 1 0 0 0,1 0 1 0 0,0 0-1 0 0,-1 0 1 0 0,1 0-1 0 0,0-1 1 0 0,-1 1-1 0 0,1 0 1 0 0,0 0-1 0 0,-1 0 0 0 0,1 0 1 0 0,-1 0-1 0 0,1 0 1 0 0,-1 0-1 0 0,-1 2 27 0 0,1 0-1 0 0,-1 0 0 0 0,1 0 1 0 0,-1 0-1 0 0,1 1 0 0 0,0-1 1 0 0,0 0-1 0 0,0 1 0 0 0,0-1 1 0 0,0 1-1 0 0,0-1 0 0 0,1 1 1 0 0,-1-1-1 0 0,1 4 0 0 0,-5 48 1430 0 0,4-35-1141 0 0,-54 455 1836 0 0,53-438-3518 0 0,-1 6-5423 0 0,14-40 2186 0 0,-3-9 939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94 1144 0 0,'20'-32'4730'0'0,"-13"21"-1769"0"0,-1 0-1 0 0,10-20 1 0 0,-16 30-2390 0 0,1 1-522 0 0,-1 0-1 0 0,0-1 0 0 0,0 1 0 0 0,0 0 0 0 0,1 0 0 0 0,-1 0 1 0 0,0-1-1 0 0,0 1 0 0 0,0 0 0 0 0,0 0 0 0 0,0-1 1 0 0,0 1-1 0 0,0 0 0 0 0,1 0 0 0 0,-1-1 0 0 0,0 1 0 0 0,0 0 1 0 0,0-1-1 0 0,0 1 0 0 0,0 0 0 0 0,0 0 0 0 0,0-1 1 0 0,0 1-1 0 0,0 0 0 0 0,0 0 0 0 0,-1-1 0 0 0,1 1 1 0 0,0 0-1 0 0,0-1 0 0 0,-25 14 415 0 0,2 1 0 0 0,-42 31 1 0 0,22-14-347 0 0,-155 95 206 0 0,196-125-315 0 0,-30 15 186 0 0,32-16-192 0 0,0 1-1 0 0,-1-1 1 0 0,1 0-1 0 0,-1 0 0 0 0,1 1 1 0 0,-1-1-1 0 0,1 0 0 0 0,-1 0 1 0 0,1 0-1 0 0,-1 0 0 0 0,1 0 1 0 0,-1 1-1 0 0,1-1 1 0 0,-1 0-1 0 0,1 0 0 0 0,-1 0 1 0 0,1 0-1 0 0,-1 0 0 0 0,1-1 1 0 0,-1 1-1 0 0,1 0 0 0 0,-1 0 1 0 0,1 0-1 0 0,-1 0 1 0 0,1 0-1 0 0,-1-1 0 0 0,1 1 1 0 0,-1 0-1 0 0,1 0 0 0 0,0-1 1 0 0,-1 1-1 0 0,1 0 0 0 0,-1-1 1 0 0,1 1-1 0 0,0-1 1 0 0,-1 1-1 0 0,1 0 0 0 0,0-1 1 0 0,0 1-1 0 0,-1-1 0 0 0,1 1 1 0 0,0-1-1 0 0,0 1 0 0 0,0-1 1 0 0,-1 1-1 0 0,1-1 1 0 0,0 1-1 0 0,0-1 0 0 0,0 1 1 0 0,0-1-1 0 0,0 0 0 0 0,1 0-2 0 0,0 0 1 0 0,0-1-1 0 0,1 1 0 0 0,-1 0 0 0 0,0 0 0 0 0,1 0 0 0 0,-1 0 0 0 0,0 0 0 0 0,1 0 0 0 0,-1 0 0 0 0,1 0 0 0 0,0 0 0 0 0,-1 1 0 0 0,1-1 0 0 0,0 1 0 0 0,2-1 0 0 0,4 3 4 0 0,0 1 0 0 0,0 0 0 0 0,0 0 0 0 0,0 1 0 0 0,0 0 0 0 0,-1 0 0 0 0,9 8 0 0 0,50 43 36 0 0,-26-20-26 0 0,-26-23-8 0 0,10 8 31 0 0,1 0 1 0 0,0-2-1 0 0,1 0 1 0 0,36 17-1 0 0,-55-32-34 0 0,1 0-1 0 0,-1 0 1 0 0,1 0 0 0 0,0-1-1 0 0,0 0 1 0 0,0-1 0 0 0,-1 0-1 0 0,2 0 1 0 0,-1 0 0 0 0,0-1-1 0 0,0 0 1 0 0,0-1 0 0 0,0 0-1 0 0,0 0 1 0 0,0-1 0 0 0,0 0-1 0 0,-1 0 1 0 0,1-1 0 0 0,-1 0-1 0 0,1 0 1 0 0,-1-1-1 0 0,7-4 1 0 0,0-1-3 0 0,-1-1 0 0 0,0 0 0 0 0,0-1-1 0 0,-1 0 1 0 0,-1 0 0 0 0,0-2 0 0 0,0 1 0 0 0,-1-1-1 0 0,-1-1 1 0 0,0 0 0 0 0,-1 0 0 0 0,-1-1 0 0 0,6-15-1 0 0,-12 28 6 0 0,-1 0-1 0 0,1 0 0 0 0,-1 0 0 0 0,1 0 0 0 0,-1-1 0 0 0,0 1 0 0 0,0 0 0 0 0,0 0 1 0 0,0 0-1 0 0,-1 0 0 0 0,1 0 0 0 0,-1 0 0 0 0,1 0 0 0 0,-1 0 0 0 0,0 0 1 0 0,1 0-1 0 0,-1 0 0 0 0,0 0 0 0 0,0 0 0 0 0,0 1 0 0 0,-1-1 0 0 0,1 0 0 0 0,0 1 1 0 0,-1-1-1 0 0,1 1 0 0 0,-1-1 0 0 0,1 1 0 0 0,-1 0 0 0 0,-3-3 0 0 0,4 4-2 0 0,0-1-1 0 0,0 1 1 0 0,0-1-1 0 0,-1 1 0 0 0,1 0 1 0 0,0-1-1 0 0,0 1 0 0 0,0 0 1 0 0,-1 0-1 0 0,1 0 1 0 0,0 0-1 0 0,-1 0 0 0 0,1 0 1 0 0,0 0-1 0 0,0 0 0 0 0,-1 1 1 0 0,1-1-1 0 0,0 0 1 0 0,0 1-1 0 0,0-1 0 0 0,-3 2 1 0 0,-23 13 6 0 0,27-14-7 0 0,-11 7 5 0 0,0 0-1 0 0,1 1 0 0 0,0 0 1 0 0,0 1-1 0 0,1 1 0 0 0,0-1 1 0 0,-9 17-1 0 0,12-18 4 0 0,1-1 0 0 0,1 1 0 0 0,-1 1 1 0 0,1-1-1 0 0,1 0 0 0 0,0 1 0 0 0,0 0 1 0 0,1 0-1 0 0,0 0 0 0 0,0 16 0 0 0,2-22-2 0 0,0 0 1 0 0,1 0-1 0 0,-1 0 0 0 0,1 1 1 0 0,0-1-1 0 0,0 0 0 0 0,1 0 0 0 0,-1 0 1 0 0,1 0-1 0 0,0-1 0 0 0,0 1 0 0 0,0 0 1 0 0,0-1-1 0 0,1 0 0 0 0,-1 1 1 0 0,1-1-1 0 0,0 0 0 0 0,0 0 0 0 0,0 0 1 0 0,0-1-1 0 0,1 1 0 0 0,-1-1 1 0 0,1 0-1 0 0,0 0 0 0 0,-1 0 0 0 0,1 0 1 0 0,0-1-1 0 0,0 1 0 0 0,8 1 1 0 0,0-1-5 0 0,-1 1 1 0 0,1-2-1 0 0,0 1 1 0 0,-1-2-1 0 0,1 0 0 0 0,0 0 1 0 0,0-1-1 0 0,-1 0 1 0 0,19-5-1 0 0,-16 2-52 0 0,0-1-1 0 0,-1 0 0 0 0,1-1 1 0 0,-1-1-1 0 0,-1 0 0 0 0,1-1 1 0 0,-1 0-1 0 0,-1 0 0 0 0,0-1 1 0 0,15-16-1 0 0,-13 11-18 0 0,0-1 0 0 0,-2-1 0 0 0,0 0-1 0 0,0 0 1 0 0,-2-1 0 0 0,0 0 0 0 0,9-25 0 0 0,-4 9 63 0 0,-9 21 177 0 0,0 0 1 0 0,7-25-1 0 0,-12 36-124 0 0,-7 36 248 0 0,4-26-199 0 0,1 1 0 0 0,0 0 0 0 0,1 0 0 0 0,0 1 0 0 0,1-1 0 0 0,0 0 0 0 0,1 0 0 0 0,0 0 0 0 0,4 20 0 0 0,-3-25-73 0 0,-1 1-1 0 0,1-1 1 0 0,0 0-1 0 0,0 0 1 0 0,1-1 0 0 0,-1 1-1 0 0,1 0 1 0 0,0-1-1 0 0,0 0 1 0 0,1 0-1 0 0,0 1 1 0 0,-1-2-1 0 0,1 1 1 0 0,0 0 0 0 0,1-1-1 0 0,-1 0 1 0 0,0 0-1 0 0,1 0 1 0 0,0-1-1 0 0,6 3 1 0 0,-5-3-19 0 0,0 0 0 0 0,0 0-1 0 0,0-1 1 0 0,0 0 0 0 0,1 0 0 0 0,-1-1 0 0 0,0 1 0 0 0,0-2-1 0 0,1 1 1 0 0,-1 0 0 0 0,0-1 0 0 0,0 0 0 0 0,0-1 0 0 0,0 1-1 0 0,0-1 1 0 0,0-1 0 0 0,0 1 0 0 0,0-1 0 0 0,-1 0 0 0 0,1 0-1 0 0,-1 0 1 0 0,0-1 0 0 0,0 0 0 0 0,0 0 0 0 0,-1 0 0 0 0,1-1-1 0 0,5-7 1 0 0,0 0-6 0 0,-1-1 0 0 0,0 0 0 0 0,0-1 1 0 0,-2 0-1 0 0,0-1 0 0 0,0 1 0 0 0,-1-1 0 0 0,-1-1 0 0 0,5-26 0 0 0,-8 30 142 0 0,0 0 0 0 0,-2 0 0 0 0,1 0 0 0 0,-3-21 0 0 0,1 31-71 0 0,0 3-46 0 0,-1-1 0 0 0,0 1 0 0 0,1-1 0 0 0,-1 1 0 0 0,1 0 0 0 0,-1 0 0 0 0,1 0 0 0 0,-1 0 0 0 0,1 0 0 0 0,0 0-1 0 0,-1 0 1 0 0,1 0 0 0 0,0 1 0 0 0,0-1 0 0 0,0 0 0 0 0,0 1 0 0 0,0-1 0 0 0,-2 3 0 0 0,-16 34 761 0 0,16-32-621 0 0,-28 63 1441 0 0,-35 120 0 0 0,-4 79-166 0 0,41-149-955 0 0,20-84-343 0 0,-64 226 468 0 0,56-211-170 0 0,-2-1 0 0 0,-2-1-1 0 0,-32 52 1 0 0,47-91-323 0 0,1 0 1 0 0,-1-1-1 0 0,-1 0 0 0 0,1 0 0 0 0,-1-1 0 0 0,-1 0 1 0 0,1 0-1 0 0,-1-1 0 0 0,-9 6 0 0 0,13-10-76 0 0,1 0 1 0 0,-1 0-1 0 0,0 0 0 0 0,1-1 0 0 0,-1 1 1 0 0,0-1-1 0 0,0 0 0 0 0,0-1 0 0 0,0 1 0 0 0,0 0 1 0 0,0-1-1 0 0,0 0 0 0 0,-1 0 0 0 0,1 0 1 0 0,0-1-1 0 0,0 1 0 0 0,0-1 0 0 0,0 0 1 0 0,0 0-1 0 0,1-1 0 0 0,-1 1 0 0 0,0-1 1 0 0,0 0-1 0 0,-6-4 0 0 0,1 0-39 0 0,0-1 0 0 0,0 0 0 0 0,1 0 0 0 0,0-1 0 0 0,1 0 0 0 0,0-1 0 0 0,0 1 0 0 0,0-1 0 0 0,1-1 0 0 0,1 1 0 0 0,-1-1 0 0 0,2 0 0 0 0,-1 0 0 0 0,1 0 0 0 0,1-1 0 0 0,0 0 0 0 0,1 1 0 0 0,0-1 0 0 0,0 0 0 0 0,1 0 0 0 0,0-14 0 0 0,2 5 0 0 0,0 1 0 0 0,1 0 0 0 0,2 0 0 0 0,-1 0 0 0 0,2 1 0 0 0,1-1 0 0 0,0 1 0 0 0,1 0 0 0 0,1 1 0 0 0,0 0 0 0 0,17-25 0 0 0,-5 15-923 0 0,2 0-1 0 0,0 2 1 0 0,2 0-1 0 0,0 1 1 0 0,2 2-1 0 0,1 1 1 0 0,57-36 0 0 0,-17 20-2187 0 0,1 3 1 0 0,107-37 0 0 0,-156 64-2277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8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291 375 1740 0 0,'-3'0'1888'0'0,"0"0"-1569"0"0,0 0 0 0 0,0 0-1 0 0,0 0 1 0 0,-1 0 0 0 0,1 0-1 0 0,0 1 1 0 0,0-1 0 0 0,0 1-1 0 0,0 0 1 0 0,1 0 0 0 0,-1 0-1 0 0,0 0 1 0 0,0 0 0 0 0,0 1-1 0 0,1-1 1 0 0,-1 1 0 0 0,1 0-1 0 0,-1 0 1 0 0,1 0 0 0 0,0 0 0 0 0,0 0-1 0 0,0 0 1 0 0,0 1 0 0 0,0-1-1 0 0,0 1 1 0 0,1-1 0 0 0,-1 1-1 0 0,1 0 1 0 0,-1 0 0 0 0,1-1-1 0 0,0 1 1 0 0,0 3 0 0 0,-2 40 1234 0 0,3-44-1475 0 0,0 0 0 0 0,1 1 0 0 0,-1-1 0 0 0,1 0 0 0 0,-1 0-1 0 0,1 0 1 0 0,0 1 0 0 0,0-1 0 0 0,0 0 0 0 0,0 0 0 0 0,1-1 0 0 0,-1 1 0 0 0,0 0 0 0 0,1 0 0 0 0,-1 0-1 0 0,3 1 1 0 0,23 16 626 0 0,-23-17-667 0 0,-1 0 1 0 0,1-1 0 0 0,0 1-1 0 0,-1-1 1 0 0,1 0 0 0 0,0 0-1 0 0,0 0 1 0 0,0-1 0 0 0,0 1-1 0 0,0-1 1 0 0,0 0 0 0 0,0 0-1 0 0,0-1 1 0 0,0 1-1 0 0,0-1 1 0 0,0 0 0 0 0,0 0-1 0 0,5-2 1 0 0,-5 1-13 0 0,1 0-1 0 0,-1-1 0 0 0,1 0 1 0 0,-1 0-1 0 0,0 0 1 0 0,0 0-1 0 0,0-1 0 0 0,-1 1 1 0 0,1-1-1 0 0,-1 0 1 0 0,0 0-1 0 0,5-9 1 0 0,-5 7-17 0 0,0 0 1 0 0,0 0-1 0 0,0 0 1 0 0,-1 0 0 0 0,0 0-1 0 0,0 0 1 0 0,-1-1 0 0 0,1 1-1 0 0,-1-1 1 0 0,-1 1-1 0 0,1-1 1 0 0,-1 0 0 0 0,0 1-1 0 0,-1-1 1 0 0,0 1 0 0 0,0-1-1 0 0,0 1 1 0 0,-1-1 0 0 0,0 1-1 0 0,0 0 1 0 0,-6-12-1 0 0,6 15-14 0 0,0 0 0 0 0,-1-1 0 0 0,1 2 0 0 0,-1-1 0 0 0,0 0 0 0 0,1 0 0 0 0,-1 1-1 0 0,-1 0 1 0 0,1-1 0 0 0,0 1 0 0 0,0 1 0 0 0,-1-1 0 0 0,1 0 0 0 0,-1 1-1 0 0,0-1 1 0 0,1 1 0 0 0,-5 0 0 0 0,2 0-1 0 0,-1 0-1 0 0,1 1 1 0 0,0 0 0 0 0,-1 1-1 0 0,1-1 1 0 0,0 1 0 0 0,0 0-1 0 0,0 1 1 0 0,-11 3-1 0 0,2 1 1 0 0,1 1-1 0 0,-1 0 0 0 0,1 1 0 0 0,1 1 0 0 0,0 0 0 0 0,0 1 1 0 0,-16 16-1 0 0,14-11 18 0 0,1 2 1 0 0,0-1-1 0 0,1 2 0 0 0,1 0 1 0 0,1 0-1 0 0,0 1 1 0 0,-12 33-1 0 0,19-42 2 0 0,0-1-1 0 0,1 1 1 0 0,1 0-1 0 0,0 0 1 0 0,0 0-1 0 0,1 0 1 0 0,0 0-1 0 0,1 1 1 0 0,0-1 0 0 0,0 0-1 0 0,1 0 1 0 0,1 0-1 0 0,0 0 1 0 0,0 0-1 0 0,1 0 1 0 0,0 0-1 0 0,0-1 1 0 0,7 12-1 0 0,-6-14-5 0 0,1-1 0 0 0,0 0 0 0 0,0 0 0 0 0,1-1 0 0 0,0 0 0 0 0,0 0 0 0 0,0 0 0 0 0,0 0 0 0 0,1-1 0 0 0,0 0 0 0 0,-1-1 0 0 0,2 0 0 0 0,-1 0 0 0 0,0 0 0 0 0,1-1 0 0 0,-1 0 0 0 0,1 0 0 0 0,10 1 0 0 0,6 0-12 0 0,-1-1-1 0 0,1-2 0 0 0,-1 0 1 0 0,44-6-1 0 0,-43 2-301 0 0,-1 0-1 0 0,0-2 1 0 0,-1-1-1 0 0,1-1 1 0 0,-1 0 0 0 0,-1-2-1 0 0,1 0 1 0 0,-2-2-1 0 0,0 0 1 0 0,33-27 0 0 0,-33 22-30 0 0,-1-2 0 0 0,-1 0 0 0 0,0-1 0 0 0,-2-1 0 0 0,0 0 0 0 0,-2-2 0 0 0,0 1 0 0 0,-1-2 0 0 0,13-34 0 0 0,-12 19 434 0 0,-1 0-1 0 0,-2-1 1 0 0,-1 0-1 0 0,-3-1 1 0 0,-1 0-1 0 0,1-66 1 0 0,-13-4 3231 0 0,3 99-3081 0 0,-4 13-67 0 0,-5 14-65 0 0,3 5 36 0 0,0 0 0 0 0,2 1 0 0 0,1 0 1 0 0,1 0-1 0 0,0 1 0 0 0,-2 27 1 0 0,3-18 77 0 0,-19 162 847 0 0,22-156-956 0 0,0 0 1 0 0,3 0 0 0 0,7 47 0 0 0,-7-72-105 0 0,1 1 1 0 0,0-1 0 0 0,1 0-1 0 0,0 0 1 0 0,1 0 0 0 0,0 0-1 0 0,1-1 1 0 0,0 0 0 0 0,10 13-1 0 0,-13-20-11 0 0,2 1 0 0 0,-1 0 0 0 0,1-1 0 0 0,-1 0 0 0 0,1 0 0 0 0,0-1 0 0 0,0 1 0 0 0,1-1-1 0 0,-1 0 1 0 0,1 0 0 0 0,0-1 0 0 0,-1 0 0 0 0,1 0 0 0 0,0 0 0 0 0,0-1 0 0 0,1 1 0 0 0,-1-1 0 0 0,0-1 0 0 0,0 1 0 0 0,10-2-1 0 0,-6 1-4 0 0,-1-2 0 0 0,0 1-1 0 0,0-1 1 0 0,1 0 0 0 0,-2-1-1 0 0,1 0 1 0 0,0 0 0 0 0,0-1-1 0 0,13-9 1 0 0,-10 5-12 0 0,0 0 0 0 0,-1-1 0 0 0,0-1-1 0 0,-1 1 1 0 0,17-22 0 0 0,-12 11-10 0 0,0-2 0 0 0,-2 1 0 0 0,0-2 0 0 0,-2 0 1 0 0,0 0-1 0 0,12-43 0 0 0,-19 54 17 0 0,-1-1 0 0 0,-1 1 1 0 0,0 0-1 0 0,0-18 0 0 0,-2 24 8 0 0,0 0 0 0 0,-1 0-1 0 0,1 0 1 0 0,-1 0-1 0 0,-1 0 1 0 0,1 0-1 0 0,-1 0 1 0 0,0 0-1 0 0,0 0 1 0 0,-5-8-1 0 0,6 13-1 0 0,0 0-1 0 0,0 0 1 0 0,0 1 0 0 0,0-1-1 0 0,0 0 1 0 0,-1 0-1 0 0,1 0 1 0 0,0 1-1 0 0,0-1 1 0 0,0 0-1 0 0,-1 1 1 0 0,1-1-1 0 0,0 1 1 0 0,-1 0-1 0 0,1-1 1 0 0,0 1-1 0 0,-1 0 1 0 0,1 0-1 0 0,-1 0 1 0 0,1 0-1 0 0,-3 0 1 0 0,1 0 3 0 0,-1 1 0 0 0,0-1-1 0 0,0 1 1 0 0,1 0 0 0 0,-1 0 0 0 0,-6 2 0 0 0,1 3-6 0 0,0-1 1 0 0,0 1 0 0 0,0 1-1 0 0,0 0 1 0 0,1 0-1 0 0,0 1 1 0 0,1 0-1 0 0,0 0 1 0 0,0 1 0 0 0,-11 18-1 0 0,9-12 5 0 0,1 1 1 0 0,0 0-1 0 0,1 0 0 0 0,1 1 0 0 0,1 0 0 0 0,-4 18 0 0 0,7-25 8 0 0,1 0-1 0 0,0 0 0 0 0,0 0 0 0 0,1 1 1 0 0,1-1-1 0 0,-1 0 0 0 0,2 0 0 0 0,-1 0 1 0 0,1 0-1 0 0,1 0 0 0 0,0 0 0 0 0,0-1 0 0 0,8 15 1 0 0,-7-17-37 0 0,0-1 0 0 0,0 1 0 0 0,0-1 0 0 0,1-1-1 0 0,0 1 1 0 0,0-1 0 0 0,1 1 0 0 0,-1-2 0 0 0,1 1 0 0 0,0-1 0 0 0,1 1 0 0 0,-1-2 0 0 0,1 1 0 0 0,0-1 0 0 0,-1 0 0 0 0,1 0 0 0 0,1-1 0 0 0,13 4 0 0 0,-7-4-409 0 0,-1-1 1 0 0,1 0-1 0 0,-1-1 1 0 0,1 0-1 0 0,-1-1 1 0 0,0 0-1 0 0,1-1 1 0 0,-1-1-1 0 0,0 0 1 0 0,0-1-1 0 0,0 0 1 0 0,0-1-1 0 0,-1-1 1 0 0,0 0-1 0 0,13-8 1 0 0,-7 2-202 0 0,0-2 1 0 0,0 0-1 0 0,-2 0 0 0 0,1-2 1 0 0,-2 0-1 0 0,0-1 1 0 0,-1 0-1 0 0,16-28 1 0 0,-24 36 610 0 0,8-13 732 0 0,0-1 0 0 0,-1-1 0 0 0,15-40 1 0 0,-1-3 3537 0 0,-21 60-3076 0 0,-4 14-568 0 0,-2 14 84 0 0,-1-2-68 0 0,0 31 243 0 0,-3 0-1 0 0,-3 0 1 0 0,-16 68 0 0 0,22-116-846 0 0,1-1 1 0 0,0 1 0 0 0,-1-1 0 0 0,1 1 0 0 0,-1-1 0 0 0,0 1 0 0 0,1-1 0 0 0,-1 0 0 0 0,0 0 0 0 0,0 1 0 0 0,0-1 0 0 0,0 0-1 0 0,0 0 1 0 0,0 0 0 0 0,0 0 0 0 0,0 0 0 0 0,-1 0 0 0 0,1 0 0 0 0,0 0 0 0 0,-1 0 0 0 0,1-1 0 0 0,0 1 0 0 0,-2 0 0 0 0,1-1-13 0 0,1 0 1 0 0,0 0 0 0 0,0-1 0 0 0,0 1 0 0 0,0 0 0 0 0,0-1 0 0 0,-1 1 0 0 0,1-1-1 0 0,0 1 1 0 0,0-1 0 0 0,0 1 0 0 0,0-1 0 0 0,0 0 0 0 0,1 0 0 0 0,-1 1 0 0 0,0-1-1 0 0,0 0 1 0 0,0 0 0 0 0,1 0 0 0 0,-1 0 0 0 0,0 0 0 0 0,1 0 0 0 0,-1 0 0 0 0,1 0-1 0 0,-1 0 1 0 0,1 0 0 0 0,-1 0 0 0 0,1 0 0 0 0,0-1 0 0 0,0 1 0 0 0,-1-2 0 0 0,-2-9-36 0 0,1 0 1 0 0,0 0 0 0 0,1 0 0 0 0,0 0-1 0 0,1 0 1 0 0,0-1 0 0 0,1 1 0 0 0,0 0-1 0 0,1 0 1 0 0,6-22 0 0 0,-6 25 7 0 0,1 0 0 0 0,1 1 0 0 0,0-1 0 0 0,0 0 1 0 0,1 1-1 0 0,0 0 0 0 0,0 0 0 0 0,1 1 0 0 0,0-1 0 0 0,0 1 0 0 0,0 0 0 0 0,1 1 0 0 0,0 0 0 0 0,13-9 0 0 0,-17 13 17 0 0,0 1-1 0 0,0-1 1 0 0,0 1-1 0 0,0 0 0 0 0,0 0 1 0 0,0 0-1 0 0,0 0 1 0 0,0 1-1 0 0,0-1 0 0 0,0 1 1 0 0,0-1-1 0 0,1 1 0 0 0,-1 0 1 0 0,0 1-1 0 0,0-1 1 0 0,6 1-1 0 0,-4 1 2 0 0,1 0 0 0 0,-1 0 1 0 0,0 1-1 0 0,0-1 0 0 0,0 1 0 0 0,0 0 0 0 0,-1 0 0 0 0,9 8 1 0 0,-1 1 2 0 0,0 1 1 0 0,0 0 0 0 0,-2 1 0 0 0,1 1-1 0 0,8 16 1 0 0,-7-9 69 0 0,-1 0-1 0 0,0 0 1 0 0,-2 0-1 0 0,13 48 1 0 0,-22-70-61 0 0,1 1 1 0 0,-1-1-1 0 0,0 1 1 0 0,0-1-1 0 0,1 1 1 0 0,-1 0-1 0 0,0-1 1 0 0,0 1-1 0 0,0-1 1 0 0,0 1-1 0 0,0 0 1 0 0,0-1-1 0 0,0 1 1 0 0,0 0-1 0 0,0-1 1 0 0,0 1-1 0 0,0-1 1 0 0,0 1-1 0 0,0 0 1 0 0,-1-1-1 0 0,1 1 1 0 0,0-1-1 0 0,0 1 1 0 0,-1-1-1 0 0,1 1 1 0 0,0-1-1 0 0,-1 1 1 0 0,1-1-1 0 0,0 1 1 0 0,-1-1-1 0 0,1 1 1 0 0,-1-1-1 0 0,1 1 1 0 0,-1-1-1 0 0,1 0 1 0 0,-1 1-1 0 0,1-1 1 0 0,-1 0-1 0 0,1 0 1 0 0,-1 1-1 0 0,0-1 1 0 0,1 0-1 0 0,-1 0 1 0 0,1 0-1 0 0,-1 0 1 0 0,0 1-1 0 0,1-1 1 0 0,-1 0-1 0 0,0 0 1 0 0,1 0-1 0 0,-1-1 1 0 0,1 1-1 0 0,-1 0 0 0 0,0 0 1 0 0,1 0-1 0 0,-1 0 1 0 0,1 0-1 0 0,-1-1 1 0 0,0 1-1 0 0,1 0 1 0 0,-1-1 0 0 0,0 0-5 0 0,0 1 1 0 0,0-1 0 0 0,0 0 0 0 0,0 0-1 0 0,0 0 1 0 0,0 0 0 0 0,1 1 0 0 0,-1-1 0 0 0,0 0-1 0 0,1 0 1 0 0,-1 0 0 0 0,1 0 0 0 0,-1-1 0 0 0,1 1-1 0 0,-1 0 1 0 0,1 0 0 0 0,0 0 0 0 0,0 0 0 0 0,-1-2-1 0 0,0-1 1 0 0,-2-6-4 0 0,0 1 1 0 0,1-1-1 0 0,1 0 1 0 0,0 0-1 0 0,0 0 1 0 0,0 0-1 0 0,1 1 1 0 0,1-1 0 0 0,0 0-1 0 0,0 0 1 0 0,1 0-1 0 0,0 1 1 0 0,1-1-1 0 0,0 1 1 0 0,0-1 0 0 0,1 1-1 0 0,0 0 1 0 0,1 0-1 0 0,0 1 1 0 0,9-13-1 0 0,-7 11-3 0 0,1 1 0 0 0,0 0 0 0 0,0 0 0 0 0,0 0 0 0 0,1 1 0 0 0,1 0 0 0 0,-1 1-1 0 0,1 0 1 0 0,0 1 0 0 0,1 0 0 0 0,0 0 0 0 0,0 1 0 0 0,0 1 0 0 0,0 0-1 0 0,1 0 1 0 0,20-3 0 0 0,-28 7 7 0 0,1-1-1 0 0,0 1 0 0 0,0 0 1 0 0,0 0-1 0 0,-1 1 0 0 0,1-1 1 0 0,0 1-1 0 0,0 0 1 0 0,-1 1-1 0 0,1-1 0 0 0,-1 1 1 0 0,1 0-1 0 0,-1 0 1 0 0,0 0-1 0 0,1 1 0 0 0,-1-1 1 0 0,-1 1-1 0 0,1 0 1 0 0,6 6-1 0 0,-4-2 34 0 0,0 1-1 0 0,-1-1 1 0 0,0 1-1 0 0,0 0 1 0 0,0 0 0 0 0,-1 0-1 0 0,-1 0 1 0 0,1 1 0 0 0,2 15-1 0 0,-3-12 41 0 0,-1 0 0 0 0,0 0 0 0 0,-1 0 0 0 0,-1 1 0 0 0,-1 22 0 0 0,-14 61-564 0 0,6-50-1817 0 0,9-45 2056 0 0,0 1 0 0 0,0-1 0 0 0,0 0 0 0 0,0 0 0 0 0,1 0 0 0 0,-1 1 0 0 0,0-1 0 0 0,1 0 0 0 0,-1 0 0 0 0,1 0 0 0 0,-1 0 0 0 0,1 1 0 0 0,-1-1 0 0 0,1 0 0 0 0,0 0 0 0 0,-1 0 0 0 0,3 1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161 813 2104 0 0,'22'-18'15540'0'0,"-20"18"-15132"0"0,3 1-821 0 0,-3-1 619 0 0,1 2-107 0 0,0 0-1 0 0,0 0 1 0 0,0-1-1 0 0,0 0 1 0 0,0 1 0 0 0,0-1-1 0 0,0 0 1 0 0,0 0-1 0 0,5 0 1 0 0,-4 0-70 0 0,-1-1 1 0 0,1 0-1 0 0,-1 0 0 0 0,1 0 0 0 0,-1 0 0 0 0,0-1 1 0 0,1 0-1 0 0,-1 1 0 0 0,1-1 0 0 0,-1 0 1 0 0,0-1-1 0 0,0 1 0 0 0,0-1 0 0 0,1 1 1 0 0,-2-1-1 0 0,1 0 0 0 0,0 0 0 0 0,4-4 1 0 0,-2 2-26 0 0,-2-1 1 0 0,1 1 0 0 0,0-1 0 0 0,-1 0-1 0 0,0 0 1 0 0,0 0 0 0 0,0-1 0 0 0,-1 1 0 0 0,0-1-1 0 0,3-9 1 0 0,-2 5-33 0 0,-1-1 0 0 0,2-18 0 0 0,-4 26 12 0 0,0 0 0 0 0,0 0-1 0 0,0 0 1 0 0,0 0 0 0 0,0 0 0 0 0,-1 0-1 0 0,0 0 1 0 0,1 0 0 0 0,-1 0 0 0 0,0 0 0 0 0,-1 0-1 0 0,1 0 1 0 0,0 1 0 0 0,-3-4 0 0 0,2 4 9 0 0,1 1 0 0 0,-1-1 0 0 0,0 0 1 0 0,-1 1-1 0 0,1 0 0 0 0,0-1 0 0 0,0 1 0 0 0,0 0 1 0 0,-1 0-1 0 0,1 0 0 0 0,-1 0 0 0 0,1 1 1 0 0,-1-1-1 0 0,1 0 0 0 0,-1 1 0 0 0,1 0 0 0 0,-1 0 1 0 0,0 0-1 0 0,1 0 0 0 0,-1 0 0 0 0,1 0 0 0 0,-1 1 1 0 0,-4 0-1 0 0,-2 2 5 0 0,0-1 0 0 0,0 1 0 0 0,0 0 0 0 0,1 1 1 0 0,-11 5-1 0 0,2 2 42 0 0,1 0 0 0 0,1 0 1 0 0,0 2-1 0 0,0 0 0 0 0,1 0 0 0 0,1 1 1 0 0,-15 20-1 0 0,19-22 24 0 0,1 0-1 0 0,0 0 1 0 0,1 1-1 0 0,1 0 1 0 0,0 0-1 0 0,0 1 1 0 0,1 0-1 0 0,1 0 1 0 0,0 0 0 0 0,-1 18-1 0 0,4-27-39 0 0,1-1-1 0 0,0 1 1 0 0,0 0 0 0 0,0 0-1 0 0,0 0 1 0 0,1 0-1 0 0,0 0 1 0 0,0-1 0 0 0,0 1-1 0 0,1 0 1 0 0,0-1 0 0 0,0 1-1 0 0,0-1 1 0 0,0 0-1 0 0,0 1 1 0 0,1-1 0 0 0,0 0-1 0 0,4 4 1 0 0,-2-3-8 0 0,0-1 0 0 0,0 0 0 0 0,1 0-1 0 0,-1 0 1 0 0,1-1 0 0 0,0 0 0 0 0,0 0 0 0 0,0 0 0 0 0,0-1 0 0 0,1 1 0 0 0,-1-2 0 0 0,13 3 0 0 0,5-1-285 0 0,0-2 0 0 0,0 0 1 0 0,0-1-1 0 0,0-2 1 0 0,0 0-1 0 0,0-2 1 0 0,0 0-1 0 0,-1-2 0 0 0,0 0 1 0 0,0-2-1 0 0,0-1 1 0 0,-1 0-1 0 0,0-2 1 0 0,-1 0-1 0 0,0-2 1 0 0,-1 0-1 0 0,0-1 0 0 0,-2-1 1 0 0,1-1-1 0 0,21-24 1 0 0,-31 27 374 0 0,-1 0 0 0 0,0 0 0 0 0,-1-1 1 0 0,0 0-1 0 0,-1 0 0 0 0,-1-1 0 0 0,0 1 1 0 0,-1-1-1 0 0,-1-1 0 0 0,3-25 0 0 0,-6 39 136 0 0,-7 49 182 0 0,1-18-5 0 0,-5 121 813 0 0,6-52-787 0 0,5-87-317 0 0,-2 4 15 0 0,2-14-139 0 0,0-1-1 0 0,0 0 1 0 0,0 0 0 0 0,0 1 0 0 0,0-1 0 0 0,-1 0 0 0 0,1 0 0 0 0,0 1 0 0 0,0-1 0 0 0,0 0-1 0 0,-1 0 1 0 0,1 1 0 0 0,0-1 0 0 0,0 0 0 0 0,0 0 0 0 0,-1 0 0 0 0,1 0 0 0 0,0 1 0 0 0,-1-1-1 0 0,1 0 1 0 0,0 0 0 0 0,0 0 0 0 0,-1 0 0 0 0,1 0 0 0 0,0 0 0 0 0,-1 0 0 0 0,1 0-1 0 0,0 0 1 0 0,0 0 0 0 0,-1 0 0 0 0,1 0 0 0 0,0 0 0 0 0,-1 0 0 0 0,1 0 0 0 0,0 0 0 0 0,0 0-1 0 0,-1 0 1 0 0,1 0 0 0 0,-1-1 0 0 0,0 0-4 0 0,1 0 0 0 0,-1 0 1 0 0,0 0-1 0 0,0 0 0 0 0,1 0 0 0 0,-1 0 0 0 0,1 0 0 0 0,-1 0 0 0 0,1 0 1 0 0,-1 0-1 0 0,1-1 0 0 0,0 1 0 0 0,0 0 0 0 0,-1 0 0 0 0,1 0 1 0 0,0-2-1 0 0,-1-2 0 0 0,-2-11-5 0 0,0 0 0 0 0,1 0 0 0 0,0-1 0 0 0,2 1-1 0 0,-1 0 1 0 0,2-1 0 0 0,1 1 0 0 0,0 0-1 0 0,1 0 1 0 0,0 0 0 0 0,8-20 0 0 0,-8 26-6 0 0,1 0 0 0 0,0 0 0 0 0,1 1 0 0 0,0 0 0 0 0,1 0 0 0 0,0 0 0 0 0,0 0 0 0 0,1 1 0 0 0,0 0 0 0 0,1 1 0 0 0,-1 0 0 0 0,1 0 0 0 0,1 0 0 0 0,-1 1-1 0 0,1 0 1 0 0,0 1 0 0 0,1 0 0 0 0,15-6 0 0 0,-20 9 1 0 0,0 1 0 0 0,-1-1 1 0 0,1 1-1 0 0,0 1 0 0 0,0-1 0 0 0,0 1 0 0 0,-1 0 0 0 0,1 0 0 0 0,0 0 0 0 0,0 1 0 0 0,0-1 0 0 0,0 1 0 0 0,-1 0 0 0 0,1 1 0 0 0,0-1 0 0 0,-1 1 0 0 0,1 0 0 0 0,-1 0 0 0 0,0 0 0 0 0,8 6 0 0 0,-6-4-4 0 0,-1 1 0 0 0,0 0 1 0 0,0 0-1 0 0,0 0 0 0 0,-1 1 0 0 0,1 0 0 0 0,-1-1 0 0 0,-1 1 0 0 0,1 1 1 0 0,-1-1-1 0 0,0 1 0 0 0,0-1 0 0 0,2 13 0 0 0,-1 0 35 0 0,-1-1 1 0 0,-1 1-1 0 0,0 0 1 0 0,-2 0-1 0 0,-3 35 0 0 0,-1 42 31 0 0,5-92-43 0 0,5 7-10 0 0,8-2-12 0 0,-8-8-8 0 0,1 1 1 0 0,0-1-1 0 0,0-1 0 0 0,0 1 1 0 0,0-1-1 0 0,0 0 0 0 0,-1-1 1 0 0,1 1-1 0 0,0-1 1 0 0,0-1-1 0 0,0 1 0 0 0,-1-1 1 0 0,1 0-1 0 0,-1-1 1 0 0,11-5-1 0 0,-2 0-119 0 0,1 0-1 0 0,-2-2 1 0 0,0 1-1 0 0,0-2 1 0 0,16-15 0 0 0,-1-4-176 0 0,0-2 0 0 0,-2-2 0 0 0,44-71 0 0 0,-40 49 153 0 0,-3 0 0 0 0,22-62 0 0 0,-36 81 390 0 0,-3 0 0 0 0,-1-1 0 0 0,-2 0 0 0 0,-1-1-1 0 0,-3 1 1 0 0,0-1 0 0 0,-3 0 0 0 0,-5-55-1 0 0,3 77 172 0 0,0 2-79 0 0,0 1-1 0 0,-1 0 1 0 0,-1 0-1 0 0,-4-15 0 0 0,7 29-313 0 0,0-1 0 0 0,-1 1 0 0 0,1-1-1 0 0,0 1 1 0 0,-1-1 0 0 0,1 1-1 0 0,0 0 1 0 0,-1-1 0 0 0,1 1 0 0 0,-1 0-1 0 0,1-1 1 0 0,0 1 0 0 0,-1 0-1 0 0,1-1 1 0 0,-1 1 0 0 0,1 0 0 0 0,-1 0-1 0 0,1 0 1 0 0,-1-1 0 0 0,0 1-1 0 0,1 0 1 0 0,-1 0 0 0 0,1 0 0 0 0,-1 0-1 0 0,1 0 1 0 0,-1 0 0 0 0,1 0-1 0 0,-1 0 1 0 0,0 0 0 0 0,1 0 0 0 0,-1 0-1 0 0,1 1 1 0 0,-1-1 0 0 0,1 0-1 0 0,-1 0 1 0 0,1 0 0 0 0,-1 1 0 0 0,1-1-1 0 0,-1 1 1 0 0,-18 12 113 0 0,7 1 108 0 0,2 0-1 0 0,0 1 1 0 0,0 0-1 0 0,2 0 1 0 0,0 1-1 0 0,-11 30 1 0 0,-24 103 1930 0 0,14-33-342 0 0,-23 215 1 0 0,50-311-1742 0 0,1 1 1 0 0,1-1-1 0 0,1 0 1 0 0,0 0-1 0 0,8 37 1 0 0,-8-55-60 0 0,-1 0 1 0 0,1-1-1 0 0,0 1 0 0 0,-1 0 1 0 0,1-1-1 0 0,0 1 1 0 0,0 0-1 0 0,0-1 0 0 0,0 1 1 0 0,0-1-1 0 0,0 1 0 0 0,1-1 1 0 0,-1 0-1 0 0,0 0 1 0 0,1 1-1 0 0,-1-1 0 0 0,1 0 1 0 0,-1 0-1 0 0,1 0 0 0 0,-1-1 1 0 0,3 2-1 0 0,-1-1-18 0 0,1 0-1 0 0,-1-1 0 0 0,0 1 1 0 0,1-1-1 0 0,-1 0 0 0 0,1 0 1 0 0,-1 0-1 0 0,0 0 0 0 0,1-1 1 0 0,5-1-1 0 0,2-1-476 0 0,0 0 0 0 0,0-2-1 0 0,-1 1 1 0 0,0-1 0 0 0,19-13 0 0 0,-9 4-2559 0 0,32-31-1 0 0,-10-2-5966 0 0,-26 25 1069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255 106 2676 0 0,'-252'-60'22504'0'0,"250"60"-21888"0"0,9-5-181 0 0,-7 4-424 0 0,1 0 0 0 0,-1 1 0 0 0,1-1 1 0 0,-1 1-1 0 0,1-1 0 0 0,0 1 0 0 0,-1-1 0 0 0,1 1 1 0 0,0-1-1 0 0,-1 1 0 0 0,1 0 0 0 0,0 0 0 0 0,0-1 1 0 0,-1 1-1 0 0,1 0 0 0 0,2 0 0 0 0,308-20 508 0 0,-197 16-2547 0 0,0-3-3489 0 0,-72 6 226 0 0,-27 1 1055 0 0,3-1-3228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4260 0 0,'0'0'4817'0'0,"13"-4"-2197"0"0,0 1-3184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1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0 200 0 0,'0'0'11211'0'0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1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8 304 0 0,'0'0'6905'0'0,"9"-7"-6249"0"0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5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16 188 0 0,'0'0'8275'0'0,"1"0"-8168"0"0,0 0-1 0 0,-1 1 1 0 0,1-1 0 0 0,-1 0-1 0 0,1 0 1 0 0,0 1-1 0 0,-1-1 1 0 0,1 0-1 0 0,0 0 1 0 0,-1 0-1 0 0,1 0 1 0 0,0 0-1 0 0,-1 0 1 0 0,1 0-1 0 0,0 0 1 0 0,1 0-1 0 0,-1-2-104 0 0,-2-12 32 0 0,0 12-12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0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 0 0,'0'0'1468'0'0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03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15 444 0 0,'11'-14'16886'0'0,"-5"22"-16585"0"0,-1 1 0 0 0,0 1 0 0 0,-1-1 0 0 0,6 17 1 0 0,11 26 341 0 0,76 132 67 0 0,-51-112-753 0 0,-40-64-1027 0 0,1 0-1 0 0,-1 0 1 0 0,11 7 0 0 0,-8-9-2875 0 0,-8-6 3451 0 0,0 1 1 0 0,1-1 0 0 0,-1 0 0 0 0,0 0 0 0 0,1 1 0 0 0,-1-1-1 0 0,0 0 1 0 0,1 0 0 0 0,1-1 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0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79 1556 0 0,'1'-7'2070'0'0,"0"0"-1"0"0,-1 0 0 0 0,0 0 1 0 0,0 0-1 0 0,-2-10 0 0 0,0-10 2305 0 0,-7 49-3751 0 0,3-11-264 0 0,-91 277 4006 0 0,21-56-2684 0 0,24-68-1060 0 0,2-6-442 0 0,28-90 211 0 0,22-66-370 0 0,0 5-541 0 0,4-23-5017 0 0,-1 10 3681 0 0,0 0 1 0 0,0 0-1 0 0,0 0 1 0 0,1 1 0 0 0,7-9-1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0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57 564 0 0,'7'-22'9918'0'0,"-5"5"-3636"0"0,-3-1-1275 0 0,-3 43-4932 0 0,1-1-1 0 0,0 1 1 0 0,2 0 0 0 0,2 25 0 0 0,-1-39-76 0 0,1 0 1 0 0,1-1-1 0 0,0 1 0 0 0,0-1 0 0 0,1 1 1 0 0,0-1-1 0 0,1 0 0 0 0,0 0 0 0 0,1 0 1 0 0,0-1-1 0 0,12 18 0 0 0,-15-24 2 0 0,1 1-1 0 0,0-1 1 0 0,0 0 0 0 0,0 0 0 0 0,0 0-1 0 0,1-1 1 0 0,-1 1 0 0 0,1-1-1 0 0,-1 0 1 0 0,1 0 0 0 0,0 0-1 0 0,0 0 1 0 0,0-1 0 0 0,0 1 0 0 0,0-1-1 0 0,0 0 1 0 0,0-1 0 0 0,1 1-1 0 0,-1-1 1 0 0,0 1 0 0 0,0-1-1 0 0,1 0 1 0 0,-1-1 0 0 0,0 1 0 0 0,0-1-1 0 0,1 0 1 0 0,-1 0 0 0 0,0 0-1 0 0,0-1 1 0 0,0 1 0 0 0,0-1-1 0 0,-1 0 1 0 0,1 0 0 0 0,0 0 0 0 0,-1-1-1 0 0,1 1 1 0 0,-1-1 0 0 0,4-4-1 0 0,3-5 198 0 0,0 0 1 0 0,-1 0-1 0 0,-1-1 0 0 0,0-1 0 0 0,0 1 0 0 0,7-20 0 0 0,-1-4 3114 0 0,-14 36-3067 0 0,4-10 667 0 0,-10 49-425 0 0,-13 49-1 0 0,-1 1 0 0 0,-38 369-607 0 0,57-447-876 0 0,-2 22-3295 0 0,-1-14-2244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0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61 312 0 0,'-12'21'24820'0'0,"11"-18"-24470"0"0,6-2-346 0 0,0 0 0 0 0,0 0 0 0 0,-1 0 0 0 0,1-1 0 0 0,0 0 0 0 0,0 0 0 0 0,9-2 0 0 0,41-7 25 0 0,-42 7-27 0 0,251-39 25 0 0,-170 24-25 0 0,-91 17 47 0 0,-1-1-13 0 0,8-1-72 0 0,-7 1 127 0 0,11-1-114 0 0,-7 0 752 0 0,3 0-4117 0 0,-10 2 3315 0 0,0-1 0 0 0,2-1-1028 0 0,-2 2 1028 0 0,0 0-1 0 0,0-1 1 0 0,0 1-1 0 0,0 0 1 0 0,0 0 0 0 0,0 0-1 0 0,0-1 1 0 0,0 1-1 0 0,0 0 1 0 0,0 0 0 0 0,0-1-1 0 0,0 1 1 0 0,0 0 0 0 0,0 0-1 0 0,0 0 1 0 0,0-1-1 0 0,0 1 1 0 0,0 0 0 0 0,-1 0-1 0 0,1 0 1 0 0,0-1-147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57 784 0 0,'-11'-34'10509'0'0,"10"30"-9330"0"0,-5-11 1327 0 0,8 11-1834 0 0,6 7-224 0 0,13 10-132 0 0,-1 1 0 0 0,-1 1 0 0 0,0 0 0 0 0,-1 2 0 0 0,-1 0 0 0 0,0 1 0 0 0,21 31 0 0 0,-31-39-209 0 0,0 0 0 0 0,-2 0 0 0 0,1 1 0 0 0,-1 0 0 0 0,-1 0-1 0 0,0 1 1 0 0,0-1 0 0 0,-1 1 0 0 0,-1 0 0 0 0,0 0-1 0 0,0 0 1 0 0,-1 0 0 0 0,-1 0 0 0 0,0 0 0 0 0,-1 0 0 0 0,0 0-1 0 0,-4 16 1 0 0,-2-5-138 0 0,0 0 0 0 0,-2-1 0 0 0,-1-1 0 0 0,-1 1 0 0 0,0-1 0 0 0,-2-1 0 0 0,0 0-1 0 0,-1-1 1 0 0,-1-1 0 0 0,-28 27 0 0 0,26-31-2054 0 0,9-11-682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3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195 527 1380 0 0,'4'-9'2558'0'0,"0"1"-1013"0"0,-1-1-1 0 0,0 1 0 0 0,0-1 0 0 0,-1 0 0 0 0,0 0 0 0 0,1-12 0 0 0,-3 19-1309 0 0,0 0 0 0 0,0 0 0 0 0,-1 0-1 0 0,1 0 1 0 0,-1 0 0 0 0,1 0-1 0 0,-1 0 1 0 0,0 0 0 0 0,1 0 0 0 0,-1 0-1 0 0,0 1 1 0 0,0-1 0 0 0,-3-3 0 0 0,3 4 111 0 0,-3 1-180 0 0,3-1-160 0 0,0 1 0 0 0,1 0 1 0 0,-1 0-1 0 0,0 0 1 0 0,1 0-1 0 0,-1-1 1 0 0,0 1-1 0 0,0 0 0 0 0,1 0 1 0 0,-1 0-1 0 0,0 1 1 0 0,0-1-1 0 0,1 0 1 0 0,-1 0-1 0 0,-1 1 0 0 0,-14 13 40 0 0,1 2 0 0 0,0 0 0 0 0,1 0 0 0 0,1 1 0 0 0,1 1-1 0 0,0 0 1 0 0,-18 40 0 0 0,18-30-30 0 0,1 1 1 0 0,1 1-1 0 0,1-1 0 0 0,2 1 0 0 0,-4 34 0 0 0,10-50 0 0 0,0 1 0 0 0,1-1-1 0 0,0 1 1 0 0,1 0 0 0 0,1-1-1 0 0,4 19 1 0 0,-5-27 2 0 0,1 0 0 0 0,0 0 0 0 0,0 0 0 0 0,0 0 0 0 0,1 0 0 0 0,0 0 0 0 0,0-1 0 0 0,1 1 0 0 0,-1-1-1 0 0,1 0 1 0 0,0 0 0 0 0,1-1 0 0 0,-1 1 0 0 0,1-1 0 0 0,0 0 0 0 0,8 5 0 0 0,-9-7-5 0 0,1 0 0 0 0,0 0 0 0 0,0 0 0 0 0,0-1-1 0 0,0 0 1 0 0,0 0 0 0 0,1-1 0 0 0,-1 1 0 0 0,0-1 0 0 0,0 0 0 0 0,0-1-1 0 0,0 1 1 0 0,1-1 0 0 0,-1 0 0 0 0,0 0 0 0 0,0-1 0 0 0,0 1 0 0 0,-1-1 0 0 0,9-4-1 0 0,1-1 9 0 0,0-1-1 0 0,-1 0 0 0 0,1-1 0 0 0,-2 0 0 0 0,14-13 0 0 0,-13 10 12 0 0,0-2 1 0 0,0 0-1 0 0,-2 0 0 0 0,0-1 0 0 0,0 0 0 0 0,-1-1 1 0 0,-1-1-1 0 0,-1 1 0 0 0,0-1 0 0 0,-2 0 1 0 0,0-1-1 0 0,0 0 0 0 0,-2 0 0 0 0,0 0 0 0 0,-1-1 1 0 0,-1 1-1 0 0,-1-1 0 0 0,-1-31 0 0 0,-1 43-20 0 0,1 0 0 0 0,-2 1 0 0 0,1-1 0 0 0,-1 1 0 0 0,0 0 0 0 0,0 0 0 0 0,0-1 0 0 0,-1 1-1 0 0,0 1 1 0 0,-1-1 0 0 0,1 0 0 0 0,-1 1 0 0 0,0 0 0 0 0,0 0 0 0 0,0 0 0 0 0,-1 0 0 0 0,0 1 0 0 0,0-1 0 0 0,0 1 0 0 0,-1 0-1 0 0,1 1 1 0 0,-1 0 0 0 0,-10-5 0 0 0,10 6-17 0 0,1 1 0 0 0,-1 1 0 0 0,1-1 0 0 0,-1 1 0 0 0,1 0 0 0 0,-1 0 0 0 0,1 0-1 0 0,-1 1 1 0 0,1 0 0 0 0,-1 0 0 0 0,1 0 0 0 0,0 1 0 0 0,-1 0 0 0 0,1 0 0 0 0,0 0 0 0 0,0 1 0 0 0,0-1-1 0 0,1 1 1 0 0,-7 5 0 0 0,2-1-7 0 0,0 0 0 0 0,0 0 0 0 0,1 1-1 0 0,0 1 1 0 0,1-1 0 0 0,-1 1 0 0 0,2 0-1 0 0,-9 14 1 0 0,13-19 3 0 0,1-1 0 0 0,-1 1-1 0 0,1-1 1 0 0,-1 1-1 0 0,1 0 1 0 0,0-1 0 0 0,0 1-1 0 0,1 0 1 0 0,-1 0 0 0 0,1-1-1 0 0,0 1 1 0 0,0 0 0 0 0,0 0-1 0 0,0 0 1 0 0,1 0 0 0 0,0-1-1 0 0,-1 1 1 0 0,2 0 0 0 0,-1 0-1 0 0,0-1 1 0 0,1 1-1 0 0,-1-1 1 0 0,4 6 0 0 0,-2-6 6 0 0,0 1 0 0 0,0-1-1 0 0,0 1 1 0 0,0-1 0 0 0,1 0 0 0 0,-1 0 0 0 0,1-1 0 0 0,0 1 0 0 0,0-1 0 0 0,0 0 0 0 0,0 0-1 0 0,0 0 1 0 0,0 0 0 0 0,1-1 0 0 0,-1 0 0 0 0,1 1 0 0 0,-1-2 0 0 0,1 1 0 0 0,6 0 0 0 0,12-1-3 0 0,0-1 0 0 0,1 0 0 0 0,-1-2 0 0 0,0-1 0 0 0,0-1 1 0 0,-1-1-1 0 0,36-13 0 0 0,-24 4-8 0 0,0-2 0 0 0,0 0-1 0 0,58-44 1 0 0,-75 48 28 0 0,-1-1-1 0 0,-1 0 0 0 0,22-26 1 0 0,-37 39-18 0 0,1 1 1 0 0,-1-1 0 0 0,0 0 0 0 0,1 1 0 0 0,-1-1 0 0 0,0 1 0 0 0,1-1 0 0 0,-1 1 0 0 0,1-1 0 0 0,-1 1 0 0 0,1-1 0 0 0,-1 1 0 0 0,1 0 0 0 0,-1-1 0 0 0,1 1 0 0 0,0-1 0 0 0,-1 1 0 0 0,1 0 0 0 0,0 0 0 0 0,-1-1 0 0 0,1 1 0 0 0,-1 0 0 0 0,1 0 0 0 0,0 0 0 0 0,-1 0 0 0 0,1 0 0 0 0,1 0 0 0 0,-2 1 1 0 0,1-1 0 0 0,-1 1 1 0 0,0 0-1 0 0,1 0 1 0 0,-1 0-1 0 0,0 0 0 0 0,1 0 1 0 0,-1 0-1 0 0,0 0 0 0 0,0-1 1 0 0,0 1-1 0 0,0 0 0 0 0,0 0 1 0 0,0 0-1 0 0,0 0 0 0 0,0 1 1 0 0,-10 50 27 0 0,9-48-20 0 0,-9 42-7 0 0,-17 86 13 0 0,26-117-10 0 0,-1-1-1 0 0,2 1 0 0 0,0-1 0 0 0,1 1 0 0 0,0-1 1 0 0,1 1-1 0 0,4 14 0 0 0,-5-25 0 0 0,0-1-1 0 0,0 1 0 0 0,1-1 1 0 0,-1 0-1 0 0,1 1 0 0 0,0-1 1 0 0,-1 0-1 0 0,2 0 0 0 0,-1 0 1 0 0,0 0-1 0 0,0 0 0 0 0,1-1 1 0 0,0 1-1 0 0,-1-1 0 0 0,1 1 1 0 0,0-1-1 0 0,0 0 1 0 0,1 0-1 0 0,-1-1 0 0 0,0 1 1 0 0,1-1-1 0 0,-1 1 0 0 0,0-1 1 0 0,1 0-1 0 0,0 0 0 0 0,6 0 1 0 0,-4 0-1 0 0,0-1 1 0 0,0-1-1 0 0,0 1 1 0 0,0-1-1 0 0,0 0 1 0 0,0 0-1 0 0,-1-1 1 0 0,1 1-1 0 0,0-1 1 0 0,0-1 0 0 0,-1 1-1 0 0,0-1 1 0 0,1 0-1 0 0,-1 0 1 0 0,8-7-1 0 0,1-3 3 0 0,-2 0 1 0 0,0 0-1 0 0,-1-1 0 0 0,0-1 0 0 0,-1 0 1 0 0,0 0-1 0 0,-1-1 0 0 0,-1 0 0 0 0,-1 0 1 0 0,0-1-1 0 0,-2 0 0 0 0,1 0 0 0 0,4-32 1 0 0,-6 32 208 0 0,2-21 423 0 0,-22 55-612 0 0,8 4-30 0 0,0 0 0 0 0,2 1 1 0 0,0 0-1 0 0,1 0 1 0 0,2 0-1 0 0,0 0 0 0 0,1 1 1 0 0,2 34-1 0 0,0-51 7 0 0,1-1-1 0 0,-1 0 1 0 0,2 1-1 0 0,-1-1 1 0 0,0 0-1 0 0,1 0 1 0 0,0 0-1 0 0,0 0 1 0 0,1 0-1 0 0,-1 0 1 0 0,4 4-1 0 0,-4-7 1 0 0,0 1-1 0 0,1-1 0 0 0,-1 1 1 0 0,0-1-1 0 0,1 0 1 0 0,-1 0-1 0 0,1 0 0 0 0,0 0 1 0 0,0-1-1 0 0,0 1 0 0 0,-1-1 1 0 0,1 0-1 0 0,1 0 0 0 0,-1 0 1 0 0,0 0-1 0 0,0 0 0 0 0,0-1 1 0 0,0 1-1 0 0,1-1 1 0 0,-1 0-1 0 0,5 0 0 0 0,4-1-50 0 0,-1 0 0 0 0,0-1 0 0 0,0 0 0 0 0,0-1-1 0 0,0-1 1 0 0,-1 1 0 0 0,1-2 0 0 0,-1 1 0 0 0,0-1-1 0 0,0-1 1 0 0,13-9 0 0 0,-9 4-56 0 0,-1-1 1 0 0,0-1-1 0 0,0 0 0 0 0,-1 0 1 0 0,-1-1-1 0 0,16-25 0 0 0,-7 1-20 0 0,0 0 0 0 0,-3-1 0 0 0,-1-2 0 0 0,-2 1 0 0 0,12-57 0 0 0,10-103-28 0 0,-32 159 156 0 0,-1 0 1 0 0,-6-78-1 0 0,2 109 12 0 0,0 3-5 0 0,1 1 0 0 0,-1-1 0 0 0,0 0 0 0 0,0 1 0 0 0,-1-1 0 0 0,0 1 0 0 0,-5-12 0 0 0,7 18-8 0 0,-1-1-1 0 0,1 1 1 0 0,0 0 0 0 0,-1 0 0 0 0,1 0 0 0 0,0 0 0 0 0,-1 0-1 0 0,1 0 1 0 0,-1 0 0 0 0,1 0 0 0 0,0 0 0 0 0,-1 0 0 0 0,1 0-1 0 0,-1 0 1 0 0,1 0 0 0 0,0 0 0 0 0,-1 0 0 0 0,1 0 0 0 0,0 0-1 0 0,-1 0 1 0 0,1 0 0 0 0,-1 1 0 0 0,1-1 0 0 0,0 0 0 0 0,-1 0-1 0 0,1 0 1 0 0,0 1 0 0 0,0-1 0 0 0,-1 0 0 0 0,1 0 0 0 0,0 1-1 0 0,0-1 1 0 0,-1 0 0 0 0,1 1 0 0 0,0-1 0 0 0,0 0 0 0 0,0 1-1 0 0,-1-1 1 0 0,1 1 0 0 0,-9 12-2 0 0,9-13 3 0 0,-7 13 4 0 0,0 1-1 0 0,1 0 1 0 0,1 1-1 0 0,-6 22 0 0 0,-8 61 90 0 0,17-79-46 0 0,-13 76 278 0 0,6 0-1 0 0,3 1 1 0 0,7 108 0 0 0,0-184-322 0 0,1 0 0 0 0,1 0 1 0 0,1 0-1 0 0,11 36 0 0 0,-13-51-86 0 0,-1-1-1 0 0,1 1 1 0 0,1 0-1 0 0,-1-1 1 0 0,0 0-1 0 0,1 1 1 0 0,0-1 0 0 0,0 0-1 0 0,0-1 1 0 0,1 1-1 0 0,-1 0 1 0 0,1-1-1 0 0,0 0 1 0 0,0 0 0 0 0,0 0-1 0 0,0 0 1 0 0,1-1-1 0 0,-1 0 1 0 0,1 1 0 0 0,0-2-1 0 0,-1 1 1 0 0,1 0-1 0 0,0-1 1 0 0,0 0-1 0 0,6 0 1 0 0,0 0-300 0 0,1-1 0 0 0,-1 0 0 0 0,0-1 1 0 0,1 0-1 0 0,-1-1 0 0 0,0-1 0 0 0,0 0 0 0 0,16-6 0 0 0,-11 2-68 0 0,0 0 1 0 0,0-2-1 0 0,-1 0 0 0 0,27-20 0 0 0,-14 4 101 0 0,0-1 0 0 0,-2-1 0 0 0,-1-2 0 0 0,31-45 0 0 0,-43 58 934 0 0,-2-2-1 0 0,0 1 1 0 0,-1-1 0 0 0,-1-1 0 0 0,0 0 0 0 0,-2 0 0 0 0,10-39 0 0 0,-16 53-239 0 0,1-18 607 0 0,-2 22-925 0 0,-1 0 0 0 0,1 0 0 0 0,0 0 0 0 0,0 0 0 0 0,-1 0 0 0 0,1 0 0 0 0,-1 0 0 0 0,1 1 0 0 0,-1-1 0 0 0,1 0 0 0 0,-1 0 0 0 0,0 0 0 0 0,1 1 0 0 0,-1-1 0 0 0,0 0 0 0 0,1 1 0 0 0,-1-1 0 0 0,0 1 0 0 0,0-1 0 0 0,0 1 0 0 0,-1-1 0 0 0,1 0-16 0 0,0 1 0 0 0,0 0 0 0 0,-1 0-1 0 0,1 0 1 0 0,0-1 0 0 0,0 2 0 0 0,0-1-1 0 0,-1 0 1 0 0,1 0 0 0 0,0 0 0 0 0,0 0 0 0 0,0 1-1 0 0,-1-1 1 0 0,1 1 0 0 0,0-1 0 0 0,0 1 0 0 0,-2 0-1 0 0,-17 12 81 0 0,-2 7-59 0 0,1 1 1 0 0,0 0 0 0 0,2 1 0 0 0,1 1-1 0 0,0 1 1 0 0,2 1 0 0 0,1 0 0 0 0,1 1-1 0 0,-19 48 1 0 0,29-63-14 0 0,1 0-1 0 0,-4 20 1 0 0,6-27-9 0 0,1 0 0 0 0,0-1-1 0 0,-1 1 1 0 0,2 0 0 0 0,-1 0-1 0 0,0-1 1 0 0,1 1 0 0 0,-1 0-1 0 0,1-1 1 0 0,0 1 0 0 0,3 6-1 0 0,-3-9-7 0 0,0 1 0 0 0,0 0 0 0 0,0-1 0 0 0,0 1 0 0 0,0-1 0 0 0,0 0 0 0 0,1 1 0 0 0,-1-1 0 0 0,0 0 0 0 0,1 0 0 0 0,-1 0 0 0 0,1 0 0 0 0,-1 0 0 0 0,1 0 0 0 0,0 0 0 0 0,-1 0-1 0 0,1 0 1 0 0,0-1 0 0 0,0 1 0 0 0,-1-1 0 0 0,1 0 0 0 0,0 1 0 0 0,0-1 0 0 0,0 0 0 0 0,0 0 0 0 0,-1 0 0 0 0,1 0 0 0 0,0 0 0 0 0,0-1 0 0 0,0 1 0 0 0,-1 0 0 0 0,1-1 0 0 0,3-1 0 0 0,1 0-6 0 0,-1 0 1 0 0,1-1 0 0 0,-1 0-1 0 0,0 0 1 0 0,0 0 0 0 0,0 0 0 0 0,-1-1-1 0 0,1 0 1 0 0,4-5 0 0 0,1-4-6 0 0,0 0 0 0 0,-1 0 0 0 0,0-1 0 0 0,-2-1 0 0 0,1 1 0 0 0,-2-1 0 0 0,7-22 0 0 0,1-12 72 0 0,7-53 0 0 0,-18 93-58 0 0,0-1-20 0 0,-10 45 214 0 0,1-1 1 0 0,3 1-1 0 0,0 0 0 0 0,3 40 0 0 0,0-24 112 0 0,-2 93 398 0 0,-22 495 1502 0 0,-2-458-1578 0 0,19-150-91 0 0,-1-1 0 0 0,-1 0 0 0 0,-25 51-1 0 0,31-74-413 0 0,0-1-1 0 0,-1 0 0 0 0,0 0 0 0 0,0 0 0 0 0,0-1 1 0 0,-1 0-1 0 0,1 1 0 0 0,-1-1 0 0 0,-1-1 0 0 0,1 1 1 0 0,-1-1-1 0 0,1 0 0 0 0,-1 0 0 0 0,-9 3 1 0 0,9-5-64 0 0,1 0 1 0 0,-1 0-1 0 0,1-1 1 0 0,-1 0 0 0 0,0 0-1 0 0,0-1 1 0 0,1 0 0 0 0,-1 0-1 0 0,0 0 1 0 0,0 0 0 0 0,1-1-1 0 0,-1 0 1 0 0,0 0 0 0 0,1-1-1 0 0,-1 1 1 0 0,1-1 0 0 0,-10-5-1 0 0,3 1-14 0 0,1-1 0 0 0,0 0 0 0 0,0 0 0 0 0,1-1 0 0 0,0-1 1 0 0,0 0-1 0 0,1 0 0 0 0,0 0 0 0 0,0-2 0 0 0,1 1 0 0 0,1-1 0 0 0,0 0 0 0 0,0 0 0 0 0,-8-21 0 0 0,9 17-43 0 0,1 0 1 0 0,0-1-1 0 0,1 1 1 0 0,1-1-1 0 0,1 0 0 0 0,0 0 1 0 0,1 0-1 0 0,1 0 1 0 0,0 0-1 0 0,1-1 1 0 0,5-25-1 0 0,3 9-16 0 0,0 1 0 0 0,2 0-1 0 0,2 1 1 0 0,0 0 0 0 0,2 0 0 0 0,2 2-1 0 0,0 0 1 0 0,24-28 0 0 0,-1 8-752 0 0,1 2 1 0 0,2 2-1 0 0,73-59 0 0 0,-72 72-2070 0 0,1 3-1 0 0,2 1 1 0 0,92-40-1 0 0,6-3-4629 0 0,-132 64 7475 0 0,0-1 1 0 0,0 0-1 0 0,-1-1 0 0 0,-1-1 1 0 0,1 0-1 0 0,17-20 1 0 0,-22 21 769 0 0,-1 0 0 0 0,0 0 1 0 0,0 0-1 0 0,-1-1 0 0 0,0 0 0 0 0,-1 0 1 0 0,0 0-1 0 0,0 0 0 0 0,-1-1 1 0 0,1-12-1 0 0,-3 23-730 0 0,-1-1 0 0 0,0 0 0 0 0,0 1 0 0 0,0-1 0 0 0,0 0 0 0 0,1 1 0 0 0,-1-1 0 0 0,0 1 0 0 0,0-1 0 0 0,0 0 0 0 0,0 1 0 0 0,-1-1 1 0 0,1 0-1 0 0,0 1 0 0 0,0-1 0 0 0,0 1 0 0 0,0-1 0 0 0,-1 0 0 0 0,1 1 0 0 0,0-1 0 0 0,-1 1 0 0 0,1-2 0 0 0,-1 2-29 0 0,1 0 0 0 0,-1 0 0 0 0,1 0 0 0 0,-1 0 0 0 0,1 0 0 0 0,-1 0 0 0 0,1 0 0 0 0,-1 0 0 0 0,1 0 0 0 0,-1 1 0 0 0,1-1 0 0 0,-1 0 1 0 0,1 0-1 0 0,0 0 0 0 0,-1 0 0 0 0,1 1 0 0 0,-1-1 0 0 0,1 0 0 0 0,0 0 0 0 0,-1 1 0 0 0,1-1 0 0 0,-1 1 0 0 0,-3 2 39 0 0,0 1 1 0 0,1-1-1 0 0,-1 1 1 0 0,-5 9-1 0 0,-2 5 107 0 0,0 1 0 0 0,2 0-1 0 0,0 0 1 0 0,-10 35 0 0 0,16-42-125 0 0,0 0 0 0 0,1 0 0 0 0,0 0 0 0 0,0 1 0 0 0,2-1 0 0 0,-1 0 0 0 0,2 1 0 0 0,-1-1 0 0 0,5 17 0 0 0,-5-25-35 0 0,1 0 0 0 0,1 0 0 0 0,-1 0 0 0 0,0-1 0 0 0,1 1 0 0 0,0 0 0 0 0,0-1 0 0 0,0 1 0 0 0,0-1 0 0 0,0 0 0 0 0,1 0 0 0 0,-1 0 0 0 0,1 0 0 0 0,0 0 0 0 0,0-1 0 0 0,0 1 1 0 0,0-1-1 0 0,1 0 0 0 0,-1 0 0 0 0,1 0 0 0 0,-1 0 0 0 0,1 0 0 0 0,0-1 0 0 0,-1 0 0 0 0,1 0 0 0 0,7 1 0 0 0,-4-1 2 0 0,-1 0 0 0 0,1-1 0 0 0,0 0 0 0 0,0-1 0 0 0,0 0 0 0 0,-1 0 0 0 0,1 0 0 0 0,0-1 0 0 0,-1 0 0 0 0,1 0 0 0 0,-1-1 0 0 0,0 1 0 0 0,0-1 0 0 0,11-8 0 0 0,-7 4-3 0 0,-1-1 1 0 0,0 0-1 0 0,-1-1 0 0 0,1 0 1 0 0,-2 0-1 0 0,1-1 0 0 0,-1 0 0 0 0,-1 0 1 0 0,0-1-1 0 0,0 0 0 0 0,-1 0 1 0 0,5-15-1 0 0,-6 14-1 0 0,-1-1 0 0 0,0 1 0 0 0,0 0 0 0 0,-1-1 0 0 0,-1 0 0 0 0,0 1 0 0 0,-1-1-1 0 0,0 0 1 0 0,-1 1 0 0 0,0-1 0 0 0,-6-22 0 0 0,6 32-7 0 0,0-1-1 0 0,0 1 0 0 0,0 0 1 0 0,-1-1-1 0 0,1 1 0 0 0,-1 0 1 0 0,0 0-1 0 0,0 0 0 0 0,0 0 1 0 0,-1 0-1 0 0,1 0 0 0 0,-1 1 1 0 0,1-1-1 0 0,-1 1 0 0 0,0 0 0 0 0,0 0 1 0 0,0 0-1 0 0,0 0 0 0 0,0 0 1 0 0,0 0-1 0 0,-1 1 0 0 0,-6-2 1 0 0,5 2-6 0 0,0 0 1 0 0,0 1 0 0 0,0 0-1 0 0,1 0 1 0 0,-1 0-1 0 0,0 0 1 0 0,0 1 0 0 0,0 0-1 0 0,0 0 1 0 0,1 0-1 0 0,-1 1 1 0 0,0-1 0 0 0,1 1-1 0 0,-1 0 1 0 0,1 0-1 0 0,-7 6 1 0 0,3-3-1 0 0,0 1 0 0 0,1 0 0 0 0,0 1 0 0 0,0 0 0 0 0,1 0 0 0 0,0 1 0 0 0,0-1 0 0 0,1 1 0 0 0,0 0 0 0 0,0 1 0 0 0,0-1 0 0 0,2 1 0 0 0,-1 0 0 0 0,1 0 1 0 0,-3 12-1 0 0,5-15-3 0 0,0-1 0 0 0,0 1 0 0 0,0 0 0 0 0,1 0 0 0 0,0-1 0 0 0,0 1 0 0 0,1 0 0 0 0,-1 0 0 0 0,1-1 0 0 0,0 1 0 0 0,1 0 0 0 0,0-1 0 0 0,0 1 0 0 0,0-1 0 0 0,0 0 0 0 0,1 0 0 0 0,0 1 0 0 0,0-2 0 0 0,0 1 1 0 0,0 0-1 0 0,1-1 0 0 0,0 1 0 0 0,0-1 0 0 0,0 0 0 0 0,1-1 0 0 0,5 5 0 0 0,-1-2-178 0 0,1-1 1 0 0,0-1 0 0 0,0 0-1 0 0,0 0 1 0 0,1 0-1 0 0,-1-2 1 0 0,1 1-1 0 0,-1-1 1 0 0,1-1 0 0 0,0 0-1 0 0,0 0 1 0 0,0-1-1 0 0,0-1 1 0 0,14-2 0 0 0,-10 1-157 0 0,1-1 1 0 0,-1 0 0 0 0,-1-1 0 0 0,1-1-1 0 0,0 0 1 0 0,-1-1 0 0 0,0-1-1 0 0,-1 0 1 0 0,21-15 0 0 0,-22 12 201 0 0,0 0 1 0 0,-1-1-1 0 0,0-1 1 0 0,-1 0-1 0 0,0 0 1 0 0,-1-1-1 0 0,-1 0 0 0 0,11-22 1 0 0,-9 13 944 0 0,0 0 1 0 0,-2-1-1 0 0,-1 0 0 0 0,7-42 1 0 0,-4 25 627 0 0,-9 39-1113 0 0,-6 16 280 0 0,-4 57 1047 0 0,3-31-1330 0 0,2 0-1 0 0,1 0 1 0 0,5 70-1 0 0,-1-100-519 0 0,4 22-311 0 0,-5-31 371 0 0,0-1-1 0 0,1 0 1 0 0,0 1-1 0 0,-1-1 1 0 0,1 0-1 0 0,0 1 1 0 0,-1-1 0 0 0,1 0-1 0 0,0 1 1 0 0,0-1-1 0 0,0 0 1 0 0,0 0-1 0 0,0 0 1 0 0,0 0-1 0 0,1 0 1 0 0,-1 0-1 0 0,0-1 1 0 0,0 1 0 0 0,3 1-1 0 0,0-1-267 0 0,0 0 1 0 0,0 0-1 0 0,1 0 1 0 0,-1-1-1 0 0,0 1 1 0 0,0-1-1 0 0,0 0 1 0 0,0-1-1 0 0,0 1 0 0 0,0-1 1 0 0,8-2-1 0 0,-4 1-644 0 0,0-1 0 0 0,0 0 0 0 0,-1 0 1 0 0,1-1-1 0 0,8-6 0 0 0,7-5-4022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39 127 1024 0 0,'12'-28'7173'0'0,"16"-52"-1"0"0,-21 62-5180 0 0,-7 25-593 0 0,-6 31-26 0 0,-7 35-44 0 0,-15 73-392 0 0,-1 6-245 0 0,28-150-536 0 0,-7-23-153 0 0,9-1 0 0 0,2 1 0 0 0,0 0 1 0 0,2 0-1 0 0,0 0 0 0 0,1 0 0 0 0,1 1 0 0 0,1 0 0 0 0,1 0 0 0 0,1 1 1 0 0,21-32-1 0 0,-24 40-33 0 0,1 1 0 0 0,1 0 1 0 0,0 0-1 0 0,0 1 0 0 0,1 0 0 0 0,0 0 1 0 0,1 1-1 0 0,0 1 0 0 0,0 0 0 0 0,0 0 1 0 0,1 1-1 0 0,0 0 0 0 0,1 1 1 0 0,23-6-1 0 0,-30 10 11 0 0,0 1 0 0 0,0-1 1 0 0,0 1-1 0 0,0 1 0 0 0,0-1 0 0 0,0 1 1 0 0,0 0-1 0 0,0 0 0 0 0,0 1 1 0 0,-1 0-1 0 0,1 0 0 0 0,0 0 0 0 0,7 5 1 0 0,-8-3 21 0 0,0-1 1 0 0,-1 1 0 0 0,0 1 0 0 0,0-1-1 0 0,0 1 1 0 0,0 0 0 0 0,-1-1 0 0 0,1 2-1 0 0,-1-1 1 0 0,-1 0 0 0 0,1 1 0 0 0,-1-1-1 0 0,0 1 1 0 0,0 0 0 0 0,0-1 0 0 0,-1 1-1 0 0,0 0 1 0 0,0 0 0 0 0,0 0-1 0 0,-1 0 1 0 0,-1 7 0 0 0,-1 10-173 0 0,-1-1 0 0 0,-1 0 0 0 0,-1 0-1 0 0,-11 29 1 0 0,6-20-741 0 0,9-28 525 0 0,0-1-1 0 0,1 0 1 0 0,-1 1-1 0 0,1-1 0 0 0,-1 1 1 0 0,1-1-1 0 0,0 1 1 0 0,0 2-1 0 0,1-4 276 0 0,-1 0 1 0 0,0-1-1 0 0,0 1 0 0 0,1 0 1 0 0,-1-1-1 0 0,0 1 0 0 0,1-1 1 0 0,-1 1-1 0 0,0-1 1 0 0,1 1-1 0 0,-1-1 0 0 0,1 1 1 0 0,-1-1-1 0 0,1 1 0 0 0,-1-1 1 0 0,1 0-1 0 0,-1 1 0 0 0,1-1 1 0 0,0 0-1 0 0,-1 0 0 0 0,1 1 1 0 0,-1-1-1 0 0,1 0 0 0 0,0 0 1 0 0,-1 0-1 0 0,1 0 0 0 0,0 1 1 0 0,-1-1-1 0 0,1 0 0 0 0,0 0 1 0 0,-1-1-1 0 0,1 1 0 0 0,0 0 1 0 0,-1 0-1 0 0,1 0 0 0 0,0 0 1 0 0,-1 0-1 0 0,2-1 1 0 0,22-5-2213 0 0,0 0 0 0 0,28-13 0 0 0,-19 4-1465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394 139 832 0 0,'14'-13'1787'0'0,"33"-32"2854"0"0,-43 42-4136 0 0,-1-1 0 0 0,0 0 0 0 0,0 0 0 0 0,0 0 0 0 0,-1-1 0 0 0,1 1 0 0 0,-1-1 0 0 0,0 1 0 0 0,2-10 0 0 0,-3 14-417 0 0,-1-1-1 0 0,0 0 0 0 0,1 0 0 0 0,-1 0 1 0 0,0 0-1 0 0,0 0 0 0 0,0 0 0 0 0,0 0 1 0 0,0 0-1 0 0,0 0 0 0 0,0 0 0 0 0,0 0 0 0 0,0 0 1 0 0,-1 0-1 0 0,1 0 0 0 0,0 0 0 0 0,0 0 1 0 0,-1 0-1 0 0,1 1 0 0 0,-1-1 0 0 0,1 0 1 0 0,-1 0-1 0 0,1 0 0 0 0,-1 0 0 0 0,0 1 0 0 0,1-1 1 0 0,-1 0-1 0 0,-1 0 0 0 0,1 0-18 0 0,-1 1-1 0 0,0-1 1 0 0,0 1 0 0 0,0-1-1 0 0,1 1 1 0 0,-1 0 0 0 0,0 0-1 0 0,0 0 1 0 0,0 0 0 0 0,1 0-1 0 0,-1 0 1 0 0,0 1 0 0 0,0-1-1 0 0,-1 1 1 0 0,-8 2 101 0 0,2 1 0 0 0,-1 0 0 0 0,0 0 0 0 0,-11 8 0 0 0,-8 7 248 0 0,1 2 0 0 0,-47 42 0 0 0,58-46-312 0 0,1 0 0 0 0,1 1 0 0 0,0 1-1 0 0,2 0 1 0 0,-14 24 0 0 0,23-35-73 0 0,0 0 0 0 0,1 0 0 0 0,0 0 0 0 0,0 1 0 0 0,1-1 0 0 0,-2 15 0 0 0,3-21-24 0 0,1 0-1 0 0,0 0 0 0 0,0 0 1 0 0,0 0-1 0 0,0 0 1 0 0,0 1-1 0 0,0-1 0 0 0,1 0 1 0 0,-1 0-1 0 0,1 0 1 0 0,-1 0-1 0 0,1 0 1 0 0,0 0-1 0 0,0 0 0 0 0,0 0 1 0 0,0 0-1 0 0,0 0 1 0 0,0-1-1 0 0,1 1 0 0 0,-1 0 1 0 0,1-1-1 0 0,-1 1 1 0 0,1-1-1 0 0,-1 1 0 0 0,1-1 1 0 0,0 0-1 0 0,0 0 1 0 0,-1 1-1 0 0,1-1 1 0 0,0-1-1 0 0,0 1 0 0 0,3 1 1 0 0,1-1-3 0 0,0 0 1 0 0,0 0-1 0 0,0 0 1 0 0,-1-1-1 0 0,1 0 1 0 0,0 0-1 0 0,0 0 1 0 0,0-1-1 0 0,0 0 0 0 0,0 0 1 0 0,-1-1-1 0 0,1 1 1 0 0,-1-1-1 0 0,1 0 1 0 0,-1-1-1 0 0,1 0 1 0 0,-1 1-1 0 0,0-1 1 0 0,6-5-1 0 0,8-7-5 0 0,-1-1 0 0 0,0-1 1 0 0,20-23-1 0 0,-32 33 1 0 0,19-23 309 0 0,28-45 0 0 0,-10 12 1331 0 0,-42 62-1622 0 0,-14 184 1463 0 0,4-84-428 0 0,-25 236 2249 0 0,-30-4-190 0 0,53-293-2800 0 0,-1 0 0 0 0,-2-1-1 0 0,-19 36 1 0 0,23-55-187 0 0,0 0 1 0 0,-1 0-1 0 0,-1-2 0 0 0,-1 1 0 0 0,0-1 1 0 0,-1-1-1 0 0,-26 22 0 0 0,36-34-127 0 0,0 0 0 0 0,-1 0 0 0 0,1 0 0 0 0,-1-1 0 0 0,0 1 0 0 0,0-1 0 0 0,0 0 0 0 0,0-1 0 0 0,0 1 0 0 0,0-1 0 0 0,0 0 0 0 0,0 0 0 0 0,-8 0 0 0 0,10-1 0 0 0,-1 0 0 0 0,0-1 0 0 0,1 1 0 0 0,-1-1 0 0 0,1 0 0 0 0,-1 0 0 0 0,1 0 0 0 0,-1-1 0 0 0,1 1 0 0 0,0-1 0 0 0,-1 0 0 0 0,1 0 0 0 0,0 0 0 0 0,0 0 0 0 0,0 0 0 0 0,1-1 0 0 0,-1 1 0 0 0,1-1 0 0 0,-1 0 0 0 0,-2-3 0 0 0,-1-5 0 0 0,-1 0 0 0 0,2 0 0 0 0,-1 0 0 0 0,2-1 0 0 0,-1 0 0 0 0,2 0 0 0 0,0 0 0 0 0,0 0 0 0 0,1-1 0 0 0,0 1 0 0 0,1 0 0 0 0,1-1 0 0 0,0 1 0 0 0,3-23 0 0 0,2 1 0 0 0,1 1 0 0 0,2-1 0 0 0,1 1 0 0 0,16-37 0 0 0,6 1-3608 0 0,77-125 1 0 0,-83 153 2797 0 0,-19 31-836 0 0,-1 0 0 0 0,7-19 0 0 0,-2-6-6595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59 2812 0 0,'-37'-26'10523'0'0,"15"5"-6952"0"0,21 20-3290 0 0,-7-7 94 0 0,3 5-1604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5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9 2856 0 0,'-181'22'17178'0'0,"178"-22"-16105"0"0,7 0-1009 0 0,208-16-4638 0 0,-67 6-3074 0 0,-73 5 1103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45 380 0 0,'-21'-39'11486'0'0,"20"33"-10474"0"0,-1 8-114 0 0,-1 14-327 0 0,14 30 50 0 0,1-1 0 0 0,28 66 0 0 0,-26-75-445 0 0,59 136 1128 0 0,-73-172-1280 0 0,0 1 0 0 0,0 0 0 0 0,1-1 1 0 0,-1 1-1 0 0,0-1 0 0 0,1 1 0 0 0,-1-1 1 0 0,0 1-1 0 0,1-1 0 0 0,-1 0 0 0 0,1 1 0 0 0,-1-1 1 0 0,1 1-1 0 0,-1-1 0 0 0,1 0 0 0 0,-1 1 1 0 0,1-1-1 0 0,-1 0 0 0 0,1 0 0 0 0,-1 1 1 0 0,1-1-1 0 0,0 0 0 0 0,-1 0 0 0 0,1 0 1 0 0,-1 0-1 0 0,1 0 0 0 0,0 0 0 0 0,-1 0 1 0 0,1 0-1 0 0,-1 0 0 0 0,1 0 0 0 0,0 0 1 0 0,-1 0-1 0 0,1 0 0 0 0,-1 0 0 0 0,1-1 0 0 0,-1 1 1 0 0,1 0-1 0 0,0 0 0 0 0,-1-1 0 0 0,1 0 1 0 0,17-16 130 0 0,1-13-65 0 0,-2 0 0 0 0,16-41 1 0 0,-17 36-78 0 0,29-50 0 0 0,-37 72-24 0 0,-6 9 6 0 0,0 1 1 0 0,0 0 0 0 0,0 0-1 0 0,0 0 1 0 0,0 0-1 0 0,0 0 1 0 0,1 0 0 0 0,0 1-1 0 0,-1-1 1 0 0,1 1 0 0 0,0 0-1 0 0,4-2 1 0 0,-2 2 1 0 0,1 1-1 0 0,0-1 1 0 0,0 2 0 0 0,0-1 0 0 0,0 1-1 0 0,0 0 1 0 0,0 0 0 0 0,0 0 0 0 0,0 1 0 0 0,0 0-1 0 0,6 2 1 0 0,8 0 0 0 0,21 4 14 0 0,0-2 0 0 0,66 1 0 0 0,-101-7-2 0 0,-4 1-8 0 0,1-1-1 0 0,-1 1 1 0 0,1-1 0 0 0,-1 0-1 0 0,1 0 1 0 0,-1 0-1 0 0,1 0 1 0 0,-1 0-1 0 0,0 0 1 0 0,0-1-1 0 0,0 1 1 0 0,0-1-1 0 0,0 1 1 0 0,0-1-1 0 0,0 0 1 0 0,0 0-1 0 0,0 0 1 0 0,-1 0-1 0 0,1 0 1 0 0,-1 0-1 0 0,0 0 1 0 0,1 0-1 0 0,-1-1 1 0 0,0 1-1 0 0,0 0 1 0 0,-1-1-1 0 0,1 1 1 0 0,0-1 0 0 0,-1 1-1 0 0,0-1 1 0 0,1-3-1 0 0,-1 3-1 0 0,1 1 0 0 0,-1-1 0 0 0,0 1 0 0 0,0-1 0 0 0,0 1-1 0 0,0-1 1 0 0,0 1 0 0 0,0 0 0 0 0,-1-1 0 0 0,1 1 0 0 0,-1-1 0 0 0,0 1 0 0 0,-1-4 0 0 0,0 2 0 0 0,2 3 0 0 0,0-1 0 0 0,0 1 0 0 0,-1-1 0 0 0,1 1 0 0 0,-1 0 0 0 0,1-1 0 0 0,-1 1 0 0 0,1-1 0 0 0,-1 1 0 0 0,0 0 0 0 0,0-1 0 0 0,0 1 1 0 0,0 0-1 0 0,0 0 0 0 0,0 0 0 0 0,0 0 0 0 0,0 0 0 0 0,0 0 0 0 0,0 0 0 0 0,0 0 0 0 0,-1 0 0 0 0,1 0 0 0 0,-2 0 0 0 0,1 0-1 0 0,0 1-1 0 0,-1 0 1 0 0,1 0 0 0 0,0-1 0 0 0,0 1-1 0 0,0 1 1 0 0,-1-1 0 0 0,1 0 0 0 0,0 0-1 0 0,0 1 1 0 0,0-1 0 0 0,-1 1 0 0 0,-3 2-1 0 0,-1 0 3 0 0,-1 2-1 0 0,0-1 0 0 0,1 1 0 0 0,0 0 0 0 0,0 0 0 0 0,-9 10 0 0 0,0 2 4 0 0,1 1 0 0 0,1 1 0 0 0,0 0 0 0 0,-16 34 0 0 0,25-43 2 0 0,0-1 0 0 0,1 1 0 0 0,0 0 0 0 0,1 0 1 0 0,0 0-1 0 0,1 1 0 0 0,0-1 0 0 0,1 1 0 0 0,0-1 0 0 0,0 1 0 0 0,1 0 1 0 0,2 16-1 0 0,-1-22-76 0 0,0-1 0 0 0,1 0 0 0 0,-1 1-1 0 0,1-1 1 0 0,0 0 0 0 0,0 0 0 0 0,1 0 0 0 0,-1 0 0 0 0,1-1 0 0 0,0 1 0 0 0,0 0 0 0 0,0-1 0 0 0,0 0 0 0 0,0 0 0 0 0,1 0-1 0 0,0 0 1 0 0,-1-1 0 0 0,1 1 0 0 0,0-1 0 0 0,0 0 0 0 0,1 0 0 0 0,7 3 0 0 0,-2-2-945 0 0,0-1-1 0 0,0 0 1 0 0,0 0 0 0 0,0-1 0 0 0,1 0 0 0 0,-1-1-1 0 0,0 0 1 0 0,0-1 0 0 0,14-2 0 0 0,0-1-3897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239 870 1144 0 0,'1'-4'1038'0'0,"0"-1"1"0"0,0 1-1 0 0,-1 0 0 0 0,0-1 0 0 0,1 1 1 0 0,-2-1-1 0 0,1 1 0 0 0,0-1 0 0 0,-1 1 1 0 0,0 0-1 0 0,-1-6 0 0 0,1 9-943 0 0,0 0 0 0 0,1 0 0 0 0,-1 0 1 0 0,0 0-1 0 0,0 1 0 0 0,0-1 0 0 0,1 0 0 0 0,-1 1 0 0 0,0-1 0 0 0,0 1 0 0 0,0-1 0 0 0,0 1 0 0 0,0-1 0 0 0,0 1 0 0 0,0 0 0 0 0,0-1 0 0 0,0 1 0 0 0,-1 0 1 0 0,1 0-1 0 0,0 0 0 0 0,0 0 0 0 0,0 0 0 0 0,0 0 0 0 0,0 0 0 0 0,0 0 0 0 0,0 0 0 0 0,0 1 0 0 0,-2-1 0 0 0,-9 5 74 0 0,0 1 1 0 0,1 0-1 0 0,0 0 0 0 0,0 1 0 0 0,1 1 0 0 0,-1 0 1 0 0,2 0-1 0 0,-1 1 0 0 0,1 0 0 0 0,1 0 0 0 0,-1 1 1 0 0,-7 12-1 0 0,7-9-127 0 0,1 1-1 0 0,0 0 1 0 0,0 0 0 0 0,1 1 0 0 0,1 0 0 0 0,1 0 0 0 0,0 1 0 0 0,1-1 0 0 0,-3 25-1 0 0,6-34-29 0 0,1 1-1 0 0,0-1 1 0 0,0 0 0 0 0,0 1-1 0 0,1-1 1 0 0,0 0-1 0 0,0 0 1 0 0,1 0-1 0 0,-1 0 1 0 0,1 0-1 0 0,1 0 1 0 0,-1 0-1 0 0,1 0 1 0 0,0-1 0 0 0,0 0-1 0 0,6 8 1 0 0,-5-9-17 0 0,0 0 1 0 0,0 0-1 0 0,0-1 1 0 0,1 0-1 0 0,-1 0 1 0 0,1 0-1 0 0,-1 0 1 0 0,1 0 0 0 0,0-1-1 0 0,0 0 1 0 0,0 0-1 0 0,1-1 1 0 0,-1 1-1 0 0,0-1 1 0 0,1 0 0 0 0,-1 0-1 0 0,1-1 1 0 0,-1 0-1 0 0,7 0 1 0 0,-1-1-175 0 0,0 0 0 0 0,0-1 1 0 0,-1 0-1 0 0,1 0 0 0 0,0-1 1 0 0,-1-1-1 0 0,0 0 1 0 0,0 0-1 0 0,19-12 0 0 0,-16 7-118 0 0,0 0 0 0 0,0-2 0 0 0,-1 1 0 0 0,0-1 0 0 0,-1-1 0 0 0,10-14 0 0 0,1-6-237 0 0,-1 0 0 0 0,-2-2 0 0 0,-2 0 0 0 0,26-70 0 0 0,-16 19 295 0 0,-3-2-1 0 0,-4 0 0 0 0,-4-2 0 0 0,9-172 1 0 0,-23 218 944 0 0,-2-1 1 0 0,-2 1-1 0 0,-12-72 1 0 0,14 114-686 0 0,0 1 1 0 0,0-1 0 0 0,0 0-1 0 0,0 0 1 0 0,0 0-1 0 0,0 1 1 0 0,0-1-1 0 0,0 0 1 0 0,-1 0-1 0 0,1 1 1 0 0,0-1-1 0 0,-1 0 1 0 0,1 1-1 0 0,0-1 1 0 0,-1 0-1 0 0,1 1 1 0 0,-1-1-1 0 0,1 0 1 0 0,-1 1-1 0 0,1-1 1 0 0,-1 1-1 0 0,0-1 1 0 0,1 1-1 0 0,-1-1 1 0 0,0 1 0 0 0,1 0-1 0 0,-1-1 1 0 0,0 1-1 0 0,1 0 1 0 0,-1-1-1 0 0,0 1 1 0 0,0 0-1 0 0,0 0 1 0 0,1 0-1 0 0,-1 0 1 0 0,0 0-1 0 0,0-1 1 0 0,1 1-1 0 0,-1 1 1 0 0,0-1-1 0 0,0 0 1 0 0,0 0-1 0 0,1 0 1 0 0,-1 0-1 0 0,0 1 1 0 0,0-1-1 0 0,1 0 1 0 0,-1 0-1 0 0,0 1 1 0 0,1-1 0 0 0,-1 1-1 0 0,0-1 1 0 0,1 1-1 0 0,-1-1 1 0 0,1 1-1 0 0,-1-1 1 0 0,1 1-1 0 0,-1-1 1 0 0,1 1-1 0 0,-1 0 1 0 0,1-1-1 0 0,-1 2 1 0 0,-5 7 268 0 0,1 0 0 0 0,0 0 0 0 0,1 1 1 0 0,0 0-1 0 0,0 0 0 0 0,1 0 0 0 0,1 0 0 0 0,-3 17 1 0 0,0-5 117 0 0,-12 81 1316 0 0,-8 182 1 0 0,19-176-1313 0 0,3 273-25 0 0,4-364-405 0 0,1 15-88 0 0,5 34 0 0 0,-6-59-72 0 0,1 0-1 0 0,0 0 1 0 0,0-1 0 0 0,1 1-1 0 0,-1 0 1 0 0,2-1-1 0 0,-1 0 1 0 0,1 0-1 0 0,9 13 1 0 0,-11-18 13 0 0,0 0 1 0 0,1 0-1 0 0,-1 0 1 0 0,1 0-1 0 0,-1 0 1 0 0,1-1-1 0 0,0 1 1 0 0,0-1-1 0 0,0 0 1 0 0,-1 0-1 0 0,1 0 1 0 0,0 0-1 0 0,0 0 1 0 0,0 0-1 0 0,1-1 0 0 0,-1 0 1 0 0,0 1-1 0 0,0-1 1 0 0,0 0-1 0 0,0-1 1 0 0,0 1-1 0 0,0-1 1 0 0,0 1-1 0 0,0-1 1 0 0,0 0-1 0 0,0 0 1 0 0,0 0-1 0 0,0 0 1 0 0,4-3-1 0 0,3-1-323 0 0,0-1 1 0 0,0 0-1 0 0,-1 0 0 0 0,1-1 1 0 0,-2 0-1 0 0,15-16 0 0 0,1-5-64 0 0,-1 0 0 0 0,-1-2 0 0 0,32-61 0 0 0,-7-9 1605 0 0,-9-1 3884 0 0,-25 57-2266 0 0,-12 42-2202 0 0,-3 4-427 0 0,-1 0 0 0 0,1 1-1 0 0,0-1 1 0 0,0 1 0 0 0,1-1 0 0 0,-1 1 0 0 0,1 0-1 0 0,-1 0 1 0 0,1 0 0 0 0,-2 6 0 0 0,-8 22 286 0 0,1 1 0 0 0,-10 56 0 0 0,18-71-272 0 0,0 1-1 0 0,1 0 1 0 0,0 0-1 0 0,2 0 1 0 0,0 0-1 0 0,6 30 1 0 0,-6-45-43 0 0,0 1 0 0 0,0 0 0 0 0,0-1 0 0 0,1 1 0 0 0,-1-1 0 0 0,1 0 0 0 0,0 1 0 0 0,0-1 0 0 0,0 0 0 0 0,0 0 0 0 0,1 0 1 0 0,-1 0-1 0 0,1-1 0 0 0,-1 1 0 0 0,1-1 0 0 0,0 1 0 0 0,0-1 0 0 0,0 0 0 0 0,1 0 0 0 0,-1-1 0 0 0,0 1 0 0 0,1 0 0 0 0,-1-1 0 0 0,1 0 0 0 0,-1 0 1 0 0,5 1-1 0 0,-3-2-3 0 0,0 1 0 0 0,-1-1 0 0 0,1 0 1 0 0,0-1-1 0 0,-1 1 0 0 0,1-1 1 0 0,-1 0-1 0 0,1 0 0 0 0,-1 0 0 0 0,1-1 1 0 0,-1 1-1 0 0,0-1 0 0 0,1 0 0 0 0,-1 0 1 0 0,0-1-1 0 0,0 1 0 0 0,-1-1 1 0 0,1 0-1 0 0,-1 0 0 0 0,6-6 0 0 0,0-1-3 0 0,-2-1-1 0 0,0 0 0 0 0,0 0 1 0 0,-1 0-1 0 0,0-1 0 0 0,-1 0 1 0 0,0 0-1 0 0,-1 0 0 0 0,-1 0 0 0 0,4-23 1 0 0,-4 21-5 0 0,-2-1 0 0 0,0 1 0 0 0,-1-1 0 0 0,0 1 0 0 0,-1-1 0 0 0,-1 1-1 0 0,0 0 1 0 0,-1-1 0 0 0,-6-18 0 0 0,7 27-2 0 0,0 0-1 0 0,-1 1 1 0 0,0 0-1 0 0,1-1 1 0 0,-2 1-1 0 0,1 0 0 0 0,0 1 1 0 0,-1-1-1 0 0,0 1 1 0 0,0-1-1 0 0,-1 1 1 0 0,1 0-1 0 0,-1 1 1 0 0,0-1-1 0 0,0 1 0 0 0,0 0 1 0 0,-8-4-1 0 0,7 5-1 0 0,0 0-1 0 0,-1 0 1 0 0,1 1 0 0 0,0 0-1 0 0,-1 0 1 0 0,1 1-1 0 0,0 0 1 0 0,-1 0-1 0 0,1 0 1 0 0,0 1-1 0 0,-1 0 1 0 0,1 0-1 0 0,0 0 1 0 0,0 1 0 0 0,-1 0-1 0 0,-6 4 1 0 0,6-3-4 0 0,0 1 0 0 0,0 0 0 0 0,0 0 0 0 0,1 0 0 0 0,0 1 0 0 0,0 0 0 0 0,0 0 0 0 0,0 1 0 0 0,1 0 0 0 0,0 0 0 0 0,0 0 0 0 0,1 0 0 0 0,-1 1 0 0 0,-4 11 0 0 0,7-15-53 0 0,1 0 1 0 0,0 1 0 0 0,0 0-1 0 0,0-1 1 0 0,0 1-1 0 0,0 0 1 0 0,1-1-1 0 0,0 1 1 0 0,-1 0-1 0 0,1-1 1 0 0,1 1-1 0 0,-1 0 1 0 0,0 0-1 0 0,1-1 1 0 0,0 1-1 0 0,0-1 1 0 0,0 1-1 0 0,0 0 1 0 0,1-1-1 0 0,-1 0 1 0 0,1 1-1 0 0,0-1 1 0 0,0 0-1 0 0,0 0 1 0 0,1 0-1 0 0,-1 0 1 0 0,1 0 0 0 0,-1-1-1 0 0,1 1 1 0 0,0-1-1 0 0,0 0 1 0 0,4 3-1 0 0,3 1-253 0 0,0 0 1 0 0,1-1-1 0 0,-1-1 0 0 0,1 0 0 0 0,0 0 0 0 0,0-1 0 0 0,0-1 1 0 0,1 1-1 0 0,-1-2 0 0 0,0 0 0 0 0,1 0 0 0 0,-1-1 1 0 0,1 0-1 0 0,-1-1 0 0 0,1-1 0 0 0,14-3 0 0 0,-8 1 116 0 0,0-1-1 0 0,0 0 0 0 0,-1-2 0 0 0,1 0 0 0 0,-2-1 0 0 0,1-1 0 0 0,-1 0 0 0 0,0-1 0 0 0,18-16 0 0 0,6-12 771 0 0,-1-2 0 0 0,34-47 0 0 0,-39 44 1279 0 0,-32 42-1665 0 0,-1 1-119 0 0,1 1-1 0 0,-1 0 1 0 0,1 0-1 0 0,-1 0 0 0 0,0 0 1 0 0,1 0-1 0 0,-1 0 1 0 0,0 1-1 0 0,0-1 1 0 0,0 0-1 0 0,0 1 1 0 0,0-1-1 0 0,0 1 1 0 0,0-1-1 0 0,0 1 1 0 0,-1-1-1 0 0,1 1 1 0 0,-1-1-1 0 0,1 1 1 0 0,-1 0-1 0 0,1-1 1 0 0,-1 1-1 0 0,0 0 0 0 0,0 0 1 0 0,0-1-1 0 0,0 4 1 0 0,0 10 389 0 0,-1-1 0 0 0,-2 17 1 0 0,2-20-252 0 0,-4 29 394 0 0,-2 0-1 0 0,-2-1 1 0 0,-1 0-1 0 0,-19 47 1 0 0,-18 12 3790 0 0,47-97-4251 0 0,-1 0 0 0 0,0 0 0 0 0,1 1 0 0 0,-1-1 0 0 0,0 0 0 0 0,0 0 0 0 0,0 0 0 0 0,0 0 0 0 0,0 0 0 0 0,0-1 0 0 0,0 1 0 0 0,-2 1 0 0 0,3-2-88 0 0,-1 0-1 0 0,1 1 1 0 0,-1-1 0 0 0,1 0 0 0 0,0 0 0 0 0,-1 0 0 0 0,1 0 0 0 0,-1 0 0 0 0,1 0 0 0 0,-1 0-1 0 0,1 0 1 0 0,-1 0 0 0 0,1 0 0 0 0,-1 0 0 0 0,1 0 0 0 0,-1 0 0 0 0,1-1 0 0 0,0 1 0 0 0,-1 0-1 0 0,1 0 1 0 0,-1 0 0 0 0,1-1 0 0 0,0 1 0 0 0,-1-1 0 0 0,-1 0 16 0 0,1-1-1 0 0,0 1 1 0 0,0-1-1 0 0,0 0 1 0 0,0 0 0 0 0,0 1-1 0 0,0-1 1 0 0,0 0-1 0 0,0 0 1 0 0,1 0 0 0 0,-1 0-1 0 0,1 0 1 0 0,-1 0 0 0 0,1-4-1 0 0,0-3-27 0 0,0 0 0 0 0,1 1-1 0 0,0-1 1 0 0,1 0 0 0 0,0 1-1 0 0,0-1 1 0 0,1 1 0 0 0,0 0-1 0 0,0 0 1 0 0,1 0 0 0 0,0 0-1 0 0,1 0 1 0 0,-1 1 0 0 0,1 0-1 0 0,12-13 1 0 0,2 0-49 0 0,1 0 0 0 0,1 1 0 0 0,39-26 0 0 0,-18 18-2349 0 0,84-39 1 0 0,-75 41-3645 0 0,-36 14 201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1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387 106 416 0 0,'-138'-9'7147'0'0,"-108"-8"4810"0"0,243 17-11611 0 0,5-1-53 0 0,28-5-35 0 0,0 1 1 0 0,42-2-1 0 0,-33 4-168 0 0,486-27 299 0 0,-163 13-653 0 0,-339 16-193 0 0,46-4-1379 0 0,-27 1-7123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8:32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1132 0 0,'0'0'776'0'0,"5"-9"-356"0"0,2 2-856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56 1100 0 0,'-3'-11'4415'0'0,"-16"-33"5782"0"0,38 71-9708 0 0,0 4-131 0 0,-1 0 0 0 0,22 51 0 0 0,-19-37-168 0 0,26 69 55 0 0,-7-15-113 0 0,-32-79-137 0 0,7 13-1483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9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41 872 0 0,'1'-2'1919'0'0,"0"-1"-1458"0"0,10-32 11568 0 0,-22 50-10734 0 0,-7 17-95 0 0,-61 105 1709 0 0,-121 168-1987 0 0,115-201-858 0 0,76-91-4037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9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 2624 0 0,'14'-5'9587'0'0,"-13"4"-9281"0"0,0 1-1 0 0,-1 0 0 0 0,1 0 1 0 0,0-1-1 0 0,0 1 1 0 0,0 0-1 0 0,0 0 0 0 0,0 0 1 0 0,0 0-1 0 0,-1 0 1 0 0,1 0-1 0 0,0 0 1 0 0,0 1-1 0 0,0-1 0 0 0,1 1 1 0 0,-1-1-202 0 0,-1 0 0 0 0,0 0 1 0 0,1 1-1 0 0,-1-1 0 0 0,0 0 0 0 0,1 1 0 0 0,-1-1 1 0 0,0 0-1 0 0,0 1 0 0 0,1-1 0 0 0,-1 1 1 0 0,0-1-1 0 0,0 1 0 0 0,0-1 0 0 0,0 0 1 0 0,1 1-1 0 0,-1-1 0 0 0,0 1 0 0 0,0-1 1 0 0,0 1-1 0 0,0-1 0 0 0,0 1 0 0 0,-1 4 66 0 0,1 0 0 0 0,-1-1 0 0 0,-1 1 0 0 0,1-1 0 0 0,-2 6 0 0 0,-2 3 188 0 0,-28 78 362 0 0,24-68-1091 0 0,0 1 0 0 0,1 0 0 0 0,1 1 0 0 0,-5 34 0 0 0,11-51-238 0 0,-1 22-2640 0 0,4-11-2946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65 80 0 0,'17'-48'7938'0'0,"-17"46"-7436"0"0,2-8 1534 0 0,-5 5-1203 0 0,-5 10-825 0 0,-3 9 265 0 0,0 0 0 0 0,1 1 0 0 0,1 0 0 0 0,-15 31 0 0 0,10-19-47 0 0,-94 191 1022 0 0,84-163-1079 0 0,3 0-1 0 0,-16 63 1 0 0,33-103-156 0 0,1 1 1 0 0,1-1-1 0 0,0 1 0 0 0,1 0 0 0 0,0 0 1 0 0,1 0-1 0 0,4 20 0 0 0,-4-31-204 0 0,2 0 0 0 0,-1 0-1 0 0,0 0 1 0 0,1-1 0 0 0,0 1 0 0 0,0 0-1 0 0,1-1 1 0 0,-1 1 0 0 0,1-1 0 0 0,0 0 0 0 0,4 6-1 0 0,-4-8-249 0 0,0 1-1 0 0,1 0 0 0 0,-1-1 0 0 0,1 0 1 0 0,-1 0-1 0 0,1 0 0 0 0,-1 0 1 0 0,1 0-1 0 0,0-1 0 0 0,0 1 0 0 0,0-1 1 0 0,0 0-1 0 0,0-1 0 0 0,0 1 1 0 0,8 0-1 0 0,7-1-2640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2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64 1648 0 0,'36'-64'11554'0'0,"-37"68"-11199"0"0,-1 0 1 0 0,0 0-1 0 0,0 0 1 0 0,0 0 0 0 0,-1-1-1 0 0,-4 6 1 0 0,3-3-210 0 0,-36 45 459 0 0,-2-2 0 0 0,-2-1 0 0 0,-90 74 1 0 0,121-112-545 0 0,0 0 1 0 0,-1-1-1 0 0,1-1 1 0 0,-22 10-1 0 0,33-17-57 0 0,0-1 1 0 0,1 1-1 0 0,-1-1 1 0 0,1 1-1 0 0,-1-1 1 0 0,0 0-1 0 0,1 0 0 0 0,-1 0 1 0 0,0 0-1 0 0,1 0 1 0 0,-1 0-1 0 0,0-1 0 0 0,1 1 1 0 0,-1-1-1 0 0,0 1 1 0 0,1-1-1 0 0,-1 1 1 0 0,1-1-1 0 0,-1 0 0 0 0,1 0 1 0 0,-1 0-1 0 0,1 0 1 0 0,0 0-1 0 0,-1 0 0 0 0,1 0 1 0 0,0 0-1 0 0,0 0 1 0 0,0 0-1 0 0,0-1 1 0 0,0 1-1 0 0,0-1 0 0 0,0 1 1 0 0,-1-3-1 0 0,-1-1-5 0 0,1-1 0 0 0,-1 1 0 0 0,1-1 0 0 0,0 1 1 0 0,1-1-1 0 0,-1 0 0 0 0,0-9 0 0 0,1 9-1 0 0,1-1 0 0 0,0 0 0 0 0,0 1 0 0 0,1-1 0 0 0,0 0 0 0 0,0 1 0 0 0,1-1 0 0 0,-1 1 0 0 0,5-11 0 0 0,-5 15 0 0 0,1-1 0 0 0,-1 0 1 0 0,1 1-1 0 0,-1-1 0 0 0,1 1 1 0 0,0 0-1 0 0,0-1 0 0 0,0 1 1 0 0,0 0-1 0 0,0 0 0 0 0,1 0 0 0 0,-1 1 1 0 0,0-1-1 0 0,1 1 0 0 0,0-1 1 0 0,-1 1-1 0 0,1 0 0 0 0,0 0 1 0 0,-1 0-1 0 0,1 0 0 0 0,0 0 1 0 0,6 0-1 0 0,-4 2 4 0 0,0 0-1 0 0,1 0 1 0 0,-1 0-1 0 0,0 1 1 0 0,0 0-1 0 0,0 0 1 0 0,0 1-1 0 0,-1-1 1 0 0,1 1-1 0 0,-1 0 1 0 0,1 0 0 0 0,4 5-1 0 0,11 12-300 0 0,-2 0-1 0 0,0 2 1 0 0,-2 0 0 0 0,0 1-1 0 0,15 30 1 0 0,-27-46-404 0 0,0 0-1 0 0,1-1 1 0 0,0 1 0 0 0,0-1 0 0 0,0 0-1 0 0,1 0 1 0 0,0 0 0 0 0,0-1-1 0 0,0 0 1 0 0,1 0 0 0 0,-1-1 0 0 0,1 0-1 0 0,1 0 1 0 0,-1 0 0 0 0,14 4 0 0 0,-19-7 698 0 0,1-1 1 0 0,0 1 0 0 0,0-1 0 0 0,-1 0 0 0 0,1 0 0 0 0,0 0 0 0 0,0 0 0 0 0,0-1 0 0 0,-1 1-1 0 0,1-1 1 0 0,0 1 0 0 0,-1-1 0 0 0,1 0 0 0 0,0 0 0 0 0,-1 0 0 0 0,1-1 0 0 0,-1 1 0 0 0,4-3 0 0 0,2-3 1105 0 0,-1 1 1 0 0,1-1 0 0 0,11-15-1 0 0,1-1 2756 0 0,-13 15-2263 0 0,5-1 876 0 0,-12 9-2428 0 0,1 0 0 0 0,0 1 0 0 0,-1-1 0 0 0,1 0-1 0 0,0 1 1 0 0,-1-1 0 0 0,1 1 0 0 0,0-1 0 0 0,-1 1-1 0 0,1-1 1 0 0,-1 1 0 0 0,1-1 0 0 0,-1 1 0 0 0,1 0-1 0 0,-1-1 1 0 0,1 1 0 0 0,-1 0 0 0 0,0-1 0 0 0,1 1-1 0 0,-1 0 1 0 0,0-1 0 0 0,1 2 0 0 0,-1 0-12 0 0,1 0-1 0 0,0 0 1 0 0,-1 1 0 0 0,0-1 0 0 0,1 0 0 0 0,-1 0 0 0 0,0 0 0 0 0,0 0-1 0 0,-1 4 1 0 0,1 3 34 0 0,-4 68 707 0 0,1-34-2737 0 0,2-1-7998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2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2 176 1244 0 0,'41'-157'14357'0'0,"-41"156"-14253"0"0,0 0-1 0 0,0 1 0 0 0,0-1 0 0 0,0 0 0 0 0,0 1 1 0 0,0-1-1 0 0,0 0 0 0 0,0 0 0 0 0,0 1 1 0 0,1-1-1 0 0,-1 0 0 0 0,0 1 0 0 0,0-1 0 0 0,1 0 1 0 0,-1 1-1 0 0,0-1 0 0 0,1 0 0 0 0,-1 1 0 0 0,1-1 1 0 0,-1 1-1 0 0,1-1 0 0 0,-1 1 0 0 0,1-1 1 0 0,-1 1-1 0 0,1-1 0 0 0,0 1 0 0 0,-1 0 0 0 0,1-1 1 0 0,0 1-1 0 0,1-1 0 0 0,-1 2 19 0 0,0-1 0 0 0,0 1 0 0 0,0 0 1 0 0,0-1-1 0 0,0 1 0 0 0,0 0 0 0 0,0 0 0 0 0,0 0 1 0 0,0 0-1 0 0,-1 0 0 0 0,1 0 0 0 0,0 0 0 0 0,0 0 0 0 0,-1 0 1 0 0,1 2-1 0 0,5 8 478 0 0,-1 0 0 0 0,6 21 0 0 0,-2 9-116 0 0,-2 0-1 0 0,-1 1 1 0 0,-3 0-1 0 0,-1 0 1 0 0,-3 0 0 0 0,-5 46-1 0 0,-5-4-2059 0 0,-4-1 1 0 0,-27 86-1 0 0,25-113-2526 0 0,3-19-2435 0 0,2-11-1634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02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 0 0,'0'0'824'0'0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0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0,'0'0'1408'0'0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48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47 320 0 0,'0'0'1735'0'0,"12"-40"3027"0"0,-12 40-4672 0 0,0 0 1 0 0,0-1 0 0 0,0 1-1 0 0,0 0 1 0 0,1-1 0 0 0,-1 1-1 0 0,0 0 1 0 0,0-1-1 0 0,0 1 1 0 0,1 0 0 0 0,-1-1-1 0 0,0 1 1 0 0,0 0 0 0 0,1 0-1 0 0,-1-1 1 0 0,0 1 0 0 0,1 0-1 0 0,-1 0 1 0 0,0 0 0 0 0,1-1-1 0 0,-1 1 1 0 0,0 0 0 0 0,1 0-1 0 0,-1 0 1 0 0,0 0-1 0 0,1 0 1 0 0,-1 0 0 0 0,0 0-1 0 0,1 0 1 0 0,-1 0 0 0 0,0 0-1 0 0,1 0 1 0 0,-1 0 0 0 0,1 0-1 0 0,-1 0 1 0 0,0 0 0 0 0,1 0-1 0 0,-1 0 1 0 0,1 1 0 0 0,0-1-442 0 0,1 0 510 0 0,1 0-8 0 0,290 23 1263 0 0,-230-21-1352 0 0,514 23 88 0 0,-176 4-71 0 0,132 7-70 0 0,113-22 75 0 0,-323-9-81 0 0,644-3 106 0 0,23-26 115 0 0,-754 18 51 0 0,546-24 105 0 0,-586 16-373 0 0,352-27 8 0 0,-501 36-7 0 0,154-6 60 0 0,6 9-52 0 0,218 10-66 0 0,13 0 88 0 0,-30-1-30 0 0,-55-2-26 0 0,-343-5 18 0 0,2008 22 6 0 0,-811 25 8 0 0,-392-26-17 0 0,-91-3 2 0 0,885-1-37 0 0,-1532-17 14 0 0,1347 9 72 0 0,-482-9-157 0 0,-885-3 219 0 0,-55 2-94 0 0,17 1 5 0 0,8-1 73 0 0,-24 1-44 0 0,-24-1-7457 0 0,6 0 3751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5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49 1340 0 0,'38'-43'8338'0'0,"-38"42"-8281"0"0,0 1-1 0 0,0 0 1 0 0,0-1-1 0 0,1 1 0 0 0,-1 0 1 0 0,0-1-1 0 0,0 1 1 0 0,1 0-1 0 0,-1-1 1 0 0,0 1-1 0 0,1 0 0 0 0,-1 0 1 0 0,0 0-1 0 0,1-1 1 0 0,-1 1-1 0 0,0 0 1 0 0,1 0-1 0 0,-1 0 0 0 0,0 0 1 0 0,1-1-1 0 0,-1 1 1 0 0,1 0-1 0 0,-1 0 1 0 0,1 0-1 0 0,0 2-5 0 0,0 0 0 0 0,1 1-1 0 0,-1-1 1 0 0,-1 0 0 0 0,1 0 0 0 0,0 1-1 0 0,0-1 1 0 0,-1 0 0 0 0,0 1 0 0 0,1-1 0 0 0,-1 0-1 0 0,0 5 1 0 0,-2 36 398 0 0,2-36-393 0 0,-10 299 1224 0 0,8-172-577 0 0,-26 423 1713 0 0,9-225-1254 0 0,-46 358 829 0 0,22-359-1362 0 0,-11 110 754 0 0,20 70 91 0 0,29-416-1296 0 0,-32 575 910 0 0,29-456-418 0 0,-10 153 181 0 0,8-198-412 0 0,-9 88 336 0 0,-13 47 433 0 0,18-184-761 0 0,2 133 0 0 0,-2 57 1299 0 0,11-268-1674 0 0,2-18 49 0 0,-8 44 1 0 0,3-14 300 0 0,6-52-394 0 0,-4 20 111 0 0,4-14-805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0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82 288 0 0,'-2'-2'1764'0'0,"-8"-11"3205"0"0,-16-29 0 0 0,18 28-2049 0 0,0 4 408 0 0,12 18-3144 0 0,111 145 1538 0 0,-53-75-1601 0 0,-60-76-122 0 0,49 59-839 0 0,-46-56 114 0 0,0 0-1 0 0,0 0 0 0 0,1-1 0 0 0,0 1 0 0 0,0-1 1 0 0,0-1-1 0 0,0 1 0 0 0,11 4 0 0 0,-10-6-1357 0 0,2 0 1291 0 0,0-3-3021 0 0,6-2 26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85 1052 0 0,'4'-38'8252'0'0,"-3"33"-7091"0"0,0 0-1 0 0,0 0 1 0 0,-1-1 0 0 0,1 1-1 0 0,-1 0 1 0 0,-2-10 1396 0 0,0 16-2059 0 0,-11 11 113 0 0,1 1 0 0 0,0 0-1 0 0,0 1 1 0 0,1 0 0 0 0,1 1 0 0 0,-12 21 0 0 0,9-13-296 0 0,-56 88 600 0 0,-69 106-570 0 0,125-198-373 0 0,-48 77-762 0 0,56-86 1697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1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71 2648 0 0,'5'-24'11176'0'0,"-4"22"-11010"0"0,-1-1 0 0 0,1 1 0 0 0,0 0 0 0 0,0-1 0 0 0,0 1 0 0 0,0 0 0 0 0,0 0 0 0 0,1 0 0 0 0,-1 0 0 0 0,1 0 0 0 0,-1 0 0 0 0,1 0 0 0 0,0 0 0 0 0,0 1 0 0 0,-1-1 0 0 0,1 1 0 0 0,0-1 0 0 0,1 1 0 0 0,-1 0 0 0 0,0 0 0 0 0,0 0 0 0 0,1 0 1 0 0,-1 0-1 0 0,0 0 0 0 0,1 1 0 0 0,-1-1 0 0 0,5 0 0 0 0,1 0-143 0 0,0 1-1 0 0,0-1 1 0 0,1 1 0 0 0,-1 1 0 0 0,0-1 0 0 0,0 1 0 0 0,12 4 0 0 0,-18-5 12 0 0,0 1 0 0 0,0-1 1 0 0,1 1-1 0 0,-1 0 1 0 0,0-1-1 0 0,0 1 0 0 0,0 0 1 0 0,0 0-1 0 0,0 1 0 0 0,0-1 1 0 0,0 0-1 0 0,-1 1 0 0 0,1-1 1 0 0,0 1-1 0 0,-1-1 1 0 0,1 1-1 0 0,-1 0 0 0 0,1 0 1 0 0,-1-1-1 0 0,0 1 0 0 0,0 0 1 0 0,0 0-1 0 0,0 1 0 0 0,0-1 1 0 0,0 0-1 0 0,-1 0 1 0 0,1 0-1 0 0,-1 0 0 0 0,0 1 1 0 0,1-1-1 0 0,-1 0 0 0 0,0 0 1 0 0,0 1-1 0 0,0-1 0 0 0,-1 0 1 0 0,1 0-1 0 0,0 1 1 0 0,-2 2-1 0 0,0 3 172 0 0,-1 0 0 0 0,-1 1-1 0 0,1-1 1 0 0,-1 0 0 0 0,-1-1 0 0 0,1 1 0 0 0,-1-1 0 0 0,-8 9 0 0 0,-26 25 1331 0 0,-84 67 1 0 0,83-75-991 0 0,-39 29 184 0 0,79-62-728 0 0,-1 0 0 0 0,1 0 0 0 0,0 0-1 0 0,-1 1 1 0 0,1-1 0 0 0,0 0-1 0 0,0 0 1 0 0,-1 1 0 0 0,1-1 0 0 0,0 0-1 0 0,0 1 1 0 0,0-1 0 0 0,-1 0-1 0 0,1 1 1 0 0,0-1 0 0 0,0 0 0 0 0,0 1-1 0 0,0-1 1 0 0,0 0 0 0 0,0 1 0 0 0,0-1-1 0 0,-1 1 1 0 0,1-1 0 0 0,0 0-1 0 0,0 1 1 0 0,0-1 0 0 0,1 0 0 0 0,-1 1-1 0 0,0-1 1 0 0,0 0 0 0 0,0 1-1 0 0,1 0-1 0 0,-1-1 1 0 0,1 1-1 0 0,-1-1 0 0 0,1 1 0 0 0,0-1 0 0 0,-1 0 0 0 0,1 1 0 0 0,0-1 0 0 0,0 0 0 0 0,-1 1 0 0 0,1-1 0 0 0,0 0 0 0 0,0 0 0 0 0,-1 0 0 0 0,1 0 0 0 0,0 0 0 0 0,0 0 0 0 0,-1 0 0 0 0,1 0 0 0 0,1 0 0 0 0,113-13-1250 0 0,188-46 0 0 0,-236 40-2627 0 0,-47 10-149 0 0,-2-1-3346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1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40 404 0 0,'-26'-39'18190'0'0,"26"39"-18139"0"0,5 18 1106 0 0,13 26 69 0 0,48 83 0 0 0,-41-88-1638 0 0,1-1 0 0 0,34 37-1 0 0,-57-72-151 0 0,-1 0-1 0 0,1-1 1 0 0,0 1 0 0 0,0-1-1 0 0,0 0 1 0 0,1 0-1 0 0,3 2 1 0 0,-6-3 82 0 0,1 0 0 0 0,-1-1 0 0 0,1 1 0 0 0,-1-1 0 0 0,1 1 0 0 0,-1-1 1 0 0,1 1-1 0 0,0-1 0 0 0,-1 0 0 0 0,1 0 0 0 0,0 0 0 0 0,-1 0 0 0 0,1 0 0 0 0,0 0 0 0 0,-1-1 0 0 0,1 1 0 0 0,0 0 0 0 0,2-2 0 0 0,10-5-4459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1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68 1752 0 0,'2'-15'5193'0'0,"-2"15"-5203"0"0,0-9 3033 0 0,0 1 1 0 0,-1-1 0 0 0,-3-17 1421 0 0,2 26-4326 0 0,0 1 0 0 0,1 0 0 0 0,-1 0 0 0 0,0 0 0 0 0,1 0 0 0 0,0 0 0 0 0,-1 0 0 0 0,1 1 0 0 0,0-1 0 0 0,-1 0 0 0 0,1 1 0 0 0,0-1 0 0 0,-1 3 0 0 0,-16 22 910 0 0,-22 41 300 0 0,-122 194-150 0 0,126-209-1347 0 0,-18 27-275 0 0,21-27-3947 0 0,29-43 1712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85 1488 0 0,'-6'-8'11838'0'0,"6"7"-11648"0"0,-1 0-1 0 0,0 1 1 0 0,1-1 0 0 0,-1 0 0 0 0,1 0-1 0 0,0 0 1 0 0,-1 1 0 0 0,1-1 0 0 0,0 0-1 0 0,-1 0 1 0 0,1 0 0 0 0,0 0 0 0 0,0 0-1 0 0,0 1 1 0 0,0-1 0 0 0,0 0 0 0 0,0 0-1 0 0,0 0 1 0 0,0 0 0 0 0,0 0 0 0 0,0 0-1 0 0,0 0 1 0 0,1 1 0 0 0,-1-1 0 0 0,0 0-1 0 0,0 0 1 0 0,2-1 0 0 0,-1-1-41 0 0,1 1 1 0 0,0 0-1 0 0,0 0 0 0 0,0 0 0 0 0,0 0 1 0 0,0 0-1 0 0,1 0 0 0 0,4-2 1 0 0,3-2-142 0 0,0 1 0 0 0,1 1 0 0 0,15-6 0 0 0,-20 9 8 0 0,-1 0 0 0 0,0 0-1 0 0,1 0 1 0 0,-1 0 0 0 0,0 1-1 0 0,10 0 1 0 0,-13 0-12 0 0,1 0-1 0 0,-1 0 1 0 0,0 0 0 0 0,1 0-1 0 0,-1 0 1 0 0,1 1 0 0 0,-1 0-1 0 0,0-1 1 0 0,1 1 0 0 0,-1 0-1 0 0,0 0 1 0 0,0 0 0 0 0,1 0-1 0 0,2 2 1 0 0,-1 1 7 0 0,-2-3-9 0 0,-1 0 0 0 0,0 0 0 0 0,0 0 0 0 0,0 0 0 0 0,0 1 0 0 0,-1-1 0 0 0,1 0 0 0 0,0 1 0 0 0,0-1 0 0 0,-1 0 0 0 0,1 1 0 0 0,-1-1 0 0 0,1 1 0 0 0,-1-1 0 0 0,0 1 0 0 0,0-1 0 0 0,1 1 0 0 0,-1-1 0 0 0,0 1 0 0 0,0 0 0 0 0,-1-1 0 0 0,1 1 0 0 0,0-1 0 0 0,0 1 0 0 0,-1-1 0 0 0,1 1 0 0 0,-2 1 0 0 0,-16 41 59 0 0,17-41-54 0 0,-4 6 8 0 0,-1 1 1 0 0,0-1-1 0 0,-1 0 0 0 0,0 0 1 0 0,-9 9-1 0 0,-34 40 109 0 0,44-50-101 0 0,5-7-6 0 0,0 0 0 0 0,0-1 0 0 0,1 1 0 0 0,-1 0 1 0 0,0 0-1 0 0,0 0 0 0 0,1 1 0 0 0,-1-1 0 0 0,1 0 0 0 0,-1 0 0 0 0,1 0 0 0 0,-1 0 1 0 0,1 0-1 0 0,0 1 0 0 0,0-1 0 0 0,-1 0 0 0 0,1 0 0 0 0,0 2 0 0 0,18 1 8 0 0,-1 1-11 0 0,0 0 1 0 0,22 11 0 0 0,-34-14 127 0 0,-1 0 1 0 0,0 1 0 0 0,0 0 0 0 0,0 0 0 0 0,0 0 0 0 0,0 1 0 0 0,-1-1 0 0 0,0 1 0 0 0,1 0 0 0 0,-2 0 0 0 0,4 4 0 0 0,-5-6-1 0 0,0 0 1 0 0,0 0-1 0 0,0 0 1 0 0,-1 0-1 0 0,1 1 1 0 0,0-1-1 0 0,-1 0 1 0 0,0 0 0 0 0,1 0-1 0 0,-1 1 1 0 0,0-1-1 0 0,0 0 1 0 0,0 0-1 0 0,-1 1 1 0 0,1-1-1 0 0,0 0 1 0 0,-1 0-1 0 0,1 0 1 0 0,-1 0-1 0 0,0 0 1 0 0,0 0 0 0 0,0 0-1 0 0,0 0 1 0 0,0 0-1 0 0,0 0 1 0 0,-2 2-1 0 0,-4 4 292 0 0,1 0-1 0 0,-1-1 1 0 0,-1 1-1 0 0,-8 6 0 0 0,13-12-336 0 0,-6 5 85 0 0,0-1 0 0 0,-1 0 0 0 0,0 0 0 0 0,0-1 0 0 0,0 0 0 0 0,-1 0 0 0 0,0-2 0 0 0,1 1 0 0 0,-2-1 0 0 0,1-1 0 0 0,-13 2 0 0 0,16-3-387 0 0,0-1 0 0 0,0 1 0 0 0,1-1-1 0 0,-1-1 1 0 0,0 1 0 0 0,0-1 0 0 0,0-1 0 0 0,1 1 0 0 0,-1-1-1 0 0,0-1 1 0 0,1 1 0 0 0,0-1 0 0 0,0-1 0 0 0,0 1 0 0 0,0-1-1 0 0,-12-9 1 0 0,18 12-65 0 0,0-1-1 0 0,0 1 1 0 0,0 0-1 0 0,0 0 1 0 0,0 0-1 0 0,1 0 0 0 0,-1-1 1 0 0,0 1-1 0 0,1 0 1 0 0,-1-1-1 0 0,1 1 1 0 0,-1 0-1 0 0,1-1 1 0 0,0 1-1 0 0,0-1 1 0 0,-1 1-1 0 0,1 0 1 0 0,0-1-1 0 0,0 1 0 0 0,1-1 1 0 0,-1 1-1 0 0,0-1 1 0 0,1-1-1 0 0,0-1-1131 0 0,0-1 0 0 0,1 1-1 0 0,0 0 1 0 0,0 0 0 0 0,0 0 0 0 0,4-5-1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41 1624 0 0,'-5'-26'6575'0'0,"4"25"-6476"0"0,1 0 0 0 0,-1 0-1 0 0,0 0 1 0 0,0 0 0 0 0,0 0 0 0 0,0 0 0 0 0,0 0 0 0 0,0 0 0 0 0,-1 1 0 0 0,1-1-1 0 0,0 0 1 0 0,0 1 0 0 0,-1-1 0 0 0,1 1 0 0 0,0-1 0 0 0,-1 1 0 0 0,1-1 0 0 0,0 1-1 0 0,-1 0 1 0 0,1 0 0 0 0,0 0 0 0 0,-1 0 0 0 0,1 0 0 0 0,-1 0 0 0 0,1 0 0 0 0,0 0-1 0 0,-1 1 1 0 0,1-1 0 0 0,0 0 0 0 0,-1 1 0 0 0,1-1 0 0 0,0 1 0 0 0,-1-1 0 0 0,1 1-1 0 0,0 0 1 0 0,0 0 0 0 0,0-1 0 0 0,0 1 0 0 0,0 0 0 0 0,0 0 0 0 0,0 0 0 0 0,-1 2-1 0 0,-18 17 314 0 0,0 1-1 0 0,2 0 0 0 0,1 2 0 0 0,1 0 0 0 0,-15 28 0 0 0,-55 131 341 0 0,78-161-690 0 0,1 0 1 0 0,0 0-1 0 0,1 1 1 0 0,2 0-1 0 0,-3 24 0 0 0,6-37-83 0 0,1-1-1 0 0,0 0 0 0 0,1 0 0 0 0,0 0 0 0 0,0 0 0 0 0,1-1 0 0 0,4 15 0 0 0,-5-18-79 0 0,1 0 0 0 0,1 1 0 0 0,-1-1 0 0 0,1 0 0 0 0,-1 0-1 0 0,1 0 1 0 0,0 0 0 0 0,0 0 0 0 0,1-1 0 0 0,-1 0 0 0 0,1 1-1 0 0,0-1 1 0 0,7 4 0 0 0,-4-4-483 0 0,0-1-1 0 0,0 1 1 0 0,0-2-1 0 0,1 1 1 0 0,-1-1-1 0 0,0 0 1 0 0,0 0-1 0 0,1-1 1 0 0,-1 0-1 0 0,1 0 1 0 0,-1-1 0 0 0,0 0-1 0 0,0 0 1 0 0,13-5-1 0 0,7-2-2696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80 60 0 0,'44'-79'12734'0'0,"-123"160"-9049"0"0,-169 159-1879 0 0,235-229-1773 0 0,6-4 16 0 0,-1 0 1 0 0,0 0-1 0 0,-1 0 1 0 0,1-1-1 0 0,-1-1 1 0 0,-15 8-1 0 0,22-12-25 0 0,-14-4 6 0 0,14 2-31 0 0,1 1 1 0 0,0-1-1 0 0,-1 0 1 0 0,1 1-1 0 0,0-1 1 0 0,-1 0-1 0 0,1 0 1 0 0,0 0-1 0 0,0 0 1 0 0,0 0-1 0 0,0 0 1 0 0,0 0-1 0 0,0-1 1 0 0,0 1-1 0 0,0 0 1 0 0,1-1-1 0 0,-1 1 1 0 0,0 0-1 0 0,0-2 1 0 0,-8-26-8 0 0,4 5-10 0 0,1 0 0 0 0,-2-38 0 0 0,6 60 14 0 0,1 0 1 0 0,0 0-1 0 0,-1 0 0 0 0,1 0 0 0 0,0 1 0 0 0,0-1 0 0 0,0 0 0 0 0,0 1 0 0 0,1-1 0 0 0,-1 1 0 0 0,0-1 0 0 0,1 1 0 0 0,-1 0 0 0 0,1-1 0 0 0,-1 1 1 0 0,1 0-1 0 0,3-2 0 0 0,-3 3 0 0 0,17 0-11 0 0,-10 4 15 0 0,-1 0-1 0 0,1 1 1 0 0,-1 0 0 0 0,0 0-1 0 0,-1 1 1 0 0,1 0 0 0 0,11 12-1 0 0,46 58 42 0 0,-47-52-1816 0 0,33 33-1 0 0,-44-51 508 0 0,-1-1 0 0 0,1 0-1 0 0,0 0 1 0 0,0 0 0 0 0,0-1 0 0 0,11 5 0 0 0,-6-4-2495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97 436 0 0,'16'-30'7009'0'0,"-14"26"-6552"0"0,-1-1 1 0 0,2 1-1 0 0,-1 0 0 0 0,0 0 1 0 0,1 0-1 0 0,0 0 0 0 0,0 0 1 0 0,0 0-1 0 0,0 0 0 0 0,0 1 1 0 0,1 0-1 0 0,0 0 1 0 0,0 0-1 0 0,4-3 0 0 0,-4 5-348 0 0,0-1 0 0 0,0 1 0 0 0,0 0 0 0 0,0 0-1 0 0,1 1 1 0 0,-1-1 0 0 0,0 1 0 0 0,0 0 0 0 0,0 0 0 0 0,1 0-1 0 0,-1 1 1 0 0,0-1 0 0 0,0 1 0 0 0,0 0 0 0 0,0 0 0 0 0,7 4-1 0 0,-8-4-39 0 0,0 0-1 0 0,-1 1 1 0 0,1-1-1 0 0,0 1 0 0 0,-1 0 1 0 0,0 0-1 0 0,1 0 0 0 0,-1 0 1 0 0,0 0-1 0 0,0 0 0 0 0,0 1 1 0 0,-1-1-1 0 0,1 1 1 0 0,0-1-1 0 0,-1 1 0 0 0,0 0 1 0 0,1-1-1 0 0,-1 1 0 0 0,0 0 1 0 0,-1 0-1 0 0,1 0 0 0 0,0 0 1 0 0,-1 0-1 0 0,0 0 1 0 0,1 4-1 0 0,-3 7 185 0 0,1 0-1 0 0,-2 0 1 0 0,0 0-1 0 0,-1 0 1 0 0,0-1 0 0 0,-1 1-1 0 0,-7 14 1 0 0,-12 35 162 0 0,23-61-383 0 0,1-1-29 0 0,0-1 0 0 0,0 0 1 0 0,0 1-1 0 0,0-1 0 0 0,0 0 0 0 0,0 1 0 0 0,1-1 0 0 0,-1 0 0 0 0,0 1 0 0 0,0-1 0 0 0,0 0 1 0 0,0 1-1 0 0,0-1 0 0 0,1 0 0 0 0,-1 1 0 0 0,0-1 0 0 0,0 0 0 0 0,0 1 0 0 0,1-1 0 0 0,-1 0 1 0 0,0 0-1 0 0,1 1 0 0 0,-1-1 0 0 0,0 0 0 0 0,0 0 0 0 0,1 0 0 0 0,-1 0 0 0 0,0 1 0 0 0,1-1 1 0 0,-1 0-1 0 0,0 0 0 0 0,1 0 0 0 0,17-1 39 0 0,21-13-136 0 0,-34 11 40 0 0,23-9-1416 0 0,-1-1 1 0 0,47-31-1 0 0,3-16-6581 0 0,-49 35 2517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34 2628 0 0,'-24'-34'12890'0'0,"25"38"-12588"0"0,0 0 1 0 0,1-1-1 0 0,-1 1 0 0 0,1-1 0 0 0,0 1 1 0 0,0-1-1 0 0,5 6 0 0 0,1 4 301 0 0,13 25 700 0 0,18 47 0 0 0,-32-68-1176 0 0,-2 1-1 0 0,0 0 0 0 0,0 0 0 0 0,-2 0 0 0 0,2 28 1 0 0,-5-15-33 0 0,-1 0 1 0 0,-1 0 0 0 0,-2 0-1 0 0,-1 0 1 0 0,-17 54 0 0 0,2-25-1585 0 0,-53 106-1 0 0,39-107-2176 0 0,9-22-2185 0 0,5-12-1715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59 1524 0 0,'3'-6'1589'0'0,"-1"-1"0"0"0,0 0 0 0 0,-1 1 0 0 0,1-1 0 0 0,-1 0 0 0 0,0-11 0 0 0,-4 18-1025 0 0,2 0-531 0 0,0 0-1 0 0,1-1 1 0 0,-1 1 0 0 0,0 0 0 0 0,1 0-1 0 0,-1 0 1 0 0,0 0 0 0 0,1 0-1 0 0,-1 0 1 0 0,0 0 0 0 0,0 1-1 0 0,1-1 1 0 0,-1 0 0 0 0,1 0-1 0 0,-1 0 1 0 0,0 1 0 0 0,1-1-1 0 0,-1 0 1 0 0,-1 1 0 0 0,-17 23 612 0 0,1 1 1 0 0,1 1-1 0 0,1 0 1 0 0,-21 48-1 0 0,-38 122 688 0 0,63-159-1099 0 0,-12 62 0 0 0,21-82-235 0 0,1-1 0 0 0,1 1 1 0 0,0 0-1 0 0,1 0 1 0 0,1 0-1 0 0,4 22 0 0 0,-4-34-223 0 0,1 0-1 0 0,-1 1 1 0 0,1-1-1 0 0,0 0 0 0 0,0 0 1 0 0,1 0-1 0 0,0-1 1 0 0,-1 1-1 0 0,2 0 0 0 0,6 7 1 0 0,-8-9-458 0 0,1-1 0 0 0,0 1 1 0 0,0-1-1 0 0,0 0 0 0 0,0 0 1 0 0,0 0-1 0 0,1 0 0 0 0,-1-1 1 0 0,1 1-1 0 0,3 0 0 0 0,11 3-5833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4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48 2684 0 0,'5'-8'2832'0'0,"0"-2"0"0"0,8-20 1943 0 0,-17 48-2703 0 0,-16 27 94 0 0,-43 71 0 0 0,42-83-1958 0 0,-2 0 1 0 0,-1-2 0 0 0,-1-1-1 0 0,-57 52 1 0 0,74-75-169 0 0,-1 0 0 0 0,1-1 0 0 0,-2 0 0 0 0,1-1 0 0 0,-14 6 1 0 0,22-10-39 0 0,-1-1 0 0 0,1 1 0 0 0,0-1 0 0 0,-1 0 0 0 0,1 0 0 0 0,0 0 1 0 0,-1 0-1 0 0,1 0 0 0 0,0 0 0 0 0,-1 0 0 0 0,1 0 0 0 0,0 0 0 0 0,-1-1 0 0 0,1 1 1 0 0,0 0-1 0 0,-1-1 0 0 0,1 1 0 0 0,0-1 0 0 0,0 0 0 0 0,0 1 0 0 0,-1-1 1 0 0,1 0-1 0 0,0 0 0 0 0,0 0 0 0 0,0 1 0 0 0,-1-3 0 0 0,0 1-3 0 0,0-1-1 0 0,0 1 0 0 0,1 0 1 0 0,-1-1-1 0 0,1 1 1 0 0,-1-1-1 0 0,1 1 0 0 0,0-1 1 0 0,0 0-1 0 0,-1-3 1 0 0,1-2-3 0 0,0 1 0 0 0,1-1 0 0 0,0 1 0 0 0,0-1 0 0 0,1 0 0 0 0,0 1 0 0 0,0-1 0 0 0,0 1 0 0 0,1-1 1 0 0,0 1-1 0 0,1 0 0 0 0,0 0 0 0 0,0 0 0 0 0,0 0 0 0 0,1 0 0 0 0,0 1 0 0 0,0-1 0 0 0,1 1 0 0 0,0 0 0 0 0,8-8 1 0 0,-11 13 1 0 0,0-1-1 0 0,0 1 1 0 0,0 0 0 0 0,0 0 0 0 0,0-1 0 0 0,0 2 0 0 0,0-1 0 0 0,0 0 0 0 0,1 0 0 0 0,-1 1 0 0 0,0-1 0 0 0,0 1 0 0 0,1-1 0 0 0,-1 1 0 0 0,0 0 0 0 0,1 0 0 0 0,-1 0 0 0 0,0 1 0 0 0,1-1-1 0 0,-1 0 1 0 0,0 1 0 0 0,0-1 0 0 0,1 1 0 0 0,-1 0 0 0 0,3 1 0 0 0,1 1 2 0 0,0 0 0 0 0,-1 0 0 0 0,1 0 0 0 0,-1 1-1 0 0,1-1 1 0 0,-1 1 0 0 0,8 9 0 0 0,3 6-388 0 0,-2 0 1 0 0,-1 0-1 0 0,17 34 1 0 0,-18-33-1023 0 0,9 9-2201 0 0,-5-12-2099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75 2224 0 0,'6'-24'7942'0'0,"-5"20"-7686"0"0,1 1-1 0 0,0 0 0 0 0,0 0 0 0 0,0 0 0 0 0,1 1 1 0 0,-1-1-1 0 0,1 0 0 0 0,-1 1 0 0 0,1-1 1 0 0,0 1-1 0 0,0 0 0 0 0,0 0 0 0 0,0 0 1 0 0,0 0-1 0 0,1 1 0 0 0,-1-1 0 0 0,0 1 1 0 0,5-1-1 0 0,-5 1-226 0 0,-1 0 0 0 0,1 0 0 0 0,0 0 0 0 0,-1 1 1 0 0,1-1-1 0 0,0 1 0 0 0,-1-1 0 0 0,1 1 0 0 0,0 0 1 0 0,-1 0-1 0 0,1 1 0 0 0,0-1 0 0 0,0 0 0 0 0,-1 1 0 0 0,1 0 1 0 0,-1-1-1 0 0,1 1 0 0 0,-1 0 0 0 0,1 0 0 0 0,-1 1 0 0 0,1-1 1 0 0,-1 0-1 0 0,0 1 0 0 0,0-1 0 0 0,1 1 0 0 0,1 2 0 0 0,-3-2 13 0 0,1 1-1 0 0,-1 0 0 0 0,0-1 0 0 0,0 1 0 0 0,0 0 0 0 0,0 0 0 0 0,0 0 1 0 0,-1 0-1 0 0,1 0 0 0 0,-1 0 0 0 0,0 0 0 0 0,0 0 0 0 0,0 0 0 0 0,0 0 0 0 0,0 0 1 0 0,-1-1-1 0 0,1 1 0 0 0,-1 0 0 0 0,0 0 0 0 0,0 0 0 0 0,0 0 0 0 0,0 0 0 0 0,0-1 1 0 0,-1 1-1 0 0,1-1 0 0 0,-3 4 0 0 0,-4 6 62 0 0,-1 0 1 0 0,-1 0-1 0 0,-17 17 0 0 0,25-28-76 0 0,-8 9-5 0 0,-1 2 41 0 0,11-11-62 0 0,-1-1 0 0 0,1 0 0 0 0,0 1 0 0 0,0-1 0 0 0,0 1 0 0 0,0-1 1 0 0,0 0-1 0 0,0 1 0 0 0,0-1 0 0 0,0 0 0 0 0,0 1 0 0 0,0-1 0 0 0,0 1 0 0 0,0-1 1 0 0,0 0-1 0 0,0 1 0 0 0,0-1 0 0 0,0 0 0 0 0,1 1 0 0 0,-1-1 0 0 0,0 0 0 0 0,0 1 1 0 0,0-1-1 0 0,1 0 0 0 0,-1 1 0 0 0,0-1 0 0 0,0 0 0 0 0,1 0 0 0 0,-1 1 0 0 0,1-1 1 0 0,0 2-7 0 0,29 7 24 0 0,-3-1 11 0 0,-4-1 101 0 0,37 15 0 0 0,-55-20 17 0 0,0 1 1 0 0,0-1 0 0 0,0 1 0 0 0,-1 0-1 0 0,6 5 1 0 0,-8-7-39 0 0,-1 1-1 0 0,1-1 1 0 0,-1 1 0 0 0,0 0 0 0 0,0-1-1 0 0,1 1 1 0 0,-1 0 0 0 0,0 0-1 0 0,0 0 1 0 0,-1 0 0 0 0,1 0-1 0 0,0 0 1 0 0,-1 0 0 0 0,1 0 0 0 0,-1 3-1 0 0,0-4-50 0 0,0 1 0 0 0,0 0 0 0 0,-1 0 0 0 0,1 0 1 0 0,-1-1-1 0 0,0 1 0 0 0,1 0 0 0 0,-1-1 0 0 0,0 1 0 0 0,0-1 0 0 0,0 1 0 0 0,0-1 0 0 0,0 1 0 0 0,0-1 0 0 0,-1 1 0 0 0,1-1 0 0 0,-2 1 0 0 0,-23 19 368 0 0,15-15-340 0 0,0 0 0 0 0,0-1 1 0 0,0 0-1 0 0,-1-1 1 0 0,0 0-1 0 0,0-1 0 0 0,0 0 1 0 0,-22 2-1 0 0,27-5-352 0 0,-1 1 0 0 0,1-1 0 0 0,-1 0 0 0 0,1 0 0 0 0,-1-1 0 0 0,1 0 0 0 0,-1-1 0 0 0,1 0 0 0 0,0 0 0 0 0,0 0 1 0 0,0-1-1 0 0,0 0 0 0 0,0 0 0 0 0,0-1 0 0 0,-8-6 0 0 0,12 8-390 0 0,1-1 0 0 0,-1 1 1 0 0,1-1-1 0 0,0 1 0 0 0,0-1 1 0 0,0 0-1 0 0,1 0 0 0 0,-1 1 1 0 0,1-1-1 0 0,-1 0 0 0 0,1-1 1 0 0,0 1-1 0 0,0 0 0 0 0,0-6 0 0 0,-2-7-5584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5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59 1980 0 0,'40'-58'11889'0'0,"-34"59"-10505"0"0,-5-2-1317 0 0,-1 1 1 0 0,1 0-1 0 0,-1 0 1 0 0,1 0-1 0 0,0 0 1 0 0,-1 0-1 0 0,1 0 1 0 0,-1 0-1 0 0,1 0 1 0 0,0 0-1 0 0,-1 0 1 0 0,1 0-1 0 0,-1 0 1 0 0,1 0-1 0 0,0 0 1 0 0,-1 0-1 0 0,1 1 1 0 0,-1-1-1 0 0,1 0 1 0 0,0 1-1 0 0,11 9 655 0 0,0 2 0 0 0,-1-1 1 0 0,0 1-1 0 0,-1 1 0 0 0,0 0 0 0 0,-1 0 0 0 0,0 1 0 0 0,11 26 0 0 0,-4-3-74 0 0,-2 1-1 0 0,15 57 0 0 0,-16-42-336 0 0,-3 1 1 0 0,5 85-1 0 0,-13-105-246 0 0,-3 0 0 0 0,-1 0 1 0 0,-1-1-1 0 0,-2 1 0 0 0,-11 42 0 0 0,4-35-317 0 0,-1-1-1 0 0,-3-1 1 0 0,-1 0-1 0 0,-22 36 1 0 0,24-51-1232 0 0,0-1 1 0 0,-31 33-1 0 0,33-41-643 0 0,-2-1-1 0 0,0-1 1 0 0,0 0-1 0 0,-22 13 1 0 0,3-8-5555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3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13 145 572 0 0,'-9'-21'5761'0'0,"8"18"-5577"0"0,0 0 1 0 0,1 0 0 0 0,-1 0 0 0 0,1 0 0 0 0,0 0 0 0 0,0 0 0 0 0,0 0-1 0 0,0 0 1 0 0,0 0 0 0 0,1 0 0 0 0,-1 0 0 0 0,1 0 0 0 0,0 0-1 0 0,0 1 1 0 0,0-1 0 0 0,0 0 0 0 0,1 0 0 0 0,-1 1 0 0 0,1-1 0 0 0,-1 1-1 0 0,1-1 1 0 0,0 1 0 0 0,0-1 0 0 0,0 1 0 0 0,3-2 0 0 0,2-1-105 0 0,-1 0 1 0 0,1 0 0 0 0,0 1 0 0 0,0 0 0 0 0,1 1-1 0 0,-1-1 1 0 0,1 1 0 0 0,13-3 0 0 0,-8 3-55 0 0,0 1 0 0 0,0 0 0 0 0,0 0-1 0 0,1 1 1 0 0,-1 1 0 0 0,0 0 0 0 0,22 4 0 0 0,-32-4-25 0 0,-1 1 0 0 0,0 0 0 0 0,1 0 0 0 0,-1 0 1 0 0,0 0-1 0 0,0 1 0 0 0,0-1 0 0 0,0 1 0 0 0,0-1 0 0 0,0 1 0 0 0,0 0 0 0 0,0-1 0 0 0,-1 1 0 0 0,1 0 0 0 0,-1 0 1 0 0,1 0-1 0 0,-1 0 0 0 0,0 1 0 0 0,0-1 0 0 0,0 0 0 0 0,0 0 0 0 0,0 1 0 0 0,0-1 0 0 0,-1 1 0 0 0,1-1 0 0 0,-1 0 1 0 0,1 1-1 0 0,-1-1 0 0 0,0 1 0 0 0,-1 3 0 0 0,1 3 4 0 0,0 0 0 0 0,-1 1 0 0 0,0-1 0 0 0,-1 0 0 0 0,0 0 0 0 0,-5 16 0 0 0,-6 4-46 0 0,0 0 1 0 0,-2-1-1 0 0,-21 28 1 0 0,-60 75 20 0 0,47-68 73 0 0,48-62-45 0 0,0 0 0 0 0,1-1-1 0 0,-1 1 1 0 0,1 0 0 0 0,-1 0-1 0 0,1-1 1 0 0,-1 1 0 0 0,1 0 0 0 0,-1 0-1 0 0,1 0 1 0 0,0 0 0 0 0,-1-1-1 0 0,1 1 1 0 0,0 0 0 0 0,0 0 0 0 0,-1 0-1 0 0,1 0 1 0 0,0 0 0 0 0,0 0-1 0 0,0 0 1 0 0,0 0 0 0 0,1 1 0 0 0,-1-1-3 0 0,1-1 0 0 0,-1 1 0 0 0,1-1 0 0 0,0 1 0 0 0,-1-1 0 0 0,1 1 0 0 0,0-1 0 0 0,-1 1 0 0 0,1-1 0 0 0,0 0 1 0 0,-1 0-1 0 0,1 1 0 0 0,0-1 0 0 0,0 0 0 0 0,0 0 0 0 0,-1 0 0 0 0,1 0 0 0 0,0 0 0 0 0,0 0 0 0 0,1 0 0 0 0,7 0 25 0 0,1-1-1 0 0,0 0 0 0 0,11-4 0 0 0,-16 4-7 0 0,203-53 130 0 0,-149 43-367 0 0,-58 11 149 0 0,0 0 0 0 0,0 0 0 0 0,0 0 1 0 0,0 0-1 0 0,0 0 0 0 0,-1 0 0 0 0,1 1 0 0 0,0-1 0 0 0,0 0 0 0 0,0 1 0 0 0,0-1 0 0 0,-1 0 1 0 0,1 1-1 0 0,0-1 0 0 0,0 1 0 0 0,1 0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4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 1668 0 0,'-57'47'16872'0'0,"97"-63"-15682"0"0,-29 12-1034 0 0,-1-1 0 0 0,2 1 0 0 0,18-4 0 0 0,-28 8-135 0 0,2 0-6 0 0,-1-1-11 0 0,0 1 0 0 0,0 0 0 0 0,0 0-1 0 0,0 0 1 0 0,0 0 0 0 0,0 0 0 0 0,0 1 0 0 0,0 0 0 0 0,0-1 0 0 0,0 1 0 0 0,0 0 0 0 0,0 0 0 0 0,3 2 0 0 0,4 2 4 0 0,-5-3-3 0 0,1 1 0 0 0,-1-1 0 0 0,1 1 0 0 0,-1 1 0 0 0,0-1 1 0 0,0 1-1 0 0,0-1 0 0 0,-1 1 0 0 0,1 1 0 0 0,-1-1 0 0 0,0 1 1 0 0,0-1-1 0 0,-1 1 0 0 0,1 1 0 0 0,-1-1 0 0 0,0 0 1 0 0,3 10-1 0 0,-4-9-2 0 0,0 1 1 0 0,0 0 0 0 0,-1 0-1 0 0,0 0 1 0 0,-1 0 0 0 0,1 0-1 0 0,-1 0 1 0 0,-1 0-1 0 0,1 0 1 0 0,-1 0 0 0 0,0 0-1 0 0,-1 0 1 0 0,0 0 0 0 0,0-1-1 0 0,-3 8 1 0 0,-12 26 142 0 0,-30 53-1 0 0,46-92-117 0 0,-3 6 71 0 0,13-13-73 0 0,-8 5-25 0 0,19-5 21 0 0,-15 5-15 0 0,-1 0 0 0 0,1 1 1 0 0,0-1-1 0 0,-1 1 1 0 0,1 0-1 0 0,0 1 0 0 0,0-1 1 0 0,-1 1-1 0 0,1 0 1 0 0,0 0-1 0 0,-1 0 1 0 0,1 1-1 0 0,6 3 0 0 0,-4-1 90 0 0,0 0 0 0 0,0 0 0 0 0,0 1 0 0 0,-1 0 0 0 0,0 0 0 0 0,0 0 0 0 0,9 12 0 0 0,-9-11 175 0 0,0 1 0 0 0,-1 1 0 0 0,0-1 0 0 0,0 1 0 0 0,-1 0 0 0 0,0 0 0 0 0,-1 0-1 0 0,0 0 1 0 0,0 1 0 0 0,0-1 0 0 0,-1 1 0 0 0,-1 0 0 0 0,1 0 0 0 0,-1 0 0 0 0,-1 11-1 0 0,-1-10-171 0 0,-1 0 0 0 0,0 0-1 0 0,0 0 1 0 0,-1 0 0 0 0,0-1-1 0 0,-1 1 1 0 0,0-1-1 0 0,-1 0 1 0 0,0 0 0 0 0,0 0-1 0 0,-10 10 1 0 0,6-8 175 0 0,0-1 0 0 0,-1 0 1 0 0,0-1-1 0 0,-1-1 0 0 0,0 1 1 0 0,-1-2-1 0 0,-21 12 0 0 0,13-10 4 0 0,0 0 0 0 0,0-2 0 0 0,-1-1 0 0 0,0 0 0 0 0,0-1 0 0 0,0-2 0 0 0,-1 0 0 0 0,0-1 0 0 0,1-1 0 0 0,-35-3 0 0 0,-17-9-279 0 0,53 6 0 0 0,3-1 0 0 0,3 0 0 0 0,0 0 0 0 0,1-1-2282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1604 0 0,'6'-10'5187'0'0,"1"-16"2844"0"0,-16 55-6139 0 0,-12 148 421 0 0,19-157-2385 0 0,-1-1 0 0 0,0 0 0 0 0,-2 0 0 0 0,0 0 0 0 0,-1 0 1 0 0,-1-1-1 0 0,-15 29 0 0 0,18-39-1672 0 0,0 0 0 0 0,1-1 1 0 0,0 1-1 0 0,0 0 0 0 0,-2 13 1 0 0,4-17 372 0 0,-3 7-2844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6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0 400 0 0,'-7'20'18356'0'0,"0"-18"-18286"0"0,1 1 0 0 0,0 1 0 0 0,0-1-1 0 0,0 1 1 0 0,0 0 0 0 0,1 0-1 0 0,0 0 1 0 0,-1 1 0 0 0,1 0 0 0 0,1 0-1 0 0,-1 1 1 0 0,1-1 0 0 0,-6 11 0 0 0,-6 11-32 0 0,-21 46 0 0 0,37-72-32 0 0,-14 30 18 0 0,1 2 0 0 0,-9 39-1 0 0,18-58-17 0 0,1 0 0 0 0,1 0-1 0 0,0 0 1 0 0,1 1 0 0 0,0-1-1 0 0,1 1 1 0 0,4 27 0 0 0,-3-36 30 0 0,1 0 0 0 0,-1 0 0 0 0,1 0 0 0 0,1 0 0 0 0,-1 0 0 0 0,1 0 0 0 0,0 0 0 0 0,0-1 0 0 0,1 1 0 0 0,-1-1 0 0 0,1 0 0 0 0,0 0 0 0 0,1-1 0 0 0,-1 1 0 0 0,1-1 0 0 0,0 0 0 0 0,0 0 0 0 0,0 0 0 0 0,1-1 0 0 0,-1 0 0 0 0,1 0 0 0 0,0 0 0 0 0,0-1 0 0 0,0 0 0 0 0,0 0 0 0 0,0 0 0 0 0,1-1 0 0 0,-1 0 0 0 0,0 0 1 0 0,1-1-1 0 0,-1 1 0 0 0,11-2 0 0 0,-1-1 117 0 0,-1 0 1 0 0,1-1 0 0 0,-1 0 0 0 0,0-1 0 0 0,0-1 0 0 0,0-1 0 0 0,0 0-1 0 0,-1-1 1 0 0,0 0 0 0 0,0-1 0 0 0,-1-1 0 0 0,0 0 0 0 0,-1 0-1 0 0,0-2 1 0 0,17-17 0 0 0,-21 18-45 0 0,0 0-1 0 0,0 0 1 0 0,-1-1 0 0 0,0 1-1 0 0,-1-2 1 0 0,0 1-1 0 0,-1-1 1 0 0,7-20 0 0 0,-10 22-55 0 0,0 1-1 0 0,0-1 1 0 0,-1 0 0 0 0,0 0 0 0 0,-1-1-1 0 0,0 1 1 0 0,0 0 0 0 0,-1 0 0 0 0,-1 0-1 0 0,1 0 1 0 0,-7-17 0 0 0,4 16-33 0 0,-1 1 1 0 0,0-1-1 0 0,-1 1 1 0 0,0 0-1 0 0,-1 0 1 0 0,0 0-1 0 0,0 1 1 0 0,-1 0-1 0 0,0 1 1 0 0,-1 0-1 0 0,0 0 1 0 0,0 1-1 0 0,-1 0 1 0 0,-12-7-1 0 0,5 4-200 0 0,0 2 1 0 0,-1 0-1 0 0,0 1 0 0 0,0 0 0 0 0,0 2 0 0 0,-1 0 0 0 0,-37-4 0 0 0,48 8-564 0 0,0 1 0 0 0,0 0 0 0 0,-16 2 0 0 0,2 5-2838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52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7 1012 0 0,'3'-6'11426'0'0,"-17"182"-8883"0"0,6-110-2090 0 0,-9 246 1596 0 0,12-169-1585 0 0,-5 216 1077 0 0,5-146-955 0 0,-2 39 116 0 0,-5-49 258 0 0,9-162-718 0 0,-5 123 35 0 0,8-17-193 0 0,2 120 787 0 0,-2-163-260 0 0,-2 558 3090 0 0,7-276-1362 0 0,-5-376-2243 0 0,0 630 2706 0 0,-42-185-2794 0 0,17-245-8 0 0,3-40 0 0 0,-2 272 0 0 0,24-79 0 0 0,-5-249 0 0 0,4-99 0 0 0,0-3 0 0 0,1-1 0 0 0,-2-1-26 0 0,1-11-286 0 0,1 1 1 0 0,-1-1-1 0 0,0 0 0 0 0,0 1 0 0 0,0-1 1 0 0,0 0-1 0 0,0 1 0 0 0,1-1 0 0 0,-1 0 1 0 0,0 0-1 0 0,1 0 0 0 0,-1 0 0 0 0,0 0 1 0 0,1 0-1 0 0,-1-1 0 0 0,-3-9-3950 0 0,1 0 0 0 0,-3-18 0 0 0,5 24 2753 0 0,-5-25-9545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3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2252 0 0,'22'-23'15694'0'0,"-21"24"-15469"0"0,3 2 249 0 0,1 1-1 0 0,-1-1 0 0 0,-1 1 1 0 0,1 0-1 0 0,0-1 0 0 0,3 6 0 0 0,-3-3-566 0 0,49 54 737 0 0,2-3 1 0 0,97 78-1 0 0,-108-101-5314 0 0,-34-33 927 0 0,0-1 963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72 2312 0 0,'0'-2'1794'0'0,"-1"-11"1906"0"0,0 0 1 0 0,-4-21-1 0 0,5 33-3087 0 0,0 0-562 0 0,0 1 0 0 0,0 0 0 0 0,0 0 0 0 0,0-1 0 0 0,0 1 0 0 0,0 0 0 0 0,0 0 0 0 0,0-1 0 0 0,0 1 0 0 0,0 0 0 0 0,0 0 0 0 0,0-1 0 0 0,0 1 0 0 0,0 0 0 0 0,0-1 0 0 0,0 1 0 0 0,0 0 0 0 0,0 0 0 0 0,0-1 0 0 0,0 1 0 0 0,0 0 0 0 0,0 0 0 0 0,0 0 0 0 0,-1-1 0 0 0,1 1 0 0 0,0 0 0 0 0,0 0 0 0 0,0-1 0 0 0,0 1 0 0 0,-1 0 0 0 0,1 0 0 0 0,0-1 0 0 0,-8 6 851 0 0,-4 10 41 0 0,-162 284 3590 0 0,90-145-4146 0 0,21-52-141 0 0,22-34-5080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2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1884 0 0,'19'-18'13665'0'0,"-18"19"-13456"0"0,0-1-29 0 0,-1 1 0 0 0,1 0-1 0 0,-1 0 1 0 0,1 0-1 0 0,-1-1 1 0 0,0 1 0 0 0,1 0-1 0 0,-1 0 1 0 0,0 0 0 0 0,0 0-1 0 0,1 0 1 0 0,-1 0 0 0 0,0 0-1 0 0,0 1 1 0 0,-2 46 609 0 0,1-41-299 0 0,0 11-152 0 0,1 0 1 0 0,3 26 0 0 0,-2-35-296 0 0,0-1 0 0 0,1 1 0 0 0,0-1 0 0 0,0 0 1 0 0,1 1-1 0 0,0-1 0 0 0,6 10 0 0 0,-7-16-34 0 0,0 1 1 0 0,0-1-1 0 0,0 0 0 0 0,0 0 0 0 0,0 0 0 0 0,1 0 0 0 0,-1 0 0 0 0,1 0 1 0 0,0 0-1 0 0,0-1 0 0 0,-1 0 0 0 0,1 1 0 0 0,0-1 0 0 0,0 0 0 0 0,0 0 0 0 0,0-1 1 0 0,0 1-1 0 0,0-1 0 0 0,1 1 0 0 0,-1-1 0 0 0,0 0 0 0 0,0 0 0 0 0,4-1 1 0 0,4 0 6 0 0,0-1 0 0 0,-1 1 0 0 0,1-2 0 0 0,-1 0 0 0 0,15-6 0 0 0,-14 5-9 0 0,-1-2 0 0 0,0 1 0 0 0,-1-1 0 0 0,1-1 0 0 0,-1 0 0 0 0,15-14 0 0 0,-5 0 1680 0 0,27-35 0 0 0,-42 50-952 0 0,1 1 67 0 0,-1-2 1 0 0,0 1-1 0 0,8-15 1262 0 0,-16 35-1236 0 0,-54 151 1073 0 0,-78 382-8834 0 0,123-471 2397 0 0,4-22-3543 0 0,2-17-2736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7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203 190 980 0 0,'0'-13'2550'0'0,"-1"0"1"0"0,0 0-1 0 0,-4-23 0 0 0,4 32-2226 0 0,0 1-1 0 0,0-1 0 0 0,0 1 1 0 0,-1-1-1 0 0,1 1 0 0 0,-1 0 0 0 0,0 0 1 0 0,0-1-1 0 0,0 1 0 0 0,0 0 0 0 0,-1 1 1 0 0,1-1-1 0 0,-1 0 0 0 0,0 1 1 0 0,1-1-1 0 0,-1 1 0 0 0,0 0 0 0 0,-4-2 1 0 0,5 3-292 0 0,0 1 0 0 0,0-1 1 0 0,0 1-1 0 0,0-1 1 0 0,0 1-1 0 0,0 0 0 0 0,0 0 1 0 0,0 0-1 0 0,0 0 1 0 0,0 0-1 0 0,-1 0 0 0 0,1 1 1 0 0,0-1-1 0 0,0 1 1 0 0,0-1-1 0 0,1 1 0 0 0,-1 0 1 0 0,0 0-1 0 0,0 0 0 0 0,0 0 1 0 0,0 0-1 0 0,1 0 1 0 0,-1 0-1 0 0,0 1 0 0 0,1-1 1 0 0,-3 3-1 0 0,-3 4 8 0 0,-1 0-1 0 0,1 1 1 0 0,-8 12-1 0 0,13-19-25 0 0,-6 11 5 0 0,1 1 1 0 0,-1 0-1 0 0,2 1 1 0 0,0 0-1 0 0,1 0 1 0 0,1 0-1 0 0,0 0 1 0 0,-2 20-1 0 0,3-14-1 0 0,1 0-1 0 0,2 1 0 0 0,0-1 1 0 0,1 0-1 0 0,6 35 1 0 0,-6-50-4 0 0,0-1 0 0 0,1 0 0 0 0,-1 1 0 0 0,1-1 0 0 0,0 0 0 0 0,1 0 0 0 0,-1 0 0 0 0,1 0 0 0 0,0-1 0 0 0,0 1 0 0 0,0-1 0 0 0,1 0 0 0 0,-1 0 0 0 0,1 0 0 0 0,8 6 0 0 0,-6-6 27 0 0,-1-1 0 0 0,1 0 0 0 0,0 0 0 0 0,0-1 0 0 0,0 1 0 0 0,1-2 0 0 0,-1 1 0 0 0,0 0 0 0 0,1-1 0 0 0,-1-1 0 0 0,11 1 0 0 0,2-2 74 0 0,-1 0 0 0 0,0-1 0 0 0,0-2 0 0 0,0 0 0 0 0,0 0 0 0 0,-1-2 0 0 0,0 0 0 0 0,24-12 0 0 0,-26 9-56 0 0,0 0 0 0 0,-1 0 0 0 0,0-2 0 0 0,-1 1 1 0 0,0-2-1 0 0,-1 0 0 0 0,0 0 0 0 0,-1-1 0 0 0,14-21 1 0 0,-18 24 14 0 0,0-1 0 0 0,-1 1 0 0 0,0-2 0 0 0,-1 1-1 0 0,0 0 1 0 0,-1-1 0 0 0,-1 0 0 0 0,1 0 0 0 0,-2 0 0 0 0,0 0 0 0 0,0-1 0 0 0,-1 1 0 0 0,-1-22 0 0 0,-1 27-59 0 0,0 0 1 0 0,-1 0-1 0 0,0 0 0 0 0,0 0 0 0 0,-1 0 1 0 0,1 1-1 0 0,-1-1 0 0 0,-1 1 1 0 0,1 0-1 0 0,-1-1 0 0 0,-1 2 0 0 0,-4-7 1 0 0,2 4 3 0 0,-1 1 1 0 0,0-1-1 0 0,0 2 0 0 0,-1-1 1 0 0,1 1-1 0 0,-2 1 1 0 0,-17-10-1 0 0,17 11-56 0 0,0 0 1 0 0,-1 0-1 0 0,1 1 1 0 0,-1 0-1 0 0,0 1 0 0 0,0 0 1 0 0,0 1-1 0 0,0 0 1 0 0,0 0-1 0 0,0 2 0 0 0,0-1 1 0 0,1 1-1 0 0,-1 1 1 0 0,0 0-1 0 0,0 0 1 0 0,0 1-1 0 0,-10 5 0 0 0,14-5-263 0 0,0 1 0 0 0,1 0 0 0 0,-1 1-1 0 0,0 0 1 0 0,1 0 0 0 0,0 0 0 0 0,1 1 0 0 0,-1-1-1 0 0,1 1 1 0 0,0 1 0 0 0,-5 7 0 0 0,4-3-1165 0 0,0-1 0 0 0,1 1 0 0 0,1 1 0 0 0,0-1 0 0 0,0 1 0 0 0,-3 20 0 0 0,3-13-3997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7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33 2460 0 0,'-11'27'30290'0'0,"6"-25"-30273"0"0,2-8-17 0 0,1-5 0 0 0,2 1 0 0 0,-2 1 0 0 0,1-1 0 0 0,-1 1 0 0 0,0 2 0 0 0,1 15 0 0 0,-3 144-2528 0 0,-11 77-6909 0 0,3-40 1716 0 0,8-127-2956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35 1936 0 0,'9'-24'8814'0'0,"-6"13"-5582"0"0,-8 17-1724 0 0,-13 31-1037 0 0,8-17 82 0 0,-25 43 195 0 0,-86 177 606 0 0,107-207-1294 0 0,2-1 0 0 0,2 2-1 0 0,0-1 1 0 0,3 2 0 0 0,-7 55 0 0 0,14-80-213 0 0,0 0-1 0 0,0-1 1 0 0,1 1 0 0 0,0 0-1 0 0,1 0 1 0 0,3 12-1 0 0,-3-17-317 0 0,0 0 0 0 0,0 0 0 0 0,0-1-1 0 0,0 1 1 0 0,6 7 0 0 0,-6-9-197 0 0,1 0-1 0 0,-1-1 1 0 0,1 1 0 0 0,-1-1-1 0 0,1 0 1 0 0,0 0 0 0 0,-1 0-1 0 0,1 0 1 0 0,5 2 0 0 0,8 2-5319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6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46 584 0 0,'29'-45'13371'0'0,"-43"62"-10160"0"0,-117 147 953 0 0,100-130-3815 0 0,-1-2 0 0 0,-59 46 0 0 0,89-76-341 0 0,0-1-1 0 0,0 1 1 0 0,0-1-1 0 0,0 1 0 0 0,0-1 1 0 0,-1 0-1 0 0,1 0 1 0 0,0 0-1 0 0,-1 0 0 0 0,1 0 1 0 0,-1-1-1 0 0,1 1 1 0 0,-1-1-1 0 0,1 1 0 0 0,-1-1 1 0 0,0 0-1 0 0,1 0 1 0 0,-1 0-1 0 0,1 0 0 0 0,-1-1 1 0 0,0 1-1 0 0,1-1 1 0 0,-1 0-1 0 0,1 1 0 0 0,0-1 1 0 0,-1 0-1 0 0,1 0 1 0 0,-3-2-1 0 0,2 0-15 0 0,0 0 0 0 0,0 1 0 0 0,0-1 0 0 0,0 0 0 0 0,1 0 0 0 0,0-1 0 0 0,-1 1 1 0 0,1 0-1 0 0,0-1 0 0 0,1 1 0 0 0,-1-1 0 0 0,1 0 0 0 0,-1 0 0 0 0,1 0 0 0 0,0 1 0 0 0,1-1 0 0 0,-2-7 0 0 0,2 7 7 0 0,0-1-1 0 0,0 1 0 0 0,0 0 1 0 0,1 0-1 0 0,-1 0 1 0 0,1-1-1 0 0,0 1 0 0 0,0 0 1 0 0,1 0-1 0 0,-1 0 0 0 0,1 1 1 0 0,0-1-1 0 0,0 0 1 0 0,0 1-1 0 0,0-1 0 0 0,1 1 1 0 0,-1-1-1 0 0,1 1 0 0 0,0 0 1 0 0,0 0-1 0 0,0 0 1 0 0,0 1-1 0 0,1-1 0 0 0,-1 1 1 0 0,1 0-1 0 0,-1 0 0 0 0,1 0 1 0 0,0 0-1 0 0,0 1 1 0 0,0-1-1 0 0,0 1 0 0 0,0 0 1 0 0,0 0-1 0 0,0 1 0 0 0,1-1 1 0 0,-1 1-1 0 0,0 0 0 0 0,0 0 1 0 0,0 0-1 0 0,0 0 1 0 0,1 1-1 0 0,4 1 0 0 0,-1 0 7 0 0,1 1-1 0 0,-1-1 0 0 0,0 2 0 0 0,0-1 1 0 0,-1 1-1 0 0,1 0 0 0 0,-1 1 1 0 0,1 0-1 0 0,-2 0 0 0 0,1 0 0 0 0,0 1 1 0 0,9 11-1 0 0,-1 2-260 0 0,-1 1 0 0 0,-1 1 0 0 0,12 24 0 0 0,-5-9-1425 0 0,-16-30 778 0 0,-1 0 0 0 0,1 0-1 0 0,0-1 1 0 0,0 0-1 0 0,9 9 1 0 0,-10-12-7 0 0,0 0 1 0 0,0 0-1 0 0,-1 0 1 0 0,1 0 0 0 0,0-1-1 0 0,0 1 1 0 0,7 1 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7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2472 0 0,'1'-3'2121'0'0,"17"-39"8925"0"0,-13 35-9467 0 0,-5 6-1556 0 0,0 1 1 0 0,0 0-1 0 0,0 0 0 0 0,1 0 1 0 0,-1 0-1 0 0,0 0 0 0 0,0-1 1 0 0,0 1-1 0 0,0 0 0 0 0,0 0 1 0 0,1 0-1 0 0,-1 0 1 0 0,0 0-1 0 0,0 0 0 0 0,0 0 1 0 0,0 0-1 0 0,1 0 0 0 0,-1 0 1 0 0,0 0-1 0 0,0 0 0 0 0,0 0 1 0 0,1 0-1 0 0,-1 0 0 0 0,0 0 1 0 0,0 0-1 0 0,0 0 1 0 0,1 0-1 0 0,-1 0 0 0 0,0 0 1 0 0,0 0-1 0 0,0 0 0 0 0,0 0 1 0 0,1 0-1 0 0,-1 0 0 0 0,0 0 1 0 0,0 0-1 0 0,0 0 1 0 0,0 1-1 0 0,0-1 0 0 0,1 0 1 0 0,-1 0-1 0 0,0 0 0 0 0,0 0 1 0 0,0 0-1 0 0,0 1 0 0 0,0-1 1 0 0,0 0-1 0 0,0 0 1 0 0,1 0-1 0 0,-1 0 0 0 0,0 1 1 0 0,0-1-1 0 0,0 0 0 0 0,0 0 1 0 0,0 0-1 0 0,0 0 0 0 0,0 1 1 0 0,0-1-1 0 0,0 0 0 0 0,0 0 1 0 0,0 0-1 0 0,0 1 1 0 0,0-1-1 0 0,0 0 0 0 0,0 0 1 0 0,-1 1-1 0 0,4 16 149 0 0,1 1 0 0 0,0-1 0 0 0,1 1 0 0 0,1-1 0 0 0,11 22 0 0 0,-17-37-165 0 0,1-1 0 0 0,0 0-1 0 0,1 0 1 0 0,-1 0 0 0 0,0 0-1 0 0,0 0 1 0 0,0 0 0 0 0,1 0 0 0 0,-1 0-1 0 0,0 0 1 0 0,1-1 0 0 0,-1 1-1 0 0,1 0 1 0 0,-1-1 0 0 0,1 1 0 0 0,2-1-1 0 0,-4 1-3 0 0,2-1 27 0 0,2 0-10 0 0,0 0-19 0 0,0-1 0 0 0,0 0 0 0 0,-1 1 0 0 0,1-1 0 0 0,-1 0 0 0 0,1-1 0 0 0,-1 1 0 0 0,1-1-1 0 0,-1 1 1 0 0,0-1 0 0 0,0 0 0 0 0,0 0 0 0 0,5-4 0 0 0,-2-1-1 0 0,1 0-1 0 0,-1 0 1 0 0,0-1 0 0 0,7-13-1 0 0,-1-1 432 0 0,18-47-1 0 0,-23 50 201 0 0,-6 17-292 0 0,1 5-113 0 0,-1-3-216 0 0,-1 0 0 0 0,0 0-1 0 0,0 0 1 0 0,1 1 0 0 0,-1-1-1 0 0,0 0 1 0 0,0 0 0 0 0,0 0-1 0 0,1 0 1 0 0,-1 0 0 0 0,0 0-1 0 0,0 1 1 0 0,0-1 0 0 0,1 0-1 0 0,-1 0 1 0 0,0 0 0 0 0,0 1-1 0 0,0-1 1 0 0,0 0 0 0 0,0 0-1 0 0,0 0 1 0 0,1 1 0 0 0,-1-1-1 0 0,0 0 1 0 0,0 0 0 0 0,0 1-1 0 0,0-1 1 0 0,0 0 0 0 0,0 0-1 0 0,0 1 1 0 0,0-1 0 0 0,0 0-1 0 0,0 0 1 0 0,0 1 0 0 0,0-1-1 0 0,0 0 1 0 0,-3 43 784 0 0,-1 0-1 0 0,-11 48 1 0 0,6-47-1479 0 0,3 0 1 0 0,-2 52-1 0 0,10-83-400 0 0,-1-11 345 0 0,0 0 0 0 0,0 0 0 0 0,0 0 0 0 0,0 0 1 0 0,0 0-1 0 0,0 0 0 0 0,1-1 0 0 0,4 6-1480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7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471 156 1720 0 0,'-14'-153'16140'0'0,"15"153"-16078"0"0,-1-1 0 0 0,0 1 0 0 0,0 0 0 0 0,1 0 0 0 0,-1-1-1 0 0,0 1 1 0 0,1 0 0 0 0,-1 0 0 0 0,0 0 0 0 0,1 0 0 0 0,-1 0 0 0 0,0-1-1 0 0,1 1 1 0 0,-1 0 0 0 0,0 0 0 0 0,1 0 0 0 0,-1 0 0 0 0,1 0 0 0 0,-1 0-1 0 0,0 0 1 0 0,1 0 0 0 0,-1 0 0 0 0,0 1 0 0 0,1-1 0 0 0,-1 0 0 0 0,0 0-1 0 0,1 0 1 0 0,-1 0 0 0 0,0 0 0 0 0,1 0 0 0 0,-1 1 0 0 0,0-1 0 0 0,1 0-1 0 0,-1 0 1 0 0,0 1 0 0 0,1-1 0 0 0,13 8 825 0 0,-14-8-856 0 0,6 6 293 0 0,-1-1-1 0 0,0 1 1 0 0,0 0 0 0 0,-1 0-1 0 0,0 0 1 0 0,0 0 0 0 0,0 1-1 0 0,-1 0 1 0 0,4 8-1 0 0,0 5 172 0 0,0 1 0 0 0,3 21 0 0 0,-4-13-378 0 0,-2 0 1 0 0,-1 0-1 0 0,-1 0 1 0 0,-2 0 0 0 0,-1 0-1 0 0,-1 0 1 0 0,-1 0-1 0 0,-1 0 1 0 0,-2-1 0 0 0,-18 53-1 0 0,2-25-730 0 0,-3 0 1 0 0,-43 71-1 0 0,-78 96-3029 0 0,-26-6-5623 0 0,75-106-667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5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80 1232 0 0,'13'-26'5996'0'0,"10"-27"2985"0"0,-23 60-8888 0 0,0 0-1 0 0,-1 0 0 0 0,0-1 0 0 0,-3 13 1 0 0,1-8 50 0 0,-8 71 1024 0 0,-1 129 1 0 0,9-99-608 0 0,-7 237 641 0 0,7-233-869 0 0,1 136 393 0 0,-4 102 279 0 0,7-162-292 0 0,1-73-153 0 0,3 566 3395 0 0,11-350-2711 0 0,125 734 2085 0 0,-56-609-3328 0 0,-53-282 0 0 0,-9-42 0 0 0,7 100 0 0 0,-22-158 0 0 0,9 281 0 0 0,-17-345 0 0 0,-9 309 0 0 0,6-285 0 0 0,0-1 0 0 0,1-21 0 0 0,-1-2 0 0 0,2-1 0 0 0,0-2 0 0 0,-1-1 0 0 0,0-3 0 0 0,-4-16 0 0 0,-2-23-3252 0 0,7 12-2365 0 0,0-1-1 0 0,3-20 1 0 0,0 6-4642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5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40 924 0 0,'0'-12'4747'0'0,"0"-7"-1138"0"0,1 10-684 0 0,1 31-2033 0 0,-1-1-1 0 0,-3 33 1 0 0,0-6-165 0 0,-10 302 1778 0 0,0 0-1510 0 0,12-252-765 0 0,-5 543 1946 0 0,-7-144-579 0 0,-5 114 1439 0 0,17-610-3032 0 0,3 418 1398 0 0,49 129 2560 0 0,-29-258-3442 0 0,14 126 213 0 0,-9-109-733 0 0,-24-268 0 0 0,1 9 0 0 0,-2 63 0 0 0,4 20 0 0 0,3-6 0 0 0,-9-113 0 0 0,1 2 0 0 0,0-1 0 0 0,-2-1 0 0 0,2-1 0 0 0,-1-1 0 0 0,0 1 0 0 0,1-3-189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5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8 488 0 0,'8'-6'7218'0'0,"-7"5"-7157"0"0,-1 1-1 0 0,0 0 1 0 0,0 0 0 0 0,0 0-1 0 0,1 0 1 0 0,-1 0 0 0 0,0 0-1 0 0,0 0 1 0 0,1 0 0 0 0,-1 0-1 0 0,0 0 1 0 0,0 0 0 0 0,0 0-1 0 0,1 0 1 0 0,-1 0 0 0 0,0 0-1 0 0,0 0 1 0 0,0 0 0 0 0,1 0-1 0 0,-1 0 1 0 0,0 1 0 0 0,0-1-1 0 0,0 0 1 0 0,1 0 0 0 0,-1 0-1 0 0,0 0 1 0 0,0 0 0 0 0,0 0-1 0 0,0 1 1 0 0,1-1 0 0 0,-1 0-1 0 0,0 0 1 0 0,0 0 0 0 0,0 0-1 0 0,0 1 1 0 0,0-1 0 0 0,0 0-1 0 0,1 0 1 0 0,-1 1-1 0 0,0-1 1 0 0,0 0 0 0 0,0 0-1 0 0,0 0 1 0 0,0 1 0 0 0,0-1-1 0 0,3 20 973 0 0,-3 23-181 0 0,-2 612 3568 0 0,5-490-3523 0 0,-15 405 873 0 0,-27-1-121 0 0,-2 113-605 0 0,-21 290 2889 0 0,25-340-1702 0 0,24-365-1413 0 0,-5 23-66 0 0,7-50-92 0 0,0 313 1552 0 0,9-345-2212 0 0,1 23 0 0 0,0-98 0 0 0,-3 9 0 0 0,4-127 0 0 0,0-5-82 0 0,0-8-560 0 0,-12-15-3458 0 0,8 7 2650 0 0,1-1 0 0 0,0 1 0 0 0,0-1 0 0 0,1 1 0 0 0,-1-1 0 0 0,0-8 0 0 0,-2-2-2580 0 0,-7-24-7329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1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1248 0 0,'0'0'9942'0'0,"5"10"-8804"0"0,6-5-728 0 0,1-1 0 0 0,0 0 0 0 0,0-1 0 0 0,0 0 0 0 0,23 2 0 0 0,72 0 670 0 0,-61-4-738 0 0,38 3-127 0 0,451 6 1827 0 0,109-4-1855 0 0,74 5-138 0 0,299-30 38 0 0,-399 3-49 0 0,249-11-22 0 0,-495 14 28 0 0,7 0-52 0 0,865-18 128 0 0,-999 27-102 0 0,960-33-72 0 0,-759 21 43 0 0,-222 10 16 0 0,1086-31 25 0 0,559 45 10 0 0,-283 41 1104 0 0,-475-11-767 0 0,-345-10-265 0 0,-36-1 20 0 0,-645-25-126 0 0,107 5 8 0 0,-164-4-10 0 0,-24-3-4 0 0,40 0 27 0 0,-7 2-20 0 0,42 1 16 0 0,28 1-12 0 0,-82-2 3 0 0,14 1 9 0 0,1 0-2 0 0,59 1-15 0 0,-36-1 13 0 0,-60-3-20 0 0,0 1 5 0 0,48 1 15 0 0,-47-1-10 0 0,15 0 14 0 0,-16 0-27 0 0,56 2 311 0 0,16 3-58 0 0,-73-5-205 0 0,29 0 127 0 0,-27-1-131 0 0,-2 0-10 0 0,73 4 342 0 0,-72-4-336 0 0,39 3 70 0 0,-39-3-84 0 0,41 2 43 0 0,-42-2-36 0 0,16 2 32 0 0,7-1-48 0 0,-23-1 33 0 0,1 0-14 0 0,7 0-18 0 0,-7 0 137 0 0,12 3-21 0 0,-9-2 16 0 0,0 0 0 0 0,-1-1 0 0 0,1 1 0 0 0,0-1 0 0 0,11-1 0 0 0,7 0 404 0 0,-23 2-561 0 0,0 1 0 0 0,-1-1-1 0 0,1 1 1 0 0,-1-1 0 0 0,0 1-1 0 0,0-1 1 0 0,1 1 0 0 0,-1-1 0 0 0,0 1-1 0 0,0-1 1 0 0,0 1 0 0 0,-1-1-1 0 0,1 1 1 0 0,0 0 0 0 0,0-1-1 0 0,-1 2 1 0 0,-1 8-35 0 0,2-2-321 0 0,-1 0 1 0 0,-1 0 0 0 0,0 0 0 0 0,0 0 0 0 0,-5 12-1 0 0,0-3-3983 0 0,-15 28-1 0 0,14-34-35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68 1036 0 0,'0'0'4898'0'0,"0"-12"-2333"0"0,0-43 6938 0 0,-3 102-9831 0 0,-2 1 0 0 0,-11 47 0 0 0,-1 12-3964 0 0,11-66 173 0 0,0 1-2084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 1628 0 0,'0'0'7385'0'0,"-4"-15"-692"0"0,-6 38-6641 0 0,1 1 1 0 0,-7 33-1 0 0,4-15-158 0 0,-20 74-2087 0 0,14-38-3412 0 0,9-37 50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1 656 976 0 0,'5'-25'4022'0'0,"-3"16"-3002"0"0,0 1 0 0 0,1 0 0 0 0,0 0 0 0 0,7-13 0 0 0,-10 20-626 0 0,13-3 219 0 0,-8 2-576 0 0,-2 1 31 0 0,0 0 1 0 0,1 0 0 0 0,-1 0-1 0 0,1 1 1 0 0,-1-1 0 0 0,1 1-1 0 0,6 0 1 0 0,106-1 417 0 0,170 21 0 0 0,-16-1-5 0 0,139-15 330 0 0,-41-1-155 0 0,132 2 76 0 0,-89-2-294 0 0,1148 34 881 0 0,-436-29 55 0 0,259-55-471 0 0,-405 8-691 0 0,-337 14-127 0 0,256-9 154 0 0,896-43 426 0 0,-1688 72-629 0 0,2500-117 313 0 0,-1316 46-237 0 0,-638 2-11 0 0,-133 14-62 0 0,505-15 81 0 0,-388 62-210 0 0,-424 9 155 0 0,-207 4-62 0 0,1 0 17 0 0,9 0-16 0 0,-9 0 22 0 0,-2 0-24 0 0,9-1 10 0 0,-9 0-10 0 0,2 1-6 0 0,9 0 18 0 0,-9 0 14 0 0,-2 0-30 0 0,9 0 13 0 0,-9 0 16 0 0,1 0-29 0 0,9 0-6 0 0,-9 0 24 0 0,11-2 22 0 0,7-2 620 0 0,-19 4-394 0 0,-1-3-766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7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1316 0 0,'0'0'15624'0'0,"-10"16"-15508"0"0,9-15-60 0 0,-5 24 380 0 0,-101 409 3375 0 0,78-289-2871 0 0,11-56-661 0 0,14-72-1246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64 376 0 0,'4'-6'1397'0'0,"1"0"0"0"0,0 1 0 0 0,0-1 0 0 0,10-8 0 0 0,1-1 748 0 0,-15 14-1773 0 0,0 0-319 0 0,-1 1 1 0 0,0-1-1 0 0,0 0 1 0 0,1 1-1 0 0,-1-1 1 0 0,0 1-1 0 0,1-1 1 0 0,-1 1-1 0 0,1-1 1 0 0,-1 1-1 0 0,1-1 1 0 0,-1 1-1 0 0,1 0 0 0 0,-1-1 1 0 0,1 1-1 0 0,-1 0 1 0 0,1-1-1 0 0,-1 1 1 0 0,1 0-1 0 0,-1-1 1 0 0,1 1-1 0 0,0 0 1 0 0,-1 0-1 0 0,1 0 1 0 0,-1 0-1 0 0,1 0 1 0 0,0 0-1 0 0,-1 0 1 0 0,1 0-1 0 0,0 0 1 0 0,-1 0-1 0 0,1 0 1 0 0,0 0-1 0 0,-1 0 1 0 0,1 0-1 0 0,-1 0 1 0 0,1 1-1 0 0,0-1 1 0 0,-1 0-1 0 0,1 1 1 0 0,-1-1-1 0 0,1 0 1 0 0,-1 1-1 0 0,1-1 1 0 0,-1 0-1 0 0,1 2 1 0 0,3 5 202 0 0,-1 1 1 0 0,-1 0-1 0 0,0 0 1 0 0,0 1-1 0 0,0-1 1 0 0,-1 0 0 0 0,0 15-1 0 0,-5 65 617 0 0,1-47-388 0 0,-19 125 925 0 0,18-140-1304 0 0,-11 46 127 0 0,15-70-299 0 0,-11 20-3584 0 0,-10-12-3223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0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16 788 0 0,'-14'-13'10573'0'0,"9"10"-9620"0"0,-11 323 1729 0 0,5-165-3925 0 0,7-109-1416 0 0,1-19-2563 0 0,3-17 1754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0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4 232 0 0,'8'-3'12248'0'0,"-20"42"-11891"0"0,2 0 1 0 0,-5 43-1 0 0,3 29-2501 0 0,12-86 333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0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660 101 252 0 0,'8'-8'3463'0'0,"11"-23"1692"0"0,-19 29-4659 0 0,1 2-417 0 0,0 0 0 0 0,-1-1 0 0 0,1 1 0 0 0,-1 0 1 0 0,1-1-1 0 0,-1 1 0 0 0,1-1 0 0 0,-1 1 0 0 0,1-1 0 0 0,-1 1 0 0 0,1-1 0 0 0,-1 1 0 0 0,0-1 0 0 0,1 1 0 0 0,-1-1 0 0 0,0 1 0 0 0,1-1 1 0 0,-1 0-1 0 0,0 1 0 0 0,0-1 0 0 0,0 0 0 0 0,1 1 0 0 0,-1-1 0 0 0,0 0 0 0 0,0 1 0 0 0,0-1 0 0 0,0 0 0 0 0,0 0 0 0 0,-1-21 2628 0 0,1 21-2406 0 0,-1-1-245 0 0,1 1-1 0 0,-1 0 0 0 0,1 0 1 0 0,-1 0-1 0 0,0 0 0 0 0,0 0 1 0 0,0 0-1 0 0,0 0 0 0 0,0 0 0 0 0,0 0 1 0 0,0 0-1 0 0,0 0 0 0 0,0 0 1 0 0,0 1-1 0 0,0-1 0 0 0,-1 0 1 0 0,1 1-1 0 0,0-1 0 0 0,0 1 1 0 0,-1-1-1 0 0,1 1 0 0 0,-2 0 0 0 0,-15-1 4 0 0,0 1 0 0 0,0 0-1 0 0,0 2 1 0 0,0 0-1 0 0,1 1 1 0 0,-1 1 0 0 0,-25 9-1 0 0,5 0-9 0 0,2 2-1 0 0,-49 27 1 0 0,52-22-34 0 0,0 1 1 0 0,2 1 0 0 0,-56 52 0 0 0,66-53-5 0 0,1 1-1 0 0,0 0 1 0 0,2 2-1 0 0,1 0 1 0 0,-24 45-1 0 0,37-61 4 0 0,1 0-1 0 0,0 0 1 0 0,0 0-1 0 0,0 0 1 0 0,1 0 0 0 0,1 0-1 0 0,-1 1 1 0 0,1-1-1 0 0,1 1 1 0 0,0-1-1 0 0,1 14 1 0 0,0-17-3 0 0,-1 0 1 0 0,2 0 0 0 0,-1 0-1 0 0,1 0 1 0 0,0 0-1 0 0,0 0 1 0 0,0 0-1 0 0,0-1 1 0 0,1 1-1 0 0,0-1 1 0 0,0 0-1 0 0,0 0 1 0 0,0 0-1 0 0,1 0 1 0 0,0 0-1 0 0,-1-1 1 0 0,1 0-1 0 0,0 0 1 0 0,1 0-1 0 0,4 3 1 0 0,7 2 7 0 0,1-1 1 0 0,0-1-1 0 0,0 0 0 0 0,0-1 1 0 0,0-1-1 0 0,1-1 0 0 0,-1 0 1 0 0,25 0-1 0 0,19-3 17 0 0,67-8-1 0 0,-40 2 15 0 0,6-4 130 0 0,-92 10-198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1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58 120 0 0,'5'-9'3742'0'0,"0"0"0"0"0,-1 0-1 0 0,3-10 1 0 0,-2 8 543 0 0,-5 15-4140 0 0,1-1-1 0 0,-1 1 0 0 0,0 0 0 0 0,0 0 0 0 0,0-1 0 0 0,-1 1 0 0 0,1 0 1 0 0,-1-1-1 0 0,0 1 0 0 0,-2 4 0 0 0,1 4 126 0 0,-58 237 1040 0 0,45-192-1248 0 0,6-22-294 0 0,-5 20-1579 0 0,1-22-3733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132 161 1020 0 0,'0'-3'1984'0'0,"0"-3"-1088"0"0,0 0-1 0 0,1-1 1 0 0,0 1 0 0 0,0 0-1 0 0,0 0 1 0 0,1-1-1 0 0,4-10 1 0 0,-3 12-447 0 0,0-1 1 0 0,1 1 0 0 0,-1-1-1 0 0,1 1 1 0 0,0 0 0 0 0,0 0-1 0 0,6-5 1 0 0,-3 4-260 0 0,0 1 0 0 0,1 0 1 0 0,-1 0-1 0 0,1 1 0 0 0,0 0 0 0 0,0 0 1 0 0,0 0-1 0 0,1 2 0 0 0,-1-1 0 0 0,1 1 0 0 0,0 0 1 0 0,9-1-1 0 0,-9 2-135 0 0,-1 1 1 0 0,0 0-1 0 0,0 1 0 0 0,0-1 1 0 0,0 1-1 0 0,1 1 0 0 0,-1 0 1 0 0,10 3-1 0 0,-15-4-41 0 0,0 0 1 0 0,0 0-1 0 0,-1 0 1 0 0,1 1-1 0 0,0-1 0 0 0,-1 1 1 0 0,1-1-1 0 0,-1 1 0 0 0,0 0 1 0 0,0 0-1 0 0,1 0 1 0 0,-1 0-1 0 0,0 0 0 0 0,-1 0 1 0 0,1 1-1 0 0,0-1 0 0 0,-1 1 1 0 0,1-1-1 0 0,-1 1 1 0 0,0 0-1 0 0,0-1 0 0 0,0 1 1 0 0,0 0-1 0 0,0 0 0 0 0,-1 0 1 0 0,1 0-1 0 0,-1 3 1 0 0,-1 3 10 0 0,0 0 1 0 0,0 0 0 0 0,-1 0-1 0 0,-1 0 1 0 0,0 0-1 0 0,0 0 1 0 0,0-1 0 0 0,-1 0-1 0 0,-9 15 1 0 0,5-10 26 0 0,-1 0 0 0 0,-1 0-1 0 0,0-1 1 0 0,-22 21 0 0 0,-1-6 1337 0 0,32-26-773 0 0,32-6-354 0 0,-19 7-90 0 0,1 0 0 0 0,-1 1-1 0 0,0 1 1 0 0,0 0 0 0 0,-1 0 0 0 0,1 1 0 0 0,-1 1 0 0 0,0 0 0 0 0,20 14 0 0 0,-27-17-91 0 0,0 0 0 0 0,-1 0 0 0 0,1 0-1 0 0,-1 1 1 0 0,0-1 0 0 0,0 1 0 0 0,0 0 0 0 0,0 0 0 0 0,-1 0 0 0 0,1 0 0 0 0,-1 0 0 0 0,0 0 0 0 0,0 1 0 0 0,-1-1 0 0 0,1 1 0 0 0,-1-1 0 0 0,0 1 0 0 0,-1 0 0 0 0,1-1 0 0 0,-1 1-1 0 0,1 0 1 0 0,-1 0 0 0 0,-1-1 0 0 0,1 1 0 0 0,-1 0 0 0 0,0 0 0 0 0,0-1 0 0 0,0 1 0 0 0,-3 6 0 0 0,0-4 43 0 0,0 1 1 0 0,0-1-1 0 0,-1 0 0 0 0,0 0 1 0 0,0-1-1 0 0,-1 1 0 0 0,0-1 0 0 0,0 0 1 0 0,0-1-1 0 0,-1 0 0 0 0,1 0 1 0 0,-1 0-1 0 0,-1-1 0 0 0,1 0 1 0 0,-1 0-1 0 0,-14 5 0 0 0,-2-1-52 0 0,0-1 0 0 0,-1-1 0 0 0,1-1-1 0 0,-37 2 1 0 0,32-5-38 0 0,-49-3 1 0 0,66 0-569 0 0,1 0 0 0 0,0-1 0 0 0,0 0 0 0 0,0-1 0 0 0,0 0 0 0 0,1-1 1 0 0,-15-7-1 0 0,24 11 280 0 0,0-1 0 0 0,0 0-1 0 0,0 0 1 0 0,0 1 0 0 0,0-1 0 0 0,0 0 0 0 0,1 0 0 0 0,-1 0 0 0 0,0 0 0 0 0,0 0 0 0 0,1 0 0 0 0,-1 0 0 0 0,1 0 0 0 0,-1 0 0 0 0,1 0 0 0 0,-1 0-1 0 0,1-2 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5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 0 0,'0'0'1196'0'0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2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47 652 0 0,'-5'-13'3572'0'0,"3"9"-2220"0"0,1 0-1 0 0,-1 1 1 0 0,1-1 0 0 0,0 0-1 0 0,0 0 1 0 0,0-6-1 0 0,17 29 852 0 0,51 117 1172 0 0,-28-52-2956 0 0,-24-54-354 0 0,-9-15-937 0 0,1-1 1 0 0,1 0-1 0 0,16 24 1 0 0,-23-37 585 0 0,-1 0 0 0 0,1-1 0 0 0,4 4-1715 0 0,-5-3 1715 0 0,1-1 0 0 0,0 0 0 0 0,0 1 0 0 0,-1-1 0 0 0,1 0 0 0 0,0 1 0 0 0,0-1 0 0 0,0 0 0 0 0,0 0 0 0 0,0 0 0 0 0,-1 0 0 0 0,1 0 0 0 0,0 0 1 0 0,0 0-1 0 0,0 0 0 0 0,0 0 0 0 0,0 0 0 0 0,-1-1 0 0 0,1 1 0 0 0,0 0 0 0 0,0-1 0 0 0,0 1 0 0 0,1-1 0 0 0,8-6-3849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2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78 696 0 0,'0'-3'1966'0'0,"8"-72"12879"0"0,-22 80-14237 0 0,8-2-450 0 0,1 1 0 0 0,0 0 0 0 0,-1 1 1 0 0,1-1-1 0 0,1 1 0 0 0,-8 9 0 0 0,-7 6 182 0 0,-116 129 817 0 0,54-56-835 0 0,-110 125 189 0 0,175-203-440 0 0,7-5 55 0 0,-1 2-507 0 0,31-10-8121 0 0,-16-3 7433 0 0,0 0 1 0 0,0-1-1 0 0,-1 1 1 0 0,7-4-1 0 0,-7 4 327 0 0,9-4-3635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4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82 2104 0 0,'12'-24'17413'0'0,"-24"53"-17145"0"0,0 2 1 0 0,-7 34-1 0 0,0-2-139 0 0,-34 101 192 0 0,48-152-127 0 0,2-11-97 0 0,3-15 61 0 0,2 5-155 0 0,-1 0 0 0 0,1 0 0 0 0,6-16 1 0 0,3-11-33 0 0,28-70 41 0 0,-16 48-6 0 0,-19 47-4 0 0,3-2-1 0 0,-5 7-2 0 0,0 0-1 0 0,1 1 1 0 0,0-1 0 0 0,0 1 0 0 0,1 0-1 0 0,4-6 1 0 0,-3 4 2 0 0,1-1-8 0 0,0 1 0 0 0,1 0 0 0 0,0 0 0 0 0,0 0 0 0 0,0 1 0 0 0,1 0 1 0 0,9-6-1 0 0,-10 5 15 0 0,12 0-11 0 0,-13 5 2 0 0,-2 1 1 0 0,0 0 0 0 0,0 0 0 0 0,0 0 1 0 0,0 0-1 0 0,0 1 0 0 0,0 0 0 0 0,0-1 0 0 0,0 2 1 0 0,1-1-1 0 0,-1 0 0 0 0,0 1 0 0 0,0 0 1 0 0,0 0-1 0 0,0 0 0 0 0,0 0 0 0 0,7 4 1 0 0,-9-4-1 0 0,1 1 0 0 0,-1-1 0 0 0,0 1 0 0 0,0 0 0 0 0,0 0 1 0 0,0 0-1 0 0,0 0 0 0 0,0 0 0 0 0,0 0 0 0 0,-1 0 0 0 0,1 1 1 0 0,-1-1-1 0 0,1 1 0 0 0,-1-1 0 0 0,0 1 0 0 0,0-1 0 0 0,0 1 1 0 0,-1 0-1 0 0,1 0 0 0 0,-1-1 0 0 0,1 1 0 0 0,-1 0 0 0 0,0 0 1 0 0,0 0-1 0 0,0-1 0 0 0,-1 5 0 0 0,1-2 0 0 0,-1 5 4 0 0,0 0 0 0 0,-1 0 0 0 0,0-1 0 0 0,-1 1 0 0 0,0-1 0 0 0,-1 1 0 0 0,0-1 0 0 0,0-1 0 0 0,-1 1 0 0 0,0 0 0 0 0,0-1 0 0 0,-9 10 0 0 0,10-12 4 0 0,-1 0 0 0 0,0-1 1 0 0,0 0-1 0 0,0 0 1 0 0,-1 0-1 0 0,0 0 1 0 0,0-1-1 0 0,0 0 0 0 0,0 0 1 0 0,-1-1-1 0 0,0 0 1 0 0,1 0-1 0 0,-15 4 1 0 0,20-6-1 0 0,-37 11 198 0 0,38-12-206 0 0,0 0 0 0 0,-1 0 0 0 0,1 0 0 0 0,0-1 0 0 0,0 1 0 0 0,-1 0 0 0 0,1 0 0 0 0,0 0 0 0 0,0-1 1 0 0,-1 1-1 0 0,1 0 0 0 0,0-1 0 0 0,0 1 0 0 0,0 0 0 0 0,0-1 0 0 0,-1 1 0 0 0,1 0 0 0 0,0-1 0 0 0,0 1 0 0 0,0 0 1 0 0,0-1-1 0 0,0 1 0 0 0,0 0 0 0 0,0-1 0 0 0,0 1 0 0 0,0 0 0 0 0,0-1 0 0 0,0 1 0 0 0,0 0 0 0 0,0-1 0 0 0,0 1 1 0 0,1 0-1 0 0,-1-1 0 0 0,0 1 0 0 0,0 0 0 0 0,0 0 0 0 0,0-1 0 0 0,0 1 0 0 0,1 0 0 0 0,-1-1 0 0 0,0 1 0 0 0,1 0 1 0 0,14-15-12 0 0,-8 8 11 0 0,-2 4-5 0 0,1 0 0 0 0,-1 1 0 0 0,1-1 0 0 0,-1 1 1 0 0,8-2-1 0 0,-10 2 4 0 0,26-3-5 0 0,-12 4 9 0 0,-1 2-1 0 0,1 0 1 0 0,-1 1-1 0 0,1 0 1 0 0,-1 2-1 0 0,0 0 1 0 0,0 0-1 0 0,0 2 1 0 0,-1 0-1 0 0,23 12 1 0 0,-35-16-12 0 0,0 1 25 0 0,1 0 0 0 0,-1 0-1 0 0,0 0 1 0 0,0 0 0 0 0,0 0-1 0 0,-1 1 1 0 0,1-1 0 0 0,-1 1-1 0 0,0 0 1 0 0,0-1 0 0 0,0 1-1 0 0,0 0 1 0 0,-1 0 0 0 0,0 0-1 0 0,0 1 1 0 0,0-1 0 0 0,0 0 0 0 0,0 0-1 0 0,-1 1 1 0 0,0-1 0 0 0,0 0-1 0 0,0 1 1 0 0,0-1 0 0 0,-1 0-1 0 0,0 0 1 0 0,-2 8 0 0 0,0-3 103 0 0,-1-1 1 0 0,0 1-1 0 0,-1-1 1 0 0,0 0 0 0 0,-1 0-1 0 0,1 0 1 0 0,-1-1 0 0 0,-1 0-1 0 0,-11 11 1 0 0,11-13-27 0 0,0 1 0 0 0,-1-1 0 0 0,1-1 1 0 0,-1 1-1 0 0,0-1 0 0 0,0-1 0 0 0,0 0 0 0 0,-1 0 1 0 0,1 0-1 0 0,-1-1 0 0 0,0 0 0 0 0,0-1 0 0 0,1 0 1 0 0,-13 0-1 0 0,2-1-23 0 0,1-1-1 0 0,-1-1 1 0 0,1-1 0 0 0,0 0 0 0 0,-33-11 0 0 0,38 8-49 0 0,0 0 1 0 0,0 0 0 0 0,-20-13 0 0 0,16 8-15 0 0,15 10-17 0 0,-22-15-14 0 0,22 15 28 0 0,-13-7-103 0 0,13 7 121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59 1532 0 0,'-3'-6'6190'0'0,"3"4"-5642"0"0,-1 1-1 0 0,1 0 1 0 0,0-1-1 0 0,-1 1 1 0 0,1-3 0 0 0,14-2-510 0 0,0 0 0 0 0,1 1 1 0 0,-1 0-1 0 0,1 1 0 0 0,0 1 1 0 0,29-3-1 0 0,-1 0-891 0 0,-41 5 469 0 0,1 1-1 0 0,-1 0 1 0 0,0 0 0 0 0,1 1-1 0 0,-1-1 1 0 0,0 0 0 0 0,0 1-1 0 0,4 0 1 0 0,0 1-1568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18 732 0 0,'-75'69'10663'0'0,"74"-68"-10452"0"0,-1 3 177 0 0,1 1 12 0 0,10-4-190 0 0,45-8-267 0 0,96-27-1 0 0,-18-12-6772 0 0,-108 36 3575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1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66 1012 0 0,'5'-12'4607'0'0,"2"-26"2707"0"0,-5 22-2667 0 0,-5 23-1861 0 0,-33 158 88 0 0,17-65-1992 0 0,-39 92-244 0 0,41-143-515 0 0,15-42-27 0 0,1-4 116 0 0,0 1-1 0 0,0-1 0 0 0,-1 1 1 0 0,1-1-1 0 0,-1 0 1 0 0,0 0-1 0 0,-3 5 0 0 0,4-7 238 0 0,0-1-439 0 0,0 0 0 0 0,1 0 1 0 0,-1-1-1 0 0,0 1 0 0 0,1 0 0 0 0,-1-1 0 0 0,1 1 0 0 0,-1-1 1 0 0,1 1-1 0 0,-1-1 0 0 0,1 1 0 0 0,-1-1 0 0 0,1 1 0 0 0,-1-1 0 0 0,1 1 1 0 0,-1-1-1 0 0,1 0 0 0 0,0 1 0 0 0,-1-1 0 0 0,1 0 0 0 0,0 1 0 0 0,0-1 1 0 0,-1 0-1 0 0,1 0 0 0 0,0 1 0 0 0,0-1 0 0 0,0 0 0 0 0,0 1 1 0 0,0-2-1 0 0,0-22 25 0 0,1 13-37 0 0,1 0-1 0 0,1 0 1 0 0,-1 1 0 0 0,2-1-1 0 0,-1 1 1 0 0,1 0-1 0 0,1 0 1 0 0,0 0 0 0 0,0 0-1 0 0,1 1 1 0 0,1 0-1 0 0,-1 0 1 0 0,1 1 0 0 0,13-13-1 0 0,-13 15-17 0 0,0 1-1 0 0,0-1 1 0 0,1 1-1 0 0,-1 1 1 0 0,17-8-1 0 0,-21 10 10 0 0,1 1 0 0 0,0 0 0 0 0,0 0 0 0 0,0 0 0 0 0,0 0 0 0 0,0 1 0 0 0,0-1 0 0 0,1 1 0 0 0,-1 0 0 0 0,0 0 0 0 0,0 1 0 0 0,0-1 0 0 0,0 1 0 0 0,5 1-1 0 0,-4 0 11 0 0,0 1-1 0 0,0-1 0 0 0,0 1 0 0 0,0 0 0 0 0,-1 0 0 0 0,0 0 1 0 0,1 0-1 0 0,-1 1 0 0 0,0 0 0 0 0,-1 0 0 0 0,1 0 0 0 0,-1 0 0 0 0,1 1 1 0 0,-1-1-1 0 0,4 9 0 0 0,-4-5 9 0 0,1 0 0 0 0,-1 0 0 0 0,0 1 0 0 0,-1-1 0 0 0,0 1 0 0 0,0-1 0 0 0,-1 1 0 0 0,1 14 0 0 0,-2-17 3 0 0,0 0 0 0 0,-1 0 0 0 0,1-1-1 0 0,-1 1 1 0 0,-1 0 0 0 0,1 0 0 0 0,-1-1-1 0 0,0 1 1 0 0,0 0 0 0 0,-1-1 0 0 0,1 0-1 0 0,-1 0 1 0 0,0 0 0 0 0,-1 0-1 0 0,-5 7 1 0 0,3-7 0 0 0,0 1 0 0 0,-1-1-1 0 0,1 0 1 0 0,-1 0 0 0 0,0 0-1 0 0,-1-1 1 0 0,1 0 0 0 0,-1-1 0 0 0,1 0-1 0 0,-10 2 1 0 0,0 0-17 0 0,0-1 1 0 0,0-1-1 0 0,-1-1 0 0 0,1-1 1 0 0,-1 0-1 0 0,0-1 0 0 0,1-1 1 0 0,-1-1-1 0 0,-32-7 1 0 0,-57-13-4952 0 0,35 16-5350 0 0,34 5 613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5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10 548 0 0,'0'0'600'0'0,"0"-9"1434"0"0,2 9-2023 0 0,0 1 2 0 0,5 15 32 0 0,-1 5-76 0 0,0 0 0 0 0,4 34 1 0 0,3 14-1406 0 0,-7-45 845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08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41 956 0 0,'0'0'5652'0'0,"-15"-15"279"0"0,15 14-5883 0 0,0 0 0 0 0,0 0 1 0 0,0 1-1 0 0,0-1 0 0 0,0 0 0 0 0,0 0 0 0 0,0 0 0 0 0,1 1 0 0 0,-1-1 1 0 0,0 0-1 0 0,1 0 0 0 0,-1 1 0 0 0,0-1 0 0 0,1 0 0 0 0,-1 0 0 0 0,1 1 1 0 0,-1-1-1 0 0,1 0 0 0 0,-1 1 0 0 0,1-1 0 0 0,0 1 0 0 0,-1-1 0 0 0,1 1 1 0 0,0-1-1 0 0,-1 1 0 0 0,1 0 0 0 0,0-1 0 0 0,0 1 0 0 0,-1 0 0 0 0,1-1 1 0 0,0 1-1 0 0,0 0 0 0 0,0 0 0 0 0,-1 0 0 0 0,1 0 0 0 0,0-1 0 0 0,0 1 1 0 0,0 0-1 0 0,0 1 0 0 0,-1-1 0 0 0,1 0 0 0 0,0 0 0 0 0,1 0 0 0 0,0 1-8 0 0,12 10 58 0 0,-9-1-46 0 0,0 0 0 0 0,0 1 0 0 0,-1 0 0 0 0,-1 0 0 0 0,0 0 0 0 0,0 0 0 0 0,-1 0 0 0 0,-1 1 0 0 0,1-1 0 0 0,-2 0 0 0 0,0 1 0 0 0,0-1 0 0 0,-1 1 0 0 0,-1-1 0 0 0,-3 17 0 0 0,1-10 99 0 0,-1-1 0 0 0,-1 1 0 0 0,0-1 0 0 0,-2-1 0 0 0,1 1-1 0 0,-2-1 1 0 0,0-1 0 0 0,-1 0 0 0 0,-16 19 0 0 0,9-18 567 0 0,17-16-701 0 0,-1 1 0 0 0,0-1-1 0 0,1 0 1 0 0,-1 1 0 0 0,1-1 0 0 0,-1 0 0 0 0,0 0 0 0 0,1 1 0 0 0,-1-1 0 0 0,0 0 0 0 0,1 0-1 0 0,-1 0 1 0 0,1 0 0 0 0,-1 0 0 0 0,0 0 0 0 0,1 0 0 0 0,-1 0 0 0 0,0 0 0 0 0,1 0-1 0 0,-1 0 1 0 0,0-1 0 0 0,1 1 0 0 0,-1 0 0 0 0,0 0 0 0 0,1-1 0 0 0,-2 1 0 0 0,2-1-13 0 0,0 0 1 0 0,-1 1 0 0 0,1-1 0 0 0,0 1-1 0 0,0-1 1 0 0,-1 0 0 0 0,1 1-1 0 0,0-1 1 0 0,0 1 0 0 0,0-1 0 0 0,0 0-1 0 0,0 1 1 0 0,0-1 0 0 0,0 0-1 0 0,0 1 1 0 0,0-1 0 0 0,0 0 0 0 0,0 1-1 0 0,0-1 1 0 0,0 0 0 0 0,1 1-1 0 0,-1-1 1 0 0,0 0 0 0 0,0 1-1 0 0,1-1 1 0 0,0 0 0 0 0,9-18 46 0 0,-10 18-50 0 0,19-27 36 0 0,1 1-1 0 0,1 1 1 0 0,25-24 0 0 0,80-68-2 0 0,-68 66-8 0 0,-39 33-25 0 0,19-23 0 0 0,-37 40-2 0 0,0 2-2 0 0,-1-1 0 0 0,0 1 0 0 0,0 0 0 0 0,0-1 0 0 0,0 1-1 0 0,0 0 1 0 0,0-1 0 0 0,0 1 0 0 0,0 0 0 0 0,1-1 0 0 0,-1 1-1 0 0,-1-1 1 0 0,1 1 0 0 0,0 0 0 0 0,0-1 0 0 0,0 1 0 0 0,0-1-1 0 0,0 1 1 0 0,0 0 0 0 0,0-1 0 0 0,0 1 0 0 0,-1 0 0 0 0,1-1-1 0 0,-8 6 11 0 0,0 0-1 0 0,0 1 0 0 0,1 0 0 0 0,0 0 0 0 0,0 0 1 0 0,1 1-1 0 0,-10 13 0 0 0,-39 61 67 0 0,47-69-40 0 0,-6 10 44 0 0,2 0 1 0 0,-13 28 0 0 0,22-42-55 0 0,0 1 1 0 0,0-1-1 0 0,1 0 0 0 0,0 1 1 0 0,0 0-1 0 0,1-1 0 0 0,0 1 1 0 0,1 0-1 0 0,0 0 0 0 0,1 9 1 0 0,-1-15-14 0 0,1 0 0 0 0,0 0 0 0 0,0 0 0 0 0,0-1 0 0 0,0 1 0 0 0,0 0 0 0 0,1-1 0 0 0,-1 1 0 0 0,1-1 0 0 0,-1 1 1 0 0,1-1-1 0 0,0 0 0 0 0,0 0 0 0 0,0 0 0 0 0,0 0 0 0 0,1 0 0 0 0,-1 0 0 0 0,0-1 0 0 0,1 1 0 0 0,-1-1 0 0 0,1 1 0 0 0,0-1 0 0 0,-1 0 0 0 0,1 0 0 0 0,0 0 1 0 0,0 0-1 0 0,0-1 0 0 0,-1 1 0 0 0,1-1 0 0 0,5 0 0 0 0,4 1-61 0 0,-1-1 0 0 0,1-1 0 0 0,0 0 0 0 0,-1 0 0 0 0,1-1-1 0 0,14-5 1 0 0,7-2-1050 0 0,36-11-2565 0 0,-23 6-3121 0 0,-31 9 1429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09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25 1204 0 0,'-3'-1'3826'0'0,"-35"-10"6203"0"0,37 11-9874 0 0,0 0-1 0 0,1 0 0 0 0,-1-1 0 0 0,1 1 1 0 0,-1 0-1 0 0,1 0 0 0 0,-1 0 1 0 0,1-1-1 0 0,-1 1 0 0 0,1 0 0 0 0,-1 0 1 0 0,1-1-1 0 0,-1 1 0 0 0,1 0 0 0 0,-1-1 1 0 0,1 1-1 0 0,-1-1 0 0 0,1 0-145 0 0,0 1 0 0 0,1-1 0 0 0,-1 1 0 0 0,0 0 0 0 0,1-1 0 0 0,-1 1 0 0 0,0-1 0 0 0,1 1 0 0 0,-1 0 0 0 0,1-1 0 0 0,-1 1 0 0 0,1 0 1 0 0,-1-1-1 0 0,0 1 0 0 0,1 0 0 0 0,-1 0 0 0 0,1-1 0 0 0,-1 1 0 0 0,1 0 0 0 0,0 0 0 0 0,-1 0 0 0 0,1 0 0 0 0,-1 0 0 0 0,1 0 0 0 0,-1 0 0 0 0,1 0 0 0 0,-1 0 0 0 0,2 0 0 0 0,20 8 91 0 0,-19-7-90 0 0,-1 1 0 0 0,0-1 0 0 0,0 1 0 0 0,1-1 0 0 0,-1 1 0 0 0,0 0 0 0 0,-1 0 0 0 0,1 0 0 0 0,0 0 0 0 0,0 0 0 0 0,-1 0 0 0 0,1 0 0 0 0,-1 1 0 0 0,0-1 0 0 0,0 0 0 0 0,0 1 0 0 0,1 3 0 0 0,-1 1 12 0 0,-1 0 1 0 0,-1-1-1 0 0,1 1 0 0 0,-1 0 0 0 0,0-1 0 0 0,0 1 0 0 0,-1 0 1 0 0,0-1-1 0 0,0 0 0 0 0,-5 9 0 0 0,-4 6 51 0 0,-23 32 0 0 0,8-13 97 0 0,25-38-132 0 0,-3 7 180 0 0,4-6-209 0 0,18 0 35 0 0,-8-3-14 0 0,43 10 193 0 0,-39-6 118 0 0,-1 1-1 0 0,1 0 1 0 0,-1 1 0 0 0,15 9 0 0 0,-27-14-228 0 0,0 0 0 0 0,0 1 0 0 0,0-1-1 0 0,0 0 1 0 0,0 0 0 0 0,0 0 0 0 0,0 1 0 0 0,0-1 0 0 0,0 0 0 0 0,-1 1 0 0 0,1-1-1 0 0,0 1 1 0 0,-1-1 0 0 0,0 1 0 0 0,1-1 0 0 0,-1 1 0 0 0,0-1 0 0 0,1 1-1 0 0,-1 0 1 0 0,0-1 0 0 0,0 1 0 0 0,0-1 0 0 0,-1 1 0 0 0,1 0 0 0 0,0-1 0 0 0,-1 1-1 0 0,1-1 1 0 0,-1 1 0 0 0,0 2 0 0 0,-1 1 267 0 0,-1 1-1 0 0,0 0 1 0 0,0-1-1 0 0,0 1 1 0 0,-7 8-1 0 0,4-7-16 0 0,0 0-1 0 0,-1-1 0 0 0,1 1 1 0 0,-2-1-1 0 0,1-1 0 0 0,0 1 1 0 0,-1-1-1 0 0,0-1 1 0 0,-1 1-1 0 0,1-1 0 0 0,0-1 1 0 0,-18 6-1 0 0,18-8-426 0 0,1 1 0 0 0,-1-1 0 0 0,0-1-1 0 0,0 1 1 0 0,1-2 0 0 0,-1 1 0 0 0,0-1 0 0 0,0 0 0 0 0,1 0-1 0 0,-1-1 1 0 0,0 0 0 0 0,1 0 0 0 0,0-1 0 0 0,0 0 0 0 0,-13-7-1 0 0,16 7-639 0 0,-1 1-148 0 0,1-1 0 0 0,0 1 0 0 0,-1-1 0 0 0,1-1 0 0 0,-5-4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69 936 0 0,'-10'-9'8087'0'0,"0"-5"-6060"0"0,9 13-1653 0 0,-12-23 2471 0 0,14 24-2845 0 0,-1-2 3 0 0,1 1-1 0 0,0 0 0 0 0,-1-1 1 0 0,1 1-1 0 0,0 0 1 0 0,0 0-1 0 0,0 0 0 0 0,0 0 1 0 0,0 0-1 0 0,0 0 1 0 0,0 0-1 0 0,1 0 0 0 0,-1 0 1 0 0,0 0-1 0 0,0 1 1 0 0,1-1-1 0 0,-1 1 1 0 0,0-1-1 0 0,1 1 0 0 0,-1-1 1 0 0,1 1-1 0 0,-1 0 1 0 0,1-1-1 0 0,-1 1 0 0 0,0 0 1 0 0,1 0-1 0 0,-1 0 1 0 0,1 0-1 0 0,-1 0 0 0 0,1 1 1 0 0,-1-1-1 0 0,1 0 1 0 0,-1 1-1 0 0,1-1 1 0 0,-1 1-1 0 0,0-1 0 0 0,1 1 1 0 0,-1 0-1 0 0,0-1 1 0 0,2 3-1 0 0,1-1-2 0 0,-1 0 0 0 0,0 0-1 0 0,0 0 1 0 0,1 1 0 0 0,-1 0 0 0 0,-1-1 0 0 0,1 1-1 0 0,0 0 1 0 0,-1 0 0 0 0,1 1 0 0 0,-1-1-1 0 0,0 0 1 0 0,3 7 0 0 0,-3-4-1 0 0,0 1 0 0 0,0 0 1 0 0,0 0-1 0 0,-1 0 0 0 0,0 0 0 0 0,0 0 1 0 0,0 8-1 0 0,-2 5 0 0 0,-1-1-1 0 0,0 1 1 0 0,-2-1 0 0 0,-9 31 0 0 0,2-15 56 0 0,-2 0 0 0 0,-1-1 1 0 0,-2 0-1 0 0,-2-1 0 0 0,-34 49 1 0 0,43-67 440 0 0,5-10 81 0 0,8-14-426 0 0,5-7-111 0 0,1-1-1 0 0,1 1 1 0 0,25-28 0 0 0,-13 15-16 0 0,0 0-15 0 0,91-107 65 0 0,-112 134-69 0 0,1-3-4 0 0,-3 4-5 0 0,-22 32-18 0 0,10-14 19 0 0,1-1 0 0 0,0 1 0 0 0,1 1 0 0 0,1 0 0 0 0,1 0 0 0 0,0 1 0 0 0,2 0 0 0 0,-6 26 0 0 0,11-42 9 0 0,1-1-1 0 0,0 1 1 0 0,0 0 0 0 0,0-1-1 0 0,0 1 1 0 0,0-1 0 0 0,1 1-1 0 0,-1-1 1 0 0,1 1 0 0 0,-1-1-1 0 0,1 1 1 0 0,0-1 0 0 0,0 0-1 0 0,0 1 1 0 0,0-1 0 0 0,1 0-1 0 0,-1 0 1 0 0,1 0 0 0 0,-1 0-1 0 0,1 0 1 0 0,0 0-1 0 0,0 0 1 0 0,0 0 0 0 0,0-1-1 0 0,0 1 1 0 0,0-1 0 0 0,0 0-1 0 0,0 1 1 0 0,0-1 0 0 0,1 0-1 0 0,-1 0 1 0 0,1 0 0 0 0,-1-1-1 0 0,1 1 1 0 0,-1 0 0 0 0,1-1-1 0 0,-1 0 1 0 0,1 0 0 0 0,-1 0-1 0 0,1 0 1 0 0,3 0-1 0 0,83-13 2050 0 0,-87 12-1838 0 0,8-1-97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95 848 0 0,'2'-12'4283'0'0,"0"0"1"0"0,-1 0-1 0 0,-1-22 1 0 0,0 23-2186 0 0,-2 1 964 0 0,2 10-3049 0 0,0 0 0 0 0,0-1 0 0 0,0 1 0 0 0,0 0-1 0 0,0 0 1 0 0,-1 0 0 0 0,1 0 0 0 0,0-1 0 0 0,0 1 0 0 0,0 0 0 0 0,0 0 0 0 0,0 0-1 0 0,0 0 1 0 0,0 0 0 0 0,0 0 0 0 0,-1-1 0 0 0,1 1 0 0 0,0 0 0 0 0,0 0 0 0 0,0 0-1 0 0,0 0 1 0 0,0 0 0 0 0,-1 0 0 0 0,1 0 0 0 0,0 0 0 0 0,0 0 0 0 0,0 0 0 0 0,0 0-1 0 0,-1 0 1 0 0,1 0 0 0 0,0-1 0 0 0,0 1 0 0 0,0 0 0 0 0,0 1 0 0 0,-1-1 0 0 0,1 0-1 0 0,0 0 1 0 0,0 0 0 0 0,0 0 0 0 0,0 0 0 0 0,-1 0 0 0 0,1 0 0 0 0,0 0 0 0 0,0 0-1 0 0,0 0 1 0 0,0 0 0 0 0,-1 0 0 0 0,1 0 0 0 0,0 1 0 0 0,0-1 0 0 0,0 0-1 0 0,0 0 1 0 0,0 0 0 0 0,0 0 0 0 0,0 0 0 0 0,-1 1 0 0 0,1-1 0 0 0,0 0 0 0 0,0 0-1 0 0,0 0 1 0 0,-11 18 254 0 0,-8 26-176 0 0,11-18-35 0 0,2-7-54 0 0,0 0 0 0 0,1 0-1 0 0,1 0 1 0 0,1 1 0 0 0,0-1 0 0 0,1 23 0 0 0,2-40 1 0 0,0 1 1 0 0,1-1-1 0 0,-1 1 1 0 0,1 0-1 0 0,-1-1 0 0 0,1 0 1 0 0,0 1-1 0 0,0-1 1 0 0,0 1-1 0 0,0-1 1 0 0,0 0-1 0 0,0 0 1 0 0,1 0-1 0 0,-1 0 1 0 0,1 0-1 0 0,0 0 1 0 0,-1 0-1 0 0,1 0 1 0 0,0-1-1 0 0,0 1 1 0 0,0 0-1 0 0,0-1 1 0 0,4 2-1 0 0,-2-1 10 0 0,0-1-1 0 0,0 0 0 0 0,0 0 1 0 0,0-1-1 0 0,0 1 0 0 0,0-1 1 0 0,0 0-1 0 0,0 0 0 0 0,0 0 1 0 0,0 0-1 0 0,0-1 0 0 0,0 0 1 0 0,0 1-1 0 0,5-3 0 0 0,6-2 1 0 0,-1-1 0 0 0,1 0 0 0 0,-1-1 0 0 0,22-14 0 0 0,-30 17-5 0 0,0 0-1 0 0,0-1 0 0 0,0 0 1 0 0,0-1-1 0 0,-1 1 0 0 0,0-1 1 0 0,0 0-1 0 0,0 0 1 0 0,-1-1-1 0 0,0 1 0 0 0,5-11 1 0 0,16-50 1634 0 0,-24 65-1277 0 0,1-10 1149 0 0,-30 219-744 0 0,16-123-1033 0 0,-13 81-3627 0 0,4-56-7617 0 0,11-65 504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7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92 1384 0 0,'0'0'4143'0'0,"-3"0"-3035"0"0,-39-5 7030 0 0,43 4-8133 0 0,-1 1-1 0 0,0-1 0 0 0,0 1 1 0 0,0-1-1 0 0,0 1 0 0 0,0-1 1 0 0,0 1-1 0 0,1-1 0 0 0,-1 1 1 0 0,0-1-1 0 0,1 1 1 0 0,-1-1-1 0 0,0 1 0 0 0,0 0 1 0 0,1-1-1 0 0,-1 1 0 0 0,1-1 1 0 0,-1 1-1 0 0,0 0 0 0 0,2-1 1 0 0,5-2-66 0 0,130-48 358 0 0,-112 44-1616 0 0,43-8 0 0 0,-66 15 840 0 0,0 0-1 0 0,1 0 1 0 0,-1 0-1 0 0,0 0 1 0 0,0 0 0 0 0,0 1-1 0 0,0-1 1 0 0,0 1-1 0 0,0 0 1 0 0,0-1-1 0 0,0 1 1 0 0,0 0 0 0 0,2 1-1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8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54 952 0 0,'-22'9'7485'0'0,"15"-5"-4989"0"0,15-5-1865 0 0,18-6-999 0 0,-22 6 588 0 0,15-4-210 0 0,119-37-6373 0 0,-110 32 3704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2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0 600 0 0,'0'0'556'0'0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25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0 388 0 0,'0'0'576'0'0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28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31 828 0 0,'18'-31'11629'0'0,"-21"42"-11106"0"0,-1 8 160 0 0,0 1 0 0 0,-1 34 0 0 0,0 3-126 0 0,-15 134 853 0 0,2-22-499 0 0,-16 163 458 0 0,15-130-947 0 0,-70 654 972 0 0,48-243-899 0 0,26 143-277 0 0,18-292-93 0 0,-4-286-104 0 0,-4 623 128 0 0,-2-430-44 0 0,-5-23 534 0 0,2-124 43 0 0,-20 267 177 0 0,22-331-888 0 0,2-13-347 0 0,5-142-762 0 0,0 9 613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1 108 0 0,'0'0'432'0'0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32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0 580 0 0,'0'0'3404'0'0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3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11 284 0 0,'0'0'1708'0'0,"12"-5"-1616"0"0,-4-1-1416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41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31 552 0 0,'-2'-9'15235'0'0,"-19"0"-13766"0"0,18 7-1386 0 0,-1 0 0 0 0,1 1 0 0 0,0-1 0 0 0,-1 1 0 0 0,1 0 0 0 0,-7-1 1 0 0,8 2-2 0 0,-1 0-66 0 0,-9 0 15 0 0,9 0-8 0 0,1-1-20 0 0,0 1-1 0 0,0-1 1 0 0,0 1-1 0 0,-1 0 0 0 0,1 0 1 0 0,0 0-1 0 0,-1 1 1 0 0,1-1-1 0 0,0 0 1 0 0,0 1-1 0 0,0-1 0 0 0,-4 2 1 0 0,-28 12 33 0 0,33-14-34 0 0,-12 6 16 0 0,1 0 0 0 0,-1 1 0 0 0,1 0 0 0 0,0 1 0 0 0,1 0 0 0 0,0 1 0 0 0,0 1 0 0 0,1-1 0 0 0,0 2 0 0 0,1-1 0 0 0,-15 23 0 0 0,12-13 60 0 0,0 1-1 0 0,2 0 1 0 0,1 1 0 0 0,0 0-1 0 0,1 1 1 0 0,2 0-1 0 0,0 0 1 0 0,2 0-1 0 0,0 1 1 0 0,2-1 0 0 0,0 1-1 0 0,2 0 1 0 0,0 0-1 0 0,5 23 1 0 0,-2-22-33 0 0,2 0-1 0 0,1-1 1 0 0,1 0 0 0 0,1 0 0 0 0,1 0 0 0 0,15 26-1 0 0,-16-35-27 0 0,0 0-1 0 0,2-1 1 0 0,-1-1-1 0 0,1 1 1 0 0,1-2 0 0 0,1 1-1 0 0,0-2 1 0 0,0 1-1 0 0,1-2 1 0 0,17 12-1 0 0,-20-16 4 0 0,0-1 0 0 0,0 0-1 0 0,1-1 1 0 0,0 0 0 0 0,0 0 0 0 0,0-1-1 0 0,0-1 1 0 0,0 1 0 0 0,0-2 0 0 0,1 0-1 0 0,-1 0 1 0 0,1-1 0 0 0,-1-1-1 0 0,17-2 1 0 0,-21 2-12 0 0,0 0-1 0 0,0-1 0 0 0,0 0 1 0 0,0 0-1 0 0,13-7 1 0 0,4-1 11 0 0,-17 7-13 0 0,0 0-1 0 0,0 0 1 0 0,0-1 0 0 0,0 0-1 0 0,0-1 1 0 0,-1 0 0 0 0,0 0-1 0 0,0 0 1 0 0,6-8-1 0 0,-1 1-5 0 0,0-2 0 0 0,-1 1 0 0 0,9-17 0 0 0,-10 14 23 0 0,-1-1-1 0 0,-1 0 1 0 0,-1 0-1 0 0,0-1 1 0 0,6-35 0 0 0,-7 17 107 0 0,-1 0 1 0 0,-1-39 0 0 0,-4 38 123 0 0,-11-62 0 0 0,-16-19 594 0 0,27 114-809 0 0,-1-1 1 0 0,1 0-1 0 0,-1 0 0 0 0,0 1 1 0 0,-4-6-1 0 0,-4-16 33 0 0,8 22-64 0 0,1 0-1 0 0,-1 1 1 0 0,0-1 0 0 0,0 1 0 0 0,0-1 0 0 0,0 1-1 0 0,-1 0 1 0 0,-2-4 0 0 0,-9-10 32 0 0,8 9-32 0 0,-1 0 0 0 0,-1 0 0 0 0,0 1-1 0 0,0 0 1 0 0,0 0 0 0 0,-1 1 0 0 0,0 0 0 0 0,0 0 0 0 0,-13-5 0 0 0,18 9-20 0 0,-1 1 0 0 0,1 0 0 0 0,0 0 0 0 0,-1 0 0 0 0,1 1 0 0 0,0-1 0 0 0,-1 1 0 0 0,1 0 0 0 0,-1 1 0 0 0,1-1 0 0 0,-1 1 0 0 0,1-1 0 0 0,0 1 0 0 0,-1 1 0 0 0,-4 1 0 0 0,-4 2-627 0 0,1 1 0 0 0,-1 0 0 0 0,-16 12 1 0 0,2 2-3175 0 0,1 1 1 0 0,-41 43-1 0 0,66-63 3642 0 0,-25 26-5801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4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76 272 0 0,'-4'-18'25544'0'0,"1"19"-25490"0"0,-1 0 1 0 0,1 0 0 0 0,0 0 0 0 0,0 1 0 0 0,0 0-1 0 0,0-1 1 0 0,0 1 0 0 0,0 0 0 0 0,0 1 0 0 0,0-1-1 0 0,1 0 1 0 0,-1 1 0 0 0,1 0 0 0 0,0-1 0 0 0,0 1-1 0 0,0 0 1 0 0,-2 4 0 0 0,-3 4 22 0 0,1 1 0 0 0,0 0 0 0 0,-6 18 0 0 0,6-6-91 0 0,0 1 0 0 0,2 1 0 0 0,0-1 0 0 0,2 1 0 0 0,1-1 0 0 0,1 1-1 0 0,1-1 1 0 0,1 1 0 0 0,1-1 0 0 0,2 1 0 0 0,0-1 0 0 0,12 30-1 0 0,-12-39 10 0 0,2-1 1 0 0,0 0-1 0 0,0 0 0 0 0,2-1 0 0 0,0 0 0 0 0,0 0 0 0 0,1-1 0 0 0,1 0 0 0 0,0-1 0 0 0,15 12 0 0 0,-17-16 9 0 0,1-1 1 0 0,0 0 0 0 0,0 0-1 0 0,1-1 1 0 0,0-1 0 0 0,0 0-1 0 0,1 0 1 0 0,-1-1 0 0 0,1 0-1 0 0,0-1 1 0 0,0-1 0 0 0,0 1-1 0 0,0-2 1 0 0,17 0 0 0 0,-10-1 21 0 0,1-1 1 0 0,0-1 0 0 0,-1-1-1 0 0,0 0 1 0 0,1-2 0 0 0,-1 0-1 0 0,-1-1 1 0 0,1-1 0 0 0,-1-1 0 0 0,25-15-1 0 0,-33 17-7 0 0,-1 0 0 0 0,1-1 0 0 0,-1 0 0 0 0,0-1 0 0 0,-1 0 0 0 0,0-1 0 0 0,0 1-1 0 0,-1-1 1 0 0,0-1 0 0 0,0 0 0 0 0,-1 0 0 0 0,-1 0 0 0 0,0 0 0 0 0,0-1 0 0 0,-1 0 0 0 0,0 0 0 0 0,-1 0 0 0 0,4-21 0 0 0,-5 8-1 0 0,0 0 0 0 0,-2 1 0 0 0,0-1 0 0 0,-2 0 0 0 0,0 1 0 0 0,-2-1 0 0 0,-1 1 0 0 0,0 0 1 0 0,-2 0-1 0 0,-1 1 0 0 0,-18-38 0 0 0,20 48-12 0 0,-1-1-1 0 0,0 1 1 0 0,-1 1-1 0 0,-1 0 1 0 0,1 0-1 0 0,-2 0 1 0 0,1 1-1 0 0,-2 1 1 0 0,1-1-1 0 0,-1 2 1 0 0,-1 0-1 0 0,1 0 1 0 0,-1 1 0 0 0,-1 0-1 0 0,1 1 1 0 0,-1 0-1 0 0,0 1 1 0 0,-1 1-1 0 0,1 0 1 0 0,-1 1-1 0 0,-16-2 1 0 0,8 4-309 0 0,0 1-1 0 0,-1 1 1 0 0,1 1 0 0 0,-1 1-1 0 0,1 1 1 0 0,0 0 0 0 0,1 2-1 0 0,-1 1 1 0 0,1 0 0 0 0,1 2-1 0 0,-23 12 1 0 0,-5 6-1793 0 0,1 2 1 0 0,1 2-1 0 0,-56 50 0 0 0,45-30-3215 0 0,0 2-2885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4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31 156 0 0,'0'0'3892'0'0,"-26"-17"-818"0"0,25 16-2949 0 0,-15-12 2702 0 0,16 14-2795 0 0,-1-1 0 0 0,0 0-1 0 0,1 1 1 0 0,-1-1-1 0 0,1 1 1 0 0,-1-1 0 0 0,1 1-1 0 0,-1-1 1 0 0,1 1 0 0 0,-1-1-1 0 0,1 1 1 0 0,0-1-1 0 0,-1 1 1 0 0,1-1 0 0 0,0 1-1 0 0,-1 0 1 0 0,1-1 0 0 0,0 1-1 0 0,0 0 1 0 0,0-1 0 0 0,0 1-1 0 0,-1 0 1 0 0,1-1-1 0 0,0 1 1 0 0,0 0 0 0 0,0 0-1 0 0,-25 161 1883 0 0,12-68-1418 0 0,-19 111 685 0 0,32-203-1144 0 0,-2 9-569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1 512 0 0,'-17'1'2660'0'0,"-42"1"747"0"0,56-2-3083 0 0,-1 0-4 0 0,-71 5 3637 0 0,73-5-3516 0 0,-7 2-411 0 0,7 1-7 0 0,8 2 37 0 0,13 1-49 0 0,-1-1-1 0 0,1-1 0 0 0,0-1 0 0 0,0-1 1 0 0,30 1-1 0 0,13 2 19 0 0,-55-5-32 0 0,38 2 10 0 0,44 8 114 0 0,-87-10-157 0 0,-1 0 18 0 0,-1 0 18 0 0,0 0 0 0 0,1 0 0 0 0,-1 0 0 0 0,0 0 0 0 0,0 0 0 0 0,1 0 0 0 0,-1 0 0 0 0,0 1-1 0 0,0-1 1 0 0,1 0 0 0 0,-1 0 0 0 0,0 0 0 0 0,0 0 0 0 0,1 0 0 0 0,-1 0 0 0 0,0 1 0 0 0,0-1 0 0 0,0 0 0 0 0,1 0-1 0 0,-1 0 1 0 0,0 1 0 0 0,0-1 0 0 0,0 0 0 0 0,0 0 0 0 0,1 1 0 0 0,-1-1 0 0 0,0 0 0 0 0,0 0 0 0 0,0 1-1 0 0,0-1 1 0 0,0 0 0 0 0,0 0 0 0 0,0 1 0 0 0,0-1 0 0 0,0 0 0 0 0,0 0 0 0 0,0 1 0 0 0,0-1 0 0 0,0 0 0 0 0,0 1-1 0 0,0-1 1 0 0,0 0 0 0 0,0 0 0 0 0,0 1 0 0 0,0-1 0 0 0,0 0 0 0 0,-1 0 0 0 0,1 1 0 0 0,0-1 0 0 0,0 0-1 0 0,0 1 1 0 0,-7 17 147 0 0,-5-3-113 0 0,0 1 1 0 0,-1-2-1 0 0,-1 0 0 0 0,-1 0 1 0 0,-27 20-1 0 0,40-32-33 0 0,-98 73 48 0 0,51-40-165 0 0,1 3-1 0 0,-69 70 0 0 0,86-76 68 0 0,27-28 38 0 0,2-3 10 0 0,1 0 1 0 0,0 0-1 0 0,0 0 0 0 0,-1 0 0 0 0,1 1 1 0 0,0-1-1 0 0,0 0 0 0 0,0 0 0 0 0,0 1 1 0 0,0-1-1 0 0,1 0 0 0 0,-1 1 1 0 0,0-1-1 0 0,1 1 0 0 0,-1-1 0 0 0,1 1 1 0 0,-1 0-1 0 0,1-1 0 0 0,0 1 0 0 0,-1-1 1 0 0,1 1-1 0 0,0 0 0 0 0,0 1 0 0 0,1-1 25 0 0,13 4 53 0 0,12-9 15 0 0,0-1-1 0 0,0-1 1 0 0,-1-1-1 0 0,45-17 1 0 0,-13 5-41 0 0,107-32-1051 0 0,-57 14-5255 0 0,-86 28 3438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72 244 0 0,'0'0'9600'0'0,"14"-17"-8544"0"0,28 0-714 0 0,-19 7-636 0 0,0 1 0 0 0,37-8 0 0 0,-56 16-693 0 0,5 0 266 0 0,7 4-5527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53 1536 0 0,'-19'15'6472'0'0,"7"-3"-3411"0"0,34-17-3079 0 0,-1-1 0 0 0,37-16 0 0 0,1-1-2504 0 0,-19 8-1193 0 0,-18 6 1341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6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99 1720 0 0,'3'-9'1492'0'0,"0"0"0"0"0,0 0 0 0 0,-1 0 0 0 0,0 0 0 0 0,0-18 0 0 0,-2 26-1426 0 0,0 0 1 0 0,0 0 0 0 0,0 0-1 0 0,0 0 1 0 0,0-1 0 0 0,-1 1 0 0 0,1 0-1 0 0,0 0 1 0 0,-1 0 0 0 0,1 0-1 0 0,-1 0 1 0 0,1 0 0 0 0,-1 0-1 0 0,0 0 1 0 0,1 0 0 0 0,-1 1-1 0 0,0-1 1 0 0,0 0 0 0 0,0 0 0 0 0,1 0-1 0 0,-1 1 1 0 0,0-1 0 0 0,0 1-1 0 0,0-1 1 0 0,0 1 0 0 0,0-1-1 0 0,0 1 1 0 0,0-1 0 0 0,0 1 0 0 0,0 0-1 0 0,-1-1 1 0 0,1 1 0 0 0,0 0-1 0 0,-2 0 1 0 0,-2-1-8 0 0,0 1-1 0 0,0 0 1 0 0,0 1 0 0 0,-1-1-1 0 0,-7 2 1 0 0,5 1-40 0 0,-1 0 1 0 0,1 0-1 0 0,0 1 1 0 0,0 0-1 0 0,0 0 1 0 0,1 1-1 0 0,0 0 1 0 0,0 0-1 0 0,-9 8 1 0 0,-8 10 39 0 0,-22 27 1 0 0,29-30-48 0 0,0 1-1 0 0,2 0 1 0 0,0 1 0 0 0,1 1-1 0 0,2 0 1 0 0,0 1 0 0 0,1 0-1 0 0,2 0 1 0 0,-10 37 0 0 0,18-56-13 0 0,0 1 1 0 0,0 0-1 0 0,1-1 1 0 0,-1 1 0 0 0,1 0-1 0 0,0 0 1 0 0,1-1 0 0 0,0 1-1 0 0,-1 0 1 0 0,2-1 0 0 0,-1 1-1 0 0,1-1 1 0 0,4 11-1 0 0,-4-12 0 0 0,0-1 0 0 0,0 0 1 0 0,1 0-1 0 0,-1 0 0 0 0,1 0 0 0 0,0-1 0 0 0,0 1 0 0 0,0-1 0 0 0,0 1 0 0 0,0-1 0 0 0,0 0 0 0 0,0 0 0 0 0,1-1 0 0 0,-1 1 0 0 0,1-1 0 0 0,0 1 0 0 0,-1-1 0 0 0,1 0 0 0 0,0 0 0 0 0,0-1 1 0 0,4 1-1 0 0,10 0-535 0 0,1-1 0 0 0,-1 0 0 0 0,0-1 0 0 0,0-1 0 0 0,23-6 0 0 0,-14 1-2365 0 0,31-12 1 0 0,-39 12 558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19 80 0 0,'-1'-18'11098'0'0,"1"18"-10993"0"0,-1 0 0 0 0,-10 7 1433 0 0,-10 19-658 0 0,9 0-526 0 0,1 1 0 0 0,1 0 0 0 0,-8 41 0 0 0,-9 85-1512 0 0,21-114-33 0 0,5 2-6155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1212 0 0,'0'-2'1503'0'0,"2"-4"-1153"0"0,-1 1 0 0 0,1 0 1 0 0,0-1-1 0 0,1 1 0 0 0,-1 0 0 0 0,1 0 1 0 0,0 1-1 0 0,0-1 0 0 0,0 1 0 0 0,1-1 1 0 0,0 1-1 0 0,0 0 0 0 0,0 1 0 0 0,0-1 0 0 0,0 1 1 0 0,1-1-1 0 0,0 1 0 0 0,-1 0 0 0 0,1 1 1 0 0,6-3-1 0 0,-2 1-249 0 0,0 1-1 0 0,0 0 1 0 0,0 1 0 0 0,1-1-1 0 0,-1 2 1 0 0,1-1-1 0 0,-1 2 1 0 0,1-1 0 0 0,0 1-1 0 0,-1 1 1 0 0,11 1 0 0 0,-18-2-84 0 0,1 0 1 0 0,-1 1-1 0 0,0 0 1 0 0,1 0-1 0 0,-1 0 1 0 0,0 0-1 0 0,1 0 1 0 0,-1 0-1 0 0,0 0 1 0 0,0 1-1 0 0,0-1 1 0 0,0 1 0 0 0,0-1-1 0 0,0 1 1 0 0,-1 0-1 0 0,1 0 1 0 0,-1 0-1 0 0,1 0 1 0 0,-1 0-1 0 0,1 0 1 0 0,-1 0-1 0 0,0 0 1 0 0,0 1-1 0 0,0-1 1 0 0,0 0-1 0 0,-1 1 1 0 0,1-1-1 0 0,-1 1 1 0 0,1-1-1 0 0,-1 1 1 0 0,0-1 0 0 0,0 1-1 0 0,0-1 1 0 0,0 1-1 0 0,-1 2 1 0 0,0 5-2 0 0,0 0 1 0 0,-1 1 0 0 0,-1-1 0 0 0,0 0-1 0 0,0-1 1 0 0,-9 19 0 0 0,4-12 249 0 0,-1-1-1 0 0,0 0 1 0 0,-2 0 0 0 0,0 0 0 0 0,-23 23 0 0 0,33-37-78 0 0,-5 2 425 0 0,12-5-490 0 0,-5 1-105 0 0,2 0 5 0 0,2 0-18 0 0,0 0-1 0 0,0 0 1 0 0,0 0 0 0 0,0 0 0 0 0,1 1-1 0 0,-1 0 1 0 0,0 0 0 0 0,0 1 0 0 0,0-1-1 0 0,0 1 1 0 0,8 2 0 0 0,-1 1 1 0 0,0 0 1 0 0,22 10 0 0 0,-31-12 1 0 0,1 0 0 0 0,0 0 0 0 0,-1 0 0 0 0,0 0 0 0 0,1 1 0 0 0,-1-1 1 0 0,0 1-1 0 0,0 0 0 0 0,-1 0 0 0 0,1 0 0 0 0,-1 0 0 0 0,1 1 0 0 0,2 5 0 0 0,-4-5 54 0 0,0 0-1 0 0,0 0 1 0 0,0 0 0 0 0,0 0-1 0 0,-1 0 1 0 0,0 0 0 0 0,0 0-1 0 0,0 1 1 0 0,0-1-1 0 0,0 0 1 0 0,-1 0 0 0 0,0 0-1 0 0,0 0 1 0 0,0 0 0 0 0,0 0-1 0 0,-1 0 1 0 0,0 0 0 0 0,1-1-1 0 0,-1 1 1 0 0,-1-1 0 0 0,1 1-1 0 0,0-1 1 0 0,-1 1-1 0 0,-4 3 1 0 0,1-1 81 0 0,-1 0 1 0 0,1 0-1 0 0,-1-1 1 0 0,0 0-1 0 0,0 0 0 0 0,0 0 1 0 0,-1-1-1 0 0,1-1 1 0 0,-1 1-1 0 0,-14 4 0 0 0,9-6-87 0 0,1 1 0 0 0,-1-1-1 0 0,0-1 1 0 0,0 0-1 0 0,1-1 1 0 0,-1-1 0 0 0,0 0-1 0 0,0 0 1 0 0,-13-4-1 0 0,23 4-212 0 0,-1 0-1 0 0,1 0 1 0 0,0 0-1 0 0,0 0 1 0 0,0-1-1 0 0,0 1 1 0 0,0-1-1 0 0,0 0 1 0 0,0 0-1 0 0,0 0 1 0 0,1 0 0 0 0,-1-1-1 0 0,-3-3 1 0 0,5 4-264 0 0,0 0 1 0 0,0 0-1 0 0,0 0 1 0 0,0 0 0 0 0,0 0-1 0 0,0 0 1 0 0,1 0-1 0 0,-1-1 1 0 0,1 1 0 0 0,-1 0-1 0 0,1 0 1 0 0,0-1-1 0 0,0 1 1 0 0,0 0 0 0 0,0 0-1 0 0,0 0 1 0 0,1-1 0 0 0,-1 1-1 0 0,1 0 1 0 0,1-4-1 0 0,1-7-4592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7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35 880 0 0,'-77'-29'8753'0'0,"75"29"-8364"0"0,-6-2 271 0 0,-8-1 404 0 0,13 6-584 0 0,6 6-118 0 0,25 36 1577 0 0,40 51-1 0 0,44 36-3275 0 0,-110-130 843 0 0,16 16-1378 0 0,-1-8-4281 0 0,-6-4 1948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49 1976 0 0,'-16'-43'11536'0'0,"16"43"-11458"0"0,0-1-1 0 0,0 1 1 0 0,-1 0-1 0 0,1-1 1 0 0,0 1 0 0 0,0 0-1 0 0,0-1 1 0 0,-1 1-1 0 0,1 0 1 0 0,0 0 0 0 0,-1-1-1 0 0,1 1 1 0 0,0 0 0 0 0,-1 0-1 0 0,1-1 1 0 0,0 1-1 0 0,-1 0 1 0 0,1 0 0 0 0,0 0-1 0 0,-1 0 1 0 0,1 0-1 0 0,-1-1 1 0 0,1 1 0 0 0,0 0-1 0 0,-1 0 1 0 0,1 0 0 0 0,-1 0-1 0 0,0 0 1 0 0,-4 3 81 0 0,-1 1 1 0 0,0-1 0 0 0,1 1-1 0 0,-1 0 1 0 0,1 1 0 0 0,0-1 0 0 0,1 1-1 0 0,-9 10 1 0 0,-34 51 266 0 0,37-51-343 0 0,-82 131 146 0 0,-59 84-938 0 0,149-228 464 0 0,-12 20-1116 0 0,11-11-1207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19 848 0 0,'-14'-18'18149'0'0,"11"17"-18005"0"0,-5 21 15 0 0,1 0 1 0 0,1 0-1 0 0,-5 30 1 0 0,-2 5-80 0 0,-17 66-86 0 0,19-70-3453 0 0,1-5-5456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8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109 170 1428 0 0,'-1'-3'1948'0'0,"-1"-7"-295"0"0,0 4-475 0 0,1-1 1 0 0,0 0-1 0 0,0 0 1 0 0,1-10 0 0 0,0 13-999 0 0,1 1 1 0 0,-1-1-1 0 0,1 1 1 0 0,0 0-1 0 0,0 0 1 0 0,0-1-1 0 0,1 1 1 0 0,-1 0-1 0 0,1 0 0 0 0,0 0 1 0 0,0 0-1 0 0,3-4 1 0 0,2 1-52 0 0,0-1-1 0 0,0 1 1 0 0,0 1 0 0 0,1-1-1 0 0,0 1 1 0 0,0 1 0 0 0,0-1-1 0 0,1 2 1 0 0,-1-1 0 0 0,1 1-1 0 0,0 0 1 0 0,0 1 0 0 0,0 0-1 0 0,14-2 1 0 0,-20 4-118 0 0,0-1 0 0 0,0 1 0 0 0,0 0 0 0 0,0 0 0 0 0,0 0 0 0 0,0 0 0 0 0,0 0 0 0 0,0 1 0 0 0,0-1 0 0 0,0 1 0 0 0,0 0-1 0 0,0 0 1 0 0,0 0 0 0 0,-1 0 0 0 0,1 0 0 0 0,0 1 0 0 0,0-1 0 0 0,-1 1 0 0 0,1 0 0 0 0,-1 0 0 0 0,0 0 0 0 0,0 0 0 0 0,3 3 0 0 0,-3-2 5 0 0,0 1-1 0 0,0-1 1 0 0,0 1-1 0 0,0-1 1 0 0,-1 1 0 0 0,0 0-1 0 0,1-1 1 0 0,-1 1-1 0 0,-1 0 1 0 0,1 0 0 0 0,-1 0-1 0 0,1 0 1 0 0,-1 0 0 0 0,0 0-1 0 0,-1 7 1 0 0,-4 11 5 0 0,-1-1 0 0 0,-1 1-1 0 0,-1-1 1 0 0,-1-1 0 0 0,0 0 0 0 0,-21 32 0 0 0,29-50-17 0 0,-20 24 173 0 0,20-24-55 0 0,2-4-120 0 0,-1 1-1 0 0,0-1 1 0 0,1 1 0 0 0,-1 0-1 0 0,1-1 1 0 0,-1 1-1 0 0,1 0 1 0 0,-1-1-1 0 0,1 1 1 0 0,0 0 0 0 0,0 0-1 0 0,0 0 1 0 0,0-1-1 0 0,0 1 1 0 0,0 0 0 0 0,0 0-1 0 0,0 1 1 0 0,0-1-1 0 0,0 0 1 0 0,1 0 0 0 0,-1 0-1 0 0,0 1 1 0 0,0-1-1 0 0,1 1 1 0 0,-1-1 0 0 0,1 1-1 0 0,-1-1 1 0 0,0 1-1 0 0,1 0 1 0 0,-1 0-1 0 0,1 0 1 0 0,1 0 0 0 0,6-1 10 0 0,0 0 1 0 0,-1 1-1 0 0,14 1 1 0 0,-22-1-13 0 0,6 1 68 0 0,0 0-1 0 0,0 0 1 0 0,0 0 0 0 0,0 1 0 0 0,0-1 0 0 0,-1 2 0 0 0,1-1-1 0 0,-1 0 1 0 0,1 1 0 0 0,-1 0 0 0 0,0 1 0 0 0,0-1 0 0 0,0 1-1 0 0,-1 0 1 0 0,1 0 0 0 0,6 8 0 0 0,-8-8-3 0 0,0 1 1 0 0,0-1-1 0 0,-1 0 0 0 0,0 1 1 0 0,0-1-1 0 0,0 1 0 0 0,0-1 1 0 0,-1 1-1 0 0,1 0 0 0 0,-1 0 1 0 0,-1 0-1 0 0,1 0 1 0 0,-1 0-1 0 0,1 0 0 0 0,-2 0 1 0 0,1 0-1 0 0,0 0 0 0 0,-1-1 1 0 0,-2 9-1 0 0,-1 0 158 0 0,-2 0 0 0 0,1 0-1 0 0,-1-1 1 0 0,-1 0 0 0 0,0-1 0 0 0,-1 1 0 0 0,0-1-1 0 0,-1-1 1 0 0,0 0 0 0 0,0 0 0 0 0,-1 0 0 0 0,-23 15-1 0 0,17-13-107 0 0,-1-1-1 0 0,0-1 1 0 0,-1-1-1 0 0,0 0 1 0 0,-1-1-1 0 0,0-1 1 0 0,0-1-1 0 0,-24 4 0 0 0,37-8-333 0 0,0-2-1 0 0,-1 1 0 0 0,1-1 0 0 0,-1 0 0 0 0,1 0 1 0 0,-1 0-1 0 0,1-1 0 0 0,-1 0 0 0 0,-11-4 1 0 0,15 4-406 0 0,-1-1 1 0 0,1 1-1 0 0,0-1 0 0 0,-1 0 1 0 0,1 0-1 0 0,0 0 1 0 0,0 0-1 0 0,0-1 1 0 0,0 1-1 0 0,1-1 1 0 0,-1 0-1 0 0,1 0 1 0 0,-1 0-1 0 0,1 0 1 0 0,0 0-1 0 0,0 0 1 0 0,0-1-1 0 0,-1-4 0 0 0,-6-16-5556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1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16 520 0 0,'0'0'5237'0'0,"-2"-6"-5135"0"0,7-4-3557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2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4 640 0 0,'0'0'7427'0'0,"9"-3"-7240"0"0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4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14 892 0 0,'0'0'2864'0'0,"5"-8"-1419"0"0,-3 2-2041 0 0,2 12-682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81 1720 0 0,'2'-6'2332'0'0,"-1"-1"0"0"0,0 1 0 0 0,0-1 0 0 0,-1 0 0 0 0,0-12 0 0 0,-3-3 2441 0 0,1 15-2803 0 0,-1 129-1074 0 0,-6-1 1 0 0,-28 139-1 0 0,20-172-726 0 0,16-86-135 0 0,0 8 41 0 0,8-49-14770 0 0,-2 30 11750 0 0,2-4-2439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87 2144 0 0,'20'-55'10618'0'0,"-19"53"-10099"0"0,9-16 738 0 0,-6 16-1204 0 0,-1 1-1 0 0,0-1 1 0 0,1 1 0 0 0,-1 0 0 0 0,1 0-1 0 0,-1 0 1 0 0,1 0 0 0 0,0 1 0 0 0,-1-1-1 0 0,1 1 1 0 0,0 0 0 0 0,-1 0-1 0 0,1 0 1 0 0,0 1 0 0 0,-1-1 0 0 0,1 1-1 0 0,6 2 1 0 0,1 0 29 0 0,0 0 0 0 0,0 1 0 0 0,0 1 0 0 0,14 8 0 0 0,-20-10 3 0 0,0 0 0 0 0,1 1 0 0 0,-1 0 0 0 0,0 0 0 0 0,-1 0 0 0 0,1 0 0 0 0,-1 1 0 0 0,0 0 0 0 0,0 0 0 0 0,0 0 0 0 0,4 8 0 0 0,-6-8 56 0 0,-1 0 0 0 0,1 0 0 0 0,-1-1 0 0 0,0 1 0 0 0,0 0 0 0 0,0 0 0 0 0,-1 0 0 0 0,1 0 0 0 0,-1 0 0 0 0,0 0 0 0 0,-1 0 0 0 0,0 0 0 0 0,1 0 0 0 0,-1 0 0 0 0,-2 6 0 0 0,-4 9 382 0 0,-1 0 0 0 0,0-1 0 0 0,-2 0-1 0 0,-22 35 1 0 0,-59 66 1403 0 0,23-34-811 0 0,66-83-1071 0 0,0 0 0 0 0,0 0 0 0 0,0 0 0 0 0,1 0 0 0 0,-1 1 0 0 0,-1 4 1 0 0,3-8-40 0 0,0 1 1 0 0,0 0 0 0 0,0-1 0 0 0,0 1 0 0 0,0 0-1 0 0,0-1 1 0 0,0 1 0 0 0,0 0 0 0 0,0-1 0 0 0,0 1-1 0 0,0-1 1 0 0,0 1 0 0 0,0 0 0 0 0,1-1 0 0 0,-1 1-1 0 0,0-1 1 0 0,0 1 0 0 0,1-1 0 0 0,-1 1 0 0 0,0 0-1 0 0,1-1 1 0 0,-1 1 0 0 0,1-1 0 0 0,-1 0 0 0 0,0 1-1 0 0,1-1 1 0 0,-1 1 0 0 0,1-1 0 0 0,-1 0 0 0 0,1 1 0 0 0,0-1-1 0 0,-1 0 1 0 0,1 1 0 0 0,-1-1 0 0 0,1 0 0 0 0,0 0-1 0 0,-1 0 1 0 0,1 0 0 0 0,-1 0 0 0 0,1 1 0 0 0,0-1-1 0 0,-1 0 1 0 0,1 0 0 0 0,0 0 0 0 0,-1-1 0 0 0,1 1-1 0 0,-1 0 1 0 0,2 0 0 0 0,22-1 29 0 0,0-1 1 0 0,0-2-1 0 0,40-10 0 0 0,73-29-537 0 0,-89 27 77 0 0,162-60-3227 0 0,-142 46-229 0 0,-2-2-3419 0 0,-43 20-98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5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67 208 0 0,'0'0'2410'0'0,"-2"-10"-87"0"0,0-28-248 0 0,2 37-1962 0 0,2-5 88 0 0,0-6-5127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36 404 0 0,'-3'0'5863'0'0,"2"0"-5938"0"0,-31 10 13277 0 0,32-9-13119 0 0,2 0 101 0 0,3 0-114 0 0,0 0-1 0 0,0-1 0 0 0,0 0 1 0 0,0 0-1 0 0,0 0 1 0 0,1 0-1 0 0,-1-1 1 0 0,0 1-1 0 0,7-3 1 0 0,-4 1-44 0 0,91-19 307 0 0,-24 5-1781 0 0,-26 9-3158 0 0,-25 9 448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62 60 0 0,'-2'1'1892'0'0,"-61"23"7220"0"0,61-23-8557 0 0,-13 6 1665 0 0,13-4-1047 0 0,13-5-905 0 0,164-49 422 0 0,-107 32-3120 0 0,-1 0-4122 0 0,-48 12 1968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27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89 256 0 0,'-3'-31'11048'0'0,"3"30"-10918"0"0,0-2 462 0 0,0 1-1 0 0,0-1 1 0 0,0 1-1 0 0,-1-1 1 0 0,1 1-1 0 0,-1-1 1 0 0,1 1-1 0 0,-3-5 1 0 0,3 6-418 0 0,-18 17 348 0 0,5 2-340 0 0,2 1 0 0 0,1 0 0 0 0,0 0 0 0 0,-7 24 0 0 0,-21 82 150 0 0,33-106-319 0 0,1 1 1 0 0,0-1 0 0 0,2 1 0 0 0,0-1 0 0 0,1 1-1 0 0,1 0 1 0 0,1-1 0 0 0,4 26 0 0 0,-4-41-5 0 0,0-1 0 0 0,0 0 1 0 0,0 0-1 0 0,0 1 0 0 0,0-1 1 0 0,1 0-1 0 0,-1 0 1 0 0,1 0-1 0 0,0 0 0 0 0,0-1 1 0 0,0 1-1 0 0,0 0 0 0 0,0-1 1 0 0,1 0-1 0 0,-1 1 0 0 0,1-1 1 0 0,0 0-1 0 0,0 0 0 0 0,-1 0 1 0 0,1-1-1 0 0,0 1 0 0 0,1-1 1 0 0,3 2-1 0 0,-2-2 5 0 0,1 0 0 0 0,-1 0 0 0 0,1 0 1 0 0,0-1-1 0 0,0 1 0 0 0,-1-1 0 0 0,1-1 0 0 0,0 1 0 0 0,-1-1 0 0 0,1 0 0 0 0,0 0 1 0 0,10-5-1 0 0,3-2 34 0 0,-1-1 1 0 0,0 0 0 0 0,0-2-1 0 0,-1 0 1 0 0,0-1-1 0 0,-1 0 1 0 0,0-2 0 0 0,17-18-1 0 0,-18 16 111 0 0,0-2 0 0 0,-1 0 0 0 0,-1 0 0 0 0,0-2 0 0 0,-2 1 0 0 0,0-1 0 0 0,9-26 0 0 0,-16 38-12 0 0,-2-1 0 0 0,1 0 0 0 0,-1 0 1 0 0,-1 0-1 0 0,1 0 0 0 0,-1 0 0 0 0,-1 0 0 0 0,0 0 0 0 0,0 0 0 0 0,-3-15 0 0 0,1 18-92 0 0,1 0 0 0 0,-1 0 0 0 0,0 0-1 0 0,0 1 1 0 0,-1-1 0 0 0,0 1 0 0 0,0 0 0 0 0,0 0-1 0 0,0 0 1 0 0,-1 0 0 0 0,0 0 0 0 0,0 1 0 0 0,0 0-1 0 0,-1 0 1 0 0,0 0 0 0 0,-8-6 0 0 0,-1 3-247 0 0,0 0 0 0 0,0 0 0 0 0,0 1 0 0 0,-1 1 0 0 0,0 1 0 0 0,0 0 0 0 0,0 1 0 0 0,-1 0 0 0 0,1 2 0 0 0,-29-1 0 0 0,40 2-340 0 0,1 1-1 0 0,-1-1 1 0 0,0 1 0 0 0,0 0 0 0 0,0 0 0 0 0,1 1 0 0 0,-1-1 0 0 0,-6 4 0 0 0,-11 10-6888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1034 27 1288 0 0,'-10'-8'5139'0'0,"-9"2"-2329"0"0,-18-4-441 0 0,35 10-2059 0 0,-30-2 382 0 0,29 2-581 0 0,0 0-11 0 0,-14 0 56 0 0,-1 1 0 0 0,0 1-1 0 0,1 1 1 0 0,-1 1 0 0 0,-18 5-1 0 0,28-6-141 0 0,-41 6 38 0 0,46-9-30 0 0,-13 4 414 0 0,-4-2 81 0 0,18-1-182 0 0,-6 7 97 0 0,1 6-77 0 0,7-12-225 0 0,-9 20 676 0 0,-7 28 680 0 0,15-48-1406 0 0,-6 26 298 0 0,-67 481 1720 0 0,52-353-1879 0 0,-24 127 191 0 0,23-140-274 0 0,16-94-110 0 0,-3 20-8 0 0,-47 388 99 0 0,11-131 61 0 0,15-125 249 0 0,-27 363 259 0 0,27-230-27 0 0,-32 507-419 0 0,41-436-155 0 0,-8 209-28 0 0,8-212-156 0 0,16-308 228 0 0,-67 999 1355 0 0,48-680-1007 0 0,13 398-372 0 0,21-395 374 0 0,-11-180-445 0 0,-1-140-4150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1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1368 0 0,'-9'7'6260'0'0,"9"-7"-6141"0"0,-1 1 0 0 0,1-1 1 0 0,-1 0-1 0 0,1 0 0 0 0,-1 1 0 0 0,1-1 0 0 0,-1 0 1 0 0,1 1-1 0 0,-1-1 0 0 0,1 1 0 0 0,-1-1 0 0 0,1 0 1 0 0,-1 1-1 0 0,1-1 0 0 0,0 1 0 0 0,-1-1 0 0 0,1 1 1 0 0,0-1-1 0 0,-1 1 0 0 0,1-1 0 0 0,0 1 0 0 0,0 0 1 0 0,0-1-1 0 0,-1 1 0 0 0,1-1 0 0 0,0 1 0 0 0,0 0 1 0 0,0-1-1 0 0,0 1 0 0 0,0 0 0 0 0,1 0-48 0 0,0 0 1 0 0,-1 0-1 0 0,1 0 0 0 0,0 0 0 0 0,0 0 0 0 0,-1 0 0 0 0,1 0 1 0 0,0-1-1 0 0,0 1 0 0 0,0 0 0 0 0,0-1 0 0 0,0 1 0 0 0,0-1 1 0 0,2 2-1 0 0,40 10 196 0 0,26-3 30 0 0,128-1 0 0 0,-109-7-290 0 0,-4 0-722 0 0,56 3-5816 0 0,-116-4 2922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2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1 452 0 0,'23'13'13809'0'0,"-25"-7"-15079"0"0,2-4 1353 0 0,0 0 0 0 0,1-1 1 0 0,-1 1-1 0 0,0 0 0 0 0,0 0 1 0 0,0 0-1 0 0,-1 0 1 0 0,1 0-1 0 0,0-1 0 0 0,-1 4 1 0 0,-2 10 366 0 0,-7 94 954 0 0,1-33-892 0 0,3 87 566 0 0,7-138-642 0 0,-2 16 1991 0 0,1-40-1879 0 0,4 1-538 0 0,-1 0-8 0 0,17-4 59 0 0,56-8-43 0 0,84 1 1 0 0,78 11-25 0 0,0 0 2 0 0,126-12 10 0 0,-114-1-4 0 0,448-3 7 0 0,457 20 39 0 0,-642-8 1 0 0,275-3-59 0 0,-263-9-6813 0 0,-396 5 726 0 0,-68 4 454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1 244 0 0,'0'0'856'0'0,"17"0"-856"0"0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11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6 184 0 0,'4'-6'17086'0'0,"-5"10"-17078"0"0,0-1 1 0 0,0 0 0 0 0,0 1-1 0 0,1-1 1 0 0,-1 1 0 0 0,1-1 0 0 0,0 1-1 0 0,0 0 1 0 0,0 4 0 0 0,4 36 165 0 0,-3-41-168 0 0,2 46 58 0 0,-3 80 1 0 0,-2-43 703 0 0,2-11 829 0 0,0-73-1554 0 0,4 9 163 0 0,-4-10-811 0 0,0 3 1381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27 1232 0 0,'0'0'2026'0'0,"-13"-25"5548"0"0,7 24-5851 0 0,4 9-763 0 0,1 22-247 0 0,0-6-101 0 0,-14 200 1031 0 0,1 39-817 0 0,6-74-209 0 0,-28 329 870 0 0,5-2-1223 0 0,25-447-233 0 0,0 20-7 0 0,1-34 133 0 0,5-53-128 0 0,-1 6-942 0 0,9-47-15688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53 168 0 0,'14'-8'2894'0'0,"20"-16"1051"0"0,-32 23-3567 0 0,-1 0-41 0 0,1 0 0 0 0,-1-1 0 0 0,1 1 0 0 0,-1-1 0 0 0,1 1 0 0 0,-1-1 0 0 0,0 1 0 0 0,0-1 0 0 0,1 0 0 0 0,0-2 0 0 0,-6 4-331 0 0,-1 1 0 0 0,1-1-1 0 0,0 1 1 0 0,0 0-1 0 0,0 1 1 0 0,0-1 0 0 0,0 1-1 0 0,0-1 1 0 0,0 1-1 0 0,0 1 1 0 0,0-1 0 0 0,1 0-1 0 0,-1 1 1 0 0,-2 3-1 0 0,-51 45-5 0 0,53-46 4 0 0,-12 11 9 0 0,1 0-1 0 0,0 2 1 0 0,2 0 0 0 0,-21 35 0 0 0,30-45 1 0 0,0-1 0 0 0,0 1 0 0 0,1 0 1 0 0,0 0-1 0 0,1 0 0 0 0,0 0 0 0 0,0 0 1 0 0,1 1-1 0 0,-1-1 0 0 0,2 0 0 0 0,0 1 1 0 0,0-1-1 0 0,0 1 0 0 0,1-1 0 0 0,3 17 1 0 0,-3-22-7 0 0,-1-2-4 0 0,1 0 0 0 0,-1 1 1 0 0,1-1-1 0 0,-1 1 0 0 0,1-1 0 0 0,0 0 0 0 0,-1 0 0 0 0,1 1 0 0 0,0-1 0 0 0,0 0 1 0 0,1 2-1 0 0,1-1 4 0 0,0 0 1 0 0,-1 0-1 0 0,1 0 0 0 0,1-1 1 0 0,-1 1-1 0 0,0-1 1 0 0,0 1-1 0 0,0-1 0 0 0,5 1 1 0 0,4 0-38 0 0,0 0 1 0 0,0-1-1 0 0,0 0 0 0 0,0 0 1 0 0,0-2-1 0 0,0 1 1 0 0,18-4-1 0 0,-23 3 34 0 0,-5 0-13 0 0,1 1 44 0 0,30-2 63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8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14 1588 0 0,'7'-14'13129'0'0,"-6"34"-12751"0"0,0 0 1 0 0,-2 0-1 0 0,-5 34 0 0 0,-1 10-72 0 0,3-22-143 0 0,-1 0 1 0 0,-3-1-1 0 0,-1 1 0 0 0,-17 42 0 0 0,24-78-144 0 0,0 1 1 0 0,0-1-1 0 0,-1-1 0 0 0,0 1 0 0 0,-1 0 0 0 0,1-1 0 0 0,-1 0 0 0 0,-6 7 0 0 0,8-10-29 0 0,1 0 0 0 0,-1 0-1 0 0,-1-1 1 0 0,1 1-1 0 0,0-1 1 0 0,0 1-1 0 0,0-1 1 0 0,-1 0-1 0 0,1 0 1 0 0,-1 0 0 0 0,1 0-1 0 0,-1 0 1 0 0,1-1-1 0 0,-1 1 1 0 0,0-1-1 0 0,1 1 1 0 0,-1-1-1 0 0,0 0 1 0 0,1 0 0 0 0,-1 0-1 0 0,0-1 1 0 0,-2 0-1 0 0,1 1-209 0 0,1-1-1 0 0,0-1 1 0 0,0 1 0 0 0,0 0-1 0 0,-1-1 1 0 0,2 0 0 0 0,-1 0-1 0 0,0 0 1 0 0,0 0-1 0 0,1 0 1 0 0,-1 0 0 0 0,1-1-1 0 0,-4-3 1 0 0,1-1-1594 0 0,0-1-1 0 0,0 1 1 0 0,-6-16-1 0 0,2 3-2722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8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 1292 0 0,'0'0'1730'0'0,"0"-12"3366"0"0,-1 12-5261 0 0,0-6 823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9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86 120 0 0,'-29'-30'9452'0'0,"19"16"-4853"0"0,24 10-4562 0 0,0 0-1 0 0,1 1 0 0 0,28-3 1 0 0,15-2-29 0 0,51-7 65 0 0,-106 14-57 0 0,2 1 8 0 0,-4 0-23 0 0,-1 0 0 0 0,1 0 0 0 0,-1-1 0 0 0,1 1 1 0 0,-1 0-1 0 0,1 0 0 0 0,-1 0 0 0 0,1 0 0 0 0,0 0 0 0 0,-1 0 0 0 0,1 0 0 0 0,-1 0 1 0 0,1 1-1 0 0,-1-1 0 0 0,1 0 0 0 0,-1 0 0 0 0,1 0 0 0 0,-1 0 0 0 0,1 1 1 0 0,-1-1-1 0 0,1 0 0 0 0,0 1 0 0 0,-1 0 0 0 0,0 0 0 0 0,0 0 0 0 0,0 0 1 0 0,0 0-1 0 0,0 0 0 0 0,0 0 0 0 0,0 0 0 0 0,0 0 0 0 0,0 0 0 0 0,0 0 0 0 0,0-1 1 0 0,0 1-1 0 0,-1 0 0 0 0,1 0 0 0 0,0 0 0 0 0,-1 0 0 0 0,1 0 0 0 0,-1 0 1 0 0,1-1-1 0 0,-1 1 0 0 0,1 0 0 0 0,-1 0 0 0 0,0-1 0 0 0,1 1 0 0 0,-1 0 1 0 0,0-1-1 0 0,0 1 0 0 0,-1 0 0 0 0,0 2 1 0 0,-21 19-4 0 0,-39 31 0 0 0,37-33 4 0 0,-22 20-17 0 0,1 1 0 0 0,2 2 0 0 0,-58 76 0 0 0,100-117 24 0 0,1 1 0 0 0,-1-1 0 0 0,1 1 0 0 0,-1-1 0 0 0,1 1 0 0 0,0-1 0 0 0,0 1 0 0 0,0 0 0 0 0,0 0 0 0 0,0 0 0 0 0,1-1 0 0 0,-1 1 0 0 0,1 4 0 0 0,0-5 13 0 0,0-2-22 0 0,0 0 0 0 0,0 0 1 0 0,0 0-1 0 0,-1 0 0 0 0,1 0 0 0 0,0 0 0 0 0,0 0 0 0 0,0 1 0 0 0,0-1 0 0 0,0 0 0 0 0,0 0 0 0 0,0 0 0 0 0,0 0 0 0 0,0 0 0 0 0,0 0 1 0 0,0 0-1 0 0,0 0 0 0 0,0 0 0 0 0,0 0 0 0 0,0 1 0 0 0,0-1 0 0 0,0 0 0 0 0,0 0 0 0 0,0 0 0 0 0,0 0 0 0 0,0 0 0 0 0,0 0 0 0 0,0 0 0 0 0,0 0 1 0 0,1 0-1 0 0,-1 0 0 0 0,0 0 0 0 0,0 1 0 0 0,0-1 0 0 0,0 0 0 0 0,0 0 0 0 0,0 0 0 0 0,0 0 0 0 0,0 0 0 0 0,0 0 0 0 0,0 0 0 0 0,0 0 0 0 0,0 0 1 0 0,0 0-1 0 0,0 0 0 0 0,1 0 0 0 0,-1 0 0 0 0,0 0 0 0 0,0 0 0 0 0,0 0 0 0 0,0 0 0 0 0,0 0 0 0 0,0 0 0 0 0,0 0 0 0 0,0 0 0 0 0,0 0 1 0 0,0 0-1 0 0,1 0 0 0 0,-1 0 0 0 0,0 0 0 0 0,0 0 0 0 0,0 0 0 0 0,0 0 0 0 0,0 0 0 0 0,0 0 0 0 0,0 0 0 0 0,0 0 0 0 0,0 0 0 0 0,1 0 0 0 0,-1 5 10 0 0,21 0 42 0 0,-8-5-53 0 0,0-1 1 0 0,0 0-1 0 0,0-1 1 0 0,0-1-1 0 0,-1 0 1 0 0,1 0-1 0 0,20-10 1 0 0,30-6 9 0 0,-21 6-26 0 0,-31 10 73 0 0,17-2-5659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39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7 1116 0 0,'3'-6'14345'0'0,"-11"28"-13651"0"0,2 1 0 0 0,1 0 0 0 0,1 0 0 0 0,-2 37 0 0 0,-1-1-293 0 0,6-52-369 0 0,-24 131 604 0 0,21-122-479 0 0,-1 0 0 0 0,0 0 0 0 0,-1 0 0 0 0,-1-1 0 0 0,-1 0 0 0 0,-11 18 0 0 0,16-30-115 0 0,0 1-1 0 0,0 0 1 0 0,0-1-1 0 0,-1 1 1 0 0,0-1-1 0 0,1 0 1 0 0,-1 0-1 0 0,0 0 1 0 0,0-1-1 0 0,-9 5 1 0 0,9-6-42 0 0,-1 0 0 0 0,1 0 0 0 0,-1 0 0 0 0,0 0 0 0 0,1-1 0 0 0,-1 1 0 0 0,0-1 0 0 0,1 0 0 0 0,-1-1 0 0 0,1 1 0 0 0,-1-1 0 0 0,0 0 0 0 0,1 0 0 0 0,-1 0 0 0 0,1-1 0 0 0,0 0 0 0 0,-1 0 0 0 0,-4-3 0 0 0,5 3-273 0 0,-1 0 0 0 0,1-1 0 0 0,0 0 0 0 0,1 0 0 0 0,-1 0 0 0 0,1-1 0 0 0,-1 1 0 0 0,1-1 0 0 0,0 1 0 0 0,0-1 0 0 0,0 0 0 0 0,1 0 1 0 0,-4-8-1 0 0,3 5-1032 0 0,1-1 1 0 0,0 1 0 0 0,0-1 0 0 0,1 0 0 0 0,0 0 0 0 0,0 0 0 0 0,0-11 0 0 0,3 0-3594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44 744 0 0,'6'-9'7353'0'0,"-2"-4"-4353"0"0,-4 4-1140 0 0,0-3-1724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2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80 1220 0 0,'0'0'909'0'0,"2"-12"1778"0"0,-2 2-1710 0 0,0 5-475 0 0,0 0 0 0 0,0 0 0 0 0,0 0 0 0 0,0 0 0 0 0,-1 0-1 0 0,0 0 1 0 0,-2-7 0 0 0,2 11-263 0 0,1 0-222 0 0,-1 0 1 0 0,0 0-1 0 0,0 1 0 0 0,1-1 1 0 0,-1 0-1 0 0,0 1 0 0 0,0-1 1 0 0,0 1-1 0 0,0-1 1 0 0,0 1-1 0 0,0-1 0 0 0,0 1 1 0 0,0 0-1 0 0,0-1 0 0 0,0 1 1 0 0,0 0-1 0 0,-1 0 0 0 0,1 0 1 0 0,0 0-1 0 0,0 0 1 0 0,0 0-1 0 0,0 0 0 0 0,0 0 1 0 0,-2 1-1 0 0,-19 7 7 0 0,0 2 0 0 0,1 0 0 0 0,0 2 0 0 0,-34 23 1 0 0,26-12-27 0 0,0 0 1 0 0,-35 39-1 0 0,55-52 6 0 0,1 0 0 0 0,0 0-1 0 0,1 1 1 0 0,0 0 0 0 0,0 1 0 0 0,1-1-1 0 0,1 1 1 0 0,0 0 0 0 0,1 0 0 0 0,0 1 0 0 0,-4 25-1 0 0,8-36 1 0 0,0 0 0 0 0,0 1-1 0 0,0-1 1 0 0,0 0-1 0 0,0 0 1 0 0,1 0 0 0 0,-1 1-1 0 0,1-1 1 0 0,-1 0-1 0 0,1 0 1 0 0,0 0 0 0 0,0 0-1 0 0,0 0 1 0 0,0 0-1 0 0,0 0 1 0 0,3 3 0 0 0,-2-3 0 0 0,1 1 0 0 0,0-1 1 0 0,-1 0-1 0 0,1 0 0 0 0,0 0 0 0 0,0-1 1 0 0,1 1-1 0 0,-1-1 0 0 0,0 1 1 0 0,0-1-1 0 0,1 0 0 0 0,-1 0 0 0 0,0-1 1 0 0,1 1-1 0 0,4 0 0 0 0,8 0 44 0 0,0-1 0 0 0,0-1-1 0 0,1 0 1 0 0,27-7 0 0 0,63-19-2468 0 0,-103 26 2124 0 0,20-8-3759 0 0,-8 5 2219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2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20 432 0 0,'4'-8'6651'0'0,"-2"-4"-2522"0"0,-1 20-2105 0 0,-2 33-1251 0 0,0-17-117 0 0,0 13-231 0 0,-2 0-1 0 0,-11 55 0 0 0,-25 69 415 0 0,29-125-620 0 0,6-24-33 0 0,0 1 0 0 0,-1-1 0 0 0,-1 0 0 0 0,0 0 0 0 0,-9 12 0 0 0,14-22-181 0 0,0 0 1 0 0,-1-1 0 0 0,1 1 0 0 0,-1-1-1 0 0,1 0 1 0 0,-1 1 0 0 0,0-1 0 0 0,1 0-1 0 0,-1 0 1 0 0,0 0 0 0 0,0 0 0 0 0,0 0-1 0 0,0-1 1 0 0,0 1 0 0 0,1-1 0 0 0,-1 1-1 0 0,-1-1 1 0 0,1 0 0 0 0,0 1 0 0 0,0-1-1 0 0,0 0 1 0 0,0 0 0 0 0,0-1 0 0 0,0 1-1 0 0,0 0 1 0 0,0-1 0 0 0,0 1-1 0 0,0-1 1 0 0,0 0 0 0 0,0 1 0 0 0,0-1-1 0 0,-2-2 1 0 0,1 2-225 0 0,0-1 0 0 0,-1 0-1 0 0,1 0 1 0 0,1 0 0 0 0,-1 0 0 0 0,0-1-1 0 0,0 1 1 0 0,1-1 0 0 0,-1 1 0 0 0,1-1-1 0 0,0 0 1 0 0,0 0 0 0 0,0 0 0 0 0,0 0-1 0 0,1-1 1 0 0,-1 1 0 0 0,-1-5 0 0 0,2 1-956 0 0,1-1 1 0 0,0 1-1 0 0,0 0 1 0 0,0-1 0 0 0,2-7-1 0 0,-1 7-360 0 0,1-7-1834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2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98 612 0 0,'0'-3'1760'0'0,"-3"-21"1597"0"0,1 11-2131 0 0,0 0 1 0 0,1-25-1 0 0,9 31-3430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3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63 800 0 0,'-3'-1'748'0'0,"-1"-1"-1"0"0,1-1 1 0 0,0 1-1 0 0,0 0 0 0 0,0-1 1 0 0,0 1-1 0 0,-4-7 752 0 0,-15-12 4788 0 0,18 18-5680 0 0,12 5-553 0 0,7 3-22 0 0,-12-5-40 0 0,1 0 52 0 0,34-2-33 0 0,46-9-1 0 0,-81 10-26 0 0,-1 1 8 0 0,9-1 0 0 0,-9 1 11 0 0,12-4 8 0 0,-4 3-16 0 0,-8 1-32 0 0,3-2-619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73 720 0 0,'-6'-10'9038'0'0,"7"8"-8936"0"0,-1 1 0 0 0,0 0 0 0 0,0 0 0 0 0,1 0 0 0 0,-1 0 0 0 0,1-1 0 0 0,-1 1 0 0 0,1 0 0 0 0,-1 0 0 0 0,1 0 0 0 0,0 0-1 0 0,-1 0 1 0 0,1 0 0 0 0,0 0 0 0 0,0 1 0 0 0,0-1 0 0 0,0 0 0 0 0,0 0 0 0 0,0 0 0 0 0,0 1 0 0 0,0-1 0 0 0,0 1 0 0 0,0-1 0 0 0,0 1 0 0 0,0-1 0 0 0,0 1 0 0 0,2-1-1 0 0,39-12 157 0 0,-32 10-28 0 0,0 0-202 0 0,4-1 46 0 0,1 1-1 0 0,-1 0 1 0 0,25-1 0 0 0,-37 3-77 0 0,2 1 10 0 0,41-3 152 0 0,-42 3-128 0 0,-1 9 138 0 0,-2-9-162 0 0,1 1 0 0 0,-1 0 0 0 0,0-1 0 0 0,1 1 0 0 0,-1 0 0 0 0,0-1 0 0 0,0 1 0 0 0,0-1 0 0 0,0 1 1 0 0,0 0-1 0 0,0-1 0 0 0,0 1 0 0 0,0 0 0 0 0,0-1 0 0 0,0 1 0 0 0,0 0 0 0 0,0-1 0 0 0,0 1 0 0 0,-1 0 0 0 0,1-1 0 0 0,0 1 0 0 0,0 0 0 0 0,-1 0 0 0 0,-9 18 30 0 0,0 0 0 0 0,-2 0 0 0 0,0-1-1 0 0,-16 18 1 0 0,-66 67 37 0 0,41-47 38 0 0,44-47-74 0 0,6-6-31 0 0,0 0-1 0 0,0 0 0 0 0,0 0 1 0 0,0 1-1 0 0,0-1 0 0 0,1 1 0 0 0,0-1 1 0 0,0 1-1 0 0,0 0 0 0 0,0 0 1 0 0,0 0-1 0 0,1 0 0 0 0,-1 0 1 0 0,0 8-1 0 0,2-11 11 0 0,1-1 0 0 0,-1 1-1 0 0,1 0 1 0 0,0 0 0 0 0,0-1 0 0 0,0 1-1 0 0,-1 0 1 0 0,1-1 0 0 0,0 1 0 0 0,0-1-1 0 0,0 1 1 0 0,0-1 0 0 0,0 1 0 0 0,0-1-1 0 0,0 0 1 0 0,0 0 0 0 0,0 1 0 0 0,0-1-1 0 0,0 0 1 0 0,0 0 0 0 0,0 0 0 0 0,0 0-1 0 0,2 0 1 0 0,35-6 121 0 0,44-13 0 0 0,5 0-89 0 0,-33 3-2742 0 0,-52 16 1901 0 0,1-1-160 0 0,11-3-690 0 0,1 2-2506 0 0,-4 0 1594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22 740 0 0,'19'-21'13016'0'0,"-18"23"-12834"0"0,0-1 1 0 0,0 1-1 0 0,-1 0 0 0 0,1 0 1 0 0,-1 0-1 0 0,1 0 1 0 0,-1 0-1 0 0,0 0 0 0 0,0 0 1 0 0,0 0-1 0 0,0 0 0 0 0,0 0 1 0 0,-1 2-1 0 0,-5 34 1255 0 0,3-20-853 0 0,-15 83 1091 0 0,-4-1 0 0 0,-55 155 0 0 0,33-147 937 0 0,42-105-2475 0 0,1 0 0 0 0,-1-1-1 0 0,0 1 1 0 0,0-1 0 0 0,0 1 0 0 0,0-1 0 0 0,0 0-1 0 0,-1 0 1 0 0,1 0 0 0 0,-5 3 0 0 0,5-4-10 0 0,-13 0 45 0 0,11-1-161 0 0,0 0 0 0 0,0-1 1 0 0,0 0-1 0 0,0 0 1 0 0,1 0-1 0 0,-1 0 1 0 0,0-1-1 0 0,1 1 1 0 0,-7-5-1 0 0,5 4-63 0 0,-4-3 49 0 0,0-1 1 0 0,1 1-1 0 0,-10-9 1 0 0,3 1-1281 0 0,-23-27-1 0 0,37 38 961 0 0,-1 0 0 0 0,1 0 0 0 0,0 0 0 0 0,0 0 0 0 0,0 0 0 0 0,0 0 0 0 0,1 0 0 0 0,-1 0 0 0 0,1-1 0 0 0,-1 1 0 0 0,1 0 0 0 0,0-1 0 0 0,0 1 0 0 0,-1 0 0 0 0,2-1 0 0 0,-1 1 0 0 0,0 0 0 0 0,1-4 0 0 0,13-38-5994 0 0,-12 40 5705 0 0,9-25-4909 0 0,-3 14 1256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57 1508 0 0,'-5'-15'4905'0'0,"2"9"-3057"0"0,1 0-1 0 0,-1 0 0 0 0,0 0 1 0 0,-7-10-1 0 0,9 15-1457 0 0,0 0-646 0 0,-1 1 0 0 0,1 0 0 0 0,-1 0 0 0 0,1 0 0 0 0,-1 1 0 0 0,1-1 0 0 0,-1 0 0 0 0,1 0 0 0 0,0 1 1 0 0,-1-1-1 0 0,1 1 0 0 0,0-1 0 0 0,-1 1 0 0 0,1 0 0 0 0,0 0 0 0 0,0-1 0 0 0,-1 1 0 0 0,-1 2 0 0 0,-8 5-2928 0 0,-5 4-2405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7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1132 0 0,'26'-21'7385'0'0,"-25"20"-7237"0"0,1 0 0 0 0,-1 0 0 0 0,1 0-1 0 0,-1 0 1 0 0,1 1 0 0 0,-1-1-1 0 0,1 0 1 0 0,-1 1 0 0 0,1 0-1 0 0,0-1 1 0 0,-1 1 0 0 0,1 0-1 0 0,0 0 1 0 0,-1 0 0 0 0,1 0 0 0 0,0 0-1 0 0,-1 0 1 0 0,1 0 0 0 0,0 1-1 0 0,-1-1 1 0 0,1 0 0 0 0,0 1-1 0 0,-1 0 1 0 0,2 0 0 0 0,-1 0 99 0 0,10 28 2005 0 0,-9 0-884 0 0,-2 1 0 0 0,-1-1 0 0 0,-1 0 0 0 0,-8 47 0 0 0,-1 6-21 0 0,0 115-1 0 0,7-85-1083 0 0,6 151-94 0 0,-1-206-143 0 0,26 430 1553 0 0,-25-438-1612 0 0,50 724 405 0 0,-39 160 695 0 0,-21-177 309 0 0,9-595-1192 0 0,-2-159-399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49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25 416 92 0 0,'0'0'1333'0'0,"-11"-29"7657"0"0,-3 23-4820 0 0,16 10-4404 0 0,-1-3 285 0 0,0 1-26 0 0,5 2 30 0 0,1 1-5 0 0,0 0 0 0 0,0-1 0 0 0,1 0 0 0 0,0 0 1 0 0,-1-1-1 0 0,1 0 0 0 0,16 3 0 0 0,60 8 151 0 0,-60-11-174 0 0,454 36 679 0 0,2-31 25 0 0,19-10-592 0 0,454-27 36 0 0,261-12-94 0 0,-757 30-58 0 0,-14 2 10 0 0,225-7 15 0 0,-398 7-12 0 0,184-8-33 0 0,-118-3 18 0 0,131-9 11 0 0,675-56 22 0 0,-42 23-31 0 0,-770 46-17 0 0,1235-33-30 0 0,-552 38 38 0 0,-785 8-14 0 0,611-23 1 0 0,-733 19 1 0 0,153-15-7 0 0,-257 22 3 0 0,1-1 7 0 0,9-1 0 0 0,-9 1 3 0 0,13-1 24 0 0,4-2-20 0 0,-18 3 24 0 0,-1 1-95 0 0,-1 0 14 0 0,0 0-1 0 0,1-1 0 0 0,-1 1 0 0 0,0 0 1 0 0,1-1-1 0 0,-1 1 0 0 0,0-1 1 0 0,1 1-1 0 0,-1 0 0 0 0,0-1 1 0 0,0 1-1 0 0,1-1 0 0 0,-1 1 1 0 0,0-1-1 0 0,0 1 0 0 0,0-1 1 0 0,0 1-1 0 0,0 0 0 0 0,0-2 0 0 0,-7 0-1281 0 0,-1 1-1 0 0,1 0 1 0 0,-1 0 0 0 0,0 0-1 0 0,-12 1 1 0 0,9 0-463 0 0,-11 2-2385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38 1236 0 0,'19'10'14240'0'0,"-35"-17"-13545"0"0,-22-9-623 0 0,9 6-92 0 0,21 7-15 0 0,-1 1 0 0 0,1 1-1 0 0,0-1 1 0 0,-1 1 0 0 0,-14 1-1 0 0,25 0 31 0 0,-3 5 3 0 0,15 8 2 0 0,-5-8 1 0 0,0 0 0 0 0,1-1 0 0 0,-1-1 0 0 0,1 1 1 0 0,0-1-1 0 0,0-1 0 0 0,0 0 0 0 0,15 1 0 0 0,10-1 5 0 0,40-2-1 0 0,79-14 12 0 0,-63 4 99 0 0,-60 5-63 0 0,-29 5-45 0 0,16-4 30 0 0,-18 4-55 0 0,3-1 167 0 0,-1 0 0 0 0,0 0 0 0 0,0 0 0 0 0,0 0 0 0 0,0 0 0 0 0,0 0 0 0 0,0 0 0 0 0,0-1 0 0 0,0 1 1 0 0,0-1-1 0 0,0 1 0 0 0,-1-1 0 0 0,1 0 0 0 0,2-3 667 0 0,-12 13-782 0 0,4 0-40 0 0,0-1-1 0 0,0 0 1 0 0,1 1-1 0 0,0 0 1 0 0,-3 14-1 0 0,-1 5 290 0 0,-41 124 552 0 0,3-4-696 0 0,39-131-142 0 0,-55 170 65 0 0,55-168-8 0 0,5-16-108 0 0,0 1 1 0 0,0 0-1 0 0,0 0 1 0 0,0 0-1 0 0,0 0 1 0 0,1 0-1 0 0,-1 4 1 0 0,15-26-4344 0 0,-8 4 1772 0 0,1 1-2631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1 105 600 0 0,'6'-8'6518'0'0,"-1"2"-6103"0"0,1 2-1 0 0,-1-1 1 0 0,1 0-1 0 0,-1 1 1 0 0,1 0-1 0 0,1 0 1 0 0,-1 1-1 0 0,0 0 1 0 0,1 0-1 0 0,9-3 1 0 0,77-18-548 0 0,-71 19 432 0 0,7-2-287 0 0,-16 3-582 0 0,1 1 0 0 0,-1 0 0 0 0,23-1 0 0 0,-23 6-3972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4 424 0 0,'-15'-4'5863'0'0,"12"4"-5601"0"0,1 0-1 0 0,-1 0 1 0 0,0 0-1 0 0,0 1 1 0 0,0-1-1 0 0,0 1 1 0 0,1-1-1 0 0,-1 1 1 0 0,0 0-1 0 0,1 0 1 0 0,-1 0 0 0 0,0 0-1 0 0,1 1 1 0 0,-1-1-1 0 0,-2 2 1 0 0,0 1-57 0 0,1 1 0 0 0,-1-1 0 0 0,1 0 0 0 0,-1 1 0 0 0,1 0 1 0 0,-5 8-1 0 0,0 3-77 0 0,0 1 0 0 0,1 0 0 0 0,-9 29 0 0 0,16-44-116 0 0,0 0-1 0 0,0 0 1 0 0,1-1-1 0 0,-1 1 0 0 0,0 0 1 0 0,1 0-1 0 0,0 0 0 0 0,-1 0 1 0 0,1 0-1 0 0,0 0 0 0 0,0 0 1 0 0,0 0-1 0 0,0 0 1 0 0,0 0-1 0 0,1 0 0 0 0,-1 0 1 0 0,1 0-1 0 0,-1 0 0 0 0,1-1 1 0 0,-1 1-1 0 0,3 2 0 0 0,-2-3 8 0 0,0 0-1 0 0,1-1 0 0 0,-1 1 0 0 0,1 0 0 0 0,-1-1 0 0 0,1 0 0 0 0,-1 1 0 0 0,1-1 0 0 0,-1 0 0 0 0,1 0 0 0 0,-1 0 0 0 0,1 0 0 0 0,0 0 0 0 0,-1 0 0 0 0,3-1 0 0 0,21-3 238 0 0,1-3 284 0 0,-1 0 1 0 0,0-2-1 0 0,29-15 0 0 0,-50 22-503 0 0,1 1 0 0 0,0 0 0 0 0,-1 0 0 0 0,1 1 0 0 0,-1-1-1 0 0,1 1 1 0 0,0 0 0 0 0,-1 0 0 0 0,1 1 0 0 0,0-1 0 0 0,-1 1 0 0 0,1 0 0 0 0,-1 0 0 0 0,7 3-1 0 0,-3 1 98 0 0,0-1 0 0 0,-1 2 0 0 0,0-1-1 0 0,0 1 1 0 0,0 0 0 0 0,-1 0 0 0 0,0 1-1 0 0,0 0 1 0 0,-1 0 0 0 0,1 0-1 0 0,-2 1 1 0 0,1 0 0 0 0,-1 0 0 0 0,0 0-1 0 0,5 15 1 0 0,-6-14-38 0 0,0-1 0 0 0,-1 1 0 0 0,0 0 0 0 0,-1 0 0 0 0,1 0 0 0 0,-2-1 0 0 0,1 1 0 0 0,-1 0 0 0 0,0 0 0 0 0,-1 0 1 0 0,0 0-1 0 0,-1 0 0 0 0,0 0 0 0 0,0-1 0 0 0,-1 1 0 0 0,-4 11 0 0 0,2-11 61 0 0,-1 0 1 0 0,1 0-1 0 0,-1-1 0 0 0,-1 0 1 0 0,1 0-1 0 0,-1 0 1 0 0,-1-1-1 0 0,1 0 1 0 0,-1 0-1 0 0,-1-1 0 0 0,1 0 1 0 0,-1-1-1 0 0,0 0 1 0 0,0 0-1 0 0,-1-1 1 0 0,1 0-1 0 0,-1 0 0 0 0,0-1 1 0 0,0-1-1 0 0,0 0 1 0 0,0 0-1 0 0,-1-1 1 0 0,1 0-1 0 0,0 0 0 0 0,-20-3 1 0 0,16 1-145 0 0,0-1 0 0 0,1 0 0 0 0,-1-1 0 0 0,1 0 0 0 0,-1-1 0 0 0,1-1 0 0 0,1 0 0 0 0,-1 0 0 0 0,-14-10 0 0 0,26 15-138 0 0,0-1 0 0 0,0 1 0 0 0,1-1 0 0 0,-1 1 0 0 0,0-1 0 0 0,0 1 0 0 0,1-1 0 0 0,-1 1 0 0 0,1-1 0 0 0,-1 0-1 0 0,0 1 1 0 0,1-1 0 0 0,-1 0 0 0 0,1 0 0 0 0,-1 1 0 0 0,1-1 0 0 0,0 0 0 0 0,-1 0 0 0 0,1 0 0 0 0,0 0 0 0 0,0 0 0 0 0,-1 1 0 0 0,1-1 0 0 0,0 0 0 0 0,0 0 0 0 0,0 0 0 0 0,0 0 0 0 0,0 0 0 0 0,0 0 0 0 0,0 0 0 0 0,1 0 0 0 0,-1 1 0 0 0,0-1 0 0 0,0 0 0 0 0,1 0 0 0 0,-1 0 0 0 0,0 0 0 0 0,1 1 0 0 0,-1-1 0 0 0,1 0-1 0 0,-1 0 1 0 0,2 0 0 0 0,1-3-1255 0 0,1 1-1 0 0,0-1 0 0 0,0 1 0 0 0,0 0 0 0 0,8-4 0 0 0,-8 4-455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5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299 103 1384 0 0,'2'-3'629'0'0,"1"-1"0"0"0,-1 0 0 0 0,0 0 0 0 0,0 0 0 0 0,0-1 0 0 0,0 1 1 0 0,-1 0-1 0 0,0-1 0 0 0,0 1 0 0 0,0-1 0 0 0,0 1 0 0 0,-1-1 0 0 0,0 1 0 0 0,1-1 0 0 0,-2 0 0 0 0,1 1 0 0 0,-1-1 0 0 0,1 1 0 0 0,-3-9 0 0 0,2 12-167 0 0,-12-6 938 0 0,9 8-1307 0 0,0-1 0 0 0,0 1 0 0 0,0 0 0 0 0,0 0 0 0 0,0 1 0 0 0,0-1 0 0 0,0 1 0 0 0,0 0 0 0 0,0 0 0 0 0,1 0 0 0 0,-1 0 0 0 0,1 1 0 0 0,-4 3 0 0 0,-10 9 214 0 0,-18 22 1 0 0,13-14-78 0 0,3-4-87 0 0,1 1 0 0 0,1 1-1 0 0,0 1 1 0 0,2 0 0 0 0,0 1-1 0 0,2 1 1 0 0,1 0 0 0 0,0 1-1 0 0,-13 44 1 0 0,23-62-121 0 0,1 0-1 0 0,-1 0 1 0 0,1 0-1 0 0,1 1 1 0 0,0-1 0 0 0,0 0-1 0 0,0 1 1 0 0,1-1-1 0 0,0 0 1 0 0,0 0-1 0 0,1 1 1 0 0,2 6 0 0 0,-2-9-12 0 0,0-1 0 0 0,0 0 0 0 0,1 1 1 0 0,-1-1-1 0 0,1 0 0 0 0,0 0 0 0 0,0 0 1 0 0,1-1-1 0 0,-1 1 0 0 0,1-1 0 0 0,0 0 1 0 0,0 0-1 0 0,0 0 0 0 0,0 0 0 0 0,0-1 1 0 0,1 0-1 0 0,-1 0 0 0 0,8 3 0 0 0,7 0 7 0 0,1 0 0 0 0,-1-1 0 0 0,1-1 0 0 0,0 0-1 0 0,0-2 1 0 0,0-1 0 0 0,0 0 0 0 0,21-3 0 0 0,-12-1 164 0 0,0-2 1 0 0,0 0 0 0 0,-1-2-1 0 0,51-21 1 0 0,-69 24-54 0 0,0-1 0 0 0,0 0 0 0 0,-1-1 0 0 0,0 0-1 0 0,0 0 1 0 0,-1-1 0 0 0,0 0 0 0 0,0 0 0 0 0,-1-1 0 0 0,0 0 0 0 0,0-1 0 0 0,-1 1 0 0 0,-1-1 0 0 0,1 0-1 0 0,-2-1 1 0 0,1 1 0 0 0,-1-1 0 0 0,2-11 0 0 0,-3 12-121 0 0,-1-1 0 0 0,0 1 0 0 0,0 0 0 0 0,-1-1 0 0 0,0 1 1 0 0,-1-1-1 0 0,0 1 0 0 0,-1-1 0 0 0,0 1 0 0 0,-1 0 0 0 0,0-1 0 0 0,0 1 0 0 0,-1 0 0 0 0,0 0 0 0 0,-1 0 0 0 0,0 1 0 0 0,-1-1 0 0 0,0 1 0 0 0,-10-14 0 0 0,6 13 8 0 0,0 0 0 0 0,-1 1 0 0 0,0 0 0 0 0,0 1 0 0 0,-1 0 0 0 0,0 1 0 0 0,-1 0 0 0 0,1 0 0 0 0,-1 1 0 0 0,-1 1 0 0 0,-24-8 0 0 0,19 9-384 0 0,-1 0-1 0 0,0 1 0 0 0,0 1 1 0 0,-1 1-1 0 0,1 0 0 0 0,0 1 1 0 0,-33 6-1 0 0,47-6-148 0 0,1 1-1 0 0,0 0 1 0 0,-1 1 0 0 0,1-1-1 0 0,0 1 1 0 0,0-1 0 0 0,0 1-1 0 0,0 1 1 0 0,0-1 0 0 0,0 1-1 0 0,1-1 1 0 0,-1 1-1 0 0,1 0 1 0 0,0 0 0 0 0,-6 6-1 0 0,9-8 313 0 0,0 0-1 0 0,0-1 0 0 0,0 1 1 0 0,-1 0-1 0 0,1-1 0 0 0,0 1 1 0 0,0 0-1 0 0,0-1 0 0 0,0 1 1 0 0,0 0-1 0 0,0-1 0 0 0,0 1 1 0 0,0 0-1 0 0,1-1 0 0 0,-1 1 0 0 0,0 0 1 0 0,0-1-1 0 0,0 1 0 0 0,1-1 1 0 0,-1 1-1 0 0,1 1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6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725 160 16 0 0,'0'-2'2050'0'0,"-1"-8"53"0"0,0-1-431 0 0,0 0-1 0 0,-1 0 0 0 0,0 1 1 0 0,-5-15-1 0 0,6 23-1571 0 0,0 1 0 0 0,0-1 0 0 0,0 1-1 0 0,0-1 1 0 0,0 1 0 0 0,0 0 0 0 0,-1 0 0 0 0,1-1 0 0 0,0 1 0 0 0,-1 0 0 0 0,1 0 0 0 0,-1 0 0 0 0,1 1 0 0 0,-1-1 0 0 0,0 0-1 0 0,1 0 1 0 0,-1 1 0 0 0,0-1 0 0 0,1 1 0 0 0,-1 0 0 0 0,0-1 0 0 0,0 1 0 0 0,1 0 0 0 0,-1 0 0 0 0,0 0 0 0 0,-3 0-1 0 0,0 1 68 0 0,-1-1-1 0 0,1 1 0 0 0,-1 0 1 0 0,1 1-1 0 0,-1-1 0 0 0,-8 5 0 0 0,-6 5 51 0 0,0 1-1 0 0,0 0 0 0 0,1 2 0 0 0,1 0 0 0 0,0 1 0 0 0,1 1 0 0 0,0 1 0 0 0,2 0 1 0 0,0 1-1 0 0,1 1 0 0 0,0 0 0 0 0,2 1 0 0 0,-20 42 0 0 0,28-50-159 0 0,0 0 0 0 0,0 0 0 0 0,1 0 0 0 0,1 1 0 0 0,0-1-1 0 0,1 1 1 0 0,0-1 0 0 0,0 1 0 0 0,2-1 0 0 0,2 20 0 0 0,-2-27-36 0 0,0 1 0 0 0,0-1 0 0 0,0 0 0 0 0,1 1 0 0 0,0-1 1 0 0,0 0-1 0 0,0 0 0 0 0,1 0 0 0 0,-1 0 0 0 0,1-1 0 0 0,0 1 0 0 0,1-1 0 0 0,-1 0 1 0 0,1 0-1 0 0,0 0 0 0 0,0 0 0 0 0,0 0 0 0 0,1-1 0 0 0,-1 0 0 0 0,1 0 0 0 0,-1 0 1 0 0,1 0-1 0 0,0-1 0 0 0,0 0 0 0 0,1 0 0 0 0,4 1 0 0 0,7 1 112 0 0,0-1-1 0 0,1-1 1 0 0,-1-1-1 0 0,0 0 0 0 0,1-2 1 0 0,-1 1-1 0 0,1-2 1 0 0,-1-1-1 0 0,0 0 1 0 0,0-1-1 0 0,-1 0 1 0 0,1-2-1 0 0,-1 0 1 0 0,26-13-1 0 0,-30 12 27 0 0,0 0 1 0 0,-1-1-1 0 0,0 0 0 0 0,0-1 1 0 0,0 0-1 0 0,-1 0 0 0 0,-1-1 1 0 0,1-1-1 0 0,-2 1 1 0 0,0-2-1 0 0,0 1 0 0 0,-1-1 1 0 0,0 0-1 0 0,-1-1 0 0 0,0 1 1 0 0,-1-1-1 0 0,-1 0 0 0 0,5-23 1 0 0,-7 26-143 0 0,-1 1 0 0 0,0-1 0 0 0,-1 0 0 0 0,0 0 1 0 0,0 1-1 0 0,-1-1 0 0 0,-1 0 0 0 0,0 1 0 0 0,0-1 1 0 0,-1 1-1 0 0,0 0 0 0 0,0 0 0 0 0,-1 0 0 0 0,0 0 0 0 0,-1 0 1 0 0,0 1-1 0 0,0 0 0 0 0,-1 0 0 0 0,0 0 0 0 0,0 1 1 0 0,-1 0-1 0 0,0 0 0 0 0,0 0 0 0 0,-1 1 0 0 0,0 0 1 0 0,-12-7-1 0 0,-7-2-424 0 0,-2 0 1 0 0,0 2-1 0 0,0 1 1 0 0,-1 1-1 0 0,0 2 0 0 0,-1 1 1 0 0,0 1-1 0 0,-1 2 1 0 0,-37-2-1 0 0,-111 5-4154 0 0,2 16-3286 0 0,90-4 637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3:5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55 196 0 0,'0'0'1181'0'0,"2"-10"1860"0"0,3-35 5916 0 0,-4 46-8931 0 0,-1-1-1 0 0,0 0 1 0 0,1 0 0 0 0,-1 0-1 0 0,0 1 1 0 0,1-1 0 0 0,-1 0-1 0 0,0 0 1 0 0,0 1-1 0 0,1-1 1 0 0,-1 0 0 0 0,0 0-1 0 0,0 1 1 0 0,1-1 0 0 0,-1 0-1 0 0,0 1 1 0 0,0-1 0 0 0,0 0-1 0 0,0 1 1 0 0,0-1-1 0 0,1 1 1 0 0,-1-1 0 0 0,0 0-1 0 0,0 1 1 0 0,0-1 0 0 0,0 0-1 0 0,0 1 1 0 0,0-1-1 0 0,0 1 1 0 0,0-1 0 0 0,0 0-1 0 0,-1 1 1 0 0,0 17 870 0 0,0-15-752 0 0,-12 147 1987 0 0,-4 32-1103 0 0,15-168-970 0 0,-28 225 902 0 0,-34 192 1299 0 0,58-394-2099 0 0,-28 116 646 0 0,6-38-526 0 0,27-108-273 0 0,-74 378 1565 0 0,61-277-1059 0 0,13-107-398 0 0,0 7 288 0 0,22-76-6441 0 0,-2 21-2977 0 0,-8 22 919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0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32 992 0 0,'0'0'2806'0'0,"-5"-30"2974"0"0,4 28-5276 0 0,-1 6-119 0 0,-3 15 125 0 0,-2 26 181 0 0,-31 296 1946 0 0,-12 140-546 0 0,21-218-1124 0 0,29-261-1003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0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24 1044 0 0,'6'-24'9751'0'0,"-5"34"-8886"0"0,-4 49 293 0 0,-3-1 1 0 0,-20 82-1 0 0,4-22-380 0 0,-56 309 603 0 0,63-349-1187 0 0,4-19-86 0 0,-23 136 65 0 0,32-186 427 0 0,2 4-6125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03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7 124 0 0,'8'-6'18686'0'0,"-7"7"-18670"0"0,-1 0 1 0 0,1 0-1 0 0,-1 1 0 0 0,1-1 1 0 0,-1 0-1 0 0,0 1 1 0 0,0-1-1 0 0,1 0 1 0 0,-1 1-1 0 0,0-1 0 0 0,0 1 1 0 0,0-1-1 0 0,0 0 1 0 0,0 1-1 0 0,-1-1 1 0 0,1 2-1 0 0,-6 28 25 0 0,5-26-5 0 0,-1 13 506 0 0,2-1 0 0 0,1 25 0 0 0,1-5-418 0 0,0 47 894 0 0,0-43-449 0 0,-2 1 0 0 0,-9 76 0 0 0,-44 223-300 0 0,-16 43 2296 0 0,-1-49-945 0 0,57-283-1462 0 0,7-28-116 0 0,-4 30 1 0 0,2-27-11 0 0,6-25-24 0 0,2 1 1 0 0,-1-1 0 0 0,0 0 0 0 0,0 0-1 0 0,1 1 1 0 0,-1-1 0 0 0,1 0 0 0 0,0 1-1 0 0,-1-1 1 0 0,1 1 0 0 0,0 1 0 0 0,0 9-1113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0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90 888 0 0,'0'0'10594'0'0,"11"-9"-10329"0"0,82-6-61 0 0,177-6 1 0 0,-220 19-205 0 0,75-5 134 0 0,-123 6-135 0 0,31 1 105 0 0,-29 0-47 0 0,0 0-23 0 0,-3 0-34 0 0,-1 0 0 0 0,0 0 1 0 0,1 0-1 0 0,-1 0 0 0 0,1 0 0 0 0,-1 0 0 0 0,1 0 0 0 0,-1 0 0 0 0,0 0 0 0 0,1 0 1 0 0,-1 0-1 0 0,1 0 0 0 0,-1 0 0 0 0,1-1 0 0 0,-1 1 0 0 0,0 0 0 0 0,1 0 0 0 0,-1 0 1 0 0,0-1-1 0 0,1 1 0 0 0,-1 0 0 0 0,1-1 0 0 0,-1 0-106 0 0,0 1 1 0 0,0-1-1 0 0,0 0 0 0 0,0 0 1 0 0,0 0-1 0 0,-1 0 0 0 0,1 0 1 0 0,0 1-1 0 0,0-1 0 0 0,-1 0 1 0 0,1 0-1 0 0,0 0 0 0 0,-1 1 0 0 0,1-1 1 0 0,-1 0-1 0 0,1 0 0 0 0,-1 1 1 0 0,1-1-1 0 0,-1 0 0 0 0,0 1 1 0 0,1-1-1 0 0,-1 1 0 0 0,0-1 1 0 0,1 1-1 0 0,-1-1 0 0 0,0 1 1 0 0,0-1-1 0 0,0 1 0 0 0,1 0 0 0 0,-2-1 1 0 0,-12-9-4439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04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51 996 0 0,'11'-27'7524'0'0,"-5"10"-4996"0"0,-2 11-1444 0 0,-3 15-1068 0 0,0 1-1 0 0,0-1 1 0 0,-1 0 0 0 0,-1 12 0 0 0,0 2 2 0 0,1-21 5 0 0,2 12 83 0 0,-1 1-87 0 0,0 1 0 0 0,-1-1 0 0 0,0 1 1 0 0,-4 17-1 0 0,-15 69-162 0 0,9-50 154 0 0,-61 457-495 0 0,52-289-5433 0 0,16-173 2400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1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 60 0 0,'0'0'2397'0'0,"-1"-18"-1040"0"0,14 6-2736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13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36 296 0 0,'-13'-24'6639'0'0,"16"12"-6431"0"0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3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 0 0,'0'0'3704'0'0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3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27 1368 0 0,'0'0'1507'0'0,"2"-26"6727"0"0,-6 36-4226 0 0,-16 65-2238 0 0,-66 361 3334 0 0,80-403-4728 0 0,2-17 855 0 0,1 0 0 0 0,-1 27 0 0 0,3-36-747 0 0,1-12-5 0 0,0 3-694 0 0,0 1 1 0 0,0-1-1 0 0,1 0 0 0 0,-1 0 0 0 0,0 0 0 0 0,1 0 0 0 0,0 0 0 0 0,-1 0 0 0 0,1 1 0 0 0,0-1 0 0 0,1-2 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1:4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77 660 0 0,'-2'-26'6789'0'0,"-3"6"-2826"0"0,3-6 2687 0 0,2 26-6594 0 0,0 0 1 0 0,-2-4 1591 0 0,2 4-1591 0 0,0 0 0 0 0,0 0-1 0 0,0 0 1 0 0,-1 0 0 0 0,1-1 0 0 0,0 1 0 0 0,0 0-1 0 0,0 0 1 0 0,0 0 0 0 0,0 0 0 0 0,-1 0 0 0 0,1 0 0 0 0,0 0-1 0 0,0 0 1 0 0,0 0 0 0 0,0 0 0 0 0,-1 1 0 0 0,-3 8 1096 0 0,-2 25-797 0 0,5-27-14 0 0,-13 58 159 0 0,-43 124-1 0 0,50-171-398 0 0,-29 75 2572 0 0,36-92-2342 0 0,0 0-282 0 0,0-1 0 0 0,0 1 0 0 0,0-1 0 0 0,0 1 0 0 0,0-1 1 0 0,0 1-1 0 0,0-1 0 0 0,0 0 0 0 0,-1 1 0 0 0,1-1 0 0 0,0 1 0 0 0,0-1 0 0 0,0 1 0 0 0,0-1 1 0 0,-1 0-1 0 0,1 1 0 0 0,0-1 0 0 0,0 1 0 0 0,-1-1 0 0 0,1 0 0 0 0,0 1 0 0 0,-1-1 1 0 0,1 0-1 0 0,0 1 0 0 0,-1-1 0 0 0,1 0 0 0 0,-1 0 0 0 0,1 1 0 0 0,-2 0 457 0 0,8-3-412 0 0,1 1-226 0 0,277-76-4046 0 0,-277 76 4115 0 0,-1-1 1 0 0,0 0-1 0 0,0 0 1 0 0,0-1-1 0 0,0 1 0 0 0,-1-2 1 0 0,1 1-1 0 0,-1 0 1 0 0,0-1-1 0 0,6-5 0 0 0,-8 6 63 0 0,0 0 0 0 0,-1 0 0 0 0,1-1-1 0 0,-1 1 1 0 0,0-1 0 0 0,1 0-1 0 0,-2 0 1 0 0,1 1 0 0 0,0-1 0 0 0,-1 0-1 0 0,0-1 1 0 0,0 1 0 0 0,0 0-1 0 0,0 0 1 0 0,-1 0 0 0 0,0-8 0 0 0,-6-32 1643 0 0,5 42-1421 0 0,-6-17 568 0 0,-11 149-412 0 0,8-40-238 0 0,-28 173-683 0 0,6-42-3447 0 0,-4-1-7982 0 0,25-157 3811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3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17 700 0 0,'0'0'7730'0'0,"-10"-16"-6907"0"0,-2 17-5669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3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0 688 0 0,'0'0'52'0'0,"0"1"1"0"0,0-1-1 0 0,0 0 0 0 0,0 0 0 0 0,-1 0 1 0 0,1 0-1 0 0,0 1 0 0 0,0-1 1 0 0,0 0-1 0 0,0 0 0 0 0,0 0 0 0 0,0 1 1 0 0,0-1-1 0 0,0 0 0 0 0,0 0 1 0 0,0 1-1 0 0,-1-1 0 0 0,1 0 0 0 0,0 0 1 0 0,0 0-1 0 0,0 1 0 0 0,0-1 1 0 0,1 0-1 0 0,-1 0 0 0 0,0 1 0 0 0,0-1 1 0 0,0 0-1 0 0,0 0 0 0 0,0 0 1 0 0,0 1-1 0 0,0-1 0 0 0,0 0 0 0 0,0 0 1 0 0,0 0-1 0 0,1 1 0 0 0,-1-1 1 0 0,0 0-1 0 0,0 0 0 0 0,0 0 0 0 0,0 0 1 0 0,1 1-1 0 0,-1-1 0 0 0,0 0 1 0 0,0 0-1 0 0,0 0 0 0 0,1 0 0 0 0,-1 0 1 0 0,0 0-1 0 0,0 0 0 0 0,0 0 1 0 0,1 0-1 0 0,-1 0 0 0 0,0 1 0 0 0,0-1 1 0 0,1 0-1 0 0,-1 0 0 0 0,0 0 1 0 0,0 0-1 0 0,0-1 0 0 0,1 1 0 0 0,-1 0 1 0 0,0 0-1 0 0,0 0 0 0 0,1 0 1 0 0,-1 0-1 0 0,0 0 0 0 0,0 0 0 0 0,0 0 1 0 0,1-1-1 0 0,2 2-989 0 0,-1-1-70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38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37 432 0 0,'0'0'1546'0'0,"8"-18"5379"0"0,-8 17-6632 0 0,-1 0-1 0 0,1 0 0 0 0,-1 0 0 0 0,1 0 0 0 0,-1 0 0 0 0,1 0 0 0 0,-1 0 0 0 0,0 0 0 0 0,1 0 0 0 0,-1 0 0 0 0,0 0 0 0 0,0 0 0 0 0,0 1 0 0 0,1-1 0 0 0,-1 0 0 0 0,0 1 0 0 0,0-1 0 0 0,0 1 0 0 0,0-1 0 0 0,-1 0 0 0 0,0 1-211 0 0,1 0 0 0 0,0 0 0 0 0,-1 0-1 0 0,1 0 1 0 0,0 0 0 0 0,-1 0 0 0 0,1 0 0 0 0,0 0 0 0 0,-1 1 0 0 0,1-1 0 0 0,0 0-1 0 0,-1 1 1 0 0,0 0 0 0 0,-48 22 816 0 0,33-11-864 0 0,1 1 1 0 0,1 0-1 0 0,0 1 1 0 0,1 0-1 0 0,0 2 0 0 0,1-1 1 0 0,-18 29-1 0 0,25-33-57 0 0,-1 0 0 0 0,1 0 0 0 0,1 1 0 0 0,0 0 0 0 0,1 0-1 0 0,0 0 1 0 0,1 0 0 0 0,0 1 0 0 0,1-1 0 0 0,0 1 0 0 0,1 0 0 0 0,0 0-1 0 0,2 19 1 0 0,0-25 29 0 0,1 0 0 0 0,-1 0 1 0 0,1-1-1 0 0,1 1 0 0 0,-1 0 0 0 0,1-1 0 0 0,0 1 0 0 0,0-1 0 0 0,1 0 1 0 0,0 0-1 0 0,0 0 0 0 0,1-1 0 0 0,7 8 0 0 0,-5-6-11 0 0,1-1 0 0 0,0 0 0 0 0,0 0-1 0 0,0-1 1 0 0,1 0 0 0 0,0-1 0 0 0,0 1 0 0 0,0-2-1 0 0,10 4 1 0 0,-6-4 91 0 0,1 0 1 0 0,-1 0-1 0 0,0-1 1 0 0,1-1-1 0 0,0 0 0 0 0,-1-1 1 0 0,1-1-1 0 0,-1 0 1 0 0,1 0-1 0 0,-1-2 0 0 0,0 1 1 0 0,1-2-1 0 0,-1 0 1 0 0,17-8-1 0 0,-23 9 130 0 0,1-2 0 0 0,-1 1-1 0 0,0-1 1 0 0,0 0 0 0 0,0-1 0 0 0,0 0 0 0 0,-1 0-1 0 0,0 0 1 0 0,-1-1 0 0 0,1 1 0 0 0,-1-2 0 0 0,6-10-1 0 0,-6 8-136 0 0,-1-1-1 0 0,0 1 0 0 0,0-1 0 0 0,-1 0 0 0 0,-1 0 0 0 0,0 0 0 0 0,0 0 0 0 0,-1 0 1 0 0,-1-14-1 0 0,0 10-60 0 0,0 0 0 0 0,-2 0 0 0 0,0 0 1 0 0,0 1-1 0 0,-1-1 0 0 0,-1 1 1 0 0,-1 0-1 0 0,0 0 0 0 0,-8-15 0 0 0,10 23-36 0 0,0 0-1 0 0,-1 1 0 0 0,0-1 1 0 0,0 1-1 0 0,0 0 0 0 0,-1 0 1 0 0,0 0-1 0 0,0 0 0 0 0,0 1 1 0 0,0 0-1 0 0,-1 0 0 0 0,1 1 0 0 0,-1-1 1 0 0,0 1-1 0 0,0 0 0 0 0,0 1 1 0 0,-1-1-1 0 0,1 1 0 0 0,-1 1 1 0 0,1-1-1 0 0,-1 1 0 0 0,-9-1 1 0 0,3 2-786 0 0,-1 0 1 0 0,0 1 0 0 0,-21 3-1 0 0,24-2-583 0 0,-1 1 0 0 0,1 1 0 0 0,0 0 0 0 0,-15 7-1 0 0,21-8 376 0 0,-9 4-3835 0 0,4 1 1703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3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0 376 0 0,'0'0'808'0'0,"12"2"1044"0"0,1 1-824 0 0,-1 1-876 0 0,0 1-652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 1008 0 0,'0'0'2776'0'0,"-4"-10"331"0"0,4 10-3132 0 0,-1-1 0 0 0,1 1-1 0 0,0 0 1 0 0,0 0-1 0 0,0 0 1 0 0,0-1 0 0 0,0 1-1 0 0,0 0 1 0 0,0 0-1 0 0,0 0 1 0 0,0 0 0 0 0,0-1-1 0 0,-1 1 1 0 0,1 0 0 0 0,0 0-1 0 0,0 0 1 0 0,0 0-1 0 0,0-1 1 0 0,0 1 0 0 0,-1 0-1 0 0,1 0 1 0 0,0 0-1 0 0,0 0 1 0 0,0 0 0 0 0,-1 0-1 0 0,1 0 1 0 0,0 0 0 0 0,0 0-1 0 0,0 0 1 0 0,-1-1-1 0 0,1 1 1 0 0,0 0 0 0 0,0 0-1 0 0,0 0 1 0 0,-1 0-1 0 0,1 0 1 0 0,0 1 0 0 0,0-1-1 0 0,0 0 1 0 0,-1 0 0 0 0,1 0-1 0 0,0 0 1 0 0,0 0-1 0 0,0 0 1 0 0,-1 0 0 0 0,1 0-1 0 0,0 0 1 0 0,0 0 0 0 0,0 1-1 0 0,0-1 1 0 0,-1 0-1 0 0,1 0 1 0 0,0 0 0 0 0,0 0-1 0 0,0 0 1 0 0,0 1-1 0 0,0-1 1 0 0,0 0 0 0 0,-1 0-1 0 0,1 0 1 0 0,0 1 0 0 0,0-1-1 0 0,0 0 1 0 0,0 1-21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2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168 168 976 0 0,'12'-31'5095'0'0,"-9"16"-3639"0"0,-1-2 2226 0 0,-7 15-2392 0 0,-6 7-1136 0 0,0 2-103 0 0,0 0 1 0 0,1 1-1 0 0,0 1 0 0 0,1 0 0 0 0,0 0 0 0 0,0 0 1 0 0,1 1-1 0 0,-9 14 0 0 0,4-5-21 0 0,2 1 0 0 0,0 1 0 0 0,-16 40 0 0 0,25-53-26 0 0,-1 0 1 0 0,1 0-1 0 0,0 0 1 0 0,1 0-1 0 0,0 1 0 0 0,0-1 1 0 0,1 0-1 0 0,0 0 1 0 0,0 1-1 0 0,1-1 1 0 0,0 0-1 0 0,4 13 1 0 0,-3-16 15 0 0,0 0 1 0 0,0 0-1 0 0,0 0 1 0 0,1 0 0 0 0,0 0-1 0 0,0-1 1 0 0,0 1-1 0 0,1-1 1 0 0,-1 0 0 0 0,1 0-1 0 0,0 0 1 0 0,0 0 0 0 0,0-1-1 0 0,1 0 1 0 0,-1 1-1 0 0,1-2 1 0 0,0 1 0 0 0,0 0-1 0 0,9 2 1 0 0,3 0 104 0 0,-1 0-1 0 0,1-2 1 0 0,0 0 0 0 0,0-1-1 0 0,1 0 1 0 0,-1-2 0 0 0,0 0-1 0 0,0-1 1 0 0,0-1 0 0 0,1 0-1 0 0,-1-1 1 0 0,-1-1 0 0 0,1-1 0 0 0,27-11-1 0 0,-27 9 91 0 0,-2 0 0 0 0,1-1 0 0 0,-1-1 0 0 0,0 0-1 0 0,-1-1 1 0 0,0-1 0 0 0,-1 0 0 0 0,0-1 0 0 0,-1 0 0 0 0,0-1 0 0 0,-1 0-1 0 0,0-1 1 0 0,-1-1 0 0 0,12-23 0 0 0,-16 26-142 0 0,-2 0-1 0 0,1 0 1 0 0,-2-1-1 0 0,1 1 1 0 0,-2-1-1 0 0,0 0 1 0 0,0 1-1 0 0,-1-1 1 0 0,-1 0-1 0 0,0 0 1 0 0,-1 0 0 0 0,0 0-1 0 0,-4-15 1 0 0,4 21-70 0 0,-1 0 1 0 0,0 0-1 0 0,-1 1 0 0 0,0 0 1 0 0,1-1-1 0 0,-2 1 1 0 0,1 0-1 0 0,-1 0 0 0 0,0 1 1 0 0,0-1-1 0 0,-1 1 1 0 0,1 0-1 0 0,-1 0 1 0 0,0 0-1 0 0,-1 1 0 0 0,1 0 1 0 0,-1 0-1 0 0,0 0 1 0 0,0 1-1 0 0,0-1 1 0 0,0 2-1 0 0,-1-1 0 0 0,1 1 1 0 0,-1-1-1 0 0,0 2 1 0 0,-7-2-1 0 0,7 2-476 0 0,-1 1-1 0 0,1 0 0 0 0,0 0 1 0 0,-1 0-1 0 0,1 1 1 0 0,0 0-1 0 0,0 0 1 0 0,-1 1-1 0 0,1 0 1 0 0,0 1-1 0 0,1-1 1 0 0,-1 1-1 0 0,0 0 0 0 0,-10 8 1 0 0,-2 2-3264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1 808 0 0,'0'0'937'0'0,"-15"2"1438"0"0,-6 7-3305 0 0,13-6 144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4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1 296 0 0,'0'0'764'0'0,"-8"5"1280"0"0,26-7-3104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5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251 148 1548 0 0,'-1'-8'1232'0'0,"0"1"-1"0"0,-1 0 1 0 0,-1 0-1 0 0,1 0 1 0 0,-1 0-1 0 0,0 0 1 0 0,0 0-1 0 0,-8-10 1 0 0,9 15-696 0 0,-6-8 1027 0 0,7 10-1535 0 0,0-1 1 0 0,0 1-1 0 0,0 0 0 0 0,0-1 1 0 0,0 1-1 0 0,0 0 1 0 0,0-1-1 0 0,0 1 1 0 0,0 0-1 0 0,0 0 1 0 0,0 0-1 0 0,-1 0 1 0 0,1 0-1 0 0,0 0 0 0 0,0 0 1 0 0,0 0-1 0 0,0 1 1 0 0,0-1-1 0 0,0 0 1 0 0,0 1-1 0 0,0-1 1 0 0,0 1-1 0 0,0-1 0 0 0,0 1 1 0 0,0-1-1 0 0,0 1 1 0 0,0 0-1 0 0,0-1 1 0 0,1 1-1 0 0,-1 0 1 0 0,0 0-1 0 0,0 0 0 0 0,0 1 1 0 0,-29 38 25 0 0,24-30 41 0 0,-8 11 38 0 0,2 1 0 0 0,0 0 0 0 0,2 1 0 0 0,-12 36 0 0 0,10-17 122 0 0,-13 76 1 0 0,24-111-236 0 0,1 1 1 0 0,-1 0 0 0 0,1-1-1 0 0,1 1 1 0 0,0 0-1 0 0,0-1 1 0 0,0 1-1 0 0,1-1 1 0 0,0 0-1 0 0,0 1 1 0 0,1-1-1 0 0,0 0 1 0 0,7 13-1 0 0,-7-15 46 0 0,1 0 0 0 0,-1-1 0 0 0,1 0-1 0 0,-1 1 1 0 0,1-1 0 0 0,1 0 0 0 0,-1-1 0 0 0,0 1-1 0 0,1-1 1 0 0,0 0 0 0 0,0 0 0 0 0,0 0-1 0 0,0-1 1 0 0,0 1 0 0 0,0-1 0 0 0,1-1-1 0 0,-1 1 1 0 0,1-1 0 0 0,6 1 0 0 0,4-1 114 0 0,-1-2 1 0 0,0 1 0 0 0,0-2-1 0 0,0 0 1 0 0,0-1 0 0 0,-1 0-1 0 0,1-1 1 0 0,-1-1 0 0 0,0 0-1 0 0,0-1 1 0 0,0-1 0 0 0,-1 0-1 0 0,16-11 1 0 0,-4 1 220 0 0,-1-1 1 0 0,-1-2-1 0 0,0 0 1 0 0,-2-1-1 0 0,33-41 0 0 0,-45 50-153 0 0,0-1 0 0 0,-1-1-1 0 0,0 1 1 0 0,-1-1-1 0 0,-1-1 1 0 0,0 1-1 0 0,-1-1 1 0 0,6-26-1 0 0,-10 35-189 0 0,0-1 0 0 0,0 0 0 0 0,0 0 0 0 0,-1 0 0 0 0,0 0 0 0 0,-1 0 0 0 0,1 0 0 0 0,-1 1 0 0 0,0-1 0 0 0,-1 0 0 0 0,0 0 0 0 0,0 1-1 0 0,0-1 1 0 0,-1 1 0 0 0,0 0 0 0 0,0-1 0 0 0,-1 2 0 0 0,1-1 0 0 0,-1 0 0 0 0,-1 1 0 0 0,-8-10 0 0 0,1 5-206 0 0,0 1-1 0 0,-1 0 1 0 0,0 1 0 0 0,0 0 0 0 0,0 1-1 0 0,-1 1 1 0 0,0 0 0 0 0,-1 1 0 0 0,1 1 0 0 0,-1 0-1 0 0,0 1 1 0 0,0 0 0 0 0,0 1 0 0 0,0 1-1 0 0,0 0 1 0 0,-27 3 0 0 0,17 0-1304 0 0,-1 2 1 0 0,1 0 0 0 0,-41 14-1 0 0,36-8-2106 0 0,1 2-1 0 0,-43 23 1 0 0,42-17-2103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88 712 0 0,'0'0'11582'0'0,"-23"-5"-6430"0"0,19 6-5119 0 0,-1 0 0 0 0,1 1 0 0 0,0-1 0 0 0,0 1 0 0 0,0 0 0 0 0,0 1 0 0 0,0-1 0 0 0,1 0 1 0 0,-1 1-1 0 0,1 0 0 0 0,-1 0 0 0 0,1 0 0 0 0,0 0 0 0 0,-5 8 0 0 0,-7 9 183 0 0,-17 29 0 0 0,28-42-157 0 0,-12 18 43 0 0,2 1 0 0 0,0 1 0 0 0,2 0 0 0 0,1 0 0 0 0,1 1 0 0 0,1 1 0 0 0,-8 53 0 0 0,16-76-87 0 0,1 1 1 0 0,-1-1-1 0 0,2 0 0 0 0,-1 0 0 0 0,1 0 0 0 0,0 0 1 0 0,0 0-1 0 0,0 0 0 0 0,1 0 0 0 0,0 0 0 0 0,0-1 1 0 0,6 10-1 0 0,-6-11 6 0 0,1 0 1 0 0,0 0-1 0 0,0 0 1 0 0,0-1-1 0 0,1 1 1 0 0,0-1-1 0 0,-1 0 1 0 0,1 0-1 0 0,0 0 1 0 0,0-1-1 0 0,0 1 1 0 0,1-1-1 0 0,-1 0 1 0 0,1 0-1 0 0,-1-1 1 0 0,7 3-1 0 0,3-2 104 0 0,-1 0-1 0 0,1-1 0 0 0,0 0 0 0 0,-1-1 0 0 0,1 0 0 0 0,-1-1 0 0 0,1-1 1 0 0,0 0-1 0 0,-1-1 0 0 0,0-1 0 0 0,0 0 0 0 0,0 0 0 0 0,0-1 0 0 0,-1-1 0 0 0,0 0 1 0 0,16-11-1 0 0,-12 6 122 0 0,0 0 0 0 0,0-1 1 0 0,-1-1-1 0 0,-1 0 1 0 0,0-1-1 0 0,-1-1 0 0 0,-1 0 1 0 0,0-1-1 0 0,-1 0 1 0 0,17-32-1 0 0,-23 38-182 0 0,-1-1 0 0 0,0 1 0 0 0,-1-1 1 0 0,0 0-1 0 0,-1 0 0 0 0,0 0 0 0 0,0-1 0 0 0,-1 1 1 0 0,-1 0-1 0 0,0 0 0 0 0,-1-1 0 0 0,0 1 0 0 0,-3-13 0 0 0,2 14-75 0 0,-1 0-1 0 0,0 1 0 0 0,-1-1 0 0 0,0 1 0 0 0,-1 0 0 0 0,0 0 0 0 0,0 1 1 0 0,-1 0-1 0 0,0 0 0 0 0,0 0 0 0 0,-1 0 0 0 0,0 1 0 0 0,0 0 1 0 0,-17-11-1 0 0,8 8-448 0 0,0 1 1 0 0,0 0-1 0 0,-1 1 1 0 0,0 1-1 0 0,0 1 1 0 0,-1 0-1 0 0,0 2 1 0 0,0 0-1 0 0,0 0 1 0 0,-30 0-1 0 0,-9 3-3167 0 0,0 2 1 0 0,-66 10-1 0 0,33 0-3388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48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0 528 0 0,'0'0'172'0'0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2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 1072 0 0,'0'0'9870'0'0,"5"10"-9308"0"0,-11 33 1281 0 0,3-16-635 0 0,-11 47 0 0 0,-126 418 1265 0 0,102-327-1232 0 0,-22 227-1 0 0,59-383-1200 0 0,-53 517 2212 0 0,51-490-2125 0 0,-23 184 1027 0 0,23-203-986 0 0,2-1 1 0 0,-1 27 0 0 0,2-40-143 0 0,0-1-29 0 0,2-41-16049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45 205 96 0 0,'0'0'1802'0'0,"-16"-4"952"0"0,6 2-2099 0 0,-9-5 4134 0 0,26 4-4264 0 0,-5 2-404 0 0,45-6 615 0 0,654-29 798 0 0,-592 33-1395 0 0,716 3 413 0 0,547 36-220 0 0,-262-55 534 0 0,-418-13 6 0 0,137-32-839 0 0,-41 17 67 0 0,1 32-104 0 0,568 22-64 0 0,-819 0 41 0 0,-43-1 21 0 0,545 3-53 0 0,-967-12-1882 0 0,-69 3 1080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5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6 164 172 0 0,'0'0'5939'0'0,"3"0"-5349"0"0,9 0 4637 0 0,-6-8-4547 0 0,-10 0-460 0 0,3 7-207 0 0,1-1 0 0 0,-1 1 0 0 0,0-1 0 0 0,0 1-1 0 0,1-1 1 0 0,-1 1 0 0 0,0 0 0 0 0,-1-1 0 0 0,1 1 0 0 0,0 0 0 0 0,0 0 0 0 0,0 0-1 0 0,-1 0 1 0 0,-1-1 5 0 0,3 1-23 0 0,-1 1 0 0 0,1 0 0 0 0,-1 0-1 0 0,1-1 1 0 0,0 1 0 0 0,-1 0 0 0 0,1-1 0 0 0,0 1 0 0 0,-1 0 0 0 0,1-1 0 0 0,0 1 0 0 0,0 0 0 0 0,-1-1-1 0 0,1 1 1 0 0,0-1 0 0 0,0 1 0 0 0,0-1 0 0 0,0 1 0 0 0,-1-1 0 0 0,5-2 4 0 0,1 1 1 0 0,-1 0 0 0 0,0 0-1 0 0,1 1 1 0 0,0-1-1 0 0,-1 1 1 0 0,1 0 0 0 0,0 1-1 0 0,-1-1 1 0 0,7 1-1 0 0,18-5 13 0 0,72-15-13 0 0,26-7-17 0 0,-51 6 53 0 0,-74 20 25 0 0,28-17 199 0 0,-18 6 2246 0 0,-12 12-2464 0 0,0 0-20 0 0,0 0 0 0 0,0 0 0 0 0,0 0 0 0 0,0 0 166 0 0,0 0-166 0 0,-11 25 126 0 0,1-5-15 0 0,-4 11-147 0 0,-11 22-126 0 0,3 1-1 0 0,2 1 1 0 0,-18 82-1 0 0,34-99-2686 0 0,8-14-3089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6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91 16 0 0,'-8'-6'8603'0'0,"7"6"-8531"0"0,1 0-1 0 0,0 0 1 0 0,-1 0 0 0 0,1 0 0 0 0,0 0 0 0 0,0 0-1 0 0,-1-1 1 0 0,1 1 0 0 0,0 0 0 0 0,0 0 0 0 0,-1 0-1 0 0,1 0 1 0 0,0 0 0 0 0,0 0 0 0 0,-1 0 0 0 0,1-1-1 0 0,0 1 1 0 0,0 0 0 0 0,-1 0 0 0 0,1 0 0 0 0,0-1-1 0 0,0 1 1 0 0,0 0 0 0 0,0 0 0 0 0,-1 0 0 0 0,1-1 0 0 0,0 1-1 0 0,0 0 1 0 0,0-1 0 0 0,0 1 0 0 0,0 0 0 0 0,0 0-1 0 0,0-1 1 0 0,0 1 0 0 0,0 0 0 0 0,0 0 0 0 0,0-1-1 0 0,0 1 1 0 0,0 0 0 0 0,0-1 0 0 0,0 1 0 0 0,0 0-1 0 0,0 0 1 0 0,0-1 0 0 0,0 1 0 0 0,0 0 0 0 0,0 0-1 0 0,0-1 1 0 0,0 1 0 0 0,1 0 0 0 0,-1 0 0 0 0,0-1-1 0 0,0 1 1 0 0,0 0 0 0 0,0 0 0 0 0,1 0 0 0 0,-1-1-1 0 0,0 1 1 0 0,0 0 0 0 0,0 0 0 0 0,1 0 0 0 0,-1 0-1 0 0,0-1 1 0 0,0 1 0 0 0,1 0 0 0 0,25-9-558 0 0,-13 4 833 0 0,113-38-339 0 0,-73 28-4651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1584 0 0,'0'0'2486'0'0,"-3"0"-1470"0"0,-3 0 308 0 0,2 0-785 0 0,0 0 0 0 0,0 0 0 0 0,-1 0 0 0 0,1 1 0 0 0,0-1-1 0 0,-7 3 1 0 0,9-2-492 0 0,1 0-1 0 0,-1 0 1 0 0,0 0-1 0 0,0 0 0 0 0,1 0 1 0 0,-1 1-1 0 0,1-1 1 0 0,-1 0-1 0 0,1 1 0 0 0,0-1 1 0 0,0 1-1 0 0,-1-1 1 0 0,1 1-1 0 0,0 0 0 0 0,0 0 1 0 0,0-1-1 0 0,1 1 1 0 0,-1 0-1 0 0,0 2 0 0 0,-51 108 1408 0 0,48-100-1476 0 0,2-11 32 0 0,2 1 0 0 0,-1 0 0 0 0,0 0-1 0 0,0 0 1 0 0,1-1 0 0 0,-1 1 0 0 0,0 0 0 0 0,1 0 0 0 0,0 0 0 0 0,0 0-1 0 0,-1 0 1 0 0,1 0 0 0 0,0 0 0 0 0,1 0 0 0 0,-1 0 0 0 0,0 0-1 0 0,0 0 1 0 0,2 3 0 0 0,-1-5-2 0 0,0 1 0 0 0,0 0 0 0 0,1-1 0 0 0,-1 1 0 0 0,0-1 0 0 0,1 0 0 0 0,-1 1 0 0 0,0-1 0 0 0,1 0 0 0 0,-1 0 0 0 0,0 0-1 0 0,1 0 1 0 0,-1 0 0 0 0,0 0 0 0 0,1 0 0 0 0,-1 0 0 0 0,0 0 0 0 0,1-1 0 0 0,-1 1 0 0 0,0-1 0 0 0,1 1 0 0 0,1-2 0 0 0,50-18 280 0 0,-32 11 94 0 0,35-10-1 0 0,-53 18-331 0 0,0 1 0 0 0,-1 0-1 0 0,1-1 1 0 0,0 1 0 0 0,-1 0 0 0 0,1 0 0 0 0,0 0 0 0 0,-1 1 0 0 0,1-1 0 0 0,0 1 0 0 0,-1-1 0 0 0,1 1 0 0 0,-1 0 0 0 0,1 0 0 0 0,-1 0 0 0 0,1 0 0 0 0,-1 1 0 0 0,0-1 0 0 0,1 1 0 0 0,-1-1 0 0 0,0 1 0 0 0,0 0 0 0 0,0 0 0 0 0,0 0 0 0 0,-1 0-1 0 0,1 0 1 0 0,0 0 0 0 0,-1 0 0 0 0,1 1 0 0 0,1 3 0 0 0,0 1 141 0 0,0-1 1 0 0,-1 1-1 0 0,1 0 0 0 0,-1 0 0 0 0,-1 0 0 0 0,1 0 1 0 0,-1 0-1 0 0,-1 0 0 0 0,1 0 0 0 0,-1 9 0 0 0,-1-9-46 0 0,0 0 0 0 0,0 0 0 0 0,0 0 0 0 0,-1-1 0 0 0,0 1 0 0 0,-1-1 0 0 0,1 1 0 0 0,-1-1-1 0 0,0 0 1 0 0,-1 0 0 0 0,1 0 0 0 0,-1 0 0 0 0,0-1 0 0 0,-1 0 0 0 0,1 0 0 0 0,-1 0 0 0 0,0 0 0 0 0,-1-1 0 0 0,1 1 0 0 0,-1-1-1 0 0,1-1 1 0 0,-1 1 0 0 0,0-1 0 0 0,-1 0 0 0 0,-6 2 0 0 0,9-4-108 0 0,0 0-1 0 0,0 0 1 0 0,-1-1 0 0 0,1 1-1 0 0,0-1 1 0 0,0 0 0 0 0,-5-1-1 0 0,4 1 5 0 0,-3 0-44 0 0,0 0-1 0 0,1-1 1 0 0,-1 0 0 0 0,0 0 0 0 0,0-1-1 0 0,1 0 1 0 0,-1 0 0 0 0,1-1-1 0 0,0 0 1 0 0,0 0 0 0 0,-11-7 0 0 0,17 10-150 0 0,0-1 0 0 0,1 1 0 0 0,-1 0 0 0 0,0-1 0 0 0,1 1 0 0 0,-1-1 1 0 0,0 1-1 0 0,1-1 0 0 0,-1 1 0 0 0,1-1 0 0 0,-1 0 0 0 0,1 1 0 0 0,-1-1 0 0 0,1 0 1 0 0,0 1-1 0 0,-1-1 0 0 0,1 0 0 0 0,0 0 0 0 0,-1 1 0 0 0,1-1 0 0 0,0 0 0 0 0,0 0 1 0 0,0 1-1 0 0,0-1 0 0 0,0 0 0 0 0,0 0 0 0 0,0 1 0 0 0,0-1 0 0 0,0 0 0 0 0,0 0 1 0 0,0 0-1 0 0,0 1 0 0 0,0-1 0 0 0,1 0 0 0 0,-1-1 0 0 0,16-20-6644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7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80 186 1672 0 0,'22'-41'16698'0'0,"-32"48"-16465"0"0,8-6-220 0 0,0 0 0 0 0,0 0-1 0 0,1 0 1 0 0,-1 0 0 0 0,0 1 0 0 0,1-1 0 0 0,-1 1 0 0 0,1-1 0 0 0,-3 4 0 0 0,-8 15 16 0 0,0 0 1 0 0,1 1 0 0 0,-13 35 0 0 0,21-47-24 0 0,1 0-1 0 0,-1 0 1 0 0,1 0 0 0 0,1 0 0 0 0,0 0 0 0 0,0 0 0 0 0,1 0 0 0 0,0 1 0 0 0,1-1-1 0 0,-1 0 1 0 0,2 0 0 0 0,3 13 0 0 0,-4-18 0 0 0,1 0 1 0 0,-1 0-1 0 0,1 0 0 0 0,1 0 1 0 0,-1 0-1 0 0,0 0 0 0 0,1-1 0 0 0,0 1 1 0 0,0-1-1 0 0,0 0 0 0 0,0 0 1 0 0,0 0-1 0 0,6 4 0 0 0,-3-3 17 0 0,0-1-1 0 0,1 1 1 0 0,0-1-1 0 0,0 0 1 0 0,0 0 0 0 0,0-1-1 0 0,10 2 1 0 0,0-2 59 0 0,-1 0 1 0 0,1-1-1 0 0,-1 0 1 0 0,1-2 0 0 0,-1 0-1 0 0,25-4 1 0 0,-24 1 26 0 0,-1-1 0 0 0,1 0 0 0 0,-1-1 0 0 0,0 0 0 0 0,0-2 0 0 0,-1 0 0 0 0,0 0 0 0 0,-1-2 0 0 0,0 1 0 0 0,22-21 1 0 0,-21 15 9 0 0,0 0 1 0 0,-1-2 0 0 0,0 0 0 0 0,-1 0-1 0 0,-1-1 1 0 0,-1-1 0 0 0,-1 0 0 0 0,9-22-1 0 0,-17 36-86 0 0,0-1 0 0 0,0 0-1 0 0,0 0 1 0 0,-1-1-1 0 0,0 1 1 0 0,0 0 0 0 0,0 0-1 0 0,-1-1 1 0 0,0 1-1 0 0,0 0 1 0 0,0-1 0 0 0,-1 1-1 0 0,0 0 1 0 0,-1 0-1 0 0,1 0 1 0 0,-1 0 0 0 0,-3-7-1 0 0,2 7-24 0 0,-1 0 0 0 0,0 0 0 0 0,0 0 0 0 0,0 0 0 0 0,-1 1 0 0 0,1-1 0 0 0,-2 1-1 0 0,1 0 1 0 0,0 1 0 0 0,-1-1 0 0 0,0 1 0 0 0,0 0 0 0 0,0 1 0 0 0,-13-6 0 0 0,7 4-4 0 0,0 1 0 0 0,-1 1 0 0 0,0 0 0 0 0,1 1 0 0 0,-1 0 1 0 0,0 1-1 0 0,0 0 0 0 0,0 1 0 0 0,0 1 0 0 0,0 0 0 0 0,-19 4 0 0 0,20-2-258 0 0,1 0 0 0 0,-1 0 0 0 0,1 1 0 0 0,0 1 0 0 0,-16 9 0 0 0,20-10-318 0 0,1 0 0 0 0,-1 1 0 0 0,1 0 0 0 0,0 0-1 0 0,0 0 1 0 0,1 1 0 0 0,-1 0 0 0 0,-7 11 0 0 0,3 9-3861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8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332 108 1816 0 0,'7'-19'9680'0'0,"-20"-19"-2121"0"0,12 37-7108 0 0,1 0-412 0 0,0 1 0 0 0,0-1-1 0 0,0 1 1 0 0,0-1 0 0 0,0 1-1 0 0,0-1 1 0 0,0 1 0 0 0,-1-1-1 0 0,1 0 1 0 0,0 1-1 0 0,0-1 1 0 0,-1 1 0 0 0,1 0-1 0 0,0-1 1 0 0,-1 1 0 0 0,1-1-1 0 0,-1 1 1 0 0,1-1-1 0 0,0 1 1 0 0,-1 0 0 0 0,1-1-1 0 0,-1 1 1 0 0,1 0 0 0 0,-1 0-1 0 0,1-1 1 0 0,-1 1 0 0 0,1 0-1 0 0,-1 0 1 0 0,1 0-1 0 0,-1 0 1 0 0,1-1 0 0 0,-1 1-1 0 0,0 0 1 0 0,1 0 0 0 0,-1 0-1 0 0,1 0 1 0 0,-1 0 0 0 0,1 0-1 0 0,-1 1 1 0 0,1-1-1 0 0,-1 0 1 0 0,0 0 0 0 0,1 0-1 0 0,-1 0 1 0 0,0 1 0 0 0,-21 8 234 0 0,8 0-188 0 0,2 1-1 0 0,-1 1 0 0 0,1 0 1 0 0,1 0-1 0 0,0 1 0 0 0,-15 23 1 0 0,8-9-41 0 0,2 1 1 0 0,-18 41 0 0 0,28-56-14 0 0,1 1-1 0 0,1-1 1 0 0,0 1-1 0 0,1 0 1 0 0,0 0-1 0 0,-1 21 1 0 0,4-29-29 0 0,-1-1-1 0 0,1 1 1 0 0,1 0 0 0 0,-1 0 0 0 0,1-1-1 0 0,0 1 1 0 0,0-1 0 0 0,0 1 0 0 0,0-1 0 0 0,1 1-1 0 0,0-1 1 0 0,0 0 0 0 0,0 1 0 0 0,0-1-1 0 0,1 0 1 0 0,0-1 0 0 0,-1 1 0 0 0,1 0-1 0 0,1-1 1 0 0,-1 0 0 0 0,8 6 0 0 0,-4-4 7 0 0,0-1-1 0 0,0 0 1 0 0,1 0 0 0 0,-1-1 0 0 0,1 1 0 0 0,0-2 0 0 0,0 1 0 0 0,0-1 0 0 0,1-1 0 0 0,-1 0-1 0 0,0 0 1 0 0,12 0 0 0 0,-8-1 5 0 0,0-2 0 0 0,0 1 0 0 0,0-2-1 0 0,0 1 1 0 0,0-1 0 0 0,0-1 0 0 0,20-10 0 0 0,-13 4-1 0 0,0-1 1 0 0,-1 0-1 0 0,0-2 1 0 0,-1 0-1 0 0,-1-1 1 0 0,0 0-1 0 0,-1-1 1 0 0,0-1-1 0 0,16-24 0 0 0,-26 33-11 0 0,-1 0 0 0 0,0 0 0 0 0,0 0-1 0 0,0-1 1 0 0,-1 0 0 0 0,0 0 0 0 0,0 0-1 0 0,-1 0 1 0 0,0 0 0 0 0,-1 0 0 0 0,2-13-1 0 0,-4 16-2 0 0,1 0-1 0 0,0-1 0 0 0,-1 1 1 0 0,0 0-1 0 0,0 0 0 0 0,-1 0 1 0 0,1-1-1 0 0,-1 1 0 0 0,0 1 1 0 0,0-1-1 0 0,-1 0 0 0 0,0 1 1 0 0,0-1-1 0 0,0 1 0 0 0,0 0 0 0 0,0 0 1 0 0,-1 0-1 0 0,0 0 0 0 0,-4-3 1 0 0,-7-4-122 0 0,0 1 0 0 0,0 1 0 0 0,0 0 0 0 0,-1 1 0 0 0,-1 0 0 0 0,1 2 0 0 0,-21-6 0 0 0,-10 0-1723 0 0,-67-9 0 0 0,-20 10-4194 0 0,78 8 1290 0 0,18 0-263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4:5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11 948 0 0,'6'-3'1142'0'0,"10"-5"4402"0"0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0 1612 0 0,'0'0'10102'0'0,"5"9"-9018"0"0,-7 23 149 0 0,-10 52 1 0 0,5-42-953 0 0,-28 245 463 0 0,14-104-112 0 0,-49 290 1618 0 0,-59 238 2443 0 0,89-510-3845 0 0,8-65-292 0 0,10-61-1197 0 0,21-73 39 0 0,10-5-3332 0 0,-2 0 2959 0 0,0-1 0 0 0,0 0-1 0 0,-1 0 1 0 0,0 0 0 0 0,0 0 0 0 0,0-1 0 0 0,5-6-1 0 0,8-4-2588 0 0,10-9-2758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9 244 0 0,'-1'-8'9903'0'0,"1"25"-9249"0"0,-1 0 0 0 0,0 1 0 0 0,-1-1 0 0 0,-8 31 1 0 0,3-10-50 0 0,-23 106 660 0 0,-8 48 1138 0 0,-28 181-152 0 0,42-253-1872 0 0,-7 54 680 0 0,-9 220-1 0 0,30-118-274 0 0,-3 52-65 0 0,6-203-431 0 0,-10 138 569 0 0,4-105 185 0 0,12-143-565 0 0,1-16-475 0 0,0 1 0 0 0,0 0-1 0 0,0 0 1 0 0,0 0 0 0 0,0 0 0 0 0,0 0 0 0 0,0 0 0 0 0,0 0 0 0 0,0 0 0 0 0,0 0 0 0 0,1 0 0 0 0,-1 0 0 0 0,0 0 0 0 0,0 0 0 0 0,0 0 0 0 0,0 0 0 0 0,0-1 0 0 0,0 1 0 0 0,0 0 0 0 0,0 0 0 0 0,0 0-1 0 0,0 0 1 0 0,0 0 0 0 0,0 0 0 0 0,0 0 0 0 0,0 0 0 0 0,0 0 0 0 0,0 0 0 0 0,0 0 0 0 0,0 0 0 0 0,0 0 0 0 0,1 0 0 0 0,-1 0 0 0 0,0 0 0 0 0,0 0 0 0 0,0 0 0 0 0,0 0 0 0 0,0 0 0 0 0,0 0 0 0 0,0 0 0 0 0,0 0-1 0 0,0 0 1 0 0,0 0 0 0 0,0 0 0 0 0,0 0 0 0 0,0 0 0 0 0,0 0 0 0 0,1 0 0 0 0,-1 0 0 0 0,0 0 0 0 0,0 0 0 0 0,0 0 0 0 0,0 0 0 0 0,0 0 0 0 0,0 0 0 0 0,0 1 0 0 0,0-1 0 0 0,0 0 0 0 0,0 0 0 0 0,0 0 0 0 0,0 0-1 0 0,0 0 1 0 0,0 0 0 0 0,0 0 0 0 0,0 0 0 0 0,0 0 0 0 0,11-24-711 0 0,-5 11-199 0 0,19-33-4200 0 0,34-48 0 0 0,-24 40-577 0 0,-8 10-1128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1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74 1324 0 0,'0'0'1034'0'0,"-13"-18"2137"0"0,8 13-2746 0 0,-4-5-99 0 0,0 2 1 0 0,0-1-1 0 0,-20-12 0 0 0,28 20-760 0 0,-2 1-260 0 0,-12-2-1739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0 240 0 0,'0'0'11611'0'0,"8"9"-10529"0"0,-9-3-759 0 0,-49 237 5826 0 0,-50 166-3285 0 0,64-209-2203 0 0,-11 249 0 0 0,42 88 783 0 0,7-292-181 0 0,-4-188-792 0 0,-11 64 0 0 0,4-74-354 0 0,29-94-6289 0 0,-18 27 2869 0 0,-4-20-6630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31 1408 0 0,'-10'-5'11057'0'0,"10"5"-11030"0"0,0 0 0 0 0,0 0 0 0 0,0 0 0 0 0,0 0 0 0 0,0 0 0 0 0,0 0-1 0 0,0 0 1 0 0,0 0 0 0 0,0 0 0 0 0,0 0 0 0 0,0 0 0 0 0,0-1 0 0 0,0 1 0 0 0,0 0 0 0 0,0 0 0 0 0,0 0 0 0 0,0 0 0 0 0,0 0 0 0 0,0 0 0 0 0,15-2 534 0 0,30-2-538 0 0,-25 2 126 0 0,223-13-233 0 0,-135 13-7608 0 0,-89 2 4135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4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25 948 0 0,'7'-24'11060'0'0,"-18"37"-10634"0"0,0 2 0 0 0,1-1-1 0 0,1 1 1 0 0,-9 19-1 0 0,0 0-50 0 0,-37 57-137 0 0,19-34-1467 0 0,-40 88 0 0 0,58-105-6043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4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22 1044 0 0,'1'-3'785'0'0,"0"1"-1"0"0,0-1 1 0 0,0 1-1 0 0,0-1 1 0 0,0 1-1 0 0,4-5 1 0 0,-3 7-642 0 0,0 0 1 0 0,0 0-1 0 0,0 0 1 0 0,0 0-1 0 0,0 1 1 0 0,1-1-1 0 0,-1 0 1 0 0,0 1-1 0 0,0-1 1 0 0,0 1-1 0 0,0 0 1 0 0,0 0-1 0 0,0 0 1 0 0,-1 0-1 0 0,1 0 1 0 0,0 0-1 0 0,0 0 1 0 0,-1 1-1 0 0,1-1 1 0 0,-1 1-1 0 0,1-1 1 0 0,-1 1-1 0 0,1-1 1 0 0,1 4-1 0 0,6 8 338 0 0,0 0 0 0 0,9 19-1 0 0,-10-17-15 0 0,135 267 1410 0 0,-140-276-1613 0 0,0 0-1 0 0,0 1 1 0 0,0-1 0 0 0,-1 1-1 0 0,0-1 1 0 0,-1 1-1 0 0,1 0 1 0 0,-1 0 0 0 0,-1 0-1 0 0,1 7 1 0 0,-2-12-182 0 0,1-1 0 0 0,-1 1 0 0 0,1-1-1 0 0,-1 1 1 0 0,0-1 0 0 0,0 0 0 0 0,0 1 0 0 0,0-1 0 0 0,0 0 0 0 0,0 0 0 0 0,0 0 0 0 0,0 0 0 0 0,0 0-1 0 0,0 0 1 0 0,-1 0 0 0 0,1 0 0 0 0,0 0 0 0 0,-1 0 0 0 0,-2 0 0 0 0,0 1-27 0 0,0 0 0 0 0,0-1 0 0 0,0 1 0 0 0,0-1 1 0 0,-8 1-1 0 0,-51 2-167 0 0,1-1 0 0 0,-77-9 0 0 0,136 6-264 0 0,-9-1-1745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5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12 240 0 0,'15'-4'9495'0'0,"-2"1"-4525"0"0,2-1 730 0 0,-14 4-5590 0 0,-1 0-1 0 0,1 0 1 0 0,0 0-1 0 0,-1 0 1 0 0,1 0-1 0 0,-1 0 1 0 0,1 0-1 0 0,-1 0 1 0 0,1 0-1 0 0,-1 0 1 0 0,1 0-1 0 0,-1 1 1 0 0,1-1-1 0 0,-1 0 1 0 0,1 0-1 0 0,-1 1 1 0 0,0-1-1 0 0,1 0 1 0 0,-1 0-1 0 0,1 1 1 0 0,-1-1-1 0 0,0 0 1 0 0,1 1-1 0 0,-1-1 1 0 0,0 1-1 0 0,1-1 1 0 0,-1 1-1 0 0,5 18 1564 0 0,-9 32-430 0 0,2-32-664 0 0,-25 183 930 0 0,14-126-1207 0 0,11-60-84 0 0,-1 0-1 0 0,0 0 1 0 0,-2 0-1 0 0,0 0 0 0 0,-1-1 1 0 0,0 1-1 0 0,-10 15 1 0 0,14-28-169 0 0,0-1 0 0 0,0 1 1 0 0,0-1-1 0 0,0 0 0 0 0,0 0 1 0 0,-1 0-1 0 0,1 0 0 0 0,-1 0 1 0 0,0 0-1 0 0,1-1 0 0 0,-1 0 0 0 0,0 1 1 0 0,0-1-1 0 0,0 0 0 0 0,-5 1 1 0 0,3-1-19 0 0,-1 0 0 0 0,1-1 0 0 0,0 0 1 0 0,-1 0-1 0 0,1 0 0 0 0,-1-1 1 0 0,1 0-1 0 0,-8-2 0 0 0,0-1-238 0 0,1 0 0 0 0,0-1 0 0 0,0-1-1 0 0,0 0 1 0 0,1 0 0 0 0,-20-15 0 0 0,25 16-434 0 0,-1-1 0 0 0,2 0 0 0 0,-1 0 0 0 0,1 0 0 0 0,0 0 0 0 0,0-1 0 0 0,0 0 0 0 0,1 0 0 0 0,0 0 0 0 0,-4-13 0 0 0,5 11-841 0 0,0 0 0 0 0,1 0-1 0 0,0-1 1 0 0,0 1 0 0 0,1-1 0 0 0,1 1 0 0 0,0-1-1 0 0,0 1 1 0 0,2-10 0 0 0,2-3-4378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5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44 344 0 0,'7'-13'4423'0'0,"11"-13"1238"0"0,-17 25-5393 0 0,3-1-702 0 0,-1 1-374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5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3 652 0 0,'-5'7'7815'0'0,"5"-7"-7754"0"0,0 1 0 0 0,0-1 0 0 0,0 0 0 0 0,0 0 0 0 0,0 0 0 0 0,-1 0 1 0 0,1 1-1 0 0,0-1 0 0 0,0 0 0 0 0,0 0 0 0 0,0 0 0 0 0,0 0 0 0 0,0 1 0 0 0,0-1 1 0 0,0 0-1 0 0,0 0 0 0 0,0 0 0 0 0,0 1 0 0 0,0-1 0 0 0,0 0 0 0 0,0 0 1 0 0,0 1-1 0 0,0-1 0 0 0,0 0 0 0 0,0 0 0 0 0,0 0 0 0 0,0 1 0 0 0,0-1 0 0 0,0 0 1 0 0,0 0-1 0 0,0 0 0 0 0,0 0 0 0 0,0 1 0 0 0,0-1 0 0 0,1 0 0 0 0,-1 0 0 0 0,0 0 1 0 0,0 0-1 0 0,0 1 0 0 0,1-1 0 0 0,8-1 151 0 0,0 0 1 0 0,1 0-1 0 0,9-4 0 0 0,1 1-1620 0 0,1 0-3872 0 0,-9 3 2550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5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37 1736 0 0,'-10'18'8628'0'0,"13"-18"-8527"0"0,1 0 1 0 0,-1 0 0 0 0,0 0-1 0 0,0 0 1 0 0,0 0 0 0 0,0-1 0 0 0,0 1-1 0 0,0-1 1 0 0,0 0 0 0 0,0 0-1 0 0,4-2 1 0 0,38-18-694 0 0,-29 13-694 0 0,4-1-1780 0 0,-1 0-1170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0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39 132 932 0 0,'0'0'1808'0'0,"-38"-22"7802"0"0,41 20-9562 0 0,0 0 0 0 0,0-1 0 0 0,1 2-1 0 0,-1-1 1 0 0,1 0 0 0 0,0 1-1 0 0,0-1 1 0 0,-1 1 0 0 0,1 0 0 0 0,5 0-1 0 0,44-9 87 0 0,-52 10-132 0 0,86-14-12 0 0,246-25-99 0 0,-169 25 220 0 0,-162 14-75 0 0,2 0 222 0 0,0 1 0 0 0,0-2 0 0 0,0 1 0 0 0,0 0 0 0 0,0-1 0 0 0,6-1 0 0 0,1 0 830 0 0,-19-1-1099 0 0,-7-3-3349 0 0,12 6 2834 0 0,-2 0 87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883 199 1696 0 0,'3'-14'6364'0'0,"-2"12"-5769"0"0,-1-1 0 0 0,1 1 0 0 0,-1 0 0 0 0,1 0 0 0 0,-1-1 0 0 0,0 1-1 0 0,0 0 1 0 0,0 0 0 0 0,0-1 0 0 0,0 1 0 0 0,-1 0 0 0 0,1 0 0 0 0,-2-5 862 0 0,-14-21 408 0 0,-12-14-476 0 0,27 40-1246 0 0,-23-26 970 0 0,23 27-1029 0 0,-8-7 128 0 0,-1 1-179 0 0,6 4-22 0 0,-1 0-1 0 0,1 1 0 0 0,-1-1 1 0 0,0 1-1 0 0,0 0 0 0 0,0 0 0 0 0,-1 0 1 0 0,1 1-1 0 0,-7-1 0 0 0,-2-2 0 0 0,-2 1-13 0 0,-10 1 2 0 0,-4 0-32 0 0,27 2 36 0 0,-16 0 9 0 0,-1 2 0 0 0,7-1-20 0 0,8-1 1 0 0,-1 1 1 0 0,0 0-1 0 0,1 0 0 0 0,-1 1 0 0 0,1-1 1 0 0,-1 1-1 0 0,1 0 0 0 0,0 1 1 0 0,-1-1-1 0 0,1 1 0 0 0,-5 3 1 0 0,-6 4 3 0 0,0 0-1 0 0,0 1 1 0 0,1 0 0 0 0,0 1 0 0 0,1 1 0 0 0,-17 20-1 0 0,8-4-10 0 0,-33 57 0 0 0,49-73 13 0 0,-36 62 67 0 0,3 1 0 0 0,4 2 1 0 0,3 2-1 0 0,-23 88 1 0 0,25-58 55 0 0,5 2-1 0 0,-11 125 1 0 0,25-103 248 0 0,6 1 0 0 0,20 244 0 0 0,-4-275-269 0 0,36 265 428 0 0,-35-303-379 0 0,9 47 210 0 0,39 128 0 0 0,-33-166-52 0 0,40 79-1 0 0,48 68 63 0 0,-81-160-250 0 0,-23-43-96 0 0,1 0 0 0 0,1 0 1 0 0,1-1-1 0 0,0-1 0 0 0,20 20 0 0 0,-25-30-9 0 0,-1 0-1 0 0,1 0 1 0 0,1-1 0 0 0,-1 0-1 0 0,1-1 1 0 0,0 0 0 0 0,0 0 0 0 0,1-1-1 0 0,-1 0 1 0 0,1-1 0 0 0,0 0-1 0 0,20 4 1 0 0,-22-6-7 0 0,1-1-1 0 0,-1 0 1 0 0,1 0 0 0 0,-1 0-1 0 0,16-4 1 0 0,2 1 9 0 0,-14 0-11 0 0,0 0 0 0 0,0 0 0 0 0,0-1 0 0 0,-1-1 0 0 0,0 0 0 0 0,1 0 0 0 0,12-10 0 0 0,6-5 12 0 0,36-30 0 0 0,-34 19 4 0 0,-2-1-1 0 0,0-1 0 0 0,46-72 0 0 0,-47 61-25 0 0,-2-2 0 0 0,-2-1-1 0 0,36-94 1 0 0,-38 72 6 0 0,-3 0 0 0 0,14-97 0 0 0,-9-25 0 0 0,-7-1 0 0 0,-13-316-1 0 0,-5 492 0 0 0,-19-317-3 0 0,-27 3 65 0 0,25 240-106 0 0,-60-164-1 0 0,71 229 27 0 0,-2 0-1 0 0,-1 0 0 0 0,-1 2 0 0 0,-1-1 0 0 0,-1 2 1 0 0,-1 0-1 0 0,-1 1 0 0 0,-1 1 0 0 0,-1 0 0 0 0,-23-17 0 0 0,32 29-10 0 0,0 0 0 0 0,0 1 0 0 0,0 0 0 0 0,-18-6 0 0 0,12 4 20 0 0,-46-19 5 0 0,41 19 2 0 0,20 8 6 0 0,-1 0 1 0 0,-3-2-16 0 0,0 0 7 0 0,0 1 0 0 0,1 0-1 0 0,-1 0 1 0 0,0 0 0 0 0,-1 1 0 0 0,-6-1-1 0 0,-21-2-15 0 0,31 4 13 0 0,-1 0 0 0 0,-8 0-226 0 0,0 1 0 0 0,0 1 0 0 0,-16 3 0 0 0,-1 2-6052 0 0,21-5 3380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5:33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2320 0 0,'0'0'3669'0'0,"13"-2"-2829"0"0,5-5-5265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1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75 96 0 0,'-2'17'18256'0'0,"3"-16"-17794"0"0,15 3-229 0 0,1 0 0 0 0,0-1 0 0 0,-1-1-1 0 0,2 0 1 0 0,25-1 0 0 0,-7 0-130 0 0,447-3 362 0 0,-132-32-355 0 0,-151 13-77 0 0,1 11-27 0 0,-141 8-9 0 0,425-1 0 0 0,-277 4 33 0 0,-83 0-25 0 0,134-2 11 0 0,-131-4 100 0 0,-125 5-84 0 0,14-3-303 0 0,-13-1-1077 0 0,-10-3-1314 0 0,-17-5-4582 0 0,5 5 52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15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0 432 0 0,'0'0'4714'0'0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1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12 184 0 0,'0'0'3889'0'0,"9"-11"-1867"0"0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19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85 996 0 0,'0'0'1002'0'0,"-12"-4"2194"0"0,7 2-2631 0 0,-17 1 4480 0 0,22 1-4984 0 0,0 0 0 0 0,0 0 0 0 0,0 0 0 0 0,-1 0 1 0 0,1 0-1 0 0,0 0 0 0 0,0 0 0 0 0,0 0 0 0 0,-1 0 1 0 0,2 2 72 0 0,24 4 320 0 0,-22-6-380 0 0,0 1 2 0 0,59 9 424 0 0,124 5-1 0 0,69-19-360 0 0,-143 1-105 0 0,330-13-13 0 0,-274 8-21 0 0,507-26 3 0 0,-596 28 4 0 0,505-26-28 0 0,-352 25 44 0 0,-187 6-30 0 0,-15 2 34 0 0,-27-1-20 0 0,0 0-2 0 0,8-1-9 0 0,24 1 115 0 0,-33 0-19 0 0,10 0-290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23 1560 0 0,'8'-22'15674'0'0,"-12"32"-15393"0"0,-57 176 158 0 0,15-42-303 0 0,-3 12-156 0 0,32-91-5596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1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1796 0 0,'0'-8'1886'0'0,"1"1"-1"0"0,0 0 0 0 0,3-14 1 0 0,-2 14-709 0 0,-1 0 0 0 0,0 0 0 0 0,1-13 0 0 0,11 30-472 0 0,8 39 14 0 0,24 81 1 0 0,6 14-591 0 0,-36-115-4 0 0,-14-27-90 0 0,15-1 39 0 0,-11-4-68 0 0,0 0 1 0 0,-1 1-1 0 0,1-2 1 0 0,-1 1-1 0 0,0 0 1 0 0,0-1-1 0 0,0 0 1 0 0,0 0-1 0 0,-1 0 1 0 0,6-8-1 0 0,31-54-15 0 0,-30 49 12 0 0,27-51-7 0 0,-8 16-12 0 0,54-78 0 0 0,-79 127 9 0 0,4-2 3 0 0,-7 5 4 0 0,0-1 0 0 0,0 1 0 0 0,0-1 0 0 0,0 1 1 0 0,0-1-1 0 0,0 1 0 0 0,0 0 0 0 0,0 0 0 0 0,0-1 0 0 0,0 1 1 0 0,1 0-1 0 0,-1 0 0 0 0,0 0 0 0 0,0 0 0 0 0,0 0 0 0 0,0 0 0 0 0,0 0 1 0 0,0 1-1 0 0,0-1 0 0 0,0 0 0 0 0,1 1 0 0 0,0 0 0 0 0,0 0 5 0 0,0 0 0 0 0,0 1 0 0 0,-1-1 0 0 0,1 1 0 0 0,0 0 0 0 0,-1-1 0 0 0,1 1 0 0 0,-1 0 0 0 0,0 0 0 0 0,2 3 0 0 0,0 2 43 0 0,0-1 0 0 0,0 1 0 0 0,-1 0 0 0 0,0 0 0 0 0,2 12 1 0 0,-2-1 38 0 0,-2 0 1 0 0,0 0 0 0 0,-1-1 0 0 0,0 1-1 0 0,-2 0 1 0 0,-6 24 0 0 0,-39 103 136 0 0,34-107-179 0 0,-3 5-69 0 0,9-24-115 0 0,0 1-1 0 0,2 0 1 0 0,-8 35 0 0 0,14-54 55 0 0,0 0 0 0 0,0-1 0 0 0,0 1 0 0 0,0 0 0 0 0,0-1 0 0 0,0 1 0 0 0,0 0 0 0 0,0 0 0 0 0,0-1 0 0 0,0 1 0 0 0,0 0 0 0 0,1-1 0 0 0,-1 1 0 0 0,0 0 0 0 0,0-1 0 0 0,1 1 0 0 0,-1 0 0 0 0,1-1 0 0 0,-1 1 0 0 0,0 0 0 0 0,1-1 0 0 0,-1 1 0 0 0,1-1 0 0 0,-1 1 0 0 0,1-1 0 0 0,0 1 0 0 0,0 0 0 0 0,1-1-123 0 0,0 1 0 0 0,-1 0 0 0 0,1-1 0 0 0,0 0 0 0 0,0 1 0 0 0,0-1-1 0 0,-1 0 1 0 0,1 0 0 0 0,0 0 0 0 0,3 0 0 0 0,4-1-819 0 0,0-1 0 0 0,0 0 1 0 0,12-4-1 0 0,-3-1-1640 0 0,2-1-751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79 2104 0 0,'6'-10'2178'0'0,"-2"0"0"0"0,1 0 0 0 0,2-11 0 0 0,1-6 5391 0 0,-15 34-7236 0 0,-7 19-176 0 0,1 0-1 0 0,1 1 1 0 0,1 1 0 0 0,1 0 0 0 0,1 0 0 0 0,-8 56 0 0 0,16-76-155 0 0,0-1 0 0 0,0 1-1 0 0,1 0 1 0 0,0-1 0 0 0,3 14 0 0 0,-3-20-53 0 0,1 0-1 0 0,-1-1 1 0 0,1 1-1 0 0,0 0 0 0 0,-1-1 1 0 0,1 1-1 0 0,0-1 1 0 0,0 1-1 0 0,-1 0 1 0 0,1-1-1 0 0,0 0 1 0 0,0 1-1 0 0,0-1 0 0 0,0 1 1 0 0,0-1-1 0 0,0 0 1 0 0,0 0-1 0 0,0 0 1 0 0,-1 1-1 0 0,1-1 1 0 0,0 0-1 0 0,0 0 1 0 0,0 0-1 0 0,0 0 0 0 0,0-1 1 0 0,0 1-1 0 0,0 0 1 0 0,0 0-1 0 0,0 0 1 0 0,0-1-1 0 0,1 0 1 0 0,8-5-1325 0 0,0-1 0 0 0,0-1 1 0 0,-1 0-1 0 0,0 0 0 0 0,-1 0 0 0 0,1-1 1 0 0,11-17-1 0 0,-8 8-3392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1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56 1576 0 0,'-34'-54'8063'0'0,"34"53"-7660"0"0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2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1620 0 0,'2'2'1029'0'0,"0"1"1"0"0,0 0-1 0 0,0 0 0 0 0,-1 0 0 0 0,1 0 0 0 0,-1 0 1 0 0,0 0-1 0 0,1 6 0 0 0,0-1-553 0 0,-2 1 0 0 0,1-1 0 0 0,-1 0 0 0 0,-1 12 0 0 0,0-14-42 0 0,-1 29 607 0 0,-6 62 806 0 0,6-85-1576 0 0,0 0-1 0 0,-1 0 0 0 0,-1 0 0 0 0,0-1 1 0 0,-10 22-1 0 0,-8 15 1403 0 0,21-47-1536 0 0,1-1-121 0 0,-1 1 0 0 0,1-1 0 0 0,-1 0 0 0 0,1 0 0 0 0,-1 1 0 0 0,1-1 0 0 0,-1 0 0 0 0,1 0 0 0 0,-1 0 0 0 0,1 0-1 0 0,-1 0 1 0 0,0 0 0 0 0,1 0 0 0 0,-1 0 0 0 0,1 0 0 0 0,-1 0 0 0 0,1 0 0 0 0,-1 0 0 0 0,1 0 0 0 0,-1 0 0 0 0,-1-4-8 0 0,1 1 0 0 0,0-1 0 0 0,0 1 0 0 0,0-1 0 0 0,1 1 0 0 0,0-1 0 0 0,-1 0 0 0 0,1 1 0 0 0,0-1 0 0 0,1 0 0 0 0,-1 1 0 0 0,1-1 0 0 0,-1 0 0 0 0,1 1 0 0 0,2-6 1 0 0,1-5-6 0 0,1 1 0 0 0,12-24 0 0 0,-5 16-12 0 0,1 0-1 0 0,1 1 1 0 0,0 1 0 0 0,19-19-1 0 0,-27 31 6 0 0,1 0 0 0 0,0 1 0 0 0,0 0 1 0 0,1 0-1 0 0,-1 1 0 0 0,1 0 0 0 0,1 0 0 0 0,-1 0 0 0 0,1 1 0 0 0,-1 1 0 0 0,1 0 0 0 0,0 0 0 0 0,12-2 1 0 0,-18 4 0 0 0,-1 1 0 0 0,1 0 0 0 0,0 0 0 0 0,0-1 0 0 0,0 2 0 0 0,0-1 0 0 0,-1 0 1 0 0,1 1-1 0 0,0-1 0 0 0,0 1 0 0 0,0 0 0 0 0,-1 0 0 0 0,1 0 0 0 0,-1 0 0 0 0,1 0 1 0 0,-1 0-1 0 0,1 1 0 0 0,4 3 0 0 0,-5-3 1 0 0,0 1 1 0 0,0 0 0 0 0,0 0-1 0 0,0-1 1 0 0,-1 1-1 0 0,1 0 1 0 0,-1 0-1 0 0,1 1 1 0 0,-1-1-1 0 0,0 0 1 0 0,-1 0-1 0 0,1 1 1 0 0,0 5-1 0 0,0 5 5 0 0,-1 1-1 0 0,-1 0 0 0 0,0 0 0 0 0,-1 0 0 0 0,-7 26 1 0 0,-6 30 8 0 0,15-66-6 0 0,0-4-5 0 0,0 1 1 0 0,0-1-1 0 0,0 0 0 0 0,1 1 1 0 0,-1-1-1 0 0,1 0 0 0 0,-1 1 0 0 0,1-1 1 0 0,-1 0-1 0 0,1 0 0 0 0,-1 0 0 0 0,1 1 1 0 0,0-1-1 0 0,0 0 0 0 0,0 0 0 0 0,0 0 1 0 0,0 0-1 0 0,0 0 0 0 0,0 0 0 0 0,0 0 1 0 0,0-1-1 0 0,0 1 0 0 0,0 0 1 0 0,1-1-1 0 0,-1 1 0 0 0,0-1 0 0 0,1 1 1 0 0,-1-1-1 0 0,0 1 0 0 0,1-1 0 0 0,-1 0 1 0 0,0 0-1 0 0,1 0 0 0 0,-1 0 0 0 0,0 0 1 0 0,1 0-1 0 0,-1 0 0 0 0,2 0 0 0 0,2 0-1 0 0,15-1-405 0 0,0-1 1 0 0,0 0 0 0 0,-1-2-1 0 0,1 0 1 0 0,34-13 0 0 0,-30 9-341 0 0,72-23-3153 0 0,-33 6-1567 0 0,-25 11 61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3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11 102 1460 0 0,'-11'-38'6166'0'0,"11"1"-3474"0"0,1 35-2640 0 0,0 0 0 0 0,-1 0 0 0 0,1 1 0 0 0,0-1-1 0 0,0 1 1 0 0,1-1 0 0 0,-1 1 0 0 0,0-1 0 0 0,0 1-1 0 0,1-1 1 0 0,-1 1 0 0 0,1 0 0 0 0,-1 0 0 0 0,1 0 0 0 0,-1 0-1 0 0,1 0 1 0 0,3-1 0 0 0,-3 1 29 0 0,15 8 81 0 0,-14-5-120 0 0,0 0 0 0 0,0 0 0 0 0,0 0 0 0 0,0 0 0 0 0,-1 1 0 0 0,1-1 0 0 0,-1 1 0 0 0,1 0 0 0 0,-1 0 0 0 0,0 0 0 0 0,0 0 0 0 0,0 0 0 0 0,3 7 0 0 0,0 4 151 0 0,9 30-1 0 0,-9-25-100 0 0,2 6 208 0 0,-2 1 0 0 0,-1-1 0 0 0,2 44 0 0 0,-4 29 5964 0 0,-1-101-6110 0 0,19-52 218 0 0,-13 34-300 0 0,16-36 0 0 0,-8 28-124 0 0,0 2 0 0 0,2 0 1 0 0,0 0-1 0 0,41-43 0 0 0,-57 68-98 0 0,0 1 1 0 0,0 0-1 0 0,0 0 0 0 0,1 0 1 0 0,-1 0-1 0 0,1 0 0 0 0,-1 0 1 0 0,0 0-1 0 0,1 0 1 0 0,0 1-1 0 0,-1-1 0 0 0,1 0 1 0 0,-1 1-1 0 0,1 0 0 0 0,0-1 1 0 0,0 1-1 0 0,-1 0 1 0 0,1 0-1 0 0,0 0 0 0 0,-1 0 1 0 0,1 0-1 0 0,0 0 0 0 0,-1 0 1 0 0,1 1-1 0 0,0-1 0 0 0,2 2 1 0 0,0-1-710 0 0,-1 1 1 0 0,1 0 0 0 0,-1 1-1 0 0,0-1 1 0 0,0 0-1 0 0,0 1 1 0 0,0 0 0 0 0,0 0-1 0 0,-1 0 1 0 0,5 6-1 0 0,2 3-3688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4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232 562 52 0 0,'4'-6'1512'0'0,"-1"-1"1"0"0,0 0-1 0 0,0 0 0 0 0,0 0 1 0 0,-1 0-1 0 0,3-13 0 0 0,-5 16-1153 0 0,1 0 1 0 0,-1 0-1 0 0,0-1 0 0 0,0 1 0 0 0,0 0 0 0 0,0 0 0 0 0,-1 0 0 0 0,0 0 0 0 0,0 0 0 0 0,0 0 0 0 0,0 0 0 0 0,-1 0 0 0 0,-2-5 0 0 0,3 7-294 0 0,0 1-1 0 0,0-1 0 0 0,0 1 1 0 0,0 0-1 0 0,0-1 0 0 0,-1 1 1 0 0,1 0-1 0 0,0 0 0 0 0,-1 0 1 0 0,1 0-1 0 0,0 0 1 0 0,-1 0-1 0 0,1 0 0 0 0,-1 1 1 0 0,0-1-1 0 0,1 0 0 0 0,-1 1 1 0 0,0-1-1 0 0,1 1 0 0 0,-1 0 1 0 0,0 0-1 0 0,1 0 0 0 0,-1-1 1 0 0,0 2-1 0 0,0-1 0 0 0,1 0 1 0 0,-1 0-1 0 0,0 0 0 0 0,1 1 1 0 0,-3 0-1 0 0,-2 1-21 0 0,1 0-1 0 0,-1 0 1 0 0,0 0 0 0 0,1 1 0 0 0,0 0-1 0 0,-1 0 1 0 0,-4 4 0 0 0,-3 4-18 0 0,-1 1 0 0 0,1-1 0 0 0,1 2 0 0 0,0 0 0 0 0,1 0 0 0 0,1 1 0 0 0,0 1 0 0 0,0 0 0 0 0,2 0 0 0 0,0 1 0 0 0,0-1 0 0 0,-6 24 0 0 0,13-34-22 0 0,0-1 0 0 0,0 0 0 0 0,0 0 0 0 0,1 1 0 0 0,0-1 0 0 0,0 0 0 0 0,0 1 0 0 0,0-1 0 0 0,1 0 0 0 0,1 7 0 0 0,-1-9-4 0 0,0 0 1 0 0,-1 0-1 0 0,1 0 1 0 0,0 0 0 0 0,0-1-1 0 0,1 1 1 0 0,-1 0-1 0 0,0-1 1 0 0,0 1 0 0 0,1-1-1 0 0,-1 1 1 0 0,1-1 0 0 0,0 0-1 0 0,-1 1 1 0 0,1-1-1 0 0,0 0 1 0 0,0 0 0 0 0,0 0-1 0 0,-1-1 1 0 0,1 1-1 0 0,0 0 1 0 0,0-1 0 0 0,4 2-1 0 0,-1-2 2 0 0,1 1-1 0 0,-1 0 1 0 0,1-1-1 0 0,-1 0 0 0 0,1 0 1 0 0,-1-1-1 0 0,1 1 1 0 0,-1-1-1 0 0,0-1 1 0 0,1 1-1 0 0,-1-1 0 0 0,6-2 1 0 0,-3 0-2 0 0,-1 0 0 0 0,1 0 0 0 0,-1-1 0 0 0,0 0 0 0 0,0-1 0 0 0,12-11 0 0 0,-5 1 3 0 0,-1 0 0 0 0,-1-1 0 0 0,-1 0 0 0 0,0 0 0 0 0,13-31 0 0 0,8-36 73 0 0,-12 28 309 0 0,-20 54-313 0 0,-3 21-42 0 0,0-6-11 0 0,-6 19 26 0 0,-5 50 0 0 0,13-73-41 0 0,0 0-1 0 0,1-1 1 0 0,0 1 0 0 0,0-1-1 0 0,1 1 1 0 0,0-1 0 0 0,1 1 0 0 0,0-1-1 0 0,0 0 1 0 0,0 0 0 0 0,6 11-1 0 0,-7-17-6 0 0,1 0-1 0 0,0 1 0 0 0,0-1 1 0 0,0 0-1 0 0,0 0 0 0 0,0 0 1 0 0,0-1-1 0 0,0 1 0 0 0,1 0 1 0 0,-1-1-1 0 0,1 0 0 0 0,-1 1 1 0 0,1-1-1 0 0,-1 0 0 0 0,1 0 1 0 0,0-1-1 0 0,-1 1 0 0 0,1 0 1 0 0,0-1-1 0 0,0 0 0 0 0,0 1 1 0 0,-1-1-1 0 0,1 0 0 0 0,0-1 1 0 0,0 1-1 0 0,0 0 0 0 0,3-2 1 0 0,6 0-236 0 0,-1-1 1 0 0,1 0 0 0 0,-1-1 0 0 0,0-1-1 0 0,13-6 1 0 0,-3-1-310 0 0,-1-1-1 0 0,0-1 0 0 0,-1-1 0 0 0,0-1 1 0 0,-2 0-1 0 0,1-2 0 0 0,-2 0 1 0 0,-1 0-1 0 0,0-2 0 0 0,12-21 0 0 0,-2-2 240 0 0,-2 0-1 0 0,-2-1 1 0 0,30-94 0 0 0,-40 102 1304 0 0,6-44 0 0 0,-14 58 1278 0 0,1-35 0 0 0,-18 66-1599 0 0,11-5-528 0 0,0 0 1 0 0,0 1-1 0 0,0-1 0 0 0,1 1 1 0 0,-1-1-1 0 0,1 1 0 0 0,1 0 0 0 0,-3 8 1 0 0,1-5 59 0 0,-21 74 400 0 0,3 1-1 0 0,4 0 1 0 0,4 1-1 0 0,-5 140 1 0 0,18-213-747 0 0,-1 1-1 0 0,2-1 1 0 0,0 0 0 0 0,0 1 0 0 0,5 17 0 0 0,-6-26-14 0 0,1 0 0 0 0,0 0 1 0 0,0-1-1 0 0,1 1 1 0 0,-1 0-1 0 0,0-1 1 0 0,1 1-1 0 0,0-1 0 0 0,-1 0 1 0 0,1 1-1 0 0,0-1 1 0 0,0 0-1 0 0,0 0 0 0 0,1 0 1 0 0,-1 0-1 0 0,0-1 1 0 0,1 1-1 0 0,-1-1 1 0 0,1 1-1 0 0,-1-1 0 0 0,1 0 1 0 0,0 0-1 0 0,0 0 1 0 0,-1 0-1 0 0,1-1 0 0 0,5 2 1 0 0,0-2-372 0 0,0 0 0 0 0,-1 0-1 0 0,1-1 1 0 0,0 0 0 0 0,-1 0 0 0 0,1-1 0 0 0,-1 0-1 0 0,14-5 1 0 0,-8 2-996 0 0,0-1 0 0 0,-1-1 0 0 0,22-15 0 0 0,-13 5-2127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4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3952 0 0,'16'-27'2842'0'0,"12"-30"-1"0"0,-7-1 3815 0 0,-17 42-3948 0 0,-14 47-1683 0 0,3-11-888 0 0,-2 10-13 0 0,1 1 0 0 0,1 0 1 0 0,-3 42-1 0 0,10-68-172 0 0,-1 0 1 0 0,1 0-1 0 0,0-1 1 0 0,0 1-1 0 0,0 0 0 0 0,1 0 1 0 0,0-1-1 0 0,0 1 1 0 0,0 0-1 0 0,1-1 0 0 0,-1 1 1 0 0,1-1-1 0 0,0 0 1 0 0,0 1-1 0 0,4 4 0 0 0,-4-6-103 0 0,1 0 0 0 0,0-1-1 0 0,-1 1 1 0 0,1-1 0 0 0,0 0-1 0 0,0 0 1 0 0,0 0 0 0 0,0 0-1 0 0,1 0 1 0 0,-1 0 0 0 0,0-1-1 0 0,1 0 1 0 0,-1 0 0 0 0,1 0-1 0 0,0 0 1 0 0,-1 0 0 0 0,1-1-1 0 0,0 1 1 0 0,6-1 0 0 0,0-1-180 0 0,0 0 0 0 0,-1 0 1 0 0,1-1-1 0 0,0 0 1 0 0,-1-1-1 0 0,1 0 1 0 0,-1 0-1 0 0,0-1 1 0 0,0 0-1 0 0,0-1 1 0 0,-1 0-1 0 0,1 0 0 0 0,-1-1 1 0 0,0 0-1 0 0,-1-1 1 0 0,0 1-1 0 0,11-13 1 0 0,-6 4 385 0 0,0 0 0 0 0,-1-1 0 0 0,11-18 1 0 0,-10 10 2561 0 0,15-38 1 0 0,-19 33 590 0 0,-9 30-3109 0 0,0 0-1 0 0,0 0 0 0 0,0 0 0 0 0,0 0 0 0 0,0 0 0 0 0,0 0 1 0 0,1 0-1 0 0,-1 1 0 0 0,0-1 0 0 0,1 0 0 0 0,-1 1 1 0 0,1-1-1 0 0,-1 0 0 0 0,1 1 0 0 0,-1 1 0 0 0,-9 25 351 0 0,0 1-1 0 0,-7 38 1 0 0,15-58-422 0 0,1-1 0 0 0,0 1 0 0 0,0-1 0 0 0,1 1 0 0 0,0-1 0 0 0,0 1 0 0 0,1-1 0 0 0,0 1 0 0 0,0-1 0 0 0,1 1 0 0 0,0-1 0 0 0,1 0 0 0 0,3 9 0 0 0,-5-16-20 0 0,0 1 0 0 0,0 0 0 0 0,0-1 1 0 0,0 1-1 0 0,1-1 0 0 0,-1 0 0 0 0,0 1 1 0 0,1-1-1 0 0,-1 0 0 0 0,1 0 0 0 0,-1 1 0 0 0,1-1 1 0 0,0 0-1 0 0,-1-1 0 0 0,1 1 0 0 0,0 0 1 0 0,0 0-1 0 0,-1-1 0 0 0,4 1 0 0 0,-2 0-1 0 0,1-1-1 0 0,0 0 1 0 0,-1 0-1 0 0,1 0 1 0 0,0-1 0 0 0,-1 1-1 0 0,1-1 1 0 0,-1 0-1 0 0,6-2 1 0 0,1-1 17 0 0,0 0 1 0 0,-1-1-1 0 0,0 0 1 0 0,0-1-1 0 0,0 0 1 0 0,8-8-1 0 0,-4 2-1 0 0,0 0 0 0 0,-1-2 0 0 0,-1 1 0 0 0,15-24 0 0 0,-22 31 42 0 0,0 0-1 0 0,-1-1 1 0 0,1 1 0 0 0,-2-1 0 0 0,1 0-1 0 0,-1 0 1 0 0,0 0 0 0 0,0 0 0 0 0,0-1 0 0 0,-1 1-1 0 0,-1 0 1 0 0,1-1 0 0 0,-1-11 0 0 0,-1 15-40 0 0,0 0 1 0 0,0 0 0 0 0,0 0 0 0 0,-1 0 0 0 0,1 0-1 0 0,-1 0 1 0 0,0 1 0 0 0,0-1 0 0 0,0 0 0 0 0,0 1-1 0 0,-1 0 1 0 0,1 0 0 0 0,-1-1 0 0 0,-5-4 0 0 0,2 4 24 0 0,1 0 0 0 0,-1 1-1 0 0,0-1 1 0 0,0 1 0 0 0,0 0 0 0 0,0 0 0 0 0,0 1 0 0 0,-12-3 0 0 0,9 3-217 0 0,0 0 0 0 0,0 1-1 0 0,-1 0 1 0 0,1 0 0 0 0,-1 1 0 0 0,1 0-1 0 0,-1 1 1 0 0,1 0 0 0 0,-1 1 0 0 0,1-1-1 0 0,0 2 1 0 0,0-1 0 0 0,-10 5 0 0 0,-25 19-9201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24 2344 0 0,'-17'-11'8535'0'0,"1"-1"-4547"0"0,15 11-4057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25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87 1420 0 0,'-89'-7'15222'0'0,"87"7"-14459"0"0,-10-3 1014 0 0,95-14-2207 0 0,1 3 0 0 0,108-4 0 0 0,-26 3-4816 0 0,-108 8 1087 0 0,-5 2-1924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43 1192 0 0,'0'0'5233'0'0,"-4"-10"-952"0"0,4 9-4168 0 0,0 0 0 0 0,0-1 0 0 0,0 1 0 0 0,0 0 0 0 0,1 0 0 0 0,-1 0-1 0 0,0 0 1 0 0,0 0 0 0 0,1 0 0 0 0,-1 0 0 0 0,0 0 0 0 0,2-2 85 0 0,17-9 125 0 0,6 7-299 0 0,-23 5-14 0 0,16 5 28 0 0,-14-3-32 0 0,0 0 0 0 0,0 1 0 0 0,0-1 0 0 0,0 1-1 0 0,0 0 1 0 0,-1 0 0 0 0,0 1 0 0 0,1-1 0 0 0,-1 1 0 0 0,0 0 0 0 0,-1-1 0 0 0,1 1 0 0 0,-1 1 0 0 0,4 7 0 0 0,-3-5-1 0 0,-1 1 0 0 0,0 0 1 0 0,0-1-1 0 0,-1 1 1 0 0,0 0-1 0 0,0 0 0 0 0,-1 0 1 0 0,-1 11-1 0 0,-1-2-14 0 0,-1 0 0 0 0,0 0 0 0 0,-1 0 0 0 0,-1-1 0 0 0,-1 0 0 0 0,0 1 0 0 0,-16 27 0 0 0,18-36 4 0 0,1-3 5 0 0,0 1-1 0 0,-1-1 0 0 0,0 0 0 0 0,1 0 1 0 0,-1 0-1 0 0,-1 0 0 0 0,1 0 0 0 0,-1-1 1 0 0,0 0-1 0 0,0 0 0 0 0,0-1 0 0 0,-9 6 0 0 0,-10 0 86 0 0,22-8-57 0 0,-3-3-17 0 0,4 2-10 0 0,1 0 0 0 0,0 0 0 0 0,-1 0 0 0 0,1 0 0 0 0,0 0 1 0 0,-1 0-1 0 0,1 0 0 0 0,0 0 0 0 0,-1 0 0 0 0,1 0 0 0 0,0 0 0 0 0,-1 0 0 0 0,1 0 0 0 0,0 0 0 0 0,-1 0 0 0 0,1 0 0 0 0,0-1 0 0 0,-1 1 0 0 0,1 0 1 0 0,0 0-1 0 0,0 0 0 0 0,-1-1 0 0 0,1 1 0 0 0,0 0 0 0 0,0 0 0 0 0,-1 0 0 0 0,1-1 0 0 0,0 0 0 0 0,0-2 3 0 0,0 0 0 0 0,0 0 1 0 0,0 0-1 0 0,0 0 0 0 0,1 0 0 0 0,0 0 0 0 0,-1 0 0 0 0,1 0 0 0 0,0 0 1 0 0,1 0-1 0 0,-1 1 0 0 0,0-1 0 0 0,1 0 0 0 0,0 1 0 0 0,-1-1 0 0 0,5-4 0 0 0,6-6 47 0 0,24-21 0 0 0,-15 14-33 0 0,117-101-45 0 0,-77 70 20 0 0,-59 50 7 0 0,0-1 1 0 0,0 0-1 0 0,0 0 0 0 0,0 0 0 0 0,0-1 0 0 0,0 1 0 0 0,0 0 1 0 0,-1-1-1 0 0,1 1 0 0 0,-1-1 0 0 0,0 0 0 0 0,0 1 0 0 0,0-1 1 0 0,1-4-1 0 0,-1 6 0 0 0,-1 1-1 0 0,0-1 1 0 0,0 1 0 0 0,0-1-1 0 0,0 1 1 0 0,0-1 0 0 0,0 0-1 0 0,0 1 1 0 0,0-1 0 0 0,0 1-1 0 0,0-1 1 0 0,0 0 0 0 0,0 1-1 0 0,0-1 1 0 0,0 1 0 0 0,0-1 0 0 0,0 1-1 0 0,-1-1 1 0 0,1 1 0 0 0,0-1-1 0 0,-1 1 1 0 0,1-1 0 0 0,0 1-1 0 0,-1-1 1 0 0,1 1 0 0 0,0-1-1 0 0,-1 1 1 0 0,1 0 0 0 0,-1-1 0 0 0,1 1-1 0 0,-1-1 1 0 0,1 1 0 0 0,-1 0-1 0 0,1 0 1 0 0,-1-1 0 0 0,1 1-1 0 0,-1 0 1 0 0,1 0 0 0 0,-1 0-1 0 0,1 0 1 0 0,-1-1 0 0 0,1 1-1 0 0,-1 0 1 0 0,-1 0 0 0 0,-2 0 1 0 0,0 1-1 0 0,0-1 1 0 0,0 1 0 0 0,0 0-1 0 0,1 0 1 0 0,-1 0 0 0 0,0 1-1 0 0,0-1 1 0 0,1 1 0 0 0,-1 0-1 0 0,0 0 1 0 0,1 0 0 0 0,0 1 0 0 0,0-1-1 0 0,-1 1 1 0 0,-2 3 0 0 0,-3 2 8 0 0,-4 4 1 0 0,0 1 0 0 0,1 0 0 0 0,1 1 1 0 0,-15 21-1 0 0,20-25-17 0 0,-1 0 1 0 0,2 1-1 0 0,0-1 1 0 0,0 1-1 0 0,1 1 0 0 0,0-1 1 0 0,-3 19-1 0 0,7-27 18 0 0,-1-1 0 0 0,1 0 1 0 0,0 1-1 0 0,0-1 0 0 0,0 0 0 0 0,0 1 0 0 0,0-1 0 0 0,1 0 0 0 0,-1 1 0 0 0,1-1 0 0 0,-1 0 0 0 0,1 0 1 0 0,0 1-1 0 0,0-1 0 0 0,0 0 0 0 0,0 0 0 0 0,0 0 0 0 0,1 0 0 0 0,-1 0 0 0 0,3 2 0 0 0,-1-1 14 0 0,0-1-1 0 0,0 0 0 0 0,0 0 1 0 0,1 0-1 0 0,-1 0 0 0 0,1 0 1 0 0,-1-1-1 0 0,1 1 0 0 0,0-1 1 0 0,-1 0-1 0 0,7 0 0 0 0,5 1 34 0 0,1-1 1 0 0,-1 0-1 0 0,1-1 0 0 0,-1-1 0 0 0,17-3 0 0 0,115-22 439 0 0,-145 26-449 0 0,10-2 78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28 660 0 0,'0'0'3175'0'0,"-2"-26"8041"0"0,2 24-11444 0 0,1 9 254 0 0,3 23 73 0 0,-2 0-1 0 0,-1 0 0 0 0,-2 0 0 0 0,-1 1 1 0 0,-6 34-1 0 0,-14 33-1974 0 0,21-96 1174 0 0,0 4-753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24 126 1368 0 0,'-12'-24'6242'0'0,"11"19"-5244"0"0,0-1 0 0 0,0 0 1 0 0,1 1-1 0 0,0-12 0 0 0,0 8 157 0 0,0 7-1169 0 0,0 2 31 0 0,0-1-1 0 0,0 1 0 0 0,0 0 1 0 0,0-1-1 0 0,-1 1 0 0 0,1 0 1 0 0,0 0-1 0 0,0-1 0 0 0,0 1 0 0 0,0 0 1 0 0,0-1-1 0 0,0 1 0 0 0,0 0 1 0 0,1-1-1 0 0,-1 1 0 0 0,0 0 1 0 0,0 0-1 0 0,0-1 0 0 0,0 1 1 0 0,0 0-1 0 0,0-1 0 0 0,1 1 1 0 0,-1 0-1 0 0,0 0 0 0 0,0-1 1 0 0,0 1-1 0 0,0 0 0 0 0,1 0 1 0 0,-1 0-1 0 0,0-1 0 0 0,0 1 0 0 0,1 0 1 0 0,-1 0-1 0 0,0 0 0 0 0,0 0 1 0 0,1 0-1 0 0,-1-1 0 0 0,0 1 1 0 0,1 0-1 0 0,-1 0 0 0 0,2 0 37 0 0,22-15 69 0 0,-8 6-124 0 0,-6 5 12 0 0,0 1 0 0 0,0 0 0 0 0,15-3-1 0 0,-22 6-15 0 0,16-2 0 0 0,-4 4-9 0 0,-9-2 8 0 0,2 2 15 0 0,-1-2-2 0 0,-6 0-7 0 0,0 0 0 0 0,0 1 0 0 0,0-1 0 0 0,1 0 1 0 0,-1 1-1 0 0,0-1 0 0 0,0 1 0 0 0,0 0 0 0 0,0-1 0 0 0,0 1 1 0 0,0 0-1 0 0,0 0 0 0 0,0-1 0 0 0,0 1 0 0 0,0 0 0 0 0,1 2 1 0 0,1-2-4 0 0,-2 0 4 0 0,0-1 0 0 0,0 1-1 0 0,0-1 1 0 0,0 1 0 0 0,0-1 0 0 0,0 1-1 0 0,0 0 1 0 0,-1 0 0 0 0,1-1 0 0 0,0 1-1 0 0,0 0 1 0 0,-1 0 0 0 0,1 0 0 0 0,0 0-1 0 0,-1 0 1 0 0,1 0 0 0 0,-1 0 0 0 0,1 0-1 0 0,-1 0 1 0 0,1 0 0 0 0,-1 1 0 0 0,0-1-1 0 0,0 0 1 0 0,1 0 0 0 0,-1 2 0 0 0,2 1 3 0 0,-1 19 1 0 0,-1-16-2 0 0,-1-1 1 0 0,0 1-1 0 0,-1 0 0 0 0,1-1 1 0 0,-1 0-1 0 0,-1 1 0 0 0,1-1 1 0 0,-1 0-1 0 0,0 0 0 0 0,0 0 1 0 0,-1 0-1 0 0,-4 6 0 0 0,-8 7 30 0 0,-32 32-1 0 0,37-40-3 0 0,10-10-6 0 0,-24 19 174 0 0,25-20-190 0 0,0 0 0 0 0,0 0 1 0 0,-1 0-1 0 0,1-1 1 0 0,0 1-1 0 0,0 0 0 0 0,0 0 1 0 0,0 0-1 0 0,0 0 0 0 0,0 0 1 0 0,0 0-1 0 0,0-1 0 0 0,0 1 1 0 0,0 0-1 0 0,0 0 1 0 0,0 0-1 0 0,0 0 0 0 0,-1 0 1 0 0,1 0-1 0 0,0 0 0 0 0,0 0 1 0 0,0-1-1 0 0,0 1 0 0 0,0 0 1 0 0,0 0-1 0 0,-1 0 1 0 0,1 0-1 0 0,0 0 0 0 0,0 0 1 0 0,0 0-1 0 0,0 0 0 0 0,0 0 1 0 0,0 0-1 0 0,-1 0 0 0 0,1 0 1 0 0,0 0-1 0 0,0 0 1 0 0,0 0-1 0 0,0 0 0 0 0,0 0 1 0 0,-1 0-1 0 0,1 0 0 0 0,0 0 1 0 0,0 0-1 0 0,0 0 0 0 0,0 0 1 0 0,0 0-1 0 0,-1 0 1 0 0,1 1-1 0 0,0-1 0 0 0,0 0 1 0 0,0 0-1 0 0,0 0 0 0 0,0 0 1 0 0,0 0-1 0 0,0 0 1 0 0,0 0-1 0 0,-1 0 0 0 0,1 1 1 0 0,0-1-1 0 0,0 0 0 0 0,0 0 1 0 0,0 0-1 0 0,0 0 0 0 0,0 0 1 0 0,0 1-1 0 0,0-1 1 0 0,0-1 5 0 0,0 0 0 0 0,1 0 0 0 0,-1 0-1 0 0,0 0 1 0 0,1 0 0 0 0,-1 0 0 0 0,0 0 0 0 0,1 0 0 0 0,0 0 0 0 0,-1 0 0 0 0,1 1 0 0 0,-1-1 0 0 0,2-1 0 0 0,0-1-9 0 0,-1 1 0 0 0,0 1 0 0 0,1 0 0 0 0,-1-1-1 0 0,0 1 1 0 0,0 0 0 0 0,1 0 0 0 0,-1-1 0 0 0,1 1 0 0 0,-1 0 0 0 0,1 0 0 0 0,-1 1 0 0 0,4-2-1 0 0,24-12 0 0 0,-25 13-6 0 0,4-3 5 0 0,-2 1-2 0 0,9 0-11 0 0,26 5 3 0 0,-35-1 8 0 0,-2-1 0 0 0,0 0 0 0 0,-1 1 0 0 0,1 0 0 0 0,0 0 0 0 0,0 0 0 0 0,0 0 0 0 0,-1 1 0 0 0,1-1 0 0 0,-1 1 0 0 0,1 0 0 0 0,-1 0 0 0 0,0 0 0 0 0,1 0 0 0 0,-1 1 0 0 0,4 4 0 0 0,10 9-5 0 0,-14-13 7 0 0,0 0 0 0 0,-1 0 0 0 0,0 0 1 0 0,0 1-1 0 0,0-1 0 0 0,0 0 0 0 0,0 1 0 0 0,0 0 1 0 0,-1-1-1 0 0,0 1 0 0 0,0 0 0 0 0,0 0 0 0 0,0 0 1 0 0,-1 0-1 0 0,1-1 0 0 0,-1 6 0 0 0,-1-2 4 0 0,0 0 0 0 0,0-1-1 0 0,0 1 1 0 0,-1 0 0 0 0,0-1-1 0 0,-1 0 1 0 0,1 1 0 0 0,-7 9-1 0 0,6-9 74 0 0,-1 0 0 0 0,-1 0-1 0 0,1-1 1 0 0,-1 1-1 0 0,0-1 1 0 0,-1 0-1 0 0,0-1 1 0 0,1 1-1 0 0,-2-1 1 0 0,1 0 0 0 0,-1-1-1 0 0,1 0 1 0 0,-1 0-1 0 0,0 0 1 0 0,-1-1-1 0 0,1 0 1 0 0,0 0-1 0 0,-1-1 1 0 0,0 0 0 0 0,0 0-1 0 0,0 0 1 0 0,1-1-1 0 0,-1-1 1 0 0,-16 0-1 0 0,-2-1 11 0 0,23 0-70 0 0,0 1 0 0 0,-15-4 4 0 0,-33-10 0 0 0,49 14-29 0 0,2 0-93 0 0,0 0 19 0 0,-1 0 0 0 0,1 0 0 0 0,-1 0-1 0 0,1 0 1 0 0,-1-1 0 0 0,1 1 0 0 0,-1 0 0 0 0,1 0 0 0 0,0 0-1 0 0,-1 0 1 0 0,1 0 0 0 0,-1 0 0 0 0,1-1 0 0 0,0 1 0 0 0,-1 0 0 0 0,1 0-1 0 0,-1-1 1 0 0,1 1 0 0 0,0 0 0 0 0,-1-1 0 0 0,1 1 0 0 0,0 0-1 0 0,0-1 1 0 0,-1 1 0 0 0,1 0 0 0 0,0-1 0 0 0,0 1 0 0 0,-1-1-1 0 0,1 1 1 0 0,0 0 0 0 0,0-1 0 0 0,0 1 0 0 0,0-1 0 0 0,0 1-1 0 0,0-1 1 0 0,0 1 0 0 0,0 0 0 0 0,0-1 0 0 0,0 1 0 0 0,0-1-1 0 0,0 1 1 0 0,0-1 0 0 0,0 1 0 0 0,0-1 0 0 0,0 1 0 0 0,0 0-1 0 0,1-1 1 0 0,-1 1 0 0 0,0-1 0 0 0,1 0 0 0 0,7-15-6330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8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1920 0 0,'9'-34'7576'0'0,"-8"32"-7028"0"0,1-2 244 0 0,-2 3-718 0 0,0 1-1 0 0,0-1 0 0 0,0 1 0 0 0,1-1 1 0 0,-1 1-1 0 0,0-1 0 0 0,0 1 1 0 0,0-1-1 0 0,1 1 0 0 0,-1-1 1 0 0,0 1-1 0 0,0-1 0 0 0,1 1 0 0 0,-1-1 1 0 0,0 1-1 0 0,1 0 0 0 0,-1-1 1 0 0,1 1-1 0 0,-1 0 0 0 0,0-1 0 0 0,1 1 1 0 0,-1 0-1 0 0,1-1 0 0 0,-1 1 1 0 0,1 0-1 0 0,0-1 0 0 0,2 1 0 0 0,0 0-1 0 0,0 0 0 0 0,0 0 1 0 0,0 0-1 0 0,0 1 1 0 0,0-1-1 0 0,0 1 1 0 0,0 0-1 0 0,-1 0 0 0 0,1 0 1 0 0,0 0-1 0 0,0 0 1 0 0,-1 1-1 0 0,1-1 1 0 0,-1 1-1 0 0,1-1 0 0 0,2 4 1 0 0,0-1-15 0 0,-1 1 1 0 0,0-1-1 0 0,0 1 1 0 0,0 0-1 0 0,-1 1 1 0 0,1-1-1 0 0,4 12 1 0 0,-4-7 10 0 0,0-1 0 0 0,-1 1 0 0 0,0 0 0 0 0,-1 0 0 0 0,0 0 0 0 0,0 1 0 0 0,-1-1 0 0 0,0 0 0 0 0,-1 1 0 0 0,-1 10 0 0 0,-1 33 1849 0 0,2-53-1422 0 0,-3 6 1716 0 0,1-7-1462 0 0,1-10-838 0 0,3-8 154 0 0,-1 0 1 0 0,2 0-1 0 0,0 0 1 0 0,2 1-1 0 0,0-1 1 0 0,0 1-1 0 0,15-29 1 0 0,-8 21-430 0 0,1 1 1 0 0,2 1 0 0 0,0 0-1 0 0,29-33 1 0 0,-41 53-275 0 0,-1 0 0 0 0,1 0 0 0 0,0 1 0 0 0,0-1 0 0 0,0 1 0 0 0,0 0 0 0 0,1 0 0 0 0,-1 0 0 0 0,0 0-1 0 0,5-1 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9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25 185 1624 0 0,'0'0'4185'0'0,"-3"1"-3080"0"0,-19 1 7283 0 0,33-4-8804 0 0,136-20 896 0 0,-96 16-413 0 0,1013-118 177 0 0,-1063 124-244 0 0,71-8-8 0 0,126-16-164 0 0,-195 23-41 0 0,8 1-386 0 0,-30 14-7089 0 0,15-12 6892 0 0,-6 1 0 0 0,-2 0-2205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3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6 964 0 0,'-16'-2'6652'0'0,"6"1"-5471"0"0,7 1-134 0 0,-13-2 2498 0 0,15 1-3480 0 0,0 1 1 0 0,0 0-1 0 0,-1 0 0 0 0,1 0 1 0 0,0 0-1 0 0,0 0 0 0 0,0 0 0 0 0,0 1 1 0 0,-1-1-1 0 0,1 0 0 0 0,0 1 0 0 0,0-1 1 0 0,0 0-1 0 0,0 1 0 0 0,0 0 0 0 0,0-1 1 0 0,0 1-1 0 0,0-1 0 0 0,0 1 0 0 0,0 0 1 0 0,0 0-1 0 0,1 0 0 0 0,-1-1 0 0 0,0 1 1 0 0,0 0-1 0 0,1 0 0 0 0,-1 0 0 0 0,1 0 1 0 0,-2 2-1 0 0,1 1-58 0 0,-1 1 0 0 0,1 0 1 0 0,0-1-1 0 0,0 1 0 0 0,0 0 0 0 0,1-1 1 0 0,0 9-1 0 0,0-5-6 0 0,-1 0 11 0 0,1 0 0 0 0,1 0-1 0 0,0 1 1 0 0,0-1 0 0 0,0 0 0 0 0,4 12-1 0 0,-3-17-2 0 0,-1 1 0 0 0,1-1 0 0 0,0 0-1 0 0,0 0 1 0 0,0 0 0 0 0,0 0 0 0 0,0 0-1 0 0,1-1 1 0 0,-1 1 0 0 0,1-1 0 0 0,0 1 0 0 0,-1-1-1 0 0,1 0 1 0 0,0 0 0 0 0,1 0 0 0 0,-1 0 0 0 0,0-1-1 0 0,0 0 1 0 0,1 1 0 0 0,-1-1 0 0 0,8 1-1 0 0,21 5 32 0 0,-26-8-35 0 0,-1 0 0 0 0,0 2 1 0 0,1-1-1 0 0,-1 0 0 0 0,1 0 1 0 0,-1-1-1 0 0,0 0 1 0 0,1 0-1 0 0,-1 0 0 0 0,0-1 1 0 0,0 1-1 0 0,0-1 0 0 0,0 0 1 0 0,0-1-1 0 0,0 1 0 0 0,5-5 1 0 0,0-1 1 0 0,0-1 0 0 0,0 0 0 0 0,-1 0 0 0 0,9-13 0 0 0,-14 17-4 0 0,6-12 58 0 0,-5 6 36 0 0,-6 23-43 0 0,-26 190 1624 0 0,22-140-1224 0 0,-3-1 1 0 0,-17 63 0 0 0,23-116-292 0 0,0 1 0 0 0,-1 0 1 0 0,0-1-1 0 0,-1 0 0 0 0,0 0 1 0 0,0 0-1 0 0,-1-1 0 0 0,0 1 0 0 0,0-1 1 0 0,0 0-1 0 0,-9 8 0 0 0,12-14-145 0 0,1 0 0 0 0,-1 0 0 0 0,1 0 0 0 0,-1 0 0 0 0,0 0 0 0 0,0-1 0 0 0,1 1 0 0 0,-1-1 0 0 0,0 1 0 0 0,0-1 0 0 0,1 1-1 0 0,-1-1 1 0 0,0 0 0 0 0,0 0 0 0 0,0 0 0 0 0,0 0 0 0 0,0 0 0 0 0,1-1 0 0 0,-1 1 0 0 0,-3-2 0 0 0,-28-13 107 0 0,32 14-116 0 0,-3-1 3 0 0,0-1-1 0 0,0 0 1 0 0,0 0 0 0 0,0 0-1 0 0,1 0 1 0 0,0-1 0 0 0,-1 1-1 0 0,1-1 1 0 0,1 0-1 0 0,-1 0 1 0 0,1 0 0 0 0,-1 0-1 0 0,1-1 1 0 0,0 1 0 0 0,1-1-1 0 0,-1 1 1 0 0,1-1 0 0 0,0 0-1 0 0,0 1 1 0 0,0-1 0 0 0,1 0-1 0 0,-1 0 1 0 0,1 1 0 0 0,0-1-1 0 0,1 0 1 0 0,-1 0 0 0 0,1 0-1 0 0,0 1 1 0 0,0-1 0 0 0,2-4-1 0 0,1-2-21 0 0,-1 1 0 0 0,2 0 0 0 0,-1 0-1 0 0,1 1 1 0 0,1-1 0 0 0,0 1 0 0 0,0 0 0 0 0,0 1-1 0 0,1-1 1 0 0,1 1 0 0 0,0 1 0 0 0,11-10 0 0 0,5-1-317 0 0,-14 10-787 0 0,0 0 1 0 0,20-10 0 0 0,-28 17 487 0 0,6-4-659 0 0,24 2-8260 0 0,-30 2 8892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41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 1160 0 0,'-4'-5'17016'0'0,"-1"14"-17003"0"0,0 1 0 0 0,1 0 0 0 0,0 0-1 0 0,1 0 1 0 0,0 1 0 0 0,-2 10 0 0 0,-28 114-49 0 0,26-101 38 0 0,6-26 0 0 0,1-7 1 0 0,-7 20 4 0 0,5-8 90 0 0,-2 5-1365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4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42 1600 0 0,'6'-10'4423'0'0,"-4"8"-3704"0"0,1 0 143 0 0,-1-1-1 0 0,1 1 1 0 0,-1-1 0 0 0,0 1-1 0 0,1-1 1 0 0,-1 0-1 0 0,-1 0 1 0 0,4-5 0 0 0,-21 16-658 0 0,-116 80 77 0 0,130-86-281 0 0,-6 4 0 0 0,0-1 0 0 0,0 1 0 0 0,-14 5 0 0 0,20-10-6 0 0,-4 7 54 0 0,7-5-4 0 0,0 0-1 0 0,1 0 1 0 0,-1 0-1 0 0,1 0 1 0 0,-1 0-1 0 0,1-1 1 0 0,0 1 0 0 0,0-1-1 0 0,1 1 1 0 0,-1-1-1 0 0,0 0 1 0 0,1 0-1 0 0,-1 0 1 0 0,1 0-1 0 0,0 0 1 0 0,0-1 0 0 0,4 3-1 0 0,8 3 89 0 0,28 9 0 0 0,-41-15-151 0 0,76 26 137 0 0,-30-8-2918 0 0,-43-18 1540 0 0,-1 0 1 0 0,1 0 0 0 0,0 0 0 0 0,1-1 0 0 0,7 0 0 0 0,-11 0 698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42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40 1488 0 0,'0'0'1794'0'0,"-3"-32"10733"0"0,3 32-12509 0 0,-1-1-1 0 0,1 1 0 0 0,0 0 1 0 0,0 0-1 0 0,0-1 0 0 0,0 1 0 0 0,0 0 1 0 0,0 0-1 0 0,0 0 0 0 0,0-1 0 0 0,0 1 1 0 0,0 0-1 0 0,0 0 0 0 0,0-1 1 0 0,0 1-1 0 0,0 0 0 0 0,0 0 0 0 0,0 0 1 0 0,1-1-1 0 0,-1 1 0 0 0,0 0 0 0 0,0 0 1 0 0,0 0-1 0 0,0-1 0 0 0,0 1 1 0 0,0 0-1 0 0,1 0 0 0 0,-1 0 0 0 0,0 0 1 0 0,0-1-1 0 0,0 1 0 0 0,0 0 0 0 0,1 0 1 0 0,-1 0-1 0 0,0 0 0 0 0,0 0 1 0 0,0 0-1 0 0,1 0 0 0 0,-1-1 0 0 0,0 1 1 0 0,0 0-1 0 0,1 0 0 0 0,-1 0 0 0 0,0 0 1 0 0,0 0-1 0 0,1 0 0 0 0,-1 0 1 0 0,0 0-1 0 0,0 0 0 0 0,0 0 0 0 0,1 0 1 0 0,-1 1-1 0 0,0-1 0 0 0,0 0 0 0 0,0 0 1 0 0,1 0-1 0 0,-1 0 0 0 0,0 0 1 0 0,0 0-1 0 0,0 0 0 0 0,1 0 0 0 0,-1 1 1 0 0,0-1-1 0 0,2 1 166 0 0,2 0-75 0 0,-1 0 1 0 0,1 0-1 0 0,-1 1 1 0 0,0 0-1 0 0,1-1 1 0 0,-1 1-1 0 0,6 5 1 0 0,-2 1 49 0 0,1 1-1 0 0,-2-1 1 0 0,1 1 0 0 0,-1 1 0 0 0,-1-1 0 0 0,1 1 0 0 0,-2 0 0 0 0,1 0 0 0 0,-1 1 0 0 0,-1-1-1 0 0,0 1 1 0 0,-1 0 0 0 0,0-1 0 0 0,0 1 0 0 0,0 16 0 0 0,0-8 444 0 0,-2-18-525 0 0,0 0-1 0 0,0 0 0 0 0,0-1 0 0 0,1 1 1 0 0,-1 0-1 0 0,0 0 0 0 0,0 0 1 0 0,0 0-1 0 0,0 0 0 0 0,-1 0 0 0 0,1 0 1 0 0,0-1-1 0 0,0 1 0 0 0,0 0 1 0 0,-1 0-1 0 0,1 0 0 0 0,-1 0 0 0 0,1-1 1 0 0,0 1-1 0 0,-1 0 0 0 0,1 0 0 0 0,-3 2 777 0 0,3-3-826 0 0,-1 0-1 0 0,1 0 0 0 0,-1 0 0 0 0,0 0 1 0 0,1-1-1 0 0,-1 1 0 0 0,1 0 0 0 0,-1 0 1 0 0,1 0-1 0 0,-1 0 0 0 0,0-1 0 0 0,1 1 1 0 0,-1 0-1 0 0,1 0 0 0 0,-1-1 0 0 0,1 1 1 0 0,0 0-1 0 0,-1-1 0 0 0,1 1 0 0 0,-1 0 1 0 0,1-1-1 0 0,-1 1 0 0 0,1-1 0 0 0,0 1 1 0 0,-1-1-1 0 0,1 1 0 0 0,0-1 0 0 0,-1-18 305 0 0,2 14-329 0 0,1 1 0 0 0,-1-1 1 0 0,1 0-1 0 0,0 1 0 0 0,4-9 0 0 0,2 2-291 0 0,1 1 0 0 0,0 0 0 0 0,0 0 0 0 0,1 0 0 0 0,0 1 0 0 0,17-11 0 0 0,6-1-3798 0 0,0 1-3855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4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1524 0 0,'0'0'768'0'0,"-22"3"-880"0"0,5 0-1076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5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 0 0,'0'0'7363'0'0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55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0 924 0 0,'0'0'1470'0'0,"-23"11"5112"0"0,22-11-6466 0 0,0 1-1 0 0,0-1 0 0 0,1 1 1 0 0,-1-1-1 0 0,0 0 1 0 0,1 1-1 0 0,-1-1 1 0 0,0 1-1 0 0,1-1 1 0 0,-1 1-1 0 0,1 0 0 0 0,-1-1 1 0 0,1 1-1 0 0,-1 0 1 0 0,1-1-1 0 0,-1 1 1 0 0,1 0-1 0 0,0-1 1 0 0,-1 1-1 0 0,1 0 0 0 0,0 0 1 0 0,-1 0-1 0 0,2 0-75 0 0,-1 0 0 0 0,0-1 0 0 0,0 1 0 0 0,1-1 0 0 0,-1 1-1 0 0,0-1 1 0 0,1 1 0 0 0,-1-1 0 0 0,1 1 0 0 0,-1-1 0 0 0,1 1 0 0 0,-1-1-1 0 0,0 1 1 0 0,1-1 0 0 0,0 0 0 0 0,-1 1 0 0 0,1-1 0 0 0,-1 0 0 0 0,1 0-1 0 0,-1 1 1 0 0,2-1 0 0 0,5 2 38 0 0,0 0 0 0 0,-1-1 0 0 0,1 1 0 0 0,10-1 0 0 0,71 1 97 0 0,-85-2-212 0 0,49 1-1768 0 0,-17 2-3987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56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21 1552 0 0,'-95'46'12031'0'0,"94"-46"-11705"0"0,-4 4 53 0 0,5-4-370 0 0,0 0 1 0 0,0 0-1 0 0,-1 0 1 0 0,1 0-1 0 0,0 0 1 0 0,0 0-1 0 0,0 0 0 0 0,0 0 1 0 0,0 0-1 0 0,0 0 1 0 0,0 0-1 0 0,0 0 1 0 0,0 0-1 0 0,0 0 1 0 0,-1 0-1 0 0,1 0 1 0 0,0 0-1 0 0,0 0 1 0 0,0 0-1 0 0,0 0 1 0 0,0 0-1 0 0,0 0 0 0 0,0 0 1 0 0,0 1-1 0 0,0-1 1 0 0,0 0-1 0 0,0 0 1 0 0,0 0-1 0 0,0 0 1 0 0,0 0-1 0 0,0 0 1 0 0,0 0-1 0 0,-1 0 1 0 0,1 0-1 0 0,0 0 1 0 0,0 0-1 0 0,0 1 0 0 0,0-1 1 0 0,0 0-1 0 0,0 0 1 0 0,0 0-1 0 0,0 0 1 0 0,0 0-1 0 0,0 0 1 0 0,0 0-1 0 0,0 0 1 0 0,1 0-1 0 0,-1 0 1 0 0,0 1-1 0 0,0-1 1 0 0,0 0-1 0 0,0 0 1 0 0,0 0-1 0 0,0 0 0 0 0,0 0 1 0 0,0 0-1 0 0,0 0 1 0 0,0 0-1 0 0,0 0 1 0 0,0 0-1 0 0,0 0 1 0 0,0 0-1 0 0,0 0 1 0 0,0 1-1 0 0,1-1 1 0 0,-1 0-1 0 0,15-1-1 0 0,0 0 1 0 0,0-1-1 0 0,0 0 0 0 0,0-1 1 0 0,26-9-1 0 0,4-1-1091 0 0,72-16-5595 0 0,-71 17 1871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57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61 1316 0 0,'22'-34'6995'0'0,"-21"33"-6768"0"0,0 1-1 0 0,-1-1 0 0 0,1 1 1 0 0,0-1-1 0 0,-1 0 0 0 0,1 1 0 0 0,-1-1 1 0 0,1 0-1 0 0,-1 0 0 0 0,1 1 1 0 0,-1-1-1 0 0,0 0 0 0 0,1 0 0 0 0,-1 0 1 0 0,0 1-1 0 0,1-1 0 0 0,-1 0 1 0 0,0 0-1 0 0,0 0 0 0 0,0 0 0 0 0,0 0 1 0 0,0 1-1 0 0,0-1 0 0 0,0 0 1 0 0,0-1-1 0 0,-1 1-175 0 0,0 1-1 0 0,1-1 1 0 0,-1 1 0 0 0,0-1 0 0 0,1 1 0 0 0,-1-1-1 0 0,0 1 1 0 0,0 0 0 0 0,1 0 0 0 0,-1-1 0 0 0,0 1-1 0 0,0 0 1 0 0,1 0 0 0 0,-1 0 0 0 0,0 0 0 0 0,0 0-1 0 0,0 0 1 0 0,0 0 0 0 0,1 0 0 0 0,-1 0 0 0 0,0 0-1 0 0,0 0 1 0 0,0 0 0 0 0,1 1 0 0 0,-1-1 0 0 0,0 0-1 0 0,0 1 1 0 0,0 0 0 0 0,-14 4 20 0 0,2 2 0 0 0,-1 0 0 0 0,1 0 0 0 0,0 2 0 0 0,0-1 1 0 0,1 2-1 0 0,0-1 0 0 0,-20 24 0 0 0,11-9 4 0 0,1 0-1 0 0,0 2 1 0 0,-20 37 0 0 0,26-37 31 0 0,1 0 1 0 0,1 0-1 0 0,1 1 0 0 0,1 1 1 0 0,2 0-1 0 0,0 0 0 0 0,2 1 1 0 0,2-1-1 0 0,-3 41 0 0 0,7-60-87 0 0,1 0 0 0 0,0-1 1 0 0,0 1-1 0 0,0 0 0 0 0,1 0 0 0 0,0 0 0 0 0,1-1 0 0 0,7 17 0 0 0,-8-22 4 0 0,0 1 0 0 0,0-1 0 0 0,0 0 0 0 0,1 1-1 0 0,-1-1 1 0 0,1-1 0 0 0,0 1 0 0 0,-1 0 0 0 0,1-1 0 0 0,1 1 0 0 0,-1-1 0 0 0,0 0 0 0 0,0 0-1 0 0,1 0 1 0 0,-1 0 0 0 0,1-1 0 0 0,0 1 0 0 0,-1-1 0 0 0,1 0 0 0 0,0 0 0 0 0,0-1-1 0 0,6 2 1 0 0,3-2 27 0 0,0-1 0 0 0,0 0 0 0 0,0 0 0 0 0,-1-1 0 0 0,1-1 0 0 0,-1 0 0 0 0,23-9 0 0 0,-26 8 138 0 0,1 0 1 0 0,-1-1 0 0 0,0 0-1 0 0,0-1 1 0 0,-1 1-1 0 0,1-2 1 0 0,-1 1 0 0 0,-1-1-1 0 0,1 0 1 0 0,6-9 0 0 0,-13 14-163 0 0,0 1 0 0 0,0 0 0 0 0,0-1 0 0 0,0 0 0 0 0,0 1 1 0 0,0-1-1 0 0,0 1 0 0 0,0-1 0 0 0,-1 0 0 0 0,1 0 1 0 0,-1 1-1 0 0,1-1 0 0 0,-1 0 0 0 0,0 0 0 0 0,0 0 0 0 0,0 0 1 0 0,0 1-1 0 0,0-1 0 0 0,0 0 0 0 0,0 0 0 0 0,-1 0 0 0 0,1 1 1 0 0,0-1-1 0 0,-1 0 0 0 0,0 0 0 0 0,1 1 0 0 0,-1-1 0 0 0,0 0 1 0 0,0 1-1 0 0,0-1 0 0 0,0 1 0 0 0,0-1 0 0 0,0 1 1 0 0,-1 0-1 0 0,1-1 0 0 0,0 1 0 0 0,-1 0 0 0 0,1 0 0 0 0,-1 0 1 0 0,-2-2-1 0 0,-3-1-18 0 0,-1 0 1 0 0,0 0 0 0 0,0 1 0 0 0,0 0-1 0 0,0 0 1 0 0,0 1 0 0 0,-1 0-1 0 0,1 1 1 0 0,-13-2 0 0 0,9 3-34 0 0,0 1 0 0 0,0 0 0 0 0,0 1 0 0 0,-18 4 0 0 0,24-4-51 0 0,4-2-91 0 0,-1 1 0 0 0,1 0-1 0 0,0-1 1 0 0,0 1 0 0 0,0 0 0 0 0,0 0-1 0 0,0 1 1 0 0,0-1 0 0 0,0 0 0 0 0,0 1-1 0 0,0-1 1 0 0,0 1 0 0 0,1 0 0 0 0,-1-1-1 0 0,1 1 1 0 0,-1 0 0 0 0,1 0 0 0 0,-2 4-1 0 0,2-4-468 0 0,0-1 0 0 0,1 1 0 0 0,-1-1 0 0 0,1 1-1 0 0,0 0 1 0 0,-1-1 0 0 0,1 1 0 0 0,0 0-1 0 0,0-1 1 0 0,0 1 0 0 0,0 0 0 0 0,0 0 0 0 0,1-1-1 0 0,-1 1 1 0 0,0 0 0 0 0,2 2 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6:5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26 149 260 0 0,'-25'17'29338'0'0,"33"-16"-27809"0"0,16-6-1269 0 0,26-8-421 0 0,262-63 181 0 0,-105 27-57 0 0,-182 43 0 0 0,44-12-2937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48 684 0 0,'-3'-1'465'0'0,"1"-1"0"0"0,0 1 1 0 0,0 0-1 0 0,-1 0 0 0 0,1 0 0 0 0,-1 0 0 0 0,1 0 0 0 0,-1 0 0 0 0,0 1 1 0 0,1-1-1 0 0,-6 1 0 0 0,5-1 130 0 0,0 1-15 0 0,-27-3 1486 0 0,27 3-1655 0 0,0 0-45 0 0,-9 0-48 0 0,10 0 178 0 0,-6 0-307 0 0,5 0 777 0 0,48-2-535 0 0,59-12 0 0 0,31-1-586 0 0,-123 14-411 0 0,0 1 1 0 0,22 3-1 0 0,-30-3-269 0 0,0 1 1 0 0,0 0-1 0 0,0 1 0 0 0,0-1 1 0 0,-1 1-1 0 0,8 3 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5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11 2068 0 0,'-77'30'9854'0'0,"75"-29"-9455"0"0,-8 5 804 0 0,17-5-1207 0 0,1 0 0 0 0,0 0 0 0 0,0-1 0 0 0,0 0 0 0 0,0 0 0 0 0,-1-1 0 0 0,1 0 0 0 0,15-4 0 0 0,-2 1-323 0 0,120-22-5593 0 0,-84 13 1083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2:1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45 1296 0 0,'6'-9'5477'0'0,"4"-16"1861"0"0,-10 24-7264 0 0,0 1 0 0 0,0 0 0 0 0,0-1 0 0 0,0 1 0 0 0,0 0-1 0 0,0-1 1 0 0,0 1 0 0 0,0-1 0 0 0,0 1 0 0 0,0 0 0 0 0,0-1 0 0 0,-1 1-1 0 0,1 0 1 0 0,0-1 0 0 0,0 1 0 0 0,0 0 0 0 0,0 0 0 0 0,-1-1 0 0 0,1 1-1 0 0,0 0 1 0 0,0-1 0 0 0,0 1 0 0 0,-1 0 0 0 0,1 0 0 0 0,0-1 0 0 0,0 1-1 0 0,-1 0 1 0 0,1 0 0 0 0,0 0 0 0 0,-1 0 0 0 0,1-1 0 0 0,0 1-1 0 0,-1 0 1 0 0,1 0 0 0 0,0 0 0 0 0,-1 0 0 0 0,1 0 0 0 0,0 0 0 0 0,-1 0-1 0 0,0 0 1 0 0,1 0-233 0 0,-2-1 303 0 0,-1 1-110 0 0,-10 0-4 0 0,10 0 6 0 0,1 0-18 0 0,-3 1-5 0 0,-1-1-6 0 0,0 1 0 0 0,0 0 0 0 0,1 1 0 0 0,-1-1 0 0 0,0 1 0 0 0,-5 3 0 0 0,-5 2-4 0 0,1 1 0 0 0,1 0 0 0 0,-1 1 0 0 0,1 1 0 0 0,1 0 0 0 0,0 1 1 0 0,0 1-1 0 0,2 0 0 0 0,-19 22 0 0 0,13-11-13 0 0,8-13 10 0 0,1 0 1 0 0,-8 16-1 0 0,6-6-3 0 0,0 1 0 0 0,2 0 0 0 0,0 0 0 0 0,2 1 0 0 0,0 0 0 0 0,2 0 0 0 0,-3 29 0 0 0,5-34-4 0 0,2 1 0 0 0,0-1 0 0 0,1 1 1 0 0,1 0-1 0 0,0-1 0 0 0,1 0 0 0 0,1 1 1 0 0,1-1-1 0 0,12 30 0 0 0,-14-42 17 0 0,0 1 0 0 0,1-1 0 0 0,-1 0-1 0 0,1 0 1 0 0,0 0 0 0 0,0 0 0 0 0,1 0-1 0 0,-1-1 1 0 0,1 0 0 0 0,0 0 0 0 0,0-1-1 0 0,0 1 1 0 0,1-1 0 0 0,-1 0-1 0 0,1 0 1 0 0,0-1 0 0 0,0 1 0 0 0,11 1 0 0 0,-8-2 29 0 0,-1 0 1 0 0,1-1 0 0 0,0 0 0 0 0,0-1-1 0 0,-1 0 1 0 0,1-1 0 0 0,0 0 0 0 0,0 0-1 0 0,-1 0 1 0 0,1-1 0 0 0,-1-1 0 0 0,17-6-1 0 0,-22 7 64 0 0,1 0 1 0 0,-1 0-1 0 0,0-1 0 0 0,0 1 0 0 0,0-1 0 0 0,0 0 0 0 0,0 0 1 0 0,-1 0-1 0 0,1 0 0 0 0,-1 0 0 0 0,0-1 0 0 0,0 1 0 0 0,0-1 0 0 0,0 1 1 0 0,-1-1-1 0 0,1 0 0 0 0,0-5 0 0 0,-1 6-71 0 0,0 1 0 0 0,-1-1-1 0 0,1 0 1 0 0,-1 0 0 0 0,1 1 0 0 0,-1-1-1 0 0,0 0 1 0 0,0 0 0 0 0,-1 0 0 0 0,1 1-1 0 0,0-1 1 0 0,-1 0 0 0 0,0 1 0 0 0,1-1-1 0 0,-1 0 1 0 0,0 1 0 0 0,0-1 0 0 0,-1 1-1 0 0,1-1 1 0 0,-1 1 0 0 0,1 0 0 0 0,-1-1-1 0 0,0 1 1 0 0,1 0 0 0 0,-4-2 0 0 0,-1-2 16 0 0,5 5-46 0 0,-1 0 0 0 0,1 0 0 0 0,0 0 0 0 0,-1 0 0 0 0,1 0-1 0 0,-1 0 1 0 0,1 1 0 0 0,-1-1 0 0 0,1 0 0 0 0,-1 1 0 0 0,1 0 0 0 0,-1-1-1 0 0,-2 1 1 0 0,-1-1 0 0 0,-1 0 0 0 0,1 1 0 0 0,-1-1-1 0 0,1 1 1 0 0,-1 0 0 0 0,1 1 0 0 0,-1 0 0 0 0,1 0-1 0 0,-1 0 1 0 0,1 0 0 0 0,0 1 0 0 0,-1 0-1 0 0,1 0 1 0 0,0 0 0 0 0,0 1 0 0 0,0 0 0 0 0,-8 5-1 0 0,1 1-19 0 0,0 1 0 0 0,0 0 0 0 0,0 0 0 0 0,1 1 0 0 0,-12 16 0 0 0,11-10-527 0 0,0 1 1 0 0,2 0 0 0 0,0 0 0 0 0,1 1 0 0 0,-7 21 0 0 0,-24 102-9203 0 0,31-107 4546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2 904 0 0,'0'0'7482'0'0,"2"0"-7450"0"0,9 1-152 0 0,-9-1-205 0 0,10-3-3159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1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1052 0 0,'0'0'6061'0'0,"-5"5"-6013"0"0,17-8-4805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2048 0 0,'0'0'23583'0'0,"9"13"-21477"0"0,-4 20 549 0 0,-3-26-2309 0 0,0-1 0 0 0,-1 0 1 0 0,0 1-1 0 0,0 7 0 0 0,-12 190 294 0 0,10-191-636 0 0,-5 43-4 0 0,5-42 0 0 0,-1-2 0 0 0,-1-2-101 0 0,3-8-545 0 0,14-29-6005 0 0,27-44-7421 0 0,-24 47 5179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64 2300 0 0,'-24'-31'20199'0'0,"24"31"-20159"0"0,-1 0-1 0 0,1 0 0 0 0,0 0 0 0 0,0-1 0 0 0,0 1 1 0 0,-1 0-1 0 0,1 0 0 0 0,0 0 0 0 0,0 0 1 0 0,0-1-1 0 0,0 1 0 0 0,-1 0 0 0 0,1 0 0 0 0,0-1 1 0 0,0 1-1 0 0,0 0 0 0 0,0 0 0 0 0,0 0 0 0 0,0-1 1 0 0,0 1-1 0 0,0 0 0 0 0,0 0 0 0 0,0-1 0 0 0,0 1 1 0 0,0 0-1 0 0,0-1 0 0 0,0 1 0 0 0,0 0 1 0 0,0 0-1 0 0,0-1 0 0 0,0 1 0 0 0,113-15 599 0 0,-51 7-3406 0 0,-50 7-276 0 0,-1 0 1 0 0,20 2-1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2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1404 0 0,'-36'25'4778'0'0,"-53"42"3725"0"0,87-66-8260 0 0,-1 1 70 0 0,0 0 1 0 0,1 1-1 0 0,-1-1 0 0 0,0 1 0 0 0,1 0 0 0 0,-1 0 0 0 0,1 0 0 0 0,0 0 1 0 0,0 0-1 0 0,0 0 0 0 0,0 0 0 0 0,-2 7 0 0 0,5-9-270 0 0,0 0 0 0 0,-1-1 0 0 0,1 1-1 0 0,-1 0 1 0 0,1 0 0 0 0,0 0 0 0 0,0-1 0 0 0,-1 1 0 0 0,1-1 0 0 0,0 1-1 0 0,0 0 1 0 0,0-1 0 0 0,0 1 0 0 0,0-1 0 0 0,0 0 0 0 0,0 1-1 0 0,0-1 1 0 0,0 0 0 0 0,0 1 0 0 0,0-1 0 0 0,0 0 0 0 0,0 0-1 0 0,0 0 1 0 0,0 0 0 0 0,0 0 0 0 0,1 0 0 0 0,28-4-513 0 0,-1 0 1 0 0,0-2 0 0 0,48-16-1 0 0,86-41-10329 0 0,-126 47 5724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3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61 1836 0 0,'1'-35'12398'0'0,"-2"33"-11947"0"0,-1 0 0 0 0,0 0 1 0 0,1 0-1 0 0,-1 0 0 0 0,0 0 0 0 0,0 0 1 0 0,0 1-1 0 0,0-1 0 0 0,0 1 0 0 0,0-1 1 0 0,-1 1-1 0 0,1 0 0 0 0,-4-2 0 0 0,4 2 77 0 0,-6 1-274 0 0,1 0 0 0 0,0 1 0 0 0,0-1 0 0 0,-1 1 0 0 0,1 1 1 0 0,0-1-1 0 0,0 1 0 0 0,0 1 0 0 0,0-1 0 0 0,1 1 0 0 0,-1 0 0 0 0,1 1 1 0 0,0-1-1 0 0,-11 9 0 0 0,-2 4-94 0 0,0 0-1 0 0,2 1 1 0 0,0 1 0 0 0,1 1-1 0 0,0 0 1 0 0,2 1 0 0 0,0 0 0 0 0,2 2-1 0 0,0-1 1 0 0,1 1 0 0 0,1 1-1 0 0,-7 25 1 0 0,15-40-130 0 0,1-1 1 0 0,-1 1-1 0 0,1 0 1 0 0,0 0-1 0 0,1 0 0 0 0,0 0 1 0 0,0 0-1 0 0,1 0 0 0 0,0 0 1 0 0,1 0-1 0 0,-1 0 0 0 0,1-1 1 0 0,1 1-1 0 0,4 10 0 0 0,-4-13 7 0 0,0 0-1 0 0,0 0 1 0 0,0 0-1 0 0,1-1 1 0 0,0 1-1 0 0,-1-1 0 0 0,2 0 1 0 0,-1 0-1 0 0,0-1 1 0 0,1 1-1 0 0,0-1 0 0 0,-1 0 1 0 0,1 0-1 0 0,1 0 1 0 0,-1-1-1 0 0,0 0 1 0 0,1 0-1 0 0,-1 0 0 0 0,1-1 1 0 0,7 2-1 0 0,-2-1 12 0 0,0-1 0 0 0,0 0 0 0 0,0-1 0 0 0,0 0 1 0 0,0-1-1 0 0,0 0 0 0 0,0-1 0 0 0,12-3 0 0 0,-16 3 25 0 0,1-1 0 0 0,-1 0 0 0 0,0 0 0 0 0,0-1 0 0 0,0 0 0 0 0,0 0 0 0 0,-1-1 0 0 0,0 1 0 0 0,0-1 0 0 0,0-1 0 0 0,9-10 0 0 0,-14 15-62 0 0,-1 0 0 0 0,1 1 0 0 0,-1-1-1 0 0,1 0 1 0 0,-1 0 0 0 0,1 0 0 0 0,-1 0 0 0 0,0 0 0 0 0,1 1-1 0 0,-1-1 1 0 0,0 0 0 0 0,0 0 0 0 0,0 0 0 0 0,0 0 0 0 0,0 0 0 0 0,0 0-1 0 0,0 0 1 0 0,0 0 0 0 0,0 0 0 0 0,0 0 0 0 0,0 0 0 0 0,-1 0-1 0 0,1 0 1 0 0,0 0 0 0 0,-1 1 0 0 0,1-1 0 0 0,-1 0 0 0 0,1 0 0 0 0,-1 0-1 0 0,0-1 1 0 0,-1 0-4 0 0,1 1 0 0 0,-1-1 0 0 0,1 0-1 0 0,-1 1 1 0 0,0-1 0 0 0,0 1 0 0 0,0 0-1 0 0,1-1 1 0 0,-1 1 0 0 0,-3-1 0 0 0,-10-3-136 0 0,0 1-1 0 0,-1 1 1 0 0,1 1 0 0 0,0 0 0 0 0,-1 1-1 0 0,-22 1 1 0 0,-97 13-3736 0 0,95-7 2267 0 0,-58 10-2817 0 0,11-2-3635 0 0,30-5-620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0 688 0 0,'0'0'3450'0'0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1 444 0 0,'0'0'6089'0'0,"-12"9"-2597"0"0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95 976 0 0,'8'-13'3344'0'0,"-1"1"0"0"0,-1-2 1 0 0,9-26-1 0 0,-14 38-2604 0 0,4-12 2865 0 0,-6 27-3318 0 0,-22 171 1157 0 0,19-156-1411 0 0,-1 11-1310 0 0,0 51 1 0 0,5-90 971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8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70 364 0 0,'-5'-22'8915'0'0,"5"20"-8563"0"0,-1 1 1 0 0,1 0 0 0 0,-1 0-1 0 0,1 0 1 0 0,-1-1 0 0 0,1 1-1 0 0,0 0 1 0 0,0-1 0 0 0,-1 1-1 0 0,1 0 1 0 0,0-1 0 0 0,0 1-1 0 0,1 0 1 0 0,-1 0 0 0 0,0-1-1 0 0,0 1 1 0 0,1-2 0 0 0,0 2-327 0 0,0 0 1 0 0,0 0-1 0 0,0 0 1 0 0,0 0-1 0 0,0 1 1 0 0,0-1-1 0 0,0 0 1 0 0,0 1-1 0 0,0-1 1 0 0,1 1-1 0 0,-1-1 1 0 0,0 1-1 0 0,0-1 1 0 0,1 1-1 0 0,-1 0 1 0 0,3-1-1 0 0,6-1 70 0 0,0-1-57 0 0,0 1 0 0 0,0 0 0 0 0,0 1 0 0 0,1 0 0 0 0,17 0 0 0 0,-23 1-34 0 0,0 0 1 0 0,-1 1 0 0 0,1-1-1 0 0,0 1 1 0 0,0 0-1 0 0,0 1 1 0 0,0-1 0 0 0,-1 1-1 0 0,1 0 1 0 0,-1 0-1 0 0,1 0 1 0 0,-1 0-1 0 0,0 1 1 0 0,0 0 0 0 0,7 5-1 0 0,-9-4 2 0 0,0-1 1 0 0,1 1-1 0 0,-1 0 0 0 0,-1 0 1 0 0,1 0-1 0 0,-1 0 0 0 0,1 0 1 0 0,-1 0-1 0 0,0 0 0 0 0,-1 0 0 0 0,1 0 1 0 0,-1 1-1 0 0,1-1 0 0 0,-1 0 1 0 0,-1 0-1 0 0,1 1 0 0 0,-1-1 0 0 0,1 0 1 0 0,-1 0-1 0 0,0 0 0 0 0,-1 0 1 0 0,-1 6-1 0 0,-3 5 26 0 0,-1 0 0 0 0,0-1 1 0 0,0 0-1 0 0,-17 21 0 0 0,-18 20 206 0 0,20-27-62 0 0,-20 31 1 0 0,20-30 15 0 0,21-28-100 0 0,6 2-32 0 0,-5-3-59 0 0,0 1-1 0 0,0-1 1 0 0,0 0-1 0 0,1 0 1 0 0,-1 1-1 0 0,0-1 1 0 0,0 0-1 0 0,0 0 1 0 0,1 1-1 0 0,-1-1 1 0 0,0 0-1 0 0,0 0 1 0 0,1 0-1 0 0,-1 0 1 0 0,0 1-1 0 0,0-1 1 0 0,1 0-1 0 0,-1 0 1 0 0,0 0-1 0 0,1 0 0 0 0,-1 0 1 0 0,0 0-1 0 0,0 0 1 0 0,1 0-1 0 0,-1 0 1 0 0,0 0-1 0 0,1 0 1 0 0,-1 0-1 0 0,0 0 1 0 0,1 0-1 0 0,-1 0 1 0 0,1 0-1 0 0,177-29 83 0 0,-93 13-1006 0 0,-2 4-2116 0 0,4 0-5184 0 0,-73 9 4904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9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176 126 2288 0 0,'-150'21'15396'0'0,"147"-21"-14855"0"0,-16 3 800 0 0,16-4-617 0 0,11-2 345 0 0,234-52-515 0 0,9 19-554 0 0,-206 30 9 0 0,274-25 87 0 0,-121 14-1517 0 0,-195 17 816 0 0,9 0-638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09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 1480 0 0,'-3'0'5848'0'0,"-11"-1"264"0"0,13 1-5827 0 0,0 0-1 0 0,0 0 1 0 0,0 0-1 0 0,0 0 1 0 0,0 0-1 0 0,0 0 1 0 0,0 0-1 0 0,0 0 1 0 0,0 0-1 0 0,0 0 1 0 0,0 1-1 0 0,0-1 0 0 0,0 0 1 0 0,0 0-1 0 0,-1 2 1 0 0,1-1-239 0 0,-1 0-1 0 0,1 1 1 0 0,1 0 0 0 0,-1-1-1 0 0,0 1 1 0 0,0 0 0 0 0,0-1 0 0 0,1 1-1 0 0,-1 0 1 0 0,1 0 0 0 0,-1 3-1 0 0,-12 111 864 0 0,11-96-860 0 0,2-14-30 0 0,0 1-1 0 0,0-1 1 0 0,0 0-1 0 0,1 0 1 0 0,0 0-1 0 0,0 0 1 0 0,1 0-1 0 0,-1-1 0 0 0,1 1 1 0 0,1 0-1 0 0,4 10 1 0 0,-5-14-11 0 0,0-1-1 0 0,0 1 1 0 0,1 0 0 0 0,-1-1 0 0 0,0 1 0 0 0,0-1 0 0 0,1 1-1 0 0,-1-1 1 0 0,1 0 0 0 0,-1 0 0 0 0,1-1 0 0 0,0 1 0 0 0,-1 0-1 0 0,1-1 1 0 0,0 1 0 0 0,-1-1 0 0 0,1 0 0 0 0,0 0 0 0 0,-1 0-1 0 0,1 0 1 0 0,0-1 0 0 0,-1 1 0 0 0,5-2 0 0 0,3 0 7 0 0,-1 0 0 0 0,0-1 1 0 0,0 0-1 0 0,0-1 0 0 0,10-5 1 0 0,0-3 31 0 0,-2-1 1 0 0,22-19 0 0 0,-20 16 240 0 0,-14 12 178 0 0,-1 0 1 0 0,1-1-1 0 0,-1 0 1 0 0,0 1-1 0 0,0-2 1 0 0,0 1-1 0 0,3-6 1 0 0,-7 9-105 0 0,1 2-351 0 0,-1 0 0 0 0,0-1 0 0 0,0 1 0 0 0,1 0 0 0 0,-1 0 0 0 0,0 0 0 0 0,0-1 0 0 0,1 1 0 0 0,-1 0 0 0 0,0 0 0 0 0,0 0 0 0 0,1 0 0 0 0,-1 0-1 0 0,0-1 1 0 0,1 1 0 0 0,-1 0 0 0 0,0 0 0 0 0,0 0 0 0 0,1 0 0 0 0,-1 0 0 0 0,0 0 0 0 0,1 0 0 0 0,-1 0 0 0 0,0 0 0 0 0,1 0 0 0 0,-1 0 0 0 0,0 1 0 0 0,1-1 0 0 0,-1 0 0 0 0,0 0 0 0 0,0 0 0 0 0,1 0 0 0 0,-1 0 0 0 0,0 0 0 0 0,0 1 0 0 0,1-1 0 0 0,-1 0 0 0 0,0 0 0 0 0,0 1 0 0 0,1-1 0 0 0,-1 0 0 0 0,0 0 0 0 0,0 1 0 0 0,0-1 0 0 0,0 0 0 0 0,1 0 0 0 0,-1 1-1 0 0,0-1 1 0 0,0 0 0 0 0,0 0 0 0 0,0 1 0 0 0,0-1 0 0 0,0 0 0 0 0,0 1 0 0 0,0-1 0 0 0,0 0 0 0 0,0 1 0 0 0,0-1 0 0 0,0 0 0 0 0,0 1 0 0 0,0-1 0 0 0,0 0 0 0 0,0 0 0 0 0,0 1 0 0 0,-1-1 0 0 0,0 32 267 0 0,-12 59 1 0 0,7-60-1729 0 0,-3 64 0 0 0,12-75-377 0 0,-3-18 1161 0 0,1 0 1 0 0,0 0-1 0 0,-1 0 0 0 0,1 0 1 0 0,0-1-1 0 0,0 1 1 0 0,0 0-1 0 0,0-1 1 0 0,0 1-1 0 0,15 10-5324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36 1368 0 0,'-19'-27'17919'0'0,"20"26"-17882"0"0,0 0 0 0 0,0 1 0 0 0,0 0 0 0 0,0-1 0 0 0,0 1 0 0 0,1 0 1 0 0,-1-1-1 0 0,0 1 0 0 0,0 0 0 0 0,0 0 0 0 0,1 0 0 0 0,-1 0 0 0 0,0 0 0 0 0,2 0 0 0 0,95-2-170 0 0,-10-1-5825 0 0,-64 6 57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0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21 888 0 0,'-2'2'2071'0'0,"-5"1"-679"0"0,1-1 133 0 0,0 1 0 0 0,0 0 0 0 0,0 0 0 0 0,0 1 0 0 0,-6 6 906 0 0,12-10-2380 0 0,1 1-1 0 0,0-1 0 0 0,0 1 0 0 0,0-1 0 0 0,-1 1 1 0 0,1-1-1 0 0,0 0 0 0 0,0 1 0 0 0,0-1 0 0 0,0 0 1 0 0,0 0-1 0 0,0 0 0 0 0,0 0 0 0 0,0 0 0 0 0,0 0 1 0 0,1 0-1 0 0,11 1 181 0 0,22-2-313 0 0,-1-2-1 0 0,66-13 1 0 0,7-12-8183 0 0,-84 21 3689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1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59 161 552 0 0,'-1'-2'907'0'0,"-23"-50"12685"0"0,18 34-10457 0 0,6 16-2464 0 0,-2-8 605 0 0,1 9-1205 0 0,1 0 0 0 0,0 0 0 0 0,-1 0 0 0 0,1 0 0 0 0,0 0 0 0 0,0 0 0 0 0,0 0 0 0 0,0 0 0 0 0,0-1 0 0 0,0 1 0 0 0,0 0 0 0 0,0 0-1 0 0,0 0 1 0 0,0 0 0 0 0,1 0 0 0 0,-1 0 0 0 0,0 0 0 0 0,1-1 0 0 0,-1 1 0 0 0,1-1 0 0 0,3-2-42 0 0,0 0 0 0 0,0 0 0 0 0,0 0 0 0 0,0 1 0 0 0,0 0 0 0 0,1-1 0 0 0,0 1 0 0 0,0 1 0 0 0,0-1-1 0 0,0 1 1 0 0,0 0 0 0 0,0 0 0 0 0,0 0 0 0 0,1 1 0 0 0,6-1 0 0 0,6-3-21 0 0,-5 3-3 0 0,-1 3-7 0 0,-4-1 2 0 0,0 0 0 0 0,0 1 1 0 0,0 0-1 0 0,0 1 0 0 0,-1-1 0 0 0,1 2 0 0 0,0-1 0 0 0,-1 1 0 0 0,1 0 0 0 0,9 6 0 0 0,-14-7-1 0 0,1 1 1 0 0,-1-1-1 0 0,0 0 1 0 0,0 1-1 0 0,0 0 0 0 0,0 0 1 0 0,-1 0-1 0 0,1 0 0 0 0,-1 0 1 0 0,0 0-1 0 0,0 1 1 0 0,0-1-1 0 0,0 1 0 0 0,0-1 1 0 0,-1 1-1 0 0,0 0 1 0 0,1 0-1 0 0,-1-1 0 0 0,-1 1 1 0 0,1 0-1 0 0,-1 0 1 0 0,1 0-1 0 0,-2 8 0 0 0,-1 0 2 0 0,0 1 0 0 0,-1-1 0 0 0,0-1 0 0 0,-1 1 0 0 0,-1 0 0 0 0,0-1 0 0 0,0 0 0 0 0,-13 19 0 0 0,-6 14 31 0 0,-7 11 151 0 0,31-54-37 0 0,14 0-113 0 0,-9-3-24 0 0,4-2-6 0 0,27 5-32 0 0,-30-1 29 0 0,7 3 0 0 0,3 2-8 0 0,-11-4 10 0 0,1 1 0 0 0,-1 0-1 0 0,0 0 1 0 0,0 0 0 0 0,0 0 0 0 0,0 1 0 0 0,-1 0 0 0 0,1 0 0 0 0,-1 0 0 0 0,0 1 0 0 0,0-1-1 0 0,0 1 1 0 0,0 0 0 0 0,-1 0 0 0 0,1 1 0 0 0,-1-1 0 0 0,0 1 0 0 0,0 0 0 0 0,-1-1 0 0 0,1 1-1 0 0,-1 0 1 0 0,0 0 0 0 0,-1 1 0 0 0,1-1 0 0 0,-1 0 0 0 0,0 1 0 0 0,0-1 0 0 0,-1 0 0 0 0,1 1-1 0 0,-1-1 1 0 0,-1 1 0 0 0,1-1 0 0 0,-1 1 0 0 0,0-1 0 0 0,0 0 0 0 0,0 1 0 0 0,-1-1 0 0 0,1 0-1 0 0,-2 0 1 0 0,1 0 0 0 0,0 0 0 0 0,-6 8 0 0 0,2-5 43 0 0,-1 1 0 0 0,1-1 1 0 0,-2 0-1 0 0,1-1 0 0 0,-1 0 0 0 0,0 0 0 0 0,0-1 0 0 0,-1 0 1 0 0,0 0-1 0 0,0-1 0 0 0,0 0 0 0 0,0-1 0 0 0,-1 0 0 0 0,0 0 1 0 0,0-1-1 0 0,0 0 0 0 0,0-1 0 0 0,-14 1 0 0 0,16-2-318 0 0,0 0 0 0 0,0-1 0 0 0,-1-1 0 0 0,1 0 0 0 0,0 0 0 0 0,0 0 0 0 0,0-1 1 0 0,0 0-1 0 0,0-1 0 0 0,-10-4 0 0 0,11 4-637 0 0,1-1 1 0 0,-1 0-1 0 0,1 0 1 0 0,0-1-1 0 0,0 1 1 0 0,1-1-1 0 0,0-1 1 0 0,-1 1-1 0 0,2-1 1 0 0,-1 0-1 0 0,1 0 1 0 0,-6-10-1 0 0,1-4-5260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41 385 600 0 0,'-36'7'27964'0'0,"36"-7"-27966"0"0,0 0 0 0 0,0 0 0 0 0,-1 0 0 0 0,1 0 1 0 0,0 0-1 0 0,0 0 0 0 0,-1 1 0 0 0,1-1 0 0 0,0 0 0 0 0,0 0 0 0 0,-1 0 1 0 0,1 0-1 0 0,0 1 0 0 0,0-1 0 0 0,0 0 0 0 0,-1 0 0 0 0,1 0 0 0 0,0 1 0 0 0,0-1 1 0 0,0 0-1 0 0,0 0 0 0 0,0 1 0 0 0,0-1 0 0 0,-1 0 0 0 0,1 0 0 0 0,0 1 1 0 0,0-1-1 0 0,0 0 0 0 0,0 1 0 0 0,8 2-6 0 0,1-1-1 0 0,-1 0 1 0 0,0 0 0 0 0,1-1-1 0 0,-1 0 1 0 0,1-1 0 0 0,-1 0-1 0 0,12 0 1 0 0,11 0 62 0 0,128-2-23 0 0,-110 0-26 0 0,336-19-2 0 0,-343 18-3 0 0,258-18 2 0 0,202-12 3 0 0,-54-5-44 0 0,-374 31 22 0 0,287-39-22 0 0,-264 33 52 0 0,329-36-175 0 0,-248 30 54 0 0,575-48 71 0 0,-599 56 12 0 0,218-21 14 0 0,-276 22 9 0 0,50-7 224 0 0,-79 7-781 0 0,-64 9 127 0 0,10-5-2481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15 844 0 0,'0'0'8247'0'0,"15"-6"-7695"0"0,8 3-218 0 0,1 0 1 0 0,0 1-1 0 0,0 2 0 0 0,41 3 1 0 0,-14 0-178 0 0,369 9 266 0 0,411 17-194 0 0,589 27-173 0 0,-1150-47-80 0 0,476-1 21 0 0,-630-8 35 0 0,34-1 156 0 0,-45-3 2392 0 0,-102 4-2423 0 0,14 1 529 0 0,-11-1-636 0 0,-5 0-34 0 0,1 0-1 0 0,-1 0 0 0 0,1 0 1 0 0,0 0-1 0 0,-1 0 0 0 0,1 1 1 0 0,0-1-1 0 0,-1 0 1 0 0,1 1-1 0 0,-1-1 0 0 0,1 1 1 0 0,-1 0-1 0 0,1-1 0 0 0,-1 1 1 0 0,0 0-1 0 0,3 2 0 0 0,-3-2 12 0 0,3 15 112 0 0,1 12 185 0 0,0 1 1 0 0,-2 0-1 0 0,0 34 1 0 0,-1-34-168 0 0,-10 301 1483 0 0,-43 108-354 0 0,-39 43-488 0 0,67-363-744 0 0,-42 410 22 0 0,44 4-9 0 0,18 36-142 0 0,3-467 114 0 0,0 105 44 0 0,-3 345-34 0 0,3-280 851 0 0,3-102-398 0 0,13 382 1665 0 0,-12-451-1101 0 0,-4-98-986 0 0,1 32 324 0 0,3 15-330 0 0,0-15-67 0 0,-1-18-5 0 0,-3-15 3 0 0,4 15 10 0 0,4 30-16 0 0,-7-42-1 0 0,2 5 4 0 0,-1 2 1 0 0,1 6 23 0 0,-3-15-27 0 0,1 0-4 0 0,1 7-3 0 0,3 13 18 0 0,-4-21-32 0 0,1 14 147 0 0,1 1-1330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9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1 364 0 0,'0'0'4048'0'0,"-10"3"-5620"0"0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19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1008 0 0,'0'0'4593'0'0,"-5"-7"-3461"0"0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0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1 265 984 0 0,'0'0'1512'0'0,"2"-26"4453"0"0,-2 6-3157 0 0,3 30-2512 0 0,16 107 1808 0 0,-19-116-2022 0 0,0 0 0 0 0,0-1 1 0 0,1 1-1 0 0,-1 0 0 0 0,0 0 1 0 0,1 0-1 0 0,-1-1 1 0 0,1 1-1 0 0,-1 0 0 0 0,1 0 1 0 0,-1-1-1 0 0,1 1 0 0 0,0-1 1 0 0,-1 1-1 0 0,1 0 1 0 0,0-1-1 0 0,0 1 0 0 0,-1-1 1 0 0,1 1-1 0 0,0-1 0 0 0,0 0 1 0 0,-1 1-1 0 0,1-1 0 0 0,0 0 1 0 0,0 0-1 0 0,1 1 1 0 0,27-1 1123 0 0,30-9-580 0 0,78-23 1 0 0,61-30-510 0 0,-71 21-35 0 0,617-147-43 0 0,-606 159-324 0 0,-135 28 54 0 0,-48 24-11874 0 0,26-18 8540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5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2283 860 0 0,'0'0'1558'0'0,"15"-4"570"0"0,35 3 13 0 0,278-13 808 0 0,-293 12-2751 0 0,217-13 478 0 0,1020-47 676 0 0,371 48-815 0 0,-1220 13-376 0 0,-167-1-79 0 0,572-11 55 0 0,-626 8-102 0 0,859-23 32 0 0,244-5 44 0 0,-788 21-76 0 0,258-4 18 0 0,-116 2 19 0 0,-397 8-60 0 0,704-34 139 0 0,-200-35-29 0 0,-640 57-109 0 0,154-40 0 0 0,-244 47 35 0 0,-1-1 1 0 0,-1-2 0 0 0,0-1 0 0 0,-1-2 0 0 0,0-1 0 0 0,53-40 0 0 0,-53 30 52 0 0,-1-2 0 0 0,-2-1 1 0 0,0-1-1 0 0,-3-2 1 0 0,0 0-1 0 0,-3-2 1 0 0,0-1-1 0 0,21-48 0 0 0,-30 49 380 0 0,-1-1 0 0 0,-2 0-1 0 0,11-61 1 0 0,-7 30-283 0 0,-12 52-183 0 0,-1 0 1 0 0,0-1 0 0 0,-1 1-1 0 0,-1-1 1 0 0,-1 1 0 0 0,0-1 0 0 0,-1 1-1 0 0,-1-1 1 0 0,0 1 0 0 0,-1 0-1 0 0,-10-29 1 0 0,3 22-7 0 0,6 9-15 0 0,-2 0 1 0 0,1 1-1 0 0,-2 0 0 0 0,0 0 0 0 0,-1 1 0 0 0,0-1 0 0 0,0 2 0 0 0,-20-21 0 0 0,6 13-1 0 0,0 2-1 0 0,-1 1 1 0 0,-42-22 0 0 0,-78-28 12 0 0,84 40 1 0 0,-119-45-3 0 0,25 10-3 0 0,-319-99 11 0 0,302 119 18 0 0,4 1-12 0 0,-122-20-13 0 0,-389-7 31 0 0,247 51-48 0 0,-216 20 28 0 0,-60 29-46 0 0,376-14 19 0 0,1-2 5 0 0,-586 25-27 0 0,-86 1 7 0 0,500-18 12 0 0,-273 4-13 0 0,122-29 9 0 0,649 0 13 0 0,-12 0-8 0 0,11 0 17 0 0,2-2-7 0 0,-1 2 0 0 0,-23 2 13 0 0,23-2-5 0 0,-2 0 2 0 0,2-1 92 0 0,-1 1 1 0 0,0 0-1 0 0,0 0 1 0 0,0 1-1 0 0,0-1 1 0 0,1 1-1 0 0,-7 1 1 0 0,-23-3 381 0 0,-205 11-469 0 0,95-5-28 0 0,-232 8 1 0 0,-186-6 48 0 0,11-28-10 0 0,342 10-28 0 0,140 5 16 0 0,-70-2-7 0 0,106 8-1 0 0,-168 9 5 0 0,171-6-9 0 0,27-3-4 0 0,-16 2 2 0 0,14-2 3 0 0,-21 5 16 0 0,-24 11-19 0 0,-177 53-20 0 0,170-51 20 0 0,54-18 2 0 0,0 1-8 0 0,-7 1 6 0 0,-30 10-10 0 0,37-11 18 0 0,-4-1 399 0 0,2 1-1595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8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1 380 0 0,'0'0'1023'0'0,"-3"0"-892"0"0,-10 2 141 0 0,10-2-221 0 0,-8 0-17 0 0,8 0 29 0 0,0 0-62 0 0,-27 0 101 0 0,27 0-86 0 0,0 0 0 0 0,-195 8 255 0 0,182-9-160 0 0,13 1-40 0 0,0 0-57 0 0,-49 0 150 0 0,49 0-132 0 0,-11 1 37 0 0,11-1-126 0 0,0 0-1 0 0,1 0 0 0 0,-1 1 0 0 0,1-1 1 0 0,-1 1-1 0 0,1-1 0 0 0,-1 1 0 0 0,-4 1 1 0 0,-1 4-1157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8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13 704 0 0,'0'0'859'0'0,"1"-1"-721"0"0,-1 0 1 0 0,0 1-1 0 0,0-1 0 0 0,0 1 1 0 0,0-1-1 0 0,0 0 0 0 0,-1 1 1 0 0,1-1-1 0 0,0 1 0 0 0,0-1 1 0 0,0 0-1 0 0,0 1 1 0 0,-1-1-1 0 0,1 1 0 0 0,0-1 1 0 0,-1 1-1 0 0,1-1 0 0 0,0 1 1 0 0,-1-1-1 0 0,0 0 0 0 0,-1 1-108 0 0,0 0 0 0 0,-1 1 0 0 0,1-1 0 0 0,0 0 0 0 0,0 1 0 0 0,-1-1 0 0 0,1 1 0 0 0,0 0 0 0 0,0 0 0 0 0,0 0 0 0 0,0 0 0 0 0,0 0 0 0 0,0 0 0 0 0,-3 3 0 0 0,-12 5 54 0 0,14-7-80 0 0,0 0 0 0 0,1 0 0 0 0,-1 1 0 0 0,1-1 0 0 0,-1 1 0 0 0,1-1 0 0 0,0 1 0 0 0,0 0 0 0 0,-3 5 0 0 0,-3 3 11 0 0,-30 40 13 0 0,2 1-1 0 0,2 2 1 0 0,3 1-1 0 0,2 2 1 0 0,-29 81-1 0 0,32-59-51 0 0,-30 164-1 0 0,16 88-24 0 0,35-276-134 0 0,3 2-1 0 0,2-1 0 0 0,3 0 0 0 0,14 79 0 0 0,-11-105 53 0 0,1 0-1 0 0,2-1 0 0 0,0 0 1 0 0,2-1-1 0 0,1 0 1 0 0,1-1-1 0 0,2 0 1 0 0,1-1-1 0 0,34 44 1 0 0,-24-41-355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32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0 432 0 0,'0'0'4290'0'0,"-9"5"-1871"0"0,8-5-2383 0 0,1 1 0 0 0,-1-1 0 0 0,1 1 0 0 0,0-1 1 0 0,-1 1-1 0 0,1-1 0 0 0,0 0 0 0 0,-1 1 0 0 0,1 0 0 0 0,0-1 0 0 0,0 1 0 0 0,0-1 0 0 0,-1 1 0 0 0,1-1 0 0 0,0 1 0 0 0,0-1 0 0 0,0 1 0 0 0,0 0 0 0 0,0-1 0 0 0,0 1 0 0 0,0-1 0 0 0,0 1 0 0 0,0 0 0 0 0,0-1 0 0 0,0 1 0 0 0,0-1 0 0 0,1 2 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3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1724 0 0,'0'0'5544'0'0,"0"-3"-4690"0"0,0 0-1 0 0,0 0 1 0 0,0 1 0 0 0,1-1-1 0 0,-1 0 1 0 0,1 0-1 0 0,0 1 1 0 0,2-5 0 0 0,4 9-803 0 0,0 0 1 0 0,0 1 0 0 0,0 0-1 0 0,0 0 1 0 0,-1 1 0 0 0,1 0-1 0 0,-1 0 1 0 0,6 5 0 0 0,8 5-9 0 0,12 6 10 0 0,1-2 0 0 0,41 16-1 0 0,6-2-1855 0 0,-80-31 1742 0 0,1-1 0 0 0,-1 0 0 0 0,0 0 0 0 0,1 0 0 0 0,-1 1 0 0 0,0-1 0 0 0,1 0 0 0 0,-1 0 0 0 0,1 0 1 0 0,-1 0-1 0 0,0 0 0 0 0,1 0 0 0 0,-1 0 0 0 0,1 0 0 0 0,-1 0 0 0 0,0 0 0 0 0,1 0 0 0 0,-1 0 0 0 0,1 0 0 0 0,-1 0 0 0 0,0-1 0 0 0,1 1 0 0 0,-1 0 0 0 0,0 0 0 0 0,1 0 0 0 0,-1 0 1 0 0,0-1-1 0 0,1 1 0 0 0,-1 0 0 0 0,0 0 0 0 0,1-1 0 0 0,-1 1 0 0 0,0 0 0 0 0,0-1 0 0 0,1 1 0 0 0,-1 0 0 0 0,0-1 0 0 0,0 1 0 0 0,1 0 0 0 0,-1-1 0 0 0,0 1 0 0 0,0 0 0 0 0,0-1 1 0 0,0 1-1 0 0,0-1 0 0 0,0 1 0 0 0,0 0 0 0 0,0-1 0 0 0,0 0 0 0 0,1-25-4068 0 0,-1 20 3757 0 0,0-4-98 0 0,-1 0-1 0 0,0-1 1 0 0,-5-17-1 0 0,-14-32 2930 0 0,13 37-651 0 0,7 22-1742 0 0,-1 0 0 0 0,1 0 0 0 0,0 0 0 0 0,-1-1 0 0 0,1 1 0 0 0,-1 0 0 0 0,1 0 0 0 0,-1 0 0 0 0,0 0 0 0 0,1 0 0 0 0,-1 0 0 0 0,0 0 0 0 0,0 0 0 0 0,1 0 0 0 0,-1 0 0 0 0,0 1 0 0 0,0-1 0 0 0,0 0 0 0 0,0 1 0 0 0,0-1 0 0 0,0 0 0 0 0,-1 1 0 0 0,1-1 0 0 0,0 1 0 0 0,0 0 0 0 0,0-1 0 0 0,0 1 0 0 0,-1 0 0 0 0,1 0 0 0 0,0 0 0 0 0,0-1 0 0 0,0 1 0 0 0,-1 0 0 0 0,1 1 0 0 0,0-1 0 0 0,0 0 0 0 0,0 0 0 0 0,-1 1 0 0 0,1-1 0 0 0,0 0 0 0 0,0 1 0 0 0,0-1 0 0 0,0 1 0 0 0,0-1 0 0 0,-2 2 0 0 0,-4 2 13 0 0,1 0 0 0 0,0 1 1 0 0,0 0-1 0 0,0 0 0 0 0,-8 9 0 0 0,-10 17 5 0 0,0 1 0 0 0,3 0 0 0 0,-29 58 0 0 0,39-69-67 0 0,-23 60-818 0 0,33-80 326 0 0,1 0 1 0 0,0 0 0 0 0,-1 1-1 0 0,1-1 1 0 0,0 0-1 0 0,0 1 1 0 0,-1-1 0 0 0,1 0-1 0 0,0 0 1 0 0,0 1 0 0 0,1-1-1 0 0,-1 0 1 0 0,0 2-1 0 0,1-1 419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3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74 180 0 0,'11'-54'8709'0'0,"-10"53"-8241"0"0,-1-1-276 0 0,0 1-1 0 0,1-1 1 0 0,-1 1 0 0 0,0 0 0 0 0,1-1-1 0 0,-1 1 1 0 0,1 0 0 0 0,-1-1 0 0 0,1 1-1 0 0,0 0 1 0 0,1-2 0 0 0,0 4-133 0 0,0 1 0 0 0,0 0 0 0 0,-1 0 0 0 0,1 0 0 0 0,-1 0 0 0 0,1 1 1 0 0,-1-1-1 0 0,0 0 0 0 0,0 1 0 0 0,0-1 0 0 0,0 1 0 0 0,0-1 0 0 0,0 1 0 0 0,-1-1 1 0 0,1 5-1 0 0,8 51 261 0 0,-7-42-260 0 0,22 178-466 0 0,-17-159-4865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3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43 169 240 0 0,'-26'-9'8435'0'0,"20"7"-6701"0"0,-4 0-1249 0 0,152-52-222 0 0,174-40 0 0 0,-304 90 85 0 0,2 1-2807 0 0,-14 3 2418 0 0,0 0 0 0 0,0 0 0 0 0,1 0-1 0 0,-1 0 1 0 0,0 0 0 0 0,0 0 0 0 0,0 0-1 0 0,1 1 1 0 0,-1-1 0 0 0,0 0 0 0 0,0 0-1 0 0,0 0 1 0 0,0 0 0 0 0,0 0 0 0 0,1 0 0 0 0,-1 1-1 0 0,0-1 1 0 0,0 0 0 0 0,0 0 0 0 0,0 0-1 0 0,0 0 1 0 0,0 1 0 0 0,0-1 0 0 0,0 0-1 0 0,0 0 1 0 0,1 0 0 0 0,-1 1 0 0 0,0-1-1 0 0,0 0 1 0 0,0 0 0 0 0,0 0 0 0 0,0 1-1 0 0,0-1 1 0 0,0 0 0 0 0,0 0 0 0 0,0 0-1 0 0,-1 1 1 0 0,1-1 0 0 0,0 0 0 0 0,0 0-1 0 0,0 0 1 0 0,0 1 0 0 0,0-1 0 0 0,0 0 0 0 0,0 0-1 0 0,0 0 1 0 0,0 0 0 0 0,-1 1 0 0 0,1-1-1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0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95 600 0 0,'0'0'1254'0'0,"20"-35"4859"0"0,-19 34-5596 0 0,13-34 1973 0 0,-8 18-413 0 0,-3 11-1364 0 0,1 11-712 0 0,-1-1 1 0 0,0 1-1 0 0,0 0 0 0 0,0 0 1 0 0,0 1-1 0 0,-1-1 0 0 0,0 0 1 0 0,0 1-1 0 0,1 9 0 0 0,2 1 3 0 0,4 17-54 0 0,-1 0 1 0 0,4 46-1 0 0,2 9-2274 0 0,-8-39-2329 0 0,-1-26 402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0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1512 0 0,'0'0'4081'0'0,"-2"10"-1545"0"0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1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33 312 0 0,'0'0'8407'0'0,"-1"0"-8208"0"0,0 1-1 0 0,0 0 1 0 0,0-1 0 0 0,0 1 0 0 0,0 0 0 0 0,1 0-1 0 0,-1 0 1 0 0,0 0 0 0 0,0 0 0 0 0,0 0-1 0 0,1 0 1 0 0,-2 1 0 0 0,6 0-191 0 0,0-1-1 0 0,-1 0 1 0 0,1-1-1 0 0,0 1 1 0 0,0-1-1 0 0,0 0 1 0 0,0 1-1 0 0,-1-2 1 0 0,1 1 0 0 0,5-1-1 0 0,47-10-7 0 0,-29 6-18 0 0,74-14-186 0 0,-37 5-6142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4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0 656 0 0,'0'0'1468'0'0,"-5"7"600"0"0,-1 7-1252 0 0,5-4-255 0 0,1 0-41 0 0,-2 8-136 0 0,4-1-16 0 0,-2 0-88 0 0,3 5-48 0 0,1 4-32 0 0,1 0-36 0 0,2 5-52 0 0,-2 1-188 0 0,3 3-380 0 0,4 4-500 0 0,-3 1-1037 0 0,1 1 49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0 164 0 0,'0'0'476'0'0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29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1 668 0 0,'0'0'1060'0'0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7:30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5 196 0 0,'0'0'3072'0'0,"12"-5"-4212"0"0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9:0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20 317 828 0 0,'-19'-3'14269'0'0,"27"8"-12189"0"0,25 7-1880 0 0,-17-6 242 0 0,19 6-53 0 0,1-2-1 0 0,1-1 1 0 0,66 7 0 0 0,-29-5-263 0 0,6 0 2 0 0,0-4 0 0 0,121-3 0 0 0,255-7-20 0 0,-135 3 32 0 0,-136-2-92 0 0,91-8-59 0 0,23-6 327 0 0,-69 2-176 0 0,21-2-91 0 0,-39 1-40 0 0,208-4-20 0 0,342-15 8 0 0,-11 3-7 0 0,-339 6 28 0 0,-273 15-42 0 0,-132 10 26 0 0,536-54 64 0 0,-432 33-73 0 0,-92 16 7 0 0,36-5-2 0 0,-44 8 1 0 0,0 0 0 0 0,0 0 0 0 0,22-9 1 0 0,43-7-1 0 0,114-12 1 0 0,-169 27 0 0 0,51-6 15 0 0,90-12 68 0 0,-119 15-63 0 0,-26 6-189 0 0,10-2 593 0 0,-27 2-437 0 0,0 0 0 0 0,0 0 1 0 0,-1 0-1 0 0,1 0 0 0 0,0 0 0 0 0,0 0 0 0 0,0 0 0 0 0,0 0 0 0 0,0 0 1 0 0,0 0-1 0 0,0 0 0 0 0,0 0 0 0 0,0 0 0 0 0,0 0 0 0 0,0-1 0 0 0,0 1 1 0 0,0 0-1 0 0,0 0 0 0 0,0 0 0 0 0,-1 0 0 0 0,1 0 0 0 0,0 0 1 0 0,0 0-1 0 0,0 0 0 0 0,0 0 0 0 0,0 0 0 0 0,0 0 0 0 0,0 0 0 0 0,0 0 1 0 0,0-1-1 0 0,0 1 0 0 0,0 0 0 0 0,0 0 0 0 0,0 0 0 0 0,0 0 1 0 0,0 0-1 0 0,0 0 0 0 0,0 0 0 0 0,0 0 0 0 0,0 0 0 0 0,0 0 0 0 0,0 0 1 0 0,0 0-1 0 0,0-1 0 0 0,0 1 0 0 0,0 0 0 0 0,1 0 0 0 0,-1 0 1 0 0,0 0-1 0 0,0 0 0 0 0,0 0 0 0 0,0 0 0 0 0,0 0 0 0 0,0 0 0 0 0,0 0 1 0 0,0 0-1 0 0,0 0 0 0 0,0 0 0 0 0,0 0 0 0 0,0 0 0 0 0,0 0 1 0 0,0 0-1 0 0,0 0 0 0 0,1 0 0 0 0,-1 0 0 0 0,0 0 0 0 0,-18-7-2421 0 0,-14-8-7558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49:0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45 528 0 0,'19'-27'18474'0'0,"-3"9"-12126"0"0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45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 0 0,'0'0'1960'0'0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49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58 964 0 0,'0'-7'2119'0'0,"0"3"-1703"0"0,0 0-1 0 0,0 0 1 0 0,0 0-1 0 0,0 1 1 0 0,1-1-1 0 0,-1 0 1 0 0,1 0-1 0 0,0 1 1 0 0,2-6-1 0 0,-2 8-338 0 0,3-6-267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4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1768 0 0,'0'0'1412'0'0,"2"-10"1041"0"0,5 5-1473 0 0,-2-2-948 0 0,7 4-1349 0 0,5-1-1607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5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1788 0 0,'0'0'1072'0'0,"10"-3"-344"0"0,7 3-2088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0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81 904 0 0,'-6'7'19441'0'0,"6"-7"-19404"0"0,0 0 0 0 0,-1 0 0 0 0,1 0-1 0 0,0 0 1 0 0,-1 0 0 0 0,1 0 0 0 0,0 0 0 0 0,-1 0-1 0 0,1 0 1 0 0,0 0 0 0 0,0 0 0 0 0,-1 0 0 0 0,1-1-1 0 0,0 1 1 0 0,0 0 0 0 0,-1 0 0 0 0,1 0 0 0 0,0 0-1 0 0,0 0 1 0 0,-1-1 0 0 0,1 1 0 0 0,0 0 0 0 0,0 0-1 0 0,0-1 1 0 0,0 1 0 0 0,-1 0 0 0 0,1 0 0 0 0,0-1-1 0 0,0 1 1 0 0,0 0 0 0 0,0 0 0 0 0,0-1 0 0 0,0 1 0 0 0,-1 0-1 0 0,1 0 1 0 0,0-1 0 0 0,0 1 0 0 0,0 0 0 0 0,0-1-1 0 0,0 1 1 0 0,0 0 0 0 0,0 0 0 0 0,0-1 0 0 0,0 1-1 0 0,1 0 1 0 0,-1-1 0 0 0,0 1 0 0 0,0-1 0 0 0,14-16 410 0 0,-7 11-440 0 0,1-1-1 0 0,-1 2 1 0 0,11-6-1 0 0,-8 5-15 0 0,1 1 1 0 0,0 1-1 0 0,0 0 0 0 0,1 1 1 0 0,-1 0-1 0 0,1 1 1 0 0,13-2-1 0 0,-20 4 6 0 0,-1 0 0 0 0,1 0 0 0 0,-1 0 0 0 0,1 1 0 0 0,-1-1-1 0 0,1 1 1 0 0,-1 0 0 0 0,1 0 0 0 0,-1 1 0 0 0,1-1 0 0 0,-1 1 0 0 0,0 0 0 0 0,0 0 0 0 0,0 0 0 0 0,0 1 0 0 0,0-1 0 0 0,-1 1-1 0 0,1 0 1 0 0,-1 0 0 0 0,0 1 0 0 0,0-1 0 0 0,3 4 0 0 0,-1 0 12 0 0,-1 1-1 0 0,0-1 1 0 0,0 1-1 0 0,-1 0 1 0 0,0 0-1 0 0,0 0 1 0 0,-1 1-1 0 0,0-1 1 0 0,-1 0 0 0 0,1 1-1 0 0,-2-1 1 0 0,1 1-1 0 0,-1 0 1 0 0,0-1-1 0 0,-1 1 1 0 0,0-1-1 0 0,-4 14 1 0 0,0 0 15 0 0,-2-1 0 0 0,-1-1 1 0 0,0 1-1 0 0,-2-1 0 0 0,-20 32 0 0 0,7-10 1316 0 0,22-41-1070 0 0,-6 4 977 0 0,7-6-1245 0 0,-1-7 39 0 0,2 7-38 0 0,0 0 1 0 0,0 0 0 0 0,-1 0-1 0 0,1 0 1 0 0,0 0 0 0 0,0 0-1 0 0,0 0 1 0 0,0 0 0 0 0,0 0-1 0 0,0 0 1 0 0,0 1 0 0 0,0-1-1 0 0,1 0 1 0 0,1 0 0 0 0,3-1-10 0 0,1 1 0 0 0,-1-1 1 0 0,0 1-1 0 0,0 0 0 0 0,1 1 0 0 0,-1-1 1 0 0,1 2-1 0 0,-1-1 0 0 0,0 0 1 0 0,1 1-1 0 0,-1 0 0 0 0,0 1 0 0 0,1 0 1 0 0,-1 0-1 0 0,0 0 0 0 0,7 4 1 0 0,3 1-5 0 0,-1 1 1 0 0,0 0-1 0 0,-1 1 1 0 0,0 0 0 0 0,13 13-1 0 0,-19-16 43 0 0,0 2 0 0 0,-1-1 0 0 0,0 1 0 0 0,-1 0-1 0 0,0 0 1 0 0,0 1 0 0 0,0-1 0 0 0,-1 2 0 0 0,-1-1-1 0 0,6 13 1 0 0,-9-17 135 0 0,0 0 0 0 0,0 0 1 0 0,0 0-1 0 0,0 0 0 0 0,-1 0 0 0 0,1 0 0 0 0,-1 0 0 0 0,-1 0 0 0 0,1 0 0 0 0,-1 0 1 0 0,0 0-1 0 0,0 0 0 0 0,0 0 0 0 0,-1 0 0 0 0,0 0 0 0 0,0-1 0 0 0,0 1 0 0 0,0-1 1 0 0,-1 1-1 0 0,1-1 0 0 0,-1 0 0 0 0,0 0 0 0 0,-5 5 0 0 0,2-3 25 0 0,0 0 1 0 0,0-1-1 0 0,-1 1 0 0 0,0-1 1 0 0,0-1-1 0 0,0 1 0 0 0,-1-1 0 0 0,1 0 1 0 0,-1-1-1 0 0,0 0 0 0 0,0 0 1 0 0,-11 2-1 0 0,6-3-110 0 0,0 0 1 0 0,-1-1 0 0 0,1-1-1 0 0,0 0 1 0 0,-1 0-1 0 0,1-2 1 0 0,-15-2-1 0 0,-11-6-507 0 0,0-2 0 0 0,1-1 0 0 0,1-2 0 0 0,-42-23 0 0 0,57 29-7196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3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16 1988 0 0,'17'-15'16581'0'0,"-16"15"-16236"0"0,0 11 2722 0 0,-10 32-3479 0 0,6-31 1678 0 0,-118 411 2626 0 0,102-361-3739 0 0,1-1-2088 0 0,14-48-3188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4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17 169 1288 0 0,'-13'-37'8367'0'0,"9"3"-3749"0"0,5 31-4518 0 0,-1 0 0 0 0,1 0 1 0 0,-1 0-1 0 0,1 0 0 0 0,0 0 0 0 0,0 0 1 0 0,1 0-1 0 0,-1 0 0 0 0,0 0 0 0 0,1 0 1 0 0,0 0-1 0 0,0 1 0 0 0,0-1 0 0 0,0 1 1 0 0,0 0-1 0 0,0-1 0 0 0,1 1 0 0 0,-1 0 1 0 0,1 0-1 0 0,4-2 0 0 0,3-2-74 0 0,0 0 1 0 0,0 2-1 0 0,1-1 0 0 0,0 1 1 0 0,0 1-1 0 0,0-1 0 0 0,0 2 1 0 0,0 0-1 0 0,1 0 0 0 0,-1 1 1 0 0,1 1-1 0 0,-1 0 0 0 0,1 0 1 0 0,13 3-1 0 0,-17-2-23 0 0,1 0-1 0 0,-1 1 1 0 0,1 0 0 0 0,-1 0 0 0 0,0 1-1 0 0,1 1 1 0 0,-1-1 0 0 0,-1 1-1 0 0,1 0 1 0 0,-1 1 0 0 0,1 0 0 0 0,-1 0-1 0 0,-1 0 1 0 0,1 1 0 0 0,-1 0 0 0 0,0 1-1 0 0,0-1 1 0 0,-1 1 0 0 0,6 9 0 0 0,-9-11 5 0 0,0 0 0 0 0,0 0 1 0 0,-1 0-1 0 0,1 1 0 0 0,-1-1 1 0 0,-1 0-1 0 0,1 1 0 0 0,-1-1 1 0 0,0 1-1 0 0,0-1 0 0 0,0 1 1 0 0,-1-1-1 0 0,1 1 0 0 0,-2-1 1 0 0,1 0-1 0 0,0 1 0 0 0,-4 5 1 0 0,-1 5 8 0 0,-1-1 1 0 0,0 1-1 0 0,-2-1 1 0 0,-10 15 0 0 0,-3 0 105 0 0,-1-1 0 0 0,-29 29 0 0 0,51-56-105 0 0,-4 1 15 0 0,3 0-27 0 0,3-3 32 0 0,6-1-36 0 0,-1 1-1 0 0,1 0 0 0 0,0 0 1 0 0,-1 1-1 0 0,1 0 1 0 0,0 0-1 0 0,-1 0 0 0 0,1 1 1 0 0,-1 0-1 0 0,0 0 0 0 0,1 1 1 0 0,-1-1-1 0 0,0 1 1 0 0,-1 1-1 0 0,7 4 0 0 0,5 3 24 0 0,-1 0-1 0 0,-1 2 0 0 0,0 0 0 0 0,14 15 1 0 0,-26-24 103 0 0,1 0 0 0 0,-1 0 0 0 0,0 0 0 0 0,0 0 1 0 0,0 1-1 0 0,-1-1 0 0 0,1 1 0 0 0,-1-1 0 0 0,0 1 1 0 0,0 0-1 0 0,-1 0 0 0 0,1 0 0 0 0,0 7 0 0 0,-2-9-14 0 0,0 1 0 0 0,-1-1 0 0 0,1 0 0 0 0,-1 0-1 0 0,1 0 1 0 0,-1 1 0 0 0,0-1 0 0 0,0 0 0 0 0,0 0 0 0 0,-1 0-1 0 0,1 0 1 0 0,-1-1 0 0 0,0 1 0 0 0,0 0 0 0 0,0-1 0 0 0,0 1 0 0 0,0-1-1 0 0,0 1 1 0 0,0-1 0 0 0,-1 0 0 0 0,-4 3 0 0 0,-1 0 34 0 0,0 0 1 0 0,0-1 0 0 0,0 0-1 0 0,-1 0 1 0 0,0-1-1 0 0,0 0 1 0 0,0-1 0 0 0,0 0-1 0 0,0 0 1 0 0,0-1-1 0 0,0 0 1 0 0,-1 0 0 0 0,1-1-1 0 0,-14-2 1 0 0,-13-2-13 0 0,1-2 1 0 0,-49-15-1 0 0,47 12-142 0 0,27 6 1526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5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0 2868 0 0,'3'0'4559'0'0,"5"0"-3084"0"0,22 0 10370 0 0,-21 0-10240 0 0,-11 13-486 0 0,-8-1-572 0 0,-2 0-1 0 0,0 0 0 0 0,-21 16 0 0 0,-2 2-118 0 0,-99 88 405 0 0,-90 86-396 0 0,135-123-2037 0 0,81-76-667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5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2380 0 0,'17'1'21421'0'0,"-18"8"-21143"0"0,-2-1 37 0 0,-8 44 708 0 0,8-40-894 0 0,0-1 1 0 0,1 1-1 0 0,0-1 1 0 0,1 1-1 0 0,0 0 1 0 0,2 23-1 0 0,-1-32-119 0 0,0 0 0 0 0,1-1 1 0 0,-1 1-1 0 0,1 0 0 0 0,0-1 0 0 0,0 1 0 0 0,0-1 0 0 0,0 1 1 0 0,0-1-1 0 0,0 0 0 0 0,1 1 0 0 0,0-1 0 0 0,-1 0 0 0 0,1 0 1 0 0,0 0-1 0 0,0 0 0 0 0,0 0 0 0 0,0 0 0 0 0,0-1 0 0 0,0 1 1 0 0,0 0-1 0 0,1-1 0 0 0,-1 0 0 0 0,1 0 0 0 0,-1 0 0 0 0,1 0 1 0 0,-1 0-1 0 0,1 0 0 0 0,0-1 0 0 0,-1 1 0 0 0,4 0 0 0 0,1-1-20 0 0,0-1 0 0 0,-1 1 0 0 0,1-1-1 0 0,0 0 1 0 0,-1 0 0 0 0,1-1 0 0 0,-1 0-1 0 0,0 0 1 0 0,1-1 0 0 0,-1 0-1 0 0,0 0 1 0 0,0 0 0 0 0,-1-1 0 0 0,1 1-1 0 0,-1-1 1 0 0,9-9 0 0 0,-4 5-26 0 0,1-1 62 0 0,-1-1 0 0 0,0 0-1 0 0,9-13 1 0 0,8-16 3578 0 0,-27 38-3068 0 0,7-7 1257 0 0,-2 4-1547 0 0,-2 10-199 0 0,-3 3-47 0 0,-1 0 0 0 0,1 0 0 0 0,-1 0 0 0 0,-1 0 0 0 0,-4 15 0 0 0,-1 2 0 0 0,-12 73-2336 0 0,-12 50-6559 0 0,1-1-36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7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87 200 0 0,'-10'-35'8672'0'0,"6"27"-7154"0"0,0-1-1 0 0,-1 1 1 0 0,-9-11-1 0 0,14 17-1148 0 0,-10-1 302 0 0,10 3-654 0 0,-1 0 0 0 0,1-1 0 0 0,-1 1 0 0 0,0 0 0 0 0,1-1 0 0 0,-1 1 0 0 0,0 0 0 0 0,1 0 0 0 0,-1 0 0 0 0,0 0 0 0 0,1-1 0 0 0,-1 1 0 0 0,0 0 0 0 0,0 0 0 0 0,1 0 0 0 0,-1 1 0 0 0,0-1 0 0 0,1 0 0 0 0,-1 0 0 0 0,0 0 0 0 0,1 0 0 0 0,-1 1 0 0 0,0-1 0 0 0,0 1 0 0 0,-8 4 26 0 0,1 1 0 0 0,-1 0 0 0 0,2 0 0 0 0,-1 1 0 0 0,1 0 1 0 0,0 0-1 0 0,0 1 0 0 0,1 0 0 0 0,-8 12 0 0 0,-6 12 143 0 0,-18 42 0 0 0,19-35 74 0 0,3 0-1 0 0,-15 51 1 0 0,26-74-153 0 0,2 1 0 0 0,-1-1 0 0 0,2 1 0 0 0,0 0-1 0 0,1-1 1 0 0,1 1 0 0 0,1 0 0 0 0,4 28-1 0 0,-4-39-48 0 0,0-1 0 0 0,1 0-1 0 0,-1 1 1 0 0,1-1-1 0 0,1 0 1 0 0,-1 0-1 0 0,1 0 1 0 0,0-1 0 0 0,0 1-1 0 0,0 0 1 0 0,0-1-1 0 0,1 0 1 0 0,0 0-1 0 0,0 0 1 0 0,0 0 0 0 0,8 4-1 0 0,-5-4-2 0 0,0 0 1 0 0,0-1-1 0 0,1 0 0 0 0,-1 0 0 0 0,1 0 1 0 0,0-1-1 0 0,-1-1 0 0 0,1 1 0 0 0,0-1 0 0 0,13 0 1 0 0,-4-2 13 0 0,1 0 1 0 0,0-1-1 0 0,0-1 1 0 0,-1 0-1 0 0,0-1 1 0 0,1-1-1 0 0,-2-1 1 0 0,1 0-1 0 0,28-16 1 0 0,-25 10 48 0 0,0-2 0 0 0,-1 0 0 0 0,-1-1 0 0 0,0-1 0 0 0,23-27 0 0 0,-31 31 37 0 0,1-1 0 0 0,-2-1 0 0 0,0 1 0 0 0,0-2 0 0 0,-2 1 0 0 0,1-1 0 0 0,-2 0 0 0 0,8-29 0 0 0,-12 37-137 0 0,-1-1 0 0 0,0 1 0 0 0,0-1 0 0 0,0 1 0 0 0,-1-1 0 0 0,-1 1 0 0 0,1-1 0 0 0,-1 1 0 0 0,-1-1 0 0 0,1 1 0 0 0,-1 0 0 0 0,0-1 0 0 0,-1 1 0 0 0,0 0 0 0 0,0 1 0 0 0,0-1 0 0 0,-1 0 0 0 0,0 1 0 0 0,0 0 0 0 0,-1 0 0 0 0,0 0 0 0 0,-7-6 0 0 0,3 3-38 0 0,-1 1 1 0 0,-1 0-1 0 0,1 0 1 0 0,-1 1-1 0 0,-1 1 1 0 0,1-1-1 0 0,-1 2 1 0 0,0 0-1 0 0,0 0 0 0 0,-1 1 1 0 0,1 1-1 0 0,-15-2 1 0 0,13 3-396 0 0,-1 0 0 0 0,1 1 0 0 0,-27 2-1 0 0,37-1 56 0 0,1 0 0 0 0,0 0-1 0 0,-1 1 1 0 0,1-1 0 0 0,0 1 0 0 0,0 0-1 0 0,0 0 1 0 0,0 0 0 0 0,0 0-1 0 0,0 1 1 0 0,0-1 0 0 0,0 1-1 0 0,0-1 1 0 0,1 1 0 0 0,-1 0-1 0 0,0 0 1 0 0,1 1 0 0 0,0-1-1 0 0,-1 0 1 0 0,1 1 0 0 0,0-1 0 0 0,-3 7-1 0 0,5-9 65 0 0,0 1 0 0 0,-1 0-1 0 0,1-1 1 0 0,0 1 0 0 0,0 0 0 0 0,0 0-1 0 0,0 0 1 0 0,0-1 0 0 0,0 1 0 0 0,0 0-1 0 0,0 0 1 0 0,0-1 0 0 0,0 1 0 0 0,0 0-1 0 0,0 0 1 0 0,1 1 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8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58 932 0 0,'6'-10'4667'0'0,"15"-35"8363"0"0,-19 42-12066 0 0,-4 11-772 0 0,-3 17 277 0 0,-11 33-1 0 0,1-7 170 0 0,-5 29 169 0 0,-46 213 834 0 0,55-245-1519 0 0,8-35-73 0 0,0 0 1 0 0,0 0-1 0 0,-1 22 0 0 0,4-31-1214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5 2664 0 0,'16'-4'11036'0'0,"-16"4"-10951"0"0,0 0 0 0 0,1-1 0 0 0,-1 1 1 0 0,0 0-1 0 0,0 0 0 0 0,1 0 0 0 0,-1 0 1 0 0,5 2 2301 0 0,-5-1-2302 0 0,0-1 0 0 0,1 0 0 0 0,-1 0 1 0 0,0 0-1 0 0,0 1 0 0 0,0-1 0 0 0,0 0 1 0 0,0 0-1 0 0,0 1 0 0 0,0-1 0 0 0,0 0 1 0 0,0 0-1 0 0,0 0 0 0 0,0 1 0 0 0,0-1 1 0 0,-11 16 1734 0 0,-21 16-434 0 0,-284 194 2142 0 0,-17-24-3193 0 0,261-162-374 0 0,42-25-3989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9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18 540 0 0,'12'-6'8856'0'0,"-7"3"-6847"0"0,16-5 6472 0 0,-20 8-8378 0 0,-1 0 0 0 0,0 0-1 0 0,0 0 1 0 0,1 0 0 0 0,-1 0 0 0 0,4 3 1644 0 0,-4-3-1644 0 0,0 0 0 0 0,0 1-1 0 0,1-1 1 0 0,-1 1 0 0 0,-1 15 429 0 0,-9 25-109 0 0,6-28-377 0 0,0-1 1 0 0,1 1-1 0 0,0 0 0 0 0,2 0 1 0 0,-1 0-1 0 0,1 1 0 0 0,1-1 1 0 0,3 24-1 0 0,-3-35-39 0 0,1-1-1 0 0,-1 1 1 0 0,1 0-1 0 0,0-1 1 0 0,0 1-1 0 0,0-1 1 0 0,0 1-1 0 0,0-1 1 0 0,0 1-1 0 0,0-1 0 0 0,0 0 1 0 0,1 0-1 0 0,-1 1 1 0 0,0-1-1 0 0,1 0 1 0 0,-1 0-1 0 0,1 0 1 0 0,-1-1-1 0 0,1 1 1 0 0,0 0-1 0 0,-1 0 1 0 0,1-1-1 0 0,2 1 1 0 0,2 1-1 0 0,1-1 1 0 0,-1 0-1 0 0,0-1 1 0 0,1 1-1 0 0,9-2 1 0 0,-3 0-6 0 0,0-1 1 0 0,0-1 0 0 0,0 0-1 0 0,0-1 1 0 0,-1-1-1 0 0,1 0 1 0 0,-1 0-1 0 0,21-14 1 0 0,-10 5 900 0 0,-1-2-1 0 0,-1 0 1 0 0,29-29-1 0 0,-14 3 3915 0 0,-29 38-4816 0 0,-3 10 0 0 0,-3 7 0 0 0,0-1 0 0 0,-1 1 0 0 0,-1-1 0 0 0,0 1 0 0 0,-5 18 0 0 0,1 7 0 0 0,-57 311-3297 0 0,-24-2-1803 0 0,69-283 4526 0 0,15-58 339 0 0,-19 75-3827 0 0,6-25-2026 0 0,-4 10-4919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29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2 492 0 0,'0'0'7025'0'0,"-14"-2"-5989"0"0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3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55 312 0 0,'10'-31'7614'0'0,"-10"30"-7462"0"0,1 0-1 0 0,-1 0 1 0 0,0 0-1 0 0,0 0 1 0 0,0 0-1 0 0,0 0 1 0 0,0 0-1 0 0,0 0 1 0 0,0 0-1 0 0,0 0 1 0 0,0 0 0 0 0,-1 0-1 0 0,1-1 1 0 0,0 1-1 0 0,-1 0 1 0 0,1 0-1 0 0,0 0 1 0 0,-1 0-1 0 0,0 1 1 0 0,0-3-1 0 0,0 2 89 0 0,-2 2-119 0 0,-5 1-82 0 0,1 1 0 0 0,0 0-1 0 0,0 0 1 0 0,0 0 0 0 0,0 1 0 0 0,1 0 0 0 0,-1 1 0 0 0,1-1-1 0 0,0 1 1 0 0,1 0 0 0 0,-1 1 0 0 0,-7 10 0 0 0,-5 6 2 0 0,1 1 1 0 0,-17 28-1 0 0,15-17-12 0 0,1 1 0 0 0,1 0 0 0 0,2 1 0 0 0,1 0 0 0 0,2 1 0 0 0,2 1 0 0 0,2 0 0 0 0,1 0 0 0 0,-4 76 0 0 0,11-100 6 0 0,0-1 1 0 0,1 1-1 0 0,1-1 1 0 0,0 0-1 0 0,1 1 0 0 0,1-1 1 0 0,8 22-1 0 0,-10-30 30 0 0,1 0-1 0 0,0 0 1 0 0,0 0 0 0 0,0 0-1 0 0,0-1 1 0 0,1 1-1 0 0,0-1 1 0 0,0 0-1 0 0,0 0 1 0 0,0 0 0 0 0,0-1-1 0 0,1 0 1 0 0,0 1-1 0 0,0-2 1 0 0,0 1-1 0 0,0 0 1 0 0,0-1 0 0 0,0 0-1 0 0,0 0 1 0 0,12 2-1 0 0,-11-3 40 0 0,1 0 0 0 0,-1-1 1 0 0,1 1-1 0 0,-1-1 0 0 0,1 0 0 0 0,-1-1 0 0 0,1 0 0 0 0,-1 0 0 0 0,1 0 0 0 0,-1 0 0 0 0,0-1 1 0 0,0 0-1 0 0,0-1 0 0 0,0 0 0 0 0,0 1 0 0 0,0-2 0 0 0,-1 1 0 0 0,1-1 0 0 0,-1 0 0 0 0,0 0 0 0 0,0 0 1 0 0,0-1-1 0 0,-1 1 0 0 0,0-1 0 0 0,0 0 0 0 0,0-1 0 0 0,0 1 0 0 0,-1-1 0 0 0,0 1 0 0 0,0-1 1 0 0,0 0-1 0 0,-1 0 0 0 0,0-1 0 0 0,2-7 0 0 0,-4 11-78 0 0,0 1 0 0 0,0-1 0 0 0,0 0 0 0 0,0 0 1 0 0,0 1-1 0 0,0-1 0 0 0,-1 0 0 0 0,1 1 0 0 0,-1-1 0 0 0,0 0 0 0 0,0 1 0 0 0,0-1 1 0 0,0 1-1 0 0,0-1 0 0 0,-1 1 0 0 0,1 0 0 0 0,-1-1 0 0 0,1 1 0 0 0,-5-4 0 0 0,3 3-15 0 0,0 0 0 0 0,-1 1 0 0 0,1-1-1 0 0,-1 1 1 0 0,1-1 0 0 0,-1 1 0 0 0,0 0-1 0 0,0 1 1 0 0,0-1 0 0 0,0 1 0 0 0,-6-2-1 0 0,2 2-7 0 0,0 0 1 0 0,0 0-1 0 0,0 1 0 0 0,0 0 0 0 0,0 1 0 0 0,0-1 0 0 0,0 2 0 0 0,0-1 1 0 0,1 1-1 0 0,-1 0 0 0 0,0 1 0 0 0,1-1 0 0 0,-10 6 0 0 0,4-2 1 0 0,-1 0-154 0 0,0 0-1 0 0,1 2 0 0 0,0-1 0 0 0,-22 18 0 0 0,31-22-260 0 0,0 0 0 0 0,0 0-1 0 0,1 1 1 0 0,-1 0-1 0 0,1-1 1 0 0,0 1-1 0 0,0 0 1 0 0,0 1 0 0 0,0-1-1 0 0,1 1 1 0 0,0-1-1 0 0,0 1 1 0 0,0-1 0 0 0,0 1-1 0 0,1 0 1 0 0,0 0-1 0 0,0 0 1 0 0,-1 5 0 0 0,3 0-2708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3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36 0 0,'9'-31'9238'0'0,"-2"14"-3338"0"0,-6 26-5640 0 0,0 62 729 0 0,-2 74 731 0 0,-3 30-1858 0 0,5-117-2764 0 0,1 0-3558 0 0,-1-31 221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3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35 133 1992 0 0,'-5'-14'4444'0'0,"4"3"-2942"0"0,-2-31 2731 0 0,3 39-4077 0 0,0 0 0 0 0,1 0 0 0 0,-1 0 0 0 0,1 0 0 0 0,-1 1 0 0 0,1-1 1 0 0,0 0-1 0 0,0 0 0 0 0,1 1 0 0 0,-1-1 0 0 0,0 0 0 0 0,1 1 0 0 0,2-3 1 0 0,-2 3-125 0 0,0-1 0 0 0,0 1 0 0 0,1 0 0 0 0,-1 0 0 0 0,1 1 0 0 0,0-1 0 0 0,-1 0 0 0 0,1 1 0 0 0,0 0 0 0 0,0-1-1 0 0,0 1 1 0 0,0 0 0 0 0,0 1 0 0 0,0-1 0 0 0,0 0 0 0 0,3 1 0 0 0,0 0-17 0 0,0 0 0 0 0,0 0 0 0 0,0 0 0 0 0,-1 1 0 0 0,1 0-1 0 0,0 0 1 0 0,0 1 0 0 0,5 2 0 0 0,-4-2-1 0 0,0 1-1 0 0,0 0 1 0 0,-1 1 0 0 0,0 0 0 0 0,1 0-1 0 0,-1 0 1 0 0,-1 0 0 0 0,1 1-1 0 0,-1 0 1 0 0,0 0 0 0 0,0 1-1 0 0,0 0 1 0 0,-1 0 0 0 0,1 0 0 0 0,-2 0-1 0 0,1 0 1 0 0,-1 1 0 0 0,0 0-1 0 0,0-1 1 0 0,0 1 0 0 0,-1 0-1 0 0,0 0 1 0 0,-1 1 0 0 0,0-1 0 0 0,0 0-1 0 0,0 1 1 0 0,-1-1 0 0 0,0 0-1 0 0,0 1 1 0 0,-1-1 0 0 0,0 0-1 0 0,-2 8 1 0 0,-5 10 263 0 0,-1 1 0 0 0,-1-2 0 0 0,-1 1 0 0 0,-1-2 0 0 0,-1 0 0 0 0,-1 0 0 0 0,-1-1 0 0 0,-1-1 0 0 0,-24 26 0 0 0,-66 72 1112 0 0,105-118-1347 0 0,1 2 2 0 0,0-2-43 0 0,0-1 0 0 0,0 0 0 0 0,0 0 0 0 0,0 1 0 0 0,0-1 0 0 0,-1 0-1 0 0,1 0 1 0 0,0 1 0 0 0,0-1 0 0 0,0 0 0 0 0,0 1 0 0 0,0-1 0 0 0,0 0 0 0 0,0 0 0 0 0,0 1 0 0 0,0-1 0 0 0,1 0-1 0 0,-1 1 1 0 0,0-1 0 0 0,0 0 0 0 0,0 0 0 0 0,0 1 0 0 0,0-1 0 0 0,0 0 0 0 0,0 0 0 0 0,1 1 0 0 0,-1-1 0 0 0,0 0-1 0 0,0 0 1 0 0,0 0 0 0 0,1 1 0 0 0,-1-1 0 0 0,0 0 0 0 0,0 0 0 0 0,1 0 0 0 0,-1 0 0 0 0,0 0 0 0 0,1 1-1 0 0,38-1 8 0 0,1-1 0 0 0,0-2 0 0 0,51-11 0 0 0,1 1-23 0 0,86-9-296 0 0,-64 5-4565 0 0,-77 16-576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39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0 102 348 0 0,'39'-93'15477'0'0,"-38"92"-15067"0"0,2-6 943 0 0,-1 11-1313 0 0,0 0 0 0 0,0 1 0 0 0,0-1 1 0 0,-1 1-1 0 0,1 0 0 0 0,-1-1 1 0 0,0 1-1 0 0,-1 0 0 0 0,1 9 0 0 0,-3 51 99 0 0,1-26-44 0 0,-8 128 142 0 0,3-96-438 0 0,4 71 0 0 0,8-93-1610 0 0,2-25-774 0 0,5-7-3541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3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432 182 1172 0 0,'-7'-45'4224'0'0,"4"27"-2704"0"0,0-1 0 0 0,-1 1 1 0 0,-11-28-1 0 0,13 36-584 0 0,2 8-817 0 0,0 1 0 0 0,-1 0 0 0 0,1-1-1 0 0,0 1 1 0 0,0 0 0 0 0,-1-1 0 0 0,1 1 0 0 0,-1 0 0 0 0,1-1 0 0 0,-1 1 0 0 0,1 0 0 0 0,-1 0 0 0 0,0 0 0 0 0,0 0 0 0 0,0 0 0 0 0,0 0 0 0 0,1 0 0 0 0,-3-2 0 0 0,0 3-99 0 0,-1 0-1 0 0,1 1 1 0 0,0-1 0 0 0,0 1 0 0 0,1 0 0 0 0,-1-1 0 0 0,0 1 0 0 0,0 1 0 0 0,0-1 0 0 0,0 0-1 0 0,1 1 1 0 0,-1-1 0 0 0,1 1 0 0 0,-1 0 0 0 0,1 0 0 0 0,-3 3 0 0 0,-40 41 87 0 0,35-34-58 0 0,-24 26 101 0 0,-55 85 0 0 0,72-97-103 0 0,2 1 0 0 0,1 1 0 0 0,2 1 0 0 0,-15 44 0 0 0,25-64-21 0 0,0 1 0 0 0,0-1 1 0 0,0 0-1 0 0,1 1 0 0 0,1-1 0 0 0,0 1 0 0 0,0-1 0 0 0,1 0 0 0 0,0 1 1 0 0,0-1-1 0 0,1 0 0 0 0,6 18 0 0 0,-5-21-7 0 0,-1 0-1 0 0,2 0 1 0 0,-1-1 0 0 0,1 1 0 0 0,-1-1-1 0 0,2 1 1 0 0,-1-1 0 0 0,0-1 0 0 0,1 1-1 0 0,0-1 1 0 0,0 0 0 0 0,0 0 0 0 0,1 0-1 0 0,0 0 1 0 0,-1-1 0 0 0,1 0 0 0 0,0-1-1 0 0,0 1 1 0 0,9 1 0 0 0,2 1 2 0 0,1-2 0 0 0,-1 0 0 0 0,1-1 0 0 0,0-1 0 0 0,0-1 0 0 0,0 0 0 0 0,0-1 1 0 0,0-1-1 0 0,-1-1 0 0 0,1 0 0 0 0,-1-2 0 0 0,0 0 0 0 0,0 0 0 0 0,0-2 0 0 0,18-9 0 0 0,-24 9-12 0 0,0 1 0 0 0,0-1-1 0 0,0-1 1 0 0,-1 0-1 0 0,0-1 1 0 0,-1 1 0 0 0,0-2-1 0 0,0 1 1 0 0,10-17 0 0 0,-13 17-15 0 0,-1 0 1 0 0,-1 0 0 0 0,0 0 0 0 0,0-1 0 0 0,0 0 0 0 0,-1 0-1 0 0,-1 0 1 0 0,0 0 0 0 0,0 0 0 0 0,-1 0 0 0 0,0 0 0 0 0,-1-20 0 0 0,-1 20-18 0 0,0-1 0 0 0,-1 1 0 0 0,0 0 0 0 0,0 0 1 0 0,-1 0-1 0 0,0 1 0 0 0,-1-1 0 0 0,0 1 0 0 0,-1 0 1 0 0,0 0-1 0 0,0 0 0 0 0,-1 0 0 0 0,0 1 0 0 0,-7-8 1 0 0,5 8-117 0 0,-1 0 1 0 0,0 1 0 0 0,0 0 0 0 0,0 1 0 0 0,-1 0 0 0 0,0 0 0 0 0,0 1 0 0 0,0 0-1 0 0,-1 1 1 0 0,0 0 0 0 0,0 0 0 0 0,-16-2 0 0 0,0 2-422 0 0,0 1 1 0 0,0 2-1 0 0,0 0 1 0 0,-30 4-1 0 0,-105 21-4486 0 0,71-5 658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2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76 660 0 0,'0'0'11884'0'0,"0"1"-11790"0"0,0 0 0 0 0,0 0 0 0 0,0-1 0 0 0,0 1 0 0 0,0 0 0 0 0,0 0 0 0 0,1 0 0 0 0,-1-1 0 0 0,0 1 0 0 0,0 0-1 0 0,1 0 1 0 0,-1-1 0 0 0,0 1 0 0 0,1 0 0 0 0,-1-1 0 0 0,1 1 0 0 0,-1 0 0 0 0,1-1 0 0 0,0 2 0 0 0,81-7 37 0 0,0-3 1 0 0,84-20 0 0 0,-52 9-143 0 0,5-5 20 0 0,-69 17-682 0 0,-47 7 336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2:50:4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13390,'742'-186'0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1 288 0 0,'0'0'2224'0'0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 0 0,'0'0'4572'0'0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1 996 0 0,'0'0'6153'0'0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4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1220 0 0,'0'0'4481'0'0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1324 0 0,'0'0'8240'0'0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1020 0 0,'0'0'9374'0'0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1440 0 0,'0'0'10076'0'0,"-1"3"-10778"0"0,-10 10 5110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4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1288 0 0,'1'9'1516'0'0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0:5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0,'0'0'3404'0'0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176 175 1308 0 0,'-11'-4'11460'0'0,"-9"-4"-10419"0"0,1-1-1 0 0,-27-16 1 0 0,-18-7-452 0 0,51 25-503 0 0,11 4-41 0 0,21 4-23 0 0,5 0-16 0 0,63-6 129 0 0,1-3-1 0 0,138-33 1 0 0,-141 22 3267 0 0,-82 18-2661 0 0,-2 1-639 0 0,0 0 0 0 0,-1 0 0 0 0,1 0 0 0 0,0 0 0 0 0,0 0-1 0 0,0 0 1 0 0,-1-1 0 0 0,1 1 0 0 0,0 0 0 0 0,0 0 0 0 0,-1-1 0 0 0,1 1-1 0 0,0 0 1 0 0,-1-1 0 0 0,1 1 0 0 0,0-1 0 0 0,-1 1 0 0 0,1-1 0 0 0,0 1 0 0 0,-1-1-1 0 0,1 0 1 0 0,-1 1 0 0 0,1-1 0 0 0,-1 1 0 0 0,0-1 0 0 0,1 0 0 0 0,2-3 1727 0 0,-4 13-1009 0 0,-41 251-844 0 0,16-118-131 0 0,16-88 56 0 0,-22 177 190 0 0,24-150-110 0 0,8-79-44 0 0,0 10-2481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0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73 1500 0 0,'0'0'4042'0'0,"-31"-15"3353"0"0,11 7-5450 0 0,18 7-1501 0 0,-9-5 1499 0 0,7 4-1570 0 0,3 2-320 0 0,1 0 1 0 0,-1 0-1 0 0,1 0 1 0 0,-1 0-1 0 0,1 0 1 0 0,-1 0-1 0 0,1-1 1 0 0,0 1-1 0 0,-1 0 1 0 0,1 0-1 0 0,-1 0 1 0 0,1-1-1 0 0,-1 1 1 0 0,1 0-1 0 0,0 0 1 0 0,-1-1-1 0 0,1 1 1 0 0,-1 0-1 0 0,1-1 1 0 0,0 1-1 0 0,-1 0 0 0 0,1-1 1 0 0,0 1-1 0 0,0-1 1 0 0,-1 1-1 0 0,1-1 1 0 0,0 1-1 0 0,0 0 1 0 0,0-1-1 0 0,0 1 1 0 0,-1-1-1 0 0,1 1 1 0 0,0-1-1 0 0,0 1 1 0 0,0-1-1 0 0,0 1 1 0 0,0-1-1 0 0,0 1 1 0 0,0-1-1 0 0,1-1-8 0 0,41-13 110 0 0,-18 11-142 0 0,0 1 0 0 0,1 1 0 0 0,-1 0 0 0 0,0 2 0 0 0,1 1 0 0 0,-1 1 1 0 0,1 2-1 0 0,-1 0 0 0 0,0 1 0 0 0,43 16 0 0 0,-64-20-9 0 0,1 1 0 0 0,-1-1 0 0 0,1 1 1 0 0,-1 0-1 0 0,0 0 0 0 0,0 0 0 0 0,0 1 0 0 0,0-1 0 0 0,0 1 0 0 0,-1-1 0 0 0,1 1 0 0 0,-1 0 0 0 0,1 0 1 0 0,-1 0-1 0 0,0 0 0 0 0,0 0 0 0 0,-1 1 0 0 0,3 5 0 0 0,-2-4 2 0 0,-1 0-1 0 0,-1 0 0 0 0,1 1 1 0 0,-1-1-1 0 0,1 1 1 0 0,-1-1-1 0 0,-1 0 1 0 0,1 1-1 0 0,-1-1 1 0 0,0 0-1 0 0,-3 10 0 0 0,-1-1 10 0 0,-1 0-1 0 0,-1 0 0 0 0,0-1 0 0 0,0 1 1 0 0,-1-2-1 0 0,-1 1 0 0 0,0-1 0 0 0,-15 15 1 0 0,-31 20 1007 0 0,54-46-775 0 0,-14 6 853 0 0,15-7-1087 0 0,-1 1-1 0 0,1-1 1 0 0,-1 0 0 0 0,0 0-1 0 0,1 0 1 0 0,-1 0-1 0 0,1-1 1 0 0,-1 1 0 0 0,1 0-1 0 0,-1 0 1 0 0,0 0-1 0 0,1 0 1 0 0,-1-1 0 0 0,1 1-1 0 0,-1 0 1 0 0,1 0-1 0 0,-1-1 1 0 0,1 1 0 0 0,-1 0-1 0 0,1-1 1 0 0,0 1-1 0 0,-1 0 1 0 0,1-1 0 0 0,-1 0-1 0 0,1 0-6 0 0,0 0 0 0 0,0 1 0 0 0,0-1 0 0 0,0 0 0 0 0,0 0 0 0 0,0 1 0 0 0,0-1 0 0 0,0 0 0 0 0,1 0 0 0 0,-1 1 0 0 0,0-1 0 0 0,1 0 0 0 0,-1 1 0 0 0,0-1 0 0 0,1 0 0 0 0,-1 1 0 0 0,1-1 0 0 0,-1 1 0 0 0,1-1-1 0 0,-1 1 1 0 0,1-1 0 0 0,-1 1 0 0 0,1-1 0 0 0,-1 1 0 0 0,1-1 0 0 0,0 1 0 0 0,-1 0 0 0 0,1-1 0 0 0,1 1 0 0 0,4-4 0 0 0,0 1-1 0 0,0 0 0 0 0,1 0 1 0 0,-1 1-1 0 0,1 0 1 0 0,0 0-1 0 0,-1 0 1 0 0,1 1-1 0 0,0 0 1 0 0,0 0-1 0 0,0 1 0 0 0,0 0 1 0 0,0 0-1 0 0,0 1 1 0 0,10 2-1 0 0,-3 0 11 0 0,0 0 0 0 0,-1 1 0 0 0,1 1 0 0 0,-1 0 0 0 0,0 1 0 0 0,23 15 0 0 0,-30-16 46 0 0,1 0 1 0 0,-1 0-1 0 0,0 0 0 0 0,0 1 0 0 0,-1 0 0 0 0,1 0 0 0 0,-1 1 0 0 0,-1 0 0 0 0,1-1 0 0 0,-1 2 0 0 0,0-1 0 0 0,-1 0 0 0 0,5 15 0 0 0,-6-15 56 0 0,0-1 1 0 0,-1 1-1 0 0,1 0 1 0 0,-2 0-1 0 0,1 0 1 0 0,-1 0-1 0 0,0 0 1 0 0,0 0-1 0 0,-1 0 1 0 0,0-1-1 0 0,0 1 1 0 0,-1 0-1 0 0,1 0 1 0 0,-1-1-1 0 0,-1 1 1 0 0,-4 9-1 0 0,-1-3 152 0 0,0 0 0 0 0,-1-1 0 0 0,-1 0 0 0 0,0 0 0 0 0,0-1-1 0 0,-1 0 1 0 0,-1-1 0 0 0,1 0 0 0 0,-2-1 0 0 0,-21 12-1 0 0,25-15-163 0 0,-1-2-1 0 0,0 1 0 0 0,0-1 0 0 0,-1-1 0 0 0,1 0 0 0 0,-1 0 0 0 0,1-1 0 0 0,-1-1 0 0 0,0 1 0 0 0,0-2 0 0 0,0 0 0 0 0,1 0 0 0 0,-1-1 0 0 0,0 0 0 0 0,-19-5 0 0 0,8 0-23 0 0,6 3-44 0 0,-1-2 1 0 0,1 0-1 0 0,0-1 1 0 0,0-1 0 0 0,1 0-1 0 0,0-1 1 0 0,0-1 0 0 0,-14-11-1 0 0,26 18-30 0 0,-1 0 0 0 0,1 0 0 0 0,0-1 0 0 0,0 1 0 0 0,0-1 0 0 0,0 0 0 0 0,-3-5 0 0 0,4 6-6 0 0,1 0 6 0 0,0 1-9 0 0,0 0 1 0 0,-1 0 0 0 0,1 0-1 0 0,0 0 1 0 0,0 0 0 0 0,0 0 0 0 0,0 0-1 0 0,1-1 1 0 0,-1 1 0 0 0,0 0-1 0 0,0-1 1 0 0,1 1 0 0 0,-1-1 0 0 0,1 1-1 0 0,-1-1 1 0 0,1 1 0 0 0,-1-1-1 0 0,1 1 1 0 0,0-1 0 0 0,0 1-1 0 0,0-1 1 0 0,0-2 0 0 0,6-9-35 0 0,-5 11 47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0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62 1588 0 0,'14'-29'9315'0'0,"-14"28"-9088"0"0,1 0 1 0 0,-1 0-1 0 0,1 0 1 0 0,-1 0-1 0 0,0 0 0 0 0,0-1 1 0 0,1 1-1 0 0,-1 0 0 0 0,0 0 1 0 0,0 0-1 0 0,0 0 1 0 0,0 0-1 0 0,-1 0 0 0 0,1 0 1 0 0,0-1-1 0 0,0 1 0 0 0,-1 0 1 0 0,1 0-1 0 0,0 0 1 0 0,-1 0-1 0 0,1 0 0 0 0,-1 0 1 0 0,1 0-1 0 0,-1 0 0 0 0,0 0 1 0 0,1 1-1 0 0,-1-1 1 0 0,0 0-1 0 0,-1-1 0 0 0,0 1-23 0 0,-14 6 285 0 0,7-1-425 0 0,0 2 0 0 0,1-1 0 0 0,0 1-1 0 0,0 0 1 0 0,0 1 0 0 0,1 0 0 0 0,-1 0 0 0 0,2 1 0 0 0,-1 0 0 0 0,1 0-1 0 0,0 0 1 0 0,-5 13 0 0 0,-8 15 364 0 0,-24 63-1 0 0,41-93-353 0 0,-7 17 73 0 0,2-1 1 0 0,0 2-1 0 0,2-1 1 0 0,-3 26-1 0 0,7-36-92 0 0,0 0-1 0 0,1 0 1 0 0,0 0 0 0 0,1 0-1 0 0,0 0 1 0 0,1 0-1 0 0,0-1 1 0 0,1 1 0 0 0,6 14-1 0 0,-6-22-19 0 0,-1 0 0 0 0,1-1-1 0 0,0 1 1 0 0,1-1-1 0 0,-1 1 1 0 0,1-1 0 0 0,0 0-1 0 0,0 0 1 0 0,0-1-1 0 0,0 1 1 0 0,1-1 0 0 0,0 0-1 0 0,-1 0 1 0 0,1-1 0 0 0,0 1-1 0 0,0-1 1 0 0,1 0-1 0 0,-1 0 1 0 0,0-1 0 0 0,1 0-1 0 0,-1 0 1 0 0,8 1-1 0 0,3-1 103 0 0,0 0-1 0 0,0 0 1 0 0,0-2-1 0 0,0 0 1 0 0,0-1-1 0 0,25-6 1 0 0,-21 2-21 0 0,0 0 1 0 0,-1-2-1 0 0,0 0 0 0 0,0-2 1 0 0,0 0-1 0 0,-2-1 1 0 0,1 0-1 0 0,-1-2 0 0 0,25-23 1 0 0,-30 24 81 0 0,0 0 1 0 0,-1-1-1 0 0,0 0 1 0 0,-1-1-1 0 0,0-1 1 0 0,-1 1 0 0 0,-1-2-1 0 0,0 1 1 0 0,-1-1-1 0 0,-1 0 1 0 0,0 0-1 0 0,3-18 1 0 0,-8 28-139 0 0,0-1 0 0 0,0 1 1 0 0,-1 0-1 0 0,0 0 0 0 0,0 0 1 0 0,-1 0-1 0 0,0 0 0 0 0,0-1 1 0 0,0 1-1 0 0,-1 0 0 0 0,1 1 1 0 0,-1-1-1 0 0,-1 0 0 0 0,-3-7 1 0 0,1 5-20 0 0,-1 0 0 0 0,1 1 1 0 0,-1-1-1 0 0,0 1 1 0 0,-1 1-1 0 0,0-1 0 0 0,0 1 1 0 0,-14-9-1 0 0,5 5-86 0 0,-1 1 1 0 0,-1 0-1 0 0,0 1 0 0 0,0 1 0 0 0,0 1 1 0 0,-1 0-1 0 0,0 2 0 0 0,-29-5 1 0 0,29 8-749 0 0,0 0 0 0 0,0 1 1 0 0,-25 2-1 0 0,-5 10-3627 0 0,42-9 2548 0 0,0 0 0 0 0,0 0-1 0 0,0 0 1 0 0,-9 8 0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0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99 1336 0 0,'-8'-24'6859'0'0,"7"21"-6810"0"0,-6-12 2531 0 0,7 15-2546 0 0,0-1 0 0 0,0 1 0 0 0,0 0 0 0 0,0-1 0 0 0,0 1-1 0 0,0-1 1 0 0,0 1 0 0 0,0 0 0 0 0,0-1 0 0 0,0 1 0 0 0,0 0 0 0 0,0-1 0 0 0,0 1-1 0 0,0 0 1 0 0,0-1 0 0 0,0 1 0 0 0,0 0 0 0 0,1-1 0 0 0,-1 1 0 0 0,0 0 0 0 0,0-1-1 0 0,0 1 1 0 0,0 0 0 0 0,1-1 0 0 0,-1 1 0 0 0,0 0 0 0 0,0 0 0 0 0,1-1 0 0 0,-1 1 0 0 0,0 0-1 0 0,1 0 1 0 0,-1 0 0 0 0,0-1 0 0 0,1 1 0 0 0,0 0 0 0 0,33-10 174 0 0,1 2 1 0 0,62-6 0 0 0,-40 7-133 0 0,-30 4-996 0 0,39 0 0 0 0,-61 3-228 0 0,5 1 398 0 0,6 8-5854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0 580 0 0,'-9'1'560'0'0,"0"1"0"0"0,0 0 0 0 0,1 0 1 0 0,-1 1-1 0 0,0 0 0 0 0,1 1 0 0 0,0 0 0 0 0,0 0 0 0 0,0 1 0 0 0,0 0 1 0 0,1 0-1 0 0,0 0 0 0 0,0 1 0 0 0,-9 10 0 0 0,9-8-258 0 0,1 1 0 0 0,0-1 0 0 0,0 1 0 0 0,-5 11 0 0 0,9-16-203 0 0,1 0 0 0 0,-1-1 1 0 0,1 1-1 0 0,0 0 0 0 0,0 0 0 0 0,0 1 0 0 0,1-1 1 0 0,0 0-1 0 0,-1 0 0 0 0,1 0 0 0 0,1 0 1 0 0,0 8-1 0 0,0-10-65 0 0,-1 0-1 0 0,1-1 1 0 0,0 1 0 0 0,-1-1 0 0 0,1 1 0 0 0,0-1-1 0 0,0 1 1 0 0,0-1 0 0 0,0 0 0 0 0,1 1 0 0 0,-1-1-1 0 0,0 0 1 0 0,0 0 0 0 0,1 0 0 0 0,-1 0 0 0 0,1 0-1 0 0,-1 0 1 0 0,1 0 0 0 0,-1 0 0 0 0,1-1 0 0 0,-1 1-1 0 0,1 0 1 0 0,0-1 0 0 0,1 1 0 0 0,3 0 20 0 0,0 0 0 0 0,1 0 0 0 0,-1-1 1 0 0,0 0-1 0 0,7 0 0 0 0,167-18 739 0 0,-175 17-743 0 0,0 1-1 0 0,0 0 0 0 0,0 0 1 0 0,0 1-1 0 0,-1-1 0 0 0,1 1 0 0 0,0 0 1 0 0,-1 0-1 0 0,1 1 0 0 0,0 0 1 0 0,-1-1-1 0 0,0 2 0 0 0,1-1 1 0 0,-1 0-1 0 0,0 1 0 0 0,0 0 1 0 0,0 0-1 0 0,-1 0 0 0 0,1 0 1 0 0,-1 0-1 0 0,0 1 0 0 0,0 0 0 0 0,0-1 1 0 0,0 1-1 0 0,0 0 0 0 0,-1 1 1 0 0,0-1-1 0 0,4 9 0 0 0,-4-6 107 0 0,0-1-1 0 0,0 1 0 0 0,0 0 0 0 0,-1 0 1 0 0,0 0-1 0 0,-1 0 0 0 0,1 0 0 0 0,-1 0 1 0 0,-1 0-1 0 0,1 0 0 0 0,-1 0 0 0 0,0 0 1 0 0,-1 0-1 0 0,0-1 0 0 0,0 1 0 0 0,0 0 1 0 0,-1-1-1 0 0,-6 12 0 0 0,2-8-74 0 0,-1 0 0 0 0,0-1 0 0 0,0 0 0 0 0,-1 0 0 0 0,0-1 0 0 0,-1 0 0 0 0,1 0 0 0 0,-2-1 0 0 0,1 0 0 0 0,-1-1 0 0 0,0-1 0 0 0,0 1 0 0 0,-1-2 0 0 0,0 1 0 0 0,1-2 0 0 0,-1 0 0 0 0,-1 0 0 0 0,1-1 0 0 0,0 0 0 0 0,-1-1 0 0 0,1-1 0 0 0,0 0 0 0 0,-1 0 0 0 0,1-1 0 0 0,-15-4 0 0 0,11 1-73 0 0,5 2-40 0 0,1-1-1 0 0,-1 0 1 0 0,-13-6-1 0 0,24 9-55 0 0,-1 0 0 0 0,1-1 0 0 0,-1 1 0 0 0,0 0 0 0 0,1 0 0 0 0,-1-1 0 0 0,1 1-1 0 0,-1 0 1 0 0,1-1 0 0 0,-1 1 0 0 0,1-1 0 0 0,-1 1 0 0 0,1-1 0 0 0,-1 1 0 0 0,1-1 0 0 0,0 1 0 0 0,-1-1 0 0 0,1 1-1 0 0,0-1 1 0 0,-1 0 0 0 0,1 1 0 0 0,0-1 0 0 0,0 1 0 0 0,-1-1 0 0 0,1 0 0 0 0,0 1 0 0 0,0-1 0 0 0,0 0 0 0 0,0 1-1 0 0,0-1 1 0 0,0 0 0 0 0,0 1 0 0 0,0-1 0 0 0,0 0 0 0 0,0 1 0 0 0,1-1 0 0 0,-1 0 0 0 0,0 1 0 0 0,0-1 0 0 0,1 1-1 0 0,-1-1 1 0 0,0 0 0 0 0,1 1 0 0 0,-1-1 0 0 0,0 1 0 0 0,1-1 0 0 0,0 0 0 0 0,25-21-6489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0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31 2236 0 0,'3'-1'2080'0'0,"35"-24"8888"0"0,-36 24-10223 0 0,-1 1-654 0 0,-1-1 0 0 0,0 1 0 0 0,1 0 1 0 0,-1-1-1 0 0,0 1 0 0 0,1 0 0 0 0,-1-1 0 0 0,1 1 1 0 0,-1 0-1 0 0,1 0 0 0 0,-1 0 0 0 0,1-1 0 0 0,-1 1 1 0 0,1 0-1 0 0,-1 0 0 0 0,0 0 0 0 0,1 0 0 0 0,-1 0 1 0 0,1 0-1 0 0,-1 0 0 0 0,1 0 0 0 0,-1 0 0 0 0,1 0 1 0 0,-1 0-1 0 0,1 0 0 0 0,-1 1 0 0 0,1-1 0 0 0,-1 0 1 0 0,1 0-1 0 0,-1 0 0 0 0,1 1 0 0 0,-1-1 0 0 0,0 0 1 0 0,1 0-1 0 0,-1 1 0 0 0,1-1 0 0 0,-1 0 0 0 0,0 1 1 0 0,1-1-1 0 0,-1 1 0 0 0,1 0 0 0 0,-15 33 773 0 0,0 1 0 0 0,-2-2-1 0 0,-29 45 1 0 0,-73 91-190 0 0,96-139-496 0 0,-169 213 482 0 0,171-218-226 0 0,12-17-1308 0 0,37-31-10828 0 0,-22 21 10314 0 0,5-3-2256 0 0,0 0-1604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1668 0 0,'28'-31'15676'0'0,"-27"31"-15512"0"0,-1 0 1 0 0,0-1-1 0 0,1 1 0 0 0,-1 0 1 0 0,1 0-1 0 0,-1 0 0 0 0,0 0 1 0 0,1 0-1 0 0,-1 0 0 0 0,1 0 1 0 0,-1-1-1 0 0,1 1 0 0 0,-1 1 1 0 0,0-1-1 0 0,2 0 0 0 0,1 15 1541 0 0,-9 35-2279 0 0,4-39 1141 0 0,1-1-534 0 0,0-1 0 0 0,1 0 0 0 0,0 1 1 0 0,1-1-1 0 0,0 1 0 0 0,0-1 0 0 0,1 0 1 0 0,0 0-1 0 0,6 15 0 0 0,-7-20-19 0 0,2 1-1 0 0,-1-1 1 0 0,0 1 0 0 0,1-1-1 0 0,0 0 1 0 0,0 0 0 0 0,0 0-1 0 0,0 0 1 0 0,1-1-1 0 0,0 1 1 0 0,0-1 0 0 0,-1 0-1 0 0,2 0 1 0 0,-1 0 0 0 0,0-1-1 0 0,1 1 1 0 0,-1-1-1 0 0,1 0 1 0 0,-1 0 0 0 0,7 1-1 0 0,-6-2 0 0 0,0-1-1 0 0,0 1 1 0 0,1-1-1 0 0,-1 0 1 0 0,0 0 0 0 0,0 0-1 0 0,0-1 1 0 0,0 0-1 0 0,1 0 1 0 0,-1 0-1 0 0,0-1 1 0 0,-1 1-1 0 0,1-1 1 0 0,0 0-1 0 0,0-1 1 0 0,-1 1-1 0 0,1-1 1 0 0,-1 0-1 0 0,0 0 1 0 0,0 0-1 0 0,0-1 1 0 0,0 1 0 0 0,5-8-1 0 0,38-51 4994 0 0,-46 60-4609 0 0,7-9 667 0 0,-4 10-585 0 0,-5 9-346 0 0,-8 18 179 0 0,2 1-1 0 0,-5 31 0 0 0,-4 14 140 0 0,-14 40-35 0 0,-6 24-665 0 0,13-46-2961 0 0,20-80 1812 0 0,-5 31-2381 0 0,8-27-718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2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82 936 0 0,'1'-3'2067'0'0,"25"-76"21031"0"0,-35 216-18168 0 0,3-67-3912 0 0,-14 267-300 0 0,19-324-718 0 0,1 3 0 0 0,-1 0 0 0 0,0-3 0 0 0,0-1 0 0 0,1-1 0 0 0,-2 0 0 0 0,2 0 0 0 0,-1-5-1563 0 0,-8-29-8108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1 728 0 0,'23'26'23223'0'0,"-22"-25"-22991"0"0,17 5 1290 0 0,21-5-2117 0 0,-34-1 1066 0 0,279-10 44 0 0,-282 10-539 0 0,57-7-7890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45 2524 0 0,'5'-45'19657'0'0,"-11"87"-16705"0"0,-2 57-1 0 0,5-40-1848 0 0,-26 301 1633 0 0,22-311-2353 0 0,7-47-374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674 18 2640 0 0,'28'-18'19981'0'0,"-42"36"-14942"0"0,-15 13-4034 0 0,-343 252 2049 0 0,172-140-2006 0 0,159-115-1048 0 0,30-20 0 0 0,1-1 0 0 0,1-3 0 0 0,-6 7-139 0 0,65-29-15226 0 0,-23 11 7974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56 372 0 0,'-9'-18'13783'0'0,"-2"-19"2163"0"0,11 49-15845 0 0,-1 0 1 0 0,2 0-1 0 0,-1 0 1 0 0,2-1-1 0 0,-1 1 1 0 0,5 14-1 0 0,-5-22-90 0 0,1 5 42 0 0,0 0 0 0 0,0 1 0 0 0,1-1 0 0 0,1 0-1 0 0,-1-1 1 0 0,10 16 0 0 0,-11-20-39 0 0,0-1-1 0 0,1 0 1 0 0,0 0-1 0 0,-1 0 1 0 0,1 0 0 0 0,0-1-1 0 0,0 1 1 0 0,0-1-1 0 0,1 0 1 0 0,-1 0 0 0 0,1 0-1 0 0,-1 0 1 0 0,1 0-1 0 0,0-1 1 0 0,-1 0 0 0 0,1 0-1 0 0,0 0 1 0 0,0 0-1 0 0,0 0 1 0 0,4 0 0 0 0,0-1 34 0 0,0 0 0 0 0,0-1 0 0 0,0 0 0 0 0,0 0 0 0 0,0 0 0 0 0,-1-1 0 0 0,1 0 1 0 0,0-1-1 0 0,-1 0 0 0 0,0 0 0 0 0,1 0 0 0 0,8-7 0 0 0,-5 3 26 0 0,0-2 0 0 0,0 1 0 0 0,-1-1-1 0 0,-1 0 1 0 0,0-1 0 0 0,0 0 0 0 0,0-1-1 0 0,7-13 1 0 0,-8 11-74 0 0,-1 0 0 0 0,-1 3 0 0 0,0 2 0 0 0,-2 0 0 0 0,2-1 0 0 0,-3 5 0 0 0,-1 11 0 0 0,-4 16 0 0 0,-1-1 0 0 0,0 1 0 0 0,-10 28 0 0 0,3-8 0 0 0,-46 244-4526 0 0,-4 150-9292 0 0,49-342 1799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19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33 139 1764 0 0,'0'0'1721'0'0,"-18"-18"6072"0"0,16 16-7222 0 0,1-1 1 0 0,-1 1 0 0 0,1 0 0 0 0,-1-1 0 0 0,1 1-1 0 0,0-1 1 0 0,0 1 0 0 0,0-1 0 0 0,0 0-1 0 0,1 1 1 0 0,-1-6 0 0 0,1 6-259 0 0,5-13 370 0 0,6 7-607 0 0,-1 0 0 0 0,2 1 0 0 0,-1 0 0 0 0,1 1-1 0 0,0 1 1 0 0,0-1 0 0 0,1 2 0 0 0,-1 0 0 0 0,1 0 0 0 0,0 1 0 0 0,19-1-1 0 0,-19 2-68 0 0,-1 1 0 0 0,1 1 0 0 0,-1 1 0 0 0,1-1 0 0 0,0 2 0 0 0,-1 0-1 0 0,1 0 1 0 0,-1 1 0 0 0,0 1 0 0 0,0 0 0 0 0,0 0 0 0 0,14 9 0 0 0,-21-10-4 0 0,1 1 0 0 0,-1 0 0 0 0,0 0 0 0 0,0 0 1 0 0,-1 0-1 0 0,1 1 0 0 0,-1 0 0 0 0,0 0 1 0 0,0 0-1 0 0,-1 0 0 0 0,1 1 0 0 0,-1-1 1 0 0,0 1-1 0 0,-1 0 0 0 0,0 0 0 0 0,1 0 1 0 0,-2 0-1 0 0,1 1 0 0 0,0 8 0 0 0,-1-6 4 0 0,0 1-1 0 0,-1-1 0 0 0,0 0 1 0 0,-1 1-1 0 0,0-1 0 0 0,-1 0 1 0 0,0 0-1 0 0,0 0 0 0 0,-1 0 1 0 0,0 0-1 0 0,0 0 0 0 0,-9 13 1 0 0,5-8 362 0 0,-2 0-1 0 0,0-1 1 0 0,0 0 0 0 0,-15 16-1 0 0,23-29-365 0 0,1-1-1 0 0,0 1 0 0 0,0-1 0 0 0,0 1 1 0 0,0-1-1 0 0,0 1 0 0 0,0 0 1 0 0,0-1-1 0 0,0 1 0 0 0,1-1 0 0 0,-1 1 1 0 0,0-1-1 0 0,0 1 0 0 0,0-1 1 0 0,0 1-1 0 0,0 0 0 0 0,1-1 0 0 0,-1 1 1 0 0,0 0-1 0 0,0-1 0 0 0,1 1 0 0 0,-1-1 1 0 0,0 1-1 0 0,1 0 0 0 0,-1 0 1 0 0,0-1-1 0 0,1 1 0 0 0,-1 0 0 0 0,1 0 1 0 0,-1-1-1 0 0,0 1 0 0 0,1 0 1 0 0,-1 0-1 0 0,1 0 0 0 0,-1 0 0 0 0,1-1 1 0 0,-1 1-1 0 0,1 0 0 0 0,22-8 69 0 0,-11 7-63 0 0,-1 1-1 0 0,0 0 1 0 0,1 1-1 0 0,-1 0 1 0 0,1 0 0 0 0,-1 1-1 0 0,0 1 1 0 0,0 0-1 0 0,0 1 1 0 0,18 8-1 0 0,-9-2 0 0 0,0 0-1 0 0,0 2 1 0 0,-1 0 0 0 0,30 25-1 0 0,-43-31 10 0 0,0-1-1 0 0,-1 1 1 0 0,1 1-1 0 0,-1-1 1 0 0,0 1-1 0 0,-1-1 0 0 0,0 1 1 0 0,0 1-1 0 0,6 13 1 0 0,-9-17 35 0 0,0 0 1 0 0,0 1-1 0 0,0-1 1 0 0,0 0 0 0 0,-1 1-1 0 0,1-1 1 0 0,-1 1-1 0 0,0-1 1 0 0,-1 1 0 0 0,1-1-1 0 0,-1 0 1 0 0,0 1-1 0 0,0-1 1 0 0,0 0 0 0 0,-1 1-1 0 0,1-1 1 0 0,-1 0-1 0 0,0 0 1 0 0,-5 7-1 0 0,-4 3 177 0 0,0-1 0 0 0,-1 0 0 0 0,-1-1-1 0 0,0 0 1 0 0,-1-1 0 0 0,0-1 0 0 0,0 0-1 0 0,-1-1 1 0 0,-1 0 0 0 0,1-1 0 0 0,-1-1-1 0 0,-1-1 1 0 0,1 0 0 0 0,-1-1 0 0 0,0 0-1 0 0,0-2 1 0 0,-1 0 0 0 0,-28 1 0 0 0,32-5-219 0 0,0 0 0 0 0,0 0 1 0 0,1-1-1 0 0,-1-1 1 0 0,0 0-1 0 0,1-1 1 0 0,0 0-1 0 0,0-1 1 0 0,-24-13-1 0 0,36 18-166 0 0,0-1 0 0 0,0 0 0 0 0,0 1 0 0 0,0-1 0 0 0,0 0 0 0 0,0 1 0 0 0,0-1 0 0 0,0 0 0 0 0,0 0 0 0 0,0 0 0 0 0,0 0 0 0 0,1 0 0 0 0,-1 0 0 0 0,0 0 0 0 0,1 0 0 0 0,-1 0 0 0 0,1 0 0 0 0,-1 0 0 0 0,1 0 0 0 0,0 0 0 0 0,-1 0 0 0 0,1-1 0 0 0,0 1 0 0 0,0 0 0 0 0,0 0 0 0 0,0 0 0 0 0,0-1 0 0 0,0 1 0 0 0,0 0 0 0 0,0 0 0 0 0,0 0 0 0 0,0-1 0 0 0,1 1 0 0 0,-1 0 0 0 0,1 0 0 0 0,-1 0 0 0 0,2-2 0 0 0,1-2-1870 0 0,1 0 1 0 0,20-20-6079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64 740 0 0,'1'-2'2061'0'0,"31"-52"13236"0"0,-31 47-14332 0 0,1 13 225 0 0,1 13-197 0 0,-2 254 2960 0 0,0-2-5122 0 0,3-236-2582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77 1160 0 0,'-8'-5'4539'0'0,"-29"-24"5646"0"0,35 23-9284 0 0,2 6-882 0 0,0 0-1 0 0,0 0 1 0 0,-1-1-1 0 0,1 1 0 0 0,0 0 1 0 0,0-1-1 0 0,0 1 1 0 0,-1 0-1 0 0,1 0 0 0 0,0-1 1 0 0,0 1-1 0 0,0 0 0 0 0,0-1 1 0 0,0 1-1 0 0,0-1 1 0 0,0 1-1 0 0,0 0 0 0 0,0-1 1 0 0,0 1-1 0 0,0 0 1 0 0,0-1-1 0 0,0 1 0 0 0,0 0 1 0 0,0-1-1 0 0,0 1 1 0 0,0 0-1 0 0,0-1 0 0 0,1 1 1 0 0,-1 0-1 0 0,0-1 1 0 0,0 1-1 0 0,0 0 0 0 0,0 0 1 0 0,1-1-1 0 0,-1 1 0 0 0,0 0 1 0 0,0 0-1 0 0,1-1 1 0 0,-1 1-1 0 0,0 0 0 0 0,1 0 1 0 0,-1-1-1 0 0,7-2 5 0 0,0-1 0 0 0,0 1 0 0 0,0 0 0 0 0,0 1-1 0 0,0 0 1 0 0,0 0 0 0 0,1 0 0 0 0,-1 1 0 0 0,1 0 0 0 0,-1 0-1 0 0,1 1 1 0 0,-1 0 0 0 0,14 2 0 0 0,-11-1 2 0 0,0 1 1 0 0,0 0-1 0 0,0 1 0 0 0,0 0 1 0 0,0 0-1 0 0,-1 1 1 0 0,1 1-1 0 0,-1-1 0 0 0,15 11 1 0 0,-22-13-25 0 0,0 0 0 0 0,1 0 1 0 0,-1 0-1 0 0,0 0 1 0 0,0 0-1 0 0,0 0 0 0 0,-1 1 1 0 0,1-1-1 0 0,0 1 0 0 0,-1-1 1 0 0,0 1-1 0 0,1 0 1 0 0,-1 0-1 0 0,0-1 0 0 0,0 1 1 0 0,-1 0-1 0 0,2 5 0 0 0,-2-3 5 0 0,0 0-1 0 0,-1 0 1 0 0,1 0-1 0 0,-1 0 1 0 0,0 0-1 0 0,0 0 1 0 0,0 0-1 0 0,-1 0 1 0 0,-3 8-1 0 0,-2 0 10 0 0,0 1-1 0 0,-2-1 0 0 0,1-1 0 0 0,-2 0 1 0 0,-19 21-1 0 0,-42 30 1382 0 0,65-59-959 0 0,6-6-20 0 0,1 1-406 0 0,0 0-1 0 0,-1 0 0 0 0,1 1 1 0 0,0-1-1 0 0,0 0 1 0 0,-1 0-1 0 0,1 1 1 0 0,0-1-1 0 0,0 1 1 0 0,0-1-1 0 0,0 1 1 0 0,0-1-1 0 0,0 1 1 0 0,0 0-1 0 0,2-1 1 0 0,6 0-10 0 0,0 0 0 0 0,0 1 0 0 0,0 0 1 0 0,0 1-1 0 0,-1-1 0 0 0,1 2 1 0 0,0-1-1 0 0,0 1 0 0 0,-1 1 1 0 0,17 6-1 0 0,-15-5 45 0 0,0 1 0 0 0,-1 0 0 0 0,1 0 0 0 0,-1 1-1 0 0,0 0 1 0 0,0 1 0 0 0,-1 0 0 0 0,0 1 0 0 0,7 8 0 0 0,-13-14 52 0 0,0 0 1 0 0,-1 0-1 0 0,1 0 1 0 0,0 1-1 0 0,-1-1 1 0 0,0 1-1 0 0,0-1 0 0 0,0 1 1 0 0,0 0-1 0 0,0-1 1 0 0,0 1-1 0 0,-1 0 1 0 0,1-1-1 0 0,-1 1 1 0 0,0 0-1 0 0,1 0 0 0 0,-1 0 1 0 0,-1 5-1 0 0,0-5 42 0 0,0 1-1 0 0,-1 0 0 0 0,1-1 1 0 0,-1 0-1 0 0,0 1 0 0 0,1-1 1 0 0,-2 0-1 0 0,1 0 0 0 0,0 0 1 0 0,0 0-1 0 0,-1 0 0 0 0,-4 3 0 0 0,-1 1 96 0 0,-1-1 0 0 0,1 0-1 0 0,-1 0 1 0 0,0-1-1 0 0,-1-1 1 0 0,1 1-1 0 0,-1-1 1 0 0,0-1 0 0 0,-12 3-1 0 0,-2-2-15 0 0,0-1 1 0 0,0-2-1 0 0,-35-1 0 0 0,-70-12-74 0 0,94 8-265 0 0,32 4-148 0 0,0-1-771 0 0,-7-2 950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1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2 1744 0 0,'2'0'3768'0'0,"42"-2"15650"0"0,-38 5-19454 0 0,-25 20 2839 0 0,-13 11-1981 0 0,-43 33 1 0 0,32-29-690 0 0,-25 23-23 0 0,-68 62-900 0 0,124-111-1656 0 0,-6 9-3530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3076 0 0,'26'-31'20206'0'0,"-25"54"-18969"0"0,-1-5-971 0 0,0-3-98 0 0,0 0-1 0 0,4 26 0 0 0,-4-38-150 0 0,1 0-1 0 0,-1 1 0 0 0,1-1 1 0 0,0 0-1 0 0,0 0 1 0 0,1 0-1 0 0,-1 1 0 0 0,1-1 1 0 0,-1 0-1 0 0,1-1 1 0 0,0 1-1 0 0,0 0 0 0 0,0 0 1 0 0,1-1-1 0 0,-1 0 1 0 0,1 1-1 0 0,4 2 0 0 0,-3-3-10 0 0,0 0 0 0 0,0 0 0 0 0,0-1 0 0 0,0 1-1 0 0,1-1 1 0 0,-1 0 0 0 0,0 0 0 0 0,1-1 0 0 0,-1 1-1 0 0,1-1 1 0 0,-1 0 0 0 0,1 0 0 0 0,-1-1 0 0 0,0 1-1 0 0,1-1 1 0 0,-1 0 0 0 0,0 0 0 0 0,1-1 0 0 0,-1 1 0 0 0,0-1-1 0 0,0 0 1 0 0,0 0 0 0 0,0 0 0 0 0,0-1 0 0 0,5-3-1 0 0,4-5 66 0 0,0 0-1 0 0,0 0 0 0 0,-1-1 0 0 0,-1-1 1 0 0,13-16-1 0 0,12-24 4523 0 0,-35 52-4264 0 0,2-1 37 0 0,-3 2-332 0 0,0-1 1 0 0,0 1-1 0 0,0 0 0 0 0,0 0 1 0 0,0 0-1 0 0,0 0 1 0 0,1-1-1 0 0,-1 1 0 0 0,0 0 1 0 0,0 0-1 0 0,0 0 0 0 0,0 0 1 0 0,0-1-1 0 0,0 1 1 0 0,1 0-1 0 0,-1 0 0 0 0,0 0 1 0 0,0 0-1 0 0,0 0 0 0 0,0 0 1 0 0,1 0-1 0 0,-1 0 1 0 0,0 0-1 0 0,0-1 0 0 0,0 1 1 0 0,0 0-1 0 0,1 0 1 0 0,-1 0-1 0 0,0 0 0 0 0,0 0 1 0 0,0 0-1 0 0,1 0 0 0 0,-1 0 1 0 0,0 0-1 0 0,0 0 1 0 0,1 1-1 0 0,-1-1-32 0 0,1 0-1 0 0,-1 1 1 0 0,1-1 0 0 0,0 1 0 0 0,-1-1-1 0 0,1 1 1 0 0,-1-1 0 0 0,1 1-1 0 0,-1-1 1 0 0,0 1 0 0 0,1-1 0 0 0,-1 1-1 0 0,1 0 1 0 0,-1-1 0 0 0,0 1-1 0 0,0 0 1 0 0,1-1 0 0 0,-1 1 0 0 0,0 0-1 0 0,0-1 1 0 0,0 1 0 0 0,0 0 0 0 0,0 0-1 0 0,0-1 1 0 0,0 1 0 0 0,0 0-1 0 0,0-1 1 0 0,0 1 0 0 0,0 0 0 0 0,0 0-1 0 0,-1 0 1 0 0,1 0-5 0 0,-4 86-242 0 0,-26 145 1 0 0,4-48-648 0 0,25-166-929 0 0,1 21-9582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73 245 1248 0 0,'1'-2'2329'0'0,"-1"-1"-2021"0"0,1-5 2384 0 0,0-1-1 0 0,-1 1 0 0 0,-1-13 1017 0 0,1 13-1879 0 0,-1-4 107 0 0,-1 12-1292 0 0,-3 9-331 0 0,-3 13 256 0 0,1 1 1 0 0,1-1-1 0 0,1 2 1 0 0,0-1-1 0 0,0 31 1 0 0,4-41-432 0 0,1 1 0 0 0,0 0 1 0 0,1 0-1 0 0,0-1 0 0 0,1 1 0 0 0,1-1 0 0 0,0 1 1 0 0,1-1-1 0 0,0 0 0 0 0,12 22 0 0 0,-12-28-102 0 0,0-1-1 0 0,0 1 1 0 0,1-1-1 0 0,0-1 1 0 0,0 1-1 0 0,1-1 1 0 0,0 0-1 0 0,-1 0 1 0 0,2 0 0 0 0,-1-1-1 0 0,9 4 1 0 0,-5-3-5 0 0,1 0 0 0 0,-1-1 1 0 0,1-1-1 0 0,0 0 1 0 0,0 0-1 0 0,23 1 1 0 0,-13-3 16 0 0,1-1 1 0 0,0-1 0 0 0,0-1 0 0 0,0-1 0 0 0,-1 0-1 0 0,1-2 1 0 0,28-10 0 0 0,-37 10-4 0 0,1-1-1 0 0,-1 0 0 0 0,-1-1 1 0 0,1-1-1 0 0,-1 0 1 0 0,-1 0-1 0 0,1-1 1 0 0,-1-1-1 0 0,-1 1 1 0 0,0-2-1 0 0,0 0 1 0 0,-1 0-1 0 0,-1 0 1 0 0,0-1-1 0 0,7-13 1 0 0,-10 15-5 0 0,0-1 1 0 0,-1 1-1 0 0,0-1 1 0 0,0 0-1 0 0,-1 0 1 0 0,-1 0-1 0 0,0 0 1 0 0,-1-1-1 0 0,0 1 1 0 0,0 0-1 0 0,-1-1 1 0 0,-1 1-1 0 0,0 0 1 0 0,0-1 0 0 0,-1 1-1 0 0,-1 0 1 0 0,0 0-1 0 0,0 0 1 0 0,-7-14-1 0 0,3 12-25 0 0,-1-1-1 0 0,-1 2 0 0 0,0-1 1 0 0,0 1-1 0 0,-1 1 1 0 0,-1 0-1 0 0,0 0 0 0 0,0 1 1 0 0,-1 0-1 0 0,0 1 1 0 0,-1 1-1 0 0,0 0 0 0 0,0 0 1 0 0,-1 1-1 0 0,0 1 0 0 0,-29-9 1 0 0,27 10-98 0 0,0 1 0 0 0,-1 1 0 0 0,1 0 0 0 0,-1 1 0 0 0,0 1 0 0 0,1 0 0 0 0,-1 1 0 0 0,0 1 1 0 0,1 1-1 0 0,-1 0 0 0 0,1 1 0 0 0,-1 1 0 0 0,1 0 0 0 0,0 2 0 0 0,-22 9 0 0 0,27-9-425 0 0,0 0 0 0 0,1 1 0 0 0,0 0 0 0 0,0 0 0 0 0,0 1-1 0 0,-8 10 1 0 0,13-13-353 0 0,1 1 1 0 0,-1 0-1 0 0,1 0 0 0 0,-5 11 0 0 0,6-11-628 0 0,1 0 1 0 0,0 0 0 0 0,0 0-1 0 0,0 0 1 0 0,-1 13 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3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97 908 0 0,'-5'-25'5626'0'0,"-10"-24"989"0"0,14 46-5688 0 0,-7-15 2291 0 0,4 16-1973 0 0,0 10 464 0 0,-1 27-79 0 0,2 0 0 0 0,1 0 0 0 0,3 37 0 0 0,-1-25-799 0 0,3 88 712 0 0,-2-68-2115 0 0,0-2-4038 0 0,0-54 616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3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30 2176 0 0,'27'-29'22639'0'0,"-38"41"-20843"0"0,-158 157 2973 0 0,-101 65-3839 0 0,258-223-899 0 0,7-6-17 0 0,0 0-1 0 0,-1 0 0 0 0,0-1 1 0 0,0 0-1 0 0,-7 3 1 0 0,5-3 1479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2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2804 0 0,'20'-46'22950'0'0,"-16"53"-22668"0"0,-1 1 1 0 0,0-1 0 0 0,0 1 0 0 0,-1 0 0 0 0,0 0-1 0 0,-1 0 1 0 0,2 15 0 0 0,4 18 108 0 0,-3-25-304 0 0,-1 0-23 0 0,1-1-1 0 0,1 1 1 0 0,1-1 0 0 0,8 17-1 0 0,-12-28-51 0 0,0 0 0 0 0,1 0-1 0 0,-1 0 1 0 0,1-1-1 0 0,0 1 1 0 0,0-1 0 0 0,1 0-1 0 0,-1 1 1 0 0,1-1 0 0 0,-1-1-1 0 0,1 1 1 0 0,0 0-1 0 0,0-1 1 0 0,0 0 0 0 0,0 0-1 0 0,1 0 1 0 0,-1-1-1 0 0,0 1 1 0 0,8 0 0 0 0,-6-1-3 0 0,-1-1 1 0 0,0 0-1 0 0,1 0 1 0 0,-1 0-1 0 0,0-1 1 0 0,0 0 0 0 0,1 0-1 0 0,-1 0 1 0 0,0 0-1 0 0,0-1 1 0 0,0 0-1 0 0,0 0 1 0 0,-1 0-1 0 0,1-1 1 0 0,0 0 0 0 0,-1 0-1 0 0,0 0 1 0 0,0 0-1 0 0,0-1 1 0 0,0 1-1 0 0,0-1 1 0 0,-1 0-1 0 0,6-7 1 0 0,-4 4 27 0 0,22-33 1719 0 0,7-34-75 0 0,-28 63-1662 0 0,-1 4-19 0 0,1 13 0 0 0,-4 4 0 0 0,-1 0 0 0 0,0 0 0 0 0,0 0 0 0 0,-1 0 0 0 0,0 0 0 0 0,-1 0 0 0 0,-2 10 0 0 0,1 6 0 0 0,-20 174-2845 0 0,-28 100-7483 0 0,22-145 4925 0 0,21-110-6384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5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78 740 0 0,'-3'-13'4018'0'0,"-2"0"0"0"0,-7-16 0 0 0,5 13-1904 0 0,7 14-1691 0 0,-5-2 1399 0 0,9 16-1626 0 0,0-1 1 0 0,1 1-1 0 0,1-1 1 0 0,-1 0-1 0 0,11 15 1 0 0,42 50 131 0 0,-41-55-724 0 0,2 0-1 0 0,28 24 0 0 0,-38-38-909 0 0,1 0 0 0 0,0 0 0 0 0,0-1-1 0 0,17 8 1 0 0,-11-11-2427 0 0,-13-4 2740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93 636 0 0,'2'-11'1853'0'0,"0"-1"-1"0"0,0 1 1 0 0,-1 0 0 0 0,-1-19-1 0 0,0 19-1141 0 0,0 10-697 0 0,0 1 0 0 0,0 0 0 0 0,0 0 0 0 0,0-1 0 0 0,0 1-1 0 0,-1 0 1 0 0,1-1 0 0 0,0 1 0 0 0,0 0 0 0 0,0 0 0 0 0,0-1 0 0 0,0 1-1 0 0,-1 0 1 0 0,1 0 0 0 0,0-1 0 0 0,0 1 0 0 0,0 0 0 0 0,-1 0-1 0 0,1 0 1 0 0,0-1 0 0 0,0 1 0 0 0,-1 0 0 0 0,1 0 0 0 0,0 0 0 0 0,0 0-1 0 0,-1 0 1 0 0,1 0 0 0 0,0 0 0 0 0,-1-1 0 0 0,1 1 0 0 0,0 0 0 0 0,0 0-1 0 0,-1 0 1 0 0,1 0 0 0 0,0 0 0 0 0,-1 0 0 0 0,1 0 0 0 0,0 0-1 0 0,-1 1 1 0 0,1-1 0 0 0,0 0 0 0 0,0 0 0 0 0,-1 0 0 0 0,1 0 0 0 0,0 0-1 0 0,0 0 1 0 0,-1 0 0 0 0,1 1 0 0 0,0-1 0 0 0,0 0 0 0 0,-1 0 0 0 0,1 0-1 0 0,0 1 1 0 0,0-1 0 0 0,0 0 0 0 0,-1 0 0 0 0,1 1 0 0 0,-15 10 474 0 0,-2 9-44 0 0,1 0-1 0 0,1 1 1 0 0,1 1-1 0 0,-12 24 1 0 0,8-15-247 0 0,-7 13 21 0 0,-31 77 0 0 0,36-63-2542 0 0,5 0-3631 0 0,12-43 1885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32 760 0 0,'2'-3'1228'0'0,"28"-22"9325"0"0,-21 23-8939 0 0,0 0 605 0 0,-9 3-2153 0 0,1-1 1 0 0,-1 1-1 0 0,0 0 0 0 0,1-1 0 0 0,-1 1 0 0 0,0 0 0 0 0,1-1 0 0 0,-1 1 1 0 0,0 0-1 0 0,0-1 0 0 0,0 1 0 0 0,0 0 0 0 0,0-1 0 0 0,0 1 0 0 0,0 0 1 0 0,0 0-1 0 0,0-1 0 0 0,0 2 0 0 0,-2 27 1044 0 0,-9 51 1 0 0,5-45-2225 0 0,-1 36 1 0 0,7-59-1191 0 0,0 0-1 0 0,1-1 1 0 0,3 23 0 0 0,0-20-3700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50 132 1580 0 0,'-15'-40'6236'0'0,"-20"-52"4349"0"0,57 113-10158 0 0,55 91 310 0 0,46 59-3465 0 0,-122-171 2566 0 0,2 4-406 0 0,0 0-1 0 0,1 0 1 0 0,-1-1-1 0 0,1 0 0 0 0,6 5 1 0 0,6-3-5455 0 0,0-3 1186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7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97 188 0 0,'22'-86'15067'0'0,"-22"84"-14438"0"0,0 2-543 0 0,0-1 0 0 0,1 1-1 0 0,-1 0 1 0 0,0 0 0 0 0,0-1 0 0 0,0 1 0 0 0,0 0-1 0 0,0-1 1 0 0,0 1 0 0 0,0 0 0 0 0,0-1 0 0 0,0 1-1 0 0,0 0 1 0 0,0-1 0 0 0,0 1 0 0 0,0 0-1 0 0,0 0 1 0 0,0-1 0 0 0,0 1 0 0 0,0 0 0 0 0,0-1-1 0 0,0 1 1 0 0,0 0 0 0 0,0-1 0 0 0,0 1 0 0 0,-1-1-1 0 0,-17 23 996 0 0,1 0 0 0 0,1 1 1 0 0,-22 40-1 0 0,7-10-727 0 0,24-43-571 0 0,-62 108 1032 0 0,41-55-3198 0 0,24-50-404 0 0,0 0 1 0 0,-4 23 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7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2744 0 0,'34'-23'9368'0'0,"-27"19"-8315"0"0,1 0-1 0 0,-1 1 1 0 0,13-4-1 0 0,-18 6-961 0 0,1 0 1 0 0,0 1-1 0 0,-1-1 0 0 0,1 0 1 0 0,0 1-1 0 0,-1 0 1 0 0,1 0-1 0 0,0 0 0 0 0,0 0 1 0 0,-1 0-1 0 0,1 0 0 0 0,0 1 1 0 0,0-1-1 0 0,-1 1 1 0 0,1 0-1 0 0,0-1 0 0 0,-1 1 1 0 0,1 1-1 0 0,-1-1 0 0 0,1 0 1 0 0,-1 1-1 0 0,0-1 1 0 0,0 1-1 0 0,1-1 0 0 0,-1 1 1 0 0,0 0-1 0 0,-1 0 0 0 0,4 4 1 0 0,-3-2 43 0 0,-1-1 1 0 0,1 1-1 0 0,-1 0 1 0 0,0 0-1 0 0,0 0 1 0 0,0 0-1 0 0,0-1 1 0 0,-1 1-1 0 0,0 1 1 0 0,1-1-1 0 0,-2 0 1 0 0,1 0-1 0 0,0 0 1 0 0,-1 0-1 0 0,0-1 0 0 0,0 1 1 0 0,0 0-1 0 0,0 0 1 0 0,0 0-1 0 0,-1 0 1 0 0,-2 3-1 0 0,-5 10 154 0 0,0-1 1 0 0,-1 0-1 0 0,-12 15 0 0 0,10-15-142 0 0,-2 1 24 0 0,-16 30 0 0 0,29-46-211 0 0,19 3-461 0 0,-12-4 246 0 0,0 0-1 0 0,0-1 0 0 0,0 0 0 0 0,0 0 0 0 0,0-1 0 0 0,6-2 0 0 0,15-3-921 0 0,18-4-3812 0 0,57-23 0 0 0,-43 12-2718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100 138 996 0 0,'-95'-129'14185'0'0,"94"127"-13850"0"0,-3-5 1273 0 0,9 12-768 0 0,131 123 2843 0 0,-64-58-3386 0 0,-37-35-342 0 0,-24-23-1100 0 0,1 0-1 0 0,0 0 1 0 0,1-1-1 0 0,16 11 0 0 0,-27-22 895 0 0,-1 1-1 0 0,1 0 1 0 0,-1-1-1 0 0,0 0 1 0 0,1 1-1 0 0,-1-1 1 0 0,1 0-1 0 0,0 0 1 0 0,-1 0-1 0 0,1 0 1 0 0,-1 0-1 0 0,1 0 1 0 0,-1 0-1 0 0,1 0 1 0 0,-1-1-1 0 0,1 1 1 0 0,-1-1-1 0 0,2 0 1 0 0,23-14-2430 0 0,-19 8 2687 0 0,-1 0-1 0 0,0-1 1 0 0,0 0-1 0 0,-1 0 1 0 0,0 0-1 0 0,-1-1 1 0 0,0 1-1 0 0,0-1 1 0 0,0 0-1 0 0,3-18 1 0 0,8-14 1649 0 0,-10 25-135 0 0,0 0 0 0 0,0 0-1 0 0,2-22 1 0 0,-7 36-1222 0 0,3-5 835 0 0,-42 71 948 0 0,-84 146 1214 0 0,15 7-8401 0 0,98-193 1952 0 0,6-10-2444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8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59 1564 0 0,'7'-10'5489'0'0,"2"-1"-1704"0"0,0-2 392 0 0,0 2-2159 0 0,-2 8-1879 0 0,-1 1 0 0 0,0 0 0 0 0,1 0 1 0 0,-1 1-1 0 0,1-1 0 0 0,0 2 0 0 0,-1-1 0 0 0,1 1 1 0 0,0 0-1 0 0,-1 0 0 0 0,1 1 0 0 0,0 0 0 0 0,-1 0 1 0 0,1 0-1 0 0,-1 1 0 0 0,1 0 0 0 0,-1 0 0 0 0,0 1 1 0 0,0 0-1 0 0,0 0 0 0 0,10 7 0 0 0,-14-8-102 0 0,-1 0-1 0 0,1 0 1 0 0,-1 0-1 0 0,0 0 0 0 0,1 0 1 0 0,-1 0-1 0 0,0 0 1 0 0,-1 0-1 0 0,1 1 1 0 0,0-1-1 0 0,-1 0 1 0 0,1 0-1 0 0,-1 1 0 0 0,1-1 1 0 0,-1 0-1 0 0,0 1 1 0 0,0-1-1 0 0,0 1 1 0 0,-1-1-1 0 0,1 0 1 0 0,0 1-1 0 0,-1-1 0 0 0,0 0 1 0 0,1 0-1 0 0,-3 4 1 0 0,0 2 23 0 0,0-1 0 0 0,0 0-1 0 0,-1 1 1 0 0,0-1 0 0 0,-1-1 0 0 0,-6 8 0 0 0,-14 13 118 0 0,-49 38 1 0 0,62-55-113 0 0,-3 8 85 0 0,15-17-147 0 0,1 0-1 0 0,-1 0 1 0 0,0 0 0 0 0,1 0-1 0 0,-1 0 1 0 0,1 0 0 0 0,0 0-1 0 0,-1 0 1 0 0,1 0 0 0 0,-1 0-1 0 0,1-1 1 0 0,0 1-1 0 0,0 0 1 0 0,0 0 0 0 0,-1-1-1 0 0,1 1 1 0 0,0-1 0 0 0,0 1-1 0 0,0-1 1 0 0,0 1 0 0 0,0-1-1 0 0,0 1 1 0 0,0-1 0 0 0,0 0-1 0 0,0 0 1 0 0,2 1 0 0 0,4 1 16 0 0,45 17 105 0 0,33 14 113 0 0,-75-28-154 0 0,-1 0 1 0 0,1 1 0 0 0,-1 0-1 0 0,1 0 1 0 0,14 14-1 0 0,-22-18-1 0 0,0-1 0 0 0,-1 1 0 0 0,1 0 0 0 0,-1 0 0 0 0,1 0 0 0 0,-1 0 0 0 0,0 0 0 0 0,0 0 0 0 0,0 0 0 0 0,0 0 0 0 0,0 0 0 0 0,0 0 0 0 0,0 1 0 0 0,-1-1-1 0 0,1 0 1 0 0,-1 1 0 0 0,0-1 0 0 0,0 0 0 0 0,0 1 0 0 0,0-1 0 0 0,0 5 0 0 0,-1-4-7 0 0,-1 0 0 0 0,1 0 1 0 0,0 0-1 0 0,-1 0 0 0 0,1 0 0 0 0,-1-1 0 0 0,0 1 0 0 0,0-1 1 0 0,0 1-1 0 0,0-1 0 0 0,0 1 0 0 0,-1-1 0 0 0,1 0 1 0 0,-1 0-1 0 0,1 0 0 0 0,-4 1 0 0 0,-8 5-10 0 0,0-1 1 0 0,-1-1-1 0 0,0 0 1 0 0,0 0-1 0 0,0-2 0 0 0,-1 0 1 0 0,1-1-1 0 0,-32 3 1 0 0,5-5-427 0 0,0-1 1 0 0,-51-7-1 0 0,89 7 117 0 0,-6-2-380 0 0,-1 1 0 0 0,0-1 0 0 0,-14-5 0 0 0,22 6 121 0 0,0 0 1 0 0,0 0 0 0 0,1 0-1 0 0,-1-1 1 0 0,0 1-1 0 0,1-1 1 0 0,-4-3 0 0 0,-2-5-3862 0 0,8 9 3817 0 0,-1-1 1 0 0,1 1 0 0 0,-1-1-1 0 0,1 1 1 0 0,-1-1-1 0 0,1 1 1 0 0,0-3 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81 2332 0 0,'-5'-59'15358'0'0,"4"58"-14909"0"0,1-1 0 0 0,-1 1-1 0 0,1-1 1 0 0,0 1 0 0 0,0-1-1 0 0,0 1 1 0 0,-1-1 0 0 0,1 1-1 0 0,1-1 1 0 0,-1 1 0 0 0,0-1-1 0 0,1-1 1 0 0,8 8 85 0 0,1 2 0 0 0,-1-1 1 0 0,-1 1-1 0 0,1 0 0 0 0,-1 1 0 0 0,11 13 1 0 0,6 5 13 0 0,76 72 566 0 0,20 20-2989 0 0,-115-112 638 0 0,0-1 1 0 0,1 0 0 0 0,0 0-1 0 0,11 6 1 0 0,-16-10 728 0 0,-1 0 0 0 0,1 0 0 0 0,0 0 0 0 0,0 0-1 0 0,0-1 1 0 0,0 1 0 0 0,0-1 0 0 0,0 0 0 0 0,-1 1 0 0 0,1-1 0 0 0,0 0 0 0 0,0 0 0 0 0,0 0 0 0 0,0 0-1 0 0,0-1 1 0 0,0 1 0 0 0,0 0 0 0 0,0-1 0 0 0,0 1 0 0 0,0-1 0 0 0,0 0 0 0 0,-1 0 0 0 0,1 0 0 0 0,3-1-1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9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337 126 1636 0 0,'5'-14'2536'0'0,"-1"1"-1"0"0,0-1 0 0 0,-1 0 1 0 0,1-19-1 0 0,0 6 1814 0 0,-4 25-3699 0 0,-1-7 2417 0 0,-21 34-883 0 0,2 1-1 0 0,-32 54 1 0 0,29-43-1644 0 0,-138 185 444 0 0,105-148-3466 0 0,55-72 2221 0 0,-19 28-5062 0 0,15-7-3210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3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62 200 0 0,'46'-41'17112'0'0,"-39"35"-14047"0"0,12-9 1396 0 0,-18 16-4369 0 0,0-1 0 0 0,-1 0 0 0 0,1 0 0 0 0,0 1-1 0 0,-1-1 1 0 0,1 0 0 0 0,0 1 0 0 0,-1-1 0 0 0,1 0-1 0 0,-1 1 1 0 0,1-1 0 0 0,0 1 0 0 0,-1-1 0 0 0,1 1-1 0 0,-1-1 1 0 0,1 2 0 0 0,4 84 2457 0 0,2 20-1885 0 0,-6-103-657 0 0,-1-1-1 0 0,0 1 0 0 0,1-1 1 0 0,-1 1-1 0 0,1-1 1 0 0,0 0-1 0 0,0 1 1 0 0,0-1-1 0 0,0 0 1 0 0,0 1-1 0 0,1-1 1 0 0,-1 0-1 0 0,1 0 1 0 0,-1 0-1 0 0,1 0 1 0 0,0 0-1 0 0,0-1 1 0 0,0 1-1 0 0,0 0 1 0 0,0-1-1 0 0,0 0 0 0 0,0 1 1 0 0,0-1-1 0 0,0 0 1 0 0,3 1-1 0 0,-1-1-3 0 0,0-1 0 0 0,0 1 0 0 0,-1-1-1 0 0,1 0 1 0 0,0 0 0 0 0,0 0 0 0 0,-1-1-1 0 0,1 1 1 0 0,0-1 0 0 0,-1 0 0 0 0,1 0 0 0 0,0 0-1 0 0,-1 0 1 0 0,1-1 0 0 0,-1 0 0 0 0,6-3-1 0 0,1-1-5 0 0,-1-1-1 0 0,0 0 1 0 0,0-1-1 0 0,-1 0 1 0 0,0 0 0 0 0,8-10-1 0 0,38-61 35 0 0,-12 17 2387 0 0,-35 49-1907 0 0,-1 10-507 0 0,0 11-4 0 0,-5 4 0 0 0,-1 0 0 0 0,0 0 0 0 0,0 0 0 0 0,-1 0 0 0 0,-1 0 0 0 0,-3 13 0 0 0,2-9 0 0 0,-27 154-3123 0 0,-19 84-8487 0 0,42-217 9767 0 0,-3 19-11944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4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21 12461 0 0,'-5'-10'12105'0'0,"1"0"-9601"0"0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4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94 174 876 0 0,'-11'-28'2552'0'0,"-1"1"0"0"0,-1 0 0 0 0,-1 1-1 0 0,-19-26 1 0 0,22 39-1439 0 0,11 20-62 0 0,14 23-63 0 0,133 224 682 0 0,-29-42-2152 0 0,-107-193-569 0 0,9 15-1352 0 0,-1-16-5177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49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87 272 0 0,'-1'-6'787'0'0,"-1"0"1"0"0,0 0-1 0 0,0 0 1 0 0,-1 1-1 0 0,0-1 1 0 0,1 1-1 0 0,-2 0 1 0 0,1-1-1 0 0,-1 1 1 0 0,-4-5-1 0 0,6 8-652 0 0,0 0 1 0 0,-1 0-1 0 0,1 1 1 0 0,0-1-1 0 0,-1 0 0 0 0,1 1 1 0 0,-1 0-1 0 0,1-1 1 0 0,-1 1-1 0 0,0 0 1 0 0,0 0-1 0 0,1 1 0 0 0,-1-1 1 0 0,0 1-1 0 0,0-1 1 0 0,0 1-1 0 0,0 0 0 0 0,0 0 1 0 0,1 0-1 0 0,-1 0 1 0 0,0 1-1 0 0,-5 0 0 0 0,0 2 41 0 0,1 0 0 0 0,-1 0 0 0 0,1 0 0 0 0,0 1 0 0 0,0 0 0 0 0,0 1 0 0 0,0-1 0 0 0,1 1 0 0 0,-12 12-1 0 0,-1 4 293 0 0,-24 31-1 0 0,39-46-413 0 0,-28 37 103 0 0,1 2 0 0 0,3 0 0 0 0,2 3 0 0 0,1 0-1 0 0,3 1 1 0 0,-19 65 0 0 0,41-113-172 0 0,-16 63-1305 0 0,15-58 382 0 0,1 0 0 0 0,-1 0 0 0 0,1 0 0 0 0,2 11 1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4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2344 0 0,'13'-10'10159'0'0,"-10"9"-9407"0"0,4 31 140 0 0,-2 1 1 0 0,-2 0 0 0 0,1 55-1 0 0,-1-5-2414 0 0,-3-73 638 0 0,1 6-704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2 157 908 0 0,'0'-5'716'0'0,"-1"0"1"0"0,1 0-1 0 0,0 0 0 0 0,0-1 1 0 0,0 1-1 0 0,1 0 0 0 0,-1 0 1 0 0,1 0-1 0 0,1-1 1 0 0,1-4-1 0 0,-1 5-397 0 0,0-1 1 0 0,1 2-1 0 0,0-1 0 0 0,0 0 1 0 0,0 0-1 0 0,0 1 1 0 0,1 0-1 0 0,7-8 1 0 0,-5 7-223 0 0,0 1 1 0 0,1-1 0 0 0,-1 1 0 0 0,1 0 0 0 0,0 0 0 0 0,0 1 0 0 0,0 0-1 0 0,1 0 1 0 0,-1 1 0 0 0,1 0 0 0 0,-1 0 0 0 0,1 1 0 0 0,0 0 0 0 0,13 0 0 0 0,-18 1-85 0 0,0 0 1 0 0,0 0 0 0 0,-1 0 0 0 0,1 1 0 0 0,0-1 0 0 0,0 1 0 0 0,0-1-1 0 0,-1 1 1 0 0,1 0 0 0 0,0 0 0 0 0,-1 0 0 0 0,1 1 0 0 0,-1-1 0 0 0,0 1-1 0 0,1-1 1 0 0,-1 1 0 0 0,0 0 0 0 0,3 3 0 0 0,-3-2-2 0 0,0-1 0 0 0,-1 1 1 0 0,1 0-1 0 0,-1 0 0 0 0,0 0 0 0 0,0 0 1 0 0,0 0-1 0 0,0 0 0 0 0,0 0 0 0 0,-1 0 1 0 0,1 0-1 0 0,-1 0 0 0 0,0 1 1 0 0,0-1-1 0 0,0 0 0 0 0,-1 0 0 0 0,0 6 1 0 0,-3 8 58 0 0,0-1 0 0 0,-1 1 0 0 0,-9 18 0 0 0,12-31-40 0 0,1-2-14 0 0,-1 11 56 0 0,11-10-100 0 0,3-3 36 0 0,-6-1 0 0 0,0 0 7 0 0,0 1-1 0 0,0-1 0 0 0,0 1 0 0 0,0 0 0 0 0,0 1 1 0 0,0 0-1 0 0,0 0 0 0 0,0 0 0 0 0,0 0 1 0 0,9 4-1 0 0,-8-2 31 0 0,2 0 101 0 0,1 1-1 0 0,-1 0 1 0 0,0 1-1 0 0,-1-1 0 0 0,1 2 1 0 0,-1-1-1 0 0,0 1 1 0 0,11 11-1 0 0,-17-15-12 0 0,0 1 0 0 0,0-1 0 0 0,0 1 0 0 0,0-1 0 0 0,0 1 0 0 0,0 0 0 0 0,-1 0 0 0 0,1 0 0 0 0,-1 0 0 0 0,0 0 0 0 0,0 0 0 0 0,0 0 0 0 0,0 1 0 0 0,-1-1 0 0 0,1 0 0 0 0,-1 0 0 0 0,0 1 0 0 0,0-1 0 0 0,0 0 0 0 0,0 0 0 0 0,-1 1 0 0 0,1-1 0 0 0,-1 0 0 0 0,0 0 0 0 0,0 0-1 0 0,0 0 1 0 0,0 1 0 0 0,-4 4 0 0 0,1-1 33 0 0,-1 1-1 0 0,0-1 0 0 0,0-1 1 0 0,-1 1-1 0 0,0-1 0 0 0,0 0 1 0 0,0 0-1 0 0,-1-1 0 0 0,1 0 1 0 0,-2 0-1 0 0,-6 4 1 0 0,-2-1-18 0 0,0-1 1 0 0,0 0-1 0 0,-1-1 1 0 0,-19 4 0 0 0,30-9-137 0 0,1 0 1 0 0,-1-1-1 0 0,1 0 1 0 0,0 0-1 0 0,-1 0 1 0 0,1 0-1 0 0,-1-1 1 0 0,1 0-1 0 0,0 0 1 0 0,0 0-1 0 0,-1-1 1 0 0,-8-4-1 0 0,13 5-74 0 0,0 1 0 0 0,0-1 0 0 0,0 0 0 0 0,1 0 0 0 0,-1 0 0 0 0,0 1 0 0 0,1-1 0 0 0,-1 0 0 0 0,0 0 0 0 0,1 0 0 0 0,-1 0 0 0 0,1 0 1 0 0,0 0-1 0 0,-1 0 0 0 0,1 0 0 0 0,0 0 0 0 0,0-1 0 0 0,-1 1 0 0 0,1 0 0 0 0,0 0 0 0 0,0 0 0 0 0,0 0 0 0 0,0 0 0 0 0,0 0 0 0 0,1-2 0 0 0,0 0-258 0 0,-1-1 1 0 0,1 1-1 0 0,0 0 1 0 0,0 0-1 0 0,0 0 1 0 0,0 0-1 0 0,3-3 0 0 0,6-8-2528 0 0,0 0-1 0 0,22-21 0 0 0,-26 29 1458 0 0,16-16-4487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1040 0 0,'0'0'15330'0'0,"10"-7"-14232"0"0,80-9-1 0 0,-17 3-1749 0 0,-29 8-2625 0 0,-23 5-4038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37 96 0 0,'-65'43'14131'0'0,"57"-36"-11490"0"0,9-6-2607 0 0,1-1 0 0 0,-1 1 0 0 0,1-1 0 0 0,-1 1 0 0 0,0-1 0 0 0,1 0 0 0 0,-1 0-1 0 0,1 0 1 0 0,-1 0 0 0 0,0 0 0 0 0,1 0 0 0 0,-1 0 0 0 0,1 0 0 0 0,-1 0 0 0 0,3-1 0 0 0,29-9 106 0 0,-14 3-67 0 0,10-1-1132 0 0,37-15 0 0 0,-5-6-6358 0 0,-41 18 1732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1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99 2168 0 0,'-1'-8'2304'0'0,"0"-1"0"0"0,0 1 0 0 0,-3-12-1 0 0,-1-23 4374 0 0,5 42-6079 0 0,-4-9 1978 0 0,2 35-1326 0 0,3 39-1 0 0,0 2-254 0 0,-7 48-27 0 0,-27 143-1 0 0,31-245-1022 0 0,-4 18 799 0 0,7-27-362 0 0,4-18-282 0 0,1-2-99 0 0,1 0 0 0 0,0 0 0 0 0,1 1 0 0 0,1-1 1 0 0,1 2-1 0 0,0 0 0 0 0,1 0 0 0 0,1 1 0 0 0,0 0 0 0 0,1 1 0 0 0,0 0 0 0 0,1 1 1 0 0,1 1-1 0 0,0 0 0 0 0,19-10 0 0 0,-29 19 5 0 0,0 0 1 0 0,1 0-1 0 0,-1 0 1 0 0,1 0-1 0 0,0 1 1 0 0,-1 0-1 0 0,1 0 1 0 0,0 1-1 0 0,0 0 0 0 0,0 0 1 0 0,-1 0-1 0 0,1 1 1 0 0,0-1-1 0 0,0 1 1 0 0,-1 1-1 0 0,1-1 1 0 0,-1 1-1 0 0,1 0 1 0 0,-1 0-1 0 0,0 1 0 0 0,1 0 1 0 0,-1 0-1 0 0,-1 0 1 0 0,6 4-1 0 0,0 0 16 0 0,-2 1-1 0 0,1 0 1 0 0,-1 0-1 0 0,0 1 1 0 0,-1 0 0 0 0,0 1-1 0 0,0-1 1 0 0,-1 1-1 0 0,-1 0 1 0 0,1 1-1 0 0,4 13 1 0 0,-8-18 37 0 0,-1 0-1 0 0,1 0 1 0 0,-1 0 0 0 0,0 0 0 0 0,-1 0 0 0 0,1 0-1 0 0,-1 0 1 0 0,0 0 0 0 0,-1 0 0 0 0,1 0 0 0 0,-1 0-1 0 0,-3 10 1 0 0,1-7 49 0 0,-1 0-1 0 0,0-1 1 0 0,0 1 0 0 0,-1-1-1 0 0,0 0 1 0 0,0 0 0 0 0,-11 11-1 0 0,4-5 95 0 0,-2-2 0 0 0,1 1 0 0 0,-2-2 0 0 0,0 0 0 0 0,0 0 0 0 0,-1-2 0 0 0,-32 15 0 0 0,36-19-104 0 0,0-1 0 0 0,-1 0 0 0 0,0-1 0 0 0,1 0-1 0 0,-1-1 1 0 0,0 0 0 0 0,-1-1 0 0 0,1-1 0 0 0,0 0 0 0 0,-14-3 0 0 0,7 1-550 0 0,-36-12 0 0 0,-20-12-5687 0 0,42 15-905 0 0,11 4-573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3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57 684 0 0,'12'-17'7787'0'0,"-7"11"-4827"0"0,-1-1 0 0 0,7-16 2197 0 0,-26 20-4214 0 0,-18 11-678 0 0,1 2 0 0 0,0 1 0 0 0,0 2 1 0 0,1 1-1 0 0,1 1 0 0 0,0 2 0 0 0,2 1 0 0 0,-1 1 0 0 0,-42 39 0 0 0,55-43-245 0 0,1 0-1 0 0,1 1 0 0 0,1 1 1 0 0,-16 25-1 0 0,23-34-4 0 0,2 1-1 0 0,-1 0 0 0 0,1 0 0 0 0,0 0 0 0 0,1 1 0 0 0,0-1 1 0 0,1 1-1 0 0,-1-1 0 0 0,2 1 0 0 0,0 0 0 0 0,0 15 0 0 0,1-21 17 0 0,0 1 0 0 0,1-1 0 0 0,0 1 0 0 0,0-1 0 0 0,0 1 0 0 0,1-1 0 0 0,-1 1 0 0 0,1-1 0 0 0,0 0 0 0 0,1 0 0 0 0,-1 0 0 0 0,1 0 0 0 0,3 4 1 0 0,-1-2 17 0 0,0-1 1 0 0,1 0-1 0 0,-1-1 1 0 0,1 1-1 0 0,0-1 1 0 0,1 0-1 0 0,10 5 1 0 0,0-2 23 0 0,1 0 0 0 0,0-2 0 0 0,0 0 1 0 0,0-1-1 0 0,32 3 0 0 0,-8-5 81 0 0,1-1 1 0 0,-1-3 0 0 0,1-1-1 0 0,-1-2 1 0 0,65-17-1 0 0,-85 16-738 0 0,3-2-8382 0 0,-17 6 6879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3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43 1020 0 0,'0'-43'27790'0'0,"-3"86"-28945"0"0,2-19 1820 0 0,-9 69-804 0 0,-20 130-2354 0 0,28-209 54 0 0,-1 0-530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1:5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27 236 16 0 0,'0'0'499'0'0,"-17"-48"10904"0"0,14 41-10264 0 0,1 0-1 0 0,1 0 1 0 0,0 0 0 0 0,-1-8-1 0 0,2 11-995 0 0,0 0 0 0 0,0 0-1 0 0,1 0 1 0 0,-1 0 0 0 0,1 0-1 0 0,0 0 1 0 0,0 0 0 0 0,1 0-1 0 0,-1 0 1 0 0,1 1 0 0 0,0-1 0 0 0,-1 0-1 0 0,2 1 1 0 0,-1-1 0 0 0,0 1-1 0 0,1 0 1 0 0,0 0 0 0 0,-1 0-1 0 0,1 0 1 0 0,5-3 0 0 0,1-2-52 0 0,1 1 0 0 0,0 0 0 0 0,0 1 1 0 0,0 0-1 0 0,1 0 0 0 0,0 1 0 0 0,0 0 0 0 0,0 1 0 0 0,16-3 1 0 0,-20 5-67 0 0,-1 1 0 0 0,1 1 1 0 0,0-1-1 0 0,0 1 0 0 0,0 0 1 0 0,0 0-1 0 0,-1 1 1 0 0,1 0-1 0 0,0 0 0 0 0,0 1 1 0 0,-1 0-1 0 0,1 0 1 0 0,-1 0-1 0 0,0 1 0 0 0,0 0 1 0 0,0 0-1 0 0,11 8 1 0 0,-14-8 5 0 0,0 0 1 0 0,0-1 0 0 0,0 1-1 0 0,0 1 1 0 0,0-1 0 0 0,-1 0-1 0 0,1 1 1 0 0,-1-1 0 0 0,0 1-1 0 0,0 0 1 0 0,-1 0-1 0 0,1 0 1 0 0,-1 0 0 0 0,0 0-1 0 0,0 0 1 0 0,0 0 0 0 0,0 0-1 0 0,-1 0 1 0 0,1 0 0 0 0,-1 0-1 0 0,0 1 1 0 0,-1-1 0 0 0,1 0-1 0 0,-1 0 1 0 0,0 0 0 0 0,0 0-1 0 0,-2 8 1 0 0,-5 8 85 0 0,0-1 0 0 0,-1 0 0 0 0,-1 0 1 0 0,-14 21-1 0 0,17-28-7 0 0,-53 66 4044 0 0,59-77-3903 0 0,-1 6 554 0 0,10-13-587 0 0,1 1-172 0 0,1 0-1 0 0,0 1 0 0 0,0 0 1 0 0,0 1-1 0 0,1 0 0 0 0,-1 0 1 0 0,1 1-1 0 0,0 1 0 0 0,12-1 1 0 0,-12 2-48 0 0,-1 0 1 0 0,1 1 0 0 0,-1 0-1 0 0,1 0 1 0 0,-1 1-1 0 0,0 1 1 0 0,0 0 0 0 0,0 0-1 0 0,10 5 1 0 0,-14-5 22 0 0,0 0 1 0 0,0 0-1 0 0,0 0 0 0 0,0 1 1 0 0,-1 0-1 0 0,0 0 1 0 0,0 1-1 0 0,0-1 1 0 0,0 1-1 0 0,0 0 0 0 0,-1 1 1 0 0,0-1-1 0 0,0 1 1 0 0,3 6-1 0 0,-6-8 47 0 0,0 0-1 0 0,0 0 0 0 0,0 0 1 0 0,-1 0-1 0 0,1 0 1 0 0,-1 0-1 0 0,0 0 1 0 0,0 0-1 0 0,0 0 1 0 0,-1 0-1 0 0,0 0 1 0 0,1 0-1 0 0,-1-1 0 0 0,-1 1 1 0 0,1 0-1 0 0,0 0 1 0 0,-1-1-1 0 0,0 1 1 0 0,0-1-1 0 0,0 1 1 0 0,0-1-1 0 0,-4 4 1 0 0,-1 3 141 0 0,-1-1 1 0 0,0 0-1 0 0,-1-1 1 0 0,0 0 0 0 0,0 0-1 0 0,-12 7 1 0 0,16-11-210 0 0,-1 0 0 0 0,0-1 0 0 0,0 1 0 0 0,-1-1 0 0 0,1 0 0 0 0,-1 0 0 0 0,0-1 0 0 0,0 0 0 0 0,0 0 0 0 0,0-1 0 0 0,-8 1 0 0 0,-6 0 0 0 0,1 0 0 0 0,-1-2 0 0 0,1-2 0 0 0,3 0 0 0 0,2-1 0 0 0,0 1 0 0 0,2-3 0 0 0,1 1 0 0 0,-2 0 0 0 0,3 0 0 0 0,1 0 0 0 0,0-1 0 0 0,4 1-102 0 0,1 1-1707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73 1200 0 0,'0'0'1600'0'0,"-3"-10"2667"0"0,3 7-4050 0 0,1 0 0 0 0,0-1 0 0 0,0 1-1 0 0,0 0 1 0 0,0 0 0 0 0,0 0 0 0 0,1 0 0 0 0,-1 0 0 0 0,1 0 0 0 0,0 0 0 0 0,0 0 0 0 0,0 1 0 0 0,0-1 0 0 0,0 1 0 0 0,1 0 0 0 0,-1-1 0 0 0,1 1 0 0 0,0 0 0 0 0,-1 0 0 0 0,1 1 0 0 0,6-4 0 0 0,-7 4-137 0 0,1 1-18 0 0,-2 0-44 0 0,1-1 0 0 0,0 1-1 0 0,0 0 1 0 0,0 0 0 0 0,-1 0-1 0 0,1 0 1 0 0,0 0 0 0 0,0 1-1 0 0,-1-1 1 0 0,1 0 0 0 0,0 1-1 0 0,-1 0 1 0 0,1-1 0 0 0,0 1-1 0 0,-1 0 1 0 0,1 0-1 0 0,-1-1 1 0 0,1 1 0 0 0,-1 1-1 0 0,0-1 1 0 0,1 0 0 0 0,-1 0-1 0 0,2 2 1 0 0,-2-1 42 0 0,0 1 1 0 0,1 0-1 0 0,-1-1 1 0 0,0 1-1 0 0,0 0 0 0 0,-1 0 1 0 0,1-1-1 0 0,0 1 1 0 0,-1 0-1 0 0,0 0 0 0 0,0 0 1 0 0,0 5-1 0 0,-2 6 117 0 0,0-1 0 0 0,0 0 0 0 0,-1 0-1 0 0,-1 0 1 0 0,-6 14 0 0 0,-3-2 32 0 0,-1 0-1 0 0,0-2 1 0 0,-2 1 0 0 0,-1-2 0 0 0,-1 0 0 0 0,-23 22-1 0 0,9-9 419 0 0,28-30-407 0 0,-10 11 117 0 0,14-17-329 0 0,0 1-1 0 0,0 0 1 0 0,0 0 0 0 0,0 0-1 0 0,0 0 1 0 0,0 0-1 0 0,0-1 1 0 0,0 1-1 0 0,0 0 1 0 0,0 0-1 0 0,0 0 1 0 0,0 0 0 0 0,0-1-1 0 0,-1 1 1 0 0,1 0-1 0 0,0 0 1 0 0,0 0-1 0 0,0 0 1 0 0,0 0 0 0 0,0 0-1 0 0,0-1 1 0 0,0 1-1 0 0,0 0 1 0 0,0 0-1 0 0,-1 0 1 0 0,1 0-1 0 0,0 0 1 0 0,0 0 0 0 0,0 0-1 0 0,0 0 1 0 0,0-1-1 0 0,-1 1 1 0 0,1 0-1 0 0,0 0 1 0 0,0 0-1 0 0,0 0 1 0 0,0 0 0 0 0,0 0-1 0 0,-1 0 1 0 0,1 0-1 0 0,0 0 1 0 0,0 0-1 0 0,0 0 1 0 0,0 0 0 0 0,0 0-1 0 0,-1 0 1 0 0,1 0-1 0 0,0 0 1 0 0,0 0-1 0 0,0 0 1 0 0,0 1-1 0 0,-1-1 1 0 0,1 0 0 0 0,0 0-1 0 0,0 0 1 0 0,0 0-1 0 0,2-4 0 0 0,0 0 0 0 0,0 0 0 0 0,1 0-1 0 0,-1 0 1 0 0,1 1 0 0 0,0-1 0 0 0,0 1-1 0 0,1 0 1 0 0,-1-1 0 0 0,5-2 0 0 0,2-3 2 0 0,89-84-18 0 0,-46 45 63 0 0,70-82 1 0 0,-122 129-42 0 0,0 1 0 0 0,-1-1 1 0 0,1 0-1 0 0,0 0 1 0 0,-1 1-1 0 0,1-1 1 0 0,-1 0-1 0 0,1 0 0 0 0,-1 0 1 0 0,0 0-1 0 0,1 1 1 0 0,-1-1-1 0 0,0 0 1 0 0,1 0-1 0 0,-1 0 0 0 0,0 0 1 0 0,0 0-1 0 0,0 0 1 0 0,0 0-1 0 0,0 0 1 0 0,0 0-1 0 0,0 0 0 0 0,0 0 1 0 0,0 0-1 0 0,0 0 1 0 0,-1 1-1 0 0,1-1 0 0 0,0 0 1 0 0,-1-1-1 0 0,0 1-7 0 0,0 1 0 0 0,0 0 0 0 0,1-1 0 0 0,-1 1 0 0 0,0-1 0 0 0,0 1 0 0 0,0 0 0 0 0,0-1 0 0 0,0 1 0 0 0,0 0 0 0 0,0 0 0 0 0,0 0 0 0 0,0 0 0 0 0,0 0 0 0 0,0 0 0 0 0,1 0 0 0 0,-1 0 0 0 0,0 0-1 0 0,0 1 1 0 0,0-1 0 0 0,0 0 0 0 0,0 0 0 0 0,0 1 0 0 0,0-1 0 0 0,0 1 0 0 0,1-1 0 0 0,-1 1 0 0 0,0-1 0 0 0,-1 2 0 0 0,-10 6 6 0 0,0 1-1 0 0,0 0 1 0 0,1 1 0 0 0,0 0 0 0 0,1 1-1 0 0,0 0 1 0 0,0 1 0 0 0,2 0 0 0 0,-12 20-1 0 0,11-16 3 0 0,0 0-1 0 0,1 1 0 0 0,1 1 0 0 0,1-1 0 0 0,1 1 0 0 0,0 0 0 0 0,-2 24 0 0 0,6-36-39 0 0,0-1 0 0 0,1 0 0 0 0,0 1 0 0 0,0-1 0 0 0,1 1 0 0 0,0-1 0 0 0,0 0 0 0 0,0 1 0 0 0,0-1 0 0 0,1 0 0 0 0,0 0 0 0 0,0 0 0 0 0,0 0 0 0 0,1 0 0 0 0,-1 0 0 0 0,1-1 0 0 0,0 1 0 0 0,1-1 0 0 0,-1 0 0 0 0,1 0 0 0 0,0 0 0 0 0,0-1 0 0 0,0 1 0 0 0,0-1 0 0 0,1 0 0 0 0,-1 0 0 0 0,1 0 0 0 0,0-1 0 0 0,0 1 0 0 0,0-1 0 0 0,0 0 0 0 0,0-1 0 0 0,0 1 0 0 0,1-1 0 0 0,-1 0 0 0 0,8 0 0 0 0,53 4-3585 0 0,-21-5-2602 0 0,-26-2 1088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42 2172 0 0,'0'0'1612'0'0,"-15"-4"2331"0"0,-23-13 4296 0 0,65 0-7702 0 0,3 14-464 0 0,-27 3-62 0 0,14 6 4 0 0,-16-4-13 0 0,1-1 1 0 0,-1 1-1 0 0,0 0 1 0 0,0-1-1 0 0,0 1 1 0 0,0 0 0 0 0,0 0-1 0 0,0 0 1 0 0,-1-1-1 0 0,1 1 1 0 0,-1 0-1 0 0,1 0 1 0 0,-1 0 0 0 0,0 0-1 0 0,1 0 1 0 0,-1 0-1 0 0,0 0 1 0 0,-1 3 0 0 0,0 3 5 0 0,0-1 1 0 0,-1 1 0 0 0,0-1-1 0 0,-3 8 1 0 0,-2 5 10 0 0,0 0 64 0 0,-15 30 0 0 0,21-49-66 0 0,1 0-17 0 0,0-1 0 0 0,0 1 1 0 0,0 0-1 0 0,0-1 1 0 0,1 1-1 0 0,-1-1 0 0 0,0 1 1 0 0,0 0-1 0 0,0-1 0 0 0,1 1 1 0 0,-1-1-1 0 0,0 1 1 0 0,1-1-1 0 0,-1 1 0 0 0,0-1 1 0 0,1 1-1 0 0,-1-1 1 0 0,1 1-1 0 0,-1-1 0 0 0,1 1 1 0 0,-1-1-1 0 0,1 0 1 0 0,-1 1-1 0 0,1-1 0 0 0,-1 0 1 0 0,1 1-1 0 0,0-1 1 0 0,0 0-1 0 0,0 1-2 0 0,1 0 3 0 0,20 11-2 0 0,-18-9-7 0 0,0 0 11 0 0,1 1 0 0 0,-1-1 1 0 0,0 1-1 0 0,0 1 0 0 0,0-1 0 0 0,-1 0 0 0 0,1 1 1 0 0,4 8-1 0 0,-5-7 75 0 0,-2-3 44 0 0,0-1 0 0 0,0 1 0 0 0,0 0 1 0 0,0-1-1 0 0,-1 1 0 0 0,1 0 1 0 0,-1 0-1 0 0,0-1 0 0 0,0 1 0 0 0,0 0 1 0 0,0 0-1 0 0,0 0 0 0 0,0-1 1 0 0,-1 1-1 0 0,0 0 0 0 0,1-1 1 0 0,-1 1-1 0 0,0 0 0 0 0,0-1 0 0 0,-3 5 1 0 0,1-1 161 0 0,0-1 0 0 0,-1 1 0 0 0,0-1 0 0 0,0 0 0 0 0,0 0 0 0 0,0 0 0 0 0,-8 6 0 0 0,6-6-100 0 0,-1 0 0 0 0,0-1 1 0 0,0 1-1 0 0,0-1 0 0 0,0-1 0 0 0,-1 1 0 0 0,1-1 1 0 0,-1-1-1 0 0,0 1 0 0 0,0-1 0 0 0,0-1 1 0 0,0 1-1 0 0,0-1 0 0 0,-1-1 0 0 0,1 0 0 0 0,-16-1 1 0 0,21 0-198 0 0,0 1 0 0 0,1-1 0 0 0,-1 0 0 0 0,0 0 0 0 0,1 0 0 0 0,-1 0 0 0 0,1 0 0 0 0,0-1 0 0 0,-1 1 0 0 0,1-1 0 0 0,0 1 0 0 0,0-1 0 0 0,0 0 0 0 0,0 0 0 0 0,0 0 0 0 0,0 0 0 0 0,0 0 0 0 0,-1-4 0 0 0,2 4-115 0 0,1 1 0 0 0,-1-1 0 0 0,1 0 0 0 0,0 0 0 0 0,-1 1 0 0 0,1-1 0 0 0,0 0 1 0 0,0 0-1 0 0,0 0 0 0 0,0 1 0 0 0,1-1 0 0 0,-1 0 0 0 0,0 0 0 0 0,1 1 0 0 0,-1-1 0 0 0,1 0 0 0 0,1-1 0 0 0,12-26-2529 0 0,-4 14-286 0 0,1 0 1 0 0,18-18-1 0 0,-19 22 41 0 0,4-4-2733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1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52 152 0 0,'0'0'15314'0'0,"5"-8"-11762"0"0,-5 5-3533 0 0,28-11 110 0 0,-10 6-1078 0 0,32-10 0 0 0,-48 18 147 0 0,9-1-1586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1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19 1020 0 0,'0'0'175'0'0,"-66"60"13891"0"0,70-60-13873 0 0,17-4-117 0 0,-1-1 0 0 0,1 0 1 0 0,38-17-1 0 0,-14 5-1344 0 0,10 0-4663 0 0,-27 8-225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6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61 255 1280 0 0,'-2'-2'1699'0'0,"-5"-2"-465"0"0,0-1 1 0 0,0 1-1 0 0,0-2 0 0 0,1 1 0 0 0,0-1 1 0 0,-11-13-1 0 0,17 18-1131 0 0,-1-1-1 0 0,1 0 1 0 0,0 0-1 0 0,-1 0 1 0 0,1 0-1 0 0,0 0 1 0 0,0 0 0 0 0,0 0-1 0 0,0 0 1 0 0,1 0-1 0 0,-1 0 1 0 0,0 0-1 0 0,1 0 1 0 0,0 0 0 0 0,-1 0-1 0 0,1 0 1 0 0,0 1-1 0 0,2-4 1 0 0,0 1-26 0 0,0 0-1 0 0,0 0 1 0 0,0 0-1 0 0,1 0 1 0 0,0 1-1 0 0,0 0 1 0 0,0 0 0 0 0,0 0-1 0 0,0 0 1 0 0,0 0-1 0 0,1 1 1 0 0,0 0 0 0 0,-1 0-1 0 0,1 0 1 0 0,0 1-1 0 0,0-1 1 0 0,0 1 0 0 0,0 0-1 0 0,0 1 1 0 0,8-1-1 0 0,2 1 2 0 0,-1 0-1 0 0,1 1 0 0 0,0 0 0 0 0,0 1 0 0 0,24 7 0 0 0,-34-7-52 0 0,1-1 0 0 0,-1 1 0 0 0,1 0-1 0 0,-1 1 1 0 0,0 0 0 0 0,0 0 0 0 0,0 0-1 0 0,0 0 1 0 0,0 1 0 0 0,-1-1 0 0 0,0 1-1 0 0,0 0 1 0 0,0 1 0 0 0,0-1 0 0 0,0 1-1 0 0,-1-1 1 0 0,0 1 0 0 0,0 0 0 0 0,3 7-1 0 0,-4-6 42 0 0,0 1-1 0 0,0-1 0 0 0,-1 1 1 0 0,1 0-1 0 0,-2 0 0 0 0,1-1 0 0 0,-1 1 1 0 0,0 0-1 0 0,0 0 0 0 0,-1 0 1 0 0,0-1-1 0 0,0 1 0 0 0,0 0 0 0 0,-1-1 1 0 0,0 1-1 0 0,-3 6 0 0 0,1-4 155 0 0,-11 28 873 0 0,9-27-367 0 0,5-17 62 0 0,3 0-778 0 0,0 0 0 0 0,1 0 0 0 0,0 0 0 0 0,0 0 0 0 0,0 0 0 0 0,1 1 0 0 0,7-10 0 0 0,5-9-2 0 0,99-155-14 0 0,-75 121 16 0 0,-39 56-12 0 0,3-1-10 0 0,-1 0 1 0 0,-1-1-1 0 0,1 1 0 0 0,-1-1 1 0 0,1 0-1 0 0,2-9 0 0 0,-9 16-8 0 0,-5 2 15 0 0,1 1-1 0 0,-1 0 1 0 0,1 0-1 0 0,0 1 1 0 0,1 0-1 0 0,-1 1 1 0 0,1 0-1 0 0,-8 10 1 0 0,-8 11 4 0 0,-19 30 0 0 0,34-46 1 0 0,0 1 0 0 0,1-1 0 0 0,0 2 0 0 0,0-1 0 0 0,2 1 1 0 0,0 0-1 0 0,0 0 0 0 0,1 0 0 0 0,-2 17 0 0 0,6-28 3 0 0,0 0 0 0 0,0 0-1 0 0,0 0 1 0 0,0 1 0 0 0,1-1-1 0 0,-1 0 1 0 0,1 0 0 0 0,0 0-1 0 0,-1 0 1 0 0,2 0 0 0 0,-1 0-1 0 0,0 0 1 0 0,0 0 0 0 0,1 0-1 0 0,0-1 1 0 0,0 1 0 0 0,-1 0 0 0 0,1-1-1 0 0,1 0 1 0 0,-1 1 0 0 0,0-1-1 0 0,1 0 1 0 0,-1 0 0 0 0,1 0-1 0 0,-1-1 1 0 0,1 1 0 0 0,0 0-1 0 0,0-1 1 0 0,0 0 0 0 0,5 2-1 0 0,2 0 13 0 0,0-1 0 0 0,1 0 0 0 0,-1 0 0 0 0,1-1 0 0 0,-1 0 0 0 0,1-1-1 0 0,19-2 1 0 0,-27 2-5 0 0,0 0 0 0 0,8 0 0 0 0,-8 0 0 0 0,0 0 1 0 0,10 0 2 0 0,-10 0 17 0 0,0 0-36 0 0,8 0 1 0 0,-8 0 15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 1704 0 0,'4'-16'31036'0'0,"-10"22"-31009"0"0,3 6-27 0 0,-13 106-3007 0 0,13-70-311 0 0,2 1 1 0 0,1-1 0 0 0,14 85-1 0 0,-11-119-2241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7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60 312 0 0,'-31'-13'12170'0'0,"31"13"-12099"0"0,44-13 60 0 0,-26 8-106 0 0,-11 3-54 0 0,25-7-982 0 0,49-9 0 0 0,-69 21-733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0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75 956 0 0,'-2'1'1896'0'0,"-19"20"5096"0"0,21-21-6826 0 0,-1 1 0 0 0,1-1 0 0 0,0 1 0 0 0,-1-1 0 0 0,1 0 0 0 0,-1 1 0 0 0,1-1 0 0 0,0 1 0 0 0,-1-1 0 0 0,1 1 0 0 0,0 0 0 0 0,0-1 0 0 0,-1 1 0 0 0,1-1 0 0 0,0 1 0 0 0,0-1 0 0 0,0 1 1 0 0,-1 1-1 0 0,9-3-129 0 0,0 0 1 0 0,-1 0 0 0 0,1-1 0 0 0,-1 0-1 0 0,0 0 1 0 0,0 0 0 0 0,0-1 0 0 0,11-6-1 0 0,7-1-221 0 0,52-23-1711 0 0,-26 9-2221 0 0,-15 7-623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1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1 240 0 0,'12'4'8418'0'0,"-14"2"-8346"0"0,0 1-1 0 0,0 0 1 0 0,0-1 0 0 0,-1 0-1 0 0,0 1 1 0 0,0-1-1 0 0,-1 0 1 0 0,0 0 0 0 0,-7 8-1 0 0,-5 11 253 0 0,0-1 110 0 0,-1 0 0 0 0,-1-1 0 0 0,-34 33 0 0 0,50-55-326 0 0,-25 20 903 0 0,25-20-929 0 0,-1 0 1 0 0,1 0-1 0 0,-1 0 0 0 0,1-1 1 0 0,-1 0-1 0 0,1 1 0 0 0,-1-1 1 0 0,0 0-1 0 0,1 0 0 0 0,-1 0 0 0 0,1-1 1 0 0,-1 1-1 0 0,1-1 0 0 0,-1 1 1 0 0,-4-3-1 0 0,6 3 246 0 0,-19-8-855 0 0,29 2-1867 0 0,12-2-6479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1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4 356 0 0,'0'0'2376'0'0,"11"-3"-1656"0"0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47 1932 0 0,'-10'-4'9573'0'0,"37"4"-5197"0"0,49-10-4437 0 0,-31 4 280 0 0,165-20-161 0 0,-205 26-54 0 0,-3 0-3 0 0,0 0-1 0 0,-1 0 1 0 0,1 0-1 0 0,-1 0 1 0 0,1 1-1 0 0,-1-1 1 0 0,1 1-1 0 0,0-1 1 0 0,-1 1-1 0 0,0-1 1 0 0,1 1-1 0 0,-1 0 1 0 0,1 0-1 0 0,-1-1 1 0 0,0 1-1 0 0,2 2 1 0 0,-2-2-1 0 0,-1 1 0 0 0,0-1 0 0 0,1 0 0 0 0,-1 1 0 0 0,0-1 0 0 0,0 1 0 0 0,0-1 0 0 0,0 0 0 0 0,0 1 0 0 0,0-1 0 0 0,-1 1 0 0 0,1-1 0 0 0,0 0 0 0 0,-1 1 0 0 0,1-1 0 0 0,-1 0 0 0 0,0 1 0 0 0,1-1 0 0 0,-1 0 0 0 0,0 0 0 0 0,-1 2 0 0 0,-6 9 3 0 0,-1 0 0 0 0,0 0 0 0 0,-1-1 0 0 0,0-1-1 0 0,-1 1 1 0 0,-18 12 0 0 0,-2 4-14 0 0,5-4 12 0 0,-264 259 18 0 0,269-253 18 0 0,21-27-12 0 0,1 0 35 0 0,-1-1-57 0 0,0-1 0 0 0,0 0 0 0 0,0 0 1 0 0,0 0-1 0 0,0 1 0 0 0,0-1 0 0 0,0 0 0 0 0,0 0 0 0 0,0 1 0 0 0,0-1 0 0 0,0 0 0 0 0,0 0 0 0 0,0 0 0 0 0,0 1 1 0 0,1-1-1 0 0,-1 0 0 0 0,0 0 0 0 0,0 0 0 0 0,0 0 0 0 0,0 1 0 0 0,0-1 0 0 0,0 0 0 0 0,1 0 0 0 0,-1 0 0 0 0,0 0 1 0 0,0 1-1 0 0,0-1 0 0 0,0 0 0 0 0,1 0 0 0 0,-1 0 0 0 0,0 0 0 0 0,0 0 0 0 0,0 0 0 0 0,1 0 0 0 0,-1 0 0 0 0,0 0 1 0 0,0 0-1 0 0,1 0 0 0 0,-1 0 0 0 0,9 1 23 0 0,-1-2 0 0 0,1 1 0 0 0,0-1 0 0 0,-1 0-1 0 0,18-5 1 0 0,47-19 25 0 0,-46 15-40 0 0,236-68-2210 0 0,-231 71-5097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40 100 208 0 0,'-9'-8'7780'0'0,"4"5"-7164"0"0,3 3-51 0 0,0-1-1 0 0,0 0 1 0 0,1 0 0 0 0,-1 0-1 0 0,0 0 1 0 0,1 0-1 0 0,-1-1 1 0 0,1 1 0 0 0,-1 0-1 0 0,1-1 1 0 0,-1 1-1 0 0,1-1 1 0 0,0 1-1 0 0,0-1 1 0 0,-1-2 0 0 0,5 1-519 0 0,0 1 0 0 0,1-1-1 0 0,-1 0 1 0 0,1 1 0 0 0,-1 0 0 0 0,1 0 0 0 0,6-3 0 0 0,-7 4-33 0 0,13-8-190 0 0,1 2 0 0 0,27-9 0 0 0,6 5-3462 0 0,-49 11 3151 0 0,1-1 1 0 0,0 1-1 0 0,-1 0 0 0 0,1 0 1 0 0,0 0-1 0 0,-1 0 1 0 0,1 1-1 0 0,-1-1 0 0 0,1 0 1 0 0,0 1-1 0 0,-1-1 0 0 0,1 1 1 0 0,-1-1-1 0 0,1 1 1 0 0,2 1-1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7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78 48 0 0,'-71'43'13742'0'0,"83"-45"-13657"0"0,-1 0 1 0 0,0 0-1 0 0,0-1 0 0 0,0-1 1 0 0,-1 0-1 0 0,1 0 0 0 0,10-7 1 0 0,7-1-45 0 0,46-17-1212 0 0,19-7-5586 0 0,-68 24 2575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7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91 1036 0 0,'0'-3'2284'0'0,"-1"-2"-1045"0"0,0-1 0 0 0,0 1 0 0 0,0 0 0 0 0,-1 0 0 0 0,0-1 0 0 0,0 1 0 0 0,0 0 0 0 0,-4-5 0 0 0,4 7-1003 0 0,1 0-1 0 0,-1 1 0 0 0,0 0 0 0 0,0-1 0 0 0,0 1 1 0 0,-1 0-1 0 0,1 0 0 0 0,0 0 0 0 0,-1 1 0 0 0,1-1 1 0 0,-1 0-1 0 0,0 1 0 0 0,1 0 0 0 0,-1-1 0 0 0,0 1 1 0 0,0 0-1 0 0,-4 0 0 0 0,1 0-163 0 0,-1 0 0 0 0,1 1 0 0 0,-1 0 0 0 0,1 0 0 0 0,-1 0 0 0 0,1 1 0 0 0,-1 0 0 0 0,1 0 0 0 0,0 1 0 0 0,0 0 0 0 0,-9 3 0 0 0,5 0-34 0 0,-1 1 0 0 0,1 0 0 0 0,0 0 0 0 0,0 1 0 0 0,-15 14 1 0 0,8-4-34 0 0,1 0 0 0 0,1 0 1 0 0,1 2-1 0 0,1-1 0 0 0,0 2 1 0 0,-10 21-1 0 0,20-34 3 0 0,-1 1-1 0 0,1-1 1 0 0,1 1 0 0 0,-1 0-1 0 0,1 0 1 0 0,0 0 0 0 0,1 0-1 0 0,0 1 1 0 0,1-1 0 0 0,-1 0-1 0 0,2 0 1 0 0,1 14-1 0 0,-1-16-23 0 0,0-1 0 0 0,1 0 0 0 0,-1 1 0 0 0,1-1-1 0 0,1 0 1 0 0,-1 0 0 0 0,1 0 0 0 0,0 0 0 0 0,0-1-1 0 0,0 1 1 0 0,1-1 0 0 0,0 0 0 0 0,-1 0 0 0 0,1 0-1 0 0,1 0 1 0 0,-1-1 0 0 0,1 1 0 0 0,-1-1 0 0 0,8 3-1 0 0,-3-1-458 0 0,0-1-1 0 0,0-1 1 0 0,1 0-1 0 0,-1 0 1 0 0,1-1-1 0 0,0 0 1 0 0,0 0-1 0 0,16-1 0 0 0,-12-1-2089 0 0,1 0 0 0 0,27-6 0 0 0,-19 1-2666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36 2116 0 0,'-2'-12'5923'0'0,"-10"-12"4089"0"0,12 25-9926 0 0,-2 2 125 0 0,1 0 1 0 0,0 1-1 0 0,-1-1 0 0 0,2 0 0 0 0,-1 1 1 0 0,0-1-1 0 0,0 7 0 0 0,0-4-71 0 0,-46 231 1252 0 0,26-159-3793 0 0,-2-1-4083 0 0,18-65 2429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1 158 580 0 0,'2'-10'1308'0'0,"1"1"0"0"0,0 0 0 0 0,1 0 0 0 0,0 0 0 0 0,1 0 0 0 0,-1 1 0 0 0,8-10 0 0 0,-7 12-1120 0 0,0 0 0 0 0,0 0 0 0 0,1 1 0 0 0,0 0 0 0 0,0 0 0 0 0,0 0 0 0 0,0 0 0 0 0,1 1 0 0 0,0 0 0 0 0,0 1 0 0 0,0 0 0 0 0,0 0 0 0 0,1 0 1 0 0,14-3-1 0 0,-14 4-121 0 0,-1 1-25 0 0,-1-1-1 0 0,1 1 0 0 0,-1 0 0 0 0,1 1 0 0 0,-1 0 0 0 0,1 0 0 0 0,-1 0 1 0 0,9 2-1 0 0,-14-2-20 0 0,1 0 0 0 0,-1 0 0 0 0,1 1 0 0 0,-1-1 0 0 0,1 1 0 0 0,-1 0 0 0 0,1-1 0 0 0,-1 1 1 0 0,0 0-1 0 0,1 0 0 0 0,-1 0 0 0 0,0 0 0 0 0,0 0 0 0 0,0 0 0 0 0,1 0 0 0 0,-1 0 0 0 0,0 0 0 0 0,0 1 0 0 0,-1-1 1 0 0,1 0-1 0 0,0 1 0 0 0,0-1 0 0 0,-1 0 0 0 0,1 1 0 0 0,-1-1 0 0 0,1 1 0 0 0,-1-1 0 0 0,1 1 0 0 0,-1 0 1 0 0,0-1-1 0 0,0 1 0 0 0,0-1 0 0 0,0 1 0 0 0,0-1 0 0 0,0 1 0 0 0,0 0 0 0 0,-1 2 0 0 0,-1 2 68 0 0,1-1 0 0 0,-1 1-1 0 0,1 0 1 0 0,-2-1 0 0 0,1 1-1 0 0,-1-1 1 0 0,1 0-1 0 0,-6 8 1 0 0,-14 14 753 0 0,-29 28 0 0 0,50-54-765 0 0,1-1-73 0 0,0 0 0 0 0,0 0 0 0 0,0 0 1 0 0,0 0-1 0 0,0 0 0 0 0,-1 0 0 0 0,1 0 0 0 0,0 0 0 0 0,0 0 0 0 0,0 0 1 0 0,0 0-1 0 0,0 1 0 0 0,0-1 0 0 0,0 0 0 0 0,0 0 0 0 0,-1 0 1 0 0,1 0-1 0 0,0 0 0 0 0,0 0 0 0 0,0 0 0 0 0,0 1 0 0 0,0-1 0 0 0,0 0 1 0 0,0 0-1 0 0,0 0 0 0 0,0 0 0 0 0,0 0 0 0 0,0 1 0 0 0,0-1 1 0 0,0 0-1 0 0,0 0 0 0 0,0 0 0 0 0,0 0 0 0 0,0 0 0 0 0,0 0 0 0 0,0 1 1 0 0,0-1-1 0 0,0 0 0 0 0,0 0 0 0 0,0 0 0 0 0,0 0 0 0 0,0 0 0 0 0,0 0 1 0 0,1 1-1 0 0,-1-1 0 0 0,0 0 0 0 0,0 0 0 0 0,0 0 0 0 0,0 0 1 0 0,0 0-1 0 0,1 1 0 0 0,-1-1 1 0 0,1 1-1 0 0,-1-1 1 0 0,1 1-1 0 0,-1-1 1 0 0,1 1-1 0 0,-1-1 1 0 0,1 1-1 0 0,-1-1 1 0 0,1 0-1 0 0,-1 1 1 0 0,1-1-1 0 0,0 0 1 0 0,-1 1-1 0 0,1-1 1 0 0,0 0-1 0 0,1 0 1 0 0,22 4-11 0 0,0 1-1 0 0,42 15 1 0 0,-58-17 111 0 0,-1 0 0 0 0,1 1 0 0 0,0 0 0 0 0,-1 0-1 0 0,0 1 1 0 0,0 0 0 0 0,0 0 0 0 0,-1 1 0 0 0,0-1-1 0 0,0 2 1 0 0,10 12 0 0 0,-14-16 47 0 0,0 0 1 0 0,-1-1-1 0 0,1 1 0 0 0,-1 0 1 0 0,0 0-1 0 0,0 0 0 0 0,0 0 0 0 0,0 1 1 0 0,-1-1-1 0 0,1 0 0 0 0,-1 0 1 0 0,0 0-1 0 0,0 1 0 0 0,0-1 0 0 0,0 0 1 0 0,-1 0-1 0 0,1 0 0 0 0,-1 1 0 0 0,0-1 1 0 0,0 0-1 0 0,0 0 0 0 0,0 0 1 0 0,0 0-1 0 0,-1 0 0 0 0,1-1 0 0 0,-1 1 1 0 0,0 0-1 0 0,0-1 0 0 0,0 1 1 0 0,0-1-1 0 0,0 0 0 0 0,-5 5 1 0 0,0-2 58 0 0,1 0 0 0 0,-1 0 0 0 0,0 0 1 0 0,0-1-1 0 0,0 0 0 0 0,0 0 0 0 0,-1-1 1 0 0,0 0-1 0 0,1 0 0 0 0,-1-1 1 0 0,-15 3-1 0 0,3-4-156 0 0,0-1 0 0 0,1-1 1 0 0,-1-1-1 0 0,1-1 0 0 0,-1-1 0 0 0,-32-10 0 0 0,50 14-176 0 0,1 0 0 0 0,-1-1 0 0 0,1 1 0 0 0,-1 0 0 0 0,1-1 0 0 0,-1 0 0 0 0,0 1 0 0 0,1-1 0 0 0,0 0 0 0 0,-1 0-1 0 0,1 0 1 0 0,0 0 0 0 0,-1 0 0 0 0,1 0 0 0 0,0 0 0 0 0,0 0 0 0 0,0-1 0 0 0,0 1 0 0 0,0 0 0 0 0,0-1 0 0 0,0 1-1 0 0,0-1 1 0 0,1 1 0 0 0,-1-1 0 0 0,0 1 0 0 0,1-1 0 0 0,0 0 0 0 0,-1 1 0 0 0,1-1 0 0 0,0 1 0 0 0,0-1 0 0 0,0 0-1 0 0,0 1 1 0 0,0-1 0 0 0,0 0 0 0 0,0 1 0 0 0,0-1 0 0 0,1 0 0 0 0,-1 1 0 0 0,1-1 0 0 0,-1 1 0 0 0,2-3 0 0 0,2-5-1108 0 0,0 1 1 0 0,1 0 0 0 0,0 0 0 0 0,0 0 0 0 0,1 1 0 0 0,6-8 0 0 0,5-3-3192 0 0,0-1-2095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32 1244 0 0,'-2'-32'17662'0'0,"2"32"-17571"0"0,9 5 1368 0 0,14 20-1119 0 0,-17-18 49 0 0,122 152 722 0 0,-89-103-3728 0 0,-3 2-4411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66 1916 0 0,'-9'-40'9545'0'0,"8"29"-6988"0"0,1 11-2433 0 0,0-1 0 0 0,0 0 1 0 0,0 1-1 0 0,-1-1 0 0 0,1 1 0 0 0,0-1 0 0 0,0 0 0 0 0,0 1 1 0 0,0-1-1 0 0,-1 1 0 0 0,1-1 0 0 0,0 1 0 0 0,-1-1 1 0 0,1 1-1 0 0,0-1 0 0 0,-1 1 0 0 0,1-1 0 0 0,-1 1 1 0 0,1-1-1 0 0,-1 1 0 0 0,1-1 0 0 0,0 1 0 0 0,-1 0 1 0 0,0-1-1 0 0,1 1 0 0 0,-1 0 0 0 0,1 0 0 0 0,-1-1 1 0 0,0 1-1 0 0,-1 0 5 0 0,1 0 0 0 0,-1 0 0 0 0,1 0 1 0 0,0 0-1 0 0,-1 1 0 0 0,1-1 0 0 0,-1 0 1 0 0,1 1-1 0 0,0-1 0 0 0,-1 1 0 0 0,-2 1 1 0 0,-29 23 1114 0 0,1 6-418 0 0,2 1 0 0 0,-45 64 1 0 0,-37 83-298 0 0,109-173-572 0 0,-28 52-567 0 0,29-53 99 0 0,0-1-1 0 0,1 1 0 0 0,-1 0 1 0 0,1 0-1 0 0,0 0 1 0 0,0-1-1 0 0,0 1 1 0 0,1 0-1 0 0,-1 0 0 0 0,2 6 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9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25 880 0 0,'23'-24'22065'0'0,"-22"26"-21874"0"0,-1 0-1 0 0,1 0 0 0 0,-1 0 0 0 0,1 1 1 0 0,-1-1-1 0 0,0 0 0 0 0,0 0 1 0 0,0 1-1 0 0,0-1 0 0 0,0 0 1 0 0,-1 0-1 0 0,1 1 0 0 0,-2 3 1 0 0,-16 146 83 0 0,15-106-2954 0 0,2-16-4944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29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40 174 364 0 0,'-8'-30'9363'0'0,"0"-4"-3501"0"0,8 32-5734 0 0,1 0-1 0 0,-1 0 1 0 0,0-1-1 0 0,0 1 1 0 0,1 0-1 0 0,-1 0 1 0 0,1 0-1 0 0,0 0 1 0 0,0 0-1 0 0,0 0 1 0 0,0 0-1 0 0,0 0 1 0 0,0 0 0 0 0,0 0-1 0 0,2-1 1 0 0,3-4 12 0 0,1 1 0 0 0,0 0 1 0 0,0 0-1 0 0,0 0 0 0 0,1 1 1 0 0,-1 0-1 0 0,1 1 1 0 0,1 0-1 0 0,-1 0 0 0 0,0 1 1 0 0,15-4-1 0 0,-10 3-86 0 0,0 1 0 0 0,0 1 0 0 0,0 0 0 0 0,1 1-1 0 0,-1 0 1 0 0,1 1 0 0 0,16 2 0 0 0,-27-2-43 0 0,-1 1 0 0 0,1-1 0 0 0,-1 1 0 0 0,1-1 0 0 0,-1 1 0 0 0,1 0 0 0 0,-1 0 0 0 0,1 0 0 0 0,-1 0 0 0 0,0 0 0 0 0,0 0 0 0 0,1 1 0 0 0,-1-1 0 0 0,0 1 0 0 0,0 0 0 0 0,0 0 0 0 0,-1-1 0 0 0,1 1 0 0 0,0 0 0 0 0,-1 0 0 0 0,1 1 0 0 0,-1-1 0 0 0,0 0 0 0 0,1 0 0 0 0,-1 1 0 0 0,0-1 0 0 0,-1 1 0 0 0,2 4 0 0 0,-1-1 11 0 0,-1-1 0 0 0,1 1 1 0 0,-2 0-1 0 0,1 0 1 0 0,0-1-1 0 0,-1 1 1 0 0,0 0-1 0 0,-1-1 1 0 0,1 1-1 0 0,-1-1 1 0 0,-5 11-1 0 0,-3 4 157 0 0,-1 0 0 0 0,-1-1 0 0 0,-25 30 0 0 0,27-34 425 0 0,9-15-595 0 0,1 0 0 0 0,0 0 0 0 0,0 0 0 0 0,0 0 0 0 0,0 0 0 0 0,0 1 0 0 0,0-1 1 0 0,0 0-1 0 0,0 0 0 0 0,0 0 0 0 0,0 0 0 0 0,0 0 0 0 0,0 0 0 0 0,0 1 0 0 0,0-1 0 0 0,0 0 0 0 0,0 0 1 0 0,0 0-1 0 0,0 0 0 0 0,0 0 0 0 0,0 1 0 0 0,0-1 0 0 0,0 0 0 0 0,0 0 0 0 0,0 0 0 0 0,0 0 1 0 0,0 0-1 0 0,0 0 0 0 0,0 0 0 0 0,0 1 0 0 0,0-1 0 0 0,0 0 0 0 0,0 0 0 0 0,0 0 0 0 0,1 0 0 0 0,-1 0 1 0 0,0 0-1 0 0,0 0 0 0 0,0 0 0 0 0,0 0 0 0 0,0 1 0 0 0,0-1 0 0 0,0 0 0 0 0,1 0 0 0 0,-1 0 1 0 0,0 0-1 0 0,0 0 0 0 0,25-7 426 0 0,1-1-446 0 0,-19 6 2 0 0,-3 1 9 0 0,1 0 1 0 0,0 0 0 0 0,0 1-1 0 0,0-1 1 0 0,0 1-1 0 0,0 0 1 0 0,-1 0-1 0 0,8 2 1 0 0,-5-2 16 0 0,0 1 0 0 0,0 0 1 0 0,-1 0-1 0 0,1 1 0 0 0,0-1 0 0 0,-1 1 1 0 0,1 1-1 0 0,-1-1 0 0 0,0 1 0 0 0,0 1 0 0 0,0-1 1 0 0,10 8-1 0 0,-13-8 53 0 0,0-1 0 0 0,-1 1 0 0 0,1-1 0 0 0,-1 1 0 0 0,0 0 0 0 0,0 0 0 0 0,0 0 0 0 0,0 0 0 0 0,0 0 0 0 0,-1 1 0 0 0,1-1 0 0 0,-1 1 0 0 0,0-1 0 0 0,0 1 0 0 0,0-1 0 0 0,0 1 0 0 0,-1-1 0 0 0,0 1 0 0 0,0 0 0 0 0,0-1 0 0 0,0 1 0 0 0,0 0 0 0 0,-1-1 0 0 0,1 1 0 0 0,-2 4 0 0 0,-1 2 114 0 0,-1 0 1 0 0,0-1-1 0 0,0 1 1 0 0,-1-1-1 0 0,0 0 0 0 0,-1 0 1 0 0,0 0-1 0 0,0-1 1 0 0,-1 0-1 0 0,0 0 1 0 0,0 0-1 0 0,-1-1 1 0 0,0-1-1 0 0,0 1 1 0 0,-1-1-1 0 0,-13 7 1 0 0,12-7-361 0 0,-1-1 1 0 0,-1 0-1 0 0,1-1 0 0 0,-1 0 1 0 0,1-1-1 0 0,-1 0 0 0 0,0-1 1 0 0,-1 0-1 0 0,1-1 0 0 0,0 0 1 0 0,0-1-1 0 0,0 0 1 0 0,-22-4-1 0 0,-24-8-4353 0 0,-17-3-6466 0 0,55 11 3692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28 524 0 0,'-41'29'4415'0'0,"-48"29"8269"0"0,62-37-4461 0 0,75-28-7589 0 0,64-20 1 0 0,-53 12-524 0 0,20-4-110 0 0,125-33-2142 0 0,-163 40-1640 0 0,-28 9 144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36 2992 0 0,'-146'111'16122'0'0,"146"-111"-16095"0"0,-1 0 0 0 0,1 0 0 0 0,-1 0 0 0 0,1 1 0 0 0,0-1 1 0 0,-1 0-1 0 0,1 1 0 0 0,0-1 0 0 0,0 0 0 0 0,-1 1 0 0 0,1-1 0 0 0,0 0 1 0 0,0 1-1 0 0,-1-1 0 0 0,1 0 0 0 0,0 1 0 0 0,0-1 0 0 0,0 1 0 0 0,0-1 0 0 0,0 0 1 0 0,-1 1-1 0 0,1-1 0 0 0,0 1 0 0 0,0-1 0 0 0,0 1 0 0 0,0-1 0 0 0,0 0 1 0 0,0 1-1 0 0,1-1 0 0 0,-1 1 0 0 0,0-1 0 0 0,0 1 0 0 0,0-1 0 0 0,0 0 1 0 0,0 1-1 0 0,1-1 0 0 0,-1 0 0 0 0,0 1 0 0 0,0-1 0 0 0,0 1 0 0 0,1-1 0 0 0,-1 0 1 0 0,0 0-1 0 0,1 1 0 0 0,-1-1 0 0 0,0 0 0 0 0,1 1 0 0 0,-1-1 0 0 0,0 0 1 0 0,1 0-1 0 0,-1 0 0 0 0,1 1 0 0 0,-1-1 0 0 0,0 0 0 0 0,1 0 0 0 0,-1 0 0 0 0,1 0 1 0 0,-1 0-1 0 0,1 0 0 0 0,-1 0 0 0 0,0 0 0 0 0,1 0 0 0 0,-1 0 0 0 0,1 0 1 0 0,-1 0-1 0 0,1 0 0 0 0,39-5-150 0 0,0-1-1 0 0,0-2 1 0 0,0-1 0 0 0,59-24-1 0 0,-16-2-3364 0 0,-5-7-3382 0 0,-35 15-683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0 716 0 0,'-9'22'14298'0'0,"53"-34"-21739"0"0,-26 6 2272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1056 0 0,'0'0'9397'0'0,"7"-4"-9633"0"0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60 2196 0 0,'0'0'5445'0'0,"-23"-8"1829"0"0,23 6-7215 0 0,0 0 1 0 0,0 0-1 0 0,0 0 0 0 0,1 1 1 0 0,-1-1-1 0 0,0 0 1 0 0,1 0-1 0 0,-1 1 1 0 0,1-1-1 0 0,0 0 1 0 0,-1 1-1 0 0,1-1 0 0 0,0 0 1 0 0,0 1-1 0 0,0-1 1 0 0,0 1-1 0 0,0-1 1 0 0,1 1-1 0 0,-1 0 1 0 0,0 0-1 0 0,1-1 0 0 0,-1 1 1 0 0,0 0-1 0 0,1 0 1 0 0,0 0-1 0 0,-1 0 1 0 0,1 1-1 0 0,-1-1 1 0 0,1 0-1 0 0,0 1 0 0 0,0-1 1 0 0,3 0-1 0 0,1 0-51 0 0,1-1 0 0 0,0 1-1 0 0,0 0 1 0 0,-1 0 0 0 0,1 1-1 0 0,0 0 1 0 0,0 0 0 0 0,9 1 0 0 0,-12 0 5 0 0,1 0 1 0 0,0 1-1 0 0,-1-1 1 0 0,0 1-1 0 0,1 0 1 0 0,-1 0-1 0 0,0 0 1 0 0,0 1 0 0 0,0-1-1 0 0,0 1 1 0 0,0 0-1 0 0,-1 0 1 0 0,1 1-1 0 0,-1-1 1 0 0,0 1-1 0 0,0-1 1 0 0,0 1 0 0 0,0 0-1 0 0,-1 0 1 0 0,0 0-1 0 0,0 1 1 0 0,0-1-1 0 0,0 0 1 0 0,0 1-1 0 0,-1-1 1 0 0,0 1 0 0 0,0 0-1 0 0,0-1 1 0 0,-1 1-1 0 0,0 0 1 0 0,1-1-1 0 0,-2 7 1 0 0,-1 5 168 0 0,0 1-1 0 0,-1-1 1 0 0,0 0-1 0 0,-2 0 1 0 0,0-1 0 0 0,-1 1-1 0 0,-13 25 1 0 0,-8 6 733 0 0,-32 43 1 0 0,53-81-784 0 0,-63 77 1515 0 0,17-22-16 0 0,29-36-778 0 0,23-27-688 0 0,0-1-161 0 0,0 1 0 0 0,0-1 0 0 0,1 1 0 0 0,-1-1 0 0 0,0 1 0 0 0,1-1-1 0 0,-1 0 1 0 0,0 1 0 0 0,1-1 0 0 0,-1 0 0 0 0,1 1 0 0 0,-1-1 0 0 0,1 0 0 0 0,-1 1 0 0 0,1-1 0 0 0,-1 0 0 0 0,1 0 0 0 0,-1 0 0 0 0,1 1 0 0 0,-1-1-1 0 0,1 0 1 0 0,-1 0 0 0 0,1 0 0 0 0,-1 0 0 0 0,1 0 0 0 0,-1 0 0 0 0,1 0 0 0 0,-1 0 0 0 0,1 0 0 0 0,-1 0 0 0 0,1 0 0 0 0,0-1 0 0 0,22-3 78 0 0,-20 4-59 0 0,248-55 155 0 0,-132 28-208 0 0,-79 20 28 0 0,-38 6-198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97 3188 0 0,'1'-8'2927'0'0,"-1"0"0"0"0,0 0-1 0 0,0 1 1 0 0,-2-11 0 0 0,0-14 7526 0 0,0 21-7978 0 0,-1 6-1074 0 0,1 9-785 0 0,1 12-616 0 0,1-1 0 0 0,2 30 0 0 0,0-10 0 0 0,5 212-4313 0 0,-12 123-9296 0 0,3-306 1168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1788 0 0,'8'-15'22096'0'0,"-9"16"-22078"0"0,1 1 0 0 0,-1 0 1 0 0,1 0-1 0 0,0 0 0 0 0,0-1 1 0 0,-1 1-1 0 0,1 0 0 0 0,0 0 1 0 0,0 0-1 0 0,1 0 0 0 0,-1-1 1 0 0,0 1-1 0 0,2 3 0 0 0,9 32 209 0 0,-4-13 38 0 0,15 97 568 0 0,10 184 0 0 0,-22-180-631 0 0,20 261 598 0 0,44 415-202 0 0,20-16 700 0 0,-25 1 356 0 0,-16 427-715 0 0,-48-1057-894 0 0,10 2018 520 0 0,-16-1436-263 0 0,2-384-236 0 0,2 33-66 0 0,-1-350 0 0 0,-2-24 0 0 0,0-3-79 0 0,0-8-426 0 0,-5-27-6138 0 0,5-38-7801 0 0,0 41 5752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25 432 880 0 0,'0'0'2693'0'0,"-25"-11"8125"0"0,30 10-10080 0 0,14 0-160 0 0,26 1-316 0 0,419 14 1204 0 0,-321-12-1297 0 0,908 1 744 0 0,-587-4-664 0 0,459-32 1271 0 0,-766 25-1383 0 0,1242-60 546 0 0,2 24-368 0 0,255 29-99 0 0,-1406 15-162 0 0,2156-9 68 0 0,-1131-20-32 0 0,-278 2 39 0 0,-147 10 89 0 0,-464 11-124 0 0,1243-26 173 0 0,467-33-31 0 0,-1642 45-209 0 0,1162-36 6 0 0,-964 53 57 0 0,-441 4-73 0 0,-207-2-5 0 0,11 0-57 0 0,2-1-573 0 0,0 1-3873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38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 1096 0 0,'-14'-4'9328'0'0,"8"8"-9205"0"0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9 548 0 0,'-3'-8'20850'0'0,"2"8"-20821"0"0,1 0-1 0 0,-1 0 1 0 0,0 0 0 0 0,1 0-1 0 0,-1 1 1 0 0,1-1 0 0 0,-1 0-1 0 0,1 1 1 0 0,0-1 0 0 0,-1 0-1 0 0,1 1 1 0 0,-1-1 0 0 0,1 0-1 0 0,0 1 1 0 0,-1-1 0 0 0,1 1-1 0 0,0-1 1 0 0,-1 1 0 0 0,1-1-1 0 0,0 1 1 0 0,0-1 0 0 0,-1 1-1 0 0,1-1 1 0 0,0 1 0 0 0,0-1-1 0 0,0 1 1 0 0,0 0 0 0 0,-1 1-28 0 0,0 11 8 0 0,-2 11-32 0 0,1-14 49 0 0,1 0 1 0 0,0-1-1 0 0,1 14 0 0 0,-5 57 120 0 0,5 125 1507 0 0,0-203-1563 0 0,0 10 332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90 1456 0 0,'0'0'1222'0'0,"4"-11"2293"0"0,12-25 10441 0 0,-15 28-11632 0 0,-1 9-2282 0 0,-1 0 0 0 0,1-1 0 0 0,-1 1 0 0 0,0-1 0 0 0,1 1 0 0 0,-1-1 0 0 0,1 1 0 0 0,-1-1 0 0 0,0 1 0 0 0,1-1 0 0 0,-1 0 0 0 0,0 1 0 0 0,1-1-1 0 0,-1 0 1 0 0,0 0 0 0 0,0 1 0 0 0,1-1 0 0 0,-1 0 0 0 0,0 0 0 0 0,0 0 0 0 0,0 0 0 0 0,1 0 0 0 0,-1 0 0 0 0,0 0 0 0 0,0 0 0 0 0,1 0 0 0 0,-1-1 0 0 0,0 1-1 0 0,0 0 1 0 0,1 0 0 0 0,-1-1 0 0 0,0 1 0 0 0,-1-1 0 0 0,-8-4-107 0 0,-30-19-192 0 0,39 24 241 0 0,1-1-52 0 0,-1 0 52 0 0,1 0 1 0 0,-1 1-1 0 0,1-1 1 0 0,-1 1-1 0 0,1-1 0 0 0,-1 0 1 0 0,0 1-1 0 0,1-1 0 0 0,-1 1 1 0 0,0 0-1 0 0,1-1 0 0 0,-1 1 1 0 0,0-1-1 0 0,1 1 0 0 0,-1 0 1 0 0,0 0-1 0 0,0-1 0 0 0,0 1 1 0 0,-7 2-218 0 0,9 9 211 0 0,4 5 43 0 0,0-1 0 0 0,3 30 0 0 0,-1-9 54 0 0,6 32 317 0 0,-3 0-1 0 0,0 73 0 0 0,-9 141 674 0 0,-2-135-933 0 0,1-22 153 0 0,-9 515 640 0 0,-15-97-565 0 0,9 137 2839 0 0,7-251-668 0 0,7-144-6248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6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62 1612 0 0,'1'-3'1261'0'0,"1"-1"-1"0"0,-2 0 1 0 0,1 0-1 0 0,0 1 1 0 0,-1-1-1 0 0,0 0 1 0 0,1 0-1 0 0,-2 0 1 0 0,1-5-1 0 0,-1-10 3474 0 0,-22 54-4293 0 0,-162 385 778 0 0,148-332-4741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58 1392 0 0,'3'-7'2064'0'0,"-1"0"0"0"0,0-1-1 0 0,2-14 1 0 0,-3 20-1527 0 0,0-1 80 0 0,-1 2-584 0 0,0 1 0 0 0,0 0 0 0 0,0-1 0 0 0,0 1 0 0 0,0 0-1 0 0,0 0 1 0 0,0-1 0 0 0,0 1 0 0 0,0 0 0 0 0,0-1 0 0 0,0 1-1 0 0,1 0 1 0 0,-1 0 0 0 0,0-1 0 0 0,0 1 0 0 0,0 0 0 0 0,0 0-1 0 0,0-1 1 0 0,1 1 0 0 0,-1 0 0 0 0,0 0 0 0 0,0-1 0 0 0,0 1-1 0 0,1 0 1 0 0,-1 0 0 0 0,0 0 0 0 0,0 0 0 0 0,1-1 0 0 0,-1 1-1 0 0,3 0 77 0 0,-1 0-1 0 0,0 0 1 0 0,1 0-1 0 0,-1 0 0 0 0,0 1 1 0 0,1-1-1 0 0,-1 1 0 0 0,0-1 1 0 0,0 1-1 0 0,1 0 0 0 0,-1 0 1 0 0,0 0-1 0 0,0 0 1 0 0,0 0-1 0 0,0 1 0 0 0,0-1 1 0 0,0 1-1 0 0,0-1 0 0 0,-1 1 1 0 0,4 3-1 0 0,6 7 426 0 0,18 24 0 0 0,-23-28-401 0 0,32 41 670 0 0,-1 3 1 0 0,-3 0-1 0 0,52 112 0 0 0,-82-153-597 0 0,-1 0 1 0 0,1 0-1 0 0,-2 1 1 0 0,0-1-1 0 0,0 0 1 0 0,0 15-1 0 0,-2-20-51 0 0,0-1-1 0 0,0 1 0 0 0,-1 0 1 0 0,1 0-1 0 0,-1-1 0 0 0,0 1 0 0 0,-1-1 1 0 0,0 1-1 0 0,0-1 0 0 0,0 0 1 0 0,0 1-1 0 0,-1-1 0 0 0,1 0 1 0 0,-7 7-1 0 0,6-9-41 0 0,-1 1 0 0 0,0-1-1 0 0,-1 0 1 0 0,1 0 0 0 0,0-1 0 0 0,-1 1 0 0 0,1-1-1 0 0,-1 0 1 0 0,0 0 0 0 0,0 0 0 0 0,0-1 0 0 0,0 0-1 0 0,-10 2 1 0 0,-1-2-32 0 0,0 0 1 0 0,0-1-1 0 0,-18-1 0 0 0,-16-3-9 0 0,-64-14-1 0 0,98 16-90 0 0,10 2 14 0 0,-1 0 0 0 0,1 0 0 0 0,0-1 0 0 0,-1 0 0 0 0,1 0 0 0 0,-9-4 0 0 0,4 3-2 0 0,9 1-22 0 0,-11-1-1198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7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26 1992 0 0,'37'-25'23055'0'0,"-37"25"-22825"0"0,5 11 1864 0 0,-5 19-1130 0 0,-10 142 862 0 0,-6 64 780 0 0,14-214-2606 0 0,-14 80 0 0 0,13-91 0 0 0,0 0 0 0 0,0-1 0 0 0,-1 1 0 0 0,0-1 0 0 0,-1 0 0 0 0,0 0 0 0 0,-8 10 0 0 0,10-15 0 0 0,2-3 0 0 0,-1 0 0 0 0,1 1 0 0 0,-1-1 0 0 0,0 0 0 0 0,0 0 0 0 0,0 0 0 0 0,0-1 0 0 0,0 1 0 0 0,0 0 0 0 0,0-1 0 0 0,-5 3 0 0 0,-9 3 0 0 0,-4-1 0 0 0,-2-4 0 0 0,12-1 0 0 0,0-1 0 0 0,-1 0 0 0 0,1 0 0 0 0,0-1 0 0 0,-1 0 0 0 0,1-1 0 0 0,-11-3 0 0 0,4 1 0 0 0,7 2-697 0 0,0-1-1 0 0,0 0 1 0 0,0-1 0 0 0,0 0-1 0 0,1 0 1 0 0,0-1 0 0 0,-10-6-1 0 0,17 9 430 0 0,-1 0 0 0 0,1 0 0 0 0,-1-1-1 0 0,1 1 1 0 0,0-1 0 0 0,0 0 0 0 0,0 1 0 0 0,0-1-1 0 0,0 0 1 0 0,1 0 0 0 0,-1 0 0 0 0,1 0-1 0 0,0 0 1 0 0,0-1 0 0 0,0 1 0 0 0,0 0 0 0 0,1 0-1 0 0,-1-1 1 0 0,1 1 0 0 0,0 0 0 0 0,0-1-1 0 0,0 1 1 0 0,0-1 0 0 0,0 1 0 0 0,2-5 0 0 0,11-35-8792 0 0,-3 17 309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4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3028 0 0,'4'-19'6256'0'0,"3"-30"1563"0"0,-7 48-7515 0 0,3-18-1467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1036 0 0,'0'0'4461'0'0,"6"30"-145"0"0,-3 66-914 0 0,-2 57-1538 0 0,-15 271 1848 0 0,12-155-2020 0 0,-1-9-83 0 0,0 112 980 0 0,4-217-448 0 0,-3-36-820 0 0,2 91 543 0 0,1 8-2693 0 0,-2-274-7375 0 0,2 29 847 0 0,-1-5-3856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6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182 118 520 0 0,'-45'-16'23809'0'0,"33"13"-21762"0"0,-4-24-1895 0 0,-6 0-154 0 0,21 26 31 0 0,-9-11-732 0 0,-2 40-1020 0 0,11-27 1726 0 0,-3-11-25 0 0,-22-16 19 0 0,25 24 28 0 0,-26-21-39 0 0,27 23 10 0 0,0 0-1 0 0,0 1 1 0 0,0-1 0 0 0,0 0-1 0 0,0 0 1 0 0,0 0 0 0 0,0 0-1 0 0,0 0 1 0 0,0 0-1 0 0,0 0 1 0 0,0 1 0 0 0,0-1-1 0 0,0 0 1 0 0,0 0 0 0 0,0 0-1 0 0,0 0 1 0 0,0 0-1 0 0,0 0 1 0 0,-1 0 0 0 0,1 0-1 0 0,0 0 1 0 0,0 1 0 0 0,0-1-1 0 0,0 0 1 0 0,0 0-1 0 0,0 0 1 0 0,0 0 0 0 0,-1 0-1 0 0,1 0 1 0 0,0 0 0 0 0,0 0-1 0 0,0 0 1 0 0,0 0-1 0 0,0 0 1 0 0,0 0 0 0 0,-1 0-1 0 0,1 0 1 0 0,0 0 0 0 0,0 0-1 0 0,0 0 1 0 0,0 0-1 0 0,0 0 1 0 0,0 0 0 0 0,0 0-1 0 0,-1 0 1 0 0,1 0-1 0 0,0 0 1 0 0,0 0 0 0 0,0-1-1 0 0,0 1 1 0 0,0 0 0 0 0,0 0-1 0 0,0 0 1 0 0,0 0-1 0 0,-1 0 1 0 0,1 0 0 0 0,1 1 0 0 0,-1-1 0 0 0,0 1 0 0 0,1 0 0 0 0,-1 0 1 0 0,1-1-1 0 0,-1 1 0 0 0,1 0 0 0 0,0-1 0 0 0,-1 1 0 0 0,1-1 1 0 0,-1 1-1 0 0,1-1 0 0 0,0 1 0 0 0,0-1 0 0 0,0 1 1 0 0,6 2 66 0 0,1 0 0 0 0,-1 0 1 0 0,0-1-1 0 0,1 0 0 0 0,-1-1 1 0 0,1 0-1 0 0,0 0 0 0 0,-1 0 1 0 0,1-1-1 0 0,0 0 0 0 0,15-3 1 0 0,56-6-51 0 0,1 4 1 0 0,84 5-1 0 0,40 15 11 0 0,-201-15-42 0 0,0 0 60 0 0,11 1-58 0 0,-11 0 37 0 0,4-1 13 0 0,-1 1-1 0 0,0-1 1 0 0,1 0 0 0 0,11-1 0 0 0,-26-14-42 0 0,7 14-24 0 0,-8-5 38 0 0,7 6-10 0 0,1-1 0 0 0,-1 0 1 0 0,0 1-1 0 0,0 0 0 0 0,0-1 1 0 0,0 1-1 0 0,0 0 0 0 0,0 0 1 0 0,1 0-1 0 0,-1 0 0 0 0,0 0 1 0 0,0 0-1 0 0,0 1 1 0 0,0-1-1 0 0,-2 1 0 0 0,2 0 0 0 0,0 1-1 0 0,0-1 1 0 0,0 1-1 0 0,0-1 1 0 0,0 1-1 0 0,0 0 1 0 0,0 0-1 0 0,1 0 1 0 0,-1 0-1 0 0,0 0 1 0 0,1 0-1 0 0,-2 3 1 0 0,-8 16-7 0 0,0 0 0 0 0,1 1 0 0 0,-13 40 1 0 0,-11 73 29 0 0,23-87-6 0 0,-14 133 29 0 0,13-82-734 0 0,9-37-6260 0 0,3-49 2604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7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69 1316 0 0,'0'0'3598'0'0,"-13"-29"7529"0"0,13 29-10971 0 0,-1-1 1 0 0,0 1-1 0 0,1-1 0 0 0,-1 1 1 0 0,1-1-1 0 0,-1 1 1 0 0,1-1-1 0 0,-1 0 0 0 0,1 1 1 0 0,0-1-1 0 0,-1 0 0 0 0,1 1 1 0 0,0-1-1 0 0,-1 0 1 0 0,1 0-1 0 0,0 1 0 0 0,0-1 1 0 0,0 0-1 0 0,0 0 1 0 0,0-1-1 0 0,17-1 43 0 0,-8 2-105 0 0,292-19-2022 0 0,-273 19-2296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7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3 180 0 0,'-3'0'3792'0'0,"-42"-2"3812"0"0,42 2-6744 0 0,-10 5 278 0 0,6 9-747 0 0,1 1 0 0 0,1 0 0 0 0,0 1 0 0 0,1-1-1 0 0,0 1 1 0 0,2 0 0 0 0,0 0 0 0 0,0 0 0 0 0,2 22 0 0 0,0-37-353 0 0,-1 1 1 0 0,1 0-1 0 0,0 0 0 0 0,0 0 1 0 0,0 0-1 0 0,1-1 1 0 0,-1 1-1 0 0,0 0 0 0 0,1 0 1 0 0,-1 0-1 0 0,1-1 0 0 0,-1 1 1 0 0,1 0-1 0 0,0-1 0 0 0,0 1 1 0 0,-1 0-1 0 0,1-1 1 0 0,0 1-1 0 0,3 2 0 0 0,-3-3 129 0 0,16 0 429 0 0,-1-3-353 0 0,0 0 0 0 0,16-5 0 0 0,-30 6-206 0 0,15 1 26 0 0,-2 3-5 0 0,-11-1-7 0 0,0-1 1 0 0,0 1 0 0 0,-1 0-1 0 0,1 0 1 0 0,-1 0 0 0 0,1 1-1 0 0,-1-1 1 0 0,0 1-1 0 0,0 0 1 0 0,0 0 0 0 0,2 3-1 0 0,5 7 126 0 0,-1 0 1 0 0,0 1-1 0 0,-1 0 0 0 0,-1 1 0 0 0,0 0 0 0 0,-1 0 0 0 0,0 0 1 0 0,-1 0-1 0 0,-1 1 0 0 0,-1 0 0 0 0,0 0 0 0 0,-1 0 1 0 0,-1 1-1 0 0,0-1 0 0 0,-3 23 0 0 0,1-32-57 0 0,0 0 1 0 0,-1 1-1 0 0,0-1 0 0 0,0 0 0 0 0,-1 0 1 0 0,0-1-1 0 0,0 1 0 0 0,-1-1 0 0 0,1 1 0 0 0,-1-1 1 0 0,-1 0-1 0 0,1 0 0 0 0,-1-1 0 0 0,0 1 1 0 0,0-1-1 0 0,-1 0 0 0 0,0-1 0 0 0,0 1 1 0 0,0-1-1 0 0,-10 5 0 0 0,4-3-17 0 0,1-1 1 0 0,-1-1-1 0 0,-1 1 0 0 0,1-2 0 0 0,0 0 1 0 0,-1 0-1 0 0,0-1 0 0 0,0-1 1 0 0,1 0-1 0 0,-21-2 0 0 0,25 0-142 0 0,1 0 1 0 0,0-1-1 0 0,-1 1 0 0 0,1-2 1 0 0,0 1-1 0 0,-11-6 0 0 0,11 5-287 0 0,6 2 173 0 0,0 1 1 0 0,0-1 0 0 0,0 1 0 0 0,0-1-1 0 0,0 0 1 0 0,0 1 0 0 0,0-1-1 0 0,0 0 1 0 0,1 0 0 0 0,-1 0 0 0 0,0 1-1 0 0,0-1 1 0 0,1 0 0 0 0,-1 0-1 0 0,0 0 1 0 0,1 0 0 0 0,-1 0-1 0 0,1-1 1 0 0,0 1 0 0 0,-1 0 0 0 0,1 0-1 0 0,0 0 1 0 0,0 0 0 0 0,-1 0-1 0 0,1 0 1 0 0,0-1 0 0 0,0 1 0 0 0,0 0-1 0 0,0 0 1 0 0,1 0 0 0 0,-1 0-1 0 0,0-1 1 0 0,0 1 0 0 0,1 0-1 0 0,0-2 1 0 0,1-1-684 0 0,0-1 0 0 0,0 1 0 0 0,0 0 0 0 0,1 0 0 0 0,-1 0 0 0 0,6-6 0 0 0,5-4-4191 0 0,4-5-2625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64 416 0 0,'-1'-12'6049'0'0,"0"10"-5420"0"0,1 0-1 0 0,0 0 1 0 0,-1 1 0 0 0,0-1-1 0 0,1 0 1 0 0,-1 0-1 0 0,0 0 1 0 0,0 1 0 0 0,-3-5 763 0 0,3 5-1261 0 0,1 0-1 0 0,-1 0 1 0 0,0 0-1 0 0,0 0 1 0 0,0 0-1 0 0,0 0 1 0 0,0 0-1 0 0,0 0 1 0 0,-1 0-1 0 0,1 1 1 0 0,0-1-1 0 0,0 0 1 0 0,0 1-1 0 0,-1-1 1 0 0,1 1 0 0 0,0 0-1 0 0,-1-1 1 0 0,1 1-1 0 0,0 0 1 0 0,-1 0-1 0 0,1 0 1 0 0,0 0-1 0 0,-1 0 1 0 0,1 0-1 0 0,-1 0 1 0 0,1 0-1 0 0,0 0 1 0 0,-2 1-1 0 0,-5 4 47 0 0,0 1-1 0 0,0-1 1 0 0,1 1-1 0 0,0 1 0 0 0,0-1 1 0 0,1 1-1 0 0,0 0 1 0 0,0 1-1 0 0,1 0 1 0 0,0 0-1 0 0,-7 13 0 0 0,-2 9 532 0 0,-22 62 0 0 0,29-70-492 0 0,1 0 0 0 0,1 1 0 0 0,0 0 1 0 0,0 30-1 0 0,4-40-159 0 0,1 0 1 0 0,1-1-1 0 0,0 1 0 0 0,0-1 1 0 0,1 1-1 0 0,1-1 0 0 0,0 0 1 0 0,1 0-1 0 0,9 19 0 0 0,-10-24-40 0 0,1-1 0 0 0,0 0 0 0 0,0 0 0 0 0,0 0 0 0 0,1 0 0 0 0,0-1-1 0 0,0 0 1 0 0,1 0 0 0 0,-1 0 0 0 0,1-1 0 0 0,0 0 0 0 0,0 0-1 0 0,8 4 1 0 0,-4-4 38 0 0,0 0 0 0 0,-1-1 0 0 0,1 0 0 0 0,0-1-1 0 0,1 0 1 0 0,-1 0 0 0 0,0-1 0 0 0,19 0 0 0 0,-16-2 16 0 0,0 1 1 0 0,0-2 0 0 0,0 0-1 0 0,-1-1 1 0 0,1 0 0 0 0,0-1-1 0 0,-1 0 1 0 0,0-1 0 0 0,0 0 0 0 0,0-1-1 0 0,-1 0 1 0 0,0-1 0 0 0,0 0-1 0 0,-1-1 1 0 0,13-11 0 0 0,-11 5-38 0 0,0-1 0 0 0,-1 0 1 0 0,-1-1-1 0 0,0 0 0 0 0,-1 0 1 0 0,0-1-1 0 0,-2 0 1 0 0,0-1-1 0 0,-1 1 0 0 0,-1-1 1 0 0,4-21-1 0 0,-7 27-39 0 0,0 0 1 0 0,-1 0-1 0 0,0 0 0 0 0,-1 0 0 0 0,0 0 0 0 0,-1-1 1 0 0,0 1-1 0 0,-1 0 0 0 0,0 0 0 0 0,-1 1 1 0 0,-1-1-1 0 0,1 0 0 0 0,-2 1 0 0 0,0 0 1 0 0,0 0-1 0 0,-1 0 0 0 0,0 1 0 0 0,-9-11 1 0 0,7 13-75 0 0,0 0 1 0 0,-1 0-1 0 0,0 1 1 0 0,-1 0-1 0 0,1 0 1 0 0,-1 1 0 0 0,-1 1-1 0 0,1-1 1 0 0,-1 2-1 0 0,0-1 1 0 0,0 2-1 0 0,0-1 1 0 0,-1 2 0 0 0,1-1-1 0 0,-1 1 1 0 0,0 1-1 0 0,1 0 1 0 0,-1 1-1 0 0,0 0 1 0 0,1 1 0 0 0,-15 3-1 0 0,20-3-300 0 0,0 1 0 0 0,0 0 0 0 0,0 0 1 0 0,0 1-1 0 0,0 0 0 0 0,1 0 0 0 0,-1 0 0 0 0,1 0 0 0 0,-6 6 0 0 0,9-7-117 0 0,-1 1 1 0 0,0-1-1 0 0,1 1 0 0 0,0 0 0 0 0,-1 0 1 0 0,1 0-1 0 0,-2 5 0 0 0,3-6-104 0 0,0 1-1 0 0,0-1 1 0 0,0 0-1 0 0,1 1 1 0 0,-1-1-1 0 0,1 1 1 0 0,0-1 0 0 0,-1 0-1 0 0,1 1 1 0 0,0-1-1 0 0,1 1 1 0 0,-1 2-1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2:59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340 195 1440 0 0,'0'0'1658'0'0,"-5"-26"4759"0"0,3 22-5875 0 0,-1 0 0 0 0,1-1 1 0 0,-1 1-1 0 0,-1 1 0 0 0,1-1 0 0 0,0 0 1 0 0,-1 1-1 0 0,0 0 0 0 0,0 0 1 0 0,0 0-1 0 0,-5-3 0 0 0,7 5-494 0 0,0 0 1 0 0,-1 0-1 0 0,1 1 1 0 0,-1-1-1 0 0,1 1 1 0 0,-1-1-1 0 0,1 1 0 0 0,-1 0 1 0 0,1 0-1 0 0,-1 0 1 0 0,1 0-1 0 0,-1 1 1 0 0,1-1-1 0 0,-1 0 0 0 0,1 1 1 0 0,-1 0-1 0 0,1 0 1 0 0,0 0-1 0 0,-1 0 1 0 0,1 0-1 0 0,0 0 0 0 0,0 0 1 0 0,-4 3-1 0 0,-8 7 233 0 0,1 1-1 0 0,0 0 0 0 0,0 0 1 0 0,1 1-1 0 0,-17 24 1 0 0,7-4 463 0 0,-26 50 1 0 0,34-55-217 0 0,-18 53 0 0 0,28-71-428 0 0,1 1-1 0 0,0 0 0 0 0,1-1 0 0 0,1 1 1 0 0,0 0-1 0 0,0 0 0 0 0,1 0 1 0 0,2 19-1 0 0,-2-26-56 0 0,1 0 0 0 0,0 0 0 0 0,0 0-1 0 0,0 0 1 0 0,0 0 0 0 0,1-1 0 0 0,0 1 0 0 0,0 0 0 0 0,0-1 0 0 0,0 1-1 0 0,0-1 1 0 0,1 0 0 0 0,-1 0 0 0 0,1 0 0 0 0,0 0 0 0 0,0 0-1 0 0,0 0 1 0 0,1-1 0 0 0,-1 0 0 0 0,0 1 0 0 0,1-1 0 0 0,0-1 0 0 0,-1 1-1 0 0,1 0 1 0 0,0-1 0 0 0,6 2 0 0 0,0-2 37 0 0,-1 1 1 0 0,0-2-1 0 0,1 1 1 0 0,-1-1-1 0 0,1-1 0 0 0,-1 0 1 0 0,0 0-1 0 0,0-1 1 0 0,1 0-1 0 0,13-5 1 0 0,-9 1-31 0 0,0 0 0 0 0,0-1 0 0 0,-1-1 0 0 0,0 0 0 0 0,0-1 1 0 0,-1 0-1 0 0,0-1 0 0 0,-1 0 0 0 0,0 0 0 0 0,10-14 0 0 0,-9 10-6 0 0,-1-1 0 0 0,-1 0 0 0 0,0-1 0 0 0,-1 0-1 0 0,-1 0 1 0 0,0-1 0 0 0,-1 0 0 0 0,4-20 0 0 0,-8 26-23 0 0,-1 1 1 0 0,0-1 0 0 0,-1 0 0 0 0,0 0 0 0 0,0 0 0 0 0,-2 0-1 0 0,1 1 1 0 0,-1-1 0 0 0,-1 0 0 0 0,0 0 0 0 0,0 0-1 0 0,-1 1 1 0 0,-7-17 0 0 0,4 15-25 0 0,0 2 0 0 0,0-1-1 0 0,-1 1 1 0 0,-1 0 0 0 0,1 0-1 0 0,-2 1 1 0 0,1 0 0 0 0,-1 0 0 0 0,-1 1-1 0 0,1 0 1 0 0,-19-11 0 0 0,7 6-94 0 0,-1 2 0 0 0,0 0 1 0 0,-37-12-1 0 0,39 17-949 0 0,-1 1-1 0 0,-25-3 1 0 0,41 7 553 0 0,0 1-1 0 0,1 1 1 0 0,-1-1-1 0 0,0 1 1 0 0,1-1-1 0 0,-1 1 1 0 0,1 1 0 0 0,-1-1-1 0 0,1 1 1 0 0,0-1-1 0 0,-7 5 1 0 0,-23 15-7975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81 552 0 0,'-7'-6'1768'0'0,"9"-6"-1340"0"0,1 3-176 0 0,2 2-100 0 0,7-3-32 0 0,7 1-140 0 0,-5 4-128 0 0,2 0-172 0 0,4-4-568 0 0,1 1 284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2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4 124 0 0,'0'0'448'0'0,"-19"0"588"0"0,3-4-2008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0 556 0 0,'0'0'2668'0'0,"14"2"-2904"0"0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6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23 348 0 0,'0'0'1080'0'0,"-21"-3"376"0"0,4-3-524 0 0,0 3-308 0 0,3 0-104 0 0,0 1-272 0 0,31-3-3052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1976 0 0,'0'0'3436'0'0,"0"14"-3335"0"0,5 1-846 0 0,-2-8-767 0 0,1 2 660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8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185 220 1760 0 0,'5'-9'6579'0'0,"-4"-2"-4319"0"0,-1 10-2200 0 0,0 1 1 0 0,0-1-1 0 0,0 1 0 0 0,0 0 0 0 0,0-1 1 0 0,0 1-1 0 0,0-1 0 0 0,0 1 0 0 0,0 0 1 0 0,0-1-1 0 0,0 1 0 0 0,-1-1 0 0 0,1 1 1 0 0,0 0-1 0 0,0-1 0 0 0,0 1 0 0 0,-1 0 1 0 0,1-1-1 0 0,0 1 0 0 0,0 0 0 0 0,-1-1 1 0 0,1 1-1 0 0,0 0 0 0 0,-1-1 0 0 0,1 1 1 0 0,0 0-1 0 0,-1 0 0 0 0,1 0 0 0 0,0-1 1 0 0,-1 1-1 0 0,1 0 169 0 0,-15-6 572 0 0,-9 4-475 0 0,21 1-262 0 0,1 1 2 0 0,-22-4 63 0 0,-36-10 30 0 0,33 6-153 0 0,21 7 22 0 0,-12-6 56 0 0,18 7-77 0 0,-1-1 0 0 0,1 1-1 0 0,0 0 1 0 0,-1-1 0 0 0,1 1-1 0 0,0 0 1 0 0,-1-1-1 0 0,1 1 1 0 0,0 0 0 0 0,-1-1-1 0 0,1 1 1 0 0,0-1 0 0 0,0 1-1 0 0,0 0 1 0 0,-1-1-1 0 0,1 1 1 0 0,0-1 0 0 0,0 1-1 0 0,0-1 1 0 0,0 1 0 0 0,0-1-1 0 0,0 1 1 0 0,0-1-1 0 0,0 1 1 0 0,0-1 0 0 0,0 1-1 0 0,0 0 1 0 0,0-1-1 0 0,0 1 1 0 0,0-1 0 0 0,1 0-1 0 0,0 0-5 0 0,0 0-1 0 0,0 0 1 0 0,0 0-1 0 0,1 0 1 0 0,-1 0-1 0 0,0 1 1 0 0,1-1-1 0 0,-1 0 1 0 0,0 1-1 0 0,1-1 0 0 0,-1 1 1 0 0,1-1-1 0 0,-1 1 1 0 0,3-1-1 0 0,2 0-1 0 0,44-14-28 0 0,1 3 0 0 0,93-10-1 0 0,-47 8 20 0 0,-61 10 37 0 0,-33 4 0 0 0,13-3 230 0 0,-13 3-17 0 0,-1 0-98 0 0,-1-1 0 0 0,1 1 1 0 0,0 0-1 0 0,-1 0 0 0 0,1-1 0 0 0,-1 1 0 0 0,1-1 1 0 0,-1 1-1 0 0,1-1 0 0 0,-1 0 0 0 0,1 1 0 0 0,-1-1 0 0 0,0 0 1 0 0,1 0-1 0 0,-1 0 0 0 0,0 0 0 0 0,0 0 0 0 0,2-2 1 0 0,-3 1 361 0 0,-25-25 4195 0 0,24 26-4652 0 0,1 1 0 0 0,0-1 0 0 0,0 1 0 0 0,-1 0 1 0 0,1-1-1 0 0,0 1 0 0 0,-1 0 0 0 0,1-1 0 0 0,0 1 0 0 0,-1 0 1 0 0,1 0-1 0 0,0-1 0 0 0,-1 1 0 0 0,1 0 0 0 0,-1 0 0 0 0,1 0 1 0 0,-1-1-1 0 0,1 1 0 0 0,-1 0 0 0 0,-2 2-46 0 0,0 3 10 0 0,3 12-7 0 0,0-15-5 0 0,3 70 18 0 0,-4-45-82 0 0,-2 0 0 0 0,-1-1 0 0 0,-8 27 0 0 0,-36 238 200 0 0,42-246-85 0 0,0 4-1076 0 0,2-1 1 0 0,4 66-1 0 0,7-45-3667 0 0,7 2-4038 0 0,-11-57 3801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0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0 640 0 0,'0'0'324'0'0,"12"4"-652"0"0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6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70 1132 0 0,'0'0'11991'0'0,"-20"15"-10946"0"0,1 5-751 0 0,1 2 0 0 0,-27 40 0 0 0,-24 55-75 0 0,53-91-146 0 0,0 3-49 0 0,1 0 0 0 0,1 0 0 0 0,1 1 0 0 0,2 1 0 0 0,1 0 0 0 0,2 1 0 0 0,-8 49 0 0 0,16-72-13 0 0,-1-1-1 0 0,1 1 1 0 0,1-1-1 0 0,-1 1 1 0 0,1-1 0 0 0,1 1-1 0 0,0-1 1 0 0,0 0-1 0 0,1 0 1 0 0,-1 0 0 0 0,2 0-1 0 0,-1 0 1 0 0,1-1-1 0 0,8 12 1 0 0,-8-14 39 0 0,0 1 1 0 0,1-1-1 0 0,0 0 0 0 0,0-1 1 0 0,0 1-1 0 0,1-1 0 0 0,0 0 1 0 0,-1-1-1 0 0,1 1 0 0 0,1-1 0 0 0,-1 0 1 0 0,0 0-1 0 0,1-1 0 0 0,-1 0 1 0 0,1 0-1 0 0,0-1 0 0 0,0 0 1 0 0,9 1-1 0 0,5-1 72 0 0,1-2 0 0 0,0 0 0 0 0,-1-2 0 0 0,1 0 0 0 0,-1-1 0 0 0,0-1 0 0 0,0-2 0 0 0,-1 0 0 0 0,38-18 0 0 0,-33 12-49 0 0,0-1 0 0 0,-1-1 0 0 0,-1-1 0 0 0,0-2 0 0 0,-1 0 0 0 0,-1-1 0 0 0,19-23 0 0 0,-30 30-61 0 0,-2 1 0 0 0,1-1 0 0 0,-1 0 0 0 0,-1-1 0 0 0,0 0 0 0 0,-1 0 0 0 0,0-1 0 0 0,-1 0 0 0 0,-1 1 0 0 0,0-2 0 0 0,-1 1 0 0 0,-1 0 0 0 0,2-29 0 0 0,-4 30-12 0 0,0 0 1 0 0,-2-1-1 0 0,1 1 1 0 0,-2 1-1 0 0,0-1 1 0 0,0 0-1 0 0,-1 1 1 0 0,-1-1-1 0 0,0 1 1 0 0,0 0-1 0 0,-1 1 0 0 0,-1-1 1 0 0,0 1-1 0 0,-1 1 1 0 0,-14-17-1 0 0,1 6-4 0 0,-1 2 0 0 0,0 0 0 0 0,-2 2 0 0 0,0 0 0 0 0,-1 2 0 0 0,0 0 0 0 0,-1 2 0 0 0,-1 1 0 0 0,0 1 0 0 0,-45-11 0 0 0,66 20-206 0 0,-1 0 0 0 0,1 1-1 0 0,-1 1 1 0 0,0-1-1 0 0,1 1 1 0 0,-1 0 0 0 0,1 0-1 0 0,-1 1 1 0 0,1 0-1 0 0,-1 0 1 0 0,1 0 0 0 0,-10 4-1 0 0,5-1-1118 0 0,1 1-1 0 0,-1 1 1 0 0,1-1 0 0 0,0 2-1 0 0,1-1 1 0 0,-11 10-1 0 0,4-2-2809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7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6 256 0 0,'0'0'1756'0'0,"7"-5"-1528"0"0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1 952 0 0,'0'0'3004'0'0,"11"3"-4416"0"0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64 644 0 0,'-47'5'8037'0'0,"39"-2"-6224"0"0,29-3-1642 0 0,1-1 1 0 0,-1-1-1 0 0,0-2 1 0 0,38-9-1 0 0,24-4-72 0 0,26-1 149 0 0,-64 8 3357 0 0,-45 10-3580 0 0,0 0-1 0 0,0 0 1 0 0,1 0-1 0 0,-1 0 1 0 0,0 0-1 0 0,0 0 1 0 0,0 0-1 0 0,0 0 1 0 0,0 0-1 0 0,0 0 1 0 0,1 0-1 0 0,-1 0 1 0 0,0 0-1 0 0,0 0 1 0 0,0 0-1 0 0,0-1 1 0 0,0 1-1 0 0,0 0 0 0 0,0 0 1 0 0,0 0-1 0 0,1 0 1 0 0,-1 0-1 0 0,0 0 1 0 0,0 0-1 0 0,0 0 1 0 0,0 0-1 0 0,0-1 1 0 0,0 1-1 0 0,0 0 1 0 0,0 0-1 0 0,0 0 1 0 0,0 0-1 0 0,0 0 1 0 0,0 0-1 0 0,0 0 1 0 0,0-1-1 0 0,0 1 1 0 0,0 0-1 0 0,0 0 1 0 0,0 0-1 0 0,0 0 1 0 0,0 0-1 0 0,0 0 0 0 0,0-1 1 0 0,0 1-1 0 0,0 0 1 0 0,0 0-1 0 0,0 0 1 0 0,0 0-1 0 0,0 0 1 0 0,0 0-1 0 0,0-1 1 0 0,0 1-1 0 0,0 0 1 0 0,0 0-1 0 0,0 0 1 0 0,0 0-1 0 0,0 0 1 0 0,-1 0-1 0 0,1 0 1 0 0,0 0-1 0 0,0 0 1 0 0,0-1-1 0 0,-1 1-4 0 0,1 0 1 0 0,0 0-1 0 0,-1 0 1 0 0,1 0-1 0 0,-1 0 1 0 0,1 0-1 0 0,-1 0 1 0 0,1 0-1 0 0,-1 0 1 0 0,1 0-1 0 0,-1 0 1 0 0,1 0-1 0 0,0 0 1 0 0,-1 0-1 0 0,1 0 1 0 0,-1 1-1 0 0,1-1 1 0 0,-1 0-1 0 0,1 0 1 0 0,0 0-1 0 0,-1 1 1 0 0,1-1-1 0 0,0 0 1 0 0,-1 0-1 0 0,1 1 1 0 0,0-1-1 0 0,-1 1 1 0 0,-13 15 160 0 0,1 0 1 0 0,0 0 0 0 0,1 1-1 0 0,1 1 1 0 0,-9 20 0 0 0,-41 102 410 0 0,52-119-508 0 0,-154 463 967 0 0,140-395-1015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16 1704 0 0,'25'-16'15266'0'0,"-130"108"-10444"0"0,52-48-4125 0 0,-359 313 2778 0 0,394-340-3395 0 0,-51 38 157 0 0,44-36-200 0 0,24-18-43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51 2536 0 0,'40'-48'20113'0'0,"-36"45"-18458"0"0,-4 12-963 0 0,-13 37 78 0 0,-3 0 0 0 0,-32 66 0 0 0,19-47-549 0 0,-3 9 8 0 0,32-73-223 0 0,0 0 0 0 0,0-1 0 0 0,0 1 0 0 0,0 0 0 0 0,0 0 0 0 0,0-1 0 0 0,0 1 0 0 0,0 0 0 0 0,1-1 0 0 0,-1 1 1 0 0,0 0-1 0 0,0-1 0 0 0,1 1 0 0 0,-1 0 0 0 0,0-1 0 0 0,1 1 0 0 0,-1-1 0 0 0,1 1 0 0 0,-1 0 0 0 0,1-1 0 0 0,-1 1 0 0 0,1-1 0 0 0,-1 1 0 0 0,1-1 0 0 0,-1 0 0 0 0,1 1 0 0 0,-1-1 1 0 0,1 0-1 0 0,0 1 0 0 0,-1-1 0 0 0,1 0 0 0 0,0 1 0 0 0,-1-1 0 0 0,1 0 0 0 0,1 0 0 0 0,21 6 55 0 0,-23-6-59 0 0,12 1 9 0 0,1 0 0 0 0,-1-1-1 0 0,0-1 1 0 0,15-2 0 0 0,-21 2-9 0 0,124-24-28 0 0,-122 22 27 0 0,-1-1-1 0 0,1 0 1 0 0,-1 0 0 0 0,0 0 0 0 0,-1-1 0 0 0,12-10 0 0 0,-15 13 2 0 0,10-15 7 0 0,-13 16-10 0 0,14-21 7 0 0,-11 15 195 0 0,-1 0 0 0 0,0 1 0 0 0,0-1 0 0 0,1-9 0 0 0,-2 14 263 0 0,-1-24 2729 0 0,-1 22-3189 0 0,-2 12-5 0 0,-46 290 0 0 0,43-256 0 0 0,-3 32 0 0 0,-25 236 0 0 0,32-290-4418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43 256 0 0,'0'0'8977'0'0,"27"-20"-7954"0"0,-19 16-1111 0 0,2 0 0 0 0,-1 0-1 0 0,0 1 1 0 0,1 1 0 0 0,17-3-1 0 0,-24 4-328 0 0,0 1 0 0 0,0 0 0 0 0,0 0 0 0 0,-1 0-1 0 0,1 1 1 0 0,0-1 0 0 0,0 1 0 0 0,3 0 0 0 0,-1 1-712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5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1112 0 0,'-74'33'9655'0'0,"77"-31"-9486"0"0,-3-1-165 0 0,0-1 1 0 0,1 0 0 0 0,-1 1 0 0 0,0-1-1 0 0,0 0 1 0 0,0 1 0 0 0,1-1 0 0 0,-1 0-1 0 0,0 1 1 0 0,1-1 0 0 0,-1 0 0 0 0,0 0-1 0 0,1 1 1 0 0,-1-1 0 0 0,0 0 0 0 0,1 0-1 0 0,-1 1 1 0 0,1-1 0 0 0,-1 0 0 0 0,0 0-1 0 0,1 0 1 0 0,-1 0 0 0 0,1 0 0 0 0,0 0-1 0 0,93-3-943 0 0,-30-3-3786 0 0,-42 3 1739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5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53 688 0 0,'0'-3'441'0'0,"0"1"0"0"0,0 0 0 0 0,0 0 0 0 0,-1 0 0 0 0,1 0 0 0 0,-1-1 1 0 0,1 1-1 0 0,-1 0 0 0 0,1 0 0 0 0,-1 0 0 0 0,0 0 0 0 0,0 0 0 0 0,0 0 0 0 0,0 0 0 0 0,-1 1 0 0 0,1-1 0 0 0,0 0 0 0 0,-3-1 0 0 0,2 1-234 0 0,0 1 0 0 0,0-1 1 0 0,0 1-1 0 0,0 0 0 0 0,-1 0 0 0 0,1 0 0 0 0,0 0 0 0 0,-1 0 0 0 0,1 1 0 0 0,-1-1 0 0 0,1 1 0 0 0,-1 0 0 0 0,-3-1 1 0 0,-2 1-135 0 0,1 1 1 0 0,0 0 0 0 0,0 0-1 0 0,0 0 1 0 0,0 1 0 0 0,0 0-1 0 0,0 1 1 0 0,0-1 0 0 0,0 1-1 0 0,-6 4 1 0 0,0 2-53 0 0,-1 1 0 0 0,2 1 1 0 0,-1 0-1 0 0,2 0 0 0 0,-1 1 0 0 0,2 1 1 0 0,0-1-1 0 0,0 2 0 0 0,1 0 0 0 0,1 0 1 0 0,0 0-1 0 0,1 1 0 0 0,0 0 0 0 0,1 1 1 0 0,-5 22-1 0 0,10-34-18 0 0,0 1-1 0 0,0-1 1 0 0,1 0-1 0 0,-1 0 1 0 0,1 1 0 0 0,0-1-1 0 0,1 0 1 0 0,-1 1 0 0 0,1-1-1 0 0,-1 0 1 0 0,1 1 0 0 0,1-1-1 0 0,-1 0 1 0 0,0 0 0 0 0,1 0-1 0 0,0 0 1 0 0,0 0 0 0 0,0-1-1 0 0,1 1 1 0 0,-1-1-1 0 0,1 1 1 0 0,5 5 0 0 0,-2-4-108 0 0,0-1 0 0 0,-1 0 0 0 0,2 0 0 0 0,-1 0 1 0 0,0-1-1 0 0,1 1 0 0 0,-1-2 0 0 0,1 1 0 0 0,0-1 0 0 0,0 0 0 0 0,0 0 1 0 0,14 1-1 0 0,-4-2-1585 0 0,1 0 0 0 0,0-1 0 0 0,32-4 0 0 0,-33 2-962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5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26 152 0 0,'4'-9'6970'0'0,"-4"8"-6661"0"0,1 0-1 0 0,-1 1 1 0 0,0-1 0 0 0,0 0 0 0 0,0 0-1 0 0,0 0 1 0 0,0 0 0 0 0,1 0-1 0 0,-2 0 1 0 0,1 0 0 0 0,0 1-1 0 0,0-1 1 0 0,0 0 0 0 0,0 0 0 0 0,0 0-1 0 0,-1-1 1 0 0,-7 9 1953 0 0,-10 30-1452 0 0,10-13-688 0 0,1 1-1 0 0,2 0 1 0 0,0-1-1 0 0,-1 33 1 0 0,4 102-93 0 0,0-3 195 0 0,2-152-119 0 0,-1 0 0 0 0,1 0 0 0 0,-1 0 0 0 0,0 0 0 0 0,-1 0 0 0 0,1 0 0 0 0,0 0 0 0 0,-1 0 0 0 0,0-1 0 0 0,0 1 0 0 0,0-1-1 0 0,-1 1 1 0 0,-4 5 0 0 0,6-9-89 0 0,0 1 0 0 0,0 0 1 0 0,0-1-1 0 0,0 1 0 0 0,-1-1 0 0 0,1 1 0 0 0,0-1 0 0 0,0 1 0 0 0,0-1 0 0 0,0 0 0 0 0,-1 0 0 0 0,1 0 0 0 0,0 1 0 0 0,0-1 0 0 0,0 0 0 0 0,-1-1 1 0 0,1 1-1 0 0,0 0 0 0 0,-2-1 0 0 0,-23-8 141 0 0,21 6-267 0 0,0 0-1 0 0,1-1 1 0 0,0 1-1 0 0,-1-1 1 0 0,1 0 0 0 0,1 0-1 0 0,-1 0 1 0 0,0-1-1 0 0,1 1 1 0 0,0-1 0 0 0,0 0-1 0 0,1 0 1 0 0,-1 0 0 0 0,-1-6-1 0 0,0-1-1542 0 0,1 0 0 0 0,1 0 0 0 0,0 0 0 0 0,0-1 0 0 0,1-22 0 0 0,1 12-2620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1384 0 0,'0'0'1408'0'0,"2"-16"620"0"0,-1 6-759 0 0,3-2-197 0 0,-4 1-608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6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0 348 0 0,'0'0'1665'0'0,"0"35"6581"0"0,-1-27-8121 0 0,1-6 55 0 0,1-1-289 0 0,0-1 0 0 0,0 1 0 0 0,0 0 0 0 0,0-1 0 0 0,0 1 0 0 0,0-1 0 0 0,1 1 0 0 0,-1-1 0 0 0,0 1 0 0 0,0-1 0 0 0,1 0 0 0 0,-1 1 0 0 0,0-1 0 0 0,0 0 0 0 0,1 0 0 0 0,-1 0 0 0 0,0 0 0 0 0,1 0 0 0 0,1-1 0 0 0,13-5-3547 0 0,-2-1 1332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6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7 580 0 0,'0'0'1611'0'0,"-14"4"2951"0"0,6-1-2947 0 0,-8 4 3476 0 0,25-7-4957 0 0,3-1 45 0 0,0 0 1 0 0,0-1-1 0 0,15-4 0 0 0,-16 3-143 0 0,1 0 0 0 0,-1 1 0 0 0,17 0 0 0 0,-4 4-5 0 0,-22-1-19 0 0,1 11-21 0 0,-4-5 8 0 0,-1-1 0 0 0,0 0 0 0 0,-1 0 0 0 0,1 0 1 0 0,-1 0-1 0 0,0 0 0 0 0,-1 0 0 0 0,-8 9 0 0 0,-39 44-4 0 0,42-50 5 0 0,-141 160 763 0 0,149-168-720 0 0,1 2 72 0 0,0-3-106 0 0,0 0-1 0 0,0 1 1 0 0,0-1-1 0 0,0 0 0 0 0,0 0 1 0 0,0 0-1 0 0,0 1 1 0 0,0-1-1 0 0,0 0 0 0 0,0 0 1 0 0,0 1-1 0 0,0-1 1 0 0,0 0-1 0 0,0 0 0 0 0,0 0 1 0 0,1 1-1 0 0,-1-1 1 0 0,0 0-1 0 0,0 0 1 0 0,0 0-1 0 0,0 1 0 0 0,0-1 1 0 0,0 0-1 0 0,1 0 1 0 0,-1 0-1 0 0,0 0 0 0 0,0 1 1 0 0,0-1-1 0 0,0 0 1 0 0,1 0-1 0 0,-1 0 0 0 0,0 0 1 0 0,0 0-1 0 0,0 0 1 0 0,1 0-1 0 0,-1 1 0 0 0,6-1 57 0 0,0 1-1 0 0,0-1 0 0 0,0 0 0 0 0,0 0 1 0 0,0-1-1 0 0,0 0 0 0 0,0 0 0 0 0,9-3 1 0 0,54-20 135 0 0,-43 13-150 0 0,99-27-610 0 0,-84 28-2497 0 0,-2 2-3680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7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9 804 0 0,'12'-8'15621'0'0,"-10"7"-14952"0"0,1 10-409 0 0,0 1-1 0 0,-1-1 0 0 0,0 1 1 0 0,-1-1-1 0 0,0 1 0 0 0,-1 0 1 0 0,-1 16-1 0 0,2 11 252 0 0,1-4 17 0 0,-2 1-1 0 0,-1-1 0 0 0,-2 0 0 0 0,-1 0 0 0 0,-11 47 0 0 0,13-76-407 0 0,1 1-1 0 0,0-1 0 0 0,-1 0 0 0 0,0 0 1 0 0,0 1-1 0 0,0-1 0 0 0,0-1 0 0 0,-1 1 0 0 0,1 0 1 0 0,-1-1-1 0 0,0 1 0 0 0,0-1 0 0 0,0 0 0 0 0,-1 0 1 0 0,-5 4-1 0 0,5-4-97 0 0,-1-1 1 0 0,0 0 0 0 0,0-1-1 0 0,0 1 1 0 0,-1-1-1 0 0,1 0 1 0 0,0 0 0 0 0,0 0-1 0 0,-1-1 1 0 0,1 0-1 0 0,0 0 1 0 0,-1 0 0 0 0,1-1-1 0 0,0 1 1 0 0,-11-4-1 0 0,12 3-335 0 0,-1 0 0 0 0,1-1 0 0 0,0 1 0 0 0,0-1 0 0 0,0 0 0 0 0,0 0 0 0 0,0-1-1 0 0,0 1 1 0 0,0-1 0 0 0,1 0 0 0 0,-4-3 0 0 0,5 4-491 0 0,0 0-1 0 0,0-1 1 0 0,0 1 0 0 0,0-1-1 0 0,0 1 1 0 0,1-1 0 0 0,-1 0-1 0 0,1 0 1 0 0,0 0 0 0 0,0 0-1 0 0,0 0 1 0 0,0 0 0 0 0,0 0-1 0 0,1 0 1 0 0,0 0 0 0 0,-1-3-1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2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51 320 0 0,'5'-31'16435'0'0,"-1"11"-12713"0"0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25 1308 0 0,'0'-1'217'0'0,"0"0"1"0"0,0 0-1 0 0,0 0 1 0 0,0 0-1 0 0,0 1 0 0 0,-1-1 1 0 0,1 0-1 0 0,0 0 0 0 0,0 0 1 0 0,-1 0-1 0 0,1 1 0 0 0,0-1 1 0 0,-1 0-1 0 0,1 0 0 0 0,-1 1 1 0 0,1-1-1 0 0,-1 0 0 0 0,-1-1 745 0 0,-2 0-630 0 0,1 1 1 0 0,-1 0-1 0 0,1 0 1 0 0,-1 0-1 0 0,0 1 1 0 0,0-1 0 0 0,1 1-1 0 0,-1 0 1 0 0,0 0-1 0 0,-6 1 1 0 0,7-1-274 0 0,-6 3 70 0 0,0 0 1 0 0,0 0 0 0 0,0 1 0 0 0,1 0-1 0 0,-1 0 1 0 0,1 1 0 0 0,0 0 0 0 0,0 1 0 0 0,-8 8-1 0 0,4-2-4 0 0,0 1-1 0 0,1 1 0 0 0,1 0 1 0 0,0 0-1 0 0,1 1 1 0 0,1 0-1 0 0,0 1 0 0 0,1 0 1 0 0,0 0-1 0 0,2 0 0 0 0,0 1 1 0 0,0 0-1 0 0,2 0 0 0 0,0 0 1 0 0,1 1-1 0 0,1-1 1 0 0,0 0-1 0 0,4 29 0 0 0,-1-25-18 0 0,0 0 0 0 0,2-1 0 0 0,1 1 0 0 0,0-1 0 0 0,1 0 0 0 0,16 34-1 0 0,-18-46 6 0 0,1 0-1 0 0,0 0 1 0 0,0-1-1 0 0,0 0 0 0 0,1 1 1 0 0,0-2-1 0 0,1 1 0 0 0,-1-1 1 0 0,1 0-1 0 0,0 0 0 0 0,1-1 1 0 0,-1 0-1 0 0,1-1 0 0 0,0 1 1 0 0,0-1-1 0 0,1-1 0 0 0,-1 0 1 0 0,10 3-1 0 0,-12-5-62 0 0,4 2 425 0 0,0-1 0 0 0,0 0 0 0 0,17 1 1 0 0,-23-3-365 0 0,-1 0 1 0 0,1-1 0 0 0,0 1 0 0 0,-1-1 0 0 0,1 0 0 0 0,-1 0-1 0 0,1 0 1 0 0,-1 0 0 0 0,0-1 0 0 0,1 1 0 0 0,-1-1 0 0 0,0 0-1 0 0,5-4 1 0 0,2-3-14 0 0,0 0 0 0 0,0-1 0 0 0,-1-1 0 0 0,0 1 0 0 0,0-1 0 0 0,-2-1-1 0 0,1 0 1 0 0,-1 0 0 0 0,-1 0 0 0 0,0-1 0 0 0,-1 0 0 0 0,-1 0 0 0 0,0 0 0 0 0,0-1 0 0 0,-1 1 0 0 0,-1-1 0 0 0,0 0-1 0 0,-1 0 1 0 0,-2-25 0 0 0,1 22-80 0 0,-2 1 0 0 0,0 0-1 0 0,0 0 1 0 0,-2 0 0 0 0,0 1-1 0 0,-1-1 1 0 0,0 1 0 0 0,-1 0-1 0 0,-1 0 1 0 0,0 1 0 0 0,-1 0 0 0 0,-1 0-1 0 0,0 1 1 0 0,-1 0 0 0 0,0 0-1 0 0,-21-19 1 0 0,20 24-144 0 0,1 1-1 0 0,-1-1 1 0 0,0 2 0 0 0,0-1-1 0 0,-1 2 1 0 0,0-1-1 0 0,0 2 1 0 0,0 0 0 0 0,-1 0-1 0 0,1 1 1 0 0,-1 0 0 0 0,0 1-1 0 0,0 1 1 0 0,0 0-1 0 0,1 1 1 0 0,-1 0 0 0 0,0 1-1 0 0,0 1 1 0 0,0 0 0 0 0,0 0-1 0 0,-18 7 1 0 0,24-6-220 0 0,0 0-1 0 0,1 1 1 0 0,-1 0 0 0 0,1 0-1 0 0,0 0 1 0 0,0 1 0 0 0,0 0 0 0 0,0 0-1 0 0,1 0 1 0 0,0 1 0 0 0,-7 10 0 0 0,5-6-842 0 0,1 0 0 0 0,0 1 0 0 0,1 0 0 0 0,0 0 1 0 0,0 0-1 0 0,-3 19 0 0 0,2-6-3134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4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64 784 0 0,'5'-14'3514'0'0,"1"-4"-747"0"0,-5 16-2201 0 0,0 0 0 0 0,0-1 0 0 0,-1 1-1 0 0,1 0 1 0 0,0-1 0 0 0,-1 1 0 0 0,0-1 0 0 0,1 1 0 0 0,-1-1 0 0 0,0-4 0 0 0,7 34 1569 0 0,3 279 2655 0 0,-6-219-4283 0 0,5 45-18 0 0,-7-116-446 0 0,-1-9-1894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6 984 0 0,'27'-5'11560'0'0,"-27"5"-11479"0"0,1 0 0 0 0,-1 0 0 0 0,1 0 0 0 0,-1 0 0 0 0,0 0-1 0 0,1 0 1 0 0,-1 0 0 0 0,0 1 0 0 0,1-1 0 0 0,-1 0-1 0 0,0 0 1 0 0,1 0 0 0 0,-1 1 0 0 0,0-1 0 0 0,0 0-1 0 0,1 0 1 0 0,-1 1 0 0 0,0-1 0 0 0,0 0 0 0 0,1 1-1 0 0,-1-1 1 0 0,0 0 0 0 0,0 1 0 0 0,0-1 0 0 0,1 0 0 0 0,-1 1-1 0 0,0-1 1 0 0,0 0 0 0 0,0 1 0 0 0,0-1 0 0 0,0 0-1 0 0,0 1 1 0 0,0-1 0 0 0,0 1 0 0 0,0-1 0 0 0,0 0-1 0 0,0 1 1 0 0,0-1 0 0 0,0 0 0 0 0,0 1 0 0 0,0-1-1 0 0,-1 1 1 0 0,-10 24 2193 0 0,-25 24 202 0 0,-193 208 1477 0 0,62-78-3461 0 0,166-177-538 0 0,-1 3 1027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29 2156 0 0,'20'-29'19845'0'0,"-15"33"-17931"0"0,-4-3-1889 0 0,-14 36 146 0 0,6-23 104 0 0,0 0-1 0 0,-7 24 1 0 0,14-36-246 0 0,-2 2 0 0 0,0 0 1 0 0,0 0-1 0 0,1 0 0 0 0,0 0 0 0 0,0 0 0 0 0,-1 7 0 0 0,0 0 32 0 0,-1 2-15 0 0,2 0-1 0 0,-1-1 1 0 0,1 1-1 0 0,2 22 1 0 0,-1-33-37 0 0,0-1 1 0 0,0 0-1 0 0,0 1 0 0 0,0-1 0 0 0,0 1 1 0 0,0-1-1 0 0,0 0 0 0 0,1 1 1 0 0,-1-1-1 0 0,0 0 0 0 0,1 1 0 0 0,-1-1 1 0 0,1 0-1 0 0,0 0 0 0 0,-1 1 1 0 0,1-1-1 0 0,0 0 0 0 0,0 0 0 0 0,0 0 1 0 0,0 0-1 0 0,-1 0 0 0 0,2 0 1 0 0,-1 0-1 0 0,0 0 0 0 0,0 0 0 0 0,0-1 1 0 0,0 1-1 0 0,0 0 0 0 0,1-1 1 0 0,-1 1-1 0 0,0-1 0 0 0,1 1 0 0 0,-1-1 1 0 0,0 0-1 0 0,1 1 0 0 0,-1-1 1 0 0,0 0-1 0 0,1 0 0 0 0,2 0 0 0 0,18 0 48 0 0,0 0 0 0 0,1-2 0 0 0,-1 0-1 0 0,37-9 1 0 0,-16-1 43 0 0,59-23 0 0 0,-98 33-48 0 0,0 1 0 0 0,0-2 0 0 0,-1 1 0 0 0,1 0 0 0 0,0-1 0 0 0,-1 0 0 0 0,0 1 0 0 0,0-1 0 0 0,0-1 0 0 0,0 1 0 0 0,0 0 0 0 0,-1-1 0 0 0,1 1 0 0 0,-1-1-1 0 0,0 0 1 0 0,0 0 0 0 0,0 0 0 0 0,-1 0 0 0 0,2-6 0 0 0,-2-18 2301 0 0,-2 10 644 0 0,2 17-2940 0 0,-1-3-48 0 0,-1 31-9 0 0,-1 1 0 0 0,-9 42 0 0 0,2-19 0 0 0,6-30-41 0 0,-55 512-11188 0 0,54-430 1375 0 0,2-55 615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7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171 239 1096 0 0,'10'-12'3715'0'0,"-4"5"-2642"0"0,-1 0 0 0 0,0 0 0 0 0,-1 0 0 0 0,1-1 0 0 0,-1 0 0 0 0,-1 0 1 0 0,0 0-1 0 0,5-15 0 0 0,-8 21-583 0 0,2-3 294 0 0,2-7 564 0 0,-6 10-963 0 0,-6 8-430 0 0,0 3 67 0 0,1 0 0 0 0,0 0 0 0 0,1 0 0 0 0,0 1 0 0 0,0 0 0 0 0,-8 22 0 0 0,8-18-5 0 0,-12 27 44 0 0,2 1-1 0 0,-14 55 0 0 0,23-69-38 0 0,2 1-1 0 0,1 0 1 0 0,1 0-1 0 0,1 46 1 0 0,2-70 19 0 0,0 1 0 0 0,1 0 0 0 0,0-1-1 0 0,0 1 1 0 0,0-1 0 0 0,1 1 0 0 0,0-1 0 0 0,0 0 0 0 0,0 0 0 0 0,0 0-1 0 0,1 0 1 0 0,0 0 0 0 0,0 0 0 0 0,0-1 0 0 0,1 1 0 0 0,0-1 0 0 0,-1 0-1 0 0,2 0 1 0 0,-1 0 0 0 0,0-1 0 0 0,6 4 0 0 0,-4-4 45 0 0,0 0 1 0 0,1 0-1 0 0,-1 0 0 0 0,1-1 0 0 0,0 0 1 0 0,0-1-1 0 0,0 1 0 0 0,0-1 1 0 0,0-1-1 0 0,0 1 0 0 0,0-1 1 0 0,0 0-1 0 0,0-1 0 0 0,0 0 1 0 0,0 0-1 0 0,9-3 0 0 0,2-1-3 0 0,-1-1 0 0 0,0-2 0 0 0,0 1 0 0 0,0-2 0 0 0,-1 0-1 0 0,-1-1 1 0 0,1-1 0 0 0,-2 0 0 0 0,1-1 0 0 0,-2-1 0 0 0,0 0 0 0 0,16-21 0 0 0,-13 15-29 0 0,-2-2 1 0 0,0 0-1 0 0,-1 0 1 0 0,-2-1 0 0 0,0-1-1 0 0,-1 0 1 0 0,-1 0-1 0 0,9-41 1 0 0,-16 54-49 0 0,0 0-1 0 0,-1 0 1 0 0,0-1-1 0 0,-1 1 1 0 0,0 0-1 0 0,-1 0 1 0 0,0 0-1 0 0,0 0 1 0 0,-1 0-1 0 0,-1 0 1 0 0,1 1 0 0 0,-2-1-1 0 0,1 1 1 0 0,-1-1-1 0 0,-6-8 1 0 0,3 6 25 0 0,-1 1 0 0 0,0 0 0 0 0,-1 1 0 0 0,0-1 0 0 0,-1 1 0 0 0,0 1 0 0 0,0 0 0 0 0,-1 1 1 0 0,-1 0-1 0 0,-15-9 0 0 0,11 8-91 0 0,-2 1 0 0 0,1 1 0 0 0,-1 0 1 0 0,0 1-1 0 0,0 1 0 0 0,-1 1 0 0 0,-25-3 0 0 0,29 5-177 0 0,0 2 0 0 0,0-1-1 0 0,0 2 1 0 0,0 0 0 0 0,1 1-1 0 0,-1 0 1 0 0,0 1 0 0 0,1 1-1 0 0,-19 7 1 0 0,24-7-284 0 0,0 0 0 0 0,1 1 0 0 0,0-1 1 0 0,0 2-1 0 0,0-1 0 0 0,1 1 0 0 0,-10 9 0 0 0,13-10-541 0 0,-1 1 0 0 0,1-1 0 0 0,-1 1 0 0 0,2 0 1 0 0,-1 0-1 0 0,-3 9 0 0 0,1 4-4339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39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1128 0 0,'0'0'1166'0'0,"5"-10"2627"0"0,-2-7 1998 0 0,-1 9-5378 0 0,5 25-1219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0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212 210 1680 0 0,'-15'-4'6537'0'0,"-32"-7"26"0"0,45 11-6266 0 0,-11-6 627 0 0,-98-39 34 0 0,110 44-949 0 0,-10-4 18 0 0,10 5-28 0 0,1 0 0 0 0,-1 0 0 0 0,1 0 0 0 0,-1 0-1 0 0,0 0 1 0 0,1-1 0 0 0,-1 1 0 0 0,0 0 0 0 0,1 0-1 0 0,-1-1 1 0 0,1 1 0 0 0,-1 0 0 0 0,1-1 0 0 0,-1 1 0 0 0,1 0-1 0 0,-1-1 1 0 0,1 1 0 0 0,-1-1 0 0 0,0 0 0 0 0,3 0 1 0 0,-1-1 0 0 0,1 1 0 0 0,0 0 0 0 0,-1 0 0 0 0,1 1 0 0 0,0-1 0 0 0,0 0 0 0 0,0 1 0 0 0,0-1 0 0 0,0 1 0 0 0,0-1 0 0 0,-1 1 0 0 0,1 0 0 0 0,0 0 0 0 0,0 0 0 0 0,3 0 0 0 0,4 1 1 0 0,331-56 158 0 0,-332 54 6 0 0,-1-1 1 0 0,0 1-1 0 0,1-1 1 0 0,-1-1 0 0 0,0 1-1 0 0,0-1 1 0 0,0-1 0 0 0,0 1-1 0 0,-1-1 1 0 0,0 0-1 0 0,7-6 1 0 0,-12 9 83 0 0,0 0-151 0 0,0-1 1 0 0,-1 1-1 0 0,1 0 0 0 0,0-1 0 0 0,-1 1 0 0 0,0-1 0 0 0,1 1 0 0 0,-1-1 0 0 0,0 1 0 0 0,0-1 0 0 0,0 0 0 0 0,0 1 0 0 0,0-1 0 0 0,0 1 0 0 0,0-1 0 0 0,-1-1 0 0 0,-9 15 117 0 0,0 1-1 0 0,1 1 0 0 0,0 0 0 0 0,-12 28 1 0 0,2-5 140 0 0,-230 423 2029 0 0,138-265-2198 0 0,151-194-17095 0 0,-24-8 11190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43 1720 0 0,'45'-38'12669'0'0,"-38"34"-10741"0"0,-13 9 671 0 0,-72 85 1298 0 0,12-10-2347 0 0,-241 269 459 0 0,225-248-1951 0 0,74-94-367 0 0,-7 9-274 0 0,15-10-1903 0 0,19-4-5400 0 0,-10-3 5324 0 0,0 0-1 0 0,13-3 1 0 0,-9 0-2513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61 2432 0 0,'-6'-11'6820'0'0,"0"-9"-585"0"0,6-3-657 0 0,2 17-4525 0 0,2 15-716 0 0,4 20-76 0 0,0 26 142 0 0,-7-38-364 0 0,1-1 1 0 0,1 1-1 0 0,0-1 1 0 0,1 0-1 0 0,1 0 0 0 0,1 0 1 0 0,8 17-1 0 0,-11-28-19 0 0,0 1 12 0 0,0-1 1 0 0,1 1 0 0 0,-1-1-1 0 0,1 0 1 0 0,5 5 0 0 0,-7-8-15 0 0,1-1 1 0 0,-1 1-1 0 0,0 0 1 0 0,1-1-1 0 0,0 0 0 0 0,-1 1 1 0 0,1-1-1 0 0,-1 0 1 0 0,1 0-1 0 0,0-1 1 0 0,0 1-1 0 0,0 0 1 0 0,-1-1-1 0 0,1 0 0 0 0,5 0 1 0 0,-1 0-4 0 0,0-1 0 0 0,0 0 0 0 0,0-1 0 0 0,0 1 0 0 0,0-1 0 0 0,0-1-1 0 0,0 1 1 0 0,-1-1 0 0 0,1-1 0 0 0,-1 1 0 0 0,0-1 0 0 0,0 0 0 0 0,0 0 0 0 0,8-8 0 0 0,8-10-56 0 0,-1-1 1 0 0,22-29-1 0 0,-11 13 30 0 0,35-47 2037 0 0,-65 85-1794 0 0,-2 2-204 0 0,1 0-1 0 0,-1 0 1 0 0,1 0-1 0 0,-1 0 1 0 0,1 0-1 0 0,-1 0 1 0 0,1 0-1 0 0,-1 1 1 0 0,0-1-1 0 0,0 0 1 0 0,1 3-1 0 0,-22 115 635 0 0,-43 325-491 0 0,49-267-1230 0 0,6-59-5527 0 0,3-72-2046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2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77 1588 0 0,'0'0'3232'0'0,"-12"-26"2170"0"0,12 25-5362 0 0,0 0 0 0 0,0-1 1 0 0,0 1-1 0 0,1 0 0 0 0,-1 0 0 0 0,0-1 1 0 0,1 1-1 0 0,-1 0 0 0 0,1 0 1 0 0,-1 0-1 0 0,1 0 0 0 0,0 0 1 0 0,0 0-1 0 0,-1 0 0 0 0,1 0 1 0 0,0 0-1 0 0,0 0 0 0 0,0 0 1 0 0,2-1-1 0 0,0 0 24 0 0,1-1 0 0 0,0 1 0 0 0,0 0 0 0 0,0 1 0 0 0,8-3 0 0 0,4 0 9 0 0,0 0 0 0 0,18 0 1 0 0,-30 3-54 0 0,3 1-11 0 0,1 0 0 0 0,-1 0 0 0 0,1 0 0 0 0,-1 1 0 0 0,1 0 0 0 0,-1 0 0 0 0,0 0 0 0 0,0 1 0 0 0,0 1 0 0 0,0-1 0 0 0,0 1 0 0 0,0 0 0 0 0,0 1 0 0 0,-1-1 0 0 0,0 1 0 0 0,0 1 0 0 0,8 6 0 0 0,-10-7 1 0 0,0 0 1 0 0,0 0-1 0 0,0 0 0 0 0,-1 0 1 0 0,0 1-1 0 0,0 0 0 0 0,0 0 0 0 0,0 0 1 0 0,-1 0-1 0 0,0 0 0 0 0,0 0 1 0 0,0 0-1 0 0,-1 1 0 0 0,0-1 1 0 0,0 1-1 0 0,0-1 0 0 0,0 1 1 0 0,-1 0-1 0 0,0-1 0 0 0,0 1 0 0 0,-1-1 1 0 0,-1 12-1 0 0,-4 2 79 0 0,-1 1 0 0 0,0-1 0 0 0,-2 0-1 0 0,0-1 1 0 0,-1 0 0 0 0,-1 0 0 0 0,0-1 0 0 0,-27 30 0 0 0,-10 4 936 0 0,-69 57 1 0 0,80-75-319 0 0,-5 6 72 0 0,40-38-731 0 0,3 0-43 0 0,-1 0 0 0 0,1 0 0 0 0,-1-1 0 0 0,0 1 0 0 0,1 0 0 0 0,-1-1 0 0 0,1 1 0 0 0,0 0 0 0 0,-1-1 0 0 0,1 1 0 0 0,-1 0 0 0 0,1-1 0 0 0,0 1 0 0 0,0-1 0 0 0,-1 1 0 0 0,1-1 0 0 0,0 1 0 0 0,0-1 0 0 0,-1 0 0 0 0,1 0 0 0 0,0 1 0 0 0,0-1 0 0 0,0 0 0 0 0,0 0 0 0 0,0 0 0 0 0,0 0 0 0 0,-1 0 0 0 0,1 0 0 0 0,0 0 0 0 0,0 0 0 0 0,1 0 0 0 0,35-2 26 0 0,-32 1-28 0 0,273-31 82 0 0,-271 31-338 0 0,41-5-263 0 0,-20-8-8096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42 1440 0 0,'0'-5'1475'0'0,"-1"0"0"0"0,0 0-1 0 0,0 1 1 0 0,0-1 0 0 0,-1 0-1 0 0,-4-8 3091 0 0,6 14-4487 0 0,-1-1 1 0 0,1 1-1 0 0,-1-1 1 0 0,0 1 0 0 0,1-1-1 0 0,-1 1 1 0 0,1-1-1 0 0,-1 1 1 0 0,1-1-1 0 0,0 1 1 0 0,-1 0-1 0 0,1-1 1 0 0,-1 1 0 0 0,1 0-1 0 0,0-1 1 0 0,0 1-1 0 0,-1 0 1 0 0,1-1-1 0 0,0 1 1 0 0,0 0 0 0 0,0 0-1 0 0,0 1 1 0 0,-3 19 645 0 0,2-19-696 0 0,-10 179 2118 0 0,-7 50-2029 0 0,17-208-2191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15 2148 0 0,'8'-14'14012'0'0,"-16"19"-13490"0"0,0 1-1 0 0,0 1 1 0 0,1-1 0 0 0,-1 1-1 0 0,2 0 1 0 0,-9 11 0 0 0,-11 11 195 0 0,-234 267 1633 0 0,196-218-2064 0 0,-81 92-24 0 0,133-155-2686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3:14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17 304 0 0,'16'-16'17718'0'0,"-18"40"-14843"0"0,1-19-2999 0 0,1-5 131 0 0,-6 91 1272 0 0,7-82-1239 0 0,-1 1 1 0 0,1-1-1 0 0,0 0 1 0 0,1 0 0 0 0,0 0-1 0 0,0 0 1 0 0,1 0-1 0 0,4 9 1 0 0,-4-14-30 0 0,0 0 1 0 0,-1-1-1 0 0,1 1 0 0 0,1-1 1 0 0,-1 0-1 0 0,0 1 1 0 0,1-2-1 0 0,-1 1 0 0 0,1 0 1 0 0,0-1-1 0 0,0 0 0 0 0,0 1 1 0 0,0-2-1 0 0,1 1 0 0 0,-1 0 1 0 0,0-1-1 0 0,1 0 1 0 0,5 1-1 0 0,-3-1 5 0 0,0 1 0 0 0,0-2 0 0 0,1 1-1 0 0,-1-1 1 0 0,0 0 0 0 0,0-1 0 0 0,1 1 0 0 0,-1-1 0 0 0,0-1 0 0 0,13-4 0 0 0,-14 4-25 0 0,-1-1 0 0 0,0 0 0 0 0,1 0 0 0 0,-1-1 0 0 0,-1 0 0 0 0,1 0 0 0 0,0 0 0 0 0,-1 0 0 0 0,0-1 0 0 0,0 1 0 0 0,0-1 0 0 0,5-10 0 0 0,-1 0 941 0 0,0-2 0 0 0,-1 1 0 0 0,5-18 0 0 0,-11 32-543 0 0,4-14 1231 0 0,-31 305 338 0 0,4-84-5925 0 0,21-191 2879 0 0,1 1 0 0 0,0 0-1 0 0,2 0 1 0 0,3 20-1 0 0,-1-21-2446 0 0,0 0 0 0 0,8 18-1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2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21 168 0 0,'0'0'6606'0'0,"10"-6"-7911"0"0,-3-3-925 0 0,-3 4 1395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1172 0 0,'0'0'1852'0'0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2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1140 0 0,'0'0'824'0'0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4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24 300 0 0,'0'0'400'0'0,"7"-8"344"0"0,1 4-396 0 0,1-3-268 0 0,7 2-780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04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23 60 0 0,'0'0'477'0'0,"-2"-1"-89"0"0,-20-6 690 0 0,12 1-623 0 0,10 6-478 0 0,0 0 0 0 0,0-1 0 0 0,0 1 0 0 0,0 0 0 0 0,0 0 0 0 0,0-1 0 0 0,1 1 0 0 0,-1 0 0 0 0,0 0 0 0 0,0 0 0 0 0,0-1 0 0 0,0 1 0 0 0,0 0 0 0 0,0 0 0 0 0,0-1 0 0 0,1 1 0 0 0,-1 0 0 0 0,0 0 0 0 0,0 0 0 0 0,0 0 0 0 0,1-1 0 0 0,-1 1 0 0 0,0 0 0 0 0,0 0 0 0 0,0 0 0 0 0,1 0 0 0 0,-1 0 0 0 0,0 0 0 0 0,0-1 0 0 0,1 1 0 0 0,-1 0 1 0 0,0 0-1 0 0,0 0 0 0 0,0 0 0 0 0,1 0 0 0 0,-1 0 0 0 0,0 0 0 0 0,0 0 0 0 0,1 0 0 0 0,-1 0 0 0 0,1 0 0 0 0,10-2-502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4:11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44 4992 0 0,'-12'-14'3337'0'0,"1"4"-1561"0"0,3 3-920 0 0,-1 1-548 0 0,-1 0-1148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2:54:3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3780,'16'-8'3893,"-4"-1"-989,-2 2-628,-1 0-800,-2-1-908,-2-1-1036,-3 0-792,-4-1-2848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1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49 208 684 0 0,'-8'-8'5867'0'0,"0"-2"-4455"0"0,-16-16 4568 0 0,16 24-4593 0 0,13-3 503 0 0,14-2-854 0 0,235-62 123 0 0,-72 16-2646 0 0,-60 26-4311 0 0,-96 27-3928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1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68 700 0 0,'-17'8'2012'0'0,"5"-1"-552"0"0,2 0-143 0 0,-1-2-357 0 0,3 0 560 0 0,-1 2 328 0 0,30-9-1548 0 0,-1-4-100 0 0,6-5-44 0 0,10-1-88 0 0,5-5-248 0 0,7 0-788 0 0,6-4-2020 0 0,2 1-1013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33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 0 0,'0'0'1240'0'0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1128 0 0,'8'4'2504'0'0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8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1856 0 0,'0'0'2316'0'0,"-3"9"-2260"0"0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1540 0 0,'0'0'6781'0'0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1532 0 0,'0'0'3432'0'0,"10"-4"-5572"0"0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9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35 720 0 0,'0'0'2152'0'0,"-4"-12"3219"0"0,5 3-4710 0 0,2-1-238 0 0,3 6-1827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9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24 0 0,'0'0'3692'0'0,"2"-10"-3252"0"0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64 0 0,'0'0'3184'0'0,"5"-9"-759"0"0,2 1-2397 0 0,-3-1-2777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9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19 732 0 0,'0'0'1200'0'0,"7"-5"1676"0"0,2-2-2023 0 0,-4 0-1678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5:5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1 732 0 0,'0'0'2408'0'0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0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 0 0,'0'0'-16'0'0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0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7 288 0 0,'0'0'1272'0'0,"6"-6"-828"0"0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6:39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2212 0 0,'-23'25'9054'0'0,"14"-13"-6212"0"0,5-5-4087 0 0,17-9-1506 0 0,-2-3-500 0 0,1-3-1206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6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220 171 1692 0 0,'23'-97'12323'0'0,"-22"96"-11918"0"0,0-14 965 0 0,-1-16-70 0 0,0 29-1162 0 0,-13-18 688 0 0,12 19-807 0 0,-1 0 0 0 0,1 1 0 0 0,-1-1 1 0 0,1 1-1 0 0,0-1 0 0 0,-1 1 0 0 0,1 0 0 0 0,-1-1 0 0 0,0 1 0 0 0,1 0 0 0 0,-1 0 0 0 0,1 0 0 0 0,-1 0 0 0 0,1 0 0 0 0,-1 1 0 0 0,1-1 0 0 0,-1 0 0 0 0,-2 2 0 0 0,0-1-5 0 0,0 1-1 0 0,0 0 0 0 0,1 0 1 0 0,-1 1-1 0 0,0-1 0 0 0,-4 6 1 0 0,-4 3-17 0 0,1 0 0 0 0,-16 23 1 0 0,8-8-17 0 0,2 1 0 0 0,1 0 0 0 0,-21 48 0 0 0,31-60 15 0 0,0-1-1 0 0,2 1 0 0 0,0 1 0 0 0,0-1 0 0 0,2 1 0 0 0,-1-1 0 0 0,2 1 0 0 0,0 0 1 0 0,2 19-1 0 0,0-30 7 0 0,0 0 0 0 0,0 0 0 0 0,0 0 0 0 0,0 0 1 0 0,1 0-1 0 0,0 0 0 0 0,0 0 0 0 0,0 0 0 0 0,1-1 1 0 0,-1 1-1 0 0,1-1 0 0 0,0 0 0 0 0,1 0 0 0 0,-1 0 0 0 0,1 0 1 0 0,-1 0-1 0 0,1-1 0 0 0,0 0 0 0 0,1 1 0 0 0,-1-2 1 0 0,0 1-1 0 0,1 0 0 0 0,0-1 0 0 0,-1 0 0 0 0,1 0 0 0 0,0 0 1 0 0,7 1-1 0 0,2 0 1 0 0,0-1 0 0 0,0 0 0 0 0,0-1 0 0 0,0 0 0 0 0,0-1 0 0 0,0-1 0 0 0,0-1 1 0 0,0 1-1 0 0,18-6 0 0 0,28-7 73 0 0,-58 13-81 0 0,15-6 193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12 872 0 0,'-20'-11'15293'0'0,"20"11"-15262"0"0,0 0-1 0 0,-1 0 0 0 0,1 0 0 0 0,0 0 0 0 0,-1 0 1 0 0,1 0-1 0 0,0 0 0 0 0,-1 0 0 0 0,1 0 0 0 0,-1 0 0 0 0,1 0 1 0 0,0 0-1 0 0,-1 0 0 0 0,1 0 0 0 0,0 0 0 0 0,-1 1 0 0 0,1-1 1 0 0,0 0-1 0 0,-1 0 0 0 0,1 0 0 0 0,0 1 0 0 0,-1-1 0 0 0,1 0 1 0 0,0 0-1 0 0,0 0 0 0 0,-1 1 0 0 0,1-1 0 0 0,0 0 0 0 0,0 1 1 0 0,-1-1-1 0 0,1 0 0 0 0,0 1 0 0 0,0-1 0 0 0,-4 19 341 0 0,7 27-324 0 0,-2-37 54 0 0,23 347 2705 0 0,-23-340-2333 0 0,-2 0 0 0 0,0 0 0 0 0,-1 0 0 0 0,-1 0 0 0 0,-7 23-1 0 0,10-38-431 0 0,-1 0-1 0 0,0 1 1 0 0,0-1-1 0 0,1 0 0 0 0,-1 1 1 0 0,0-1-1 0 0,0 0 0 0 0,0 0 1 0 0,0 0-1 0 0,0 0 0 0 0,-1 0 1 0 0,1 0-1 0 0,0 0 0 0 0,0 0 1 0 0,-1 0-1 0 0,1-1 1 0 0,-1 1-1 0 0,1 0 0 0 0,0-1 1 0 0,-1 1-1 0 0,1-1 0 0 0,-1 0 1 0 0,1 1-1 0 0,-1-1 0 0 0,1 0 1 0 0,-1 0-1 0 0,0 0 0 0 0,1 0 1 0 0,-1 0-1 0 0,-1-1 1 0 0,-4 0-3 0 0,-1 0 1 0 0,1-1 0 0 0,-1 0 0 0 0,-9-4 0 0 0,17 6-38 0 0,-8-4-296 0 0,-1 0-1 0 0,1-1 1 0 0,0 0-1 0 0,0 0 1 0 0,0 0-1 0 0,1-1 1 0 0,0 0-1 0 0,0-1 1 0 0,-8-10-1 0 0,10 11-1138 0 0,0 0 0 0 0,1-1 0 0 0,0 1-1 0 0,0-1 1 0 0,0 0 0 0 0,1 0 0 0 0,-3-9 0 0 0,1-6-6534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58 260 0 0,'0'-14'7589'0'0,"1"-29"2994"0"0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108 103 908 0 0,'-50'-3'7585'0'0,"47"3"-7010"0"0,-41-4 6416 0 0,33 4-6438 0 0,215-38-96 0 0,-50 7-376 0 0,-97 20-43 0 0,-33 6-26 0 0,0 1 1 0 0,47-3-1 0 0,-52 11-11 0 0,-16 3-8 0 0,-3-2 7 0 0,-1 0 0 0 0,0-1 1 0 0,1 1-1 0 0,-2 0 0 0 0,1-1 1 0 0,0 1-1 0 0,-1-1 0 0 0,0 0 0 0 0,0 1 1 0 0,0-1-1 0 0,-1 0 0 0 0,1 0 0 0 0,-1 0 1 0 0,0 0-1 0 0,0-1 0 0 0,-5 5 1 0 0,1 0-10 0 0,-137 146-13 0 0,87-97 13 0 0,-74 95 1 0 0,129-149 10 0 0,-1 1-1 0 0,1-1 0 0 0,0 1 1 0 0,0 0-1 0 0,0-1 1 0 0,-1 6-1 0 0,2-8 1 0 0,1 0 1 0 0,0 1-1 0 0,0-1 0 0 0,0 0 0 0 0,0 1 0 0 0,0-1 1 0 0,0 1-1 0 0,0-1 0 0 0,1 0 0 0 0,-1 1 0 0 0,0-1 1 0 0,1 0-1 0 0,-1 1 0 0 0,1-1 0 0 0,0 2 1 0 0,1-2 5 0 0,-1 1-1 0 0,0-1 1 0 0,1 0 0 0 0,-1 0 0 0 0,1 0 0 0 0,-1 0 0 0 0,1-1 0 0 0,-1 1 0 0 0,1 0 0 0 0,0-1 0 0 0,-1 1 0 0 0,1-1 0 0 0,0 1 0 0 0,0-1 0 0 0,-1 0 0 0 0,1 0 0 0 0,0 0-1 0 0,0 0 1 0 0,-1 0 0 0 0,4 0 0 0 0,38-5 338 0 0,73-16-1 0 0,46-23-111 0 0,-149 40-211 0 0,55-13 91 0 0,-66 17-90 0 0,1 0-20 0 0,7-3 21 0 0,-7 3 6 0 0,-4 1-22 0 0,-1 5-11 0 0,-7 3-621 0 0,-1 1-2473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9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24 1260 0 0,'10'-23'20484'0'0,"-13"43"-16987"0"0,0 3-3707 0 0,-2 79 852 0 0,-17 212 2882 0 0,20-295-3178 0 0,2-7 107 0 0,-2 1 1 0 0,0-1-1 0 0,0 1 1 0 0,-1-1 0 0 0,-1 0-1 0 0,-7 16 1 0 0,5-14-405 0 0,-1-2-49 0 0,-3-3 0 0 0,-3-3 0 0 0,-2-3 0 0 0,11-3 0 0 0,0 0 0 0 0,0 1 0 0 0,1-1 0 0 0,-1-1 0 0 0,0 1 0 0 0,0-1 0 0 0,0 1 0 0 0,0-1 0 0 0,0 0 0 0 0,1 0 0 0 0,-1-1 0 0 0,0 1 0 0 0,-3-3 0 0 0,-8-3 0 0 0,-18-6-1574 0 0,22 7-586 0 0,-1-1-1 0 0,-16-12 1 0 0,23 15 1214 0 0,0 0 1 0 0,0-1 0 0 0,0 1 0 0 0,0-1 0 0 0,1 0-1 0 0,0 0 1 0 0,0-1 0 0 0,0 1 0 0 0,1-1-1 0 0,0 0 1 0 0,0 1 0 0 0,-3-10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19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44 996 0 0,'16'-37'21542'0'0,"-12"31"-21002"0"0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72 2212 0 0,'-12'-6'5917'0'0,"0"0"-3608"0"0,-14-2 6992 0 0,38 10-9226 0 0,-1-1-1 0 0,0 0 1 0 0,1-1 0 0 0,16-1 0 0 0,-19 0-53 0 0,219-23 225 0 0,-72 4-530 0 0,-124 15-644 0 0,4 1-2138 0 0,-4 5-4905 0 0,-14 0 2237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74 872 0 0,'6'29'18546'0'0,"-6"-28"-18484"0"0,0 0 0 0 0,0-1 0 0 0,0 1 1 0 0,0-1-1 0 0,0 1 0 0 0,0-1 0 0 0,0 1 0 0 0,1-1 1 0 0,-1 1-1 0 0,0-1 0 0 0,0 1 0 0 0,1-1 0 0 0,-1 1 1 0 0,0-1-1 0 0,1 1 0 0 0,-1-1 0 0 0,1 0 1 0 0,-1 1-1 0 0,0-1 0 0 0,1 0 0 0 0,-1 1 0 0 0,1-1 1 0 0,-1 0-1 0 0,1 1 0 0 0,-1-1 0 0 0,1 0 0 0 0,-1 0 1 0 0,1 0-1 0 0,-1 1 0 0 0,1-1 0 0 0,0 0 0 0 0,-1 0 1 0 0,1 0-1 0 0,-1 0 0 0 0,1 0 0 0 0,-1 0 0 0 0,1 0 1 0 0,0 0-1 0 0,29-5-270 0 0,-21 3 405 0 0,266-57 57 0 0,-172 35-206 0 0,-1-1-2605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8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1 572 0 0,'0'0'3552'0'0,"-2"10"-1839"0"0,-2-3-1457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8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12 536 0 0,'6'-8'5968'0'0,"-2"4"-5873"0"0,-2 14-4290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8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46 304 0 0,'0'0'948'0'0,"-1"-12"276"0"0,1 1-252 0 0,0-1-824 0 0,0 2-696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29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0 816 0 0,'0'0'1896'0'0,"-9"8"379"0"0,1 2-1723 0 0,7-4-3033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3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8 524 0 0,'0'0'1783'0'0,"5"-7"-1377"0"0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56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78 228 0 0,'2'-6'1516'0'0,"-1"1"1"0"0,0-1-1 0 0,0 0 1 0 0,0 0-1 0 0,-1-11 1 0 0,0 15-814 0 0,-8-19 3034 0 0,0 15-3271 0 0,6 4-52 0 0,-4 2-25 0 0,2 0-275 0 0,1-1 0 0 0,0 2-1 0 0,-1-1 1 0 0,1 0 0 0 0,-1 1-1 0 0,1-1 1 0 0,0 1 0 0 0,-6 2-1 0 0,1 1-50 0 0,0 1-1 0 0,1 1 0 0 0,-1-1 0 0 0,1 1 0 0 0,0 1 0 0 0,0-1 0 0 0,1 1 0 0 0,0 0 0 0 0,0 1 1 0 0,-9 15-1 0 0,0 2 121 0 0,2 1 0 0 0,-12 33 0 0 0,11-20 66 0 0,1-1 0 0 0,3 2 0 0 0,1 0 0 0 0,1 0 0 0 0,3 1 0 0 0,-1 67 0 0 0,6-79-110 0 0,2-1 1 0 0,1 1-1 0 0,1-1 1 0 0,2 0 0 0 0,0 0-1 0 0,2-1 1 0 0,1 1-1 0 0,1-2 1 0 0,2 1-1 0 0,19 33 1 0 0,-24-49-50 0 0,1 1 0 0 0,0-2 0 0 0,1 1 0 0 0,0-1 0 0 0,0 0 1 0 0,1-1-1 0 0,1 0 0 0 0,-1 0 0 0 0,1-1 0 0 0,15 8 0 0 0,-17-12 11 0 0,0 0-1 0 0,0 0 0 0 0,0-1 1 0 0,1 0-1 0 0,0 0 1 0 0,-1-1-1 0 0,1-1 1 0 0,0 0-1 0 0,0 0 0 0 0,0 0 1 0 0,0-2-1 0 0,0 1 1 0 0,0-1-1 0 0,17-4 0 0 0,9-5 129 0 0,0-1 0 0 0,-1-2 0 0 0,0-1 0 0 0,-1-2-1 0 0,-1-1 1 0 0,-1-2 0 0 0,0-1 0 0 0,-1-2-1 0 0,37-33 1 0 0,-45 34-13 0 0,-1 0 0 0 0,-1-2 0 0 0,-1 0-1 0 0,-2-1 1 0 0,0-1 0 0 0,-1-1 0 0 0,-2-1 0 0 0,0 0 0 0 0,-2 0 0 0 0,-1-1-1 0 0,16-59 1 0 0,-25 71-5 0 0,0 1 0 0 0,-1-1 0 0 0,-1 0 0 0 0,0 0 0 0 0,-1 0 0 0 0,-5-29 0 0 0,3 34-144 0 0,0-1 0 0 0,-1 1 0 0 0,-1 0 1 0 0,0 0-1 0 0,0 1 0 0 0,-1-1 0 0 0,0 1 0 0 0,-1 0 0 0 0,0 0 0 0 0,-9-10 0 0 0,3 7-41 0 0,0 0 0 0 0,-1 1-1 0 0,-1 0 1 0 0,0 1 0 0 0,-1 0 0 0 0,0 1-1 0 0,0 1 1 0 0,-1 0 0 0 0,0 1 0 0 0,-1 1-1 0 0,0 1 1 0 0,-34-9 0 0 0,12 7-192 0 0,0 3-1 0 0,-1 0 1 0 0,0 3-1 0 0,-71 4 1 0 0,104-1-283 0 0,1-1 1 0 0,-1 1 0 0 0,1 0-1 0 0,0 1 1 0 0,0 0 0 0 0,0 0-1 0 0,0 0 1 0 0,0 0 0 0 0,0 1-1 0 0,-6 4 1 0 0,9-5 11 0 0,1-1-1 0 0,0 1 1 0 0,-1 0 0 0 0,1 0-1 0 0,0 0 1 0 0,0 1 0 0 0,1-1-1 0 0,-1 0 1 0 0,0 1-1 0 0,1-1 1 0 0,0 1 0 0 0,-1-1-1 0 0,1 1 1 0 0,0 0 0 0 0,0 0-1 0 0,0-1 1 0 0,1 1 0 0 0,-1 0-1 0 0,1 0 1 0 0,-1 0 0 0 0,1 0-1 0 0,0 0 1 0 0,0 0 0 0 0,1 4-1 0 0,1 7-4097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7:58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1 660 0 0,'0'0'852'0'0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70 1248 0 0,'8'-48'10952'0'0,"-8"46"-10404"0"0,-14-15 1297 0 0,6 15-1784 0 0,1 2 1 0 0,0-1 0 0 0,-1 1 0 0 0,1 0 0 0 0,-1 1 0 0 0,1 0-1 0 0,-1 0 1 0 0,1 1 0 0 0,0-1 0 0 0,-1 1 0 0 0,1 1-1 0 0,0 0 1 0 0,1 0 0 0 0,-1 0 0 0 0,0 1 0 0 0,1 0-1 0 0,-8 6 1 0 0,-7 5-45 0 0,2 1 0 0 0,0 1 0 0 0,-31 38 0 0 0,34-36 6 0 0,1 1 0 0 0,1 0 0 0 0,1 1 1 0 0,-12 25-1 0 0,20-35-4 0 0,1-1 1 0 0,0 1-1 0 0,0-1 1 0 0,1 1-1 0 0,1 0 1 0 0,0 1-1 0 0,0-1 0 0 0,1 0 1 0 0,0 1-1 0 0,1-1 1 0 0,2 15-1 0 0,-1-21-5 0 0,0 0 1 0 0,0 0-1 0 0,0 0 0 0 0,1-1 0 0 0,0 1 0 0 0,0 0 1 0 0,0-1-1 0 0,1 0 0 0 0,0 1 0 0 0,0-1 1 0 0,0 0-1 0 0,0 0 0 0 0,7 6 0 0 0,-4-5 6 0 0,1 0 0 0 0,0 0-1 0 0,0 0 1 0 0,0-1 0 0 0,1 0-1 0 0,0-1 1 0 0,12 5-1 0 0,2-2 145 0 0,1-1 0 0 0,0-1-1 0 0,-1-1 1 0 0,47 0-1 0 0,-40-3 1253 0 0,38-5-1 0 0,-64 4-1308 0 0,8-4-436 0 0,1-2-3712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0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9 1480 0 0,'-20'-8'14823'0'0,"19"8"-14787"0"0,0 1 0 0 0,0 0 0 0 0,0-1 0 0 0,0 1 0 0 0,0 0-1 0 0,0 0 1 0 0,0-1 0 0 0,1 1 0 0 0,-1 0 0 0 0,0 0 0 0 0,1 0 0 0 0,-1 0 0 0 0,0 0 0 0 0,1 0 0 0 0,-1 0 0 0 0,1 0 0 0 0,0 0 0 0 0,-1 0 0 0 0,1 1 0 0 0,0 1-1 0 0,-4 31 638 0 0,3-19-345 0 0,-9 88 1566 0 0,-1 11 840 0 0,-35 162 0 0 0,40-251-2260 0 0,5-17-17 0 0,0 0 0 0 0,-1 0 0 0 0,0 0 0 0 0,-1 0 0 0 0,0 0 0 0 0,0-1 0 0 0,0 1 0 0 0,-1-1 0 0 0,0 0 0 0 0,-8 10 1 0 0,11-17-411 0 0,0 1 1 0 0,0 0 0 0 0,0-1 0 0 0,0 1 0 0 0,0-1-1 0 0,-1 0 1 0 0,1 1 0 0 0,0-1 0 0 0,0 0 0 0 0,-1 1 0 0 0,1-1-1 0 0,0 0 1 0 0,0 0 0 0 0,-1 0 0 0 0,1 0 0 0 0,0 0-1 0 0,-3-1 1 0 0,-19-5 248 0 0,22 6-289 0 0,-7-4-172 0 0,0 0-1 0 0,0-1 1 0 0,0 0 0 0 0,1 0-1 0 0,0-1 1 0 0,0 1-1 0 0,0-2 1 0 0,1 1 0 0 0,0-1-1 0 0,0 0 1 0 0,-6-10 0 0 0,6 8-837 0 0,1 0 1 0 0,0 0 0 0 0,0-1 0 0 0,1 0-1 0 0,0 0 1 0 0,1 0 0 0 0,-3-17 0 0 0,4 18-948 0 0,2 0 1 0 0,-1 0 0 0 0,1 0 0 0 0,1 0-1 0 0,2-15 1 0 0,3 0-6049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52 1540 0 0,'-5'-22'6921'0'0,"1"5"-3333"0"0,3 5-6258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1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44 348 0 0,'-3'1'2279'0'0,"-103"18"12615"0"0,104-18-13981 0 0,-1-1-87 0 0,-42 8 5728 0 0,49-8-6524 0 0,40-6 91 0 0,53-13 0 0 0,0 0-69 0 0,26-3 138 0 0,-121 21-178 0 0,1 1 42 0 0,8-2 18 0 0,0 0 1708 0 0,-4 0-4201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70 1760 0 0,'-2'-4'1449'0'0,"0"0"0"0"0,-1 0 1 0 0,1 1-1 0 0,-31-40 17264 0 0,42 41-18735 0 0,236-7-129 0 0,-240 9 67 0 0,0 0 0 0 0,0 0-1 0 0,0 0 1 0 0,0 1 0 0 0,0-1-1 0 0,0 1 1 0 0,0 0 0 0 0,-1 1 0 0 0,1-1-1 0 0,0 1 1 0 0,-1 0 0 0 0,6 3 0 0 0,-9-4 74 0 0,0 0 0 0 0,0 0 1 0 0,-1 0-1 0 0,1 0 1 0 0,0 1-1 0 0,-1-1 0 0 0,1 0 1 0 0,-1 0-1 0 0,1 1 1 0 0,-1-1-1 0 0,1 0 0 0 0,-1 1 1 0 0,0-1-1 0 0,0 0 0 0 0,0 1 1 0 0,0-1-1 0 0,0 1 1 0 0,0-1-1 0 0,0 0 0 0 0,0 1 1 0 0,0-1-1 0 0,-1 0 1 0 0,1 1-1 0 0,-1-1 0 0 0,0 3 1 0 0,-15 29 14 0 0,-1-6-32 0 0,-1-1 1 0 0,-41 44-1 0 0,-52 40 233 0 0,40-42 149 0 0,22-22 15 0 0,-26 28 252 0 0,75-73-617 0 0,-1-1 0 0 0,1 0-1 0 0,0 1 1 0 0,-1-1-1 0 0,1 0 1 0 0,0 1 0 0 0,-1-1-1 0 0,1 0 1 0 0,0 1-1 0 0,0-1 1 0 0,0 1 0 0 0,-1-1-1 0 0,1 1 1 0 0,0-1-1 0 0,0 1 1 0 0,0-1 0 0 0,0 1-1 0 0,0-1 1 0 0,0 1 0 0 0,0-1-1 0 0,0 1 1 0 0,0-1-1 0 0,0 1 1 0 0,0-1 0 0 0,0 0-1 0 0,0 1 1 0 0,0-1-1 0 0,0 1 1 0 0,0-1 0 0 0,1 1-1 0 0,-1-1 1 0 0,0 1-1 0 0,1 0 3 0 0,0 0 0 0 0,0 0 0 0 0,1 0 0 0 0,-1 0 0 0 0,0-1 0 0 0,0 1 0 0 0,0-1 0 0 0,0 1-1 0 0,1-1 1 0 0,-1 1 0 0 0,3 0 0 0 0,34 3 58 0 0,246-23 357 0 0,-187 9-114 0 0,-95 10-530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6 2392 0 0,'6'-6'22950'0'0,"-5"8"-22669"0"0,0 0 1 0 0,0 0-1 0 0,0 0 0 0 0,0 1 0 0 0,-1-1 0 0 0,1 0 0 0 0,-1 0 1 0 0,1 0-1 0 0,-1 1 0 0 0,0-1 0 0 0,0 5 0 0 0,-3 34 1498 0 0,1-13-952 0 0,4 98-473 0 0,1-37 10 0 0,-5 0-1 0 0,-14 110 1 0 0,13-177-364 0 0,0-8 0 0 0,-2-1 0 0 0,-4-5 0 0 0,-3-2 0 0 0,-2-2 0 0 0,-5-2 0 0 0,4-4 0 0 0,0-1 0 0 0,1-2 0 0 0,8 3 0 0 0,1 0 0 0 0,0-1 0 0 0,-1 1 0 0 0,1-1 0 0 0,0 0 0 0 0,0 0 0 0 0,1-1 0 0 0,-1 0 0 0 0,1 1 0 0 0,-1-2 0 0 0,-5-6 0 0 0,6 6-715 0 0,1 0 0 0 0,-1-1 0 0 0,1 1 0 0 0,0-1 0 0 0,0 0 0 0 0,1 0 0 0 0,-1 0-1 0 0,1 0 1 0 0,1-1 0 0 0,-1 1 0 0 0,1 0 0 0 0,0-1 0 0 0,1 1 0 0 0,-1-1 0 0 0,1 1 0 0 0,1-1 0 0 0,-1 1 0 0 0,1-1 0 0 0,3-11 0 0 0,7-24-7765 0 0,-2 19 898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2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91 2568 0 0,'-13'-40'9927'0'0,"1"-1"-5567"0"0,11 31-7621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17 1548 0 0,'23'-17'13881'0'0,"-34"27"-13572"0"0,-1 0 1 0 0,0-1-1 0 0,0 0 0 0 0,-1-1 1 0 0,0 0-1 0 0,-15 6 1 0 0,0 1 8 0 0,-65 32 284 0 0,-125 44-1 0 0,190-77-644 0 0,27-14 42 0 0,1 0 0 0 0,-1 0 1 0 0,1 0-1 0 0,-1 1 0 0 0,0-1 0 0 0,1 0 0 0 0,-1 1 0 0 0,1-1 0 0 0,-1 0 1 0 0,1 1-1 0 0,-1-1 0 0 0,1 1 0 0 0,-1-1 0 0 0,1 1 0 0 0,-1-1 0 0 0,1 1 1 0 0,0-1-1 0 0,-1 1 0 0 0,1-1 0 0 0,0 1 0 0 0,-1 0 0 0 0,1-1 0 0 0,0 1 1 0 0,0 0-1 0 0,-1 0 0 0 0,2 0 4 0 0,-1 0 0 0 0,1 0 1 0 0,-1 0-1 0 0,1 0 0 0 0,0 0 0 0 0,0 0 0 0 0,-1 0 1 0 0,1 0-1 0 0,0-1 0 0 0,0 1 0 0 0,0 0 1 0 0,0-1-1 0 0,0 1 0 0 0,0 0 0 0 0,0-1 0 0 0,0 1 1 0 0,0-1-1 0 0,0 0 0 0 0,0 1 0 0 0,0-1 1 0 0,2 0-1 0 0,52 16 196 0 0,109 14-1 0 0,-102-21-1535 0 0,89 25-1 0 0,-131-25-706 0 0,4 7-5497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1144 0 0,'-51'15'9942'0'0,"48"-14"-9292"0"0,4-1-579 0 0,-1 0 0 0 0,0 0-1 0 0,1 0 1 0 0,-1 0 0 0 0,0 1-1 0 0,1-1 1 0 0,-1 0 0 0 0,0 0-1 0 0,1 0 1 0 0,-1 1 0 0 0,0-1-1 0 0,1 0 1 0 0,-1 0 0 0 0,0 1-1 0 0,0-1 1 0 0,0 0 0 0 0,1 0-1 0 0,-1 1 1 0 0,0-1 0 0 0,0 0-1 0 0,0 1 1 0 0,0-1 0 0 0,1 0-1 0 0,-1 1 1 0 0,0-1 0 0 0,0 1-1 0 0,0-1 1 0 0,0 0 0 0 0,0 1-1 0 0,0-1 1 0 0,0 0 0 0 0,0 1-1 0 0,0-1 1 0 0,0 0 0 0 0,0 1-1 0 0,0-1 1 0 0,0 0 0 0 0,-1 1-1 0 0,1-1 1 0 0,0 1 0 0 0,0-1-1 0 0,0 0 1 0 0,0 0 0 0 0,-1 1-1 0 0,1-1 1 0 0,0 0 0 0 0,0 1-1 0 0,0-1 1 0 0,-1 0 0 0 0,1 0-1 0 0,0 1 1 0 0,-1-1 0 0 0,1 0-1 0 0,0 0 1 0 0,-1 0 0 0 0,1 1-1 0 0,0-1 1 0 0,-1 0 0 0 0,1 0-1 0 0,0 0 1 0 0,-1 0 0 0 0,1 0-1 0 0,0 0 1 0 0,-1 0-1 0 0,1 0 1 0 0,0 0 0 0 0,-1 0 0 0 0,39 16 1360 0 0,0-3 1 0 0,58 13-1 0 0,86 8-968 0 0,-135-26-225 0 0,242 24 242 0 0,-262-30-367 0 0,-21-1-110 0 0,0-1 0 0 0,-1 1 1 0 0,1-1-1 0 0,0-1 0 0 0,0 1 0 0 0,10-3 1 0 0,-14 2-291 0 0,2-3-1239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0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418 155 1760 0 0,'0'-3'1901'0'0,"-2"-3"-821"0"0,-1-1 1 0 0,1 0-1 0 0,-1 1 1 0 0,-1-1-1 0 0,1 1 1 0 0,-1 0-1 0 0,0 0 1 0 0,-1 0-1 0 0,-4-5 1 0 0,2 4-428 0 0,0 0 0 0 0,0 1 0 0 0,0 0 0 0 0,-1 0 0 0 0,0 1-1 0 0,-11-6 1 0 0,15 10-605 0 0,1 0 0 0 0,-1 0 0 0 0,0 1 0 0 0,0-1-1 0 0,0 1 1 0 0,1 0 0 0 0,-1 0 0 0 0,0 0-1 0 0,0 1 1 0 0,1-1 0 0 0,-1 1 0 0 0,0 0 0 0 0,0 0-1 0 0,-6 3 1 0 0,-4 5 40 0 0,0 0 0 0 0,0 1-1 0 0,1 1 1 0 0,0 0 0 0 0,1 1-1 0 0,0 0 1 0 0,-12 17 0 0 0,3-1 120 0 0,1 2-1 0 0,-23 44 1 0 0,35-57-154 0 0,0 0 0 0 0,0 1 0 0 0,2 0 0 0 0,0 1 1 0 0,1-1-1 0 0,1 1 0 0 0,1 0 0 0 0,1 0 0 0 0,-1 21 0 0 0,3-29-38 0 0,1 0 1 0 0,0 0-1 0 0,1 0 0 0 0,0-1 1 0 0,0 1-1 0 0,1 0 0 0 0,1-1 1 0 0,0 0-1 0 0,0 0 0 0 0,1 0 1 0 0,0 0-1 0 0,1-1 0 0 0,0 1 0 0 0,0-1 1 0 0,1-1-1 0 0,0 0 0 0 0,10 9 1 0 0,-5-7 18 0 0,0 0 0 0 0,0-2 1 0 0,1 1-1 0 0,0-2 1 0 0,0 0-1 0 0,1 0 0 0 0,0-1 1 0 0,0-1-1 0 0,0 0 1 0 0,1-1-1 0 0,0-1 0 0 0,0 0 1 0 0,0-1-1 0 0,0 0 1 0 0,27-2-1 0 0,-28 0 91 0 0,-1-2-1 0 0,1 1 1 0 0,-1-2-1 0 0,0 0 1 0 0,0 0 0 0 0,0-1-1 0 0,0-1 1 0 0,-1 0-1 0 0,0-1 1 0 0,0 0-1 0 0,0 0 1 0 0,-1-2 0 0 0,0 1-1 0 0,0-2 1 0 0,0 1-1 0 0,-2-1 1 0 0,19-21 0 0 0,-16 12 37 0 0,0 0 0 0 0,-1-1 0 0 0,-1-1 1 0 0,0 0-1 0 0,-2 0 0 0 0,0-1 0 0 0,-2 0 1 0 0,0 0-1 0 0,-1 0 0 0 0,-1-1 1 0 0,1-35-1 0 0,-4 38-126 0 0,0 0 0 0 0,-2 0 1 0 0,0 0-1 0 0,-1 0 0 0 0,-2 0 1 0 0,1 0-1 0 0,-2 1 0 0 0,-1-1 1 0 0,0 1-1 0 0,-1 0 0 0 0,-1 1 1 0 0,0 0-1 0 0,-18-26 0 0 0,21 36-93 0 0,0 1 0 0 0,0 0-1 0 0,-1 0 1 0 0,0 1 0 0 0,0 0 0 0 0,0 0-1 0 0,0 0 1 0 0,-1 1 0 0 0,0-1 0 0 0,1 2-1 0 0,-2-1 1 0 0,1 1 0 0 0,0 0 0 0 0,-11-3-1 0 0,7 5-316 0 0,1-1-1 0 0,-1 1 1 0 0,1 0-1 0 0,-1 1 1 0 0,0 1 0 0 0,1 0-1 0 0,-1 0 1 0 0,1 1-1 0 0,-1 0 1 0 0,-13 5-1 0 0,-3 2-984 0 0,2 2 1 0 0,-1 0-1 0 0,-30 21 0 0 0,-28 22-5013 0 0,18-8-1692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1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61 322 716 0 0,'-28'22'21563'0'0,"26"-21"-21296"0"0,0 0-1 0 0,-1 1 1 0 0,1-1 0 0 0,0 0 0 0 0,0 1 0 0 0,0-1-1 0 0,0 1 1 0 0,0 0 0 0 0,0 0 0 0 0,1 0 0 0 0,-1 0 0 0 0,1 0-1 0 0,-3 4 1 0 0,1-3 75 0 0,3-2-1 0 0,38-16-144 0 0,5-2-89 0 0,69-19 1 0 0,-43 15-82 0 0,82-20 17 0 0,235-33 0 0 0,-66 42-40 0 0,2 24 78 0 0,-208 6-76 0 0,671-64 133 0 0,-425 20-102 0 0,-307 38-26 0 0,14 0 27 0 0,-65 8 46 0 0,-48 40-18938 0 0,31-30 12485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14 848 2200 0 0,'0'-14'4204'0'0,"0"11"-3622"0"0,0 0 0 0 0,0 0 0 0 0,-1 0 0 0 0,1 0 0 0 0,-1 1 0 0 0,0-1 0 0 0,1 0 0 0 0,-1 0 0 0 0,-1 0 0 0 0,-2-4 0 0 0,4 5-395 0 0,-4 40 67 0 0,15 26-171 0 0,-10-58-58 0 0,1 1 0 0 0,0-1 1 0 0,1 0-1 0 0,-1 0 0 0 0,1 0 0 0 0,0 0 0 0 0,1 0 0 0 0,3 5 1 0 0,-6-10-10 0 0,0 0 0 0 0,0 0 1 0 0,0 0-1 0 0,0 0 0 0 0,0-1 1 0 0,0 1-1 0 0,1 0 0 0 0,-1-1 1 0 0,0 1-1 0 0,0-1 0 0 0,0 1 1 0 0,1-1-1 0 0,-1 1 0 0 0,0-1 1 0 0,1 0-1 0 0,-1 0 0 0 0,0 1 1 0 0,1-1-1 0 0,-1 0 0 0 0,0 0 0 0 0,1 0 1 0 0,-1-1-1 0 0,0 1 0 0 0,1 0 1 0 0,-1 0-1 0 0,0-1 0 0 0,0 1 1 0 0,1-1-1 0 0,-1 1 0 0 0,0-1 1 0 0,0 0-1 0 0,0 1 0 0 0,1-1 1 0 0,-1 0-1 0 0,0 0 0 0 0,0 0 1 0 0,1-1-1 0 0,6-5 56 0 0,-1 0 0 0 0,0 0-1 0 0,10-15 1 0 0,-13 17-46 0 0,23-32 47 0 0,-2-2 0 0 0,24-49-1 0 0,33-89-34 0 0,-75 163-39 0 0,186-475-332 0 0,-191 482 340 0 0,4-12-109 0 0,-6 19 101 0 0,0 0 1 0 0,0 1-1 0 0,0-1 0 0 0,0 0 0 0 0,0 0 0 0 0,0 0 0 0 0,0 0 0 0 0,0 1 1 0 0,0-1-1 0 0,0 0 0 0 0,0 0 0 0 0,0 0 0 0 0,0 0 0 0 0,0 1 0 0 0,0-1 1 0 0,0 0-1 0 0,1 0 0 0 0,-1 0 0 0 0,0 0 0 0 0,0 0 0 0 0,0 1 0 0 0,0-1 1 0 0,0 0-1 0 0,0 0 0 0 0,0 0 0 0 0,1 0 0 0 0,-1 0 0 0 0,0 0 0 0 0,0 0 1 0 0,0 1-1 0 0,0-1 0 0 0,1 0 0 0 0,-1 0 0 0 0,0 0 0 0 0,0 0 0 0 0,0 0 1 0 0,0 0-1 0 0,1 0 0 0 0,-1 0 0 0 0,0 0 0 0 0,0 0 0 0 0,0 0 0 0 0,0 0 1 0 0,1 0-1 0 0,-1 0 0 0 0,0 0 0 0 0,0 0 0 0 0,0 0 0 0 0,0 0 0 0 0,1 0 1 0 0,-1-1-1 0 0,0 1 0 0 0,0 0 0 0 0,0 0 0 0 0,0 0 0 0 0,0 0 0 0 0,1 0 1 0 0,-1 0-1 0 0,0 0 0 0 0,0 0 0 0 0,0-1 0 0 0,0 1 0 0 0,0 0 0 0 0,0 0 1 0 0,0 0-1 0 0,0 0 0 0 0,1-1 0 0 0,-1 1 0 0 0,0 0 0 0 0,0 3 2 0 0,1 0 0 0 0,-1-1 0 0 0,0 1 0 0 0,0 0-1 0 0,0 0 1 0 0,0 0 0 0 0,0 0 0 0 0,-1 0 0 0 0,1-1-1 0 0,-2 5 1 0 0,0 6 17 0 0,-4 62 112 0 0,-2 61 14 0 0,8-118-137 0 0,1 0 0 0 0,1-1 0 0 0,0 1 0 0 0,1-1 1 0 0,10 27-1 0 0,-12-40-6 0 0,0-1 1 0 0,1 1 0 0 0,0-1-1 0 0,-1 1 1 0 0,1-1 0 0 0,1 0-1 0 0,-1 0 1 0 0,0 0 0 0 0,1 0-1 0 0,-1-1 1 0 0,1 1 0 0 0,0-1-1 0 0,4 3 1 0 0,-4-4 0 0 0,0 1-1 0 0,0-1 1 0 0,1-1-1 0 0,-1 1 1 0 0,0 0-1 0 0,1-1 1 0 0,-1 1-1 0 0,0-1 1 0 0,1 0-1 0 0,-1 0 1 0 0,1-1-1 0 0,-1 1 1 0 0,0-1-1 0 0,1 1 1 0 0,-1-1-1 0 0,0 0 1 0 0,0 0-1 0 0,1-1 1 0 0,-1 1-1 0 0,0-1 1 0 0,0 1-1 0 0,0-1 1 0 0,2-3-1 0 0,11-5-18 0 0,0-2 1 0 0,-1 0-1 0 0,-1-1 0 0 0,0-1 1 0 0,-1 0-1 0 0,15-21 1 0 0,3-8-60 0 0,26-50 0 0 0,55-123-64 0 0,-110 212 62 0 0,-1 6 35 0 0,-4 17 30 0 0,-7 26 61 0 0,-16 50 103 0 0,-23 95 10 0 0,40-143-152 0 0,1 0-1 0 0,-1 51 1 0 0,9-96-24 0 0,-1 29 63 0 0,5 59 0 0 0,-4-83-127 0 0,2 1-1 0 0,-1 0 0 0 0,1 0 1 0 0,0 0-1 0 0,1-1 0 0 0,-1 1 1 0 0,2-1-1 0 0,-1 0 0 0 0,1 0 1 0 0,0 0-1 0 0,0 0 1 0 0,10 11-1 0 0,-12-16-317 0 0,0 0 1 0 0,1-1-1 0 0,-1 1 1 0 0,0 0-1 0 0,1-1 1 0 0,-1 1-1 0 0,1-1 1 0 0,0 0-1 0 0,-1 0 1 0 0,1 0-1 0 0,0 0 1 0 0,-1-1-1 0 0,1 1 1 0 0,0-1-1 0 0,0 1 1 0 0,0-1-1 0 0,5 0 1 0 0,7-2-3613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0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64 756 0 0,'-2'-16'5112'0'0,"0"13"-4821"0"0,1 0 0 0 0,-1 0 0 0 0,1 0-1 0 0,-1 0 1 0 0,0 1 0 0 0,0-1 0 0 0,-1 1 0 0 0,1-1 0 0 0,0 1 0 0 0,-1 0 0 0 0,0 0 0 0 0,1 0-1 0 0,-1 0 1 0 0,0 0 0 0 0,0 0 0 0 0,0 1 0 0 0,0 0 0 0 0,0-1 0 0 0,0 1 0 0 0,0 0 0 0 0,-1 1-1 0 0,1-1 1 0 0,-5 0 0 0 0,3 1-257 0 0,1 0-1 0 0,-1 0 0 0 0,1 0 1 0 0,-1 1-1 0 0,1 0 1 0 0,-1 0-1 0 0,1 0 0 0 0,0 0 1 0 0,-1 1-1 0 0,1-1 1 0 0,0 1-1 0 0,0 0 1 0 0,0 1-1 0 0,0-1 0 0 0,1 1 1 0 0,-1-1-1 0 0,-5 7 1 0 0,-6 8-10 0 0,2 1 1 0 0,0 0 0 0 0,0 1-1 0 0,2 0 1 0 0,0 1 0 0 0,2 0-1 0 0,0 1 1 0 0,1 0 0 0 0,1 0-1 0 0,-4 26 1 0 0,8-35-4 0 0,2 1 0 0 0,-1-1 0 0 0,1 0 1 0 0,1 1-1 0 0,2 17 0 0 0,-2-25-12 0 0,1 0 1 0 0,-1-1-1 0 0,1 1 1 0 0,1 0-1 0 0,-1-1 1 0 0,1 1-1 0 0,-1-1 0 0 0,1 1 1 0 0,1-1-1 0 0,-1 0 1 0 0,0 0-1 0 0,1 0 1 0 0,0 0-1 0 0,0 0 0 0 0,0 0 1 0 0,6 4-1 0 0,-7-6 4 0 0,-1-2-12 0 0,0 1 1 0 0,0 0-1 0 0,0-1 1 0 0,0 1-1 0 0,0-1 0 0 0,0 1 1 0 0,0-1-1 0 0,0 0 1 0 0,0 1-1 0 0,0-1 1 0 0,0 0-1 0 0,0 0 0 0 0,0 1 1 0 0,1-1-1 0 0,0 0 1 0 0,0 1 0 0 0,1-1-1 0 0,-1 1 0 0 0,1-1 0 0 0,-1 0 1 0 0,1 1-1 0 0,0-1 0 0 0,-1 0 1 0 0,1-1-1 0 0,0 1 0 0 0,-1 0 0 0 0,1-1 1 0 0,-1 0-1 0 0,1 1 0 0 0,-1-1 1 0 0,1 0-1 0 0,-1 0 0 0 0,1 0 0 0 0,-1-1 1 0 0,0 1-1 0 0,0-1 0 0 0,1 1 1 0 0,-1-1-1 0 0,0 0 0 0 0,-1 1 1 0 0,1-1-1 0 0,0 0 0 0 0,2-3 0 0 0,-3 4-1 0 0,7-11 5 0 0,1 0-1 0 0,-2 0 1 0 0,0-1-1 0 0,0 0 1 0 0,-1 0-1 0 0,9-28 0 0 0,-7 11 528 0 0,-2 0 0 0 0,4-37-1 0 0,-6 27 275 0 0,-4 38-700 0 0,0 4-89 0 0,0 24-113 0 0,-1 2 108 0 0,2-1 0 0 0,0 0 1 0 0,2 0-1 0 0,7 31 0 0 0,-8-51-337 0 0,0 1 1 0 0,0-1 0 0 0,1 1 0 0 0,0-1-1 0 0,1 0 1 0 0,0-1 0 0 0,0 1 0 0 0,0 0-1 0 0,1-1 1 0 0,-1 0 0 0 0,2 0 0 0 0,-1-1-1 0 0,1 1 1 0 0,-1-1 0 0 0,2 0 0 0 0,-1-1-1 0 0,0 1 1 0 0,1-1 0 0 0,11 5 0 0 0,2-1-2895 0 0,0-3-1274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1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111 179 476 0 0,'-17'-48'6951'0'0,"12"37"-5427"0"0,0-1 1 0 0,-4-17-1 0 0,9 28-1071 0 0,16 4-346 0 0,-15-3-101 0 0,1 1 0 0 0,-1-1 0 0 0,0 1-1 0 0,1 0 1 0 0,-1 0 0 0 0,0 0-1 0 0,0-1 1 0 0,1 1 0 0 0,-1 0-1 0 0,0 1 1 0 0,0-1 0 0 0,0 0-1 0 0,0 0 1 0 0,0 0 0 0 0,0 1-1 0 0,-1-1 1 0 0,1 0 0 0 0,0 3-1 0 0,11 25 0 0 0,-11-25-24 0 0,2 9 114 0 0,-1 0-1 0 0,1 0 0 0 0,-2 0 1 0 0,0 0-1 0 0,-1 0 0 0 0,0 0 1 0 0,-1 0-1 0 0,0 1 0 0 0,-1-1 0 0 0,-6 22 1 0 0,2-16 161 0 0,0 0 0 0 0,-1 0 0 0 0,-1-1 1 0 0,-1 0-1 0 0,-1-1 0 0 0,-18 26 0 0 0,20-32-1 0 0,3-3 242 0 0,-1-1-1 0 0,0 1 1 0 0,-10 8-1 0 0,14-15-250 0 0,2-1-238 0 0,0 0-1 0 0,-1 0 1 0 0,1 0-1 0 0,-1-1 1 0 0,1 1-1 0 0,0 0 1 0 0,-1-1-1 0 0,1 1 1 0 0,0 0-1 0 0,-1-1 1 0 0,1 1-1 0 0,0 0 1 0 0,0-1-1 0 0,0 1 1 0 0,-1 0-1 0 0,1-1 1 0 0,0 1-1 0 0,0-1 1 0 0,0 1-1 0 0,0-1 1 0 0,-1 1-1 0 0,1 0 1 0 0,0-1-1 0 0,0 0 1 0 0,5-10 12 0 0,-1 0-1 0 0,2 1 1 0 0,0 0 0 0 0,0 0 0 0 0,0 0 0 0 0,10-9 0 0 0,53-56-32 0 0,-36 41 17 0 0,76-78-1 0 0,24-25-16 0 0,-130 135 10 0 0,-1-1-1 0 0,1 0 0 0 0,-1 0 0 0 0,0-1 0 0 0,0 1 0 0 0,0 0 1 0 0,0-1-1 0 0,0 1 0 0 0,-1-1 0 0 0,1 0 0 0 0,0-6 0 0 0,-1 8-11 0 0,-3-1-22 0 0,2 3 35 0 0,0-1 0 0 0,0 1 1 0 0,0 0-1 0 0,0 0 0 0 0,0 0 0 0 0,0-1 1 0 0,-1 1-1 0 0,1 0 0 0 0,0 0 1 0 0,0 0-1 0 0,0-1 0 0 0,0 1 1 0 0,0 0-1 0 0,0 0 0 0 0,0 0 1 0 0,0 0-1 0 0,0-1 0 0 0,-1 1 1 0 0,1 0-1 0 0,0 0 0 0 0,0 0 1 0 0,0 0-1 0 0,0 0 0 0 0,0 0 1 0 0,-1-1-1 0 0,1 1 0 0 0,0 0 1 0 0,0 0-1 0 0,0 0 0 0 0,-1 0 0 0 0,1 0 1 0 0,0 0-1 0 0,0 0 0 0 0,0 0 1 0 0,-1 0-1 0 0,1 0 0 0 0,0 0 1 0 0,0 0-1 0 0,0 0 0 0 0,0 0 1 0 0,-1 0-1 0 0,1 0 0 0 0,0 0 1 0 0,0 0-1 0 0,-1 0 0 0 0,-6 3 0 0 0,-1 1 0 0 0,1-1-1 0 0,0 1 1 0 0,0 1 0 0 0,0-1-1 0 0,0 1 1 0 0,1 1 0 0 0,0-1 0 0 0,0 1-1 0 0,0 0 1 0 0,-6 9 0 0 0,-8 12-8 0 0,-25 41 1 0 0,39-57 12 0 0,0 0 1 0 0,0 0-1 0 0,1 1 0 0 0,1 0 0 0 0,0 0 0 0 0,0 0 1 0 0,-3 25-1 0 0,6-30 3 0 0,1-1 1 0 0,0 0 0 0 0,0 0 0 0 0,0 1-1 0 0,1-1 1 0 0,0 0 0 0 0,0 0-1 0 0,1 0 1 0 0,-1 0 0 0 0,1 0 0 0 0,1 0-1 0 0,-1-1 1 0 0,1 1 0 0 0,0-1-1 0 0,0 1 1 0 0,1-1 0 0 0,-1 0 0 0 0,5 4-1 0 0,-1-2-74 0 0,0 0-1 0 0,0-1 1 0 0,0 0 0 0 0,1-1-1 0 0,0 0 1 0 0,0 0-1 0 0,0 0 1 0 0,1-1-1 0 0,0 0 1 0 0,-1-1-1 0 0,1 0 1 0 0,1 0 0 0 0,16 2-1 0 0,-10-4-1307 0 0,1 0 0 0 0,0 0 0 0 0,0-2 0 0 0,-1 0 0 0 0,1-1 0 0 0,32-8 0 0 0,-10 0-3968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43 976 0 0,'-15'-7'3061'0'0,"-1"1"0"0"0,-29-8 0 0 0,-33-1 2559 0 0,76 14-5322 0 0,-24 5 1118 0 0,76 9-811 0 0,-18-10-517 0 0,-1-2-1 0 0,0 0 0 0 0,34-6 1 0 0,1 2-46 0 0,36-2-14 0 0,102-2 31 0 0,-201 7-47 0 0,-3 3-3 0 0,-1-1-6 0 0,-1 1-1 0 0,1-1 0 0 0,0 1 0 0 0,-1-1 0 0 0,1 1 0 0 0,-1-1 0 0 0,0 0 1 0 0,0 0-1 0 0,0 0 0 0 0,0 0 0 0 0,0 0 0 0 0,-5 3 0 0 0,-38 24 15 0 0,26-17-10 0 0,-98 63 1101 0 0,-155 131 0 0 0,264-199-1042 0 0,-1 1-1 0 0,1 0 1 0 0,1 1 0 0 0,0-1 0 0 0,-7 12-1 0 0,13-19-54 0 0,0 0-1 0 0,0 1 0 0 0,0-1 1 0 0,1 0-1 0 0,-1 1 0 0 0,0-1 0 0 0,1 1 1 0 0,-1-1-1 0 0,1 1 0 0 0,-1-1 1 0 0,1 1-1 0 0,0-1 0 0 0,0 1 0 0 0,-1 0 1 0 0,1-1-1 0 0,0 1 0 0 0,1-1 0 0 0,-1 1 1 0 0,0 0-1 0 0,0-1 0 0 0,1 1 1 0 0,-1-1-1 0 0,1 1 0 0 0,-1-1 0 0 0,1 1 1 0 0,-1-1-1 0 0,1 1 0 0 0,0-1 1 0 0,0 0-1 0 0,0 1 0 0 0,0-1 0 0 0,0 0 1 0 0,0 0-1 0 0,0 0 0 0 0,0 0 1 0 0,1 0-1 0 0,-1 0 0 0 0,0 0 0 0 0,0 0 1 0 0,1 0-1 0 0,-1-1 0 0 0,1 1 0 0 0,-1 0 1 0 0,1-1-1 0 0,1 1 0 0 0,9 3 25 0 0,0-1-1 0 0,0 0 1 0 0,0 0 0 0 0,0-2-1 0 0,1 1 1 0 0,14-1-1 0 0,78-8 79 0 0,-63 3-66 0 0,215-35 381 0 0,-181 24 1132 0 0,-74 15-1490 0 0,10-4-36 0 0,-10 4-364 0 0,0 0 1 0 0,1-1-1 0 0,-1 1 0 0 0,0-1 1 0 0,0 1-1 0 0,1-1 1 0 0,-1 0-1 0 0,0 0 0 0 0,3-2 1 0 0,-1-2-1258 0 0,-1 0 1 0 0,1 0-1 0 0,1 1 1 0 0,-1 0-1 0 0,1-1 1 0 0,0 1-1 0 0,9-6 1 0 0,3 0-4249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2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34 1392 0 0,'-101'6'4195'0'0,"-108"2"3441"0"0,109-3-2478 0 0,96-5-4390 0 0,51-12-285 0 0,1 4-616 0 0,131-19 335 0 0,-89 22-2697 0 0,-1 9-3989 0 0,-75-2 3018 0 0,-1 1-1386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2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87 1832 0 0,'-122'47'11951'0'0,"120"-46"-11519"0"0,2-1-398 0 0,0 0-1 0 0,0 0 1 0 0,0 0 0 0 0,-1 0-1 0 0,1 0 1 0 0,0 0-1 0 0,0 0 1 0 0,0 0-1 0 0,0 0 1 0 0,0 0-1 0 0,-1 0 1 0 0,1 0 0 0 0,0 0-1 0 0,0 0 1 0 0,0 0-1 0 0,0 0 1 0 0,0 0-1 0 0,0 0 1 0 0,-1 0-1 0 0,1 1 1 0 0,0-1 0 0 0,0 0-1 0 0,0 0 1 0 0,0 0-1 0 0,0 0 1 0 0,0 0-1 0 0,0 0 1 0 0,0 0-1 0 0,0 1 1 0 0,0-1-1 0 0,0 0 1 0 0,-1 0 0 0 0,1 0-1 0 0,0 0 1 0 0,0 0-1 0 0,0 1 1 0 0,0-1-1 0 0,0 0 1 0 0,0 0-1 0 0,0 0 1 0 0,0 0 0 0 0,0 0-1 0 0,0 1 1 0 0,0-1-1 0 0,1 0 1 0 0,-1 0-1 0 0,0 0 1 0 0,0 0-1 0 0,0 0 1 0 0,0 1 0 0 0,0-1-1 0 0,29-2 310 0 0,0-1 0 0 0,40-10 0 0 0,1 0-184 0 0,88-14-9 0 0,78-9 662 0 0,-207 30-294 0 0,-26 6-459 0 0,12-6-342 0 0,19-20-11574 0 0,-23 19 7714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3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281 185 1752 0 0,'-17'-2'5007'0'0,"-6"-1"-1586"0"0,1 0-1 0 0,-27-8 0 0 0,41 8-2928 0 0,0 1-1 0 0,0-1 0 0 0,0-1 0 0 0,0 1 0 0 0,0-1 0 0 0,1-1 0 0 0,-1 1 0 0 0,1-1 0 0 0,-7-7 0 0 0,13 11-462 0 0,0 0 1 0 0,0-1-1 0 0,0 1 0 0 0,0-1 0 0 0,1 1 0 0 0,-1 0 0 0 0,0-1 0 0 0,1 0 0 0 0,-1 1 1 0 0,1-1-1 0 0,-1 1 0 0 0,1-1 0 0 0,0 1 0 0 0,-1-1 0 0 0,1 0 0 0 0,0 1 0 0 0,0-1 1 0 0,0 0-1 0 0,0 1 0 0 0,1-1 0 0 0,-1 0 0 0 0,0 1 0 0 0,1-1 0 0 0,-1 1 0 0 0,1-1 1 0 0,1-2-1 0 0,-1 1-19 0 0,1-1 0 0 0,0 0 0 0 0,1 1 0 0 0,-1 0 1 0 0,0-1-1 0 0,1 1 0 0 0,0 0 0 0 0,0 0 0 0 0,5-3 0 0 0,0 0-13 0 0,1 1-1 0 0,0 0 0 0 0,1 1 0 0 0,-1 0 0 0 0,1 0 0 0 0,0 1 1 0 0,0 1-1 0 0,0-1 0 0 0,0 2 0 0 0,0-1 0 0 0,0 1 0 0 0,1 1 0 0 0,17 1 1 0 0,-16 0-19 0 0,0 0 1 0 0,-1 1 0 0 0,1 1 0 0 0,-1-1 0 0 0,0 2 0 0 0,0 0-1 0 0,0 0 1 0 0,0 1 0 0 0,-1 0 0 0 0,1 1 0 0 0,16 13-1 0 0,-22-15 15 0 0,0 1-1 0 0,0 0 0 0 0,0 0 0 0 0,0 0 0 0 0,-1 1 0 0 0,0-1 0 0 0,0 1 1 0 0,0 0-1 0 0,-1 0 0 0 0,0 1 0 0 0,0-1 0 0 0,-1 1 0 0 0,4 12 0 0 0,-5-9 11 0 0,0 0 0 0 0,0-1-1 0 0,-1 1 1 0 0,0 0-1 0 0,-1-1 1 0 0,0 1-1 0 0,0 0 1 0 0,-1-1 0 0 0,-3 11-1 0 0,-3 3 24 0 0,-1-1-1 0 0,-1 0 1 0 0,-1-1 0 0 0,-1 0-1 0 0,-1 0 1 0 0,-1-2-1 0 0,-20 24 1 0 0,-33 28 802 0 0,-4-3 0 0 0,-84 63 0 0 0,136-116-422 0 0,-21 19 336 0 0,39-33-658 0 0,17 2-11 0 0,198-39-250 0 0,-58 9 261 0 0,-129 22-38 0 0,140-27 467 0 0,-165 31-500 0 0,14-10-509 0 0,-15 10 59 0 0,21-29-10726 0 0,-2 5 4416 0 0,-7 11 1094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93 612 0 0,'-2'-12'4493'0'0,"-2"-1"1"0"0,1 1-1 0 0,-10-21 1095 0 0,13 32-5294 0 0,0 0-1 0 0,0 0 1 0 0,0-1-1 0 0,0 1 0 0 0,0 0 1 0 0,0 0-1 0 0,-1 0 0 0 0,1 0 1 0 0,0 0-1 0 0,0 0 0 0 0,-1 0 1 0 0,1 0-1 0 0,-1 0 1 0 0,1 0-1 0 0,-1 0 0 0 0,1 1 1 0 0,-1-1-1 0 0,0 0 0 0 0,1 0 1 0 0,-1 0-1 0 0,-1 0 0 0 0,-4 3 1822 0 0,2 13-1290 0 0,-32 320 1951 0 0,20-201-2497 0 0,-9 107 206 0 0,25-233-402 0 0,-4 24-32 0 0,4-28 1669 0 0,-2 5-4990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353 482 1956 0 0,'-1'-7'1052'0'0,"0"1"-1"0"0,-1 0 1 0 0,0-1-1 0 0,-1 1 1 0 0,0 0-1 0 0,-5-9 1 0 0,5 10-665 0 0,0-1 0 0 0,-1 2-1 0 0,0-1 1 0 0,0 0 0 0 0,0 1 0 0 0,-1 0 0 0 0,1-1-1 0 0,-1 2 1 0 0,0-1 0 0 0,0 1 0 0 0,-8-5 0 0 0,11 8-355 0 0,0-1 1 0 0,0 1-1 0 0,0 0 1 0 0,0-1-1 0 0,0 1 1 0 0,0 0-1 0 0,0 0 1 0 0,0 1-1 0 0,0-1 1 0 0,0 0-1 0 0,0 1 1 0 0,0-1 0 0 0,0 1-1 0 0,0-1 1 0 0,0 1-1 0 0,1 0 1 0 0,-4 1-1 0 0,-27 20 155 0 0,10-2-136 0 0,1 1 0 0 0,1 1-1 0 0,1 1 1 0 0,1 1-1 0 0,1 0 1 0 0,1 1 0 0 0,1 1-1 0 0,1 0 1 0 0,-14 41-1 0 0,25-59-35 0 0,0 1-1 0 0,1 0 0 0 0,0 0 1 0 0,0 0-1 0 0,1 0 0 0 0,0 0 1 0 0,1 13-1 0 0,0-20-9 0 0,0 1 0 0 0,1-1-1 0 0,-1 0 1 0 0,0 1 0 0 0,1-1 0 0 0,-1 0 0 0 0,1 0 0 0 0,0 0 0 0 0,0 0-1 0 0,0 0 1 0 0,0 0 0 0 0,0 0 0 0 0,0 0 0 0 0,1 0 0 0 0,-1 0 0 0 0,0 0-1 0 0,1-1 1 0 0,0 1 0 0 0,-1 0 0 0 0,1-1 0 0 0,0 0 0 0 0,0 1-1 0 0,0-1 1 0 0,0 0 0 0 0,0 0 0 0 0,0 0 0 0 0,0 0 0 0 0,0 0 0 0 0,0-1-1 0 0,1 1 1 0 0,-1-1 0 0 0,0 1 0 0 0,0-1 0 0 0,1 0 0 0 0,-1 0 0 0 0,4 0-1 0 0,1 0 13 0 0,0 0 0 0 0,1-1 0 0 0,-1 0 0 0 0,1 0 0 0 0,-1-1 0 0 0,0 0 0 0 0,0-1 0 0 0,0 1 0 0 0,0-1 0 0 0,0 0 0 0 0,-1-1 0 0 0,1 0 0 0 0,6-5 0 0 0,-5 2-27 0 0,0 0 1 0 0,0-1 0 0 0,-1 1-1 0 0,0-2 1 0 0,0 1-1 0 0,-1-1 1 0 0,0 0 0 0 0,7-15-1 0 0,-5 6 125 0 0,-1-1-1 0 0,-1-1 1 0 0,0 1-1 0 0,-1-1 1 0 0,-1 1-1 0 0,-1-1 1 0 0,-1-1-1 0 0,-1 1 1 0 0,-1-33 0 0 0,-6-16 1271 0 0,6 68-1294 0 0,-1 3-84 0 0,0 0 0 0 0,-1 0 0 0 0,1 0 0 0 0,0 1 0 0 0,0-1 0 0 0,1 0 0 0 0,-1 1 0 0 0,0-1 0 0 0,1 1 0 0 0,-1-1 0 0 0,1 5 0 0 0,0-6-5 0 0,-2 23 14 0 0,1-1-1 0 0,2 1 1 0 0,0 0-1 0 0,1-1 1 0 0,1 1-1 0 0,2-1 1 0 0,0 0-1 0 0,2 0 1 0 0,0-1 0 0 0,1 0-1 0 0,17 31 1 0 0,-22-46-53 0 0,1 0 1 0 0,1-1 0 0 0,0 1-1 0 0,-1-1 1 0 0,2 0 0 0 0,-1 0 0 0 0,1-1-1 0 0,0 0 1 0 0,0 0 0 0 0,0 0-1 0 0,1 0 1 0 0,0-1 0 0 0,0 0-1 0 0,0-1 1 0 0,0 0 0 0 0,0 0 0 0 0,1 0-1 0 0,10 2 1 0 0,-10-4-220 0 0,1 0 0 0 0,0 0 0 0 0,0-1 0 0 0,0 0 0 0 0,0-1 0 0 0,0 0-1 0 0,0 0 1 0 0,0-1 0 0 0,-1 0 0 0 0,1 0 0 0 0,0-1 0 0 0,-1 0 0 0 0,0-1 0 0 0,0 1 0 0 0,15-11 0 0 0,-6 2-160 0 0,-1-1 1 0 0,0-1-1 0 0,0-1 1 0 0,-2 0 0 0 0,0-1-1 0 0,-1 0 1 0 0,0-1-1 0 0,-2 0 1 0 0,20-38-1 0 0,-9 7 48 0 0,-3-1 0 0 0,25-91 0 0 0,-31 87 1053 0 0,12-96 0 0 0,-23 116 536 0 0,-1 0 0 0 0,-3-36 0 0 0,2 66-1076 0 0,0 0 0 0 0,0 0-1 0 0,-1 1 1 0 0,0-1 0 0 0,1 0 0 0 0,-1 0 0 0 0,0 1-1 0 0,-2-5 1 0 0,3 7-136 0 0,0 0 0 0 0,0 0-1 0 0,0 0 1 0 0,-1 0 0 0 0,1-1-1 0 0,0 1 1 0 0,0 0 0 0 0,0 0-1 0 0,0 0 1 0 0,0 0 0 0 0,-1 0-1 0 0,1 0 1 0 0,0 0 0 0 0,0-1-1 0 0,0 1 1 0 0,0 0 0 0 0,-1 0-1 0 0,1 0 1 0 0,0 0 0 0 0,0 0-1 0 0,0 0 1 0 0,-1 0 0 0 0,1 0-1 0 0,0 0 1 0 0,0 0 0 0 0,0 0 0 0 0,-1 0-1 0 0,1 0 1 0 0,0 0 0 0 0,0 0-1 0 0,0 0 1 0 0,-1 0 0 0 0,1 0-1 0 0,0 0 1 0 0,0 1 0 0 0,0-1-1 0 0,-1 0 1 0 0,1 0 0 0 0,-9 15 216 0 0,-3 16 339 0 0,2 1 0 0 0,-12 60 0 0 0,1 68 899 0 0,13 5-673 0 0,9-143-732 0 0,1 0 0 0 0,0 0 1 0 0,2 0-1 0 0,0 0 0 0 0,11 29 1 0 0,-7-31-14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59 161 1020 0 0,'-31'-1'5303'0'0,"4"-1"1893"0"0,27 2-7154 0 0,0 0-1 0 0,0-1 1 0 0,0 1 0 0 0,0 0 0 0 0,0 0-1 0 0,0 0 1 0 0,0 0 0 0 0,0 0-1 0 0,0-1 1 0 0,0 1 0 0 0,0 0 0 0 0,0 0-1 0 0,0 0 1 0 0,0 0 0 0 0,0-1-1 0 0,0 1 1 0 0,0 0 0 0 0,0 0 0 0 0,0 0-1 0 0,0 0 1 0 0,0 0 0 0 0,0-1-1 0 0,0 1 1 0 0,0 0 0 0 0,1 0 0 0 0,-1 0-1 0 0,0 0 1 0 0,0 0 0 0 0,0 0-1 0 0,0 0 1 0 0,0-1 0 0 0,0 1 0 0 0,0 0-1 0 0,1 0 1 0 0,-1 0 0 0 0,0 0 0 0 0,0 0-1 0 0,0 0 1 0 0,0 0 0 0 0,0 0-1 0 0,1 0 1 0 0,-1 0 0 0 0,0 0 0 0 0,0 0-1 0 0,21-10-396 0 0,72-23 972 0 0,143-32-1 0 0,-117 36-510 0 0,-103 24-196 0 0,-10 3-22 0 0,0 0 0 0 0,1 0 0 0 0,0 1-1 0 0,-1-1 1 0 0,1 2 0 0 0,0-1 0 0 0,0 1-1 0 0,0 0 1 0 0,6 1 0 0 0,-12-1-94 0 0,0 0-1 0 0,0 1 1 0 0,0-1-1 0 0,0 1 1 0 0,-1-1-1 0 0,1 1 1 0 0,0 0-1 0 0,0-1 1 0 0,-1 1-1 0 0,1 0 1 0 0,-1-1-1 0 0,1 1 1 0 0,0 0-1 0 0,-1 0 1 0 0,1 1-1 0 0,12 12-5910 0 0,-2-7 2774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96 2172 0 0,'-27'-22'3963'0'0,"14"12"-1816"0"0,1 0-1 0 0,-1-1 1 0 0,-12-16 0 0 0,24 26-1978 0 0,1 1-158 0 0,1-1-1 0 0,-1 1 1 0 0,0 0-1 0 0,0-1 1 0 0,0 1 0 0 0,0 0-1 0 0,1-1 1 0 0,-1 1-1 0 0,0 0 1 0 0,0-1-1 0 0,1 1 1 0 0,-1 0-1 0 0,0 0 1 0 0,1-1-1 0 0,-1 1 1 0 0,0 0-1 0 0,1 0 1 0 0,-1-1-1 0 0,0 1 1 0 0,1 0-1 0 0,-1 0 1 0 0,0 0 0 0 0,1 0-1 0 0,-1 0 1 0 0,0 0-1 0 0,1-1 1 0 0,-1 1-1 0 0,1 0 1 0 0,-1 0-1 0 0,0 0 1 0 0,1 0-1 0 0,-1 0 1 0 0,1 1-1 0 0,-1-1 1 0 0,16 1 59 0 0,-15-1-73 0 0,12 3 27 0 0,-1 0 0 0 0,1 1 0 0 0,0 0 0 0 0,-1 1 0 0 0,0 1 0 0 0,0-1 0 0 0,-1 2 0 0 0,1 0 0 0 0,-2 0 0 0 0,1 1 0 0 0,-1 0 0 0 0,19 20 0 0 0,-27-25 25 0 0,1 1 0 0 0,0 0 0 0 0,-1 0-1 0 0,0 0 1 0 0,0 0 0 0 0,0 0-1 0 0,0 0 1 0 0,-1 1 0 0 0,0-1-1 0 0,0 0 1 0 0,0 1 0 0 0,0-1 0 0 0,-1 1-1 0 0,1 0 1 0 0,-1-1 0 0 0,0 1-1 0 0,-1-1 1 0 0,1 1 0 0 0,-1-1-1 0 0,0 1 1 0 0,0-1 0 0 0,0 1 0 0 0,-1-1-1 0 0,1 0 1 0 0,-4 7 0 0 0,-1-2 62 0 0,1 1 1 0 0,-1-1-1 0 0,-1 0 1 0 0,1 0 0 0 0,-2 0-1 0 0,1-1 1 0 0,-1 0-1 0 0,0-1 1 0 0,-14 10 0 0 0,-11 5 496 0 0,31-20-530 0 0,0-2 8 0 0,1 0-81 0 0,1 0 1 0 0,-1 1-1 0 0,0-1 0 0 0,1 0 0 0 0,-1 0 0 0 0,1 0 0 0 0,-1 0 0 0 0,1 0 1 0 0,-1 0-1 0 0,1 0 0 0 0,-1 0 0 0 0,1 0 0 0 0,-1 0 0 0 0,0 0 0 0 0,1 0 1 0 0,-1 0-1 0 0,1-1 0 0 0,-1 1 0 0 0,0 0 0 0 0,1-3-3 0 0,0 0 0 0 0,0 0 1 0 0,0 1-1 0 0,1-1 0 0 0,-1 0 0 0 0,1 1 0 0 0,-1-1 0 0 0,1 1 1 0 0,0-1-1 0 0,0 0 0 0 0,0 1 0 0 0,0 0 0 0 0,1-1 0 0 0,-1 1 1 0 0,1 0-1 0 0,-1-1 0 0 0,3-1 0 0 0,35-41 26 0 0,-36 42-28 0 0,168-171-72 0 0,-113 114 166 0 0,-57 58-84 0 0,0 0 3 0 0,-1 2-13 0 0,0 0 1 0 0,0 0-1 0 0,0 0 0 0 0,0-1 0 0 0,0 1 0 0 0,1 0 1 0 0,-1 0-1 0 0,0-1 0 0 0,0 1 0 0 0,0 0 1 0 0,0 0-1 0 0,0 0 0 0 0,0-1 0 0 0,0 1 1 0 0,0 0-1 0 0,0 0 0 0 0,0-1 0 0 0,0 1 0 0 0,0 0 1 0 0,-1 0-1 0 0,1 0 0 0 0,0-1 0 0 0,0 1 1 0 0,0 0-1 0 0,0 0 0 0 0,0 0 0 0 0,0-1 1 0 0,0 1-1 0 0,-1 0 0 0 0,1 0 0 0 0,0 0 1 0 0,0-1-1 0 0,0 1 0 0 0,0 0 0 0 0,-1 0 0 0 0,1 0 1 0 0,0 0-1 0 0,0 0 0 0 0,0 0 0 0 0,-1 0 1 0 0,1-1-1 0 0,0 1 0 0 0,0 0 0 0 0,0 0 1 0 0,-1 0-1 0 0,-11 3-36 0 0,-6 11 38 0 0,0 0-1 0 0,1 1 1 0 0,-20 21 0 0 0,31-29 0 0 0,0 1-1 0 0,0-1 1 0 0,1 1 0 0 0,-1 0-1 0 0,2 0 1 0 0,-1 1 0 0 0,1-1-1 0 0,1 1 1 0 0,-1 0 0 0 0,1 0-1 0 0,-1 9 1 0 0,3-15 0 0 0,1 0 0 0 0,0-1 1 0 0,0 1-1 0 0,0 0 0 0 0,0-1 0 0 0,1 1 0 0 0,-1-1 1 0 0,1 1-1 0 0,-1-1 0 0 0,1 1 0 0 0,0-1 0 0 0,0 1 1 0 0,0-1-1 0 0,0 1 0 0 0,0-1 0 0 0,3 3 0 0 0,-1-1-33 0 0,0-1 0 0 0,1 1 0 0 0,-1-1 0 0 0,1 0 0 0 0,-1 0 0 0 0,1-1 0 0 0,0 1 0 0 0,7 3 1 0 0,5 0-381 0 0,0 0 0 0 0,0-1 1 0 0,0 0-1 0 0,18 2 0 0 0,52 5-2976 0 0,-28-8-1754 0 0,-20-2-643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79 936 0 0,'-6'-1'798'0'0,"-32"-7"5331"0"0,-43-16 0 0 0,80 24-6106 0 0,1 0-1 0 0,0 0 1 0 0,-1 0 0 0 0,1-1 0 0 0,0 1-1 0 0,-1 0 1 0 0,1 0 0 0 0,-1 0 0 0 0,1 0 0 0 0,0 0-1 0 0,-1 0 1 0 0,1-1 0 0 0,0 1 0 0 0,-1 0-1 0 0,1 0 1 0 0,0-1 0 0 0,-1 1 0 0 0,1 0-1 0 0,0 0 1 0 0,0-1 0 0 0,-1 1 0 0 0,1 0-1 0 0,0-1 1 0 0,0 1 0 0 0,0 0 0 0 0,-1-1-1 0 0,1 1 1 0 0,0 0 0 0 0,0-1 0 0 0,0 1-1 0 0,0 0 1 0 0,0-1 0 0 0,0 1 0 0 0,0-1-1 0 0,0 1 1 0 0,0 0 0 0 0,0-1 0 0 0,0 1-1 0 0,0-1 1 0 0,0 1 0 0 0,0 0 0 0 0,0-1 0 0 0,0 1-1 0 0,0 0 1 0 0,0-1 0 0 0,1 1 0 0 0,-1 0-1 0 0,0-1 1 0 0,0 1 0 0 0,0 0 0 0 0,1-1-1 0 0,-1 1 1 0 0,0 0 0 0 0,0-1 0 0 0,1 1-1 0 0,-1 0 1 0 0,0 0 0 0 0,1-1 0 0 0,-1 1-1 0 0,0 0 1 0 0,1 0 0 0 0,-1 0 0 0 0,0-1-1 0 0,1 1 1 0 0,22-12 75 0 0,-23 12-72 0 0,9-4-2 0 0,0 1 0 0 0,0 1 0 0 0,1 0 0 0 0,-1 0 0 0 0,0 1 0 0 0,1 0 1 0 0,-1 1-1 0 0,12 0 0 0 0,-15 1-17 0 0,0-1 0 0 0,0 1 0 0 0,0 0 0 0 0,0 0 0 0 0,0 1 0 0 0,0-1 0 0 0,-1 1 1 0 0,1 1-1 0 0,-1-1 0 0 0,1 1 0 0 0,-1 0 0 0 0,0 0 0 0 0,9 8 0 0 0,-12-10 4 0 0,-1 0-1 0 0,0 1 0 0 0,0-1 0 0 0,0 1 0 0 0,0-1 0 0 0,0 1 0 0 0,-1-1 0 0 0,1 1 1 0 0,0-1-1 0 0,-1 1 0 0 0,1 0 0 0 0,-1-1 0 0 0,0 1 0 0 0,1 0 0 0 0,-1 0 0 0 0,0-1 1 0 0,0 4-1 0 0,-1-1 13 0 0,1 1 1 0 0,-1-1-1 0 0,0 0 1 0 0,0 0-1 0 0,-1 0 1 0 0,1 0-1 0 0,-3 4 0 0 0,-1 2 27 0 0,-1 0-1 0 0,0-1 0 0 0,-1 0 0 0 0,-14 15 1 0 0,-72 55 815 0 0,66-58-58 0 0,25-20-453 0 0,3-2-350 0 0,0 0-1 0 0,0 0 1 0 0,-1 0 0 0 0,1 0-1 0 0,0 1 1 0 0,0-1-1 0 0,1 0 1 0 0,-1 0-1 0 0,0 1 1 0 0,0-1-1 0 0,0 0 1 0 0,0 1 0 0 0,1-1-1 0 0,-1 1 1 0 0,0 0-1 0 0,0-1 1 0 0,3 1-1 0 0,5-2-4 0 0,-1 0 0 0 0,1 1-1 0 0,0 1 1 0 0,0-1-1 0 0,0 1 1 0 0,-1 1 0 0 0,1 0-1 0 0,9 2 1 0 0,-17-3 1 0 0,14 3-5 0 0,-1 0 0 0 0,0 1 0 0 0,-1 0 1 0 0,20 10-1 0 0,-28-12 66 0 0,0 1 1 0 0,0 0 0 0 0,0 0 0 0 0,-1 0-1 0 0,1 0 1 0 0,-1 1 0 0 0,0-1-1 0 0,0 1 1 0 0,0 0 0 0 0,-1 0-1 0 0,1 1 1 0 0,-1-1 0 0 0,0 1-1 0 0,3 6 1 0 0,-5-8 54 0 0,0-1-1 0 0,0 1 1 0 0,0-1-1 0 0,-1 1 1 0 0,1-1-1 0 0,-1 1 1 0 0,0 0-1 0 0,1-1 1 0 0,-1 1 0 0 0,0 0-1 0 0,-1-1 1 0 0,1 1-1 0 0,0-1 1 0 0,-1 1-1 0 0,1 0 1 0 0,-1-1-1 0 0,0 1 1 0 0,-2 3-1 0 0,1-3 23 0 0,0 1-1 0 0,0-1 1 0 0,-1 0-1 0 0,1 0 1 0 0,-1 0-1 0 0,0-1 1 0 0,0 1-1 0 0,0 0 0 0 0,-1-1 1 0 0,1 0-1 0 0,-5 2 1 0 0,-1 1 40 0 0,-1-1 0 0 0,1 0 0 0 0,-1-1 0 0 0,0 0 0 0 0,0 0 1 0 0,-1-1-1 0 0,1-1 0 0 0,-16 1 0 0 0,21-2-150 0 0,-86-3 344 0 0,80 2-386 0 0,1-1 0 0 0,0 0 1 0 0,0 0-1 0 0,0-1 0 0 0,0 0 1 0 0,-16-8-1 0 0,25 10-103 0 0,-1 0-1 0 0,1 1 1 0 0,0-1-1 0 0,0 0 1 0 0,0 1-1 0 0,0-1 1 0 0,0 0-1 0 0,0 0 1 0 0,0 0 0 0 0,0 0-1 0 0,0 0 1 0 0,1 0-1 0 0,-1 0 1 0 0,0 0-1 0 0,0 0 1 0 0,1-1-1 0 0,-1 1 1 0 0,1 0 0 0 0,-1 0-1 0 0,1 0 1 0 0,0-1-1 0 0,-1 1 1 0 0,1 0-1 0 0,0-3 1 0 0,0 1-107 0 0,1 1 1 0 0,-1-1 0 0 0,1 1-1 0 0,0-1 1 0 0,0 1-1 0 0,0-1 1 0 0,0 1-1 0 0,0 0 1 0 0,0-1-1 0 0,1 1 1 0 0,2-4-1 0 0,4-3-825 0 0,0 0-1 0 0,1 1 0 0 0,0-1 0 0 0,14-8 1 0 0,30-21-5345 0 0,-23 18 799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86 1824 0 0,'-3'-1'1852'0'0,"-80"-28"9947"0"0,81 28-11436 0 0,2 1-348 0 0,0 0-1 0 0,-1 0 1 0 0,1 0-1 0 0,0 0 1 0 0,0 0 0 0 0,-1 0-1 0 0,1 0 1 0 0,0-1-1 0 0,0 1 1 0 0,-1 0 0 0 0,1 0-1 0 0,0 0 1 0 0,0 0-1 0 0,-1-1 1 0 0,1 1 0 0 0,0 0-1 0 0,0 0 1 0 0,0-1-1 0 0,0 1 1 0 0,-1 0-1 0 0,1 0 1 0 0,0-1 0 0 0,0 1-1 0 0,0 0 1 0 0,0 0-1 0 0,0-1 1 0 0,0 1 0 0 0,0 0-1 0 0,0-1 1 0 0,0 1-1 0 0,0 0 1 0 0,0 0 0 0 0,0-1-1 0 0,0 1 1 0 0,0 0-1 0 0,0-1 1 0 0,0 1 0 0 0,0 0-1 0 0,0 0 1 0 0,0-1-1 0 0,0 1 1 0 0,0 0-1 0 0,0-1 1 0 0,0 1 0 0 0,1 0-1 0 0,-1 0 1 0 0,0-1-1 0 0,0 1 1 0 0,0 0 0 0 0,1 0-1 0 0,-1 0 1 0 0,0-1-1 0 0,0 1 1 0 0,0 0 0 0 0,1 0-1 0 0,-1 0 1 0 0,0 0-1 0 0,0-1 1 0 0,1 1-1 0 0,-1 0 1 0 0,0 0 0 0 0,1 0-1 0 0,-1 0 1 0 0,0 0-1 0 0,0 0 1 0 0,1 0 0 0 0,-1 0-1 0 0,16-7 58 0 0,-1 1 0 0 0,1 1-1 0 0,0 1 1 0 0,29-5 0 0 0,69-1-1237 0 0,-62 10-1790 0 0,-20 3-2981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2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25 1676 0 0,'-45'17'6985'0'0,"-17"5"1576"0"0,62-22-8543 0 0,0 0 1 0 0,0 0-1 0 0,0 0 0 0 0,0 0 0 0 0,-1 0 0 0 0,1 0 0 0 0,0 0 0 0 0,0 0 0 0 0,0 0 1 0 0,0 0-1 0 0,0 0 0 0 0,-1 0 0 0 0,1 0 0 0 0,0 0 0 0 0,0 0 0 0 0,0 0 1 0 0,0 0-1 0 0,-1 0 0 0 0,1 1 0 0 0,0-1 0 0 0,0 0 0 0 0,0 0 0 0 0,0 0 1 0 0,0 0-1 0 0,0 0 0 0 0,-1 0 0 0 0,1 0 0 0 0,0 0 0 0 0,0 1 0 0 0,0-1 1 0 0,0 0-1 0 0,0 0 0 0 0,0 0 0 0 0,0 0 0 0 0,0 0 0 0 0,0 0 0 0 0,0 1 0 0 0,0-1 1 0 0,0 0-1 0 0,0 0 0 0 0,0 0 0 0 0,0 0 0 0 0,0 1 0 0 0,0-1 0 0 0,0 0 1 0 0,0 0-1 0 0,0 0 0 0 0,0 0 0 0 0,0 0 0 0 0,0 1 0 0 0,0-1 0 0 0,0 0 1 0 0,0 0-1 0 0,14 4 424 0 0,25-4-444 0 0,1-2-1 0 0,0-2 1 0 0,44-10 0 0 0,-51 8-685 0 0,64-12-3609 0 0,-34 0-1935 0 0,-31 8 1214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76 116 2672 0 0,'-16'-12'4702'0'0,"0"-1"0"0"0,-21-24 0 0 0,36 37-4630 0 0,1-1 1 0 0,-1 0-1 0 0,0 1 0 0 0,1-1 0 0 0,-1 0 0 0 0,1 1 1 0 0,0-1-1 0 0,-1 0 0 0 0,1 0 0 0 0,0 0 1 0 0,-1 1-1 0 0,1-1 0 0 0,0 0 0 0 0,0 0 0 0 0,0 0 1 0 0,-1 0-1 0 0,1 0 0 0 0,0 0 0 0 0,0 1 0 0 0,1-1 1 0 0,-1 0-1 0 0,0 0 0 0 0,0 0 0 0 0,1-1 0 0 0,0 0-18 0 0,-1 1 0 0 0,1-1 0 0 0,0 1-1 0 0,0 0 1 0 0,0 0 0 0 0,1 0 0 0 0,-1-1-1 0 0,0 1 1 0 0,0 0 0 0 0,1 0 0 0 0,-1 1 0 0 0,3-2-1 0 0,1-1 4 0 0,1 0-1 0 0,0 1 0 0 0,0 0 0 0 0,0 0 1 0 0,10-1-1 0 0,-9 2-38 0 0,-1 1 0 0 0,0 0-1 0 0,1 0 1 0 0,-1 0 0 0 0,0 1 0 0 0,0 0 0 0 0,1 0 0 0 0,-1 1 0 0 0,0-1-1 0 0,0 1 1 0 0,0 1 0 0 0,-1-1 0 0 0,1 1 0 0 0,0 0 0 0 0,-1 0 0 0 0,0 1-1 0 0,0 0 1 0 0,7 6 0 0 0,-8-7-6 0 0,-1 1-1 0 0,0 0 1 0 0,0 0 0 0 0,0 0-1 0 0,-1 0 1 0 0,1 0-1 0 0,-1 0 1 0 0,0 1 0 0 0,0-1-1 0 0,0 1 1 0 0,-1-1-1 0 0,0 1 1 0 0,0 0 0 0 0,0-1-1 0 0,0 1 1 0 0,-1 0-1 0 0,0 0 1 0 0,0 0 0 0 0,0 0-1 0 0,0 0 1 0 0,-1-1-1 0 0,0 1 1 0 0,0 0 0 0 0,-2 6-1 0 0,-1-1 9 0 0,0 0 1 0 0,-1-1-1 0 0,0 1 0 0 0,0-1 1 0 0,-1 0-1 0 0,0-1 0 0 0,-7 9 1 0 0,-8 5 48 0 0,-25 21 1 0 0,1-2 175 0 0,15-17 183 0 0,28-23-219 0 0,5-1-205 0 0,13 0 1 0 0,13 0-4 0 0,29 4 1 0 0,-49-3 1 0 0,1 0 0 0 0,-1 1 0 0 0,0 1 0 0 0,0 0-1 0 0,0 0 1 0 0,0 0 0 0 0,12 8 0 0 0,-12-5 135 0 0,1 0 1 0 0,-1 0 0 0 0,0 1-1 0 0,0 0 1 0 0,0 1-1 0 0,11 13 1 0 0,-18-18 9 0 0,0 0 0 0 0,0 1 0 0 0,0-1 0 0 0,0 0 0 0 0,0 1 0 0 0,-1-1 0 0 0,0 1 0 0 0,1 0 0 0 0,-1-1 0 0 0,0 1 0 0 0,-1 0 0 0 0,1 0 0 0 0,-1 0 0 0 0,0 0 1 0 0,0 0-1 0 0,0-1 0 0 0,0 1 0 0 0,-1 0 0 0 0,1 0 0 0 0,-1 0 0 0 0,0-1 0 0 0,-3 8 0 0 0,2-5 11 0 0,-1 0 0 0 0,0 0 0 0 0,-1 0-1 0 0,1 0 1 0 0,-1 0 0 0 0,0-1 0 0 0,-1 0 0 0 0,1 0 0 0 0,-1 0-1 0 0,0 0 1 0 0,0-1 0 0 0,-1 0 0 0 0,1 0 0 0 0,-1 0 0 0 0,0 0-1 0 0,0-1 1 0 0,0 0 0 0 0,0-1 0 0 0,-1 1 0 0 0,1-1-1 0 0,-1 0 1 0 0,0-1 0 0 0,1 0 0 0 0,-1 0 0 0 0,0 0 0 0 0,0-1-1 0 0,0 0 1 0 0,1 0 0 0 0,-1 0 0 0 0,-13-4 0 0 0,-40-11-1803 0 0,56 10-421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0 1444 0 0,'3'0'5779'0'0,"1"0"-4704"0"0,-1 1 0 0 0,0-1 0 0 0,1 0 0 0 0,-1 1 1 0 0,0 0-1 0 0,1 0 0 0 0,-1 0 0 0 0,0 0 1 0 0,4 2-1 0 0,-6-2-869 0 0,0 0 1 0 0,0 0-1 0 0,-1 0 1 0 0,1 0-1 0 0,0 0 1 0 0,0 1 0 0 0,-1-1-1 0 0,1 0 1 0 0,0 0-1 0 0,-1 1 1 0 0,1-1-1 0 0,-1 0 1 0 0,0 1-1 0 0,1-1 1 0 0,-1 0-1 0 0,0 1 1 0 0,0-1 0 0 0,0 1-1 0 0,0-1 1 0 0,0 0-1 0 0,0 1 1 0 0,0-1-1 0 0,0 0 1 0 0,-1 1-1 0 0,1-1 1 0 0,-1 2-1 0 0,-3 13 175 0 0,-1-1-1 0 0,0 0 0 0 0,-1 0 1 0 0,-1 0-1 0 0,0-1 0 0 0,-11 16 0 0 0,-59 75-13 0 0,65-90-750 0 0,-74 83-3056 0 0,72-85-248 0 0,0-1 0 0 0,-26 18 0 0 0,16-14-5606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52 115 84 0 0,'-14'-7'4621'0'0,"10"4"-3787"0"0,1 1-349 0 0,0 0 1 0 0,0-1-1 0 0,0 1 0 0 0,0-1 0 0 0,1 0 1 0 0,-1 0-1 0 0,1 0 0 0 0,0 0 0 0 0,0 0 0 0 0,0 0 1 0 0,0 0-1 0 0,-1-5 0 0 0,3 6-396 0 0,0 0 0 0 0,0 0 0 0 0,1 0 0 0 0,-1 0 0 0 0,1 1 0 0 0,-1-1 0 0 0,1 0 0 0 0,0 0 0 0 0,0 0 0 0 0,0 1 0 0 0,0-1 0 0 0,0 1 0 0 0,0-1-1 0 0,0 1 1 0 0,0-1 0 0 0,0 1 0 0 0,1-1 0 0 0,1 0 0 0 0,3-2-29 0 0,1 0-1 0 0,-1 0 0 0 0,1 1 0 0 0,0 0 1 0 0,0 1-1 0 0,0-1 0 0 0,0 1 1 0 0,0 1-1 0 0,1-1 0 0 0,-1 1 0 0 0,0 0 1 0 0,1 1-1 0 0,-1 0 0 0 0,1 0 1 0 0,-1 1-1 0 0,1 0 0 0 0,9 2 1 0 0,-6-1-32 0 0,-1 1-1 0 0,1 0 1 0 0,0 0 0 0 0,-1 1 0 0 0,0 1 0 0 0,0-1 0 0 0,0 2 0 0 0,-1-1 0 0 0,1 2 0 0 0,-1-1 0 0 0,9 9 0 0 0,-14-11 3 0 0,0 0-1 0 0,0 1 1 0 0,-1-1-1 0 0,0 1 1 0 0,1 0-1 0 0,-1 0 1 0 0,-1 0 0 0 0,1 0-1 0 0,-1 0 1 0 0,0 1-1 0 0,0-1 1 0 0,-1 1 0 0 0,1 0-1 0 0,0 7 1 0 0,-2-5 53 0 0,0-1 1 0 0,0 0 0 0 0,-1 1-1 0 0,0-1 1 0 0,0 0-1 0 0,-1 0 1 0 0,0 0 0 0 0,0 0-1 0 0,-1 0 1 0 0,-3 7 0 0 0,-3 2 186 0 0,0 0 0 0 0,-2-1 0 0 0,1 0 1 0 0,-2-1-1 0 0,0 0 0 0 0,-1-1 1 0 0,0 0-1 0 0,-18 13 0 0 0,16-13 159 0 0,11-10-318 0 0,1 0 0 0 0,0-1-1 0 0,0 1 1 0 0,-1-1 0 0 0,0 1 0 0 0,1-1 0 0 0,-1 0 0 0 0,-5 2 0 0 0,7-4 51 0 0,2-2-159 0 0,0 1 1 0 0,0-1-1 0 0,0 0 0 0 0,1 0 0 0 0,-1 0 1 0 0,1 0-1 0 0,-1 0 0 0 0,1 0 1 0 0,0 0-1 0 0,-1 1 0 0 0,1-1 0 0 0,0 0 1 0 0,0 1-1 0 0,0-1 0 0 0,0 0 0 0 0,1 1 1 0 0,-1-1-1 0 0,0 1 0 0 0,2-2 0 0 0,35-31 80 0 0,-27 25-74 0 0,72-59 20 0 0,65-61 47 0 0,-148 129-78 0 0,1-1 0 0 0,-1 1 0 0 0,0 0 0 0 0,1-1 0 0 0,-1 1 0 0 0,1 0 0 0 0,-1-1 0 0 0,0 1 0 0 0,1-1 0 0 0,-1 1 0 0 0,0 0-1 0 0,1-1 1 0 0,-1 1 0 0 0,0-1 0 0 0,0 1 0 0 0,1-1 0 0 0,-1 1 0 0 0,0-1 0 0 0,0 1 0 0 0,0-1 0 0 0,0 1 0 0 0,0-1 0 0 0,0 1 0 0 0,0-1 0 0 0,0 0 0 0 0,0 1 0 0 0,0-1-1 0 0,0 1 1 0 0,0-1 0 0 0,0 1 0 0 0,0-2 0 0 0,-1 2-2 0 0,0-1 0 0 0,0 1 1 0 0,0-1-1 0 0,0 1 0 0 0,1-1 0 0 0,-1 1 0 0 0,0 0 0 0 0,0-1 0 0 0,0 1 0 0 0,0 0 0 0 0,0 0 0 0 0,0-1 0 0 0,0 1 0 0 0,-2 0 1 0 0,-31 2-38 0 0,23 2 32 0 0,0 0 0 0 0,0 0 0 0 0,1 1 0 0 0,-1 0 0 0 0,1 1 0 0 0,0 0 0 0 0,1 1 0 0 0,-1 0 0 0 0,1 1 0 0 0,1 0 0 0 0,-1 0 0 0 0,1 1 0 0 0,1-1 0 0 0,0 2 0 0 0,0-1 0 0 0,1 1 0 0 0,-9 17 0 0 0,14-24 8 0 0,-1 0-1 0 0,1 1 1 0 0,0-1 0 0 0,0 0 0 0 0,0 0 0 0 0,1 1-1 0 0,-1-1 1 0 0,1 0 0 0 0,0 1 0 0 0,0-1 0 0 0,0 0-1 0 0,0 1 1 0 0,0-1 0 0 0,1 0 0 0 0,0 1 0 0 0,0-1-1 0 0,2 6 1 0 0,-1-5 0 0 0,0-1 0 0 0,0 0 0 0 0,0 1 0 0 0,1-1 0 0 0,0 0 0 0 0,0 0 0 0 0,0 0 0 0 0,0 0 0 0 0,0-1 0 0 0,0 1 0 0 0,1-1 0 0 0,5 3 0 0 0,3 1 6 0 0,-1-2-1 0 0,1 0 1 0 0,0 0-1 0 0,1-1 0 0 0,-1 0 1 0 0,0-1-1 0 0,1-1 0 0 0,17 1 1 0 0,9-3 266 0 0,-1-1 1 0 0,1-2 0 0 0,71-18-1 0 0,-108 22-151 0 0,0-1-92 0 0,0 0 1 0 0,0 0-1 0 0,-1 1 0 0 0,1-1 1 0 0,0-1-1 0 0,0 1 1 0 0,-1 0-1 0 0,1 0 0 0 0,0-1 1 0 0,-1 1-1 0 0,3-3 0 0 0,-2 2-15 0 0,-1 1-7 0 0,2-5-458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61 332 0 0,'-3'0'2269'0'0,"-57"-8"9444"0"0,60 8-11681 0 0,-1 0 0 0 0,1 0 0 0 0,0 0 0 0 0,-1 0 0 0 0,1 0 0 0 0,0 0 0 0 0,-1 0 0 0 0,1-1 0 0 0,0 1 0 0 0,-1 0 0 0 0,1 0 0 0 0,0 0 0 0 0,-1 0 0 0 0,1 0 0 0 0,0-1 0 0 0,0 1 0 0 0,-1 0 0 0 0,1 0 0 0 0,0 0 0 0 0,0-1 0 0 0,-1 1 0 0 0,1 0 0 0 0,0 0 0 0 0,0-1 0 0 0,0 1 0 0 0,0 0 0 0 0,-1-1 0 0 0,1 1 0 0 0,0 0 0 0 0,0 0 0 0 0,0-1 0 0 0,0 1 0 0 0,0 0 0 0 0,0-1 0 0 0,0 1 0 0 0,0 0 0 0 0,0-1 0 0 0,0 1 0 0 0,0 0 0 0 0,0-1 0 0 0,0 1 0 0 0,0 0 0 0 0,0-1 0 0 0,0 1 0 0 0,0 0 0 0 0,0-1 0 0 0,0 1 0 0 0,1 0 0 0 0,-1-1 0 0 0,0 1 0 0 0,0 0 0 0 0,0 0 0 0 0,0-1 0 0 0,1 1 0 0 0,11-14 446 0 0,-4 10-430 0 0,1 0 0 0 0,0 1 0 0 0,-1-1 0 0 0,1 2 1 0 0,0-1-1 0 0,0 1 0 0 0,1 1 0 0 0,-1 0 1 0 0,16 0-1 0 0,-20 0-41 0 0,0 1-1 0 0,0 1 1 0 0,0-1 0 0 0,0 1-1 0 0,0-1 1 0 0,-1 2 0 0 0,1-1-1 0 0,0 0 1 0 0,-1 1 0 0 0,1 0-1 0 0,-1 0 1 0 0,1 0 0 0 0,-1 1-1 0 0,0-1 1 0 0,0 1 0 0 0,0 0 0 0 0,0 0-1 0 0,-1 1 1 0 0,6 5 0 0 0,-7-5 35 0 0,0-1 0 0 0,0 1 1 0 0,-1 0-1 0 0,0 0 1 0 0,1 0-1 0 0,-1 0 1 0 0,-1 0-1 0 0,1 0 1 0 0,-1 0-1 0 0,1 0 1 0 0,-1 0-1 0 0,0 0 0 0 0,-1 1 1 0 0,1-1-1 0 0,-1 0 1 0 0,0 0-1 0 0,0 0 1 0 0,0 0-1 0 0,0 0 1 0 0,-4 6-1 0 0,-1 4 199 0 0,-1-1 0 0 0,0 0 0 0 0,-1 0 0 0 0,-12 15 0 0 0,-7 3 402 0 0,-1-2 0 0 0,-1-1 0 0 0,-2-1 0 0 0,-43 29 0 0 0,-5 5 935 0 0,42-34-814 0 0,35-26-645 0 0,6-2-73 0 0,344-98-154 0 0,-229 68 86 0 0,-88 23 39 0 0,20-5 144 0 0,-49 12-141 0 0,9-3 62 0 0,-27-6-1573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60 1824 0 0,'0'0'2732'0'0,"-16"-2"2174"0"0,-2-3 1373 0 0,33 1-5639 0 0,81-13-507 0 0,97-15-2158 0 0,-162 33-1271 0 0,-16 2-1426 0 0,-3 0 655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6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21 580 0 0,'-22'13'3378'0'0,"-30"14"-1"0"0,-4 2 526 0 0,36-19-2318 0 0,-7 6-259 0 0,26-15-920 0 0,4-1-244 0 0,10 1-97 0 0,1 0 0 0 0,0-2 1 0 0,0 0-1 0 0,0 0 0 0 0,-1-1 1 0 0,17-5-1 0 0,0 1-30 0 0,-17 3-67 0 0,227-43-1854 0 0,-83 8-4533 0 0,-111 24 1951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7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273 173 836 0 0,'-5'-5'1693'0'0,"-3"-4"303"0"0,-1 1-1 0 0,0 0 0 0 0,-15-10 1 0 0,22 17-1792 0 0,-1-1 1 0 0,0 0 0 0 0,0 1-1 0 0,0-1 1 0 0,0 1 0 0 0,0 0-1 0 0,-1 0 1 0 0,1 0 0 0 0,0 1-1 0 0,0-1 1 0 0,-1 1 0 0 0,1 0-1 0 0,0-1 1 0 0,-1 2 0 0 0,1-1-1 0 0,0 0 1 0 0,-1 1 0 0 0,-3 0-1 0 0,-1 3 5 0 0,0-1 0 0 0,1 2 0 0 0,-1-1 0 0 0,1 1 0 0 0,-1 0 0 0 0,1 1 0 0 0,1-1 0 0 0,-1 1 0 0 0,1 1 0 0 0,0-1 0 0 0,1 1 0 0 0,-1 0 1 0 0,1 1-1 0 0,1-1 0 0 0,-1 1 0 0 0,-3 10 0 0 0,0-1 27 0 0,1 1 0 0 0,1-1 0 0 0,0 1 1 0 0,1 0-1 0 0,1 0 0 0 0,1 0 0 0 0,-1 21 0 0 0,4-29-169 0 0,0-1-1 0 0,1 1 0 0 0,0 0 0 0 0,0-1 0 0 0,1 1 0 0 0,0-1 0 0 0,1 1 0 0 0,0-1 0 0 0,1 0 1 0 0,6 14-1 0 0,-6-17-41 0 0,0 0 1 0 0,0 0 0 0 0,0-1 0 0 0,0 1 0 0 0,1-1-1 0 0,0 0 1 0 0,0-1 0 0 0,1 1 0 0 0,-1-1-1 0 0,1 0 1 0 0,0 0 0 0 0,0 0 0 0 0,0-1-1 0 0,1 0 1 0 0,8 3 0 0 0,5-1 6 0 0,0 0 0 0 0,0-1 0 0 0,1-1 0 0 0,-1-1 0 0 0,0-1 0 0 0,1-1 0 0 0,-1-1 0 0 0,1 0 0 0 0,-1-2-1 0 0,21-5 1 0 0,-24 4-3 0 0,0-1-1 0 0,0 0 0 0 0,-1-1 1 0 0,1-1-1 0 0,-2-1 0 0 0,1 0 1 0 0,-1-1-1 0 0,0 0 0 0 0,-1-2 0 0 0,0 1 1 0 0,-1-2-1 0 0,13-13 0 0 0,-16 13 23 0 0,-1 0-1 0 0,0-1 1 0 0,-1 0-1 0 0,0-1 0 0 0,-1 1 1 0 0,-1-1-1 0 0,0-1 1 0 0,-1 1-1 0 0,0-1 0 0 0,-1 0 1 0 0,-1 0-1 0 0,0 0 1 0 0,0-23-1 0 0,-2 28-34 0 0,-1 0 1 0 0,-1 0-1 0 0,0 0 0 0 0,0 1 1 0 0,0-1-1 0 0,-2 0 0 0 0,1 1 0 0 0,-1-1 1 0 0,0 1-1 0 0,-1 0 0 0 0,0 0 0 0 0,-1 0 1 0 0,0 1-1 0 0,0-1 0 0 0,-1 1 1 0 0,0 0-1 0 0,0 1 0 0 0,0-1 0 0 0,-1 1 1 0 0,-1 1-1 0 0,1-1 0 0 0,-10-5 0 0 0,5 5-13 0 0,-1 0 0 0 0,0 1 0 0 0,0 1 0 0 0,0 0 0 0 0,-1 1 0 0 0,1 0 0 0 0,-1 1 0 0 0,0 0 0 0 0,0 1-1 0 0,-1 1 1 0 0,1 0 0 0 0,0 1 0 0 0,0 1 0 0 0,0 0 0 0 0,0 1 0 0 0,-25 6 0 0 0,29-5-202 0 0,0 1 0 0 0,0-1 1 0 0,1 1-1 0 0,0 1 0 0 0,0 0 0 0 0,0 0 1 0 0,0 1-1 0 0,1 0 0 0 0,0 0 1 0 0,-11 12-1 0 0,13-11-285 0 0,1-1 1 0 0,-1 1 0 0 0,2 1-1 0 0,-1-1 1 0 0,1 1 0 0 0,0 0-1 0 0,0 0 1 0 0,1 0 0 0 0,0 0-1 0 0,1 1 1 0 0,0-1 0 0 0,0 1-1 0 0,0 13 1 0 0,3 17-5532 0 0,2-19 556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0 816 0 0,'11'5'10777'0'0,"-9"-2"-10428"0"0,-1 0-1 0 0,0 0 1 0 0,0 1-1 0 0,0-1 1 0 0,-1 0 0 0 0,1 0-1 0 0,-1 1 1 0 0,0-1-1 0 0,0 1 1 0 0,0-1-1 0 0,0 0 1 0 0,0 1 0 0 0,-1-1-1 0 0,0 0 1 0 0,1 1-1 0 0,-3 3 1 0 0,-19 58 486 0 0,22-64-803 0 0,-60 169-271 0 0,29-77-8775 0 0,24-75 2285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8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90 147 2084 0 0,'-6'-2'605'0'0,"0"1"132"0"0,1 0 0 0 0,-1 0 0 0 0,1-1 0 0 0,0 1 1 0 0,0-1-1 0 0,-1-1 0 0 0,1 1 0 0 0,-8-6 1 0 0,13 7-691 0 0,-1 1 1 0 0,1-1 0 0 0,0 1 0 0 0,0-1 0 0 0,-1 0 0 0 0,1 1 0 0 0,0-1 0 0 0,0 0 0 0 0,0 1 0 0 0,0-1 0 0 0,-1 0 0 0 0,1 1 0 0 0,0-1 0 0 0,0 0 0 0 0,0 1 0 0 0,0-1 0 0 0,1 0 0 0 0,-1 1 0 0 0,0-1 0 0 0,0 0 0 0 0,0 1-1 0 0,1-1 1 0 0,-1 1 0 0 0,0-1 0 0 0,0 0 0 0 0,1 1 0 0 0,-1-1 0 0 0,1 1 0 0 0,-1-1 0 0 0,0 1 0 0 0,1-1 0 0 0,-1 1 0 0 0,1-1 0 0 0,-1 1 0 0 0,1-1 0 0 0,0 1 0 0 0,-1 0 0 0 0,2-1 0 0 0,5-2 65 0 0,1 1 0 0 0,-1 1 0 0 0,1-1 0 0 0,0 1 0 0 0,0 1 1 0 0,0-1-1 0 0,-1 1 0 0 0,1 1 0 0 0,0-1 0 0 0,0 1 0 0 0,0 1 1 0 0,13 3-1 0 0,-18-4-51 0 0,1 0-1 0 0,-1 0 1 0 0,0 0 0 0 0,0 1 0 0 0,0-1 0 0 0,0 1-1 0 0,0 0 1 0 0,0 0 0 0 0,-1 0 0 0 0,1 0 0 0 0,0 0 0 0 0,-1 0-1 0 0,0 1 1 0 0,0 0 0 0 0,1-1 0 0 0,-1 1 0 0 0,-1 0 0 0 0,1 0-1 0 0,0 0 1 0 0,-1 0 0 0 0,1 0 0 0 0,-1 0 0 0 0,0 0-1 0 0,0 0 1 0 0,0 1 0 0 0,-1-1 0 0 0,1 0 0 0 0,-1 1 0 0 0,0-1-1 0 0,0 1 1 0 0,0-1 0 0 0,0 0 0 0 0,-1 5 0 0 0,-2 3 92 0 0,1-1 1 0 0,-2 0 0 0 0,0 0-1 0 0,0-1 1 0 0,0 1-1 0 0,-1-1 1 0 0,-1 0 0 0 0,1 0-1 0 0,-1-1 1 0 0,-1 1-1 0 0,0-1 1 0 0,-11 9 0 0 0,-3 2 159 0 0,0-1 1 0 0,-2-1-1 0 0,-33 19 1 0 0,56-35-307 0 0,0-1 1 0 0,-1 0-1 0 0,1 1 1 0 0,0-1-1 0 0,-1 0 1 0 0,1 0-1 0 0,-1 1 0 0 0,1-1 1 0 0,-1 0-1 0 0,1 0 1 0 0,0 0-1 0 0,-1 1 1 0 0,1-1-1 0 0,-1 0 1 0 0,1 0-1 0 0,-1 0 0 0 0,1 0 1 0 0,-1 0-1 0 0,1 0 1 0 0,-1 0-1 0 0,1 0 1 0 0,-1 0-1 0 0,0-1 0 0 0,1-8 48 0 0,12-14-41 0 0,42-33-18 0 0,3 2 0 0 0,113-83 0 0 0,-108 90-13 0 0,-43 32 178 0 0,-1 1 1 0 0,26-30-1 0 0,-43 44-159 0 0,-1 0-1 0 0,0 0 0 0 0,0 0 1 0 0,1 0-1 0 0,-1-1 1 0 0,0 1-1 0 0,0 0 0 0 0,1 0 1 0 0,-1-1-1 0 0,0 1 0 0 0,0 0 1 0 0,0 0-1 0 0,0-1 0 0 0,1 1 1 0 0,-1 0-1 0 0,0-1 1 0 0,0 1-1 0 0,0 0 0 0 0,0 0 1 0 0,0-1-1 0 0,0 1 0 0 0,0 0 1 0 0,0-1-1 0 0,0 1 0 0 0,0 0 1 0 0,0-1-1 0 0,0 1 1 0 0,0 0-1 0 0,0-1 0 0 0,0 1 1 0 0,0 0-1 0 0,0 0 0 0 0,0-1 1 0 0,0 1-1 0 0,0 0 0 0 0,-1-1 1 0 0,1 1-1 0 0,0 0 1 0 0,0 0-1 0 0,0-1 0 0 0,-1 1 1 0 0,1 0-1 0 0,0 0 0 0 0,0 0 1 0 0,0-1-1 0 0,-1 1 0 0 0,1 0 1 0 0,0 0-1 0 0,0 0 1 0 0,-1 0-1 0 0,1-1 0 0 0,0 1 1 0 0,-1 0-1 0 0,1 0 0 0 0,0 0 1 0 0,-1 0-1 0 0,1 0 0 0 0,0 0 1 0 0,-1 0-1 0 0,-16 0 38 0 0,9 4-35 0 0,-1 0-1 0 0,1 0 1 0 0,1 1-1 0 0,-1 0 0 0 0,1 1 1 0 0,-1-1-1 0 0,2 1 1 0 0,-1 1-1 0 0,1-1 0 0 0,0 1 1 0 0,-9 13-1 0 0,7-8-5 0 0,1 0-1 0 0,0 0 1 0 0,0 1-1 0 0,1 0 1 0 0,1 0 0 0 0,-7 25-1 0 0,11-32 1 0 0,0 0 1 0 0,0 0-1 0 0,1 0 0 0 0,-1 0 0 0 0,1 0 1 0 0,0 0-1 0 0,1 1 0 0 0,0-1 0 0 0,0 0 1 0 0,0 0-1 0 0,0-1 0 0 0,1 1 0 0 0,0 0 1 0 0,1 0-1 0 0,3 6 0 0 0,-2-5 22 0 0,1 0 0 0 0,0 0 1 0 0,1 0-1 0 0,0-1 0 0 0,0 0 0 0 0,0 0 0 0 0,0-1 1 0 0,1 1-1 0 0,14 7 0 0 0,-6-5-347 0 0,1 0-1 0 0,0-1 1 0 0,1 0 0 0 0,20 4 0 0 0,-15-5-1522 0 0,1-2 1 0 0,32 3 0 0 0,-30-5-2038 0 0,2-2-1848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1332 0 0,'0'0'4229'0'0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156 101 288 0 0,'-17'-3'1335'0'0,"0"0"0"0"0,0-1 0 0 0,0-1 0 0 0,1 0 0 0 0,0-1 0 0 0,-29-16 1 0 0,44 22-1275 0 0,1-1 0 0 0,-1 0 1 0 0,0 0-1 0 0,0 0 1 0 0,0 1-1 0 0,1-1 0 0 0,-1 0 1 0 0,0 0-1 0 0,1 0 1 0 0,-1 0-1 0 0,1 0 1 0 0,-1 0-1 0 0,1 0 0 0 0,-1-2 1 0 0,1 3-47 0 0,0-1 0 0 0,0 1-1 0 0,0 0 1 0 0,0-1 0 0 0,0 1 0 0 0,0 0 0 0 0,0-1 0 0 0,0 1 0 0 0,0 0 0 0 0,0 0 0 0 0,0-1 0 0 0,0 1-1 0 0,0 0 1 0 0,0-1 0 0 0,1 1 0 0 0,-1 0 0 0 0,0 0 0 0 0,0-1 0 0 0,0 1 0 0 0,0 0 0 0 0,0 0 0 0 0,1-1-1 0 0,-1 1 1 0 0,0 0 0 0 0,0 0 0 0 0,1-1 0 0 0,-1 1 0 0 0,0 0 0 0 0,0 0 0 0 0,1 0 0 0 0,-1 0 0 0 0,0 0-1 0 0,0-1 1 0 0,1 1 0 0 0,-1 0 0 0 0,0 0 0 0 0,1 0 0 0 0,-1 0 0 0 0,0 0 0 0 0,0 0 0 0 0,1 0-1 0 0,-1 0 1 0 0,0 0 0 0 0,1 0 0 0 0,-1 0 0 0 0,0 0 0 0 0,1 0 0 0 0,-1 0 0 0 0,0 0 0 0 0,0 0 0 0 0,1 1-1 0 0,-1-1 1 0 0,0 0 0 0 0,1 0 0 0 0,-1 0 0 0 0,0 0 0 0 0,0 1 0 0 0,1-1 0 0 0,7 3 123 0 0,0 0 0 0 0,0 1 0 0 0,-1 0-1 0 0,1 0 1 0 0,-1 1 0 0 0,0 0 0 0 0,0 1 0 0 0,-1-1 0 0 0,1 1 0 0 0,-1 0 0 0 0,0 1 0 0 0,-1-1 0 0 0,0 1 0 0 0,0 0 0 0 0,0 1 0 0 0,-1-1 0 0 0,0 1 0 0 0,-1 0 0 0 0,4 8 0 0 0,-3-4-21 0 0,0-1 1 0 0,-1 1-1 0 0,0 1 1 0 0,-1-1-1 0 0,-1 0 1 0 0,0 0-1 0 0,0 1 1 0 0,-1-1-1 0 0,-1 1 1 0 0,0-1-1 0 0,0 0 1 0 0,-7 23-1 0 0,2-16 42 0 0,1-2 305 0 0,0 0 1 0 0,-16 30-1 0 0,20-45-111 0 0,1-4-339 0 0,0 0 0 0 0,0 0 0 0 0,0 0 0 0 0,0 0 0 0 0,0 0-1 0 0,1 0 1 0 0,-1 1 0 0 0,1-1 0 0 0,-1 0 0 0 0,1 0 0 0 0,0 0 0 0 0,-1 0 0 0 0,3-2 0 0 0,17-26 25 0 0,-14 21-25 0 0,124-153-54 0 0,-1 0-11 0 0,-118 138 56 0 0,-11 24-4 0 0,1-1-1 0 0,-1 0 0 0 0,0 0 0 0 0,0 0 1 0 0,0 0-1 0 0,0 0 0 0 0,0 1 1 0 0,0-1-1 0 0,0 0 0 0 0,0 0 1 0 0,0 0-1 0 0,0 0 0 0 0,-1 1 0 0 0,1-1 1 0 0,0 0-1 0 0,-1 0 0 0 0,1 0 1 0 0,0 1-1 0 0,-1-1 0 0 0,1 0 1 0 0,-1 0-1 0 0,1 1 0 0 0,-1-1 0 0 0,1 0 1 0 0,-2 0-1 0 0,1 1 0 0 0,0-1 0 0 0,0 1 0 0 0,0 0 0 0 0,0 0 0 0 0,0-1 0 0 0,0 1 0 0 0,0 0 0 0 0,0 0 0 0 0,0 0 0 0 0,0 0 0 0 0,0 0 0 0 0,0 1 0 0 0,0-1 0 0 0,0 0 0 0 0,0 0 0 0 0,0 1 0 0 0,0-1 0 0 0,0 0 0 0 0,0 1 0 0 0,-1 0 0 0 0,-22 13 2 0 0,20-12-1 0 0,-6 4 7 0 0,0 1 0 0 0,1 0 0 0 0,0 1-1 0 0,0 0 1 0 0,0 1 0 0 0,1-1 0 0 0,1 1-1 0 0,-1 1 1 0 0,1 0 0 0 0,1 0 0 0 0,0 0-1 0 0,-7 17 1 0 0,10-21-3 0 0,1 0 1 0 0,0 1-1 0 0,0-1 0 0 0,1 1 0 0 0,0-1 1 0 0,0 1-1 0 0,0-1 0 0 0,1 1 1 0 0,0-1-1 0 0,0 1 0 0 0,0 0 0 0 0,1-1 1 0 0,0 1-1 0 0,1-1 0 0 0,0 1 0 0 0,-1-1 1 0 0,2 0-1 0 0,-1 0 0 0 0,1 1 1 0 0,0-2-1 0 0,0 1 0 0 0,1 0 0 0 0,7 8 1 0 0,-1-2-448 0 0,1-1 0 0 0,0-1 0 0 0,0 0 0 0 0,1-1 0 0 0,1 0 0 0 0,-1-1 0 0 0,28 14 0 0 0,-26-16-1139 0 0,1 0 0 0 0,0-1 0 0 0,0-1 1 0 0,22 4-1 0 0,-15-5-2601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37 1100 0 0,'-6'-36'18089'0'0,"5"50"-16718"0"0,-8 376 2205 0 0,9-382-3617 0 0,3 61-917 0 0,-3-62 417 0 0,1 0 0 0 0,1 0 0 0 0,-1 0 0 0 0,1 0-1 0 0,1-1 1 0 0,-1 1 0 0 0,5 8 0 0 0,2-4-1327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2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36 179 1220 0 0,'-34'-62'16718'0'0,"34"61"-16651"0"0,0 0 0 0 0,-1 0 1 0 0,1 0-1 0 0,0 0 0 0 0,0 0 1 0 0,0 0-1 0 0,0 0 1 0 0,0 0-1 0 0,0 0 0 0 0,0 0 1 0 0,0 0-1 0 0,1 0 0 0 0,-1 0 1 0 0,0 0-1 0 0,1 0 1 0 0,-1 0-1 0 0,0 0 0 0 0,1 0 1 0 0,-1 1-1 0 0,1-1 0 0 0,0 0 1 0 0,-1 0-1 0 0,1 0 0 0 0,0 1 1 0 0,-1-1-1 0 0,1 0 1 0 0,0 0-1 0 0,0 1 0 0 0,0-1 1 0 0,-1 1-1 0 0,3-2 0 0 0,29-15 184 0 0,-30 17-205 0 0,34-14-79 0 0,2 1 0 0 0,65-12 0 0 0,17 7-7048 0 0,-101 17 2348 0 0,-14 2 3439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0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36 480 0 0,'-108'80'15516'0'0,"108"-80"-15496"0"0,0 0 0 0 0,1 1-1 0 0,-1-1 1 0 0,0 1 0 0 0,1-1 0 0 0,-1 1-1 0 0,1-1 1 0 0,-1 0 0 0 0,0 1 0 0 0,1-1-1 0 0,-1 0 1 0 0,1 1 0 0 0,-1-1-1 0 0,1 0 1 0 0,-1 0 0 0 0,1 0 0 0 0,-1 1-1 0 0,1-1 1 0 0,0 0 0 0 0,-1 0 0 0 0,1 0-1 0 0,-1 0 1 0 0,1 0 0 0 0,-1 0 0 0 0,1 0-1 0 0,-1 0 1 0 0,1 0 0 0 0,0 0 0 0 0,-1 0-1 0 0,1-1 1 0 0,18-1 105 0 0,-19 2-118 0 0,161-37-497 0 0,-6-12-4953 0 0,-155 48 5417 0 0,43-14-3486 0 0,4-2-1353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30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3 700 0 0,'15'-2'15962'0'0,"-15"2"-15912"0"0,1 0 1 0 0,-1 0 0 0 0,0 0 0 0 0,1 0-1 0 0,-1 0 1 0 0,0 0 0 0 0,1 0 0 0 0,-1 0-1 0 0,1 0 1 0 0,-1 0 0 0 0,0 0 0 0 0,1 0 0 0 0,-1 0-1 0 0,0 0 1 0 0,1 0 0 0 0,-1 0 0 0 0,1 0-1 0 0,-1 1 1 0 0,0-1 0 0 0,1 0 0 0 0,-1 0-1 0 0,0 0 1 0 0,1 1 0 0 0,-1-1 0 0 0,0 0 0 0 0,0 0-1 0 0,1 1 1 0 0,-1-1 0 0 0,0 0 0 0 0,0 0-1 0 0,1 1 1 0 0,-1-1 0 0 0,0 0 0 0 0,0 1-1 0 0,0-1 1 0 0,0 1 0 0 0,1-1 0 0 0,-1 0 0 0 0,0 1-1 0 0,-4 20 845 0 0,-69 153-1753 0 0,29-73-6045 0 0,35-78 2982 0 0,-1-1-1580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5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53 828 0 0,'-2'-1'4921'0'0,"-24"-2"-346"0"0,23 3-3683 0 0,-12-1 754 0 0,12 0-907 0 0,-23-2 2575 0 0,15-1-1647 0 0,11 4-1657 0 0,0-1 0 0 0,0 1 1 0 0,0 0-1 0 0,0-1 0 0 0,0 1 0 0 0,0 0 1 0 0,0-1-1 0 0,0 1 0 0 0,0 0 0 0 0,1 0 1 0 0,-1-1-1 0 0,0 1 0 0 0,0 0 0 0 0,0 0 1 0 0,0-1-1 0 0,0 1 0 0 0,1 0 0 0 0,-1 0 1 0 0,0-1-1 0 0,0 1 0 0 0,0 0 0 0 0,1 0 1 0 0,-1 0-1 0 0,0-1 0 0 0,0 1 0 0 0,1 0 1 0 0,-1 0-1 0 0,0 0 0 0 0,0 0 0 0 0,1 0 1 0 0,-1-1-1 0 0,0 1 0 0 0,1 0 0 0 0,-1 0 1 0 0,0 0-1 0 0,1 0 0 0 0,12-6 13 0 0,0 1-1 0 0,1 0 1 0 0,0 1 0 0 0,0 1-1 0 0,0 0 1 0 0,0 1 0 0 0,1 0-1 0 0,19 1 1 0 0,-25 1-22 0 0,0 0 1 0 0,-1 1-1 0 0,1-1 1 0 0,0 2-1 0 0,-1 0 1 0 0,1 0-1 0 0,-1 0 1 0 0,0 1-1 0 0,0 0 1 0 0,0 1-1 0 0,0 0 1 0 0,0 0 0 0 0,-1 0-1 0 0,0 1 1 0 0,10 9-1 0 0,-12-10 4 0 0,-1 1-1 0 0,0-1 1 0 0,0 1-1 0 0,-1 0 1 0 0,0 1-1 0 0,0-1 1 0 0,0 0-1 0 0,0 1 1 0 0,-1 0-1 0 0,0 0 1 0 0,0-1 0 0 0,0 1-1 0 0,0 10 1 0 0,-1-7 2 0 0,-1 1 0 0 0,0-1 1 0 0,0 1-1 0 0,-1-1 0 0 0,-1 0 1 0 0,1 0-1 0 0,-2 1 0 0 0,-2 8 1 0 0,-8 12 23 0 0,0 0 0 0 0,-2-1 0 0 0,-37 53 1 0 0,50-79-30 0 0,-41 60 234 0 0,42-61-186 0 0,4 0-21 0 0,-3-1-29 0 0,0-1 1 0 0,0 0 0 0 0,0 0 0 0 0,0 0 0 0 0,1 1 0 0 0,-1-1-1 0 0,0 0 1 0 0,0 0 0 0 0,0 0 0 0 0,0 1 0 0 0,0-1 0 0 0,0 0-1 0 0,1 0 1 0 0,-1 0 0 0 0,0 0 0 0 0,0 0 0 0 0,0 1 0 0 0,0-1-1 0 0,1 0 1 0 0,-1 0 0 0 0,0 0 0 0 0,0 0 0 0 0,0 0 0 0 0,1 0 0 0 0,-1 0-1 0 0,0 0 1 0 0,0 0 0 0 0,1 0 0 0 0,-1 0 0 0 0,0 0 0 0 0,0 0-1 0 0,0 0 1 0 0,1 0 0 0 0,-1 0 0 0 0,0 0 0 0 0,0 0 0 0 0,0 0-1 0 0,1 0 1 0 0,-1 0 0 0 0,0 0 0 0 0,1 0 0 0 0,12-2 0 0 0,0 0-1 0 0,1 1 1 0 0,0 1 0 0 0,-1 0-1 0 0,1 1 1 0 0,-1 0 0 0 0,1 1-1 0 0,24 7 1 0 0,-29-6 29 0 0,0 1 1 0 0,-1 0-1 0 0,1 0 0 0 0,-1 0 1 0 0,0 1-1 0 0,0 0 0 0 0,-1 1 1 0 0,0 0-1 0 0,1 0 1 0 0,-2 0-1 0 0,1 1 0 0 0,-1 0 1 0 0,0 0-1 0 0,6 11 0 0 0,-8-11 152 0 0,0-1 1 0 0,-1 1-1 0 0,0 0 0 0 0,0 1 0 0 0,0-1 1 0 0,-1 0-1 0 0,0 1 0 0 0,-1 0 0 0 0,0-1 1 0 0,0 1-1 0 0,-1 0 0 0 0,1-1 0 0 0,-2 1 0 0 0,1 0 1 0 0,-1-1-1 0 0,-2 9 0 0 0,2-11-71 0 0,-1 0 0 0 0,1 0-1 0 0,-1 0 1 0 0,0 0 0 0 0,-1 0 0 0 0,1-1 0 0 0,-1 0-1 0 0,0 1 1 0 0,0-1 0 0 0,0 0 0 0 0,-1 0-1 0 0,1-1 1 0 0,-1 1 0 0 0,0-1 0 0 0,0 1-1 0 0,-1-1 1 0 0,1-1 0 0 0,0 1 0 0 0,-1 0 0 0 0,0-1-1 0 0,1 0 1 0 0,-1 0 0 0 0,0-1 0 0 0,-9 3-1 0 0,1-2-186 0 0,-1-1 0 0 0,0 0-1 0 0,0-1 1 0 0,0 0 0 0 0,0-1-1 0 0,-19-4 1 0 0,-39-11-8024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79 232 0 0,'-22'-71'12747'0'0,"21"69"-12337"0"0,0-4 213 0 0,-3 11-138 0 0,-1 12-109 0 0,0 125 985 0 0,6-126-1308 0 0,1 0 1 0 0,0 0-1 0 0,1 0 1 0 0,0 0-1 0 0,1-1 1 0 0,12 28-1 0 0,-14-39-45 0 0,0 0 0 0 0,0-1 0 0 0,0 0 0 0 0,0 1-1 0 0,1-1 1 0 0,0 0 0 0 0,-1 0 0 0 0,1 0 0 0 0,0 0 0 0 0,0-1 0 0 0,1 1-1 0 0,-1-1 1 0 0,0 0 0 0 0,1 0 0 0 0,0 0 0 0 0,-1 0 0 0 0,1-1-1 0 0,0 1 1 0 0,0-1 0 0 0,0 0 0 0 0,6 1 0 0 0,-8-2-8 0 0,0-1 1 0 0,1 1-1 0 0,-1 0 1 0 0,0 0-1 0 0,0-1 1 0 0,0 0-1 0 0,0 1 0 0 0,0-1 1 0 0,0 0-1 0 0,0 0 1 0 0,0 0-1 0 0,-1 0 1 0 0,1 0-1 0 0,0 0 1 0 0,0-1-1 0 0,-1 1 1 0 0,1 0-1 0 0,-1-1 0 0 0,1 0 1 0 0,1-2-1 0 0,3-4 0 0 0,-1 0 1 0 0,0 1-1 0 0,4-10 0 0 0,-9 15 0 0 0,32-71 613 0 0,-31 71-391 0 0,9 33 528 0 0,-22 284 1633 0 0,2-181-2099 0 0,5-63-168 0 0,0 2-1169 0 0,3-26-4050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1044 0 0,'1'-61'12961'0'0,"1"38"-10707"0"0,-1 21-2198 0 0,1-1-1 0 0,0 1 1 0 0,0-1 0 0 0,0 1 0 0 0,0 0-1 0 0,0-1 1 0 0,1 1 0 0 0,-1 0 0 0 0,1 1-1 0 0,-1-1 1 0 0,1 0 0 0 0,0 1 0 0 0,4-3-1 0 0,-1 1 6 0 0,15-9-112 0 0,2 1 0 0 0,38-13 0 0 0,13 0-4410 0 0,-43 15-159 0 0,-17 5-842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42 1428 0 0,'-74'66'10526'0'0,"73"-66"-10460"0"0,0 0-1 0 0,1 1 1 0 0,-1 0-1 0 0,0-1 1 0 0,1 1-1 0 0,-1-1 0 0 0,1 1 1 0 0,-1 0-1 0 0,1-1 1 0 0,-1 1-1 0 0,1 0 0 0 0,-1 0 1 0 0,1-1-1 0 0,0 1 1 0 0,-1 0-1 0 0,1 0 1 0 0,0 0-1 0 0,0-1 0 0 0,-1 2 1 0 0,1-1-35 0 0,1-1 1 0 0,-1 1-1 0 0,0-1 1 0 0,0 1-1 0 0,0-1 1 0 0,1 0-1 0 0,-1 1 1 0 0,0-1-1 0 0,0 1 1 0 0,1-1-1 0 0,-1 1 1 0 0,0-1-1 0 0,1 0 1 0 0,-1 1-1 0 0,1-1 1 0 0,-1 0-1 0 0,0 0 1 0 0,1 1-1 0 0,-1-1 1 0 0,1 0-1 0 0,-1 0 1 0 0,1 1-1 0 0,26 4 403 0 0,-10-6-383 0 0,1 0 0 0 0,-1-2 0 0 0,1 0 0 0 0,25-8 0 0 0,63-27-1632 0 0,-105 37 1549 0 0,33-12-3109 0 0,45-26 0 0 0,-37 14-1236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301 156 1112 0 0,'-10'-20'5294'0'0,"9"18"-4945"0"0,0 1 0 0 0,0-1 1 0 0,0 1-1 0 0,0 0 0 0 0,0-1 0 0 0,-1 1 1 0 0,1 0-1 0 0,0 0 0 0 0,-1 0 0 0 0,1 0 1 0 0,-1 0-1 0 0,-3-1 0 0 0,4 1-209 0 0,-1 1 0 0 0,0 0-1 0 0,0 0 1 0 0,0 0 0 0 0,1 0 0 0 0,-1 0-1 0 0,0 0 1 0 0,0 0 0 0 0,0 0 0 0 0,1 1-1 0 0,-1-1 1 0 0,0 1 0 0 0,1-1 0 0 0,-1 1-1 0 0,0 0 1 0 0,1 0 0 0 0,-1 0 0 0 0,0 0-1 0 0,1 0 1 0 0,0 0 0 0 0,-1 0 0 0 0,1 0-1 0 0,0 1 1 0 0,-3 1 0 0 0,-8 11 533 0 0,1 0 1 0 0,0 0-1 0 0,1 1 1 0 0,0 1-1 0 0,1 0 0 0 0,1 0 1 0 0,-12 33-1 0 0,9-17 181 0 0,2 0-1 0 0,2 0 1 0 0,-6 48-1 0 0,12-66-695 0 0,0 1 0 0 0,1-1 0 0 0,0 1 0 0 0,1 0 0 0 0,1-1 0 0 0,0 0 0 0 0,1 1 0 0 0,1-1 0 0 0,6 16 0 0 0,-8-25-127 0 0,0 0 0 0 0,1 0 0 0 0,-1 0 0 0 0,1 0 0 0 0,0-1-1 0 0,0 1 1 0 0,1-1 0 0 0,-1 1 0 0 0,1-1 0 0 0,0 0 0 0 0,0-1 0 0 0,1 1-1 0 0,-1-1 1 0 0,1 0 0 0 0,-1 0 0 0 0,1 0 0 0 0,0-1 0 0 0,0 1 0 0 0,1-1-1 0 0,-1 0 1 0 0,0-1 0 0 0,1 1 0 0 0,-1-1 0 0 0,0 0 0 0 0,1-1 0 0 0,9 1-1 0 0,-2-1 17 0 0,-1-1-1 0 0,1 0 1 0 0,0-1-1 0 0,0-1 0 0 0,-1 0 1 0 0,0 0-1 0 0,1-2 1 0 0,-1 1-1 0 0,0-1 0 0 0,17-11 1 0 0,-14 6-9 0 0,-1 0 0 0 0,-1 0 0 0 0,0-1 0 0 0,-1-1 0 0 0,0 0 0 0 0,0-1 0 0 0,13-20 0 0 0,-11 11-16 0 0,0-1-1 0 0,-1-1 1 0 0,-2 0-1 0 0,0-1 1 0 0,-2 0 0 0 0,-1 0-1 0 0,0-1 1 0 0,-2 0-1 0 0,-1 0 1 0 0,1-32-1 0 0,-5 47 1 0 0,-1 1 0 0 0,0-1 0 0 0,-1 0-1 0 0,0 0 1 0 0,-1 1 0 0 0,0-1-1 0 0,-1 1 1 0 0,0-1 0 0 0,-1 1-1 0 0,0 0 1 0 0,0 0 0 0 0,-1 0 0 0 0,-7-10-1 0 0,7 13-23 0 0,-1 0 0 0 0,0 0 1 0 0,0 0-1 0 0,-1 0 0 0 0,0 1 0 0 0,0 0 0 0 0,0 1 0 0 0,-1 0 0 0 0,1 0 1 0 0,-1 0-1 0 0,-1 1 0 0 0,1 0 0 0 0,0 1 0 0 0,-1 0 0 0 0,-17-4 0 0 0,9 4-241 0 0,-1 1 0 0 0,1 1 0 0 0,-1 1 0 0 0,1 0-1 0 0,-1 1 1 0 0,1 1 0 0 0,-1 0 0 0 0,1 2-1 0 0,-22 6 1 0 0,9 0-1876 0 0,-35 16 0 0 0,-24 21-6000 0 0,28-11-1668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8:48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 7213 0 0,'-10'-6'12813'0'0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9:0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1000 0 0,'0'0'9591'0'0,"-7"0"-11461"0"0,-9-1-1545 0 0,-2-2 513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9:0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54 160 896 0 0,'0'-3'825'0'0,"0"-19"754"0"0,0-10 662 0 0,-4-43-1 0 0,4 73-2062 0 0,0-23 1112 0 0,-12 109-242 0 0,-22 339 894 0 0,31 1-633 0 0,37 323 613 0 0,33-2-511 0 0,-45-514-1156 0 0,24 271 245 0 0,68 644 31 0 0,-52-283-187 0 0,-59-686-1453 0 0,-2-169-1195 0 0,7-39-10390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9:0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1 557 1160 0 0,'0'0'2548'0'0,"0"-10"1710"0"0,0 8-4079 0 0,-1 1 0 0 0,1 0-1 0 0,0 0 1 0 0,0 0 0 0 0,0-1 0 0 0,1 1-1 0 0,-1 0 1 0 0,0 0 0 0 0,0-1 0 0 0,1 1-1 0 0,-1 0 1 0 0,1 0 0 0 0,-1 0 0 0 0,1 0-1 0 0,-1 0 1 0 0,1 0 0 0 0,1-2 0 0 0,-1 2 13 0 0,0-1-119 0 0,0 1 0 0 0,0 0 0 0 0,1 0 0 0 0,-1 0-1 0 0,0 0 1 0 0,1 0 0 0 0,-1 0 0 0 0,1 0 0 0 0,-1 0 0 0 0,1 0 0 0 0,2 0 0 0 0,52-18 444 0 0,107-22-1 0 0,-102 28-411 0 0,434-68 51 0 0,-270 50-114 0 0,1290-154-33 0 0,-398 103 0 0 0,4 39-3 0 0,255 28 13 0 0,686 33-278 0 0,-1391 5 145 0 0,-534-16 122 0 0,226 21 88 0 0,-296-19-17 0 0,252 48-28 0 0,-251-40-24 0 0,-43-12-12 0 0,0 0 1 0 0,0 2 0 0 0,0 1 0 0 0,-1 1 0 0 0,0 1 0 0 0,25 16 0 0 0,-17-4 38 0 0,0 2 1 0 0,-1 2-1 0 0,-2 1 1 0 0,36 40 0 0 0,-19-11 144 0 0,58 92 0 0 0,-78-106 15 0 0,-3 2 0 0 0,-1 1 0 0 0,-2 0-1 0 0,-3 2 1 0 0,21 83 0 0 0,-18-32 454 0 0,12 184 0 0 0,35 1204 1856 0 0,-58-877-1709 0 0,17 424-618 0 0,40-122 179 0 0,-2-32 161 0 0,-60-833-742 0 0,0 15-1660 0 0,-3-22-3255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9:0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17 112 476 0 0,'0'0'1293'0'0,"-6"-24"3820"0"0,6 17-4640 0 0,-6-19 7477 0 0,6 25-7740 0 0,-4 28-181 0 0,4 39 17 0 0,2-1 1 0 0,3 1-1 0 0,16 76 0 0 0,-17-123-37 0 0,1 0-1 0 0,1-1 0 0 0,1 1 1 0 0,11 22-1 0 0,-14-35-1 0 0,0 1 1 0 0,0-1-1 0 0,1 0 0 0 0,0 0 1 0 0,0 0-1 0 0,0-1 0 0 0,1 1 1 0 0,-1-1-1 0 0,2-1 0 0 0,-1 1 1 0 0,0-1-1 0 0,1 0 0 0 0,13 6 0 0 0,1-3 3 0 0,-1 0-1 0 0,1-2 0 0 0,0-1 0 0 0,1 0 1 0 0,38 1-1 0 0,111-9 14 0 0,-148 3-18 0 0,619-60 9 0 0,-109 7 2 0 0,486-29-66 0 0,-107 4-42 0 0,489-36 1 0 0,-262 16-40 0 0,-746 66 102 0 0,718-49-100 0 0,-961 74 131 0 0,822-17-14 0 0,-406 40 136 0 0,-312-14-130 0 0,-129-1-20 0 0,84 3 248 0 0,-55 0 761 0 0,7-3 634 0 0,-160 0-1680 0 0,0 0 1 0 0,0 0-1 0 0,0 0 1 0 0,0-1-1 0 0,0 1 0 0 0,0 0 1 0 0,0-1-1 0 0,0 1 1 0 0,0-1-1 0 0,0 1 0 0 0,0-1 1 0 0,-1 1-1 0 0,1-1 1 0 0,0 0-1 0 0,0 1 0 0 0,-1-1 1 0 0,1 0-1 0 0,0 0 1 0 0,-1 0-1 0 0,1 1 1 0 0,-1-1-1 0 0,1 0 0 0 0,-1 0 1 0 0,1 0-1 0 0,-1 0 1 0 0,0 0-1 0 0,1 0 0 0 0,-1 0 1 0 0,0 0-1 0 0,0 0 1 0 0,0 0-1 0 0,0 0 0 0 0,0 0 1 0 0,0-1-1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2:59:07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6 608 0 0,'0'0'1804'0'0,"16"1"2033"0"0,4-1-1321 0 0,-6-3-1232 0 0,-2-1-956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2:3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343 239 304 0 0,'-4'-23'4878'0'0,"4"21"-4702"0"0,-1-4 636 0 0,1 1 0 0 0,-1 0 0 0 0,-1-1-1 0 0,1 1 1 0 0,-4-6 985 0 0,-8-13 564 0 0,13 23-2362 0 0,0 0 0 0 0,-1 0-1 0 0,1 0 0 0 0,-1 0 1 0 0,1 1-1 0 0,-1-1 1 0 0,1 0-1 0 0,-1 0 1 0 0,0 0-1 0 0,1 1 1 0 0,-1-1-1 0 0,0 0 0 0 0,0 1 1 0 0,1-1-1 0 0,-1 1 1 0 0,-2-2-1 0 0,2 2 4 0 0,-1 1-1 0 0,1-1 0 0 0,0 0 1 0 0,-1 1-1 0 0,1-1 0 0 0,-1 0 1 0 0,1 1-1 0 0,0 0 1 0 0,-1-1-1 0 0,1 1 0 0 0,0 0 1 0 0,-1 0-1 0 0,1-1 1 0 0,-1 2-1 0 0,-31 19 14 0 0,19-10-20 0 0,0-1-1 0 0,1 2 0 0 0,0 0 1 0 0,0 0-1 0 0,1 2 1 0 0,1-1-1 0 0,1 1 1 0 0,-15 25-1 0 0,4-1 30 0 0,2 1-1 0 0,-19 56 1 0 0,27-63 23 0 0,1 0 0 0 0,2 0 0 0 0,-6 44 0 0 0,12-65-28 0 0,1 0-1 0 0,1 1 1 0 0,0-1 0 0 0,0 0-1 0 0,1 0 1 0 0,0 0 0 0 0,1 0-1 0 0,1 0 1 0 0,-1 0 0 0 0,2-1-1 0 0,-1 1 1 0 0,2-1 0 0 0,8 17-1 0 0,-10-23-8 0 0,0 0 0 0 0,0 0 0 0 0,0 0-1 0 0,0-1 1 0 0,1 1 0 0 0,0-1 0 0 0,-1 0-1 0 0,1 0 1 0 0,0 0 0 0 0,1-1 0 0 0,-1 1 0 0 0,0-1-1 0 0,1 0 1 0 0,-1 0 0 0 0,8 2 0 0 0,-4-3-2 0 0,0 1 0 0 0,0-1 0 0 0,0-1 0 0 0,0 0 1 0 0,0 0-1 0 0,0 0 0 0 0,0-1 0 0 0,14-3 1 0 0,-1-2-10 0 0,0-1 0 0 0,0-1 0 0 0,-1 0 0 0 0,0-2 0 0 0,0 0 0 0 0,17-14 0 0 0,-12 6-11 0 0,-1 0 0 0 0,0-2 0 0 0,-2-1 0 0 0,0-1 0 0 0,-2 0 1 0 0,0-2-1 0 0,-2 0 0 0 0,-1-1 0 0 0,0-1 0 0 0,-2-1 0 0 0,12-29 1 0 0,-19 36 7 0 0,-1 0 0 0 0,0-1 0 0 0,-2 1 1 0 0,-1-1-1 0 0,0 0 0 0 0,-1 0 0 0 0,-1-27 1 0 0,-2 32 4 0 0,-2-1 0 0 0,1 0 0 0 0,-2 1 0 0 0,0-1 0 0 0,-1 1 0 0 0,-1 0 0 0 0,-1 0 0 0 0,0 1 0 0 0,-16-29 0 0 0,18 36-5 0 0,-1 0 1 0 0,-1 0 0 0 0,0 1 0 0 0,0 0-1 0 0,0 0 1 0 0,-1 1 0 0 0,0-1 0 0 0,0 2-1 0 0,0-1 1 0 0,-1 1 0 0 0,0 0 0 0 0,0 0-1 0 0,0 1 1 0 0,-1 0 0 0 0,0 1 0 0 0,1 0-1 0 0,-1 0 1 0 0,0 1 0 0 0,0 0 0 0 0,-1 0-1 0 0,-10 1 1 0 0,8 0-5 0 0,1 1 0 0 0,-1 1 0 0 0,0 0 0 0 0,1 1 0 0 0,-1 0 0 0 0,1 1 0 0 0,0 0 0 0 0,0 1 0 0 0,0 0-1 0 0,0 1 1 0 0,1 0 0 0 0,-1 0 0 0 0,1 1 0 0 0,1 1 0 0 0,-1 0 0 0 0,-13 12 0 0 0,13-9 10 0 0,1 1 0 0 0,-1-1 1 0 0,2 1-1 0 0,0 1 0 0 0,0 0 0 0 0,1 0 1 0 0,0 0-1 0 0,1 1 0 0 0,1 0 0 0 0,0 0 1 0 0,-6 24-1 0 0,9-28 1 0 0,1 0 0 0 0,0 0 0 0 0,0 0 0 0 0,1 0 0 0 0,0 1-1 0 0,1-1 1 0 0,0 0 0 0 0,0 0 0 0 0,1 0 0 0 0,0 0 0 0 0,1 0 0 0 0,0 0 0 0 0,0-1 0 0 0,0 1 0 0 0,2-1 0 0 0,-1 0 0 0 0,1 0 0 0 0,9 12 0 0 0,0-4 10 0 0,1-1 1 0 0,0 0 0 0 0,1-1-1 0 0,23 15 1 0 0,75 42 32 0 0,0 0 22 0 0,-72-39 29 0 0,73 71 0 0 0,-100-87-91 0 0,-8-8-18 0 0,0-1 0 0 0,0 0 0 0 0,1 0-1 0 0,9 6 1 0 0,-13-12-784 0 0,0 0 1 0 0,0 0-1 0 0,0 0 0 0 0,0 0 1 0 0,0-1-1 0 0,0 0 0 0 0,0 1 1 0 0,0-2-1 0 0,5 1 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2:39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2924 0 0,'15'-4'9489'0'0,"4"-4"-3609"0"0,-18 7-6085 0 0,0 1 0 0 0,-1 0 0 0 0,1-1 0 0 0,0 1 0 0 0,0 0 0 0 0,0 0 0 0 0,0 0 0 0 0,-1 0 0 0 0,1-1 0 0 0,0 1 1 0 0,0 0-1 0 0,0 0 0 0 0,0 0 0 0 0,1 1 0 0 0,0 1-461 0 0,2 1-154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167 394 536 0 0,'1'-38'3475'0'0,"10"-70"-1"0"0,-7 44-438 0 0,-4 64-3031 0 0,0 0 0 0 0,0 0 0 0 0,0 0 0 0 0,0 0 1 0 0,0 0-1 0 0,0-1 0 0 0,0 1 0 0 0,0 0 0 0 0,0 0 0 0 0,0 0 0 0 0,0 0 1 0 0,0 0-1 0 0,0-1 0 0 0,0 1 0 0 0,0 0 0 0 0,0 0 0 0 0,0 0 0 0 0,0 0 0 0 0,0 0 1 0 0,0-1-1 0 0,0 1 0 0 0,0 0 0 0 0,0 0 0 0 0,0 0 0 0 0,0 0 0 0 0,0 0 0 0 0,0 0 1 0 0,0-1-1 0 0,0 1 0 0 0,0 0 0 0 0,-1 0 0 0 0,1 0 0 0 0,0 0 0 0 0,0 0 0 0 0,0 0 1 0 0,0 0-1 0 0,0 0 0 0 0,0-1 0 0 0,0 1 0 0 0,-1 0 0 0 0,1 0 0 0 0,0 0 1 0 0,0 0-1 0 0,0 0 0 0 0,0 0 0 0 0,0 0 0 0 0,-1 0 0 0 0,1 0 0 0 0,0 0 0 0 0,0 0 1 0 0,0 0-1 0 0,0 0 0 0 0,-1 0 0 0 0,-7 8 29 0 0,-6 16-65 0 0,6-6 22 0 0,-85 221 88 0 0,79-195 4 0 0,1 0 0 0 0,3 1-1 0 0,-8 72 1 0 0,18-108-75 0 0,-1 0-1 0 0,1 0 1 0 0,1-1-1 0 0,0 1 1 0 0,0 0-1 0 0,1 0 0 0 0,0-1 1 0 0,0 1-1 0 0,1-1 1 0 0,6 14-1 0 0,-7-18-5 0 0,0-1 0 0 0,0 0 1 0 0,0 1-1 0 0,1-1 0 0 0,-1 0 0 0 0,1 0 0 0 0,0 0 0 0 0,0 0 1 0 0,0-1-1 0 0,0 1 0 0 0,0-1 0 0 0,1 0 0 0 0,-1 0 0 0 0,1 0 1 0 0,-1 0-1 0 0,1-1 0 0 0,0 1 0 0 0,0-1 0 0 0,0 0 0 0 0,0 0 1 0 0,-1-1-1 0 0,1 1 0 0 0,0-1 0 0 0,0 0 0 0 0,6 0 0 0 0,2-1-24 0 0,0-1 0 0 0,-1-1 0 0 0,1 0 0 0 0,-1 0 0 0 0,1-1 0 0 0,-1-1 0 0 0,0 1 0 0 0,-1-2 0 0 0,1 0 0 0 0,-1 0 0 0 0,0-1 0 0 0,-1 0 0 0 0,16-15 0 0 0,-3 0-60 0 0,0-1 1 0 0,-2-1 0 0 0,-1-1 0 0 0,18-29 0 0 0,-5 1 85 0 0,-1-2 1 0 0,-4-1-1 0 0,-1-1 1 0 0,-4-1 0 0 0,-1-2-1 0 0,-4 0 1 0 0,-2 0-1 0 0,8-71 1 0 0,-18 72 171 0 0,-5 58-115 0 0,-1 24 87 0 0,-52 288 112 0 0,21-137-56 0 0,18-95-122 0 0,3-27-347 0 0,2 0 1 0 0,3 1-1 0 0,0 78 1 0 0,7-126-260 0 0,-1-1 0 0 0,0 1-1 0 0,1-1 1 0 0,0 0 0 0 0,0 1 0 0 0,0-1 0 0 0,1 0 0 0 0,0 0 0 0 0,3 7 0 0 0,0-4-2371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1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203 102 1308 0 0,'2'-4'499'0'0,"1"0"0"0"0,-2-1 0 0 0,1 1 0 0 0,0-1 0 0 0,-1 1 1 0 0,0-1-1 0 0,0 1 0 0 0,0-1 0 0 0,-1 0 0 0 0,0 1 0 0 0,0-1 0 0 0,0 0 0 0 0,0 0 0 0 0,-1 1 0 0 0,1-1 0 0 0,-1 0 0 0 0,0 1 0 0 0,-3-8 0 0 0,3 11-462 0 0,0 0 0 0 0,0 1 0 0 0,1-1 0 0 0,-1 1 1 0 0,0-1-1 0 0,0 0 0 0 0,0 1 0 0 0,0-1 0 0 0,0 1 0 0 0,1 0 0 0 0,-1-1 0 0 0,0 1 0 0 0,0 0 0 0 0,0 0 0 0 0,0-1 0 0 0,0 1 0 0 0,0 0 0 0 0,0 0 0 0 0,0 0 0 0 0,0 0 0 0 0,0 0 0 0 0,0 0 0 0 0,0 1 0 0 0,0-1 0 0 0,0 0 0 0 0,-2 1 0 0 0,-22 8 367 0 0,14-3-346 0 0,-1 1 1 0 0,1 0-1 0 0,0 1 1 0 0,1 1-1 0 0,-1-1 1 0 0,2 1-1 0 0,-1 1 1 0 0,2 0-1 0 0,-1 0 1 0 0,1 1-1 0 0,1 0 1 0 0,0 1-1 0 0,0-1 1 0 0,1 1 0 0 0,1 1-1 0 0,-8 23 1 0 0,12-32-44 0 0,0 0 0 0 0,1 0 1 0 0,0 0-1 0 0,-1 0 0 0 0,1 0 1 0 0,0 0-1 0 0,1 0 0 0 0,-1 0 1 0 0,1 0-1 0 0,0 0 0 0 0,0 0 1 0 0,0-1-1 0 0,0 1 0 0 0,1 0 1 0 0,-1-1-1 0 0,1 1 0 0 0,0-1 1 0 0,0 1-1 0 0,1-1 0 0 0,-1 0 1 0 0,1 0-1 0 0,-1 0 0 0 0,1 0 1 0 0,5 4-1 0 0,6 3-1 0 0,1 0-1 0 0,0 0 1 0 0,0-2-1 0 0,24 10 1 0 0,15 9 23 0 0,-35-15 23 0 0,-6-6 91 0 0,-1 2 1 0 0,0 0-1 0 0,0 0 1 0 0,0 1-1 0 0,-1 1 1 0 0,17 19-1 0 0,-27-28-82 0 0,0 0 0 0 0,0 0 0 0 0,-1 1 0 0 0,1-1 0 0 0,0 0 0 0 0,-1 1 0 0 0,1-1 0 0 0,-1 0 0 0 0,0 1 0 0 0,1-1 0 0 0,-1 1 0 0 0,0-1 0 0 0,0 1 0 0 0,0-1 0 0 0,0 1 0 0 0,0-1 0 0 0,0 1 0 0 0,0-1 0 0 0,-1 3 0 0 0,0-1 97 0 0,0 0 0 0 0,0 0 0 0 0,-1-1 0 0 0,1 1 0 0 0,-1 0 0 0 0,0 0 0 0 0,0-1 0 0 0,-4 5 0 0 0,2-2 27 0 0,-1-1-1 0 0,0 1 1 0 0,0-1 0 0 0,0 0-1 0 0,-1-1 1 0 0,0 1 0 0 0,1-1-1 0 0,-8 3 1 0 0,6-4-138 0 0,-1-1-1 0 0,1 1 1 0 0,0-1 0 0 0,0 0-1 0 0,-1-1 1 0 0,1 0 0 0 0,0 0-1 0 0,-1-1 1 0 0,1 1 0 0 0,0-2-1 0 0,-1 1 1 0 0,1-1 0 0 0,0 0-1 0 0,-8-4 1 0 0,5 2-73 0 0,-1-1 1 0 0,1-1-1 0 0,0 0 0 0 0,1 0 1 0 0,-1-1-1 0 0,1 0 0 0 0,1-1 1 0 0,-12-12-1 0 0,18 19-150 0 0,1-1 0 0 0,0 1 0 0 0,0-1 0 0 0,-1 1-1 0 0,1-1 1 0 0,0 0 0 0 0,0 0 0 0 0,0 1 0 0 0,1-1 0 0 0,-1 0 0 0 0,0 0 0 0 0,1 0 0 0 0,-1 0 0 0 0,1 0 0 0 0,0 0 0 0 0,0 0-1 0 0,-1 0 1 0 0,1 0 0 0 0,0 0 0 0 0,1 0 0 0 0,-1 0 0 0 0,0 1 0 0 0,1-1 0 0 0,-1 0 0 0 0,1 0 0 0 0,-1 0 0 0 0,1 0 0 0 0,0 0-1 0 0,0 0 1 0 0,0 1 0 0 0,0-1 0 0 0,0 0 0 0 0,0 1 0 0 0,0-1 0 0 0,3-2 0 0 0,4-3-1118 0 0,0 0 0 0 0,0 0 0 0 0,1 1 0 0 0,-1 0 0 0 0,12-5 0 0 0,-20 11 1258 0 0,19-11-3839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87 1340 0 0,'3'-1'1301'0'0,"7"-1"-163"0"0,-8 1-133 0 0,6 8 2180 0 0,-1 25-873 0 0,-7-29-2233 0 0,0 0 0 0 0,1 0 0 0 0,-1 0 0 0 0,1-1 1 0 0,-1 1-1 0 0,1 0 0 0 0,0 0 0 0 0,0 0 0 0 0,0-1 0 0 0,0 1 0 0 0,1-1 0 0 0,-1 1 0 0 0,1-1 0 0 0,0 1 0 0 0,-1-1 0 0 0,1 0 0 0 0,0 0 1 0 0,0 1-1 0 0,0-2 0 0 0,4 4 0 0 0,0-1 113 0 0,0-1-1 0 0,1 1 1 0 0,0-1 0 0 0,12 4 0 0 0,-10-3 44 0 0,-6-4-151 0 0,0 0 1 0 0,1-1-1 0 0,-1 1 1 0 0,0 0 0 0 0,0-1-1 0 0,0 0 1 0 0,1 0 0 0 0,-1 0-1 0 0,0 0 1 0 0,0 0 0 0 0,0-1-1 0 0,4-2 1 0 0,-1-3-39 0 0,-1 0 1 0 0,-1 0-1 0 0,0 0 0 0 0,0 0 1 0 0,0-1-1 0 0,0 1 0 0 0,-1-1 1 0 0,-1 0-1 0 0,1 0 0 0 0,-1 0 1 0 0,-1 0-1 0 0,0 0 0 0 0,0-1 1 0 0,0 1-1 0 0,-1 0 0 0 0,0-1 1 0 0,-2-10-1 0 0,2 17-38 0 0,0 0 1 0 0,-1 0-1 0 0,1 1 1 0 0,0-1-1 0 0,-1 0 0 0 0,0 0 1 0 0,1 1-1 0 0,-1-1 1 0 0,0 1-1 0 0,0-1 1 0 0,0 0-1 0 0,0 1 0 0 0,0 0 1 0 0,0-1-1 0 0,0 1 1 0 0,0 0-1 0 0,-1-1 0 0 0,1 1 1 0 0,0 0-1 0 0,-1 0 1 0 0,-3-2-1 0 0,3 2-4 0 0,-1 1 1 0 0,1-1 0 0 0,-1 1-1 0 0,0-1 1 0 0,0 1-1 0 0,1 0 1 0 0,-1 0-1 0 0,0 0 1 0 0,1 0-1 0 0,-1 1 1 0 0,0-1-1 0 0,-5 2 1 0 0,-5 3 3 0 0,0 0 0 0 0,1 1 0 0 0,-1 0 1 0 0,-14 11-1 0 0,3-2 14 0 0,1 1 0 0 0,1 2 1 0 0,0 0-1 0 0,2 1 0 0 0,0 1 0 0 0,1 1 1 0 0,1 1-1 0 0,-24 37 0 0 0,38-53-11 0 0,1 0 0 0 0,0 1 0 0 0,0-1 0 0 0,0 0-1 0 0,1 1 1 0 0,0 0 0 0 0,1-1 0 0 0,-1 1 0 0 0,1 0 0 0 0,0 0 0 0 0,1 14-1 0 0,0-18 0 0 0,1 1-1 0 0,0-1 1 0 0,-1 1-1 0 0,1 0 1 0 0,0-1 0 0 0,1 0-1 0 0,-1 1 1 0 0,1-1-1 0 0,-1 0 1 0 0,1 0-1 0 0,0 1 1 0 0,0-1-1 0 0,1-1 1 0 0,-1 1-1 0 0,0 0 1 0 0,1-1-1 0 0,0 1 1 0 0,0-1-1 0 0,-1 0 1 0 0,1 1-1 0 0,1-1 1 0 0,-1-1-1 0 0,0 1 1 0 0,5 1-1 0 0,11 4-7 0 0,0-1 0 0 0,0-1 0 0 0,1-1 0 0 0,-1-1 0 0 0,1 0 0 0 0,0-2 0 0 0,33-1 0 0 0,-2-3-1473 0 0,92-18 0 0 0,-44-5-4096 0 0,-49 10 411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467 274 476 0 0,'13'-26'2990'0'0,"12"-30"-1"0"0,-14 27-1584 0 0,-2-1 0 0 0,8-42 0 0 0,-16 67-1272 0 0,0 3-80 0 0,0 0 1 0 0,-1-1 0 0 0,1 1 0 0 0,-1-1-1 0 0,0 1 1 0 0,1-1 0 0 0,-1 1 0 0 0,-1-1-1 0 0,1 1 1 0 0,0-1 0 0 0,0 1 0 0 0,-1-1-1 0 0,0 1 1 0 0,1-1 0 0 0,-1 1 0 0 0,0 0-1 0 0,0-1 1 0 0,-2-1 0 0 0,2 3-47 0 0,0 0 0 0 0,0 0 1 0 0,0 1-1 0 0,0-1 0 0 0,0 0 1 0 0,-1 1-1 0 0,1-1 0 0 0,0 1 0 0 0,-1-1 1 0 0,1 1-1 0 0,0 0 0 0 0,-1-1 1 0 0,1 1-1 0 0,0 0 0 0 0,-1 0 1 0 0,1 0-1 0 0,0 0 0 0 0,-1 0 0 0 0,1 0 1 0 0,-1 1-1 0 0,1-1 0 0 0,-2 1 1 0 0,-31 9-8 0 0,7 2-24 0 0,0 1 0 0 0,2 2-1 0 0,-36 25 1 0 0,-67 61 24 0 0,124-97 2 0 0,-21 16-5 0 0,-62 56 37 0 0,74-63 18 0 0,0 0 0 0 0,0 2 0 0 0,-19 30 0 0 0,30-43-47 0 0,1 0-1 0 0,0 0 0 0 0,0-1 0 0 0,0 1 0 0 0,0 0 0 0 0,0 0 0 0 0,1 0 0 0 0,-1 0 0 0 0,1 0 0 0 0,-1 0 0 0 0,1 0 0 0 0,0 1 0 0 0,-1-1 0 0 0,1 0 0 0 0,0 0 0 0 0,0 0 0 0 0,1 0 1 0 0,-1 0-1 0 0,0 0 0 0 0,2 4 0 0 0,-1-4-4 0 0,0 0 1 0 0,1 0-1 0 0,-1 0 0 0 0,1 0 1 0 0,0 0-1 0 0,-1-1 1 0 0,1 1-1 0 0,0 0 1 0 0,0-1-1 0 0,0 0 1 0 0,0 1-1 0 0,0-1 0 0 0,0 0 1 0 0,0 0-1 0 0,3 1 1 0 0,8 2-26 0 0,0 0 0 0 0,1-1 0 0 0,-1-1 0 0 0,26 2 0 0 0,18-1-8 0 0,72 7-27 0 0,-112-8 60 0 0,-1 1-1 0 0,-1 1 0 0 0,1 1 1 0 0,0 0-1 0 0,26 13 0 0 0,-39-16 39 0 0,1 0 0 0 0,0 0 0 0 0,-1 1 0 0 0,1-1 0 0 0,-1 1-1 0 0,0 0 1 0 0,0 0 0 0 0,0 0 0 0 0,0 0 0 0 0,-1 0 0 0 0,1 1 0 0 0,-1-1 0 0 0,2 5-1 0 0,-3-6 41 0 0,0 0-1 0 0,0 1 0 0 0,-1-1 1 0 0,1 0-1 0 0,-1 1 0 0 0,0-1 1 0 0,0 1-1 0 0,0-1 0 0 0,0 1 0 0 0,0-1 1 0 0,0 1-1 0 0,0-1 0 0 0,-1 0 1 0 0,1 1-1 0 0,-1-1 0 0 0,0 0 1 0 0,0 1-1 0 0,0-1 0 0 0,0 0 0 0 0,0 0 1 0 0,0 0-1 0 0,-1 0 0 0 0,1 0 1 0 0,-2 2-1 0 0,-9 10 280 0 0,-1 0 0 0 0,0-1 1 0 0,-1-1-1 0 0,0-1 0 0 0,-1 1 0 0 0,0-2 1 0 0,-20 11-1 0 0,10-9-92 0 0,0 0-1 0 0,0-2 1 0 0,-1-1-1 0 0,-34 8 1 0 0,51-16-183 0 0,0 1 0 0 0,-1-1 0 0 0,1 0 0 0 0,-1-1 0 0 0,1 0 1 0 0,-1-1-1 0 0,1 0 0 0 0,-17-3 0 0 0,21 2-69 0 0,0 1 0 0 0,0-1 1 0 0,0 0-1 0 0,0 0 0 0 0,0 0 1 0 0,0-1-1 0 0,1 1 0 0 0,-1-1 1 0 0,1-1-1 0 0,0 1 0 0 0,0 0 1 0 0,0-1-1 0 0,0 0 0 0 0,1 0 1 0 0,-1 0-1 0 0,-3-7 0 0 0,7 10-118 0 0,-1 0-1 0 0,1 0 0 0 0,-1 0 0 0 0,1 0 0 0 0,-1 0 0 0 0,1-1 0 0 0,0 1 0 0 0,0 0 0 0 0,0 0 0 0 0,0 0 0 0 0,0-1 0 0 0,0 1 0 0 0,0 0 0 0 0,0 0 0 0 0,0 0 0 0 0,0-1 0 0 0,1 1 0 0 0,-1 0 0 0 0,1 0 0 0 0,-1 0 0 0 0,0 0 0 0 0,1 0 0 0 0,0-1 0 0 0,-1 1 0 0 0,1 0 0 0 0,0 0 0 0 0,0 1 0 0 0,-1-1 0 0 0,1 0 0 0 0,0 0 0 0 0,0 0 1 0 0,0 0-1 0 0,0 1 0 0 0,0-1 0 0 0,2 0 0 0 0,2-3-666 0 0,0 1 0 0 0,0 1 1 0 0,1-1-1 0 0,-1 1 0 0 0,10-3 1 0 0,18-3-4072 0 0,-15 3 918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0 100 380 0 0,'10'-12'2374'0'0,"-1"-1"0"0"0,0 0 1 0 0,-1-1-1 0 0,0 0 0 0 0,6-19 972 0 0,-15 57-3044 0 0,-15 50 59 0 0,-7 54 41 0 0,20-109-396 0 0,2 1 0 0 0,0 0 0 0 0,1 0 0 0 0,4 27 0 0 0,-3-44-202 0 0,-1-1 0 0 0,1 1 0 0 0,0 0 0 0 0,-1 0 0 0 0,1 0 0 0 0,1-1 0 0 0,-1 1 0 0 0,0 0 0 0 0,2 2 0 0 0,-2-4-50 0 0,0-1 0 0 0,-1 1 0 0 0,1 0 1 0 0,0-1-1 0 0,-1 1 0 0 0,1 0 0 0 0,0-1 0 0 0,0 1 0 0 0,0-1 0 0 0,-1 1 1 0 0,1-1-1 0 0,0 0 0 0 0,0 1 0 0 0,0-1 0 0 0,0 0 0 0 0,0 0 1 0 0,0 0-1 0 0,0 1 0 0 0,0-1 0 0 0,0 0 0 0 0,0 0 0 0 0,0 0 1 0 0,-1-1-1 0 0,1 1 0 0 0,0 0 0 0 0,0 0 0 0 0,0 0 0 0 0,0-1 1 0 0,0 1-1 0 0,0 0 0 0 0,0-1 0 0 0,1 0 0 0 0,9-7-3969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69 184 0 0,'-2'-14'1964'0'0,"-5"4"-500"0"0,5 0-248 0 0,-1 1-155 0 0,0 2 387 0 0,-6-5-376 0 0,2 5-500 0 0,2 21-660 0 0,3-3-312 0 0,4-1-348 0 0,-2 5-456 0 0,2 1-841 0 0,-1-1-47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63 1624 0 0,'-1'2'1740'0'0,"-28"87"4638"0"0,17-49-5878 0 0,-31 69 0 0 0,41-104-244 0 0,-1 0 0 0 0,0 0 1 0 0,-1 0-1 0 0,-6 7 1 0 0,8-11 27 0 0,0-2-191 0 0,2 1-88 0 0,-1 0 1 0 0,1 0-1 0 0,-1 0 0 0 0,0 0 0 0 0,1 0 0 0 0,-1 0 0 0 0,1-1 1 0 0,-1 1-1 0 0,1 0 0 0 0,-1 0 0 0 0,1-1 0 0 0,-1 1 1 0 0,1 0-1 0 0,-1-1 0 0 0,1 1 0 0 0,-1 0 0 0 0,1-1 1 0 0,-1 1-1 0 0,1-1 0 0 0,0 1 0 0 0,-1-1 0 0 0,1 1 1 0 0,0-1-1 0 0,-1 1 0 0 0,1-1 0 0 0,0 1 0 0 0,0-1 1 0 0,0 0-1 0 0,-1 1 0 0 0,1-1 0 0 0,0 1 0 0 0,0-1 1 0 0,0 0-1 0 0,0 1 0 0 0,0-1 0 0 0,0 1 0 0 0,0-1 0 0 0,0-1 1 0 0,1 2 10 0 0,-1-11-31 0 0,1 0-1 0 0,0 0 1 0 0,1 0-1 0 0,0 0 1 0 0,1 1-1 0 0,0-1 0 0 0,0 1 1 0 0,1-1-1 0 0,1 1 1 0 0,6-11-1 0 0,-5 11-2 0 0,-1 1 0 0 0,1 0-1 0 0,1 0 1 0 0,0 1 0 0 0,0 0 0 0 0,1 0 0 0 0,0 1-1 0 0,0-1 1 0 0,0 2 0 0 0,1-1 0 0 0,15-7-1 0 0,-20 12 16 0 0,2-1 0 0 0,-1 1 0 0 0,0 0 0 0 0,0 1 0 0 0,1-1 0 0 0,-1 1 0 0 0,1 0 1 0 0,-1 1-1 0 0,1-1 0 0 0,-1 1 0 0 0,1 0 0 0 0,-1 0 0 0 0,1 1 0 0 0,-1 0 0 0 0,1 0 0 0 0,-1 0 0 0 0,0 1 0 0 0,1-1 0 0 0,-1 1 0 0 0,0 0 0 0 0,0 1 0 0 0,0 0 0 0 0,0-1 0 0 0,6 6 0 0 0,-5-3 22 0 0,-1-1 1 0 0,1 1 0 0 0,-1 0-1 0 0,0 0 1 0 0,0 1-1 0 0,-1 0 1 0 0,0-1 0 0 0,0 2-1 0 0,0-1 1 0 0,-1 0 0 0 0,1 1-1 0 0,2 11 1 0 0,-4-13-3 0 0,-1 0 0 0 0,0 0 0 0 0,0 0 0 0 0,-1 0 0 0 0,1 0 1 0 0,-1 1-1 0 0,0-1 0 0 0,-1 0 0 0 0,1 0 0 0 0,-1 0 0 0 0,0 0 0 0 0,0 0 1 0 0,-1 0-1 0 0,0 0 0 0 0,1 0 0 0 0,-2 0 0 0 0,1 0 0 0 0,-5 6 1 0 0,6-9-12 0 0,0 0 0 0 0,1-1 0 0 0,-1 0 0 0 0,0 1 0 0 0,0-1 0 0 0,0 0 0 0 0,-1 1 0 0 0,1-1 0 0 0,0 0 0 0 0,0 0 0 0 0,-1 0 0 0 0,1 0 0 0 0,-1 0 0 0 0,1 0 0 0 0,-1-1 0 0 0,1 1 0 0 0,-1 0 1 0 0,1-1-1 0 0,-1 1 0 0 0,1-1 0 0 0,-1 1 0 0 0,0-1 0 0 0,1 0 0 0 0,-1 0 0 0 0,0 0 0 0 0,0 0 0 0 0,1 0 0 0 0,-3 0 0 0 0,2-1-4 0 0,0 0 1 0 0,0 0-1 0 0,0 0 0 0 0,1-1 0 0 0,-1 1 0 0 0,0 0 0 0 0,1-1 1 0 0,-1 1-1 0 0,1-1 0 0 0,-1 1 0 0 0,1-1 0 0 0,0 0 1 0 0,0 0-1 0 0,0 0 0 0 0,0 1 0 0 0,0-1 0 0 0,0 0 1 0 0,1 0-1 0 0,-1 0 0 0 0,0 0 0 0 0,1 0 0 0 0,-1-4 1 0 0,0-2-31 0 0,0 0 0 0 0,1 0 1 0 0,0 0-1 0 0,0 0 0 0 0,0 0 1 0 0,1 0-1 0 0,1 0 0 0 0,-1 0 1 0 0,1 1-1 0 0,0-1 0 0 0,5-10 1 0 0,-2 7 5 0 0,0 1 0 0 0,1 0 0 0 0,0 0 1 0 0,1 0-1 0 0,0 1 0 0 0,1 0 1 0 0,13-13-1 0 0,-14 14 9 0 0,1 2 1 0 0,0-1-1 0 0,0 1 0 0 0,1 0 1 0 0,0 1-1 0 0,0 0 0 0 0,0 0 1 0 0,0 1-1 0 0,1 0 0 0 0,-1 0 1 0 0,1 2-1 0 0,0-1 0 0 0,0 1 1 0 0,1 0-1 0 0,-1 1 0 0 0,0 0 1 0 0,0 1-1 0 0,1 0 0 0 0,14 2 1 0 0,-20-1 11 0 0,-1 0 1 0 0,0 0-1 0 0,1 1 1 0 0,-1-1-1 0 0,0 1 1 0 0,0 0-1 0 0,0 0 1 0 0,0 0-1 0 0,-1 1 1 0 0,1-1-1 0 0,0 1 1 0 0,-1 0-1 0 0,0 0 1 0 0,0 0-1 0 0,0 0 1 0 0,0 1-1 0 0,0-1 1 0 0,0 1-1 0 0,-1 0 1 0 0,0 0-1 0 0,4 7 1 0 0,-4-4 21 0 0,0 0 1 0 0,-1 1-1 0 0,0-1 1 0 0,0 0-1 0 0,0 0 1 0 0,-1 0-1 0 0,0 1 1 0 0,0-1-1 0 0,-1 0 1 0 0,0 0-1 0 0,0 1 1 0 0,-4 11-1 0 0,-9 21 113 0 0,-2-1-1 0 0,-26 47 0 0 0,7-16-96 0 0,17-24-1760 0 0,42-51-4488 0 0,-9-3 3640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325 157 76 0 0,'20'-35'5760'0'0,"27"-67"1"0"0,-39 84-4613 0 0,-7 16-493 0 0,-7 27-402 0 0,-34 198 208 0 0,4 83-85 0 0,-8 61-67 0 0,30-287-157 0 0,-4-1 0 0 0,-41 117 0 0 0,55-186-194 0 0,-7 20 151 0 0,-20 36 1 0 0,27-59-306 0 0,0 1 0 0 0,0-2 0 0 0,-1 1-1 0 0,0-1 1 0 0,0 1 0 0 0,0-1 0 0 0,-1-1 0 0 0,0 1 0 0 0,0-1 0 0 0,-11 7 0 0 0,15-11-62 0 0,0 0 0 0 0,1 0-1 0 0,-1 0 1 0 0,0-1 0 0 0,0 1 0 0 0,0 0 0 0 0,0-1 0 0 0,0 1 0 0 0,0-1 0 0 0,0 0 0 0 0,0 0 0 0 0,0 0 0 0 0,0 0 0 0 0,0 0 0 0 0,0 0 0 0 0,0 0 0 0 0,0-1 0 0 0,0 1 0 0 0,0-1 0 0 0,0 1 0 0 0,0-1 0 0 0,0 0 0 0 0,0 0 0 0 0,1 0 0 0 0,-1 0 0 0 0,0 0 0 0 0,-1-2 0 0 0,-12-8-3388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5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0 653 1728 0 0,'15'-19'660'0'0,"1"0"0"0"0,1 2 0 0 0,1 0 0 0 0,0 0 1 0 0,1 2-1 0 0,1 0 0 0 0,0 2 0 0 0,27-14 0 0 0,-36 21-568 0 0,0 0 0 0 0,1 2 1 0 0,-1-1-1 0 0,1 2 0 0 0,0-1 1 0 0,0 2-1 0 0,1-1 0 0 0,-1 2 1 0 0,0-1-1 0 0,1 2 0 0 0,-1 0 1 0 0,1 0-1 0 0,-1 1 1 0 0,0 1-1 0 0,1 0 0 0 0,-1 1 1 0 0,23 8-1 0 0,-28-9-74 0 0,-1 1 1 0 0,1 1-1 0 0,-1 0 1 0 0,0 0-1 0 0,0 0 1 0 0,0 0 0 0 0,0 1-1 0 0,-1 0 1 0 0,0 0-1 0 0,0 1 1 0 0,0-1-1 0 0,0 1 1 0 0,-1 0-1 0 0,6 13 1 0 0,-7-14 16 0 0,-1 1 1 0 0,0 0 0 0 0,0 0-1 0 0,-1 0 1 0 0,0 0-1 0 0,0 0 1 0 0,0 0 0 0 0,-1 0-1 0 0,0 0 1 0 0,0 0 0 0 0,0 0-1 0 0,-1 0 1 0 0,0 0-1 0 0,0 0 1 0 0,0 0 0 0 0,-1 0-1 0 0,0 0 1 0 0,-3 7 0 0 0,-2 0 105 0 0,0-1 1 0 0,0 1 0 0 0,-1-1-1 0 0,-1 0 1 0 0,0-1 0 0 0,-15 14-1 0 0,-68 53 983 0 0,74-64-854 0 0,-3 1 202 0 0,18-14-409 0 0,13-11-72 0 0,160-129-97 0 0,-131 105 46 0 0,207-191-198 0 0,-210 188 225 0 0,-2-1-1 0 0,-2-2 0 0 0,-2-1 1 0 0,37-66-1 0 0,-55 84 77 0 0,15-41 0 0 0,-24 54-34 0 0,0-1 0 0 0,-1 1 0 0 0,0 0 0 0 0,0-1 0 0 0,-1 1 0 0 0,0-20 1 0 0,-1 28-15 0 0,0 1 1 0 0,0-1 0 0 0,0 1-1 0 0,0-1 1 0 0,-1 1 0 0 0,1-1-1 0 0,0 1 1 0 0,-1-1 0 0 0,1 1-1 0 0,-1-1 1 0 0,1 1 0 0 0,-1-1-1 0 0,0 1 1 0 0,0 0 0 0 0,1-1-1 0 0,-1 1 1 0 0,0 0 0 0 0,0 0-1 0 0,0 0 1 0 0,-1 0 0 0 0,1 0-1 0 0,-2-2 1 0 0,2 3-3 0 0,-1-1 0 0 0,0 1 0 0 0,1 0-1 0 0,-1-1 1 0 0,0 1 0 0 0,1 0 0 0 0,-1 0 0 0 0,1 0 0 0 0,-1 0 0 0 0,0 1-1 0 0,1-1 1 0 0,-1 0 0 0 0,0 1 0 0 0,1-1 0 0 0,-1 1 0 0 0,1-1-1 0 0,-3 2 1 0 0,-4 2-18 0 0,0 1-1 0 0,1 0 0 0 0,-1 0 1 0 0,1 1-1 0 0,0 0 1 0 0,-8 9-1 0 0,0 3 15 0 0,1 1 1 0 0,0 1-1 0 0,1 0 0 0 0,2 0 0 0 0,0 2 0 0 0,1-1 1 0 0,-8 25-1 0 0,5-5 75 0 0,1 1 0 0 0,-11 86 1 0 0,20-98-16 0 0,1 0 0 0 0,1 0 1 0 0,2 0-1 0 0,5 38 0 0 0,-4-55-26 0 0,1 0 1 0 0,0 0-1 0 0,0-1 0 0 0,1 1 1 0 0,1-1-1 0 0,0 0 0 0 0,0 0 1 0 0,2 0-1 0 0,-1-1 0 0 0,1 0 1 0 0,1 0-1 0 0,11 12 0 0 0,-14-19-15 0 0,1 1-1 0 0,0 0 1 0 0,0-1-1 0 0,0 0 1 0 0,1 0-1 0 0,-1-1 1 0 0,1 0-1 0 0,0 0 1 0 0,0-1-1 0 0,0 1 1 0 0,0-1 0 0 0,0-1-1 0 0,0 0 1 0 0,1 0-1 0 0,-1 0 1 0 0,0-1-1 0 0,1 0 1 0 0,-1 0-1 0 0,1-1 1 0 0,9-2-1 0 0,-2 0-5 0 0,0 0 0 0 0,0-2 0 0 0,-1 0-1 0 0,0-1 1 0 0,0 0 0 0 0,0-1 0 0 0,0 0-1 0 0,21-17 1 0 0,-18 10-17 0 0,-1-1 0 0 0,0 0-1 0 0,-1-2 1 0 0,-1 1 0 0 0,0-2 0 0 0,-2 1 0 0 0,0-2-1 0 0,-1 0 1 0 0,0 0 0 0 0,-2-1 0 0 0,0 0-1 0 0,-2-1 1 0 0,7-27 0 0 0,-12 42 61 0 0,-1 0 0 0 0,0-1-1 0 0,0 1 1 0 0,0 0 0 0 0,-1 0 0 0 0,0 0 0 0 0,0-1 0 0 0,-1 1-1 0 0,0 0 1 0 0,0 0 0 0 0,-3-9 0 0 0,4 14-45 0 0,-1 0 0 0 0,0 0 0 0 0,0 0 0 0 0,0 0 0 0 0,1 0 0 0 0,-1 1 0 0 0,0-1 0 0 0,0 0 0 0 0,0 1 0 0 0,0-1 0 0 0,0 0 0 0 0,0 1 0 0 0,0-1 1 0 0,0 1-1 0 0,-1 0 0 0 0,1-1 0 0 0,0 1 0 0 0,0 0 0 0 0,0 0 0 0 0,0 0 0 0 0,0-1 0 0 0,-1 1 0 0 0,1 1 0 0 0,0-1 0 0 0,0 0 0 0 0,0 0 0 0 0,0 0 0 0 0,-1 0 0 0 0,1 1 0 0 0,0-1 0 0 0,0 1 0 0 0,0-1 0 0 0,0 1 0 0 0,0-1 0 0 0,-2 2 1 0 0,-3 1-5 0 0,0 1 1 0 0,0-1-1 0 0,0 1 1 0 0,-7 7-1 0 0,-2 3 17 0 0,0 0 0 0 0,2 2 0 0 0,0-1 0 0 0,0 2 1 0 0,2 0-1 0 0,-16 29 0 0 0,22-36 7 0 0,0 0 0 0 0,1 0 1 0 0,0 0-1 0 0,1 1 0 0 0,0-1 1 0 0,1 1-1 0 0,0 0 0 0 0,0 0 0 0 0,1 0 1 0 0,1-1-1 0 0,-1 1 0 0 0,2 0 1 0 0,3 22-1 0 0,-3-30-9 0 0,0 1 0 0 0,0-1-1 0 0,1 1 1 0 0,-1-1 0 0 0,1 1 0 0 0,0-1-1 0 0,0 0 1 0 0,0 0 0 0 0,0 0 0 0 0,0 0 0 0 0,1 0-1 0 0,-1 0 1 0 0,1-1 0 0 0,0 1 0 0 0,6 3-1 0 0,-4-3 0 0 0,1 0-1 0 0,-1 0 1 0 0,1-1-1 0 0,0 0 0 0 0,0 0 1 0 0,0-1-1 0 0,0 1 0 0 0,12 0 1 0 0,-2-2-11 0 0,1 0 1 0 0,-1-1-1 0 0,0 0 0 0 0,0-2 1 0 0,0 0-1 0 0,24-7 1 0 0,-27 5-35 0 0,0 0 1 0 0,-1-1 0 0 0,0 0-1 0 0,0-1 1 0 0,0-1 0 0 0,-1 0-1 0 0,0 0 1 0 0,0-1 0 0 0,-1 0-1 0 0,10-11 1 0 0,7-13-122 0 0,43-69 1 0 0,6-7-31 0 0,-73 106 169 0 0,-1 0 0 0 0,0 1 0 0 0,1-1 0 0 0,-1 1 1 0 0,1 0-1 0 0,-1-1 0 0 0,1 1 0 0 0,0 0 0 0 0,0 1 0 0 0,0-1 0 0 0,0 1 0 0 0,1-1 0 0 0,-1 1 1 0 0,0 0-1 0 0,6-1 0 0 0,-7 1 13 0 0,0 2 1 0 0,0-1-1 0 0,0 0 1 0 0,-1 0-1 0 0,1 0 1 0 0,0 1-1 0 0,0-1 1 0 0,-1 1-1 0 0,1-1 1 0 0,0 1-1 0 0,-1 0 1 0 0,1 0-1 0 0,-1 0 1 0 0,1 0-1 0 0,-1 0 1 0 0,1 0-1 0 0,-1 0 1 0 0,2 2-1 0 0,20 25-10 0 0,-18-20 26 0 0,-1 0 0 0 0,0 1 0 0 0,-1 0 1 0 0,0 0-1 0 0,0 0 0 0 0,-1 1 1 0 0,0-1-1 0 0,-1 0 0 0 0,0 1 1 0 0,0-1-1 0 0,-1 1 0 0 0,0 0 1 0 0,-1-1-1 0 0,-2 11 0 0 0,1-9 120 0 0,0-1 1 0 0,-1 1-1 0 0,0-1 0 0 0,-1 0 1 0 0,0 0-1 0 0,-1 0 0 0 0,0 0 0 0 0,0-1 1 0 0,-1 0-1 0 0,0 0 0 0 0,-15 15 0 0 0,20-23-109 0 0,1-1 1 0 0,-1 1-1 0 0,0-1 0 0 0,0 1 0 0 0,0-1 0 0 0,1 1 0 0 0,-1-1 0 0 0,0 1 1 0 0,0-1-1 0 0,0 0 0 0 0,0 0 0 0 0,0 1 0 0 0,0-1 0 0 0,0 0 0 0 0,0 0 0 0 0,0 0 1 0 0,0 0-1 0 0,0 0 0 0 0,0 0 0 0 0,-1 0 0 0 0,2-1-21 0 0,-1 1 0 0 0,1 0 0 0 0,0 0 0 0 0,-1 0 0 0 0,1 0 0 0 0,-1-1 0 0 0,1 1 0 0 0,0 0 0 0 0,-1-1 1 0 0,1 1-1 0 0,0 0 0 0 0,-1 0 0 0 0,1-1 0 0 0,0 1 0 0 0,0-1 0 0 0,-1 1 0 0 0,1 0 0 0 0,0-1 0 0 0,0 1 0 0 0,0-1 0 0 0,-1 1 0 0 0,1 0 0 0 0,0-1 0 0 0,0 1 0 0 0,0-1 0 0 0,0 1 0 0 0,0-1 0 0 0,0 1 0 0 0,0 0 0 0 0,0-1 0 0 0,0 1 0 0 0,0-1 1 0 0,0 1-1 0 0,0-1 0 0 0,0 1 0 0 0,0-1 0 0 0,0 1 0 0 0,1 0 0 0 0,-1-1 0 0 0,0 1 0 0 0,0-1 0 0 0,1 1 0 0 0,-1 0 0 0 0,0-1 0 0 0,1 1 0 0 0,6-13-20 0 0,1 0 1 0 0,1 1-1 0 0,0 0 0 0 0,1 0 1 0 0,20-18-1 0 0,65-50-72 0 0,-73 63 69 0 0,6-5 7 0 0,74-55-39 0 0,-95 73 23 0 0,-5 3 8 0 0,0 0 1 0 0,0-1-1 0 0,0 1 1 0 0,0 0-1 0 0,0-1 1 0 0,0 1 0 0 0,-1-1-1 0 0,3-2 1 0 0,-3 2-18 0 0,-5 5 2 0 0,-1-1 24 0 0,1 1 0 0 0,0 0 1 0 0,0 0-1 0 0,-5 6 0 0 0,3-4 11 0 0,-8 7 1 0 0,1 0 0 0 0,1 0-1 0 0,0 2 1 0 0,1 0-1 0 0,-10 15 1 0 0,17-23 13 0 0,0-1 0 0 0,1 2 0 0 0,0-1 1 0 0,0 0-1 0 0,0 1 0 0 0,1-1 0 0 0,0 1 0 0 0,0 0 0 0 0,1 0 0 0 0,-1-1 1 0 0,2 1-1 0 0,-1 0 0 0 0,1 0 0 0 0,0 0 0 0 0,2 12 0 0 0,-1-15 1 0 0,1 0 1 0 0,-1 0-1 0 0,1 0 0 0 0,0-1 0 0 0,1 1 0 0 0,-1 0 0 0 0,1-1 0 0 0,-1 1 0 0 0,1-1 0 0 0,0 0 0 0 0,0 0 1 0 0,1 0-1 0 0,-1 0 0 0 0,0-1 0 0 0,1 1 0 0 0,0-1 0 0 0,0 0 0 0 0,0 0 0 0 0,7 3 0 0 0,4 1-164 0 0,1-1-1 0 0,0 0 0 0 0,31 4 0 0 0,-29-7-1408 0 0,0 0 0 0 0,1-2 1 0 0,-1 0-1 0 0,23-3 0 0 0,-11-3-2999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1928 0 0,'2'-4'756'0'0,"1"-4"192"0"0,0 0 0 0 0,0 1 0 0 0,1-1 0 0 0,0 1 0 0 0,10-13-1 0 0,-12 18-909 0 0,-1 0 0 0 0,1 1-1 0 0,0-1 1 0 0,0 1-1 0 0,-1 0 1 0 0,1-1-1 0 0,0 1 1 0 0,0 0 0 0 0,0 0-1 0 0,1 0 1 0 0,-1 1-1 0 0,0-1 1 0 0,0 0-1 0 0,0 1 1 0 0,1-1 0 0 0,-1 1-1 0 0,0 0 1 0 0,0 0-1 0 0,1 0 1 0 0,-1 0-1 0 0,0 0 1 0 0,1 0 0 0 0,-1 1-1 0 0,0-1 1 0 0,0 1-1 0 0,0-1 1 0 0,4 2 0 0 0,0 1-17 0 0,0 0 0 0 0,0 0 1 0 0,0 0-1 0 0,0 1 0 0 0,0 0 1 0 0,-1 0-1 0 0,0 0 1 0 0,0 1-1 0 0,0-1 0 0 0,0 1 1 0 0,-1 1-1 0 0,0-1 1 0 0,0 0-1 0 0,0 1 0 0 0,-1 0 1 0 0,0 0-1 0 0,0 0 0 0 0,0 0 1 0 0,2 7-1 0 0,-3-4 40 0 0,1 1-1 0 0,-1-1 1 0 0,-1 0 0 0 0,1 1-1 0 0,-2-1 1 0 0,1 1-1 0 0,-1-1 1 0 0,-1 1 0 0 0,0-1-1 0 0,0 1 1 0 0,-1-1-1 0 0,-5 18 1 0 0,-12 9 811 0 0,5-12 394 0 0,10-26-1114 0 0,4 2-150 0 0,0 0 1 0 0,0 0-1 0 0,-1 0 1 0 0,1 0 0 0 0,0 0-1 0 0,0 0 1 0 0,-1 0-1 0 0,1 0 1 0 0,0 0 0 0 0,0 0-1 0 0,-1-1 1 0 0,1 1 0 0 0,0 0-1 0 0,0 0 1 0 0,0 0-1 0 0,-1 0 1 0 0,1 0 0 0 0,0 0-1 0 0,0-1 1 0 0,0 1-1 0 0,0 0 1 0 0,-1 0 0 0 0,1 0-1 0 0,0-1 1 0 0,0 1 0 0 0,0 0-1 0 0,0 0 1 0 0,0 0-1 0 0,0-1 1 0 0,0 1 0 0 0,-1 0-1 0 0,1 0 1 0 0,0-1-1 0 0,0 1 1 0 0,0 0 0 0 0,0 0-1 0 0,0-1 1 0 0,5-16-16 0 0,0 1 1 0 0,1 0-1 0 0,1 0 1 0 0,1 0-1 0 0,0 1 1 0 0,1 0-1 0 0,0 0 1 0 0,1 1-1 0 0,18-19 1 0 0,-13 17-12 0 0,0 0 1 0 0,1 1 0 0 0,1 1 0 0 0,1 1-1 0 0,0 1 1 0 0,0 0 0 0 0,26-11 0 0 0,-36 19 9 0 0,1 1 1 0 0,-1 0 0 0 0,1 0-1 0 0,0 1 1 0 0,0 0 0 0 0,0 1 0 0 0,0-1-1 0 0,0 2 1 0 0,0 0 0 0 0,1 0 0 0 0,-1 0-1 0 0,0 1 1 0 0,0 1 0 0 0,10 2 0 0 0,-14-3 14 0 0,0 1 1 0 0,1 0 0 0 0,-1 1 0 0 0,0-1 0 0 0,0 1 0 0 0,0 0 0 0 0,-1 0-1 0 0,1 0 1 0 0,-1 1 0 0 0,0 0 0 0 0,1 0 0 0 0,-2 0 0 0 0,1 0-1 0 0,0 0 1 0 0,-1 1 0 0 0,0 0 0 0 0,0-1 0 0 0,0 1 0 0 0,-1 1-1 0 0,0-1 1 0 0,0 0 0 0 0,0 0 0 0 0,2 11 0 0 0,-3-6-19 0 0,0 0 1 0 0,0 0-1 0 0,-1 0 1 0 0,0 1-1 0 0,-1-1 0 0 0,0 0 1 0 0,0 0-1 0 0,-1 0 1 0 0,-1 0-1 0 0,0 0 1 0 0,0 0-1 0 0,-1-1 0 0 0,0 1 1 0 0,-1-1-1 0 0,0 0 1 0 0,0 0-1 0 0,-1-1 1 0 0,0 1-1 0 0,-12 11 0 0 0,18-19 2 0 0,0-1 0 0 0,0 1 0 0 0,-1-1 0 0 0,1 0-1 0 0,0 1 1 0 0,-1-1 0 0 0,1 1 0 0 0,0-1-1 0 0,-1 0 1 0 0,1 1 0 0 0,-1-1 0 0 0,1 0-1 0 0,0 0 1 0 0,-1 1 0 0 0,1-1 0 0 0,-1 0 0 0 0,1 0-1 0 0,-1 0 1 0 0,1 1 0 0 0,-1-1 0 0 0,1 0-1 0 0,-1 0 1 0 0,1 0 0 0 0,-1 0 0 0 0,1 0 0 0 0,-1 0-1 0 0,1 0 1 0 0,-1 0 0 0 0,1 0 0 0 0,-1 0-1 0 0,1 0 1 0 0,-1-1 0 0 0,1 1 0 0 0,0 0-1 0 0,-1 0 1 0 0,1 0 0 0 0,-1-1 0 0 0,1 1 0 0 0,-1 0-1 0 0,1 0 1 0 0,0-1 0 0 0,-1 1 0 0 0,1 0-1 0 0,-1-1 1 0 0,1 1 0 0 0,-1-1 0 0 0,1 0-26 0 0,-1-1 0 0 0,1 1 0 0 0,-1 0 0 0 0,1-1 0 0 0,0 1 0 0 0,-1 0 1 0 0,1-1-1 0 0,0 1 0 0 0,0 0 0 0 0,0-1 0 0 0,0 1 0 0 0,0 0 0 0 0,0-1 0 0 0,0 1 0 0 0,1 0 1 0 0,0-3-1 0 0,6-15-28 0 0,1 1-1 0 0,2 0 1 0 0,-1 0 0 0 0,2 1 0 0 0,1 0 0 0 0,0 1 0 0 0,1 0 0 0 0,0 1 0 0 0,1 0-1 0 0,1 1 1 0 0,0 1 0 0 0,1 1 0 0 0,1 0 0 0 0,32-18 0 0 0,-8 15 23 0 0,-40 15 45 0 0,0-1 1 0 0,1 0-1 0 0,-1 1 1 0 0,0-1-1 0 0,1 1 1 0 0,-1 0-1 0 0,1-1 1 0 0,-1 1-1 0 0,0 0 1 0 0,1 0-1 0 0,-1 0 0 0 0,1 0 1 0 0,-1 0-1 0 0,1 0 1 0 0,-1 0-1 0 0,2 1 1 0 0,1 0-6 0 0,-3-1 5 0 0,0 0 1 0 0,1 0 0 0 0,-1 0 0 0 0,0 0 0 0 0,0 0-1 0 0,0 0 1 0 0,1 0 0 0 0,-1 0 0 0 0,0 1 0 0 0,0-1-1 0 0,0 1 1 0 0,0-1 0 0 0,1 1 0 0 0,-1-1 0 0 0,0 1 0 0 0,0-1-1 0 0,0 1 1 0 0,0 0 0 0 0,0 0 0 0 0,1 1 0 0 0,-1-1 1 0 0,1 0 1 0 0,-1 0-1 0 0,0 0 0 0 0,1 0 1 0 0,-1 0-1 0 0,0 0 1 0 0,0 0-1 0 0,1 1 1 0 0,-1-1-1 0 0,0 0 1 0 0,0 1-1 0 0,-1-1 1 0 0,1 1-1 0 0,0-1 1 0 0,0 1-1 0 0,-1-1 1 0 0,1 1-1 0 0,-1 0 1 0 0,1 2-1 0 0,0 3 4 0 0,0 2 11 0 0,0 0 0 0 0,-1 0 0 0 0,0 0 0 0 0,0 1 0 0 0,-1-1 0 0 0,0 0 0 0 0,-1 0 0 0 0,0-1-1 0 0,0 1 1 0 0,-6 13 0 0 0,5-13 7 0 0,0 0 0 0 0,0 0 0 0 0,1 1-1 0 0,0-1 1 0 0,1 1 0 0 0,0 0 0 0 0,0-1-1 0 0,2 20 1 0 0,0-27-28 0 0,-1 0-1 0 0,1 1 1 0 0,0-1-1 0 0,0 0 1 0 0,0 0-1 0 0,0 0 0 0 0,1 0 1 0 0,-1 0-1 0 0,0 0 1 0 0,1 0-1 0 0,-1-1 1 0 0,1 1-1 0 0,0 0 1 0 0,0-1-1 0 0,0 1 1 0 0,-1-1-1 0 0,1 0 0 0 0,0 0 1 0 0,1 1-1 0 0,-1-1 1 0 0,0-1-1 0 0,0 1 1 0 0,0 0-1 0 0,1 0 1 0 0,-1-1-1 0 0,0 1 1 0 0,0-1-1 0 0,1 0 1 0 0,-1 0-1 0 0,4 0 0 0 0,8 0-240 0 0,0 0-1 0 0,0-1 0 0 0,24-6 1 0 0,-32 6 156 0 0,13-3-29 0 0,0-2 0 0 0,0 0 0 0 0,-1-1 0 0 0,1-1-1 0 0,-2-1 1 0 0,1-1 0 0 0,-1 0 0 0 0,-1-1 0 0 0,0-1 0 0 0,0 0 0 0 0,-1-1-1 0 0,-1-1 1 0 0,0 0 0 0 0,-1-1 0 0 0,0-1 0 0 0,14-23 0 0 0,-23 33 292 0 0,-1-1 1 0 0,0 0 0 0 0,0 0-1 0 0,0 0 1 0 0,-1-1-1 0 0,0 1 1 0 0,-1 0 0 0 0,2-9-1 0 0,-3 11-94 0 0,0 1 0 0 0,0-1 0 0 0,0 1 0 0 0,0 0 0 0 0,-1-1 0 0 0,0 1 0 0 0,0 0 0 0 0,0 0 0 0 0,0-1 0 0 0,-1 1 0 0 0,1 0 0 0 0,-1 0 0 0 0,0 1 0 0 0,-5-7 0 0 0,6 8-76 0 0,0 1 0 0 0,0 0 0 0 0,0 0 0 0 0,0 1 0 0 0,0-1 0 0 0,0 0 0 0 0,-1 0 0 0 0,1 1 0 0 0,0-1 0 0 0,-1 0 0 0 0,1 1 0 0 0,0-1 0 0 0,-1 1 0 0 0,1 0 0 0 0,-1-1 0 0 0,1 1 0 0 0,0 0 1 0 0,-1 0-1 0 0,1 0 0 0 0,-1 0 0 0 0,1 0 0 0 0,-1 0 0 0 0,1 1 0 0 0,0-1 0 0 0,-1 0 0 0 0,1 1 0 0 0,-1-1 0 0 0,1 1 0 0 0,0-1 0 0 0,-1 1 0 0 0,0 1 0 0 0,-5 1 9 0 0,1 0 1 0 0,0 1-1 0 0,0 0 0 0 0,-8 8 1 0 0,0 2 12 0 0,0 0 0 0 0,1 1 0 0 0,1 0 0 0 0,0 2 0 0 0,1-1 1 0 0,1 1-1 0 0,0 0 0 0 0,2 1 0 0 0,0 0 0 0 0,1 1 0 0 0,-10 38 0 0 0,16-50-12 0 0,0 1 0 0 0,0 0-1 0 0,0 0 1 0 0,1 0 0 0 0,0 0-1 0 0,0 0 1 0 0,1 0 0 0 0,0-1 0 0 0,1 1-1 0 0,0 0 1 0 0,0-1 0 0 0,0 1-1 0 0,7 13 1 0 0,-6-16-117 0 0,0-1 1 0 0,0 1-1 0 0,1-1 1 0 0,-1 0-1 0 0,1 0 1 0 0,0 0-1 0 0,0-1 0 0 0,0 1 1 0 0,1-1-1 0 0,-1 0 1 0 0,1 0-1 0 0,0 0 0 0 0,0-1 1 0 0,0 0-1 0 0,0 0 1 0 0,0 0-1 0 0,0 0 0 0 0,0-1 1 0 0,1 0-1 0 0,9 1 1 0 0,9-1-501 0 0,0 0 0 0 0,0-2 1 0 0,0-1-1 0 0,0-1 0 0 0,0 0 0 0 0,-1-2 1 0 0,26-9-1 0 0,-6 1-231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6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235 229 912 0 0,'9'-27'1304'0'0,"-2"0"0"0"0,0 0 0 0 0,-2-1 0 0 0,-1 0 0 0 0,-1 0 0 0 0,-1-33 0 0 0,-2 58-1236 0 0,-1 3-65 0 0,-1 1 0 0 0,0-1 1 0 0,0 1-1 0 0,0-1 0 0 0,1 1 1 0 0,-1 0-1 0 0,0-1 1 0 0,1 1-1 0 0,-1 0 0 0 0,0 0 1 0 0,1 0-1 0 0,0 0 0 0 0,-1 1 1 0 0,1-1-1 0 0,-1 0 1 0 0,1 1-1 0 0,0-1 0 0 0,0 0 1 0 0,-2 4-1 0 0,-19 36 19 0 0,16-29-21 0 0,-46 93 94 0 0,5 2 1 0 0,-44 151-1 0 0,85-235-47 0 0,0 0-1 0 0,-2 31 0 0 0,7-48-28 0 0,1 0-1 0 0,-1 0 1 0 0,1 1 0 0 0,1-1-1 0 0,-1 0 1 0 0,1 0 0 0 0,0 0-1 0 0,0 0 1 0 0,1 0-1 0 0,0 0 1 0 0,0 0 0 0 0,0 0-1 0 0,1-1 1 0 0,4 8 0 0 0,-4-10-39 0 0,0 1 0 0 0,1-1 0 0 0,-1 0 0 0 0,1-1 0 0 0,0 1 1 0 0,-1 0-1 0 0,1-1 0 0 0,0 0 0 0 0,0 0 0 0 0,1 0 0 0 0,-1-1 0 0 0,0 1 1 0 0,1-1-1 0 0,-1 0 0 0 0,1 0 0 0 0,-1 0 0 0 0,1-1 0 0 0,4 0 0 0 0,5 0-258 0 0,0 0-1 0 0,0-1 1 0 0,-1-1-1 0 0,25-5 1 0 0,-16 0-301 0 0,-1-1 0 0 0,0-1 0 0 0,0-1 1 0 0,0-1-1 0 0,-1-1 0 0 0,-1 0 0 0 0,0-2 1 0 0,-1 0-1 0 0,23-24 0 0 0,-4 0-365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7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237 394 956 0 0,'24'-57'1849'0'0,"-3"-1"-1"0"0,-3-1 1 0 0,-2-1-1 0 0,12-86 1 0 0,-28 146-1837 0 0,0-1 0 0 0,0 1 1 0 0,0 0-1 0 0,1-1 0 0 0,-1 1 0 0 0,0-1 0 0 0,0 1 1 0 0,0-1-1 0 0,0 1 0 0 0,0 0 0 0 0,0-1 0 0 0,0 1 0 0 0,0-1 1 0 0,0 1-1 0 0,0-1 0 0 0,0 1 0 0 0,0-1 0 0 0,0 1 1 0 0,0 0-1 0 0,0-1 0 0 0,-1 1 0 0 0,1-1 0 0 0,0 1 1 0 0,0-1-1 0 0,0 1 0 0 0,-1 0 0 0 0,1-1 0 0 0,0 1 1 0 0,-1 0-1 0 0,1-1 0 0 0,-1 0 0 0 0,-10 11 104 0 0,-12 24-57 0 0,-84 245-123 0 0,60-149 108 0 0,-93 284 540 0 0,136-403-532 0 0,2 0 0 0 0,-1 0 0 0 0,-1 23 0 0 0,4-31-78 0 0,2-4-92 0 0,-1 1 82 0 0,1 0-1 0 0,-1-1 1 0 0,1 1 0 0 0,-1-1-1 0 0,0 0 1 0 0,1 1 0 0 0,-1-1-1 0 0,0 0 1 0 0,1 0 0 0 0,-1 0-1 0 0,0 0 1 0 0,2-2 0 0 0,16-22-324 0 0,22-41 0 0 0,5-7 80 0 0,26-18 137 0 0,-61 78 140 0 0,0 2-1 0 0,2 0 1 0 0,-1 0-1 0 0,1 1 1 0 0,16-9-1 0 0,-28 18 3 0 0,1-1 0 0 0,0 1 0 0 0,0 0 0 0 0,0 0 0 0 0,0 0 0 0 0,0 0 0 0 0,0 1 0 0 0,0-1 0 0 0,0 0 0 0 0,1 1 0 0 0,-1 0 0 0 0,0-1 0 0 0,0 1 0 0 0,0 0 0 0 0,1 0 0 0 0,-1 0 0 0 0,4 1 0 0 0,-1 0-1 0 0,-3-1 5 0 0,0 1 0 0 0,0-1 0 0 0,0 1 0 0 0,0 0 0 0 0,0 0 0 0 0,0-1-1 0 0,0 1 1 0 0,0 1 0 0 0,-1-1 0 0 0,1 0 0 0 0,0 0 0 0 0,-1 1 0 0 0,1-1 0 0 0,-1 1 0 0 0,1-1 0 0 0,-1 1-1 0 0,0 0 1 0 0,1-1 0 0 0,-1 1 0 0 0,0 0 0 0 0,0 0 0 0 0,1 3 0 0 0,1 2 31 0 0,0 1 1 0 0,-1 0-1 0 0,0 0 1 0 0,1 9 0 0 0,-1-3 40 0 0,-2 1 1 0 0,0 0 0 0 0,0 0-1 0 0,-2 0 1 0 0,1-1 0 0 0,-5 16-1 0 0,2-13-26 0 0,2-1 0 0 0,0 1 0 0 0,0-1 0 0 0,2 22 0 0 0,1-36-54 0 0,-1-1 1 0 0,0 1 0 0 0,1-1 0 0 0,0 1 0 0 0,-1-1-1 0 0,1 0 1 0 0,0 1 0 0 0,0-1 0 0 0,0 0-1 0 0,0 1 1 0 0,0-1 0 0 0,0 0 0 0 0,0 0-1 0 0,0 0 1 0 0,0 0 0 0 0,1 0 0 0 0,-1 0 0 0 0,0 0-1 0 0,1 0 1 0 0,-1-1 0 0 0,0 1 0 0 0,1 0-1 0 0,-1-1 1 0 0,1 1 0 0 0,-1-1 0 0 0,1 0 0 0 0,0 1-1 0 0,-1-1 1 0 0,1 0 0 0 0,-1 0 0 0 0,3 0-1 0 0,6 0-276 0 0,-1 0 0 0 0,0 0-1 0 0,18-4 1 0 0,-7 0-399 0 0,-1-1 0 0 0,0-1-1 0 0,-1-1 1 0 0,0-1 0 0 0,24-13 0 0 0,-14 4 480 0 0,-1 0 0 0 0,38-32 0 0 0,-52 36 1128 0 0,0-1 0 0 0,-1 0 0 0 0,0-1 0 0 0,-1 0 0 0 0,0-1 0 0 0,-2 0 0 0 0,15-32 0 0 0,-24 47-803 0 0,-1 2-112 0 0,-1 0 0 0 0,1 0 0 0 0,0 1-1 0 0,-1-1 1 0 0,1 0 0 0 0,0 0 0 0 0,0 1 0 0 0,0-1 0 0 0,0 1 0 0 0,0-1-1 0 0,0 1 1 0 0,0 1 0 0 0,0-2-12 0 0,-7 13 43 0 0,1 1 0 0 0,1 0 0 0 0,0 0-1 0 0,1 0 1 0 0,0 1 0 0 0,1 0 0 0 0,1 0 0 0 0,1 0 0 0 0,0 0-1 0 0,1 28 1 0 0,1-41-31 0 0,0-1 1 0 0,1 1-1 0 0,-1 0 0 0 0,1-1 1 0 0,-1 1-1 0 0,1-1 0 0 0,0 1 1 0 0,0-1-1 0 0,0 1 0 0 0,0-1 0 0 0,0 0 1 0 0,1 1-1 0 0,-1-1 0 0 0,1 0 1 0 0,-1 0-1 0 0,1 0 0 0 0,0 0 0 0 0,0 0 1 0 0,0 0-1 0 0,0-1 0 0 0,0 1 1 0 0,0-1-1 0 0,0 1 0 0 0,1-1 0 0 0,-1 0 1 0 0,0 0-1 0 0,1 0 0 0 0,-1 0 1 0 0,1 0-1 0 0,0-1 0 0 0,3 1 0 0 0,1 0 2 0 0,-1-1-1 0 0,0 0 1 0 0,0 0-1 0 0,0 0 1 0 0,0-1-1 0 0,0 0 0 0 0,0 0 1 0 0,0-1-1 0 0,0 1 1 0 0,0-1-1 0 0,0-1 0 0 0,9-4 1 0 0,0-2-18 0 0,-1-1 0 0 0,0-1 0 0 0,-1 0 0 0 0,0 0 0 0 0,0-2 0 0 0,-2 1 0 0 0,1-1 0 0 0,14-23 0 0 0,-19 25 58 0 0,0-1 1 0 0,0-1-1 0 0,-1 1 0 0 0,0-1 1 0 0,-1 0-1 0 0,-1 0 1 0 0,0-1-1 0 0,-1 1 1 0 0,0-1-1 0 0,-1 0 1 0 0,0-15-1 0 0,-2 25-40 0 0,0 0 0 0 0,0 0 1 0 0,0-1-1 0 0,-1 1 0 0 0,0 0 0 0 0,0 0 1 0 0,0 0-1 0 0,0 0 0 0 0,0 0 0 0 0,-1 0 0 0 0,0 0 1 0 0,0 0-1 0 0,0 1 0 0 0,0-1 0 0 0,-1 1 0 0 0,1 0 1 0 0,-1-1-1 0 0,-5-4 0 0 0,5 6-16 0 0,-1 0 1 0 0,1 0-1 0 0,-1 0 0 0 0,0 0 0 0 0,0 0 1 0 0,1 1-1 0 0,-1 0 0 0 0,0 0 0 0 0,0 0 1 0 0,0 0-1 0 0,-1 0 0 0 0,1 1 0 0 0,0 0 1 0 0,0 0-1 0 0,0 0 0 0 0,0 0 0 0 0,0 1 1 0 0,0 0-1 0 0,-5 1 0 0 0,-4 1-213 0 0,1 1-1 0 0,-1 0 1 0 0,1 1-1 0 0,0 0 1 0 0,0 1 0 0 0,-17 12-1 0 0,23-14-368 0 0,0 1-1 0 0,0-1 1 0 0,0 1-1 0 0,1 1 1 0 0,0-1-1 0 0,0 1 1 0 0,0 0-1 0 0,1 0 1 0 0,-1 0-1 0 0,2 0 1 0 0,-1 1-1 0 0,-5 14 1 0 0,6-8-2459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8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332 688 636 0 0,'1'-2'276'0'0,"1"1"0"0"0,-1 0 1 0 0,0 0-1 0 0,1-1 0 0 0,-1 1 0 0 0,0-1 1 0 0,0 1-1 0 0,0-1 0 0 0,0 0 0 0 0,0 1 0 0 0,-1-1 1 0 0,1 0-1 0 0,0 0 0 0 0,-1 1 0 0 0,1-1 0 0 0,-1 0 1 0 0,0 0-1 0 0,0 0 0 0 0,0 0 0 0 0,0 0 1 0 0,0 1-1 0 0,0-1 0 0 0,0 0 0 0 0,0 0 0 0 0,-1 0 1 0 0,1 0-1 0 0,-1 1 0 0 0,1-1 0 0 0,-1 0 0 0 0,0 0 1 0 0,-1-2-1 0 0,0 3-196 0 0,1 0 0 0 0,-1 0 0 0 0,0 0 0 0 0,0 0 0 0 0,0 0 1 0 0,0 0-1 0 0,0 0 0 0 0,0 1 0 0 0,0-1 0 0 0,0 1 0 0 0,0 0 0 0 0,0-1 0 0 0,-4 1 0 0 0,6 0-72 0 0,-4 0 29 0 0,0 0 0 0 0,-1 0 1 0 0,1 0-1 0 0,0 1 0 0 0,0-1 1 0 0,-1 1-1 0 0,1 0 0 0 0,0 0 1 0 0,0 0-1 0 0,-7 4 0 0 0,-37 21 120 0 0,48-26-154 0 0,-19 13 40 0 0,0 0-1 0 0,1 1 1 0 0,1 1 0 0 0,1 0 0 0 0,0 1 0 0 0,1 1 0 0 0,0 1 0 0 0,2 0 0 0 0,0 1 0 0 0,1 0 0 0 0,-17 39-1 0 0,27-55-17 0 0,1 0 0 0 0,0 1 0 0 0,0-1 1 0 0,0 1-1 0 0,0-1 0 0 0,1 1 0 0 0,-1 0 0 0 0,1-1 0 0 0,0 1 0 0 0,0-1 0 0 0,0 1 0 0 0,1 0 0 0 0,1 6 0 0 0,-1-8-20 0 0,0 0 0 0 0,0 0 1 0 0,0 0-1 0 0,0-1 0 0 0,0 1 1 0 0,0 0-1 0 0,1-1 0 0 0,-1 1 0 0 0,0-1 1 0 0,1 1-1 0 0,0-1 0 0 0,-1 0 1 0 0,1 0-1 0 0,0 0 0 0 0,-1 0 1 0 0,1 0-1 0 0,0 0 0 0 0,0 0 0 0 0,0 0 1 0 0,0-1-1 0 0,0 1 0 0 0,0-1 1 0 0,0 0-1 0 0,0 1 0 0 0,3-1 0 0 0,8 0 3 0 0,0 0 0 0 0,-1-1 0 0 0,1 0 0 0 0,0-1 0 0 0,0 0 0 0 0,-1-1-1 0 0,1-1 1 0 0,-1 0 0 0 0,0 0 0 0 0,0-2 0 0 0,-1 1 0 0 0,19-12 0 0 0,-1-3-46 0 0,-1 0 1 0 0,-1-2 0 0 0,37-36 0 0 0,-29 20 6 0 0,-1-1 0 0 0,-3-2-1 0 0,33-52 1 0 0,64-144 42 0 0,-122 227-14 0 0,57-131 162 0 0,-56 123-94 0 0,-1 0 0 0 0,-1-1 0 0 0,-1 1 0 0 0,0-1 0 0 0,-2 0 0 0 0,1-19 0 0 0,-3 35-60 0 0,1 0 0 0 0,-1 1 0 0 0,0-1 0 0 0,-1 0 1 0 0,1 0-1 0 0,0 1 0 0 0,-1-1 0 0 0,1 1 0 0 0,-1-1 0 0 0,0 0 0 0 0,0 1 0 0 0,0-1 0 0 0,0 1 0 0 0,0 0 0 0 0,-1-1 0 0 0,1 1 0 0 0,-1 0 0 0 0,1 0 1 0 0,-1 0-1 0 0,0 0 0 0 0,0 0 0 0 0,-3-2 0 0 0,4 4 2 0 0,0-1-1 0 0,-1 1 1 0 0,1 0 0 0 0,0-1-1 0 0,-1 1 1 0 0,1 0 0 0 0,0 0 0 0 0,-1 0-1 0 0,1 0 1 0 0,0 0 0 0 0,-1 0-1 0 0,1 1 1 0 0,0-1 0 0 0,-1 0 0 0 0,-2 2-1 0 0,1-1 11 0 0,-3 0-12 0 0,0 1-1 0 0,1 0 1 0 0,-1 0 0 0 0,1 1 0 0 0,0-1-1 0 0,0 1 1 0 0,0 0 0 0 0,0 1-1 0 0,0-1 1 0 0,-5 6 0 0 0,-6 6-10 0 0,-18 24 0 0 0,30-34 14 0 0,-24 32 12 0 0,1 1 0 0 0,2 1 0 0 0,2 1 0 0 0,2 1 0 0 0,1 1-1 0 0,2 1 1 0 0,3 1 0 0 0,1 0 0 0 0,-14 81 0 0 0,25-108 55 0 0,1 1 0 0 0,1-1 0 0 0,0 1 0 0 0,1-1 1 0 0,1 0-1 0 0,1 1 0 0 0,0-1 0 0 0,8 26 0 0 0,-8-37-96 0 0,0 1-1 0 0,1 0 1 0 0,0-1 0 0 0,0 1-1 0 0,1-1 1 0 0,0 0 0 0 0,0 0-1 0 0,0-1 1 0 0,1 1 0 0 0,6 5-1 0 0,-7-7-153 0 0,0-1 0 0 0,0 0 0 0 0,1 0 0 0 0,-1-1 0 0 0,1 1 0 0 0,0-1-1 0 0,0 0 1 0 0,0 0 0 0 0,0-1 0 0 0,0 1 0 0 0,0-1 0 0 0,1 0-1 0 0,-1-1 1 0 0,0 1 0 0 0,7-1 0 0 0,-8 0-506 0 0,0 0 0 0 0,0-1 0 0 0,0 1-1 0 0,1-1 1 0 0,-1 0 0 0 0,4-1 0 0 0,10-6-2958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0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11 164 0 0,'-193'-2'11227'0'0,"190"2"-10486"0"0,8 0-564 0 0,235-3 207 0 0,11 0-4648 0 0,-187 2 1565 0 0,-2-1-627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18 866 1220 0 0,'0'0'5088'0'0,"-1"0"-5020"0"0,0 0 1 0 0,0 0 0 0 0,0 0-1 0 0,0 0 1 0 0,0 1-1 0 0,0-1 1 0 0,0 0-1 0 0,1 0 1 0 0,-1 1-1 0 0,0-1 1 0 0,0 0-1 0 0,0 1 1 0 0,-1 0-1 0 0,0 10 114 0 0,1 1-1 0 0,0-1 0 0 0,1 1 0 0 0,2 18 0 0 0,-2-26-150 0 0,1 0-1 0 0,0 0 1 0 0,0-1-1 0 0,0 1 0 0 0,0-1 1 0 0,1 1-1 0 0,-1-1 1 0 0,1 1-1 0 0,2 2 1 0 0,-3-4-6 0 0,1-1 0 0 0,-1 1 1 0 0,0-1-1 0 0,1 1 1 0 0,-1-1-1 0 0,1 0 0 0 0,0 0 1 0 0,-1 0-1 0 0,1 0 1 0 0,0 0-1 0 0,0 0 0 0 0,0 0 1 0 0,-1 0-1 0 0,1-1 1 0 0,0 1-1 0 0,0-1 0 0 0,0 1 1 0 0,3-1-1 0 0,8 0 6 0 0,-1-1-1 0 0,1 0 0 0 0,-1-1 1 0 0,0 0-1 0 0,1-1 0 0 0,-1-1 1 0 0,-1 0-1 0 0,1 0 0 0 0,0-1 1 0 0,-1-1-1 0 0,0 0 0 0 0,11-7 1 0 0,12-10-52 0 0,-1-2 0 0 0,43-40 1 0 0,-33 22 5 0 0,-2-1 0 0 0,-3-2 0 0 0,-1-2 0 0 0,-2-1 0 0 0,31-59-1 0 0,-25 29-33 0 0,-3-1 0 0 0,49-155 0 0 0,-82 219 34 0 0,-1 1 0 0 0,0 0 1 0 0,-2-1-1 0 0,2-16 0 0 0,-4 32 15 0 0,0-1-1 0 0,0 1 0 0 0,0-1 0 0 0,1 1 0 0 0,-1-1 0 0 0,0 1 0 0 0,0-1 0 0 0,0 1 0 0 0,-1 0 0 0 0,1-1 0 0 0,0 1 0 0 0,0-1 0 0 0,0 1 0 0 0,0-1 0 0 0,0 1 0 0 0,0 0 0 0 0,-1-1 0 0 0,1 1 0 0 0,0-1 0 0 0,0 1 0 0 0,-1 0 0 0 0,1-1 0 0 0,0 1 0 0 0,0 0 0 0 0,-1-1 0 0 0,1 1 0 0 0,0 0 0 0 0,-1-1 0 0 0,1 1 0 0 0,0 0 0 0 0,-1 0 0 0 0,1 0 0 0 0,-1-1 0 0 0,1 1 0 0 0,-1 0 0 0 0,1 0 0 0 0,0 0 0 0 0,-1 0 0 0 0,1 0 0 0 0,-1 0 0 0 0,1 0 0 0 0,-1 0 0 0 0,1 0 0 0 0,0 0 0 0 0,-1 0 0 0 0,1 0 0 0 0,-1 0 0 0 0,1 0 0 0 0,-1 0 0 0 0,1 0 0 0 0,-1 0 0 0 0,1 0 0 0 0,0 1 0 0 0,-1-1 0 0 0,1 0 0 0 0,0 0 0 0 0,-1 1 0 0 0,0-1 0 0 0,-2 2 15 0 0,0 0-1 0 0,0 0 0 0 0,0 1 0 0 0,0-1 0 0 0,0 0 0 0 0,-2 4 0 0 0,-21 30 10 0 0,1 0-1 0 0,3 1 1 0 0,-35 79-1 0 0,28-56-6 0 0,-92 214 95 0 0,101-218-39 0 0,2 1 0 0 0,-21 118 0 0 0,38-163-46 0 0,0-1 0 0 0,0 1 0 0 0,1 0 0 0 0,0-1-1 0 0,1 1 1 0 0,0-1 0 0 0,1 1 0 0 0,4 12 0 0 0,-5-20-22 0 0,1 1 1 0 0,-1-1 0 0 0,1 1 0 0 0,0-1 0 0 0,1 0-1 0 0,-1 0 1 0 0,1 0 0 0 0,0 0 0 0 0,0-1-1 0 0,0 1 1 0 0,0-1 0 0 0,1 0 0 0 0,-1 0-1 0 0,1 0 1 0 0,0 0 0 0 0,0 0 0 0 0,0-1-1 0 0,0 0 1 0 0,1 0 0 0 0,-1 0 0 0 0,0 0-1 0 0,8 1 1 0 0,5 0-15 0 0,0 0-1 0 0,1-1 0 0 0,-1-1 1 0 0,1-1-1 0 0,-1-1 0 0 0,1 0 0 0 0,-1-1 1 0 0,0-1-1 0 0,1 0 0 0 0,27-10 1 0 0,-16 2-17 0 0,-1 0 0 0 0,0-2-1 0 0,-1-1 1 0 0,0-1 0 0 0,31-24 0 0 0,-34 20-1 0 0,-1-1-1 0 0,-1 0 1 0 0,-1-2 0 0 0,0-1-1 0 0,-2 0 1 0 0,22-36-1 0 0,-29 40 98 0 0,-1-1 0 0 0,0 0 0 0 0,-2 0 0 0 0,0-2-1 0 0,-2 1 1 0 0,0-1 0 0 0,-1 0 0 0 0,-1 0 0 0 0,2-26 0 0 0,-7 47-57 0 0,0-1 0 0 0,0 0 0 0 0,0 1 0 0 0,0-1 1 0 0,0 0-1 0 0,0 1 0 0 0,0-1 0 0 0,0 0 1 0 0,-1 1-1 0 0,1-1 0 0 0,-1 1 0 0 0,1-1 0 0 0,-1 0 1 0 0,-1-2-1 0 0,2 4-11 0 0,-1 0-1 0 0,1-1 1 0 0,-1 1-1 0 0,1 0 1 0 0,-1 0 0 0 0,1-1-1 0 0,-1 1 1 0 0,1 0 0 0 0,-1 0-1 0 0,1 0 1 0 0,-1 0-1 0 0,1 0 1 0 0,-1 0 0 0 0,0 0-1 0 0,1 0 1 0 0,-1 0 0 0 0,1 0-1 0 0,-1 0 1 0 0,1 0-1 0 0,-1 0 1 0 0,1 0 0 0 0,-1 0-1 0 0,1 1 1 0 0,-1-1 0 0 0,1 0-1 0 0,-1 0 1 0 0,1 1-1 0 0,-1-1 1 0 0,1 0 0 0 0,0 0-1 0 0,-1 1 1 0 0,1-1 0 0 0,-1 1-1 0 0,1-1 1 0 0,0 0 0 0 0,-1 1-1 0 0,1 0 1 0 0,-1 0 2 0 0,-7 6 1 0 0,0 2 1 0 0,1-1-1 0 0,0 1 1 0 0,0 0 0 0 0,1 0-1 0 0,-6 13 1 0 0,-27 63 47 0 0,31-67-16 0 0,1 1 0 0 0,1 0 0 0 0,1 0 0 0 0,1 1 0 0 0,0-1 0 0 0,1 1 0 0 0,1 22 0 0 0,2-36-20 0 0,0 1 0 0 0,1 0 0 0 0,0-1 0 0 0,0 1 0 0 0,1-1 0 0 0,0 1 0 0 0,0-1 0 0 0,0 0 0 0 0,1 1 1 0 0,5 9-1 0 0,-4-12-9 0 0,-1 0 0 0 0,0 0 0 0 0,1 0 0 0 0,0 0 0 0 0,0-1 0 0 0,0 1 0 0 0,0-1 0 0 0,1 0 1 0 0,-1 0-1 0 0,1-1 0 0 0,0 1 0 0 0,0-1 0 0 0,0 0 0 0 0,0 0 0 0 0,6 1 0 0 0,-2-1 24 0 0,-1-1 1 0 0,1 0-1 0 0,0 0 0 0 0,-1-1 0 0 0,1 0 0 0 0,0 0 0 0 0,0-1 0 0 0,-1 0 0 0 0,1 0 0 0 0,0-1 0 0 0,-1-1 0 0 0,0 1 1 0 0,1-1-1 0 0,-1-1 0 0 0,0 1 0 0 0,0-1 0 0 0,-1-1 0 0 0,1 1 0 0 0,-1-2 0 0 0,0 1 0 0 0,-1-1 0 0 0,1 1 0 0 0,-1-2 1 0 0,0 1-1 0 0,0-1 0 0 0,-1 0 0 0 0,0 0 0 0 0,0 0 0 0 0,-1-1 0 0 0,0 0 0 0 0,0 0 0 0 0,-1 0 0 0 0,0 0 0 0 0,0 0 1 0 0,-1-1-1 0 0,0 0 0 0 0,0 1 0 0 0,-1-1 0 0 0,-1 0 0 0 0,1-9 0 0 0,-1 0 9 0 0,-2 1 0 0 0,1-1 0 0 0,-2 1 0 0 0,0-1-1 0 0,-1 1 1 0 0,-1 0 0 0 0,-1 1 0 0 0,0-1 0 0 0,-15-26 0 0 0,14 31-360 0 0,-1 0 1 0 0,0 1 0 0 0,0 0 0 0 0,-1 0-1 0 0,0 1 1 0 0,-1 1 0 0 0,0-1 0 0 0,-1 1-1 0 0,0 1 1 0 0,0 0 0 0 0,-1 1 0 0 0,-24-12-1 0 0,11 9-3144 0 0,12 6 937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83 728 0 0,'-102'2'9369'0'0,"72"-3"-7951"0"0,51-9-1045 0 0,56-9-324 0 0,0 3 1 0 0,121-8-1 0 0,162 11-4424 0 0,-284 11 1983 0 0,1 2-473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2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192 510 660 0 0,'-44'17'3947'0'0,"-59"13"0"0"0,66-21-2561 0 0,34-8-975 0 0,3-1-406 0 0,0 0 1 0 0,-1 0-1 0 0,1 0 0 0 0,0 0 0 0 0,0 0 1 0 0,0 0-1 0 0,0 0 0 0 0,-1 0 1 0 0,1 0-1 0 0,0 0 0 0 0,0 0 1 0 0,0 0-1 0 0,0 0 0 0 0,0 0 1 0 0,-1 0-1 0 0,1-1 0 0 0,0 1 1 0 0,0 0-1 0 0,0 0 0 0 0,0 0 0 0 0,0 0 1 0 0,0 0-1 0 0,0 0 0 0 0,-1-1 1 0 0,1 1-1 0 0,0 0 0 0 0,0 0 1 0 0,0 0-1 0 0,0 0 0 0 0,0 0 1 0 0,0-1-1 0 0,0 1 0 0 0,0 0 0 0 0,0 0 1 0 0,0 0-1 0 0,0 0 0 0 0,0-1 1 0 0,0 1-1 0 0,0 0 0 0 0,0 0 1 0 0,0 0-1 0 0,0 0 0 0 0,0 0 1 0 0,0-1-1 0 0,0 1 0 0 0,0 0 0 0 0,0 0 1 0 0,0 0-1 0 0,0 0 0 0 0,0 0 1 0 0,1-1-1 0 0,-1 1 0 0 0,0 0 1 0 0,0 0-1 0 0,0 0 0 0 0,0 0 1 0 0,13-11 57 0 0,19-6-48 0 0,184-93-135 0 0,287-195 0 0 0,-487 294 133 0 0,0-1 0 0 0,-1-1 0 0 0,-1-1 1 0 0,0 0-1 0 0,13-18 0 0 0,-26 32-12 0 0,-1-1-1 0 0,0 1 1 0 0,1 0 0 0 0,-1-1 0 0 0,0 1-1 0 0,0 0 1 0 0,1-1 0 0 0,-1 1-1 0 0,0 0 1 0 0,0-1 0 0 0,0 1 0 0 0,1-1-1 0 0,-1 1 1 0 0,0-1 0 0 0,0 1-1 0 0,0 0 1 0 0,0-1 0 0 0,0 1 0 0 0,0-1-1 0 0,0 1 1 0 0,0-1 0 0 0,0 1-1 0 0,0-1 1 0 0,0 1 0 0 0,0-1 0 0 0,0 1-1 0 0,0 0 1 0 0,0-1 0 0 0,-1 1-1 0 0,1-1 1 0 0,0 1 0 0 0,0 0-1 0 0,0-1 1 0 0,-1 1 0 0 0,1-1 0 0 0,0 1-1 0 0,-1 0 1 0 0,1-1 0 0 0,0 1-1 0 0,-1 0 1 0 0,1 0 0 0 0,0-1 0 0 0,-1 1-1 0 0,1 0 1 0 0,0 0 0 0 0,-1-1-1 0 0,1 1 1 0 0,-1 0 0 0 0,1 0 0 0 0,-1 0-1 0 0,0 0 1 0 0,-21-3-3 0 0,10 4 1 0 0,0 1 0 0 0,-1 0 0 0 0,1 1 0 0 0,1 0-1 0 0,-1 1 1 0 0,-15 8 0 0 0,4-1-10 0 0,1 1-1 0 0,-22 16 1 0 0,37-24 14 0 0,1 1-1 0 0,1 0 1 0 0,-1 0 0 0 0,1 0 0 0 0,-1 0 0 0 0,1 1 0 0 0,1 0 0 0 0,-1 0 0 0 0,1 0 0 0 0,0 1 0 0 0,-5 12-1 0 0,7-13 14 0 0,0 0 0 0 0,1 1 0 0 0,0-1 0 0 0,0 0 0 0 0,0 1 0 0 0,1-1 0 0 0,0 0 0 0 0,0 1 0 0 0,0-1 0 0 0,1 0 0 0 0,0 1 0 0 0,0-1 0 0 0,1 0 0 0 0,3 8 0 0 0,1 1 7 0 0,1-1 0 0 0,1-1 0 0 0,0 1 0 0 0,0-1 0 0 0,21 22 0 0 0,-17-20 57 0 0,0 1 0 0 0,18 31 0 0 0,-29-46-63 0 0,-1 1-1 0 0,1-1 1 0 0,0 0 0 0 0,-1 0 0 0 0,1 1 0 0 0,-1-1 0 0 0,1 0 0 0 0,-1 1 0 0 0,1-1 0 0 0,-1 0 0 0 0,0 1-1 0 0,0-1 1 0 0,0 1 0 0 0,0-1 0 0 0,0 0 0 0 0,0 1 0 0 0,0-1 0 0 0,0 1 0 0 0,-1-1 0 0 0,1 0 0 0 0,0 1-1 0 0,-1-1 1 0 0,1 0 0 0 0,-1 1 0 0 0,1-1 0 0 0,-1 0 0 0 0,0 0 0 0 0,0 0 0 0 0,0 1 0 0 0,1-1-1 0 0,-2 1 1 0 0,-3 1 37 0 0,1-1 0 0 0,-1 1 0 0 0,1-1 0 0 0,-1 1-1 0 0,0-1 1 0 0,0-1 0 0 0,0 1 0 0 0,0-1-1 0 0,0 0 1 0 0,0 0 0 0 0,0 0 0 0 0,-1-1-1 0 0,-6 0 1 0 0,-13 0 18 0 0,-38-7 0 0 0,35 4-26 0 0,-28-6-20 0 0,18 1-219 0 0,38 8 155 0 0,-1 0-1 0 0,1 0 1 0 0,-1 0 0 0 0,1 0-1 0 0,-1 0 1 0 0,1 0 0 0 0,-1 0-1 0 0,1 0 1 0 0,-1-1 0 0 0,1 1 0 0 0,-1 0-1 0 0,1 0 1 0 0,-1-1 0 0 0,1 1-1 0 0,-1 0 1 0 0,1 0 0 0 0,0-1-1 0 0,-1 1 1 0 0,1 0 0 0 0,-1-1 0 0 0,1 1-1 0 0,0-1 1 0 0,0 1 0 0 0,-1-1-1 0 0,1 1 1 0 0,0-1 0 0 0,6-9-931 0 0,21-6-1064 0 0,-25 16 1776 0 0,33-18-3347 0 0,-14 8 1373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235 611 1404 0 0,'1'-2'286'0'0,"0"1"0"0"0,0 0-1 0 0,1 0 1 0 0,-1-1 0 0 0,0 1 0 0 0,-1 0-1 0 0,1-1 1 0 0,0 1 0 0 0,0-1 0 0 0,-1 0-1 0 0,1 1 1 0 0,-1-1 0 0 0,1 1 0 0 0,-1-1 0 0 0,1 0-1 0 0,-1 1 1 0 0,0-1 0 0 0,0 0 0 0 0,0 1-1 0 0,0-1 1 0 0,0 0 0 0 0,-1 1 0 0 0,1-1-1 0 0,0 0 1 0 0,-2-2 0 0 0,2 3-233 0 0,-1 0 0 0 0,1 0-1 0 0,-1-1 1 0 0,0 1 0 0 0,0 0 0 0 0,0 0 0 0 0,1 1-1 0 0,-1-1 1 0 0,0 0 0 0 0,0 0 0 0 0,0 0 0 0 0,0 1-1 0 0,-1-1 1 0 0,1 0 0 0 0,0 1 0 0 0,0-1-1 0 0,0 1 1 0 0,0-1 0 0 0,-1 1 0 0 0,1 0 0 0 0,0-1-1 0 0,0 1 1 0 0,-1 0 0 0 0,1 0 0 0 0,0 0 0 0 0,-1 0-1 0 0,1 0 1 0 0,0 0 0 0 0,0 0 0 0 0,-1 1 0 0 0,1-1-1 0 0,-2 1 1 0 0,-4 1-9 0 0,0 1 0 0 0,0 0 0 0 0,0 1 0 0 0,0 0 0 0 0,1 0 0 0 0,-1 0-1 0 0,1 1 1 0 0,0 0 0 0 0,-7 8 0 0 0,-2 3 81 0 0,-26 35-1 0 0,29-33-81 0 0,0 0 0 0 0,2 0 0 0 0,0 1 0 0 0,-11 32-1 0 0,18-43-17 0 0,1-1 0 0 0,-1 1 0 0 0,2 0-1 0 0,-1 0 1 0 0,1 0 0 0 0,0 0-1 0 0,1 0 1 0 0,0 0 0 0 0,0 0 0 0 0,1 0-1 0 0,0 0 1 0 0,0 0 0 0 0,1-1-1 0 0,0 1 1 0 0,4 9 0 0 0,-5-13-15 0 0,1-1 1 0 0,0 0-1 0 0,0 0 1 0 0,0 0-1 0 0,0-1 1 0 0,0 1-1 0 0,1 0 1 0 0,-1-1 0 0 0,1 0-1 0 0,-1 1 1 0 0,1-1-1 0 0,0 0 1 0 0,0-1-1 0 0,7 4 1 0 0,-5-3-5 0 0,1 0 1 0 0,0 0-1 0 0,0-1 1 0 0,0 0 0 0 0,0 0-1 0 0,0 0 1 0 0,0-1-1 0 0,7 0 1 0 0,-1-1-16 0 0,0 0 1 0 0,0-1-1 0 0,0-1 1 0 0,0 0-1 0 0,-1 0 0 0 0,1-1 1 0 0,-1-1-1 0 0,14-7 1 0 0,-12 4-3 0 0,0-1 0 0 0,-1-1 0 0 0,0 0 0 0 0,-1 0 0 0 0,0-1 0 0 0,0-1 0 0 0,-1 0 0 0 0,-1 0 0 0 0,0-1 0 0 0,0 0 0 0 0,10-24 0 0 0,-11 19-14 0 0,-1 0-1 0 0,0 0 0 0 0,-1-1 0 0 0,-1 1 0 0 0,-1-1 1 0 0,-1 0-1 0 0,-1-1 0 0 0,0 1 0 0 0,-2-22 0 0 0,0 37 25 0 0,0-1 0 0 0,0 0 0 0 0,-1 0-1 0 0,0 1 1 0 0,0-1 0 0 0,0 0 0 0 0,-1 1 0 0 0,1-1-1 0 0,-1 1 1 0 0,0-1 0 0 0,0 1 0 0 0,-1 0-1 0 0,1 0 1 0 0,-1 0 0 0 0,0 0 0 0 0,0 1-1 0 0,-1-1 1 0 0,1 1 0 0 0,-1 0 0 0 0,1-1-1 0 0,-1 2 1 0 0,0-1 0 0 0,0 0 0 0 0,0 1 0 0 0,-1 0-1 0 0,-6-3 1 0 0,8 5-2 0 0,-1-1 1 0 0,1 1-1 0 0,-1 0 0 0 0,0 0 1 0 0,1 1-1 0 0,-1-1 0 0 0,1 1 1 0 0,-1 0-1 0 0,1 0 0 0 0,-1 0 1 0 0,1 0-1 0 0,-1 0 0 0 0,-3 3 1 0 0,-1 0 3 0 0,1 0 1 0 0,0 1-1 0 0,0 0 1 0 0,-9 8-1 0 0,3 0 34 0 0,0 0 1 0 0,2 1-1 0 0,0 0 1 0 0,0 1-1 0 0,1 0 0 0 0,-8 18 1 0 0,14-25-24 0 0,0 1 0 0 0,0-1 1 0 0,1 1-1 0 0,1 0 1 0 0,-1 0-1 0 0,1 0 0 0 0,1 0 1 0 0,0 0-1 0 0,0 0 0 0 0,1 0 1 0 0,0 1-1 0 0,0-1 0 0 0,4 17 1 0 0,-3-22-7 0 0,0 0 1 0 0,1 0-1 0 0,-1 0 1 0 0,1 0-1 0 0,0 0 1 0 0,0-1-1 0 0,0 1 1 0 0,1-1-1 0 0,-1 1 1 0 0,1-1-1 0 0,0 0 1 0 0,-1 0-1 0 0,2 0 0 0 0,-1 0 1 0 0,6 3-1 0 0,-3-2-2 0 0,0-1-1 0 0,1 0 0 0 0,0 0 1 0 0,0 0-1 0 0,0-1 0 0 0,0 0 0 0 0,0-1 1 0 0,10 2-1 0 0,5-1-22 0 0,1-2 0 0 0,0 0-1 0 0,-1-2 1 0 0,41-7 0 0 0,-32 2-111 0 0,-1 0 0 0 0,0-2 1 0 0,0-1-1 0 0,-1-2 0 0 0,0 0 0 0 0,-1-2 0 0 0,0-2 0 0 0,-2 0 1 0 0,1-1-1 0 0,-2-2 0 0 0,-1-1 0 0 0,0-1 0 0 0,-2 0 0 0 0,29-36 1 0 0,-21 18 12 0 0,-3-1-1 0 0,-1-1 1 0 0,32-69 0 0 0,-45 80 233 0 0,-1-1 0 0 0,-2 0 0 0 0,-1 0-1 0 0,-1-1 1 0 0,-2 0 0 0 0,3-42 0 0 0,-8 64-89 0 0,-1 1 1 0 0,-1-1-1 0 0,0 0 1 0 0,0 0-1 0 0,0 1 1 0 0,-5-13-1 0 0,6 21-26 0 0,0 0 0 0 0,-1 0-1 0 0,1 1 1 0 0,0-1 0 0 0,-1 0-1 0 0,1 0 1 0 0,-1 0 0 0 0,1 1-1 0 0,-1-1 1 0 0,1 0 0 0 0,-1 0-1 0 0,1 1 1 0 0,-1-1 0 0 0,0 1-1 0 0,1-1 1 0 0,-1 0 0 0 0,0 1-1 0 0,1-1 1 0 0,-1 1-1 0 0,0 0 1 0 0,0-1 0 0 0,0 1-1 0 0,0-1 1 0 0,1 1 0 0 0,-2 0-1 0 0,0 0 0 0 0,0 0 0 0 0,0 0-1 0 0,1 0 1 0 0,-1 0 0 0 0,0 1 0 0 0,1-1-1 0 0,-1 1 1 0 0,0-1 0 0 0,1 1-1 0 0,-1-1 1 0 0,1 1 0 0 0,-3 1-1 0 0,-2 2-20 0 0,1 0 0 0 0,-1 0-1 0 0,1 0 1 0 0,0 1 0 0 0,-5 6 0 0 0,-5 8-9 0 0,1 2 0 0 0,0 0 0 0 0,-13 28 0 0 0,-27 74 78 0 0,26-57-20 0 0,-55 133 86 0 0,61-140 7 0 0,-19 88 0 0 0,36-123-28 0 0,-3 44 0 0 0,7-62-68 0 0,1 1 0 0 0,0-1 0 0 0,0 1 0 0 0,1-1 0 0 0,0 1 0 0 0,0-1 0 0 0,1 0 0 0 0,-1 0 0 0 0,1 1 0 0 0,1-1 0 0 0,5 11 0 0 0,-6-14-26 0 0,-1-1 0 0 0,1 1-1 0 0,0-1 1 0 0,0 1 0 0 0,1-1-1 0 0,-1 0 1 0 0,0 0-1 0 0,1 0 1 0 0,-1-1 0 0 0,1 1-1 0 0,0 0 1 0 0,0-1 0 0 0,-1 0-1 0 0,1 1 1 0 0,0-1 0 0 0,0 0-1 0 0,6 0 1 0 0,-4 0-69 0 0,0-1-1 0 0,0 0 1 0 0,0 0 0 0 0,0 0-1 0 0,0-1 1 0 0,0 0 0 0 0,0 0-1 0 0,0 0 1 0 0,0-1 0 0 0,5-2 0 0 0,2-1-140 0 0,-1-1 1 0 0,0 0 0 0 0,0-1 0 0 0,0 0-1 0 0,-1-1 1 0 0,0 0 0 0 0,15-17 0 0 0,-5 0 660 0 0,-2-1 1 0 0,0-1-1 0 0,-2 0 0 0 0,23-56 1 0 0,-34 72-175 0 0,-5 8-254 0 0,1 1-1 0 0,0 0 1 0 0,0 0 0 0 0,0 0 0 0 0,1-1-1 0 0,-1 1 1 0 0,0 0 0 0 0,1 0 0 0 0,2-2-1 0 0,-3 3-22 0 0,12 10 85 0 0,-3 10-67 0 0,-1 1 1 0 0,-1 0-1 0 0,-1 0 1 0 0,7 32-1 0 0,7 18 195 0 0,-15-54-220 0 0,1 0-1 0 0,0-1 0 0 0,2 1 0 0 0,-1-2 1 0 0,13 16-1 0 0,-20-29 15 0 0,-1 0 0 0 0,1 0 1 0 0,0 0-1 0 0,0 0 0 0 0,0 0 0 0 0,1 0 0 0 0,-1 0 1 0 0,0 0-1 0 0,0 0 0 0 0,0-1 0 0 0,1 1 1 0 0,-1 0-1 0 0,0-1 0 0 0,1 1 0 0 0,-1-1 1 0 0,0 1-1 0 0,1-1 0 0 0,-1 0 0 0 0,1 0 1 0 0,-1 0-1 0 0,1 1 0 0 0,-1-1 0 0 0,0-1 1 0 0,1 1-1 0 0,-1 0 0 0 0,1 0 0 0 0,-1 0 1 0 0,1-1-1 0 0,-1 1 0 0 0,0-1 0 0 0,1 1 1 0 0,-1-1-1 0 0,0 0 0 0 0,0 1 0 0 0,1-1 1 0 0,-1 0-1 0 0,0 0 0 0 0,0 0 0 0 0,2-1 1 0 0,1-2-13 0 0,1-1 0 0 0,0 1 0 0 0,-1-1 0 0 0,0 0 1 0 0,0 0-1 0 0,-1 0 0 0 0,5-9 0 0 0,33-86-208 0 0,-33 74 147 0 0,2 0-1 0 0,1 1 1 0 0,23-39-1 0 0,-32 61 63 0 0,0 1-1 0 0,0-1 0 0 0,0 1 0 0 0,0 0 0 0 0,0-1 0 0 0,1 1 0 0 0,-1 0 0 0 0,1 1 0 0 0,-1-1 0 0 0,1 0 0 0 0,0 1 1 0 0,-1-1-1 0 0,1 1 0 0 0,0 0 0 0 0,0 0 0 0 0,0 0 0 0 0,0 0 0 0 0,0 1 0 0 0,0-1 0 0 0,1 1 0 0 0,-1 0 0 0 0,0 0 1 0 0,0 0-1 0 0,0 0 0 0 0,0 0 0 0 0,0 1 0 0 0,0-1 0 0 0,0 1 0 0 0,0 0 0 0 0,6 2 0 0 0,7 4 39 0 0,0 1 0 0 0,0 0 0 0 0,0 1 0 0 0,18 14 0 0 0,-12-8 59 0 0,-11-8-64 0 0,0 0 0 0 0,0-1-1 0 0,0 0 1 0 0,1-1 0 0 0,0 0-1 0 0,0-1 1 0 0,17 4 0 0 0,-25-8-32 0 0,-1 1 0 0 0,1-1 0 0 0,-1 0 0 0 0,1 0 0 0 0,0 0 0 0 0,-1 0 0 0 0,1 0 0 0 0,0-1 0 0 0,-1 0 0 0 0,1 0 0 0 0,-1 0 0 0 0,1 0 0 0 0,-1 0 0 0 0,0-1 0 0 0,1 1 0 0 0,-1-1 0 0 0,0 0 0 0 0,0 0 0 0 0,0 0 0 0 0,0-1 1 0 0,-1 1-1 0 0,1-1 0 0 0,-1 1 0 0 0,1-1 0 0 0,-1 0 0 0 0,0 0 0 0 0,0 0 0 0 0,0 0 0 0 0,2-6 0 0 0,0 2 5 0 0,-1 0 1 0 0,0 1-1 0 0,0-2 1 0 0,0 1 0 0 0,-1 0-1 0 0,0-1 1 0 0,-1 1-1 0 0,0-1 1 0 0,0 1-1 0 0,0-1 1 0 0,-1 1 0 0 0,-1-10-1 0 0,1 16-1 0 0,0 0 0 0 0,0 0 0 0 0,-1 1 0 0 0,1-1 1 0 0,0 0-1 0 0,-1 1 0 0 0,1-1 0 0 0,0 0 0 0 0,-1 0 0 0 0,1 1 0 0 0,-1-1 0 0 0,1 1 0 0 0,-1-1 0 0 0,1 0 0 0 0,-1 1 0 0 0,0-1 1 0 0,1 1-1 0 0,-1-1 0 0 0,1 1 0 0 0,-1 0 0 0 0,0-1 0 0 0,0 1 0 0 0,1 0 0 0 0,-1-1 0 0 0,0 1 0 0 0,-1 0 0 0 0,0 0 2 0 0,0-1 0 0 0,0 2 0 0 0,0-1 0 0 0,0 0-1 0 0,0 0 1 0 0,0 1 0 0 0,0-1 0 0 0,0 1 0 0 0,0-1 0 0 0,-2 2-1 0 0,-5 2 5 0 0,0 1 1 0 0,0 0-1 0 0,-9 7 0 0 0,17-12-8 0 0,-14 12 34 0 0,1 1 0 0 0,0 0 0 0 0,1 1 0 0 0,0 1 0 0 0,1 0 0 0 0,1 0-1 0 0,1 1 1 0 0,0 0 0 0 0,1 1 0 0 0,-9 22 0 0 0,15-33-18 0 0,1 0 0 0 0,0 0 0 0 0,1 0 0 0 0,-1 1 0 0 0,1-1-1 0 0,0 0 1 0 0,1 1 0 0 0,-1-1 0 0 0,1 0 0 0 0,1 1 0 0 0,0 6 0 0 0,0-10-4 0 0,0 1-1 0 0,0-1 1 0 0,0 0 0 0 0,0 0 0 0 0,0 1 0 0 0,1-1 0 0 0,0 0 0 0 0,-1 0 0 0 0,1 0 0 0 0,1 0-1 0 0,-1-1 1 0 0,0 1 0 0 0,0-1 0 0 0,1 1 0 0 0,0-1 0 0 0,-1 0 0 0 0,1 0 0 0 0,0 0 0 0 0,0 0-1 0 0,0 0 1 0 0,6 2 0 0 0,6 0 5 0 0,0 1 1 0 0,0-2-1 0 0,0 0 0 0 0,0 0 1 0 0,1-2-1 0 0,-1 0 0 0 0,1-1 1 0 0,-1 0-1 0 0,18-3 0 0 0,1-2-850 0 0,-1-1-1 0 0,0-1 1 0 0,36-15-1 0 0,-38 10-2223 0 0,-3-1-1154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5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69 874 952 0 0,'-2'2'1748'0'0,"-48"43"4255"0"0,48-43-5924 0 0,0 1 0 0 0,1-1 0 0 0,-1 1 0 0 0,0-1 0 0 0,1 1 0 0 0,0-1-1 0 0,0 1 1 0 0,-2 4 0 0 0,3-7-72 0 0,0 1 1 0 0,0-1-1 0 0,0 0 1 0 0,-1 1-1 0 0,1-1 0 0 0,0 1 1 0 0,0-1-1 0 0,0 1 1 0 0,0-1-1 0 0,0 1 0 0 0,0-1 1 0 0,0 1-1 0 0,0-1 0 0 0,0 1 1 0 0,0-1-1 0 0,0 1 1 0 0,0-1-1 0 0,0 1 0 0 0,1-1 1 0 0,-1 1-1 0 0,0-1 1 0 0,0 0-1 0 0,0 1 0 0 0,1-1 1 0 0,-1 1-1 0 0,0-1 1 0 0,1 0-1 0 0,-1 1 0 0 0,0-1 1 0 0,1 0-1 0 0,-1 1 0 0 0,0-1 1 0 0,1 0-1 0 0,-1 1 1 0 0,0-1-1 0 0,1 0 0 0 0,-1 0 1 0 0,1 1-1 0 0,-1-1 1 0 0,1 0-1 0 0,-1 0 0 0 0,1 0 1 0 0,-1 0-1 0 0,1 0 1 0 0,-1 0-1 0 0,0 0 0 0 0,1 0 1 0 0,-1 0-1 0 0,1 0 0 0 0,-1 0 1 0 0,1 0-1 0 0,-1 0 1 0 0,1 0-1 0 0,-1 0 0 0 0,1 0 1 0 0,-1 0-1 0 0,1-1 1 0 0,14-2 18 0 0,-1-2 0 0 0,1 0 1 0 0,-1 0-1 0 0,0-1 0 0 0,-1-1 1 0 0,14-9-1 0 0,1-2-74 0 0,45-38 1 0 0,-38 24 32 0 0,-2-1-1 0 0,-1-2 1 0 0,-1-1 0 0 0,-3-1-1 0 0,-1-2 1 0 0,-1-1 0 0 0,-2-1-1 0 0,-3-1 1 0 0,-1-1 0 0 0,-2 0-1 0 0,-1-2 1 0 0,-3 0 0 0 0,-2 0-1 0 0,7-51 1 0 0,-15 70-7 0 0,-1 0-1 0 0,-1 0 1 0 0,-1-1 0 0 0,-3-32 0 0 0,2 57 20 0 0,0 1 1 0 0,0 0 0 0 0,-1 0 0 0 0,1 0-1 0 0,0-1 1 0 0,0 1 0 0 0,-1 0 0 0 0,1 0-1 0 0,0 0 1 0 0,-1 0 0 0 0,1-1 0 0 0,-1 1-1 0 0,0 0 1 0 0,1 0 0 0 0,-1 0 0 0 0,0 0-1 0 0,0 0 1 0 0,1 1 0 0 0,-1-1 0 0 0,0 0 0 0 0,-1-1-1 0 0,1 2 5 0 0,0 0 0 0 0,0 0-1 0 0,0 0 1 0 0,0 0 0 0 0,0 0 0 0 0,0 0-1 0 0,0 0 1 0 0,0 0 0 0 0,0 0 0 0 0,0 0-1 0 0,0 0 1 0 0,0 0 0 0 0,0 1 0 0 0,0-1-1 0 0,1 0 1 0 0,-1 1 0 0 0,0-1 0 0 0,0 1-1 0 0,0-1 1 0 0,-1 2 0 0 0,-3 2 6 0 0,0 0 0 0 0,0 1 0 0 0,0 0-1 0 0,0 0 1 0 0,1 0 0 0 0,-5 6 0 0 0,-16 30-13 0 0,0 2-1 0 0,-27 66 1 0 0,-22 96 26 0 0,18-3 212 0 0,50-173-178 0 0,1 1 1 0 0,2 0-1 0 0,1 0 0 0 0,3 57 1 0 0,0-79-39 0 0,0-1 1 0 0,0 1 0 0 0,0-1-1 0 0,1 0 1 0 0,0 0-1 0 0,1 0 1 0 0,-1 0-1 0 0,1 0 1 0 0,1-1-1 0 0,-1 1 1 0 0,8 9-1 0 0,-7-12-19 0 0,0 0 0 0 0,0 0 0 0 0,0-1 0 0 0,0 0 0 0 0,1 0 0 0 0,-1 0 0 0 0,1 0 0 0 0,0 0 0 0 0,0-1 0 0 0,0 0 0 0 0,0 0 0 0 0,0 0 0 0 0,0-1 0 0 0,0 0 0 0 0,1 0 0 0 0,7 1 0 0 0,3-1-60 0 0,0-1 1 0 0,-1 0-1 0 0,1-1 0 0 0,0-1 0 0 0,-1 0 0 0 0,1-1 0 0 0,-1 0 1 0 0,27-11-1 0 0,-23 6-78 0 0,0-1-1 0 0,0-1 1 0 0,-1-1 0 0 0,0-1 0 0 0,32-26-1 0 0,-25 13 23 0 0,0 0-1 0 0,-2-1 1 0 0,-1-2 0 0 0,-1 0-1 0 0,-1-1 1 0 0,-2-1-1 0 0,24-53 1 0 0,-19 32 374 0 0,-3-1 1 0 0,-2 0-1 0 0,-2-1 0 0 0,10-66 0 0 0,-26 118-254 0 0,1 1 0 0 0,-1-1 0 0 0,0 0 0 0 0,0 0 0 0 0,0 1 0 0 0,0-1 0 0 0,0 0 0 0 0,0 0-1 0 0,0 1 1 0 0,0-1 0 0 0,0 0 0 0 0,0 0 0 0 0,0 1 0 0 0,0-1 0 0 0,0 0 0 0 0,-1 1 0 0 0,1-1 0 0 0,0 0 0 0 0,0 0 0 0 0,-1 1-1 0 0,1-1 1 0 0,-1 0 0 0 0,0 1 0 0 0,1 0 0 0 0,-1 0 0 0 0,1-1 0 0 0,-1 2 0 0 0,0-1 0 0 0,1 0 0 0 0,-1 0 0 0 0,1 0 0 0 0,-1 0 0 0 0,1 0 0 0 0,-1 0 0 0 0,1 0 0 0 0,-1 1 0 0 0,1-1 0 0 0,-1 0 0 0 0,1 0 0 0 0,-1 1 0 0 0,1-1 0 0 0,-1 0 0 0 0,1 1 0 0 0,-1 0-1 0 0,-26 28 54 0 0,2 14-25 0 0,1 0 1 0 0,-34 90 0 0 0,26-54 3 0 0,-105 294 524 0 0,137-372-554 0 0,0 0 0 0 0,-1 0 0 0 0,1 0 0 0 0,0 0 1 0 0,-1 0-1 0 0,1 0 0 0 0,0 0 0 0 0,0 0 0 0 0,0 0 0 0 0,0 0 0 0 0,0 0 0 0 0,0 0 1 0 0,0 0-1 0 0,1 2 0 0 0,-1-3-3 0 0,0 0 0 0 0,0 0 0 0 0,1 0 0 0 0,-1 1-1 0 0,0-1 1 0 0,1 0 0 0 0,-1 0 0 0 0,0 0 0 0 0,1 0 0 0 0,-1 0 0 0 0,0 0 0 0 0,0 0 0 0 0,1 0 0 0 0,-1 0 0 0 0,0 0 0 0 0,1 0 0 0 0,-1-1 0 0 0,0 1 0 0 0,0 0 0 0 0,1 0-1 0 0,-1 0 1 0 0,0 0 0 0 0,1 0 0 0 0,-1 0 0 0 0,0-1 0 0 0,0 1 0 0 0,0 0 0 0 0,1 0 0 0 0,-1 0 0 0 0,0-1 0 0 0,24-25-24 0 0,25-53-126 0 0,35-47-10 0 0,-73 111 146 0 0,1 1-1 0 0,0 1 1 0 0,1 0 0 0 0,1 1-1 0 0,0 1 1 0 0,21-14 0 0 0,-31 23 8 0 0,-1 0 1 0 0,1 0 0 0 0,1 0 0 0 0,-1 0 0 0 0,0 0 0 0 0,0 1 0 0 0,1 0 0 0 0,-1 0 0 0 0,1 0-1 0 0,-1 0 1 0 0,1 1 0 0 0,-1 0 0 0 0,1 0 0 0 0,-1 0 0 0 0,1 0 0 0 0,-1 1 0 0 0,1 0 0 0 0,-1 0-1 0 0,8 3 1 0 0,-8-3 4 0 0,-1 1 0 0 0,0 0-1 0 0,0 0 1 0 0,0 0 0 0 0,0 0-1 0 0,0 1 1 0 0,-1-1 0 0 0,1 1-1 0 0,-1-1 1 0 0,1 1 0 0 0,-1 0-1 0 0,0 0 1 0 0,0 0 0 0 0,0 0-1 0 0,-1 1 1 0 0,1-1 0 0 0,-1 0 0 0 0,1 1-1 0 0,-1-1 1 0 0,0 1 0 0 0,-1 0-1 0 0,1-1 1 0 0,-1 1 0 0 0,1 4-1 0 0,-1 12 64 0 0,-1-1-1 0 0,-1 1 0 0 0,-9 36 0 0 0,7-35-17 0 0,0 0 0 0 0,-1 36-1 0 0,5-56-41 0 0,0 0 1 0 0,0 1-1 0 0,0-1 0 0 0,1 0 0 0 0,-1 1 1 0 0,0-1-1 0 0,1 0 0 0 0,-1 1 0 0 0,1-1 0 0 0,0 0 1 0 0,-1 1-1 0 0,1-1 0 0 0,0 0 0 0 0,0 0 0 0 0,0 0 1 0 0,0 0-1 0 0,0 0 0 0 0,0 0 0 0 0,0 0 1 0 0,0 0-1 0 0,0 0 0 0 0,0-1 0 0 0,0 1 0 0 0,1 0 1 0 0,-1-1-1 0 0,0 1 0 0 0,0-1 0 0 0,1 1 0 0 0,-1-1 1 0 0,1 0-1 0 0,-1 1 0 0 0,0-1 0 0 0,3 0 0 0 0,3 1-2 0 0,-1-1-1 0 0,0 0 0 0 0,0 0 1 0 0,1-1-1 0 0,-1 0 0 0 0,7-1 0 0 0,5-3-18 0 0,-1-2 0 0 0,0 1-1 0 0,0-2 1 0 0,-1 0 0 0 0,0-1-1 0 0,0-1 1 0 0,-1-1-1 0 0,0 0 1 0 0,13-13 0 0 0,-3 1-17 0 0,-1-1 1 0 0,-2-1-1 0 0,0-1 0 0 0,18-31 1 0 0,-40 57 33 0 0,9-12-4 0 0,-1 0 0 0 0,-1 0 0 0 0,0-1 0 0 0,-1 0 0 0 0,0 0 0 0 0,6-23 0 0 0,-12 31-14 0 0,0 3 16 0 0,0 1 0 0 0,0-1 0 0 0,0 0 0 0 0,0 0 0 0 0,0 1 0 0 0,-1-1 0 0 0,1 0 0 0 0,-1 0 0 0 0,1 1 0 0 0,-1-1 0 0 0,1 0 0 0 0,-2-1 0 0 0,1 2 2 0 0,1 1 0 0 0,-1-1 0 0 0,1 1 0 0 0,-1-1 0 0 0,1 1 0 0 0,-1 0 0 0 0,1-1 0 0 0,-1 1 0 0 0,1-1 0 0 0,-1 1 0 0 0,0 0 0 0 0,1 0 0 0 0,-1-1 0 0 0,0 1 0 0 0,1 0-1 0 0,-1 0 1 0 0,1 0 0 0 0,-1 0 0 0 0,0 0 0 0 0,-1 0 0 0 0,0 0 1 0 0,-1 1 0 0 0,0-1 0 0 0,1 1 0 0 0,-1 0 0 0 0,1 0 0 0 0,-1 0 0 0 0,1 0 0 0 0,-5 3 0 0 0,5-3-4 0 0,-6 5 10 0 0,0 0 0 0 0,0 0 0 0 0,0 1 0 0 0,1 0 0 0 0,0 0 0 0 0,0 1 0 0 0,1-1 0 0 0,-6 10 1 0 0,-2 6 137 0 0,-21 43 0 0 0,33-61-132 0 0,-1 1 1 0 0,0 0 0 0 0,1 0 0 0 0,0 0-1 0 0,1 0 1 0 0,-1 0 0 0 0,1 0 0 0 0,1 0-1 0 0,-1 1 1 0 0,1-1 0 0 0,0 0 0 0 0,0 1-1 0 0,1-1 1 0 0,-1 0 0 0 0,1 0 0 0 0,1 1-1 0 0,0-1 1 0 0,-1 0 0 0 0,2 0 0 0 0,-1 0-1 0 0,1-1 1 0 0,0 1 0 0 0,0-1 0 0 0,0 1-1 0 0,1-1 1 0 0,0 0 0 0 0,0 0 0 0 0,0-1-1 0 0,0 1 1 0 0,1-1 0 0 0,0 0 0 0 0,0 0-1 0 0,0 0 1 0 0,0-1 0 0 0,1 0 0 0 0,9 4-1 0 0,3 2-77 0 0,2-2-1 0 0,-1 0 1 0 0,1-1-1 0 0,0-1 0 0 0,0-1 1 0 0,38 3-1 0 0,-31-6-1486 0 0,-1-1 0 0 0,42-5 0 0 0,-23-2-1866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5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55 1976 0 0,'-56'4'3068'0'0,"-146"15"4498"0"0,306-39-7302 0 0,-36 5-906 0 0,119-16-4891 0 0,-121 19 1238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293 776 448 0 0,'-96'17'8632'0'0,"94"-17"-8118"0"0,18-19-18 0 0,80-46-14 0 0,-59 43-335 0 0,34-29-1 0 0,-35 21-76 0 0,-2-2 0 0 0,-2-1-1 0 0,-1-1 1 0 0,-1-2 0 0 0,-2-1 0 0 0,-1-1-1 0 0,-3-1 1 0 0,-1-1 0 0 0,-1-1 0 0 0,-3-1 0 0 0,27-86-1 0 0,-43 119-65 0 0,0-1 0 0 0,-1 1-1 0 0,0-1 1 0 0,-1 0-1 0 0,0 0 1 0 0,0 1-1 0 0,-1-17 1 0 0,0 25-4 0 0,0 1 0 0 0,0-1 0 0 0,-1 1 0 0 0,1-1 0 0 0,0 1 0 0 0,0-1 0 0 0,0 1-1 0 0,0-1 1 0 0,0 1 0 0 0,-1-1 0 0 0,1 1 0 0 0,0-1 0 0 0,0 1 0 0 0,-1-1 0 0 0,1 1 0 0 0,0 0 0 0 0,0-1 0 0 0,-1 1 0 0 0,1-1 0 0 0,-1 1 0 0 0,1 0-1 0 0,0-1 1 0 0,-1 1 0 0 0,1 0 0 0 0,-1 0 0 0 0,1-1 0 0 0,-1 1 0 0 0,1 0 0 0 0,-1 0 0 0 0,1 0 0 0 0,-1-1 0 0 0,1 1 0 0 0,-1 0 0 0 0,1 0 0 0 0,-1 0-1 0 0,1 0 1 0 0,-1 0 0 0 0,1 0 0 0 0,-1 0 0 0 0,1 0 0 0 0,-1 0 0 0 0,1 0 0 0 0,-1 1 0 0 0,1-1 0 0 0,-1 0 0 0 0,1 0 0 0 0,-1 0 0 0 0,1 1 0 0 0,-1-1-1 0 0,1 0 1 0 0,-1 1 0 0 0,1-1 0 0 0,0 0 0 0 0,-1 1 0 0 0,1-1 0 0 0,-1 0 0 0 0,1 1 0 0 0,0-1 0 0 0,-1 1 0 0 0,-21 24-61 0 0,4 2 32 0 0,2 1-1 0 0,1 1 1 0 0,-14 36-1 0 0,-27 97 32 0 0,50-142-2 0 0,-245 904 550 0 0,190-681-456 0 0,-98 361 206 0 0,158-599-300 0 0,-1 0-1 0 0,1 0 0 0 0,0 0 0 0 0,1 0 1 0 0,-1 0-1 0 0,1 0 0 0 0,0 0 0 0 0,0 1 1 0 0,1-1-1 0 0,1 7 0 0 0,-1-10 2 0 0,-1 0 0 0 0,1 1 0 0 0,0-1-1 0 0,0 0 1 0 0,1 0 0 0 0,-1-1 0 0 0,0 1 0 0 0,1 0 0 0 0,-1 0 0 0 0,1-1 0 0 0,-1 1-1 0 0,1-1 1 0 0,0 1 0 0 0,0-1 0 0 0,0 0 0 0 0,0 1 0 0 0,0-1 0 0 0,0 0-1 0 0,0 0 1 0 0,0-1 0 0 0,0 1 0 0 0,0 0 0 0 0,0-1 0 0 0,1 1 0 0 0,3-1-1 0 0,17 3 31 0 0,1-2 0 0 0,-1-1-1 0 0,0-1 1 0 0,0-1-1 0 0,0-1 1 0 0,0-2 0 0 0,0 0-1 0 0,-1-1 1 0 0,34-13 0 0 0,-45 14-35 0 0,0 0 0 0 0,0 0 0 0 0,-1-1 0 0 0,0-1 0 0 0,0 0 0 0 0,-1 0 0 0 0,0-1 0 0 0,0 0 1 0 0,-1 0-1 0 0,10-13 0 0 0,-12 13-12 0 0,-1-1 0 0 0,0 1 0 0 0,0-2 0 0 0,-1 1 0 0 0,0 0 0 0 0,0-1 0 0 0,-1 0 0 0 0,0 1 0 0 0,-1-1 0 0 0,0 0 0 0 0,-1-1 0 0 0,0-11 0 0 0,-1 1 5 0 0,-1-1-1 0 0,-2 1 0 0 0,0-1 0 0 0,-1 1 0 0 0,-1 0 0 0 0,-1 1 0 0 0,0-1 0 0 0,-2 1 0 0 0,-1 0 0 0 0,0 1 0 0 0,-1 0 0 0 0,-1 1 0 0 0,-25-32 0 0 0,6 14-3 0 0,-2 1 0 0 0,-1 1-1 0 0,-2 2 1 0 0,-1 2-1 0 0,-49-33 1 0 0,40 33 25 0 0,12 9-8 0 0,0-2 0 0 0,2-1 1 0 0,-36-35-1 0 0,65 57-2 0 0,0-1 0 0 0,0 1 0 0 0,0 0 0 0 0,0-1 0 0 0,1 1 0 0 0,-1-1 0 0 0,1 1 0 0 0,0-1 0 0 0,0 0 0 0 0,0 0 0 0 0,0 0 0 0 0,0 1 0 0 0,0-1 0 0 0,1 0 0 0 0,-1 0 0 0 0,1 0 0 0 0,0 0 0 0 0,0-3 0 0 0,1 1-16 0 0,0 1-1 0 0,0-1 0 0 0,0 1 1 0 0,1-1-1 0 0,0 1 1 0 0,0 0-1 0 0,0 0 0 0 0,0 0 1 0 0,0 0-1 0 0,6-6 1 0 0,4-4-178 0 0,1 1 1 0 0,0 0-1 0 0,1 1 1 0 0,25-17-1 0 0,43-21-2227 0 0,1 3 0 0 0,105-43 0 0 0,-141 70 914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226 594 732 0 0,'1'-3'1575'0'0,"-1"2"-1377"0"0,1 0 0 0 0,-1-1 0 0 0,1 1 0 0 0,-1-1 0 0 0,1 1 0 0 0,-1-1 0 0 0,0 1 0 0 0,0-1 0 0 0,0 1 0 0 0,0-1 0 0 0,0 1 0 0 0,0-1 0 0 0,0 1 0 0 0,0-1 0 0 0,-1 1 1 0 0,1-1-1 0 0,-1 1 0 0 0,1-1 0 0 0,-1 1 0 0 0,1-1 0 0 0,-1 1 0 0 0,0 0 0 0 0,0-1 0 0 0,0 1 0 0 0,0 0 0 0 0,0 0 0 0 0,0 0 0 0 0,0-1 0 0 0,0 1 0 0 0,0 0 0 0 0,0 1 0 0 0,-1-1 0 0 0,-1-1 0 0 0,0 0-133 0 0,1 1 0 0 0,-1 0 0 0 0,1 1-1 0 0,-1-1 1 0 0,1 0 0 0 0,-1 1 0 0 0,1-1-1 0 0,-1 1 1 0 0,0 0 0 0 0,1 0 0 0 0,-1 0-1 0 0,0 0 1 0 0,1 1 0 0 0,-1-1 0 0 0,0 1 0 0 0,1-1-1 0 0,-1 1 1 0 0,1 0 0 0 0,-4 1 0 0 0,-4 4-14 0 0,0 0 1 0 0,0 1 0 0 0,0 0 0 0 0,1 1-1 0 0,0 0 1 0 0,1 0 0 0 0,-1 1 0 0 0,2 0 0 0 0,-1 0-1 0 0,-11 21 1 0 0,12-18-12 0 0,0 1 0 0 0,1 0 0 0 0,1 0 0 0 0,0 0 0 0 0,1 1 0 0 0,0 0 0 0 0,1 0 0 0 0,-2 25 0 0 0,5-32-22 0 0,0 0 0 0 0,0 1-1 0 0,1-2 1 0 0,0 1 0 0 0,0 0 0 0 0,1 0-1 0 0,-1 0 1 0 0,2 0 0 0 0,-1-1 0 0 0,1 1-1 0 0,0-1 1 0 0,0 0 0 0 0,1 0 0 0 0,5 7-1 0 0,-7-10-12 0 0,0 0 0 0 0,0-1-1 0 0,1 0 1 0 0,0 1 0 0 0,-1-1-1 0 0,1 0 1 0 0,0 0 0 0 0,0-1-1 0 0,0 1 1 0 0,0-1 0 0 0,0 1-1 0 0,0-1 1 0 0,0 0 0 0 0,1 0-1 0 0,-1 0 1 0 0,0-1 0 0 0,1 1 0 0 0,-1-1-1 0 0,0 1 1 0 0,1-1 0 0 0,-1 0-1 0 0,1-1 1 0 0,-1 1 0 0 0,0-1-1 0 0,1 1 1 0 0,-1-1 0 0 0,0 0-1 0 0,0 0 1 0 0,1 0 0 0 0,-1-1-1 0 0,4-2 1 0 0,2-1-18 0 0,0-1 1 0 0,-1 0-1 0 0,0 0 0 0 0,-1 0 0 0 0,1-1 1 0 0,-1-1-1 0 0,0 1 0 0 0,-1-1 0 0 0,0 0 1 0 0,0 0-1 0 0,-1-1 0 0 0,0 0 0 0 0,6-15 1 0 0,-5 10 61 0 0,0 0 0 0 0,-2-1 0 0 0,0 0 1 0 0,0 0-1 0 0,-2 0 0 0 0,0 0 0 0 0,0 0 1 0 0,-2-22-1 0 0,0 27-3 0 0,-2-1 1 0 0,1 0 0 0 0,-1 0-1 0 0,-1 1 1 0 0,-4-12-1 0 0,5 17-29 0 0,0 0 0 0 0,0 1 0 0 0,0-1 0 0 0,-1 0-1 0 0,0 1 1 0 0,0-1 0 0 0,0 1 0 0 0,-1 0 0 0 0,1 0-1 0 0,-1 1 1 0 0,0-1 0 0 0,-6-4 0 0 0,10 7-18 0 0,-1 1 0 0 0,0-1 0 0 0,0 0 1 0 0,1 1-1 0 0,-1-1 0 0 0,0 0 0 0 0,0 1 1 0 0,0-1-1 0 0,0 1 0 0 0,0 0 0 0 0,0-1 0 0 0,1 1 1 0 0,-1 0-1 0 0,0-1 0 0 0,0 1 0 0 0,0 0 1 0 0,0 0-1 0 0,0 0 0 0 0,0 0 0 0 0,0 0 0 0 0,0 0 1 0 0,0 0-1 0 0,-2 0 0 0 0,1 1-6 0 0,-2-1 6 0 0,0 0-1 0 0,0 0 1 0 0,1 1 0 0 0,-1-1-1 0 0,1 1 1 0 0,-1 0-1 0 0,0 0 1 0 0,1 0-1 0 0,-1 0 1 0 0,1 1-1 0 0,0-1 1 0 0,0 1-1 0 0,-1 0 1 0 0,1 0-1 0 0,0 0 1 0 0,0 0-1 0 0,1 1 1 0 0,-1-1-1 0 0,0 1 1 0 0,1 0-1 0 0,0 0 1 0 0,-1 0-1 0 0,-2 6 1 0 0,-1 1 15 0 0,0 1 0 0 0,1 0 0 0 0,0 0 0 0 0,1 0 0 0 0,-5 20 0 0 0,8-27-3 0 0,1 0 0 0 0,-1 0 0 0 0,0 0 0 0 0,1 0-1 0 0,0 0 1 0 0,0 0 0 0 0,0 0 0 0 0,0 0 0 0 0,1 0 0 0 0,0 0-1 0 0,-1 0 1 0 0,1 0 0 0 0,1-1 0 0 0,-1 1 0 0 0,1 0 0 0 0,-1-1-1 0 0,1 1 1 0 0,0-1 0 0 0,0 1 0 0 0,1-1 0 0 0,-1 0 0 0 0,1 0 0 0 0,-1 0-1 0 0,5 4 1 0 0,-1-3-6 0 0,0 0-1 0 0,0 0 1 0 0,0-1-1 0 0,0 1 1 0 0,0-2-1 0 0,1 1 1 0 0,-1-1-1 0 0,1 1 1 0 0,0-2-1 0 0,0 1 1 0 0,0-1-1 0 0,0 0 1 0 0,8 0-1 0 0,8-1-13 0 0,1-1 1 0 0,0-1-1 0 0,-1-1 0 0 0,0-1 0 0 0,0-1 0 0 0,0-1 1 0 0,0-1-1 0 0,-1-1 0 0 0,0-1 0 0 0,-1-1 1 0 0,0-1-1 0 0,0-1 0 0 0,29-22 0 0 0,-23 13-4 0 0,-1-2-1 0 0,-1 0 1 0 0,-1-2 0 0 0,-1-1-1 0 0,-2-1 1 0 0,0 0 0 0 0,-2-2-1 0 0,27-51 1 0 0,24-84 3 0 0,-61 138 25 0 0,-1-2-1 0 0,-1 1 1 0 0,-1-1-1 0 0,2-36 0 0 0,-8 34-49 0 0,0 30 36 0 0,0-1 0 0 0,0 1-1 0 0,0 0 1 0 0,0-1 0 0 0,0 1 0 0 0,0-1-1 0 0,0 1 1 0 0,0 0 0 0 0,0-1-1 0 0,0 1 1 0 0,-1 0 0 0 0,1-1 0 0 0,0 1-1 0 0,0 0 1 0 0,0 0 0 0 0,-1-1 0 0 0,1 1-1 0 0,0 0 1 0 0,0-1 0 0 0,-1 1-1 0 0,1 0 1 0 0,0 0 0 0 0,-1 0 0 0 0,1-1-1 0 0,0 1 1 0 0,-1 0 0 0 0,1 0 0 0 0,0 0-1 0 0,-1 0 1 0 0,1 0 0 0 0,0-1-1 0 0,-1 1 1 0 0,1 0 0 0 0,0 0 0 0 0,-1 0-1 0 0,1 0 1 0 0,0 0 0 0 0,-1 0 0 0 0,1 0-1 0 0,-1 0 1 0 0,1 0 0 0 0,0 1-1 0 0,-1-1 1 0 0,1 0 0 0 0,0 0 0 0 0,-1 0-1 0 0,1 0 1 0 0,0 0 0 0 0,-1 1 0 0 0,-14 5-35 0 0,15-6 36 0 0,-12 10 1 0 0,-1 1 0 0 0,2 0 0 0 0,-1 0-1 0 0,2 1 1 0 0,0 1 0 0 0,0-1 0 0 0,-12 22 0 0 0,16-25 0 0 0,-174 283 94 0 0,154-243-35 0 0,2 2-1 0 0,2 1 0 0 0,2 0 0 0 0,-13 62 0 0 0,29-97-32 0 0,0-1 0 0 0,2 1-1 0 0,0 0 1 0 0,1 0 0 0 0,1 27-1 0 0,0-40-19 0 0,1 1-1 0 0,0-1 0 0 0,-1 0 0 0 0,1 1 0 0 0,1-1 0 0 0,-1 0 0 0 0,1 0 0 0 0,-1 0 0 0 0,1 0 0 0 0,0 0 0 0 0,1-1 1 0 0,-1 1-1 0 0,1-1 0 0 0,-1 1 0 0 0,1-1 0 0 0,0 0 0 0 0,0 0 0 0 0,1 0 0 0 0,-1 0 0 0 0,0 0 0 0 0,1-1 0 0 0,0 0 1 0 0,0 0-1 0 0,-1 0 0 0 0,1 0 0 0 0,8 2 0 0 0,-1-1-2 0 0,1-1 0 0 0,-1 0 0 0 0,0 0 0 0 0,1-1 0 0 0,-1-1 0 0 0,1 0 0 0 0,-1 0 0 0 0,22-5 1 0 0,-16 1-16 0 0,0 0 0 0 0,-1-2 0 0 0,0 1 0 0 0,0-2 0 0 0,21-12 0 0 0,-10 3-73 0 0,0-3 0 0 0,-1 0-1 0 0,-1-1 1 0 0,-1-2 0 0 0,40-45-1 0 0,-24 17 13 0 0,-3-1-1 0 0,-2-3 0 0 0,-2 0 1 0 0,-3-2-1 0 0,-2-2 1 0 0,-3 0-1 0 0,-2-2 0 0 0,23-96 1 0 0,-29 66 96 0 0,-17 90-27 0 0,0 0 1 0 0,1 0-1 0 0,-1-1 1 0 0,0 1-1 0 0,0 0 1 0 0,0 0 0 0 0,0-1-1 0 0,1 1 1 0 0,-1 0-1 0 0,0-1 1 0 0,0 1-1 0 0,0 0 1 0 0,0-1-1 0 0,0 1 1 0 0,0 0-1 0 0,0-1 1 0 0,0 1-1 0 0,0 0 1 0 0,0-1-1 0 0,0 1 1 0 0,0 0 0 0 0,0-1-1 0 0,0 1 1 0 0,0 0-1 0 0,0-1 1 0 0,0 1-1 0 0,-1 0 1 0 0,1-1-1 0 0,0 1 1 0 0,0 0-1 0 0,0-1 1 0 0,0 1-1 0 0,-1 0 1 0 0,1 0-1 0 0,0-1 1 0 0,0 1 0 0 0,-1 0-1 0 0,1 0 1 0 0,0 0-1 0 0,0-1 1 0 0,-1 1-1 0 0,1 0 1 0 0,0 0-1 0 0,-1 0 1 0 0,1 0-1 0 0,0-1 1 0 0,-1 1-1 0 0,1 0 1 0 0,0 0 0 0 0,-1 0-1 0 0,1 0 1 0 0,0 0-1 0 0,-1 0 1 0 0,1 0-1 0 0,0 0 1 0 0,-1 0-1 0 0,1 0 1 0 0,0 0-1 0 0,-1 0 1 0 0,1 0-1 0 0,0 1 1 0 0,-1-1-1 0 0,1 0 1 0 0,0 0 0 0 0,0 0-1 0 0,-1 1 1 0 0,-2-1 0 0 0,1 1 0 0 0,0 0 0 0 0,0 1 0 0 0,0-1 0 0 0,0 0 0 0 0,0 1 0 0 0,0-1 0 0 0,0 1 0 0 0,-2 1 0 0 0,-29 41 31 0 0,-43 75 0 0 0,-18 55 35 0 0,83-154-55 0 0,-71 156 94 0 0,73-152-58 0 0,1 1 0 0 0,0 0 0 0 0,2 1 0 0 0,1-1 0 0 0,-2 37 0 0 0,6-57-45 0 0,1 1 0 0 0,0-1 0 0 0,1 1 0 0 0,-1 0 0 0 0,1-1 0 0 0,0 0 0 0 0,0 1 0 0 0,1-1 0 0 0,-1 0 1 0 0,1 1-1 0 0,1-1 0 0 0,-1 0 0 0 0,1 0 0 0 0,-1-1 0 0 0,6 7 0 0 0,-5-8-57 0 0,1 1 0 0 0,-1-1 0 0 0,1 0 0 0 0,0-1-1 0 0,0 1 1 0 0,0-1 0 0 0,0 1 0 0 0,0-1 0 0 0,1-1 0 0 0,-1 1 0 0 0,1 0-1 0 0,-1-1 1 0 0,1 0 0 0 0,-1 0 0 0 0,1-1 0 0 0,0 1 0 0 0,0-1 0 0 0,5 0-1 0 0,5-1-302 0 0,1 0-1 0 0,-1-2 1 0 0,1 1-1 0 0,-1-2 0 0 0,0 0 1 0 0,0-1-1 0 0,0 0 1 0 0,-1-2-1 0 0,0 1 1 0 0,24-17-1 0 0,-8 3-94 0 0,-1-2 0 0 0,-1 0-1 0 0,39-43 1 0 0,-49 44 1104 0 0,-1 0-1 0 0,-1 0 1 0 0,-1-2 0 0 0,-1 0-1 0 0,-1 0 1 0 0,16-42 0 0 0,-28 62-446 0 0,-1 3-202 0 0,0 0 0 0 0,0 0 1 0 0,0 0-1 0 0,0 0 0 0 0,0-1 0 0 0,0 1 1 0 0,0 0-1 0 0,0 0 0 0 0,0 0 0 0 0,0 0 1 0 0,0-1-1 0 0,0 1 0 0 0,0 0 0 0 0,0 0 1 0 0,0 0-1 0 0,0 0 0 0 0,0 0 0 0 0,0-1 1 0 0,-1 1-1 0 0,1 0 0 0 0,0 0 0 0 0,0 0 0 0 0,0 0 1 0 0,0 0-1 0 0,0 0 0 0 0,0-1 0 0 0,0 1 1 0 0,-1 0-1 0 0,1 0 0 0 0,0 0 0 0 0,0 0 1 0 0,0 0-1 0 0,0 0 0 0 0,-1 0 0 0 0,1 0 1 0 0,0 0-1 0 0,0 0 0 0 0,0 0 0 0 0,0 0 1 0 0,0 0-1 0 0,-1 0 0 0 0,1 0 0 0 0,0 0 0 0 0,0 0 1 0 0,-1 0-1 0 0,-9 5 37 0 0,-8 10-17 0 0,1 3 5 0 0,2 0 0 0 0,0 1 0 0 0,1 0 0 0 0,-16 29 0 0 0,22-32 29 0 0,0 0 1 0 0,1 0-1 0 0,1 1 1 0 0,0-1 0 0 0,1 1-1 0 0,-4 29 1 0 0,8-43-49 0 0,1 0 0 0 0,-1 0 0 0 0,1 0 0 0 0,0 1 0 0 0,0-1 0 0 0,0 0 0 0 0,0 0 0 0 0,1 0 0 0 0,-1 1 0 0 0,1-1 1 0 0,0 0-1 0 0,0 0 0 0 0,0 0 0 0 0,0 0 0 0 0,0 0 0 0 0,1-1 0 0 0,-1 1 0 0 0,1 0 0 0 0,0-1 0 0 0,0 1 0 0 0,0-1 0 0 0,0 1 0 0 0,0-1 0 0 0,1 0 1 0 0,-1 0-1 0 0,1 0 0 0 0,-1 0 0 0 0,1 0 0 0 0,0-1 0 0 0,0 1 0 0 0,-1-1 0 0 0,1 0 0 0 0,0 0 0 0 0,0 0 0 0 0,0 0 0 0 0,1 0 0 0 0,-1-1 0 0 0,6 1 1 0 0,4 0-20 0 0,-1-1 0 0 0,0 0 0 0 0,0-1 1 0 0,1 0-1 0 0,-1-1 0 0 0,0 0 1 0 0,0-1-1 0 0,21-8 0 0 0,-18 4 15 0 0,-1 0-1 0 0,0-1 0 0 0,0-1 1 0 0,-1 0-1 0 0,0-1 0 0 0,-1 0 1 0 0,0 0-1 0 0,0-2 0 0 0,-1 0 1 0 0,16-23-1 0 0,-17 21 39 0 0,0-1 0 0 0,-1 0-1 0 0,-1 0 1 0 0,-1-1 0 0 0,0 0 0 0 0,-1-1-1 0 0,-1 1 1 0 0,0-1 0 0 0,3-31 0 0 0,-7 44-32 0 0,-1 0 0 0 0,0 0 1 0 0,0 0-1 0 0,0 1 0 0 0,0-1 0 0 0,-1 0 1 0 0,1 0-1 0 0,-1 0 0 0 0,0 1 0 0 0,0-1 0 0 0,-1 0 1 0 0,1 1-1 0 0,-1-1 0 0 0,1 1 0 0 0,-1-1 1 0 0,-5-5-1 0 0,5 7-13 0 0,0 0 0 0 0,0 0 0 0 0,0 1 0 0 0,-1-1 0 0 0,1 0 0 0 0,-1 1 0 0 0,0 0 0 0 0,1-1 0 0 0,-1 1-1 0 0,0 0 1 0 0,0 0 0 0 0,1 0 0 0 0,-1 1 0 0 0,0-1 0 0 0,0 1 0 0 0,0 0 0 0 0,0 0 0 0 0,0 0 0 0 0,0 0 0 0 0,0 0 0 0 0,0 0 0 0 0,-4 2 0 0 0,-5 1-26 0 0,0 0 0 0 0,0 1 0 0 0,1 1 0 0 0,-1 0 0 0 0,1 0 0 0 0,0 1 0 0 0,-20 15 0 0 0,15-9 19 0 0,0 2-1 0 0,0 0 1 0 0,-26 31 0 0 0,33-33 26 0 0,-1 1 0 0 0,2 0 0 0 0,0 0-1 0 0,0 1 1 0 0,1 0 0 0 0,1 1 0 0 0,0-1-1 0 0,-4 20 1 0 0,9-29-38 0 0,-1 0-1 0 0,2-1 1 0 0,-1 1 0 0 0,0 0-1 0 0,1 0 1 0 0,0 0-1 0 0,0 0 1 0 0,1 0-1 0 0,-1 0 1 0 0,1-1-1 0 0,0 1 1 0 0,0 0 0 0 0,1 0-1 0 0,-1-1 1 0 0,1 1-1 0 0,0-1 1 0 0,0 1-1 0 0,1-1 1 0 0,-1 0-1 0 0,1 0 1 0 0,0 0 0 0 0,0 0-1 0 0,1-1 1 0 0,-1 1-1 0 0,1-1 1 0 0,-1 0-1 0 0,1 0 1 0 0,0 0 0 0 0,9 5-1 0 0,-3-4-220 0 0,0 1-1 0 0,0-1 1 0 0,1-1-1 0 0,0 0 1 0 0,-1 0-1 0 0,1-1 1 0 0,0-1 0 0 0,1 1-1 0 0,-1-2 1 0 0,15 0-1 0 0,-9-1-314 0 0,0-1-1 0 0,1-1 1 0 0,-2-1-1 0 0,1 0 1 0 0,0-1-1 0 0,16-7 1 0 0,0-2-981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8 293 3100 0 0,'17'-17'938'0'0,"-1"0"0"0"0,0-1 0 0 0,-1 0 0 0 0,-1-1 0 0 0,16-30 0 0 0,-21 34-279 0 0,-2 0-78 0 0,-15 22-229 0 0,-18 24-227 0 0,10-7-94 0 0,2 2 0 0 0,-24 53 0 0 0,32-62 30 0 0,0-1 0 0 0,2 1 0 0 0,0-1 0 0 0,1 1 0 0 0,0 1-1 0 0,0 23 1 0 0,3-40-56 0 0,0 0 0 0 0,-1 0-1 0 0,1 0 1 0 0,0 0-1 0 0,0 1 1 0 0,0-1 0 0 0,0 0-1 0 0,0 0 1 0 0,1 0-1 0 0,-1 0 1 0 0,0 0-1 0 0,0 1 1 0 0,1-1 0 0 0,-1 0-1 0 0,1 0 1 0 0,-1 0-1 0 0,1 0 1 0 0,-1 0 0 0 0,1 0-1 0 0,0 0 1 0 0,-1-1-1 0 0,1 1 1 0 0,0 0 0 0 0,0 0-1 0 0,0 0 1 0 0,0-1-1 0 0,-1 1 1 0 0,1 0 0 0 0,0-1-1 0 0,0 1 1 0 0,0-1-1 0 0,0 1 1 0 0,1-1 0 0 0,-1 1-1 0 0,0-1 1 0 0,0 0-1 0 0,0 0 1 0 0,0 1 0 0 0,0-1-1 0 0,0 0 1 0 0,1 0-1 0 0,-1 0 1 0 0,0 0 0 0 0,0 0-1 0 0,0-1 1 0 0,0 1-1 0 0,2-1 1 0 0,3 0-19 0 0,-1-1 1 0 0,1 0-1 0 0,-1-1 1 0 0,1 1-1 0 0,-1-1 1 0 0,0 0 0 0 0,9-7-1 0 0,1-3-14 0 0,-1-1 1 0 0,0 0-1 0 0,20-29 1 0 0,30-53 40 0 0,-29 41 188 0 0,-34 53-222 0 0,-1 2-14 0 0,1 1 36 0 0,-1 0 0 0 0,1-1 0 0 0,-1 1 0 0 0,1-1 1 0 0,-1 1-1 0 0,0 0 0 0 0,1-1 0 0 0,-1 1 0 0 0,0 0 0 0 0,0 0 0 0 0,1-1 0 0 0,-1 1 0 0 0,0 0 0 0 0,0-1 0 0 0,0 1 0 0 0,0 0 0 0 0,0 0 0 0 0,0-1 0 0 0,0 2 0 0 0,-3 20 6 0 0,2-14 13 0 0,1-4-26 0 0,-1 8 34 0 0,0 1 1 0 0,0-1-1 0 0,1 1 0 0 0,1-1 1 0 0,3 21-1 0 0,-3-30-15 0 0,0 1-1 0 0,1-1 1 0 0,-1 1-1 0 0,1-1 0 0 0,-1 0 1 0 0,1 1-1 0 0,0-1 0 0 0,0 0 1 0 0,0-1-1 0 0,1 1 1 0 0,-1 0-1 0 0,1 0 0 0 0,0-1 1 0 0,-1 0-1 0 0,1 1 1 0 0,0-1-1 0 0,0 0 0 0 0,1-1 1 0 0,-1 1-1 0 0,0 0 1 0 0,1-1-1 0 0,-1 0 0 0 0,1 0 1 0 0,3 1-1 0 0,-1-1-14 0 0,-1 1 0 0 0,1-1-1 0 0,-1-1 1 0 0,1 1 0 0 0,0-1-1 0 0,0 0 1 0 0,-1 0 0 0 0,1-1 0 0 0,0 0-1 0 0,-1 0 1 0 0,1 0 0 0 0,-1-1 0 0 0,11-3-1 0 0,-9 1-9 0 0,1 0-1 0 0,-1-1 1 0 0,0 1-1 0 0,0-1 0 0 0,0-1 1 0 0,-1 1-1 0 0,0-1 1 0 0,9-11-1 0 0,-3 1 68 0 0,-1 0 0 0 0,-1-1 0 0 0,0-1 0 0 0,-1 0-1 0 0,-1 0 1 0 0,0 0 0 0 0,5-24 0 0 0,-10 33 48 0 0,-1 0 0 0 0,0 0 0 0 0,-1-1 0 0 0,0 1-1 0 0,0-1 1 0 0,-1 1 0 0 0,0-1 0 0 0,0 1 0 0 0,-1 0 0 0 0,-4-14 0 0 0,5 22-106 0 0,0 0 0 0 0,0 0 1 0 0,-1 0-1 0 0,1 1 1 0 0,0-1-1 0 0,-1 0 0 0 0,1 0 1 0 0,-1 1-1 0 0,1-1 1 0 0,-1 0-1 0 0,1 1 1 0 0,-1-1-1 0 0,1 0 0 0 0,-1 1 1 0 0,0-1-1 0 0,1 1 1 0 0,-1-1-1 0 0,0 1 1 0 0,0-1-1 0 0,1 1 0 0 0,-1 0 1 0 0,0-1-1 0 0,0 1 1 0 0,0 0-1 0 0,0-1 1 0 0,0 1-1 0 0,-1 0-10 0 0,0 0 1 0 0,1 1-1 0 0,-1-1 0 0 0,1 0 1 0 0,-1 1-1 0 0,0-1 0 0 0,1 1 1 0 0,-1 0-1 0 0,1-1 0 0 0,0 1 1 0 0,-1 0-1 0 0,-2 2 0 0 0,-2 2-27 0 0,0 0 0 0 0,1 0-1 0 0,-1 1 1 0 0,-4 6-1 0 0,8-9 38 0 0,0 0 0 0 0,0 0-1 0 0,0 0 1 0 0,1 0-1 0 0,-1 0 1 0 0,1 0 0 0 0,0 0-1 0 0,0 0 1 0 0,0 1-1 0 0,0-1 1 0 0,1 0 0 0 0,-1 1-1 0 0,1-1 1 0 0,0 1-1 0 0,0-1 1 0 0,0 0 0 0 0,0 1-1 0 0,1-1 1 0 0,-1 1-1 0 0,1-1 1 0 0,0 0-1 0 0,0 1 1 0 0,0-1 0 0 0,2 3-1 0 0,-1-1-26 0 0,1 0-1 0 0,0 0 1 0 0,0-1-1 0 0,0 1 1 0 0,1-1-1 0 0,-1 0 0 0 0,1 0 1 0 0,0 0-1 0 0,1 0 1 0 0,-1-1-1 0 0,0 0 1 0 0,1 0-1 0 0,8 5 1 0 0,-5-5-25 0 0,1 0 0 0 0,-1-1-1 0 0,1 0 1 0 0,-1 0 0 0 0,1-1 0 0 0,0 0 0 0 0,-1 0 0 0 0,1-1 0 0 0,0 0 0 0 0,0-1 0 0 0,-1 0 0 0 0,1 0-1 0 0,0-1 1 0 0,10-3 0 0 0,-4 0 12 0 0,-1 0 0 0 0,1-1 0 0 0,-2-1-1 0 0,1 0 1 0 0,0-1 0 0 0,-1 0 0 0 0,15-13 0 0 0,-10 5 153 0 0,-1 0 0 0 0,-1-2 0 0 0,0 0 0 0 0,-1-1 0 0 0,-1 0 0 0 0,-1-1 0 0 0,13-27 0 0 0,-25 45-38 0 0,-15 9-57 0 0,6-1-13 0 0,0 1 1 0 0,0 0-1 0 0,0 1 1 0 0,1 0-1 0 0,0 0 0 0 0,1 1 1 0 0,-8 12-1 0 0,-4 5-79 0 0,-3 3 10 0 0,-22 41-1 0 0,37-58 76 0 0,-1 1 1 0 0,2 0-1 0 0,0 1 0 0 0,0-1 0 0 0,1 1 0 0 0,-2 17 0 0 0,5-29-5 0 0,1 1-1 0 0,0-1 1 0 0,0 1-1 0 0,0-1 1 0 0,0 0 0 0 0,0 1-1 0 0,0-1 1 0 0,1 1-1 0 0,-1-1 1 0 0,1 0 0 0 0,0 1-1 0 0,0-1 1 0 0,-1 0-1 0 0,2 0 1 0 0,-1 1-1 0 0,0-1 1 0 0,0 0 0 0 0,1 0-1 0 0,2 3 1 0 0,-1-2-35 0 0,0-1 1 0 0,0 0-1 0 0,1 0 1 0 0,-1 0-1 0 0,0 0 1 0 0,1 0 0 0 0,-1-1-1 0 0,1 0 1 0 0,0 1-1 0 0,-1-1 1 0 0,7 0-1 0 0,1 1-226 0 0,0-1-1 0 0,0-1 0 0 0,-1 0 1 0 0,1 0-1 0 0,0-1 0 0 0,0-1 1 0 0,0 0-1 0 0,11-3 0 0 0,-7-1-171 0 0,1-1 0 0 0,-1 0-1 0 0,-1-1 1 0 0,1 0 0 0 0,-1-1-1 0 0,-1-1 1 0 0,0 0 0 0 0,0-1-1 0 0,13-15 1 0 0,-7 6 1275 0 0,-2-1 1 0 0,0-1-1 0 0,-2 0 0 0 0,25-46 1 0 0,-15 19 825 0 0,-24 48-1540 0 0,-2 3-116 0 0,-3 17-1 0 0,-2 0-1 0 0,0 0 0 0 0,-1-1 1 0 0,-1 0-1 0 0,-15 26 0 0 0,6-12-9 0 0,1-4 51 0 0,-1-1 0 0 0,-23 29 0 0 0,36-51-38 0 0,4-4-14 0 0,-1 0 0 0 0,1 0 0 0 0,-1 0 0 0 0,1 0 0 0 0,-1 0 0 0 0,0-1 0 0 0,1 1 0 0 0,-1 0 0 0 0,0 0-1 0 0,0-1 1 0 0,1 1 0 0 0,-1-1 0 0 0,0 1 0 0 0,0 0 0 0 0,0-1 0 0 0,0 0 0 0 0,0 1 0 0 0,0-1 0 0 0,0 1 0 0 0,0-1-1 0 0,0 0 1 0 0,0 0 0 0 0,0 0 0 0 0,0 0 0 0 0,0 1 0 0 0,0-1 0 0 0,0 0 0 0 0,0-1 0 0 0,0 1 0 0 0,0 0 0 0 0,0 0-1 0 0,0 0 1 0 0,0-1 0 0 0,0 1 0 0 0,0 0 0 0 0,0-1 0 0 0,-1 0 0 0 0,0 0 2 0 0,1-1-1 0 0,0 1 1 0 0,0 0 0 0 0,-1-1 0 0 0,1 1 0 0 0,0-1-1 0 0,1 1 1 0 0,-1-1 0 0 0,0 1 0 0 0,0-1-1 0 0,1 0 1 0 0,-1 1 0 0 0,1-1 0 0 0,-1 0-1 0 0,1 0 1 0 0,0 1 0 0 0,-1-1 0 0 0,1 0 0 0 0,0-3-1 0 0,2-6-1 0 0,0 1 0 0 0,1 0 0 0 0,0 0 0 0 0,0 0 0 0 0,1 1-1 0 0,1-1 1 0 0,-1 1 0 0 0,1 0 0 0 0,1 0 0 0 0,0 1 0 0 0,13-17 0 0 0,-3 8 2 0 0,1 0 1 0 0,0 1 0 0 0,2 1 0 0 0,22-15 0 0 0,-22 17-4 0 0,1 1 1 0 0,0 1 0 0 0,34-13-1 0 0,-47 21-15 0 0,0 1-1 0 0,1 0 1 0 0,-1 0-1 0 0,0 0 0 0 0,1 1 1 0 0,-1 0-1 0 0,0 1 1 0 0,1 0-1 0 0,-1 0 0 0 0,1 0 1 0 0,-1 1-1 0 0,1 0 1 0 0,-1 0-1 0 0,14 5 0 0 0,-18-5 11 0 0,0 1 0 0 0,0-1 0 0 0,0 1-1 0 0,-1-1 1 0 0,1 1 0 0 0,0 0 0 0 0,-1 0-1 0 0,1 0 1 0 0,-1 0 0 0 0,0 1 0 0 0,0-1-1 0 0,0 1 1 0 0,0-1 0 0 0,0 1 0 0 0,0 0-1 0 0,-1 0 1 0 0,1 0 0 0 0,0 3 0 0 0,-1-1 2 0 0,1 0 1 0 0,-2 1 0 0 0,1-1-1 0 0,-1 0 1 0 0,1 0 0 0 0,-1 1-1 0 0,-1-1 1 0 0,1 0 0 0 0,-1 0-1 0 0,-1 7 1 0 0,-5 9 6 0 0,0-1-1 0 0,-1 0 1 0 0,-1-1 0 0 0,-14 24 0 0 0,-4 2 43 0 0,16-28-277 0 0,-17 32-1 0 0,27-47-117 0 0,1-1 272 0 0,0-1 0 0 0,1 1 0 0 0,-1-1 1 0 0,0 1-1 0 0,0-1 0 0 0,0 1 0 0 0,0-1 1 0 0,0 1-1 0 0,0-1 0 0 0,1 1 1 0 0,-1-1-1 0 0,0 1 0 0 0,0-1 0 0 0,1 1 1 0 0,-1-1-1 0 0,0 1 0 0 0,1-1 0 0 0,-1 0 1 0 0,0 1-1 0 0,1-1 0 0 0,-1 0 0 0 0,1 1 1 0 0,-1-1-1 0 0,1 0 0 0 0,-1 1 0 0 0,1-1 1 0 0,1 0-224 0 0,-1 1 1 0 0,0-1-1 0 0,1 1 1 0 0,-1-1-1 0 0,1 0 1 0 0,-1 0-1 0 0,1 0 1 0 0,-1 0-1 0 0,1 0 0 0 0,-1 0 1 0 0,3-1-1 0 0,20-3-2171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1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961 91 716 0 0,'6'-5'1071'0'0,"0"-1"0"0"0,0 0 0 0 0,0 0 0 0 0,5-7 0 0 0,-10 11-905 0 0,0 0 0 0 0,0 1-1 0 0,0-1 1 0 0,0 0 0 0 0,0 0-1 0 0,0 0 1 0 0,-1 0 0 0 0,1 1-1 0 0,-1-1 1 0 0,1 0 0 0 0,-1 0 0 0 0,0 0-1 0 0,0 0 1 0 0,0 0 0 0 0,0 0-1 0 0,0 0 1 0 0,0 0 0 0 0,0 0-1 0 0,-1 0 1 0 0,0-4 0 0 0,-1 5-137 0 0,1 0 0 0 0,0 0 1 0 0,0 0-1 0 0,-1 0 0 0 0,1 0 0 0 0,0 0 0 0 0,-1 1 1 0 0,1-1-1 0 0,-1 0 0 0 0,1 1 0 0 0,-1-1 0 0 0,1 1 1 0 0,-1 0-1 0 0,1-1 0 0 0,-1 1 0 0 0,1 0 1 0 0,-1 0-1 0 0,-2 0 0 0 0,3 0 0 0 0,-9 0 16 0 0,0 1 1 0 0,0 0 0 0 0,0 0-1 0 0,0 1 1 0 0,0 1-1 0 0,1-1 1 0 0,-18 8-1 0 0,-63 35 77 0 0,85-43-113 0 0,-22 13 12 0 0,1 2-1 0 0,-45 36 0 0 0,60-43-7 0 0,0 0 0 0 0,0 0 0 0 0,1 2 0 0 0,1-1 0 0 0,0 1 0 0 0,0 0-1 0 0,-12 27 1 0 0,19-37-6 0 0,1 1-1 0 0,0-1 0 0 0,1 1 1 0 0,-1-1-1 0 0,0 1 0 0 0,1-1 1 0 0,-1 1-1 0 0,1-1 0 0 0,0 1 0 0 0,0 0 1 0 0,0-1-1 0 0,0 1 0 0 0,0-1 1 0 0,0 1-1 0 0,1 0 0 0 0,0-1 1 0 0,-1 1-1 0 0,1-1 0 0 0,0 1 1 0 0,0-1-1 0 0,0 0 0 0 0,0 1 1 0 0,1-1-1 0 0,2 4 0 0 0,-1-3 3 0 0,0-1-1 0 0,0 1 0 0 0,0-1 1 0 0,1 1-1 0 0,-1-1 0 0 0,0 0 1 0 0,1-1-1 0 0,0 1 0 0 0,-1-1 1 0 0,1 1-1 0 0,0-1 0 0 0,0 0 1 0 0,0-1-1 0 0,0 1 0 0 0,0 0 1 0 0,0-1-1 0 0,5 0 0 0 0,-1-1-4 0 0,0 1-1 0 0,0-1 1 0 0,-1-1-1 0 0,1 1 0 0 0,-1-1 1 0 0,1-1-1 0 0,-1 1 0 0 0,0-1 1 0 0,0 0-1 0 0,0-1 1 0 0,0 0-1 0 0,7-5 0 0 0,7-8 131 0 0,0 0 0 0 0,22-25 0 0 0,21-18 1019 0 0,-60 56-1101 0 0,12-7 38 0 0,-11 12-86 0 0,-5 11-36 0 0,-15 54 39 0 0,-41 118 1 0 0,34-122-31 0 0,-111 305 399 0 0,96-281-61 0 0,-3-3-1 0 0,-61 95 1 0 0,81-147 127 0 0,-2-2 0 0 0,-1-1 0 0 0,-50 49-1 0 0,61-65-123 0 0,-2-1 0 0 0,0 0 0 0 0,0-1 0 0 0,-1-1 0 0 0,0 0 0 0 0,-1-1 0 0 0,0 0-1 0 0,0-1 1 0 0,-1-1 0 0 0,-20 4 0 0 0,30-8-213 0 0,0-1-1 0 0,1 0 0 0 0,-1-1 1 0 0,0 0-1 0 0,0 0 1 0 0,1 0-1 0 0,-1-1 0 0 0,0 0 1 0 0,0 0-1 0 0,1-1 1 0 0,-1 1-1 0 0,1-1 1 0 0,-1-1-1 0 0,1 0 0 0 0,0 0 1 0 0,0 0-1 0 0,0 0 1 0 0,-8-7-1 0 0,9 6-56 0 0,0-2 1 0 0,0 1-1 0 0,0 0 0 0 0,1-1 1 0 0,-1 0-1 0 0,1 0 1 0 0,1 0-1 0 0,-1 0 0 0 0,1-1 1 0 0,0 0-1 0 0,0 1 0 0 0,1-1 1 0 0,0 0-1 0 0,0 0 0 0 0,1 0 1 0 0,0-1-1 0 0,0-8 0 0 0,1-1-21 0 0,1 1-1 0 0,0 0 1 0 0,1 0-1 0 0,1-1 1 0 0,1 2-1 0 0,0-1 1 0 0,1 0-1 0 0,1 1 0 0 0,11-22 1 0 0,3-2-28 0 0,3 1-1 0 0,35-45 1 0 0,-25 40-14 0 0,3 3 0 0 0,1 0 0 0 0,2 3 0 0 0,84-63 0 0 0,-32 38-882 0 0,140-69 0 0 0,-213 121 234 0 0,31-16-2108 0 0,-44 23 2001 0 0,-1 0 0 0 0,0 0 0 0 0,0 0 0 0 0,-1 0-1 0 0,1-1 1 0 0,0 1 0 0 0,-1-1 0 0 0,4-5 0 0 0,-4 0-2580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214 120 1696 0 0,'-24'-14'2676'0'0,"0"-3"-703"0"0,1 3-409 0 0,3 0-312 0 0,1 4-288 0 0,2-1-224 0 0,1 3-160 0 0,4 1-108 0 0,0-2-80 0 0,2 3-168 0 0,-1 2-252 0 0,-2-1-340 0 0,1 14-2296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70 688 0 0,'9'-47'7475'0'0,"-6"27"-5556"0"0,-4 17-1436 0 0,-1 7-336 0 0,-17 54 9 0 0,-3-1 1 0 0,-3-1 0 0 0,-43 71-1 0 0,-115 149 635 0 0,124-194 1435 0 0,58-81-2126 0 0,-3 4 31 0 0,4-5-121 0 0,-1 1 0 0 0,1-1-1 0 0,-1 1 1 0 0,1-1 0 0 0,-1 0 0 0 0,1 1 0 0 0,0-1 0 0 0,-1 1 0 0 0,1-1 0 0 0,-1 1 0 0 0,1-1-1 0 0,0 1 1 0 0,0 0 0 0 0,-1-1 0 0 0,1 1 0 0 0,0-1 0 0 0,0 1 0 0 0,0 0 0 0 0,-1-1 0 0 0,1 1-1 0 0,0 1 1 0 0,1-1-8 0 0,0 0-1 0 0,1 0 0 0 0,-1 0 0 0 0,0 0 1 0 0,0 0-1 0 0,1 0 0 0 0,-1 0 1 0 0,0 0-1 0 0,1-1 0 0 0,-1 1 0 0 0,1 0 1 0 0,-1-1-1 0 0,1 0 0 0 0,0 1 1 0 0,-1-1-1 0 0,1 0 0 0 0,-1 1 0 0 0,4-1 1 0 0,40 1 6 0 0,-31-2 1 0 0,106-7-1856 0 0,-37-5-4095 0 0,-51 7 1290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2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80 1036 0 0,'-10'-35'7535'0'0,"9"28"-6653"0"0,-1 0-1 0 0,0 1 1 0 0,0-1-1 0 0,-5-8 1 0 0,6 13-524 0 0,-7 25-199 0 0,-84 355 324 0 0,72-273-2645 0 0,15-75-3852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2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0 186 476 0 0,'1'-14'1177'0'0,"0"0"0"0"0,2 1 1 0 0,-1-1-1 0 0,2 1 0 0 0,-1 0 0 0 0,10-20 1 0 0,-11 29-1089 0 0,1-1 1 0 0,0 1 0 0 0,0-1 0 0 0,0 1 0 0 0,0 0 0 0 0,1 0-1 0 0,-1 0 1 0 0,1 1 0 0 0,0-1 0 0 0,0 1 0 0 0,1 0 0 0 0,-1 0-1 0 0,1 0 1 0 0,-1 1 0 0 0,1 0 0 0 0,0 0 0 0 0,0 0-1 0 0,0 0 1 0 0,0 1 0 0 0,6-1 0 0 0,3-1-41 0 0,0 2-1 0 0,1 0 1 0 0,-1 0-1 0 0,0 2 1 0 0,0 0-1 0 0,27 5 1 0 0,-30-4-46 0 0,0 1 0 0 0,0 0 0 0 0,-1 1 0 0 0,0 0 0 0 0,0 1 0 0 0,0 0 0 0 0,0 0 0 0 0,-1 1 0 0 0,13 10 0 0 0,-18-13 3 0 0,-1 0 1 0 0,1 1-1 0 0,-1-1 1 0 0,0 1-1 0 0,0 0 1 0 0,0 0-1 0 0,-1 0 1 0 0,1 0-1 0 0,-1 0 1 0 0,0 1-1 0 0,0-1 0 0 0,-1 1 1 0 0,1-1-1 0 0,-1 1 1 0 0,1 7-1 0 0,-1-5 46 0 0,-1-1 0 0 0,0 0 0 0 0,-1 1 0 0 0,0-1-1 0 0,0 1 1 0 0,0-1 0 0 0,-1 0 0 0 0,1 1 0 0 0,-1-1 0 0 0,-5 9 0 0 0,1-3 93 0 0,-1-1 0 0 0,0 0-1 0 0,-1 0 1 0 0,0 0 0 0 0,0-1 0 0 0,-1 0 0 0 0,-1-1 0 0 0,0 0 0 0 0,0 0 0 0 0,-19 11 0 0 0,12-11-91 0 0,1-1-1 0 0,-2-1 0 0 0,1 0 1 0 0,-1-2-1 0 0,0 0 1 0 0,0 0-1 0 0,0-2 1 0 0,-21 1-1 0 0,23-6-993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272 535 1648 0 0,'9'-45'4354'0'0,"-5"22"-1829"0"0,13-43-1 0 0,-16 64-2427 0 0,1 14-51 0 0,-1 0 0 0 0,-1 0 0 0 0,0 0 1 0 0,0 0-1 0 0,-1 0 0 0 0,-5 22 0 0 0,-23 90-31 0 0,21-91 6 0 0,-14 53 176 0 0,-4-1 0 0 0,-68 152 0 0 0,84-216-117 0 0,4-8 485 0 0,-1 0 0 0 0,-11 17 0 0 0,17-30-545 0 0,1 1 0 0 0,0 0 0 0 0,-1-1 1 0 0,1 1-1 0 0,-1-1 0 0 0,1 1 0 0 0,-1-1 1 0 0,1 1-1 0 0,-1-1 0 0 0,1 1 0 0 0,-1-1 1 0 0,1 0-1 0 0,-1 1 0 0 0,0-1 0 0 0,1 0 1 0 0,-1 1-1 0 0,0-1 0 0 0,1 0 0 0 0,-1 0 1 0 0,0 0-1 0 0,1 0 0 0 0,-1 1 1 0 0,0-1-1 0 0,1 0 0 0 0,-1 0 0 0 0,0 0 1 0 0,1 0-1 0 0,-1-1 0 0 0,0 1 0 0 0,1 0 1 0 0,-1 0-1 0 0,0 0 0 0 0,1 0 0 0 0,-1-1 1 0 0,0 1-1 0 0,1 0 0 0 0,-1-1 0 0 0,1 1 1 0 0,-1-1-1 0 0,0 1 0 0 0,1 0 0 0 0,-1-1 1 0 0,1 1-1 0 0,-1-1 0 0 0,0 0 0 0 0,-1-2 0 0 0,0 0-1 0 0,-1 0 1 0 0,1 0-1 0 0,0-1 0 0 0,0 1 1 0 0,-1-6-1 0 0,-5-13-14 0 0,1-1 0 0 0,2 0 0 0 0,0 0 0 0 0,-2-41 0 0 0,4-96-63 0 0,5 110 56 0 0,2 1 0 0 0,2 1 1 0 0,2-1-1 0 0,2 1 0 0 0,3 0 0 0 0,1 1 1 0 0,25-53-1 0 0,-24 69-21 0 0,0 0-1 0 0,3 2 1 0 0,0 0-1 0 0,36-42 1 0 0,-37 52-4 0 0,1 1 1 0 0,1 0-1 0 0,0 2 0 0 0,1 0 0 0 0,1 1 0 0 0,40-22 1 0 0,-46 31 19 0 0,0 0 0 0 0,0 0 0 0 0,1 1 0 0 0,0 1 1 0 0,0 1-1 0 0,0 0 0 0 0,0 1 0 0 0,1 1 0 0 0,-1 1 1 0 0,0 0-1 0 0,1 1 0 0 0,24 4 0 0 0,-30-3 14 0 0,0 0-1 0 0,-1 1 0 0 0,1 0 1 0 0,0 1-1 0 0,-1 0 0 0 0,0 0 1 0 0,0 1-1 0 0,0 1 0 0 0,-1-1 0 0 0,0 2 1 0 0,0-1-1 0 0,0 1 0 0 0,-1 1 1 0 0,0-1-1 0 0,0 1 0 0 0,-1 1 1 0 0,0-1-1 0 0,0 1 0 0 0,6 13 1 0 0,-10-15-9 0 0,0 0 0 0 0,0 0 0 0 0,0 1 0 0 0,-1-1 0 0 0,-1 1 0 0 0,1-1 0 0 0,-1 1 0 0 0,0-1 0 0 0,-1 1 0 0 0,0 0 0 0 0,0 0 0 0 0,-2 9 0 0 0,0-6 3 0 0,-1 1-1 0 0,0-1 1 0 0,-1 1-1 0 0,0-1 1 0 0,-1 0 0 0 0,0-1-1 0 0,-9 15 1 0 0,0-6 2 0 0,0 1 0 0 0,-2-2 0 0 0,0 0 0 0 0,-1-1-1 0 0,-1 0 1 0 0,0-2 0 0 0,-27 18 0 0 0,20-17 6 0 0,-1-1 1 0 0,-1-2-1 0 0,-1 0 0 0 0,0-2 0 0 0,0-1 0 0 0,-1-1 0 0 0,0-2 0 0 0,0-1 1 0 0,-39 3-1 0 0,18-4-2 0 0,-40 5-1472 0 0,90-10 1386 0 0,-1 0 0 0 0,1 0 1 0 0,-1 0-1 0 0,0 0 1 0 0,1 1-1 0 0,-1-1 1 0 0,1 0-1 0 0,-1 0 0 0 0,0 0 1 0 0,1 1-1 0 0,-1-1 1 0 0,1 0-1 0 0,-1 1 1 0 0,1-1-1 0 0,-1 1 0 0 0,1-1 1 0 0,-1 1-1 0 0,1-1 1 0 0,0 0-1 0 0,-1 1 1 0 0,1 0-1 0 0,0-1 0 0 0,-1 1 1 0 0,1-1-1 0 0,0 1 1 0 0,-1-1-1 0 0,1 1 1 0 0,0 0-1 0 0,0-1 0 0 0,0 1 1 0 0,0-1-1 0 0,0 1 1 0 0,0 0-1 0 0,0-1 1 0 0,0 1-1 0 0,0 0 0 0 0,0-1 1 0 0,0 1-1 0 0,0-1 1 0 0,0 2-1 0 0,1 0-337 0 0,-1-1 1 0 0,1 1-1 0 0,0 0 0 0 0,0 0 1 0 0,0 0-1 0 0,0-1 0 0 0,0 1 1 0 0,0 0-1 0 0,0-1 0 0 0,3 3 1 0 0,6 5-2650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6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24 591 1404 0 0,'-10'-12'5179'0'0,"8"11"-4898"0"0,1-1 0 0 0,-1 0 0 0 0,1 0 1 0 0,0 0-1 0 0,0 0 0 0 0,0 0 0 0 0,0-1 1 0 0,0 1-1 0 0,1 0 0 0 0,-1 0 0 0 0,0-1 1 0 0,1 1-1 0 0,0 0 0 0 0,0-1 1 0 0,-1-2-1 0 0,2 4-242 0 0,-1-1 0 0 0,0 1 0 0 0,1-1 0 0 0,-1 1 1 0 0,1-1-1 0 0,0 1 0 0 0,-1-1 0 0 0,1 1 0 0 0,0 0 0 0 0,0-1 1 0 0,0 1-1 0 0,0 0 0 0 0,0 0 0 0 0,0 0 0 0 0,0 0 0 0 0,0-1 1 0 0,0 2-1 0 0,1-1 0 0 0,-1 0 0 0 0,0 0 0 0 0,1 0 0 0 0,-1 1 1 0 0,1-1-1 0 0,-1 0 0 0 0,1 1 0 0 0,-1-1 0 0 0,1 1 0 0 0,1 0 0 0 0,3-2-21 0 0,-1 2-1 0 0,1-1 0 0 0,-1 0 0 0 0,0 1 0 0 0,1 0 0 0 0,-1 1 0 0 0,1-1 0 0 0,-1 1 0 0 0,1 0 0 0 0,-1 0 0 0 0,0 1 0 0 0,0-1 1 0 0,0 1-1 0 0,0 0 0 0 0,0 1 0 0 0,0-1 0 0 0,0 1 0 0 0,0 0 0 0 0,-1 0 0 0 0,0 1 0 0 0,0-1 0 0 0,0 1 0 0 0,0 0 0 0 0,0 0 1 0 0,-1 0-1 0 0,1 1 0 0 0,-1-1 0 0 0,0 1 0 0 0,-1-1 0 0 0,1 1 0 0 0,-1 0 0 0 0,0 0 0 0 0,0 0 0 0 0,-1 1 0 0 0,1-1 0 0 0,-1 0 1 0 0,0 1-1 0 0,0-1 0 0 0,-1 10 0 0 0,-1-4 52 0 0,-1-1 0 0 0,0 1 0 0 0,0-1 0 0 0,-1 0 0 0 0,-1 0 0 0 0,0 0 0 0 0,0 0 0 0 0,-1-1 0 0 0,0 1 0 0 0,-1-1 0 0 0,0 0 0 0 0,0-1 0 0 0,-1 0-1 0 0,0 0 1 0 0,0 0 0 0 0,-1-1 0 0 0,0 0 0 0 0,0 0 0 0 0,-15 9 0 0 0,22-16-59 0 0,0 1-1 0 0,0 0 0 0 0,1-1 0 0 0,-1 1 0 0 0,0-1 1 0 0,0 1-1 0 0,0-1 0 0 0,0 1 0 0 0,1-1 1 0 0,-1 0-1 0 0,0 0 0 0 0,0 1 0 0 0,0-1 0 0 0,0 0 1 0 0,0 0-1 0 0,0 0 0 0 0,0 0 0 0 0,0 0 1 0 0,0 0-1 0 0,0 0 0 0 0,0 0 0 0 0,0 0 0 0 0,0 0 1 0 0,0-1-1 0 0,1 1 0 0 0,-1 0 0 0 0,0-1 1 0 0,0 1-1 0 0,0-1 0 0 0,0 1 0 0 0,0-1 0 0 0,1 1 1 0 0,-1-1-1 0 0,0 1 0 0 0,0-1 0 0 0,1 0 1 0 0,-1 1-1 0 0,1-1 0 0 0,-1 0 0 0 0,0 0 0 0 0,1 1 1 0 0,-1-1-1 0 0,1 0 0 0 0,0 0 0 0 0,-1 0 1 0 0,1 0-1 0 0,0 0 0 0 0,-1 0 0 0 0,1 0 0 0 0,0 0 1 0 0,0 0-1 0 0,0-1 0 0 0,-1-4-6 0 0,1 1 0 0 0,-1-1 0 0 0,2 0 0 0 0,-1 0 0 0 0,0 1 0 0 0,1-1 0 0 0,2-6 0 0 0,5-12-28 0 0,1 0 1 0 0,1 1-1 0 0,0 1 1 0 0,2 0-1 0 0,1 0 0 0 0,1 1 1 0 0,18-21-1 0 0,-11 17 3 0 0,1 1 0 0 0,1 1 0 0 0,1 2 0 0 0,1 0 0 0 0,29-18 0 0 0,-44 33 8 0 0,-1 1 0 0 0,1 0 1 0 0,0 0-1 0 0,0 1 0 0 0,0 1 0 0 0,0-1 0 0 0,20-2 0 0 0,-27 6 11 0 0,0-1 0 0 0,0 1 0 0 0,0 0 0 0 0,0 0 0 0 0,0 0 0 0 0,0 0 0 0 0,0 1 0 0 0,0-1 0 0 0,0 1 0 0 0,0 0 1 0 0,0 0-1 0 0,-1 0 0 0 0,1 0 0 0 0,0 0 0 0 0,-1 1 0 0 0,1-1 0 0 0,-1 1 0 0 0,4 3 0 0 0,-3-3 4 0 0,0 1 0 0 0,-1 1 1 0 0,0-1-1 0 0,0 0 0 0 0,0 1 0 0 0,0-1 0 0 0,0 1 1 0 0,-1-1-1 0 0,1 1 0 0 0,-1 0 0 0 0,0 0 0 0 0,1 4 0 0 0,-1 6 25 0 0,1-1-1 0 0,-2 1 0 0 0,0-1 0 0 0,-1 1 0 0 0,0-1 0 0 0,-5 23 0 0 0,-35 100 137 0 0,8-30-69 0 0,32-104-89 0 0,0 0-1 0 0,1 0 1 0 0,-1 1 0 0 0,1-1-1 0 0,-1 0 1 0 0,1 1 0 0 0,0-1-1 0 0,0 1 1 0 0,0-1 0 0 0,0 0-1 0 0,0 1 1 0 0,1-1 0 0 0,-1 0-1 0 0,1 1 1 0 0,0-1-1 0 0,-1 0 1 0 0,1 0 0 0 0,0 0-1 0 0,0 1 1 0 0,0-1 0 0 0,2 2-1 0 0,-1-2-1 0 0,0-1 0 0 0,0 1 0 0 0,1-1 0 0 0,-1 1 0 0 0,0-1 0 0 0,1 0 0 0 0,-1 0 0 0 0,0 0 0 0 0,1-1 0 0 0,-1 1 0 0 0,1 0 0 0 0,-1-1 0 0 0,1 0 0 0 0,0 0 0 0 0,-1 1 0 0 0,1-1 0 0 0,-1-1 0 0 0,1 1 0 0 0,2-1 0 0 0,15-1-7 0 0,0-2 0 0 0,-1-1 0 0 0,0 0 0 0 0,1-1 0 0 0,-2-1 0 0 0,1-1 0 0 0,-1-1 0 0 0,0 0 0 0 0,-1-1 1 0 0,0-1-1 0 0,22-20 0 0 0,-25 20-14 0 0,0-2 1 0 0,-1 0-1 0 0,-1 0 1 0 0,0-1 0 0 0,0-1-1 0 0,-2 0 1 0 0,0 0-1 0 0,-1-1 1 0 0,0-1 0 0 0,-1 1-1 0 0,-1-1 1 0 0,8-31-1 0 0,-13 39 15 0 0,0 0 0 0 0,-1 0 0 0 0,0 0 0 0 0,-1 0 0 0 0,1 0 0 0 0,-2-1-1 0 0,0 1 1 0 0,0 0 0 0 0,0 0 0 0 0,-1 0 0 0 0,-4-12 0 0 0,4 18 2 0 0,1-1 1 0 0,-1 1 0 0 0,0-1-1 0 0,0 1 1 0 0,0 0-1 0 0,0 0 1 0 0,0 0 0 0 0,-1 0-1 0 0,1 0 1 0 0,-1 1-1 0 0,0-1 1 0 0,0 1 0 0 0,0-1-1 0 0,0 1 1 0 0,-1 0-1 0 0,1 0 1 0 0,0 1 0 0 0,-1-1-1 0 0,1 1 1 0 0,-1-1 0 0 0,0 1-1 0 0,1 0 1 0 0,-1 1-1 0 0,0-1 1 0 0,0 1 0 0 0,1-1-1 0 0,-1 1 1 0 0,0 0-1 0 0,-6 1 1 0 0,-5 2-2 0 0,0-1 0 0 0,0 2 0 0 0,1 0 0 0 0,-1 1 0 0 0,1 0 0 0 0,0 1 0 0 0,0 0 1 0 0,-24 17-1 0 0,19-10 18 0 0,0 1 1 0 0,1 1 0 0 0,1 0 0 0 0,0 1-1 0 0,-16 21 1 0 0,28-31-1 0 0,1 0 0 0 0,-1 0 0 0 0,2 0 0 0 0,-1 0 1 0 0,0 1-1 0 0,1 0 0 0 0,1 0 0 0 0,-1 0 0 0 0,1 0 0 0 0,-2 13 0 0 0,3-17-26 0 0,1 0 0 0 0,0 0 0 0 0,0 0 0 0 0,0 0 0 0 0,1 0 0 0 0,-1 0 0 0 0,1 0 0 0 0,-1 0 0 0 0,1 0 0 0 0,0-1 0 0 0,0 1 0 0 0,1 0 0 0 0,-1 0 0 0 0,0-1 0 0 0,1 1 0 0 0,0-1 0 0 0,-1 1 0 0 0,1-1 0 0 0,0 1 0 0 0,0-1 0 0 0,1 0 0 0 0,-1 0 0 0 0,0 0 0 0 0,1-1 0 0 0,-1 1 0 0 0,1 0 0 0 0,-1-1 0 0 0,5 2 0 0 0,5 2-205 0 0,0-1 0 0 0,0 0 0 0 0,0-1 0 0 0,0-1 0 0 0,1 0 0 0 0,-1 0 0 0 0,1-1-1 0 0,-1-1 1 0 0,15-1 0 0 0,6-2-462 0 0,0-1-1 0 0,39-11 1 0 0,-45 9 423 0 0,-1-2 1 0 0,0 0 0 0 0,-1-2-1 0 0,0-1 1 0 0,0-1-1 0 0,-1-1 1 0 0,-1-1-1 0 0,0-1 1 0 0,-1-1-1 0 0,-1-1 1 0 0,0 0 0 0 0,-1-2-1 0 0,-1-1 1 0 0,-1 0-1 0 0,-1-1 1 0 0,-1-1-1 0 0,-1-1 1 0 0,24-45-1 0 0,-17 20 1393 0 0,-3 0 0 0 0,-1-2 0 0 0,17-75 0 0 0,-23 66-10 0 0,-12 57-848 0 0,-2 3-278 0 0,1 1 1 0 0,0-1 0 0 0,-1 0 0 0 0,1 0-1 0 0,0 0 1 0 0,0 1 0 0 0,0-1-1 0 0,0 1 1 0 0,0-1 0 0 0,0 1-1 0 0,0-1 1 0 0,0 1 0 0 0,1-1 0 0 0,-1 3-1 0 0,-9 29 11 0 0,6-17-13 0 0,-12 36 46 0 0,-133 400 498 0 0,127-401-281 0 0,21-49-211 0 0,0-2-55 0 0,1 0-1 0 0,-1-1 1 0 0,1 1 0 0 0,0 0-1 0 0,-1-1 1 0 0,1 1 0 0 0,-1 0 0 0 0,1-1-1 0 0,0 1 1 0 0,0 0 0 0 0,-1-1-1 0 0,1 1 1 0 0,0-1 0 0 0,0 1 0 0 0,-1-1-1 0 0,1 1 1 0 0,0-1 0 0 0,0 1-1 0 0,0-1 1 0 0,0 1 0 0 0,0-1 0 0 0,0 1-1 0 0,0-1 1 0 0,0 1 0 0 0,0-1 0 0 0,0 1-1 0 0,0-1 1 0 0,0 1 0 0 0,0-1-1 0 0,0 1 1 0 0,0-1 0 0 0,0 1 0 0 0,1-1-1 0 0,-1 1 1 0 0,0-1 0 0 0,0 1-1 0 0,1-1 1 0 0,6-20-64 0 0,-2 10 54 0 0,1 0 1 0 0,0 0-1 0 0,0 1 0 0 0,1 0 0 0 0,1 0 0 0 0,-1 1 0 0 0,2 0 0 0 0,-1 0 0 0 0,1 1 0 0 0,0 0 0 0 0,1 0 0 0 0,0 1 0 0 0,13-7 0 0 0,-16 11 11 0 0,0-1 0 0 0,0 1 0 0 0,1 0 0 0 0,-1 0 0 0 0,1 1 0 0 0,0 0 0 0 0,0 1 0 0 0,0 0 0 0 0,0 0 0 0 0,0 0 0 0 0,0 1 0 0 0,0 0 0 0 0,0 1 0 0 0,0 0 0 0 0,0 0 0 0 0,0 1 0 0 0,-1-1-1 0 0,1 2 1 0 0,0-1 0 0 0,13 8 0 0 0,-12-6 15 0 0,-1 2-1 0 0,1-1 1 0 0,-1 1-1 0 0,0 0 0 0 0,-1 1 1 0 0,1 0-1 0 0,-1 0 1 0 0,-1 1-1 0 0,1 0 1 0 0,-1 0-1 0 0,-1 0 0 0 0,1 1 1 0 0,7 17-1 0 0,-11-21 7 0 0,0 1 1 0 0,0 0-1 0 0,-1 0 0 0 0,1 0 1 0 0,-1 1-1 0 0,-1-1 0 0 0,1 0 0 0 0,-1 0 1 0 0,0 0-1 0 0,0 1 0 0 0,-1-1 0 0 0,0 0 1 0 0,0 0-1 0 0,0 0 0 0 0,-1 0 0 0 0,0 0 1 0 0,0 0-1 0 0,-1 0 0 0 0,1-1 0 0 0,-1 1 1 0 0,0-1-1 0 0,-1 0 0 0 0,-5 8 0 0 0,2-6 43 0 0,0 0-1 0 0,0 0 1 0 0,0 0-1 0 0,-1-1 0 0 0,0 0 1 0 0,0-1-1 0 0,0 0 0 0 0,-1 0 1 0 0,-12 5-1 0 0,6-5 26 0 0,0 0 0 0 0,0-1 0 0 0,0 0 0 0 0,-1-2 0 0 0,-19 2 0 0 0,-10-3 364 0 0,-1-2-1 0 0,-87-14 1 0 0,124 14-361 0 0,7 0-78 0 0,0 1 0 0 0,0 0 0 0 0,-1-1 0 0 0,1 1 0 0 0,0-1 0 0 0,0 0 0 0 0,0 0 0 0 0,0 0 0 0 0,0 0 0 0 0,0 0 0 0 0,1 0 0 0 0,-3-2 0 0 0,2 2 4 0 0,5-10 10 0 0,0 9-30 0 0,0-1 0 0 0,0 1 0 0 0,0 0 0 0 0,0 0 0 0 0,0 1 0 0 0,1-1 0 0 0,-1 1-1 0 0,0-1 1 0 0,1 1 0 0 0,-1 0 0 0 0,6-1 0 0 0,1 0-11 0 0,187-53-933 0 0,70-25-435 0 0,-220 63 1004 0 0,-1-3 0 0 0,56-32 0 0 0,-85 41 269 0 0,-1 1-1 0 0,0-2 1 0 0,-1 0 0 0 0,0-1-1 0 0,-1 0 1 0 0,-1-2-1 0 0,0 1 1 0 0,-1-1 0 0 0,11-17-1 0 0,-10 10 35 0 0,-2 0-1 0 0,0 0 1 0 0,15-45-1 0 0,-23 57 161 0 0,0 1 0 0 0,-1-1 0 0 0,0 0 0 0 0,-1 0 0 0 0,0 0 0 0 0,0 0 0 0 0,-1 0 0 0 0,-1 0 0 0 0,0 0 0 0 0,0 0 0 0 0,-1 0 0 0 0,-4-14 0 0 0,6 22-76 0 0,0 1 0 0 0,-1 0 0 0 0,1 0 0 0 0,-1-1 0 0 0,1 1 0 0 0,-1 0 0 0 0,1 0 0 0 0,-1 0 0 0 0,0-1 0 0 0,0 1 0 0 0,1 0 0 0 0,-1 0 0 0 0,0 0 0 0 0,0 0-1 0 0,0 1 1 0 0,0-1 0 0 0,0 0 0 0 0,0 0 0 0 0,-1 0 0 0 0,1 1 0 0 0,0-1 0 0 0,-3 0 0 0 0,3 1-6 0 0,0 0 0 0 0,-1 0 1 0 0,1 0-1 0 0,-1 0 0 0 0,1 1 0 0 0,0-1 0 0 0,-1 1 0 0 0,1-1 1 0 0,0 1-1 0 0,0-1 0 0 0,-1 1 0 0 0,1 0 0 0 0,0-1 0 0 0,0 1 1 0 0,0 0-1 0 0,0 0 0 0 0,-2 2 0 0 0,-3 4 8 0 0,-1 1 0 0 0,1 0-1 0 0,1 0 1 0 0,-9 15 0 0 0,-17 48 227 0 0,2 0 0 0 0,-31 125 0 0 0,51-167-154 0 0,2 1-1 0 0,1 0 0 0 0,1 0 1 0 0,2 1-1 0 0,1-1 0 0 0,4 54 1 0 0,-2-78-68 0 0,1-1 1 0 0,0 1-1 0 0,1-1 1 0 0,-1 1 0 0 0,1-1-1 0 0,0 0 1 0 0,0 0-1 0 0,1 0 1 0 0,-1 0 0 0 0,1 0-1 0 0,0 0 1 0 0,1 0-1 0 0,-1-1 1 0 0,1 0 0 0 0,0 0-1 0 0,0 0 1 0 0,0 0 0 0 0,0 0-1 0 0,1-1 1 0 0,0 0-1 0 0,9 5 1 0 0,-8-5-11 0 0,0-1 0 0 0,0 0 0 0 0,0-1 0 0 0,1 1 0 0 0,-1-1 0 0 0,1 0 0 0 0,-1-1 0 0 0,1 0 0 0 0,-1 0 0 0 0,1 0 1 0 0,-1 0-1 0 0,1-1 0 0 0,-1 0 0 0 0,1-1 0 0 0,-1 0 0 0 0,0 0 0 0 0,0 0 0 0 0,10-5 0 0 0,-5 1-25 0 0,-1-1-1 0 0,0 0 1 0 0,0 0-1 0 0,0-1 1 0 0,-1 0 0 0 0,-1-1-1 0 0,1 0 1 0 0,-1 0-1 0 0,-1-1 1 0 0,0 0 0 0 0,6-11-1 0 0,-4 6 33 0 0,-1-1-1 0 0,-1 0 1 0 0,0-1-1 0 0,-2 1 0 0 0,0-1 1 0 0,6-35-1 0 0,-10 47 39 0 0,-1 0 1 0 0,1 1-1 0 0,-1-1 0 0 0,-1 0 1 0 0,1 1-1 0 0,-1-1 0 0 0,1 0 0 0 0,-1 1 1 0 0,-1-1-1 0 0,1 1 0 0 0,-4-9 1 0 0,5 12-49 0 0,-1 1 1 0 0,1-1 0 0 0,-1 1 0 0 0,1-1 0 0 0,-1 0 0 0 0,1 1-1 0 0,-1-1 1 0 0,1 1 0 0 0,-1 0 0 0 0,0-1 0 0 0,1 1 0 0 0,-1-1-1 0 0,0 1 1 0 0,0 0 0 0 0,1-1 0 0 0,-1 1 0 0 0,0 0 0 0 0,1 0-1 0 0,-1 0 1 0 0,0-1 0 0 0,0 1 0 0 0,0 0 0 0 0,1 0 0 0 0,-1 0-1 0 0,0 0 1 0 0,0 0 0 0 0,1 1 0 0 0,-1-1 0 0 0,0 0 0 0 0,0 0-1 0 0,0 1 1 0 0,-21 11 52 0 0,15-4-29 0 0,0 0 1 0 0,0 0-1 0 0,1 1 1 0 0,0 0-1 0 0,0 0 1 0 0,1 0-1 0 0,1 1 1 0 0,-1 0-1 0 0,2 0 1 0 0,-1 0-1 0 0,1 0 1 0 0,1 0-1 0 0,0 1 1 0 0,0-1-1 0 0,1 1 1 0 0,0 0-1 0 0,1-1 1 0 0,1 1-1 0 0,-1-1 0 0 0,1 1 1 0 0,1 0-1 0 0,0-1 1 0 0,7 20-1 0 0,-6-25-28 0 0,-1-1 0 0 0,1 1 0 0 0,0-1 0 0 0,0 0 0 0 0,1 0 0 0 0,-1 0 0 0 0,1 0 0 0 0,0-1 0 0 0,0 1 0 0 0,0-1 0 0 0,0 0 0 0 0,1 0 0 0 0,-1-1 0 0 0,1 1 0 0 0,0-1 0 0 0,0 0 0 0 0,-1 0 0 0 0,1-1-1 0 0,1 0 1 0 0,-1 1 0 0 0,0-2 0 0 0,0 1 0 0 0,0 0 0 0 0,7-1 0 0 0,-1 0-91 0 0,0 0 0 0 0,1-1 1 0 0,-1 0-1 0 0,0-1 0 0 0,0 0 0 0 0,0-1 0 0 0,-1 0 0 0 0,1-1 0 0 0,-1 0 0 0 0,16-8 1 0 0,-14 4-18 0 0,0 0 1 0 0,-1-1 0 0 0,0 0-1 0 0,0-1 1 0 0,-1 0 0 0 0,10-14 0 0 0,48-72-256 0 0,-26 33 372 0 0,-34 52-12 0 0,-6 7 8 0 0,1-1 1 0 0,-1 1-1 0 0,1 0 0 0 0,1 0 0 0 0,-1 1 1 0 0,0-1-1 0 0,1 1 0 0 0,0-1 1 0 0,0 1-1 0 0,0 0 0 0 0,0 1 1 0 0,0-1-1 0 0,5-2 0 0 0,-7 5 4 0 0,1 0-1 0 0,-1 0 1 0 0,0 0 0 0 0,0 1-1 0 0,0-1 1 0 0,0 1 0 0 0,0-1-1 0 0,0 1 1 0 0,0 0 0 0 0,0-1-1 0 0,0 1 1 0 0,0 0-1 0 0,0 0 1 0 0,0 1 0 0 0,0-1-1 0 0,-1 0 1 0 0,1 0 0 0 0,-1 1-1 0 0,1-1 1 0 0,-1 1 0 0 0,1 0-1 0 0,-1-1 1 0 0,0 1 0 0 0,2 3-1 0 0,2 3 86 0 0,-1 1 0 0 0,0 0 0 0 0,0 0 0 0 0,-1 0 0 0 0,-1 0 1 0 0,1 1-1 0 0,-1-1 0 0 0,1 18 0 0 0,-3-23-35 0 0,0 0 0 0 0,0 1 0 0 0,0-1 0 0 0,0 1 0 0 0,-1-1 0 0 0,0 1 0 0 0,0-1 0 0 0,0 0 0 0 0,0 0 0 0 0,-1 1 0 0 0,1-1 0 0 0,-1 0 0 0 0,0 0 0 0 0,-1-1 0 0 0,1 1 0 0 0,-1 0 0 0 0,1-1 0 0 0,-1 1 0 0 0,0-1 0 0 0,-6 5 0 0 0,8-6-33 0 0,-1-1 1 0 0,0 0 0 0 0,1 1 0 0 0,-1-1 0 0 0,0 0 0 0 0,1 0-1 0 0,-1 0 1 0 0,0 0 0 0 0,0 0 0 0 0,0-1 0 0 0,0 1 0 0 0,0-1-1 0 0,0 1 1 0 0,0-1 0 0 0,0 1 0 0 0,0-1 0 0 0,0 0-1 0 0,0 0 1 0 0,0 0 0 0 0,0 0 0 0 0,-1-1 0 0 0,1 1 0 0 0,0 0-1 0 0,0-1 1 0 0,0 0 0 0 0,0 1 0 0 0,1-1 0 0 0,-1 0 0 0 0,0 0-1 0 0,0 0 1 0 0,0 0 0 0 0,1 0 0 0 0,-1-1 0 0 0,-2-1-1 0 0,3 2-21 0 0,0-1 0 0 0,0 1 0 0 0,0-1 0 0 0,0 0 0 0 0,1 1 0 0 0,-1-1 0 0 0,0 0 0 0 0,1 0 0 0 0,0 1 0 0 0,-1-1 0 0 0,1 0 0 0 0,0 0 0 0 0,0 0 0 0 0,0 0 0 0 0,0 1 0 0 0,0-4 0 0 0,6-28-12 0 0,-6 33 7 0 0,3-8-4 0 0,0 0-1 0 0,0 0 0 0 0,1 0 0 0 0,0 1 0 0 0,0 0 0 0 0,1-1 1 0 0,0 2-1 0 0,0-1 0 0 0,0 1 0 0 0,1-1 0 0 0,0 1 1 0 0,13-9-1 0 0,-9 7-5 0 0,1 1 0 0 0,0 0-1 0 0,0 1 1 0 0,1 0 0 0 0,-1 1 0 0 0,1 0 0 0 0,24-6 0 0 0,-32 10 12 0 0,1 0 0 0 0,0 0 0 0 0,-1 0 0 0 0,1 1 0 0 0,0 0 0 0 0,0 0-1 0 0,0 0 1 0 0,-1 1 0 0 0,1 0 0 0 0,0 0 0 0 0,-1 0 0 0 0,1 0 0 0 0,-1 1 0 0 0,1-1 0 0 0,-1 1 0 0 0,0 0-1 0 0,1 1 1 0 0,-1-1 0 0 0,0 1 0 0 0,0-1 0 0 0,-1 1 0 0 0,1 1 0 0 0,-1-1 0 0 0,1 0 0 0 0,-1 1 0 0 0,0 0 0 0 0,0-1-1 0 0,-1 1 1 0 0,1 0 0 0 0,-1 1 0 0 0,0-1 0 0 0,3 7 0 0 0,-2-1 28 0 0,1 0 0 0 0,-1 0 0 0 0,-1 1 0 0 0,1-1 0 0 0,-2 1 0 0 0,0 0 1 0 0,0 0-1 0 0,-1-1 0 0 0,0 1 0 0 0,-1 0 0 0 0,0 0 0 0 0,0-1 0 0 0,-5 15 0 0 0,5-21-43 0 0,-1 3 212 0 0,0 0 0 0 0,-1 1 0 0 0,1-1 0 0 0,-2 0 0 0 0,1 0 0 0 0,-1-1-1 0 0,-7 11 1 0 0,10-16-56 0 0,0-1-136 0 0,1 0 0 0 0,-1 0 0 0 0,1 0 0 0 0,-1 0 0 0 0,1-1 0 0 0,-1 1 0 0 0,1 0-1 0 0,-1 0 1 0 0,1-1 0 0 0,0 1 0 0 0,-1 0 0 0 0,1-1 0 0 0,-1 1 0 0 0,1-1 0 0 0,0 1 0 0 0,-1 0 0 0 0,1-1 0 0 0,0 1 0 0 0,-1-1 0 0 0,1 1 0 0 0,0-1 0 0 0,0 1 0 0 0,-1-1-1 0 0,1 1 1 0 0,0-1 0 0 0,0 1 0 0 0,0-1 0 0 0,0 1 0 0 0,0-1 0 0 0,0 0 0 0 0,0 1 0 0 0,0-1 0 0 0,0 1 0 0 0,0-1 0 0 0,0 1 0 0 0,0-1 0 0 0,0 1 0 0 0,0-1 0 0 0,1 0-1 0 0,5-23 34 0 0,-6 24-37 0 0,9-25-14 0 0,0 1 0 0 0,2 0-1 0 0,1 0 1 0 0,1 2 0 0 0,29-40 0 0 0,-33 51 0 0 0,0 0 1 0 0,1 0-1 0 0,0 1 1 0 0,1 0-1 0 0,0 1 1 0 0,0 0-1 0 0,1 1 1 0 0,0 1-1 0 0,1-1 1 0 0,-1 2-1 0 0,2 0 0 0 0,15-5 1 0 0,-27 10 8 0 0,0 0 0 0 0,1 1-1 0 0,-1-1 1 0 0,0 1 0 0 0,1-1 0 0 0,-1 1 0 0 0,1 0-1 0 0,-1 0 1 0 0,0 0 0 0 0,1 0 0 0 0,-1 1 0 0 0,1-1 0 0 0,-1 1-1 0 0,0-1 1 0 0,1 1 0 0 0,-1 0 0 0 0,0 0 0 0 0,0 0-1 0 0,0 0 1 0 0,4 2 0 0 0,-4 0 5 0 0,1-1 1 0 0,-1 1-1 0 0,0 0 0 0 0,0-1 0 0 0,0 1 0 0 0,0 0 1 0 0,0 0-1 0 0,-1 0 0 0 0,1 1 0 0 0,-1-1 1 0 0,0 0-1 0 0,2 6 0 0 0,-1 7 24 0 0,0 0 0 0 0,0 1 0 0 0,-1-1 0 0 0,-3 26 0 0 0,-10 78 155 0 0,13-116-151 0 0,-1-4-27 0 0,-1 1-1 0 0,1-1 1 0 0,0 1-1 0 0,0-1 1 0 0,0 1-1 0 0,0-1 1 0 0,0 1-1 0 0,1-1 1 0 0,-1 1-1 0 0,0-1 1 0 0,0 1 0 0 0,0-1-1 0 0,0 1 1 0 0,0-1-1 0 0,1 1 1 0 0,-1-1-1 0 0,0 0 1 0 0,0 1-1 0 0,1-1 1 0 0,-1 1 0 0 0,0-1-1 0 0,1 0 1 0 0,-1 1-1 0 0,0-1 1 0 0,1 0-1 0 0,-1 1 1 0 0,0-1-1 0 0,1 0 1 0 0,-1 0-1 0 0,1 1 1 0 0,-1-1 0 0 0,1 0-1 0 0,-1 0 1 0 0,1 0-1 0 0,-1 1 1 0 0,1-1-1 0 0,-1 0 1 0 0,0 0-1 0 0,2 0 1 0 0,-1 0 9 0 0,3 0-93 0 0,0 1 0 0 0,0-1 0 0 0,0 0 0 0 0,0 0 0 0 0,0-1 1 0 0,0 1-1 0 0,0-1 0 0 0,0 0 0 0 0,0 0 0 0 0,0 0 0 0 0,-1-1 0 0 0,1 1 0 0 0,0-1 0 0 0,-1 0 0 0 0,1 0 0 0 0,-1 0 0 0 0,6-5 0 0 0,-1 1-431 0 0,10-7-2222 0 0,-1 0 1 0 0,18-20-1 0 0,-16 13-2489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6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1204 0 0,'32'-15'15062'0'0,"-28"17"-15326"0"0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0 740 0 0,'8'20'8815'0'0,"5"6"-1941"0"0,-13-25-6780 0 0,1 1 409 0 0,0 2-472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8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14 1936 0 0,'-7'-14'8252'0'0,"7"14"-8162"0"0,2 0-38 0 0,1 1-1 0 0,-1-1 1 0 0,0 1-1 0 0,1 0 1 0 0,-1-1 0 0 0,0 1-1 0 0,0 0 1 0 0,0 0-1 0 0,0 0 1 0 0,0 1-1 0 0,0-1 1 0 0,0 0-1 0 0,0 1 1 0 0,-1-1-1 0 0,1 1 1 0 0,2 3 0 0 0,0 0-3 0 0,-1-1 1 0 0,-1 1-1 0 0,1-1 1 0 0,-1 1 0 0 0,0 0-1 0 0,0 0 1 0 0,2 7 0 0 0,-2 0-18 0 0,1 0 1 0 0,-2 0 0 0 0,1 1 0 0 0,-2-1 0 0 0,-1 26 0 0 0,-2-18-1 0 0,-1 1-1 0 0,-1 0 0 0 0,0-1 1 0 0,-2 0-1 0 0,0 0 1 0 0,-2 0-1 0 0,-17 29 1 0 0,17-33 21 0 0,-1-1 0 0 0,-1 0 0 0 0,0-1 0 0 0,-1-1 0 0 0,-1 1 0 0 0,0-2 0 0 0,-1 0 0 0 0,0-1 0 0 0,-18 12 0 0 0,31-23-38 0 0,0 1-1 0 0,0 0 1 0 0,0-1-1 0 0,0 1 1 0 0,0-1-1 0 0,0 1 1 0 0,0-1-1 0 0,0 1 1 0 0,0-1-1 0 0,0 0 1 0 0,0 1-1 0 0,0-1 1 0 0,-1 0-1 0 0,1 0 1 0 0,0 0-1 0 0,0 0 1 0 0,0 0-1 0 0,0 0 1 0 0,0 0-1 0 0,-1-1 1 0 0,0 1-1 0 0,1-1-8 0 0,1 1-1 0 0,-1-1 1 0 0,0 0-1 0 0,1 1 1 0 0,-1-1-1 0 0,0 0 1 0 0,1 1-1 0 0,-1-1 1 0 0,1 0-1 0 0,-1 0 1 0 0,1 0-1 0 0,0 1 1 0 0,-1-1-1 0 0,1 0 1 0 0,0 0-1 0 0,0 0 1 0 0,-1 0 0 0 0,1 0-1 0 0,0-1 1 0 0,0-5-3 0 0,0 1 1 0 0,0 0 0 0 0,1 0 0 0 0,-1 0-1 0 0,4-11 1 0 0,4-11 6 0 0,2 1 0 0 0,1 0 0 0 0,1 0-1 0 0,1 1 1 0 0,17-25 0 0 0,-20 35 47 0 0,1 1 0 0 0,1 0 0 0 0,0 0 0 0 0,1 2 0 0 0,1-1 0 0 0,0 2 0 0 0,1 0 0 0 0,29-19 0 0 0,-37 27-37 0 0,0 1 1 0 0,0 0 0 0 0,1 0 0 0 0,-1 0-1 0 0,1 1 1 0 0,0 0 0 0 0,0 1-1 0 0,0-1 1 0 0,0 2 0 0 0,-1-1 0 0 0,1 1-1 0 0,0 0 1 0 0,0 1 0 0 0,0 0 0 0 0,12 2-1 0 0,-15-1-12 0 0,0-1-1 0 0,0 1 0 0 0,0 0 0 0 0,-1 1 0 0 0,1-1 1 0 0,0 1-1 0 0,-1 0 0 0 0,0 0 0 0 0,1 0 1 0 0,-1 1-1 0 0,0 0 0 0 0,-1-1 0 0 0,1 1 1 0 0,-1 0-1 0 0,0 1 0 0 0,0-1 0 0 0,0 1 1 0 0,0-1-1 0 0,-1 1 0 0 0,0 0 0 0 0,0 0 1 0 0,0 0-1 0 0,0 0 0 0 0,0 7 0 0 0,0 0 10 0 0,0 0 0 0 0,-1 1 0 0 0,-1-1-1 0 0,0 0 1 0 0,0 0 0 0 0,-1 0 0 0 0,-1 1-1 0 0,0-1 1 0 0,-7 22 0 0 0,0-12 6 0 0,0 1 1 0 0,-1-2-1 0 0,-1 1 1 0 0,-15 20-1 0 0,22-36-15 0 0,2-2 1 0 0,-1 0-1 0 0,0 0 0 0 0,0 0 1 0 0,0 0-1 0 0,0-1 1 0 0,-1 1-1 0 0,1-1 1 0 0,-1 0-1 0 0,-6 3 1 0 0,8-4 6 0 0,-1-3-1 0 0,2 1-14 0 0,1 0 0 0 0,0 0 0 0 0,0 0 0 0 0,-1 0 0 0 0,1 0 0 0 0,0 0 0 0 0,0 0 0 0 0,-1 0 0 0 0,1 0 0 0 0,0 0 0 0 0,-1 0 0 0 0,1 0 1 0 0,0-1-1 0 0,0 1 0 0 0,-1 0 0 0 0,1 0 0 0 0,0 0 0 0 0,0 0 0 0 0,0 0 0 0 0,-1-1 0 0 0,1 1 0 0 0,0 0 0 0 0,0 0 0 0 0,0 0 0 0 0,-1-1 0 0 0,1 1 0 0 0,0 0 0 0 0,0 0 0 0 0,0 0 0 0 0,0-1 0 0 0,0 1 0 0 0,-1 0 0 0 0,1-1 0 0 0,12-20-22 0 0,0 0-1 0 0,1 1 0 0 0,1 0 1 0 0,1 1-1 0 0,0 1 0 0 0,19-17 1 0 0,-21 24 36 0 0,0 0 0 0 0,0 0 0 0 0,1 1 1 0 0,0 1-1 0 0,0 1 0 0 0,1 0 0 0 0,1 0 0 0 0,-1 2 0 0 0,25-8 1 0 0,-38 14 5 0 0,0-1 0 0 0,0 0 1 0 0,0 1-1 0 0,0-1 0 0 0,0 1 1 0 0,0 0-1 0 0,1 0 1 0 0,-1 0-1 0 0,0 0 0 0 0,0 0 1 0 0,0 0-1 0 0,0 0 0 0 0,0 1 1 0 0,0-1-1 0 0,0 1 0 0 0,0 0 1 0 0,0-1-1 0 0,0 1 0 0 0,0 0 1 0 0,0 0-1 0 0,0 0 1 0 0,0 0-1 0 0,-1 1 0 0 0,1-1 1 0 0,0 0-1 0 0,-1 1 0 0 0,1-1 1 0 0,-1 1-1 0 0,0 0 0 0 0,1-1 1 0 0,-1 1-1 0 0,0 0 0 0 0,0 0 1 0 0,0 0-1 0 0,0 0 1 0 0,0 0-1 0 0,-1 0 0 0 0,1 0 1 0 0,-1 0-1 0 0,1 0 0 0 0,-1 0 1 0 0,1 3-1 0 0,0 6 41 0 0,-1 0 0 0 0,0 0 0 0 0,0-1 0 0 0,-1 1 0 0 0,0 0 0 0 0,-6 19 0 0 0,0-4 3 0 0,3-11-38 0 0,-1 0 1 0 0,2 0-1 0 0,0 0 1 0 0,1 1-1 0 0,-1 27 0 0 0,4-42-58 0 0,-1 1 0 0 0,0 0 0 0 0,0 0-1 0 0,1 0 1 0 0,-1 0 0 0 0,1-1-1 0 0,0 1 1 0 0,-1 0 0 0 0,1-1-1 0 0,0 1 1 0 0,0 0 0 0 0,0-1 0 0 0,0 1-1 0 0,1-1 1 0 0,-1 1 0 0 0,0-1-1 0 0,0 0 1 0 0,1 0 0 0 0,2 2-1 0 0,-1 0-153 0 0,1-2-1 0 0,0 1 1 0 0,-1 0-1 0 0,1-1 0 0 0,0 0 1 0 0,0 0-1 0 0,0 0 1 0 0,7 1-1 0 0,6-2-857 0 0,-1 0 1 0 0,0 0-1 0 0,24-5 1 0 0,13-7-2980 0 0,-27 4 966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8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241 191 360 0 0,'16'-15'2119'0'0,"-1"-1"0"0"0,16-23 0 0 0,-28 35-1821 0 0,0 0 0 0 0,-1-1 0 0 0,1 1-1 0 0,-1 0 1 0 0,0-1 0 0 0,0 0 0 0 0,0 1 0 0 0,-1-1-1 0 0,1 0 1 0 0,-1 0 0 0 0,0 0 0 0 0,-1 0-1 0 0,1 0 1 0 0,-1 0 0 0 0,0-9 0 0 0,-1 12-207 0 0,1 0-1 0 0,0 0 1 0 0,-1 0 0 0 0,1 1 0 0 0,-1-1 0 0 0,1 0 0 0 0,-1 1 0 0 0,0-1 0 0 0,0 0-1 0 0,0 1 1 0 0,0-1 0 0 0,0 1 0 0 0,0 0 0 0 0,0-1 0 0 0,0 1 0 0 0,-1 0-1 0 0,1-1 1 0 0,-1 1 0 0 0,1 0 0 0 0,-1 0 0 0 0,-1-1 0 0 0,0 1-24 0 0,1 1 1 0 0,-1-1 0 0 0,1 1-1 0 0,-1 0 1 0 0,1-1-1 0 0,-1 1 1 0 0,1 0 0 0 0,-1 0-1 0 0,1 1 1 0 0,-1-1-1 0 0,1 0 1 0 0,-1 1 0 0 0,-3 1-1 0 0,-5 2 89 0 0,0 1 0 0 0,1 0 0 0 0,-1 1 0 0 0,1 0 0 0 0,-11 9 0 0 0,-10 8 272 0 0,-43 44 0 0 0,62-54-358 0 0,0 1-1 0 0,1 0 1 0 0,0 0 0 0 0,1 1 0 0 0,-13 27 0 0 0,22-40-64 0 0,0 0 1 0 0,0 0 0 0 0,0 0 0 0 0,0 0 0 0 0,0 0-1 0 0,1 1 1 0 0,-1-1 0 0 0,1 0 0 0 0,0 1 0 0 0,-1-1 0 0 0,1 0-1 0 0,0 1 1 0 0,0-1 0 0 0,0 0 0 0 0,1 1 0 0 0,-1-1-1 0 0,1 0 1 0 0,1 5 0 0 0,-1-6-3 0 0,0 1 0 0 0,0 0 0 0 0,1 0-1 0 0,-1-1 1 0 0,1 1 0 0 0,-1-1 0 0 0,1 1 0 0 0,0-1 0 0 0,-1 0-1 0 0,1 0 1 0 0,0 0 0 0 0,0 0 0 0 0,0 0 0 0 0,0 0 0 0 0,0 0-1 0 0,3 1 1 0 0,5 0-1 0 0,0-1 0 0 0,1 1 0 0 0,-1-1 0 0 0,1-1-1 0 0,-1 0 1 0 0,1-1 0 0 0,10-1 0 0 0,-12 0-10 0 0,0 0 1 0 0,1 0 0 0 0,-1-1-1 0 0,0-1 1 0 0,-1 1-1 0 0,1-2 1 0 0,0 1-1 0 0,-1-1 1 0 0,0 0-1 0 0,0-1 1 0 0,-1 1-1 0 0,1-2 1 0 0,-1 1 0 0 0,-1-1-1 0 0,10-12 1 0 0,-6 6-3 0 0,-1 0 1 0 0,-1 0-1 0 0,0-1 1 0 0,-1 0-1 0 0,-1 0 1 0 0,0-1-1 0 0,-1 1 1 0 0,6-28 0 0 0,-7 25 17 0 0,-1 9 274 0 0,-7 19 51 0 0,-2 7-268 0 0,1 1 1 0 0,1-1-1 0 0,1 1 1 0 0,1 0 0 0 0,0 1-1 0 0,1-1 1 0 0,1 0-1 0 0,1 0 1 0 0,7 36 0 0 0,-7-51-309 0 0,0 1 0 0 0,1-1 0 0 0,0 0 0 0 0,0 0 0 0 0,0-1 0 0 0,0 1 0 0 0,0 0 0 0 0,1-1 0 0 0,0 1 0 0 0,-1-1 1 0 0,1 0-1 0 0,1 0 0 0 0,3 4 0 0 0,-4-5-244 0 0,0-1-1 0 0,0 1 1 0 0,0 0 0 0 0,0-1 0 0 0,0 1-1 0 0,0-1 1 0 0,0 0 0 0 0,1 0 0 0 0,-1 0-1 0 0,0-1 1 0 0,1 1 0 0 0,-1-1 0 0 0,0 0-1 0 0,1 0 1 0 0,-1 0 0 0 0,1 0 0 0 0,4-1 0 0 0,4-2-2939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9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0 218 2028 0 0,'7'-34'3792'0'0,"-5"20"-2627"0"0,1 0 1 0 0,0 0 0 0 0,1 1 0 0 0,8-18 0 0 0,-10 27-1046 0 0,0 1 1 0 0,0-1 0 0 0,0 1-1 0 0,0-1 1 0 0,1 1 0 0 0,0 0-1 0 0,0 0 1 0 0,0 0 0 0 0,0 1-1 0 0,0-1 1 0 0,0 0 0 0 0,1 1-1 0 0,-1 0 1 0 0,1 0 0 0 0,0 0-1 0 0,-1 0 1 0 0,1 1 0 0 0,8-2-1 0 0,-9 2-92 0 0,0 0 0 0 0,1 1 0 0 0,-1-1 0 0 0,0 1-1 0 0,1 0 1 0 0,-1 0 0 0 0,0 0 0 0 0,1 1 0 0 0,-1-1 0 0 0,0 1-1 0 0,0 0 1 0 0,0 0 0 0 0,1 0 0 0 0,-1 0 0 0 0,0 0 0 0 0,0 1-1 0 0,0 0 1 0 0,-1-1 0 0 0,1 1 0 0 0,0 0 0 0 0,-1 0-1 0 0,1 0 1 0 0,-1 1 0 0 0,0-1 0 0 0,1 1 0 0 0,-1-1 0 0 0,0 1-1 0 0,1 3 1 0 0,0-1 1 0 0,0 0-1 0 0,0 1 1 0 0,0-1-1 0 0,-1 1 1 0 0,0 0-1 0 0,0 0 0 0 0,-1-1 1 0 0,0 1-1 0 0,0 1 1 0 0,0-1-1 0 0,0 0 1 0 0,-1 0-1 0 0,-1 11 1 0 0,-2-4 42 0 0,0 0-1 0 0,-1-1 1 0 0,-1 1 0 0 0,0-1 0 0 0,0 0 0 0 0,-1 0-1 0 0,-1-1 1 0 0,0 1 0 0 0,0-2 0 0 0,-1 1 0 0 0,-1-1-1 0 0,1 0 1 0 0,-2-1 0 0 0,-15 13 0 0 0,24-20 86 0 0,1-5-154 0 0,0 1 0 0 0,1 0 0 0 0,-1 0 0 0 0,1-1 0 0 0,0 1 0 0 0,0 0 0 0 0,0 0 0 0 0,0 0 0 0 0,0 0-1 0 0,0 0 1 0 0,0 0 0 0 0,1 0 0 0 0,2-3 0 0 0,27-23-28 0 0,-20 18 12 0 0,59-48-20 0 0,110-69 0 0 0,-91 67 20 0 0,-84 57 6 0 0,-3 2 7 0 0,0 0 0 0 0,-1-1 0 0 0,1 1 0 0 0,0 0 0 0 0,-1 0 0 0 0,0-1 0 0 0,1 1 0 0 0,-1-1 0 0 0,0 1-1 0 0,1-1 1 0 0,-1 1 0 0 0,0-1 0 0 0,0 0 0 0 0,-1 0 0 0 0,3-3 0 0 0,-3 5 0 0 0,0-1 0 0 0,0 1-1 0 0,0 0 1 0 0,0-1 0 0 0,0 1 0 0 0,0 0 0 0 0,0-1-1 0 0,0 1 1 0 0,0 0 0 0 0,0-1 0 0 0,0 1-1 0 0,0 0 1 0 0,0-1 0 0 0,0 1 0 0 0,0 0-1 0 0,0-1 1 0 0,0 1 0 0 0,-1 0 0 0 0,1-1 0 0 0,0 1-1 0 0,0 0 1 0 0,0-1 0 0 0,0 1 0 0 0,-1 0-1 0 0,1 0 1 0 0,0-1 0 0 0,0 1 0 0 0,-1 0-1 0 0,1 0 1 0 0,0-1 0 0 0,0 1 0 0 0,-1 0-1 0 0,1 0 1 0 0,0 0 0 0 0,-1 0 0 0 0,1-1 0 0 0,0 1-1 0 0,-1 0 1 0 0,1 0 0 0 0,0 0 0 0 0,-1 0-1 0 0,1 0 1 0 0,0 0 0 0 0,-1 0 0 0 0,0 0-1 0 0,0 0 4 0 0,-1 0 0 0 0,1-1-1 0 0,-1 1 1 0 0,0 1 0 0 0,1-1-1 0 0,-1 0 1 0 0,0 0 0 0 0,1 1-1 0 0,-1-1 1 0 0,-2 1 0 0 0,-9 6 41 0 0,0 1 1 0 0,0-1 0 0 0,0 2-1 0 0,1 0 1 0 0,1 0-1 0 0,0 1 1 0 0,0 1 0 0 0,-18 22-1 0 0,23-26-13 0 0,1 1 1 0 0,0 0-1 0 0,0 0 0 0 0,0 0 0 0 0,1 1 1 0 0,0-1-1 0 0,1 1 0 0 0,0 0 0 0 0,1 0 1 0 0,-1 0-1 0 0,2 0 0 0 0,-1 0 0 0 0,1 1 1 0 0,1-1-1 0 0,0 18 0 0 0,1-24-30 0 0,0 1-1 0 0,0-1 0 0 0,0 1 1 0 0,0-1-1 0 0,1 0 0 0 0,0 0 1 0 0,-1 1-1 0 0,1-1 1 0 0,0 0-1 0 0,1 0 0 0 0,-1-1 1 0 0,0 1-1 0 0,1 0 0 0 0,-1-1 1 0 0,1 0-1 0 0,0 1 1 0 0,0-1-1 0 0,0 0 0 0 0,0 0 1 0 0,0-1-1 0 0,1 1 0 0 0,-1-1 1 0 0,0 0-1 0 0,1 1 0 0 0,-1-1 1 0 0,5 0-1 0 0,11 3-621 0 0,0-1 0 0 0,0 0 0 0 0,32-1 0 0 0,-39-2-90 0 0,18 0-2771 0 0,41-6 0 0 0,-37 0-1167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2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51 64 0 0,'-3'-2'2333'0'0,"-48"-36"8911"0"0,50 37-10752 0 0,-3-4 571 0 0,4 2-265 0 0,12 2-657 0 0,268 1 498 0 0,-280 0-639 0 0,0 0 0 0 0,1 0 0 0 0,-1 0 0 0 0,1 0 0 0 0,-1 0 0 0 0,0 0 0 0 0,1 0 0 0 0,-1 0 0 0 0,1 0 0 0 0,-1 0 0 0 0,0 0 0 0 0,1 0 0 0 0,-1 0 0 0 0,0 0 0 0 0,1 0 0 0 0,-1 0 0 0 0,1 1 0 0 0,-1-1 1 0 0,0 0-1 0 0,1 0 0 0 0,-1 0 0 0 0,0 1 0 0 0,1-1 0 0 0,-1 0 0 0 0,0 0 0 0 0,1 1 0 0 0,-1-1 0 0 0,0 0 0 0 0,0 1 0 0 0,0-1 0 0 0,1 0 0 0 0,-1 1 0 0 0,0-1 0 0 0,0 1 0 0 0,0-1 0 0 0,0 0 0 0 0,1 1 1 0 0,-1-1-1 0 0,0 0 0 0 0,0 1 0 0 0,0-1 0 0 0,0 1 0 0 0,0-1 0 0 0,0 0 0 0 0,0 1 0 0 0,0-1 0 0 0,0 1 0 0 0,0-1 0 0 0,0 0 0 0 0,-1 1 0 0 0,1-1 0 0 0,0 1 0 0 0,0-1 0 0 0,0 0 0 0 0,-1 1 1 0 0,-11 18 19 0 0,12-19-19 0 0,-27 29 17 0 0,-56 48-1 0 0,35-35 21 0 0,20-17 18 0 0,5-5 33 0 0,2 0 0 0 0,0 1-1 0 0,-23 30 1 0 0,35-30 68 0 0,9-20-146 0 0,-1 0 0 0 0,1-1 0 0 0,0 1 0 0 0,0 0 0 0 0,0 0 0 0 0,0-1-1 0 0,-1 1 1 0 0,1 0 0 0 0,0-1 0 0 0,0 1 0 0 0,0 0 0 0 0,1 0 0 0 0,-1-1 0 0 0,0 1 0 0 0,0 0 0 0 0,0-1 0 0 0,0 1 0 0 0,1 0-1 0 0,-1-1 1 0 0,0 1 0 0 0,1 0 0 0 0,-1-1 0 0 0,0 1 0 0 0,1-1 0 0 0,-1 1 0 0 0,1-1 0 0 0,-1 1 0 0 0,1-1 0 0 0,-1 1-1 0 0,1-1 1 0 0,1 1 0 0 0,9 3 31 0 0,0 0 0 0 0,0-1 0 0 0,1-1 1 0 0,-1 0-1 0 0,1-1 0 0 0,0 0 0 0 0,-1-1 0 0 0,1 0 0 0 0,21-3 0 0 0,-8-1-142 0 0,1 0-1 0 0,-1-2 1 0 0,36-14 0 0 0,-4-7-3207 0 0,-23 5-3484 0 0,-21 13 1485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52 3164 0 0,'-33'-36'18457'0'0,"48"34"-18233"0"0,203-10-1375 0 0,-172 10-3462 0 0,-34 4 2517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0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2484 0 0,'-112'63'15856'0'0,"110"-62"-15170"0"0,2 0-663 0 0,0-1 1 0 0,1 1 0 0 0,-1-1-1 0 0,0 1 1 0 0,0-1-1 0 0,0 1 1 0 0,1-1 0 0 0,-1 1-1 0 0,0-1 1 0 0,0 0-1 0 0,1 1 1 0 0,-1-1 0 0 0,0 1-1 0 0,1-1 1 0 0,-1 0-1 0 0,1 1 1 0 0,-1-1 0 0 0,0 0-1 0 0,1 1 1 0 0,-1-1-1 0 0,1 0 1 0 0,-1 0 0 0 0,1 1-1 0 0,-1-1 1 0 0,1 0-1 0 0,-1 0 1 0 0,1 0 0 0 0,-1 0-1 0 0,1 0 1 0 0,-1 0-1 0 0,1 0 1 0 0,0 0 0 0 0,-1 0-1 0 0,1 0 1 0 0,24-1 8 0 0,-18 1 67 0 0,206-27-1291 0 0,-74-7-8132 0 0,-99 22 2261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102 173 1288 0 0,'-56'-47'8549'0'0,"25"23"-4789"0"0,30 23-3693 0 0,0 1 0 0 0,0-1 0 0 0,0 1 0 0 0,0-1 0 0 0,0 0 0 0 0,0 0 0 0 0,1 1 0 0 0,-1-1 0 0 0,0 0 0 0 0,1 0 0 0 0,-1 0 0 0 0,0 0 0 0 0,1 0 0 0 0,-1 0 0 0 0,1 0 0 0 0,0 0 0 0 0,-1 0 0 0 0,1 0 0 0 0,0 0 0 0 0,-1 0 0 0 0,1-2 0 0 0,1 2-51 0 0,-1 0-1 0 0,1 0 1 0 0,0 0-1 0 0,0 0 1 0 0,-1 0-1 0 0,1 0 1 0 0,0 0-1 0 0,0 0 1 0 0,0 0-1 0 0,0 1 1 0 0,0-1-1 0 0,0 0 1 0 0,0 1-1 0 0,1-1 1 0 0,1 0-1 0 0,12-6 36 0 0,0 0 0 0 0,1 1 0 0 0,-1 1 0 0 0,27-5-1 0 0,67-5-117 0 0,-9 1-2958 0 0,-61 12-3819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1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1 908 0 0,'-13'2'754'0'0,"0"2"0"0"0,0-1 1 0 0,0 2-1 0 0,1 0 0 0 0,0 0 0 0 0,0 1 0 0 0,0 1 1 0 0,1 0-1 0 0,-17 13 0 0 0,10-5-416 0 0,1 0-1 0 0,1 1 1 0 0,0 0 0 0 0,-24 35-1 0 0,37-47-246 0 0,0 0-1 0 0,0 1 0 0 0,1-1 1 0 0,-1 1-1 0 0,1 0 0 0 0,0 0 0 0 0,0 0 1 0 0,1 0-1 0 0,-1 0 0 0 0,1 0 1 0 0,0 0-1 0 0,0 9 0 0 0,1-13-66 0 0,1 0-1 0 0,-1 0 1 0 0,1 0 0 0 0,-1-1-1 0 0,1 1 1 0 0,-1 0-1 0 0,1 0 1 0 0,-1-1-1 0 0,1 1 1 0 0,0-1 0 0 0,0 1-1 0 0,-1 0 1 0 0,1-1-1 0 0,0 1 1 0 0,0-1-1 0 0,-1 0 1 0 0,1 1-1 0 0,0-1 1 0 0,0 0 0 0 0,0 1-1 0 0,0-1 1 0 0,1 0-1 0 0,1 1 22 0 0,0 0 1 0 0,0-1-1 0 0,0 1 0 0 0,0-1 0 0 0,0 0 0 0 0,0 0 1 0 0,3 0-1 0 0,13-3 51 0 0,12-2-33 0 0,0 1 1 0 0,0 1-1 0 0,58 4 1 0 0,-79 0-56 0 0,0 1 0 0 0,-1 0 0 0 0,1 0 0 0 0,-1 1-1 0 0,0 0 1 0 0,0 1 0 0 0,11 5 0 0 0,-14-6 15 0 0,-1 1-1 0 0,1 0 0 0 0,-1 0 0 0 0,0 1 1 0 0,0-1-1 0 0,-1 1 0 0 0,1 0 0 0 0,-1 0 1 0 0,0 0-1 0 0,0 1 0 0 0,5 10 1 0 0,-7-12 70 0 0,0 1 0 0 0,0-1 0 0 0,-1 1 0 0 0,1 0 0 0 0,-1-1 0 0 0,0 1 0 0 0,-1 0 0 0 0,1 0 0 0 0,-1-1 1 0 0,0 1-1 0 0,0 0 0 0 0,0 0 0 0 0,0 0 0 0 0,-2 6 0 0 0,0-4 57 0 0,-1-1-1 0 0,1 1 1 0 0,-1-1-1 0 0,0 1 1 0 0,0-1-1 0 0,-1 0 1 0 0,0 0-1 0 0,-9 10 1 0 0,2-4 115 0 0,-1 0 0 0 0,-1-1 1 0 0,0-1-1 0 0,0 0 0 0 0,-1 0 0 0 0,-1-2 1 0 0,-21 11-1 0 0,23-13-114 0 0,-1-1 0 0 0,0-1 0 0 0,0 0 0 0 0,0-1 0 0 0,-1 0 1 0 0,1-1-1 0 0,-1-1 0 0 0,1 0 0 0 0,-1-1 0 0 0,1-1 0 0 0,-1 0 0 0 0,-18-4 0 0 0,30 4-142 0 0,0 1-1 0 0,-1-1 1 0 0,1-1-1 0 0,0 1 0 0 0,0 0 1 0 0,0-1-1 0 0,0 1 1 0 0,0-1-1 0 0,-4-3 1 0 0,6 4-68 0 0,0 0 1 0 0,0 1-1 0 0,1-1 0 0 0,-1 0 1 0 0,0 0-1 0 0,0 0 1 0 0,1 0-1 0 0,-1 0 1 0 0,1 0-1 0 0,-1 0 0 0 0,1 0 1 0 0,-1 0-1 0 0,1 0 1 0 0,0 0-1 0 0,-1 0 1 0 0,1 0-1 0 0,0 0 0 0 0,0 0 1 0 0,0 0-1 0 0,0 0 1 0 0,0 0-1 0 0,0 0 1 0 0,0 0-1 0 0,0-1 0 0 0,0 1 1 0 0,1-1-1 0 0,1 0-207 0 0,0 0 0 0 0,0 0 0 0 0,0 0 0 0 0,0 1 0 0 0,0-1 0 0 0,0 0 0 0 0,1 1 0 0 0,-1 0 0 0 0,0-1 0 0 0,1 1 0 0 0,-1 0 0 0 0,1 0 0 0 0,0 0 0 0 0,-1 1 0 0 0,4-1 0 0 0,-2-1-357 0 0,43-10-6281 0 0,-26 9 2863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2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8 103 1444 0 0,'0'-37'10212'0'0,"0"36"-9816"0"0,3 2-256 0 0,2-1-110 0 0,0 1-1 0 0,0 0 0 0 0,-1 0 0 0 0,1 1 0 0 0,0 0 0 0 0,-1 0 0 0 0,1 0 0 0 0,-1 0 0 0 0,0 0 0 0 0,0 1 0 0 0,0 0 0 0 0,0 0 1 0 0,0 0-1 0 0,0 0 0 0 0,-1 1 0 0 0,0-1 0 0 0,1 1 0 0 0,2 6 0 0 0,-2-5 36 0 0,-1-1-1 0 0,-1 1 0 0 0,1 1 1 0 0,-1-1-1 0 0,0 0 1 0 0,0 1-1 0 0,-1-1 1 0 0,1 1-1 0 0,-1-1 1 0 0,0 1-1 0 0,-1 0 1 0 0,1 0-1 0 0,-1-1 1 0 0,0 1-1 0 0,-1 0 1 0 0,0 5-1 0 0,-1-4 76 0 0,0-1-1 0 0,0 0 1 0 0,-1 0-1 0 0,0 0 1 0 0,0 0-1 0 0,0 0 1 0 0,-1 0-1 0 0,0-1 0 0 0,0 0 1 0 0,-7 8-1 0 0,2-4 278 0 0,0-1 0 0 0,0 0 0 0 0,-1-1 0 0 0,-17 11 0 0 0,25-16-110 0 0,-1-4-165 0 0,3 2-139 0 0,-1 0-1 0 0,1 0 0 0 0,0 0 1 0 0,0 0-1 0 0,0 0 1 0 0,-1-1-1 0 0,1 1 1 0 0,0 0-1 0 0,0 0 0 0 0,0 0 1 0 0,0 0-1 0 0,-1 0 1 0 0,1 0-1 0 0,0 0 1 0 0,0 0-1 0 0,0 0 1 0 0,0 0-1 0 0,-1-1 0 0 0,1 1 1 0 0,0 0-1 0 0,0 0 1 0 0,0 0-1 0 0,0 0 1 0 0,0 0-1 0 0,0-1 0 0 0,0 1 1 0 0,-1 0-1 0 0,1 0 1 0 0,0 0-1 0 0,0 0 1 0 0,0-1-1 0 0,0 1 1 0 0,0 0-1 0 0,0 0 0 0 0,0 0 1 0 0,0-1-1 0 0,0 1 1 0 0,0 0-1 0 0,0 0 1 0 0,0 0-1 0 0,0-1 0 0 0,0 1 1 0 0,0 0-1 0 0,5-9 20 0 0,1 0-1 0 0,-1 0 0 0 0,2 1 0 0 0,-1-1 1 0 0,1 2-1 0 0,0-1 0 0 0,13-10 0 0 0,66-47-10 0 0,-69 52-3 0 0,3 0-7 0 0,149-113-5 0 0,-168 125 3 0 0,20-18 6 0 0,-21 19-7 0 0,1 0 1 0 0,-1 0-1 0 0,0-1 1 0 0,1 1-1 0 0,-1 0 1 0 0,0 0-1 0 0,0-1 1 0 0,1 1-1 0 0,-1 0 1 0 0,0-1-1 0 0,0 1 0 0 0,1 0 1 0 0,-1-1-1 0 0,0 1 1 0 0,0 0-1 0 0,0-1 1 0 0,0 1-1 0 0,0 0 1 0 0,1-1-1 0 0,-1 1 1 0 0,0-1-1 0 0,0 1 1 0 0,0 0-1 0 0,0-1 0 0 0,0 1 1 0 0,0 0-1 0 0,0-1 1 0 0,0 1-1 0 0,0-1 1 0 0,0 1-1 0 0,-1 0 1 0 0,1-1-1 0 0,0 1 1 0 0,0 0-1 0 0,0-1 1 0 0,0 1-1 0 0,-1-1 0 0 0,1 1 1 0 0,0 0-1 0 0,0 0 1 0 0,0-1-1 0 0,-1 1 1 0 0,1 0-1 0 0,0-1 1 0 0,-1 1-1 0 0,1 0 1 0 0,0 0-1 0 0,-1 0 0 0 0,1-1 1 0 0,0 1-1 0 0,-1 0 1 0 0,0 0-1 0 0,-2 0 0 0 0,0 0 0 0 0,0 1 0 0 0,0 0 0 0 0,0 0 0 0 0,1 0-1 0 0,-1 0 1 0 0,0 0 0 0 0,0 0 0 0 0,0 1 0 0 0,1-1 0 0 0,-1 1-1 0 0,1 0 1 0 0,-1 0 0 0 0,-1 2 0 0 0,0-1 1 0 0,-7 5 3 0 0,0 2 1 0 0,0-1-1 0 0,0 1 0 0 0,1 1 0 0 0,1-1 1 0 0,0 2-1 0 0,-9 14 0 0 0,16-23-1 0 0,0 1-1 0 0,0-1 0 0 0,0 1 1 0 0,1-1-1 0 0,0 1 1 0 0,-1 0-1 0 0,1 0 0 0 0,0-1 1 0 0,1 1-1 0 0,-1 0 1 0 0,1 0-1 0 0,0 0 0 0 0,0 0 1 0 0,0 0-1 0 0,0 0 0 0 0,1-1 1 0 0,0 1-1 0 0,-1 0 1 0 0,1 0-1 0 0,1 0 0 0 0,-1-1 1 0 0,0 1-1 0 0,1-1 1 0 0,0 1-1 0 0,0-1 0 0 0,0 0 1 0 0,0 1-1 0 0,1-1 0 0 0,-1 0 1 0 0,1 0-1 0 0,4 4 1 0 0,3 0-325 0 0,-1 1 1 0 0,1-2 0 0 0,0 1-1 0 0,0-1 1 0 0,1-1-1 0 0,0 0 1 0 0,0 0 0 0 0,19 4-1 0 0,-8-3-1942 0 0,1-1-1 0 0,1-2 0 0 0,32 2 1 0 0,-35-5-1475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2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55 1292 0 0,'8'-10'5741'0'0,"6"-28"6714"0"0,-10 31-10738 0 0,-6 44-1247 0 0,-9 51 1 0 0,1-21-352 0 0,-8 55-184 0 0,11-77-3116 0 0,1 0-5197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2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85 1192 0 0,'-74'-6'13837'0'0,"71"6"-12985"0"0,-11-4 2111 0 0,17 1-2919 0 0,1 1-1 0 0,-1-1 0 0 0,1 1 1 0 0,0-1-1 0 0,-1 1 0 0 0,1 0 1 0 0,0 1-1 0 0,0-1 0 0 0,0 1 1 0 0,0-1-1 0 0,5 1 0 0 0,52-10 76 0 0,-56 10-108 0 0,113-12 127 0 0,35-5-5275 0 0,-123 10-2389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2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36 164 0 0,'-66'-33'15623'0'0,"51"31"-13670"0"0,13 3-1851 0 0,0 1 0 0 0,0-1 0 0 0,0 1-1 0 0,0 0 1 0 0,1 0 0 0 0,-1-1 0 0 0,1 1 0 0 0,-1 0-1 0 0,1 0 1 0 0,0 1 0 0 0,0-1 0 0 0,0 0 0 0 0,0 0-1 0 0,0 1 1 0 0,0-1 0 0 0,1 0 0 0 0,-1 4 0 0 0,-8 51 677 0 0,7-43-658 0 0,-1 10-102 0 0,-21 260-1223 0 0,29-237-2531 0 0,-5-43 2672 0 0,1-1 1 0 0,1 1-1 0 0,-1 0 1 0 0,0-1-1 0 0,1 0 1 0 0,2 5-1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119 382 2532 0 0,'4'-13'2183'0'0,"0"-1"1"0"0,-1-1-1 0 0,-1 1 0 0 0,0 0 1 0 0,-1-25-1 0 0,-1 32-1936 0 0,-1 0 0 0 0,0 0 1 0 0,0 0-1 0 0,-1 0 0 0 0,1 0 1 0 0,-2 0-1 0 0,1 1 0 0 0,-1-1 0 0 0,0 1 1 0 0,0-1-1 0 0,-1 1 0 0 0,1 0 1 0 0,-1 1-1 0 0,-5-7 0 0 0,3 6-192 0 0,-9-10 28 0 0,0 1 1 0 0,-1 0-1 0 0,-22-14 0 0 0,37 28-93 0 0,0-1 11 0 0,1 2-1 0 0,-1 0 0 0 0,1 0 0 0 0,0 0-1 0 0,0-1 1 0 0,0 1 0 0 0,0 0 0 0 0,0 0 0 0 0,-1 0 0 0 0,1 0 0 0 0,0 0 0 0 0,0 0 0 0 0,0 0 0 0 0,0-1 0 0 0,0 1 0 0 0,0 0-1 0 0,0 0 1 0 0,0 0 0 0 0,0 0 0 0 0,-1 0 0 0 0,1-1 0 0 0,0 1 0 0 0,0 0 0 0 0,0 0 0 0 0,0 0 0 0 0,0 0 0 0 0,0-1 0 0 0,0 1 0 0 0,0 0-1 0 0,0 0 1 0 0,0 0 0 0 0,0 0 0 0 0,0-1 0 0 0,0 1 0 0 0,0 0 0 0 0,1 0 0 0 0,-1 0 0 0 0,0 0 0 0 0,0-1 0 0 0,0 1 0 0 0,0 0 0 0 0,0 0-1 0 0,0 0 1 0 0,0 0 0 0 0,0 0 0 0 0,0 0 0 0 0,1-1 0 0 0,-1 1 0 0 0,0 0 0 0 0,0 0 0 0 0,139-3-146 0 0,-39 3 15 0 0,-70-1 92 0 0,70-4-22 0 0,-87 3 62 0 0,0 0 1 0 0,-1-1-1 0 0,0 0 1 0 0,1-1-1 0 0,19-8 1 0 0,-28 9 52 0 0,0 1 1 0 0,-1 0-1 0 0,1-1 0 0 0,-1 1 1 0 0,1-1-1 0 0,-1 0 0 0 0,0 0 1 0 0,0-1-1 0 0,0 1 0 0 0,3-6 1 0 0,-5 7 0 0 0,-1 2-53 0 0,0 0 1 0 0,0 0-1 0 0,0 0 0 0 0,0 0 0 0 0,0 0 0 0 0,0 0 0 0 0,0 0 1 0 0,0 0-1 0 0,0-1 0 0 0,0 1 0 0 0,0 0 0 0 0,0 0 1 0 0,0 0-1 0 0,0 0 0 0 0,0 0 0 0 0,0 0 0 0 0,0 0 0 0 0,0 0 1 0 0,0-1-1 0 0,0 1 0 0 0,0 0 0 0 0,0 0 0 0 0,0 0 0 0 0,0 0 1 0 0,0 0-1 0 0,0 0 0 0 0,0 0 0 0 0,0 0 0 0 0,1-1 1 0 0,-1 1-1 0 0,0 0 0 0 0,0 0 0 0 0,0 0 0 0 0,0 0 0 0 0,0 0 1 0 0,0 0-1 0 0,0 0 0 0 0,0 0 0 0 0,0 0 0 0 0,0 0 1 0 0,1 0-1 0 0,-1 0 0 0 0,0 0 0 0 0,0 0 0 0 0,0 0 0 0 0,0 0 1 0 0,0 0-1 0 0,0 0 0 0 0,0 0 0 0 0,1 0 0 0 0,-1 0 1 0 0,0 0-1 0 0,0 0 0 0 0,0 0 0 0 0,0 0 0 0 0,0 0 0 0 0,0 0 1 0 0,1 0-1 0 0,0 9 44 0 0,-11 28 99 0 0,-2-1-1 0 0,-17 34 1 0 0,0 2 55 0 0,-37 95 91 0 0,-53 160-539 0 0,116-319-174 0 0,1 0-1 0 0,1 0 1 0 0,0 0 0 0 0,-1 11-1 0 0,2-17 59 0 0,0 1-1 0 0,0-1 1 0 0,1 1-1 0 0,-1-1 1 0 0,1 1-1 0 0,-1-1 1 0 0,1 0-1 0 0,1 3 1 0 0,-1-4-70 0 0,-1 1-1 0 0,1-1 1 0 0,0 0 0 0 0,-1 0 0 0 0,1 0 0 0 0,0 0-1 0 0,4 3-1736 0 0,-4-3 1737 0 0,1 0 0 0 0,-1-1 0 0 0,2 2-1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3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47 209 1264 0 0,'10'-47'5453'0'0,"-8"35"-4287"0"0,0 1 0 0 0,0-1 0 0 0,2 1 0 0 0,-1 0 0 0 0,1 0 0 0 0,9-17 0 0 0,-11 26-1121 0 0,-1 0 0 0 0,1 1 0 0 0,-1-1 0 0 0,1 0 0 0 0,0 1 0 0 0,0 0-1 0 0,-1-1 1 0 0,1 1 0 0 0,0 0 0 0 0,0 0 0 0 0,0 0 0 0 0,1 0 0 0 0,-1 0 0 0 0,0 0 0 0 0,0 1 0 0 0,0-1 0 0 0,1 1 0 0 0,-1-1 0 0 0,0 1 0 0 0,1 0 0 0 0,-1 0 0 0 0,0 0 0 0 0,1 0 0 0 0,-1 1 0 0 0,0-1 0 0 0,0 0 0 0 0,1 1 0 0 0,-1 0 0 0 0,0 0 0 0 0,4 1 0 0 0,0 1-24 0 0,-1-1 1 0 0,0 1-1 0 0,1 0 1 0 0,-1 0-1 0 0,0 0 1 0 0,-1 1-1 0 0,1 0 1 0 0,-1 0-1 0 0,1 0 1 0 0,5 8 0 0 0,-6-7-2 0 0,-1 0 0 0 0,-1 0 0 0 0,1 1 0 0 0,-1-1 0 0 0,1 0 0 0 0,-2 1 0 0 0,1 0 0 0 0,0-1 1 0 0,-1 1-1 0 0,0 0 0 0 0,-1 0 0 0 0,1 0 0 0 0,-1 0 0 0 0,-1 7 0 0 0,0-4 10 0 0,-1 0-1 0 0,0 0 0 0 0,0-1 1 0 0,-1 1-1 0 0,0-1 0 0 0,-1 0 1 0 0,1 0-1 0 0,-10 14 0 0 0,4-9 28 0 0,0-1 0 0 0,-1 0-1 0 0,0-1 1 0 0,-1 0-1 0 0,0 0 1 0 0,-1-1 0 0 0,0-1-1 0 0,0 0 1 0 0,-1 0 0 0 0,-25 11-1 0 0,35-19-35 0 0,1 1 0 0 0,-1-1 0 0 0,0 0 0 0 0,0 0 0 0 0,0 0 0 0 0,0 0 0 0 0,0 0 0 0 0,-1-1 0 0 0,1 1 0 0 0,0-1 0 0 0,0 0 0 0 0,0 0-1 0 0,0 0 1 0 0,-6-1 0 0 0,8 1-19 0 0,1-1-1 0 0,0 1 0 0 0,-1 0 0 0 0,1 0 0 0 0,-1-1 1 0 0,1 1-1 0 0,-1-1 0 0 0,1 1 0 0 0,0 0 0 0 0,-1-1 1 0 0,1 1-1 0 0,0-1 0 0 0,0 1 0 0 0,-1-1 0 0 0,1 1 1 0 0,0-1-1 0 0,0 1 0 0 0,-1-1 0 0 0,1 1 0 0 0,0-1 1 0 0,0 1-1 0 0,0-1 0 0 0,0 1 0 0 0,0-1 0 0 0,0 1 1 0 0,0-1-1 0 0,0 1 0 0 0,0-1 0 0 0,0 1 0 0 0,0-1 1 0 0,0 1-1 0 0,0-1 0 0 0,1 1 0 0 0,-1-1 0 0 0,0 1 1 0 0,1-2-1 0 0,8-17 8 0 0,3 4-11 0 0,0 1 0 0 0,1 1 1 0 0,0 0-1 0 0,1 1 0 0 0,0 1 1 0 0,28-17-1 0 0,-8 4 1 0 0,46-31-23 0 0,-41 30 13 0 0,-2-2 1 0 0,54-48-1 0 0,-82 66 15 0 0,-7 7 6 0 0,0 1 1 0 0,0-1-1 0 0,0 0 0 0 0,0 0 0 0 0,0 0 1 0 0,0 0-1 0 0,0 0 0 0 0,-1 0 0 0 0,1-1 1 0 0,-1 1-1 0 0,0-1 0 0 0,0 1 0 0 0,0-1 1 0 0,0 1-1 0 0,0-1 0 0 0,0 1 0 0 0,0-5 1 0 0,-1 5 16 0 0,-4-1 9 0 0,4 2-35 0 0,0 1 0 0 0,0 0 0 0 0,0 0-1 0 0,0 0 1 0 0,0-1 0 0 0,0 1 0 0 0,-1 0-1 0 0,1 0 1 0 0,0 0 0 0 0,0-1 0 0 0,0 1-1 0 0,0 0 1 0 0,-1 0 0 0 0,1 0 0 0 0,0 0-1 0 0,0-1 1 0 0,0 1 0 0 0,-1 0 0 0 0,1 0-1 0 0,0 0 1 0 0,0 0 0 0 0,-1 0 0 0 0,1 0-1 0 0,0 0 1 0 0,0 0 0 0 0,-1 0 0 0 0,1 0-1 0 0,0 0 1 0 0,0 0 0 0 0,-1 0 0 0 0,1 0-1 0 0,0 0 1 0 0,0 0 0 0 0,-1 0 0 0 0,1 0-1 0 0,-8 2 13 0 0,1 0 0 0 0,0 0 0 0 0,-1 1 1 0 0,1 0-1 0 0,0 0 0 0 0,0 1 0 0 0,1 0 0 0 0,-1 0 0 0 0,1 0 0 0 0,0 1 0 0 0,0 0 0 0 0,-10 12 0 0 0,3-4 21 0 0,1 1-1 0 0,1 1 1 0 0,0 0 0 0 0,-13 24-1 0 0,20-31-14 0 0,-1 1-1 0 0,2-1 1 0 0,-1 1-1 0 0,1 0 1 0 0,1 0-1 0 0,-1 0 1 0 0,2 1-1 0 0,-1-1 1 0 0,1 0-1 0 0,1 11 1 0 0,0-15-16 0 0,1 1-1 0 0,-1-1 1 0 0,2 1 0 0 0,-1-1 0 0 0,1 0-1 0 0,-1 0 1 0 0,1 1 0 0 0,1-1-1 0 0,-1-1 1 0 0,1 1 0 0 0,0 0 0 0 0,0-1-1 0 0,0 1 1 0 0,0-1 0 0 0,1 0 0 0 0,0 0-1 0 0,0 0 1 0 0,8 5 0 0 0,3 2-380 0 0,1 0 1 0 0,1-2-1 0 0,-1 0 1 0 0,2-1 0 0 0,18 6-1 0 0,1-2-4252 0 0,58 10-1 0 0,-63-15-318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76 764 0 0,'-2'-1'2216'0'0,"-59"-54"12896"0"0,60 55-14735 0 0,0-5 62 0 0,1 5-428 0 0,0 0 1 0 0,0 0-1 0 0,0 0 1 0 0,0 0-1 0 0,0 0 1 0 0,0-1 0 0 0,0 1-1 0 0,-1 0 1 0 0,1 0-1 0 0,0 0 1 0 0,0-1 0 0 0,0 1-1 0 0,0 0 1 0 0,0 0-1 0 0,0 0 1 0 0,0-1 0 0 0,0 1-1 0 0,0 0 1 0 0,0 0-1 0 0,0 0 1 0 0,0-1 0 0 0,0 1-1 0 0,0 0 1 0 0,0 0-1 0 0,0 0 1 0 0,0-1 0 0 0,1 1-1 0 0,-1 0 1 0 0,0 0-1 0 0,0 0 1 0 0,0 0 0 0 0,0-1-1 0 0,0 1 1 0 0,0 0-1 0 0,0 0 1 0 0,1 0-1 0 0,-1 0 1 0 0,0 0 0 0 0,0-1-1 0 0,0 1 1 0 0,1 0-1 0 0,3-2 22 0 0,0 1-1 0 0,1 0 0 0 0,-1 0 0 0 0,1 0 0 0 0,0 0 0 0 0,-1 1 0 0 0,1-1 0 0 0,-1 1 0 0 0,1 0 0 0 0,0 1 0 0 0,-1-1 0 0 0,1 1 0 0 0,-1 0 1 0 0,1 0-1 0 0,-1 0 0 0 0,1 1 0 0 0,7 3 0 0 0,-9-4-18 0 0,-1 0 0 0 0,1 1 1 0 0,-1-1-1 0 0,1 1 0 0 0,-1 0 1 0 0,0-1-1 0 0,0 1 0 0 0,0 0 1 0 0,0 0-1 0 0,0 0 1 0 0,0 1-1 0 0,0-1 0 0 0,0 0 1 0 0,-1 1-1 0 0,0-1 0 0 0,1 1 1 0 0,-1-1-1 0 0,0 1 0 0 0,0 0 1 0 0,0 0-1 0 0,-1-1 0 0 0,1 1 1 0 0,-1 0-1 0 0,1 0 0 0 0,-1 0 1 0 0,0 0-1 0 0,0-1 0 0 0,0 1 1 0 0,0 0-1 0 0,-1 0 0 0 0,0 3 1 0 0,-3 6 189 0 0,0-1 1 0 0,-1 0 0 0 0,0 0 0 0 0,-1 0 0 0 0,0-1 0 0 0,-1 0 0 0 0,0 0 0 0 0,-16 18 0 0 0,-5 0 1508 0 0,-40 33 1 0 0,68-61-1704 0 0,0 0 1 0 0,1 0 0 0 0,-1 0 0 0 0,0 0-1 0 0,0 0 1 0 0,1 0 0 0 0,-1 0 0 0 0,0 0-1 0 0,0 0 1 0 0,1 0 0 0 0,-1 0 0 0 0,0 0 0 0 0,1 0-1 0 0,-1 0 1 0 0,0 0 0 0 0,0 0 0 0 0,1 1-1 0 0,-1-1 1 0 0,0 0 0 0 0,0 0 0 0 0,1 0-1 0 0,-1 0 1 0 0,0 1 0 0 0,0-1 0 0 0,0 0-1 0 0,1 0 1 0 0,-1 0 0 0 0,0 1 0 0 0,0-1-1 0 0,0 0 1 0 0,0 0 0 0 0,0 1 0 0 0,0-1-1 0 0,1 0 1 0 0,-1 0 0 0 0,0 1 0 0 0,0-1-1 0 0,0 0 1 0 0,0 1 0 0 0,0-1 0 0 0,0 0-1 0 0,0 0 1 0 0,0 1 0 0 0,0-1 0 0 0,0 0-1 0 0,0 1 1 0 0,0-1 0 0 0,0 0 0 0 0,0 0-1 0 0,-1 1 1 0 0,1-1 0 0 0,0 0 0 0 0,0 0-1 0 0,0 1 1 0 0,0-1 0 0 0,0 0 0 0 0,-1 0 0 0 0,1 1-1 0 0,0-1 1 0 0,0 0 0 0 0,0 0 0 0 0,-1 0-1 0 0,1 0 1 0 0,0 1 0 0 0,0-1 0 0 0,0 0-1 0 0,-1 0 1 0 0,1 0 0 0 0,24 1 49 0 0,299-18 344 0 0,165-7-335 0 0,-345 16-144 0 0,-128 6-1901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6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607 225 1348 0 0,'6'-30'8139'0'0,"-3"23"-7856"0"0,0 0 0 0 0,0 1 1 0 0,1-1-1 0 0,0 1 0 0 0,0-1 1 0 0,1 1-1 0 0,0 0 0 0 0,0 1 1 0 0,10-10-1 0 0,8-3-102 0 0,31-21 0 0 0,-14 12-6 0 0,-23 16-152 0 0,14-12 62 0 0,-32 22-83 0 0,0 1-1 0 0,0-1 0 0 0,0 1 1 0 0,0-1-1 0 0,0 1 1 0 0,0 0-1 0 0,0-1 0 0 0,0 1 1 0 0,0 0-1 0 0,0 0 1 0 0,0 0-1 0 0,0 0 0 0 0,0 0 1 0 0,0 0-1 0 0,0 0 1 0 0,0 0-1 0 0,0 0 0 0 0,0 1 1 0 0,-1-1-1 0 0,-24 9 5 0 0,24-8-6 0 0,-329 114-22 0 0,38-14 22 0 0,282-97-7 0 0,-40 18 19 0 0,48-21-9 0 0,0 1 0 0 0,0 0 0 0 0,0 0 0 0 0,1 0 0 0 0,-1 0-1 0 0,1 0 1 0 0,-1 1 0 0 0,1-1 0 0 0,0 1 0 0 0,0-1 0 0 0,0 1 0 0 0,0 0 0 0 0,-2 4 0 0 0,4-6-3 0 0,0 0 0 0 0,-1 0 0 0 0,1 0 1 0 0,0 0-1 0 0,0 0 0 0 0,0 0 1 0 0,0 0-1 0 0,0 0 0 0 0,0 0 1 0 0,1 0-1 0 0,-1 0 0 0 0,0-1 1 0 0,0 1-1 0 0,1 0 0 0 0,-1 0 0 0 0,0 0 1 0 0,1 0-1 0 0,-1 0 0 0 0,1-1 1 0 0,-1 1-1 0 0,1 0 0 0 0,-1 0 1 0 0,1-1-1 0 0,0 1 0 0 0,-1 0 1 0 0,1-1-1 0 0,0 1 0 0 0,0 0 0 0 0,1 0 1 0 0,25 14 36 0 0,-22-13-32 0 0,43 18 4 0 0,1-2 0 0 0,53 12 1 0 0,25 8-7 0 0,-98-28 4 0 0,-16-7-2 0 0,0 2 1 0 0,0-1-1 0 0,-1 1 0 0 0,1 1 1 0 0,-1 0-1 0 0,21 15 0 0 0,-32-20 2 0 0,0 0 1 0 0,0 0-1 0 0,0-1 0 0 0,0 1 0 0 0,-1 0 1 0 0,1 0-1 0 0,0 0 0 0 0,-1 0 0 0 0,1 0 0 0 0,0 0 1 0 0,-1 0-1 0 0,1 0 0 0 0,-1 0 0 0 0,0 0 1 0 0,1 1-1 0 0,-1-1 0 0 0,0 0 0 0 0,0 0 0 0 0,1 0 1 0 0,-1 0-1 0 0,0 1 0 0 0,-1 1 0 0 0,1-1 15 0 0,-1 0-1 0 0,1-1 1 0 0,-1 1-1 0 0,0 0 1 0 0,0-1 0 0 0,0 1-1 0 0,0-1 1 0 0,0 1-1 0 0,0-1 1 0 0,-1 1-1 0 0,1-1 1 0 0,0 0-1 0 0,-2 2 1 0 0,-5 2 82 0 0,0 0-1 0 0,0 0 1 0 0,0 0 0 0 0,-12 4 0 0 0,-3 0 9 0 0,0-1-1 0 0,-1-2 1 0 0,0 0-1 0 0,0-1 1 0 0,-37 2-1 0 0,-124-5 90 0 0,98-4-133 0 0,30-5-578 0 0,58 4-154 0 0,-1 3 626 0 0,0-1-1 0 0,0 1 1 0 0,0 0-1 0 0,0-1 1 0 0,0 1 0 0 0,0 0-1 0 0,0-1 1 0 0,0 1 0 0 0,1-1-1 0 0,-1 1 1 0 0,0 0-1 0 0,0-1 1 0 0,0 1 0 0 0,0 0-1 0 0,1-1 1 0 0,-1 1-1 0 0,0 0 1 0 0,0-1 0 0 0,1 1-1 0 0,-1 0 1 0 0,0 0-1 0 0,1-1 1 0 0,-1 1 0 0 0,0 0-1 0 0,1-1 1 0 0,22-8-2996 0 0,34-9-1 0 0,-51 16 2164 0 0,17-5-2727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138 305 848 0 0,'2'-2'507'0'0,"-1"1"0"0"0,1-1 0 0 0,-1 0-1 0 0,1-1 1 0 0,-1 1 0 0 0,0 0 0 0 0,1 0 0 0 0,-1 0-1 0 0,0-1 1 0 0,-1 1 0 0 0,1-1 0 0 0,0 1 0 0 0,-1 0 0 0 0,1-1-1 0 0,-1 0 1 0 0,0 1 0 0 0,0-5 0 0 0,0 6-2 0 0,-8 0 552 0 0,7 1-1029 0 0,1-1 0 0 0,-1 1 0 0 0,1 0 1 0 0,0 0-1 0 0,-1 0 0 0 0,1 0 0 0 0,-1 0 0 0 0,1 0 0 0 0,-1 0 1 0 0,1 0-1 0 0,-1 0 0 0 0,1 0 0 0 0,-1 1 0 0 0,1-1 0 0 0,-1 0 1 0 0,1 0-1 0 0,-1 0 0 0 0,1 0 0 0 0,0 1 0 0 0,-1-1 0 0 0,1 0 1 0 0,-1 1-1 0 0,1-1 0 0 0,-1 1 0 0 0,-6 6 94 0 0,0 0 0 0 0,1 1 0 0 0,-1 0 0 0 0,2 0 0 0 0,-1 0 0 0 0,1 1 1 0 0,0 0-1 0 0,1 0 0 0 0,-4 11 0 0 0,2-6-40 0 0,-9 19-9 0 0,2 1 0 0 0,1 0 0 0 0,1 1 0 0 0,-6 41 0 0 0,17-49-66 0 0,0-26-6 0 0,1-1-1 0 0,-1 1 0 0 0,0 0 0 0 0,0 0 0 0 0,1 0 0 0 0,-1 0 0 0 0,1 0 0 0 0,-1 0 0 0 0,1 0 0 0 0,-1-1 0 0 0,1 1 0 0 0,-1 0 0 0 0,1 0 0 0 0,0-1 0 0 0,-1 1 0 0 0,1 0 0 0 0,0-1 0 0 0,0 1 1 0 0,-1-1-1 0 0,1 1 0 0 0,0-1 0 0 0,0 1 0 0 0,0-1 0 0 0,0 0 0 0 0,0 1 0 0 0,1-1 0 0 0,7 1-6 0 0,0-1 0 0 0,0 0 1 0 0,0-1-1 0 0,0 1 0 0 0,-1-2 0 0 0,1 1 0 0 0,0-2 0 0 0,-1 1 1 0 0,1-1-1 0 0,-1 0 0 0 0,0-1 0 0 0,15-8 0 0 0,3-4-8 0 0,0-1 1 0 0,34-30-1 0 0,-42 33 21 0 0,-1-1 0 0 0,-1-1 1 0 0,0 0-1 0 0,-1-1 0 0 0,-1-1 1 0 0,-1 0-1 0 0,0-1 0 0 0,-2-1 1 0 0,16-32-1 0 0,-26 48 106 0 0,-2 5-22 0 0,-7 12 40 0 0,-10 21 28 0 0,-5 26-6 0 0,-22 96 0 0 0,41-138-138 0 0,0 0 1 0 0,2 1-1 0 0,-1 22 0 0 0,3-40-15 0 0,0 0 0 0 0,0 1-1 0 0,0-1 1 0 0,1 0-1 0 0,-1 0 1 0 0,0 1-1 0 0,0-1 1 0 0,1 0 0 0 0,-1 0-1 0 0,1 1 1 0 0,-1-1-1 0 0,1 0 1 0 0,-1 0 0 0 0,1 0-1 0 0,0 0 1 0 0,0 0-1 0 0,-1 0 1 0 0,1 0 0 0 0,0 0-1 0 0,0 0 1 0 0,0 0-1 0 0,0 0 1 0 0,0 0 0 0 0,0-1-1 0 0,0 1 1 0 0,0 0-1 0 0,1-1 1 0 0,-1 1-1 0 0,0-1 1 0 0,0 1 0 0 0,1-1-1 0 0,-1 0 1 0 0,0 0-1 0 0,0 1 1 0 0,1-1 0 0 0,-1 0-1 0 0,0 0 1 0 0,1 0-1 0 0,-1 0 1 0 0,0 0 0 0 0,3-1-1 0 0,4 0-36 0 0,1-1 0 0 0,-1 0 0 0 0,1 0 0 0 0,11-5 0 0 0,5-4-216 0 0,0-1 1 0 0,-1-1-1 0 0,0-1 0 0 0,-1-1 1 0 0,-1-1-1 0 0,0-2 1 0 0,31-32-1 0 0,0-6-314 0 0,65-93-1 0 0,-81 96 611 0 0,-2-2 1 0 0,-3-2-1 0 0,39-94 0 0 0,-67 138 907 0 0,-11 24-620 0 0,-12 25-36 0 0,-169 443 665 0 0,123-315-857 0 0,64-162-98 0 0,3-3-18 0 0,4-4 11 0 0,0 0 1 0 0,-1-1-1 0 0,1 1 1 0 0,-1-1-1 0 0,0 0 0 0 0,-1 0 1 0 0,5-9-1 0 0,14-16 2 0 0,-9 13 0 0 0,1 1 0 0 0,1 1 1 0 0,0 0-1 0 0,2 2 1 0 0,28-21-1 0 0,-41 32 0 0 0,1 0 1 0 0,0 0-1 0 0,0 0 0 0 0,0 1 0 0 0,0-1 1 0 0,0 2-1 0 0,1-1 0 0 0,-1 1 0 0 0,1-1 1 0 0,-1 2-1 0 0,1-1 0 0 0,-1 1 0 0 0,1 0 1 0 0,-1 0-1 0 0,1 1 0 0 0,-1 0 1 0 0,1 0-1 0 0,-1 1 0 0 0,1-1 0 0 0,-1 1 1 0 0,0 1-1 0 0,0-1 0 0 0,9 6 0 0 0,-6-2 27 0 0,0-1 0 0 0,0 2 0 0 0,-1-1 0 0 0,0 1 0 0 0,0 0 0 0 0,-1 1 0 0 0,0 0 0 0 0,0 0 0 0 0,-1 0 0 0 0,0 1 0 0 0,0 0 0 0 0,-1 0 0 0 0,0 0 0 0 0,-1 1 0 0 0,0 0 0 0 0,-1 0 0 0 0,4 16 0 0 0,-5-17 58 0 0,-1 0 1 0 0,0 0-1 0 0,0 0 0 0 0,-1 0 0 0 0,-1 0 0 0 0,0 0 0 0 0,0 0 1 0 0,0-1-1 0 0,-1 1 0 0 0,0 0 0 0 0,-1-1 0 0 0,0 1 0 0 0,0-1 1 0 0,-1 0-1 0 0,0 0 0 0 0,-1 0 0 0 0,0 0 0 0 0,0-1 0 0 0,0 0 1 0 0,-12 13-1 0 0,10-14 1 0 0,-1 1 0 0 0,1-1 0 0 0,-1-1 0 0 0,0 1 0 0 0,0-1 0 0 0,-1-1 0 0 0,1 1 0 0 0,-1-1 0 0 0,0-1 0 0 0,0 0 0 0 0,-1 0 0 0 0,1-1 0 0 0,0 0 0 0 0,-1-1 0 0 0,0 1 0 0 0,1-2 0 0 0,-1 0 0 0 0,0 0 0 0 0,1 0 0 0 0,-13-4 0 0 0,1 0-59 0 0,0-1 0 0 0,1-1 0 0 0,0-1 0 0 0,0-1 0 0 0,0-1 0 0 0,1 0 0 0 0,1-2 0 0 0,-22-15 0 0 0,36 24-82 0 0,1-1 0 0 0,-1 0-1 0 0,0 0 1 0 0,1 0 0 0 0,0 0-1 0 0,0 0 1 0 0,0-1 0 0 0,0 0 0 0 0,0 1-1 0 0,1-1 1 0 0,0 0 0 0 0,-3-7-1 0 0,4 10-20 0 0,1 0-1 0 0,0 1 0 0 0,0-1 0 0 0,0 0 0 0 0,0 1 1 0 0,0-1-1 0 0,0 0 0 0 0,0 1 0 0 0,0-1 1 0 0,1 1-1 0 0,-1-1 0 0 0,0 0 0 0 0,0 1 1 0 0,0-1-1 0 0,1 1 0 0 0,-1-1 0 0 0,0 1 0 0 0,1-1 1 0 0,-1 0-1 0 0,0 1 0 0 0,1-1 0 0 0,-1 1 1 0 0,1 0-1 0 0,-1-1 0 0 0,0 1 0 0 0,1-1 1 0 0,-1 1-1 0 0,1 0 0 0 0,0-1 0 0 0,0 1 0 0 0,15-7-1295 0 0,-15 7 1161 0 0,6-2-994 0 0,0 1-1 0 0,0 0 1 0 0,0 0-1 0 0,12 0 1 0 0,-12 1 297 0 0,14 0-3400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7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579 60 784 0 0,'0'-6'1376'0'0,"-1"1"0"0"0,0-1 0 0 0,0 1 0 0 0,0-1-1 0 0,-1 1 1 0 0,0 0 0 0 0,-3-7 934 0 0,5 11-2168 0 0,0 1-1 0 0,-1-1 1 0 0,1 1-1 0 0,0 0 1 0 0,0-1-1 0 0,0 1 1 0 0,0-1-1 0 0,-1 1 1 0 0,1-1-1 0 0,0 1 1 0 0,0-1-1 0 0,-1 1 1 0 0,1 0-1 0 0,0-1 1 0 0,-1 1-1 0 0,1 0 1 0 0,-1-1 0 0 0,1 1-1 0 0,0 0 1 0 0,-1-1-1 0 0,1 1 1 0 0,-1 0-1 0 0,-1 2 22 0 0,0 0-1 0 0,0 0 1 0 0,0 1-1 0 0,1-1 0 0 0,-1 0 1 0 0,1 1-1 0 0,-1-1 1 0 0,1 1-1 0 0,0 0 1 0 0,0-1-1 0 0,0 1 1 0 0,0 4-1 0 0,-9 45 603 0 0,6-33-511 0 0,-14 71 435 0 0,-40 119 0 0 0,44-171-612 0 0,-1 0 1 0 0,-2-1 0 0 0,-2-1 0 0 0,-1 0-1 0 0,-38 50 1 0 0,52-79-64 0 0,1-1-1 0 0,-1 0 0 0 0,0 0 1 0 0,0 0-1 0 0,-1-1 0 0 0,1 1 1 0 0,-1-2-1 0 0,-1 1 1 0 0,1-1-1 0 0,-14 6 0 0 0,16-8-11 0 0,1-1 0 0 0,-1 0 0 0 0,1 0 0 0 0,-1 0 0 0 0,0-1 1 0 0,0 0-1 0 0,1 0 0 0 0,-1 0 0 0 0,0 0 0 0 0,0 0 0 0 0,1-1 0 0 0,-1 0 0 0 0,0 0 0 0 0,1-1 0 0 0,-1 1 0 0 0,1-1 0 0 0,0 0 0 0 0,-1 0 0 0 0,1 0 0 0 0,-6-5 0 0 0,1 1-191 0 0,0-1 0 0 0,0-1 0 0 0,0 0 0 0 0,1 0 0 0 0,0-1 0 0 0,0 1-1 0 0,1-2 1 0 0,0 1 0 0 0,1-1 0 0 0,0 0 0 0 0,1 0 0 0 0,0-1 0 0 0,-7-19 0 0 0,9 16-503 0 0,0 0 1 0 0,0 0-1 0 0,2-1 1 0 0,0 1-1 0 0,0 0 1 0 0,1-1-1 0 0,1 1 1 0 0,0 0-1 0 0,1-1 1 0 0,7-25-1 0 0,4-2-2821 0 0,1 0-1461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1744 0 0,'31'-48'9294'0'0,"-30"46"-9018"0"0,-1 2-256 0 0,0-1 0 0 0,0 1-1 0 0,1 0 1 0 0,-1 0 0 0 0,0-1 0 0 0,0 1-1 0 0,0 0 1 0 0,0 0 0 0 0,0-1-1 0 0,1 1 1 0 0,-1 0 0 0 0,0 0-1 0 0,0-1 1 0 0,1 1 0 0 0,-1 0-1 0 0,0 0 1 0 0,0 0 0 0 0,1 0 0 0 0,-1-1-1 0 0,0 1 1 0 0,0 0 0 0 0,1 0-1 0 0,-1 0 1 0 0,0 0 0 0 0,0 0-1 0 0,1 0 1 0 0,-1 0 0 0 0,13 31-6171 0 0,-10-23 2840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60 820 0 0,'0'3'2045'0'0,"-10"51"5456"0"0,10-53-7074 0 0,1 15 1188 0 0,0-15-1542 0 0,0 0-1 0 0,0 1 0 0 0,0-1 1 0 0,1 0-1 0 0,-1 0 0 0 0,0 0 1 0 0,1 0-1 0 0,-1-1 0 0 0,0 1 1 0 0,1 0-1 0 0,-1-1 0 0 0,1 1 1 0 0,-1 0-1 0 0,1-1 0 0 0,0 0 1 0 0,-1 1-1 0 0,1-1 0 0 0,-1 0 1 0 0,1 0-1 0 0,0 0 0 0 0,-1 0 1 0 0,1 0-1 0 0,0 0 0 0 0,-1-1 1 0 0,1 1-1 0 0,2-1 0 0 0,2 0-4 0 0,0-1 0 0 0,0 0-1 0 0,1 0 1 0 0,-1 0-1 0 0,0 0 1 0 0,7-6-1 0 0,-9 6-44 0 0,0-1 0 0 0,-1 1 0 0 0,0-1 0 0 0,1 0-1 0 0,4-7 1 0 0,-6 8-18 0 0,-1 1-1 0 0,0-1 0 0 0,0 0 0 0 0,0 1 0 0 0,0-1 0 0 0,0 0 0 0 0,0 0 1 0 0,-1 0-1 0 0,1 0 0 0 0,-1 0 0 0 0,1 0 0 0 0,-1 0 0 0 0,0 0 0 0 0,0 0 1 0 0,1 0-1 0 0,-2 0 0 0 0,1-4 0 0 0,-1 2 3 0 0,1 0-1 0 0,-1 1 1 0 0,0-1-1 0 0,0 0 1 0 0,0 1-1 0 0,-1-1 1 0 0,1 1-1 0 0,-1-1 1 0 0,0 1-1 0 0,0 0 1 0 0,0-1-1 0 0,0 1 1 0 0,-1 0-1 0 0,1 1 1 0 0,-5-5-1 0 0,5 6 2 0 0,0 0 0 0 0,0 0 0 0 0,0 0 1 0 0,0 0-1 0 0,-1 0 0 0 0,1 1 0 0 0,0-1 0 0 0,0 1 0 0 0,0-1 0 0 0,-1 1 0 0 0,1 0 0 0 0,0 0 1 0 0,0 0-1 0 0,-1 0 0 0 0,1 1 0 0 0,0-1 0 0 0,0 0 0 0 0,-5 2 0 0 0,-1 1 66 0 0,0 1 0 0 0,1 0 0 0 0,-1 0 0 0 0,1 1 0 0 0,0 0 1 0 0,0 0-1 0 0,0 1 0 0 0,0 0 0 0 0,-10 13 0 0 0,4-3 108 0 0,0 0 1 0 0,2 2-1 0 0,0-1 0 0 0,-12 28 1 0 0,19-37-132 0 0,1 1 0 0 0,0-1 0 0 0,0 1 0 0 0,1 0 0 0 0,0 0 0 0 0,0 1 0 0 0,1-1 0 0 0,0 0 0 0 0,1 0 0 0 0,0 1 0 0 0,0-1 0 0 0,3 10 0 0 0,-2-15-54 0 0,0 0-1 0 0,0 0 1 0 0,1 0-1 0 0,-1 0 1 0 0,1 0-1 0 0,0-1 1 0 0,0 1-1 0 0,1-1 1 0 0,-1 1-1 0 0,1-1 1 0 0,-1 0-1 0 0,1 0 0 0 0,0 0 1 0 0,0-1-1 0 0,1 1 1 0 0,-1-1-1 0 0,0 1 1 0 0,1-1-1 0 0,0 0 1 0 0,-1 0-1 0 0,1-1 1 0 0,0 1-1 0 0,0-1 1 0 0,5 1-1 0 0,0 0-543 0 0,-1 0 1 0 0,1-1-1 0 0,0 0 0 0 0,12 0 0 0 0,-10-1-1719 0 0,0-1 0 0 0,21-4 0 0 0,-9-2-3330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9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310 524 2568 0 0,'-1'-8'1303'0'0,"-1"1"1"0"0,1 0-1 0 0,-1 0 0 0 0,-1 0 0 0 0,1 1 0 0 0,-5-9 0 0 0,7 14-1206 0 0,-1 0-1 0 0,0-1 0 0 0,0 1 0 0 0,1 0 1 0 0,-1 0-1 0 0,0-1 0 0 0,0 1 0 0 0,0 0 1 0 0,0 0-1 0 0,0 0 0 0 0,0 0 0 0 0,-1 0 1 0 0,1 0-1 0 0,0 1 0 0 0,0-1 0 0 0,-1 0 1 0 0,1 1-1 0 0,0-1 0 0 0,-1 1 0 0 0,1-1 0 0 0,-1 1 1 0 0,1-1-1 0 0,-1 1 0 0 0,1 0 0 0 0,-1 0 1 0 0,1 0-1 0 0,-1 0 0 0 0,1 0 0 0 0,-1 0 1 0 0,1 0-1 0 0,-1 1 0 0 0,1-1 0 0 0,0 0 1 0 0,-1 1-1 0 0,1-1 0 0 0,-1 1 0 0 0,1-1 1 0 0,-2 2-1 0 0,-5 2 46 0 0,1 1 1 0 0,0-1 0 0 0,1 1-1 0 0,-1 1 1 0 0,-5 5-1 0 0,-9 10-12 0 0,0 0-1 0 0,2 1 0 0 0,1 1 0 0 0,1 0 0 0 0,1 2 0 0 0,1 0 0 0 0,1 1 0 0 0,1 0 0 0 0,1 1 0 0 0,-11 41 0 0 0,21-64-119 0 0,1 0-1 0 0,0 0 1 0 0,1 0-1 0 0,-1 1 1 0 0,1-1-1 0 0,0 0 1 0 0,0 0-1 0 0,0 0 1 0 0,0 1-1 0 0,1-1 1 0 0,0 0-1 0 0,0 0 1 0 0,0 0 0 0 0,0 0-1 0 0,0 0 1 0 0,1 0-1 0 0,0 0 1 0 0,3 4-1 0 0,-3-5-33 0 0,0 0 0 0 0,1-1-1 0 0,0 1 1 0 0,0-1 0 0 0,-1 0-1 0 0,1 1 1 0 0,1-1 0 0 0,-1-1 0 0 0,0 1-1 0 0,0 0 1 0 0,1-1 0 0 0,-1 0-1 0 0,1 1 1 0 0,-1-2 0 0 0,1 1-1 0 0,0 0 1 0 0,-1-1 0 0 0,1 1-1 0 0,0-1 1 0 0,-1 0 0 0 0,6-1 0 0 0,9 0-442 0 0,-1-1 0 0 0,1 0 0 0 0,-1-2 0 0 0,1 0 0 0 0,-1-1 0 0 0,0-1 0 0 0,-1 0 0 0 0,0-2 0 0 0,16-8 1 0 0,-11 3-125 0 0,0-1 0 0 0,-1-1 0 0 0,-1-1 0 0 0,0-1 1 0 0,29-32-1 0 0,-15 6 348 0 0,-1-2 0 0 0,-3 0 0 0 0,-1-2 0 0 0,-3-1 0 0 0,24-62 0 0 0,-30 62 1126 0 0,-2-1 0 0 0,14-70-1 0 0,-25 87 921 0 0,-1-1 0 0 0,0-49 0 0 0,-5 81-1753 0 0,0-1 0 0 0,1 1 0 0 0,-1 0-1 0 0,0 0 1 0 0,0-1 0 0 0,0 1 0 0 0,-1 0-1 0 0,1 0 1 0 0,0 0 0 0 0,0-1 0 0 0,-1 1-1 0 0,1 0 1 0 0,0 0 0 0 0,-1 0 0 0 0,0 0-1 0 0,1 0 1 0 0,-1 0 0 0 0,1 0 0 0 0,-1 0-1 0 0,0 0 1 0 0,-1-1 0 0 0,1 1-9 0 0,0 1 1 0 0,0 0 0 0 0,1 0-1 0 0,-1 0 1 0 0,0 0-1 0 0,0 0 1 0 0,0 0-1 0 0,0 0 1 0 0,1 0-1 0 0,-1 1 1 0 0,0-1-1 0 0,0 0 1 0 0,0 0-1 0 0,0 1 1 0 0,1-1-1 0 0,-1 1 1 0 0,0-1-1 0 0,1 0 1 0 0,-1 1-1 0 0,0-1 1 0 0,1 1 0 0 0,-2 0-1 0 0,-5 6 209 0 0,1-1 0 0 0,-1 1 0 0 0,-9 15 0 0 0,1 0 76 0 0,2 1-1 0 0,1 0 0 0 0,1 1 0 0 0,-11 33 1 0 0,-24 105 541 0 0,36-123-679 0 0,-11 40 127 0 0,3 1 0 0 0,-10 128 0 0 0,28-201-293 0 0,0-1 0 0 0,0 1-1 0 0,0-1 1 0 0,1 0-1 0 0,3 12 1 0 0,-3-16-22 0 0,-1 1-1 0 0,1-1 1 0 0,0 0-1 0 0,0 0 1 0 0,0 1-1 0 0,1-1 1 0 0,-1 0-1 0 0,0 0 1 0 0,1 0-1 0 0,-1 0 1 0 0,1 0-1 0 0,0-1 1 0 0,0 1-1 0 0,0 0 1 0 0,0-1 0 0 0,3 3-1 0 0,-2-3-50 0 0,-1-1-1 0 0,1 1 1 0 0,0 0-1 0 0,-1-1 0 0 0,1 0 1 0 0,0 1-1 0 0,-1-1 1 0 0,1 0-1 0 0,0-1 1 0 0,-1 1-1 0 0,1 0 1 0 0,0-1-1 0 0,-1 1 1 0 0,1-1-1 0 0,4-2 1 0 0,36-18-1358 0 0,-21 7 57 0 0,-1-1 1 0 0,-1 0-1 0 0,0-2 1 0 0,33-36-1 0 0,20-40-5961 0 0,-52 64 3337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39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54 260 0 0,'-35'-10'3498'0'0,"-1"1"-1"0"0,0 1 0 0 0,-62-4 1 0 0,84 12-2803 0 0,17 2 63 0 0,24 3-419 0 0,218-14-882 0 0,-141-1-7845 0 0,-90 8 3681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158 824 2452 0 0,'-47'17'3853'0'0,"28"-11"-2323"0"0,1 0 0 0 0,-1 2 0 0 0,-29 16-1 0 0,47-24-1484 0 0,1 1-1 0 0,-1-1 1 0 0,1 0-1 0 0,0 0 1 0 0,-1 0-1 0 0,1 1 0 0 0,0-1 1 0 0,-1 0-1 0 0,1 1 1 0 0,0-1-1 0 0,0 0 0 0 0,-1 1 1 0 0,1-1-1 0 0,0 0 1 0 0,0 1-1 0 0,0-1 1 0 0,-1 0-1 0 0,1 1 0 0 0,0-1 1 0 0,0 1-1 0 0,0-1 1 0 0,0 1-1 0 0,0-1 0 0 0,0 0 1 0 0,0 1-1 0 0,0-1 1 0 0,0 1-1 0 0,0-1 0 0 0,0 0 1 0 0,0 1-1 0 0,0-1 1 0 0,0 1-1 0 0,0-1 1 0 0,0 1-1 0 0,1-1 0 0 0,-1 0 1 0 0,0 1-1 0 0,0-1 1 0 0,0 0-1 0 0,1 1 0 0 0,0 0 12 0 0,-1-1-1 0 0,1 1 0 0 0,0 0 0 0 0,-1-1 0 0 0,1 1 1 0 0,0-1-1 0 0,0 0 0 0 0,0 1 0 0 0,-1-1 0 0 0,1 1 0 0 0,0-1 1 0 0,0 0-1 0 0,0 0 0 0 0,0 0 0 0 0,0 1 0 0 0,-1-1 1 0 0,1 0-1 0 0,0 0 0 0 0,0 0 0 0 0,0 0 0 0 0,1-1 0 0 0,26-4 133 0 0,0-2-1 0 0,-1-1 0 0 0,0-1 1 0 0,-1-2-1 0 0,38-20 0 0 0,-26 10-151 0 0,-2-1-1 0 0,-1-2 0 0 0,36-32 0 0 0,-45 33-23 0 0,-2-2 0 0 0,-1 0 0 0 0,-1-2 0 0 0,-1 0 0 0 0,-1-1 0 0 0,29-57 0 0 0,-27 37-15 0 0,-2 0 0 0 0,-2-1 0 0 0,22-95 0 0 0,-37 129-15 0 0,4-13-5 0 0,-2 0 1 0 0,-1-1-1 0 0,1-36 1 0 0,-8 50-27 0 0,-4 12 38 0 0,-4 9 15 0 0,11-6-5 0 0,-11 11 20 0 0,0 1 0 0 0,1 0 0 0 0,0 1 0 0 0,1 0 0 0 0,-14 25 1 0 0,8-12-6 0 0,-39 70 44 0 0,-41 104 1 0 0,34-44 9 0 0,55-136-58 0 0,2 0 1 0 0,-1-1-1 0 0,2 1 1 0 0,1 1-1 0 0,1-1 1 0 0,1 26-1 0 0,0-41-12 0 0,1 1-1 0 0,0 0 1 0 0,0 0-1 0 0,1 0 1 0 0,-1-1-1 0 0,1 1 1 0 0,1-1 0 0 0,-1 1-1 0 0,1-1 1 0 0,0 0-1 0 0,0 0 1 0 0,0 0-1 0 0,1 0 1 0 0,-1-1-1 0 0,1 1 1 0 0,1-1-1 0 0,-1 0 1 0 0,0 0 0 0 0,1-1-1 0 0,0 1 1 0 0,0-1-1 0 0,0 0 1 0 0,0 0-1 0 0,1-1 1 0 0,-1 1-1 0 0,9 1 1 0 0,-2 0-65 0 0,0-1 1 0 0,1-1 0 0 0,-1 0-1 0 0,1-1 1 0 0,0 0-1 0 0,-1-1 1 0 0,1 0 0 0 0,0-1-1 0 0,-1 0 1 0 0,1-1-1 0 0,17-5 1 0 0,-10 0-18 0 0,-1 0 1 0 0,0-1 0 0 0,0-1-1 0 0,-1-1 1 0 0,0-1-1 0 0,-1 0 1 0 0,0-1-1 0 0,20-19 1 0 0,-18 13 117 0 0,-2 0-1 0 0,0-2 1 0 0,-1 1-1 0 0,-1-2 1 0 0,-1 0-1 0 0,16-32 1 0 0,-27 49 75 0 0,-1-1 1 0 0,0 1-1 0 0,0 0 1 0 0,0 0 0 0 0,-1-1-1 0 0,0 1 1 0 0,0-1-1 0 0,0 1 1 0 0,0-1-1 0 0,-1 0 1 0 0,1 1-1 0 0,-1-6 1 0 0,-1 8 146 0 0,-1 3-123 0 0,-2 0-92 0 0,1 0 0 0 0,0 1 0 0 0,-1-1 0 0 0,1 1-1 0 0,0 0 1 0 0,0 0 0 0 0,0 0 0 0 0,0 1 0 0 0,1-1 0 0 0,-1 1 0 0 0,0-1 0 0 0,1 1 0 0 0,0 0 0 0 0,0 0 0 0 0,0 0 0 0 0,-2 4 0 0 0,-30 56 253 0 0,33-62-292 0 0,-7 15 48 0 0,1 1 0 0 0,1 0 0 0 0,0 1 0 0 0,-4 21 0 0 0,9-34-25 0 0,0 0 0 0 0,0 0 0 0 0,1 0 1 0 0,0 0-1 0 0,0 0 0 0 0,0 0 1 0 0,0 0-1 0 0,1 0 0 0 0,0 0 0 0 0,0 0 1 0 0,0 0-1 0 0,0 0 0 0 0,1 0 0 0 0,0 0 1 0 0,0-1-1 0 0,0 1 0 0 0,1-1 1 0 0,-1 0-1 0 0,1 1 0 0 0,5 4 0 0 0,-5-7-12 0 0,0 0 0 0 0,0 0 0 0 0,1 0 0 0 0,0 0 0 0 0,-1 0 0 0 0,1-1 0 0 0,0 1 0 0 0,-1-1 0 0 0,1 0 0 0 0,0 0 0 0 0,0-1 0 0 0,0 1 0 0 0,0-1 0 0 0,0 0 0 0 0,0 0 0 0 0,0 0 0 0 0,0 0 0 0 0,0-1 0 0 0,0 0 0 0 0,0 0 1 0 0,5-1-2 0 0,0-1 2 0 0,-1 1 0 0 0,1-2 0 0 0,-1 1-1 0 0,0-1 1 0 0,0 0 0 0 0,0-1-1 0 0,0 1 1 0 0,10-11 0 0 0,-13 11 30 0 0,0 0-1 0 0,-1 0 1 0 0,0-1 0 0 0,0 0 0 0 0,0 0-1 0 0,0 0 1 0 0,-1 0 0 0 0,0 0 0 0 0,0-1 0 0 0,0 0-1 0 0,-1 1 1 0 0,0-1 0 0 0,0 0 0 0 0,0 0-1 0 0,-1-1 1 0 0,0 1 0 0 0,0 0 0 0 0,0 0 0 0 0,-1 0-1 0 0,0-1 1 0 0,0 1 0 0 0,-1 0 0 0 0,1 0-1 0 0,-2-1 1 0 0,1 1 0 0 0,-1 0 0 0 0,1 0 0 0 0,-2 0-1 0 0,1 1 1 0 0,-1-1 0 0 0,1 0 0 0 0,-2 1-1 0 0,1 0 1 0 0,-6-7 0 0 0,3 4-28 0 0,0 0-1 0 0,-1 1 1 0 0,0 1-1 0 0,-1-1 1 0 0,1 1 0 0 0,-1 0-1 0 0,0 1 1 0 0,-12-7-1 0 0,-6 0-292 0 0,-38-13-1 0 0,49 19-90 0 0,9 4-1035 0 0,0 1 0 0 0,0 0-1 0 0,0 0 1 0 0,-12 0 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0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1992 0 0,'-37'0'3053'0'0,"7"-1"435"0"0,-43 5 1 0 0,71-4-2987 0 0,18 3-159 0 0,118 0 99 0 0,-58-3-363 0 0,-17 1-173 0 0,137 4-4 0 0,-67-1-2727 0 0,-69-8-2339 0 0,-43 3 2361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24 744 0 0,'-14'5'2671'0'0,"-1"-1"1"0"0,1 0-1 0 0,-26 2 0 0 0,-18 5 2655 0 0,79-25-4951 0 0,114-12-2772 0 0,-43 14-5901 0 0,-75 10 4267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1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2196 0 0,'-113'52'9866'0'0,"113"-52"-9838"0"0,0 0-1 0 0,-1 0 1 0 0,1 0 0 0 0,0 1 0 0 0,-1-1 0 0 0,1 0 0 0 0,0 0-1 0 0,0 0 1 0 0,-1 0 0 0 0,1 0 0 0 0,0 0 0 0 0,0 0-1 0 0,0 1 1 0 0,-1-1 0 0 0,1 0 0 0 0,0 0 0 0 0,0 0 0 0 0,-1 0-1 0 0,1 1 1 0 0,0-1 0 0 0,0 0 0 0 0,0 0 0 0 0,0 1-1 0 0,0-1 1 0 0,-1 0 0 0 0,1 0 0 0 0,0 1 0 0 0,0-1 0 0 0,0 0-1 0 0,0 0 1 0 0,0 1 0 0 0,0-1 0 0 0,0 0 0 0 0,0 1-1 0 0,0-1 1 0 0,0 0 0 0 0,0 0 0 0 0,0 1 0 0 0,0-1 0 0 0,16 4 353 0 0,182-17-688 0 0,-65-5-5597 0 0,-90 11 963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305 167 1428 0 0,'-7'-14'2984'0'0,"5"10"-2838"0"0,1 0 1 0 0,-1 0-1 0 0,0 0 1 0 0,1 0-1 0 0,0 0 1 0 0,0 0-1 0 0,0 0 1 0 0,0 0-1 0 0,1 0 1 0 0,-1 0-1 0 0,1-1 0 0 0,0 1 1 0 0,1 0-1 0 0,-1 0 1 0 0,1 0-1 0 0,0 0 1 0 0,0-1-1 0 0,0 1 1 0 0,0 0-1 0 0,1 0 1 0 0,-1 1-1 0 0,1-1 1 0 0,0 0-1 0 0,0 1 1 0 0,1-1-1 0 0,-1 1 1 0 0,1-1-1 0 0,-1 1 1 0 0,1 0-1 0 0,0 0 1 0 0,1 0-1 0 0,-1 1 0 0 0,0-1 1 0 0,1 1-1 0 0,5-3 1 0 0,-3 2-112 0 0,0 0-1 0 0,0 1 1 0 0,0-1 0 0 0,0 2 0 0 0,0-1-1 0 0,0 1 1 0 0,1 0 0 0 0,-1 0 0 0 0,0 0 0 0 0,1 1-1 0 0,-1 0 1 0 0,1 0 0 0 0,-1 1 0 0 0,0 0-1 0 0,1 0 1 0 0,-1 0 0 0 0,0 1 0 0 0,0 0-1 0 0,0 0 1 0 0,0 1 0 0 0,8 4 0 0 0,-10-4-16 0 0,1-1 0 0 0,-1 1 1 0 0,1 1-1 0 0,-1-1 0 0 0,0 0 1 0 0,0 1-1 0 0,-1 0 0 0 0,1 0 1 0 0,-1 0-1 0 0,0 1 0 0 0,0-1 0 0 0,0 1 1 0 0,-1-1-1 0 0,1 1 0 0 0,-1 0 1 0 0,0 0-1 0 0,-1 0 0 0 0,1 0 1 0 0,-1 0-1 0 0,0 0 0 0 0,0 1 0 0 0,-1-1 1 0 0,1 0-1 0 0,-1 1 0 0 0,-1-1 1 0 0,0 6-1 0 0,-3 10 12 0 0,-1 1 1 0 0,-1-1-1 0 0,-1 0 0 0 0,-1-1 0 0 0,-1 0 1 0 0,-1 0-1 0 0,0-1 0 0 0,-2 0 1 0 0,-22 28-1 0 0,-4-1-9 0 0,-2-1-1 0 0,-59 51 1 0 0,43-51-22 0 0,-66 43 0 0 0,90-67-9 0 0,26-17 12 0 0,-1 1 1 0 0,1 0 0 0 0,0 0 0 0 0,0 0-1 0 0,1 0 1 0 0,-1 1 0 0 0,-4 7 0 0 0,10-12-1 0 0,-1-1 0 0 0,1 0 1 0 0,0 1-1 0 0,0-1 0 0 0,0 0 0 0 0,0 1 1 0 0,-1-1-1 0 0,1 0 0 0 0,0 1 0 0 0,0-1 1 0 0,0 1-1 0 0,0-1 0 0 0,0 0 0 0 0,0 1 1 0 0,0-1-1 0 0,0 1 0 0 0,0-1 1 0 0,0 0-1 0 0,0 1 0 0 0,1-1 0 0 0,-1 0 1 0 0,0 1-1 0 0,0-1 0 0 0,0 0 0 0 0,0 1 1 0 0,0-1-1 0 0,1 0 0 0 0,-1 1 1 0 0,0-1-1 0 0,0 0 0 0 0,1 1 0 0 0,-1-1 1 0 0,0 0-1 0 0,1 0 0 0 0,-1 1 0 0 0,17 4 76 0 0,36-5-29 0 0,1-3-1 0 0,88-15 0 0 0,-53 5-40 0 0,46 1-485 0 0,22-4-5153 0 0,-130 12 2415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3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66 1680 0 0,'-47'-56'8585'0'0,"46"55"-8208"0"0,1 1-347 0 0,0-1 1 0 0,0 1 0 0 0,0 0 0 0 0,0-1-1 0 0,0 1 1 0 0,0 0 0 0 0,0 0 0 0 0,0-1-1 0 0,0 1 1 0 0,0 0 0 0 0,0-1-1 0 0,1 1 1 0 0,-1 0 0 0 0,0-1 0 0 0,0 1-1 0 0,0 0 1 0 0,0 0 0 0 0,1-1 0 0 0,-1 1-1 0 0,0 0 1 0 0,0 0 0 0 0,0-1-1 0 0,1 1 1 0 0,-1 0 0 0 0,0 0 0 0 0,0 0-1 0 0,1 0 1 0 0,-1-1 0 0 0,0 1 0 0 0,1 0-1 0 0,-1 0 1 0 0,0 0 0 0 0,1 0 0 0 0,-1 0-1 0 0,0 0 1 0 0,0 0 0 0 0,1 0-1 0 0,-1 0 1 0 0,18 4 372 0 0,16 16-67 0 0,-26-13-295 0 0,-1-1 1 0 0,1 1-1 0 0,-1 1 0 0 0,0 0 0 0 0,-1 0 1 0 0,0 0-1 0 0,0 0 0 0 0,-1 1 0 0 0,0 0 1 0 0,0 0-1 0 0,-1 1 0 0 0,0-1 1 0 0,4 20-1 0 0,-7-21-23 0 0,0 0 1 0 0,0 1 0 0 0,0-1 0 0 0,-1 0-1 0 0,-1 1 1 0 0,0-1 0 0 0,0 0-1 0 0,0 0 1 0 0,-1 0 0 0 0,0 0-1 0 0,0 0 1 0 0,-1 0 0 0 0,-1 0-1 0 0,1-1 1 0 0,-1 1 0 0 0,0-1 0 0 0,-9 12-1 0 0,5-9 63 0 0,-1 0 1 0 0,-1 0-1 0 0,1-1 0 0 0,-1-1 1 0 0,-1 1-1 0 0,1-2 0 0 0,-1 1 0 0 0,-1-1 1 0 0,0-1-1 0 0,1 0 0 0 0,-2-1 0 0 0,1 0 1 0 0,-1-1-1 0 0,1-1 0 0 0,-25 5 0 0 0,34-8-49 0 0,1 1-1 0 0,0-1 1 0 0,0 0 0 0 0,-1 0-1 0 0,1 0 1 0 0,0 0-1 0 0,-1 0 1 0 0,1 0-1 0 0,0 0 1 0 0,0-1 0 0 0,-1 1-1 0 0,1-1 1 0 0,0 0-1 0 0,0 0 1 0 0,0 0-1 0 0,-1 0 1 0 0,1 0 0 0 0,0 0-1 0 0,1 0 1 0 0,-3-2-1 0 0,3 2-25 0 0,1 1-1 0 0,-1-1 0 0 0,1 0 0 0 0,0 0 0 0 0,-1 1 0 0 0,1-1 1 0 0,0 0-1 0 0,-1 0 0 0 0,1 0 0 0 0,0 1 0 0 0,0-1 1 0 0,0 0-1 0 0,0 0 0 0 0,0 0 0 0 0,0 0 0 0 0,0 1 0 0 0,0-1 1 0 0,0 0-1 0 0,0-1 0 0 0,1 0-1 0 0,0 0 1 0 0,0-1-1 0 0,0 1 1 0 0,0 0-1 0 0,0 0 0 0 0,0 0 1 0 0,0 1-1 0 0,1-1 1 0 0,2-3-1 0 0,13-11 8 0 0,0 0 1 0 0,1 1-1 0 0,1 0 0 0 0,28-15 0 0 0,91-43 19 0 0,-67 37-4 0 0,-22 8 40 0 0,-49 27-63 0 0,12-7 5 0 0,-12 8-9 0 0,1-1 1 0 0,-1 1-1 0 0,1 0 1 0 0,-1-1-1 0 0,0 1 0 0 0,1-1 1 0 0,-1 1-1 0 0,0 0 1 0 0,1-1-1 0 0,-1 1 1 0 0,0-1-1 0 0,1 1 0 0 0,-1-1 1 0 0,0 0-1 0 0,0 1 1 0 0,0-1-1 0 0,1 1 1 0 0,-1-1-1 0 0,0 1 1 0 0,0-1-1 0 0,0 1 0 0 0,0-1 1 0 0,0 0-1 0 0,0 1 1 0 0,0-2-1 0 0,-1 1 1 0 0,1 0-1 0 0,-1 0 1 0 0,1 0-1 0 0,-1 1 1 0 0,0-1-1 0 0,1 0 1 0 0,-1 0-1 0 0,0 0 1 0 0,0 0-1 0 0,0 1 1 0 0,0-1-1 0 0,1 0 1 0 0,-1 1-1 0 0,0-1 1 0 0,0 1-1 0 0,0-1 1 0 0,0 1-1 0 0,0-1 1 0 0,0 1-1 0 0,-1 0 1 0 0,1 0-1 0 0,0-1 1 0 0,0 1-1 0 0,0 0 1 0 0,-2 0 0 0 0,-23 4 18 0 0,23-3-15 0 0,-9 2 25 0 0,0 1 0 0 0,1 0 0 0 0,0 0 0 0 0,0 1 0 0 0,0 0 0 0 0,0 1 0 0 0,1 0-1 0 0,-13 10 1 0 0,17-10-13 0 0,0 0 0 0 0,0 0 0 0 0,1 0 0 0 0,0 0 0 0 0,0 1 0 0 0,0 0 0 0 0,1 0 0 0 0,0 0 0 0 0,0 1 0 0 0,0-1 0 0 0,1 1 0 0 0,-3 14 0 0 0,4-14-2 0 0,0 0 0 0 0,1 1-1 0 0,0-1 1 0 0,0 0 0 0 0,1 1 0 0 0,1-1 0 0 0,-1 0 0 0 0,1 0 0 0 0,0 1-1 0 0,1-1 1 0 0,0 0 0 0 0,0 0 0 0 0,1 0 0 0 0,0 0 0 0 0,1-1 0 0 0,-1 1 0 0 0,1-1-1 0 0,9 12 1 0 0,-5-9-277 0 0,0-1 0 0 0,0-1 0 0 0,1 0 0 0 0,0 0 0 0 0,0 0 0 0 0,1-1 0 0 0,0-1 0 0 0,0 0 0 0 0,1 0 0 0 0,0-1 0 0 0,0 0 0 0 0,18 5 0 0 0,-13-5-1452 0 0,1-1 1 0 0,0 0-1 0 0,28 2 0 0 0,-20-6-2185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73 228 0 0,'0'-16'5460'0'0,"0"11"-4254"0"0,-1-1 1 0 0,0 1-1 0 0,0-1 1 0 0,-3-8 0 0 0,-1-6 2473 0 0,5 20-3635 0 0,-1 0 1 0 0,0 0-1 0 0,1 0 0 0 0,-1 1 1 0 0,1-1-1 0 0,-1 0 0 0 0,0 0 1 0 0,1 0-1 0 0,-1 1 1 0 0,1-1-1 0 0,-1 0 0 0 0,1 1 1 0 0,-1-1-1 0 0,1 0 1 0 0,-1 1-1 0 0,1-1 0 0 0,0 1 1 0 0,-1-1-1 0 0,1 1 1 0 0,0-1-1 0 0,-1 1 0 0 0,1-1 1 0 0,0 1-1 0 0,-1-1 1 0 0,1 1-1 0 0,0-1 0 0 0,0 1 1 0 0,-1 0-1 0 0,-2 21 275 0 0,2-14-31 0 0,-52 193 875 0 0,34-134-1096 0 0,17-59-426 0 0,0 0 1 0 0,0 1 0 0 0,1-1-1 0 0,-1 16 1 0 0,2-22 91 0 0,0-1-1 0 0,0 1 1 0 0,0 0 0 0 0,0 0 0 0 0,1 0-1 0 0,-1 0 1 0 0,1 0 0 0 0,-1-1 0 0 0,1 1-1 0 0,0 0 1 0 0,-1 0 0 0 0,1-1 0 0 0,0 1-1 0 0,0 0 1 0 0,1-1 0 0 0,-1 1 0 0 0,0-1-1 0 0,0 0 1 0 0,1 1 0 0 0,-1-1 0 0 0,1 0-1 0 0,-1 0 1 0 0,1 0 0 0 0,-1 0 0 0 0,1 0-1 0 0,3 2 1 0 0,5 0-2834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3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2544 0 0,'0'-20'3537'0'0,"-1"8"-1283"0"0,1 1 1 0 0,1-1-1 0 0,2-15 0 0 0,-2 25-2153 0 0,-1 0 0 0 0,1 1 0 0 0,0-1 0 0 0,0 0 0 0 0,0 1 1 0 0,0-1-1 0 0,0 1 0 0 0,0 0 0 0 0,1-1 0 0 0,-1 1 0 0 0,0 0 0 0 0,1-1 0 0 0,-1 1 0 0 0,1 0 0 0 0,-1 0 0 0 0,1 0 0 0 0,0 1 0 0 0,1-2 1 0 0,33-9 720 0 0,-31 9-697 0 0,83-16 280 0 0,1 3-1 0 0,142-5 0 0 0,-173 19-1180 0 0,-36 2-1012 0 0,0-2 1 0 0,0 0-1 0 0,42-9 0 0 0,-52 6-1836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4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24 2220 0 0,'-4'-3'1407'0'0,"0"-1"-187"0"0,0 2-1 0 0,0-1 1 0 0,0 0 0 0 0,0 1 0 0 0,-7-3 0 0 0,10 4-1110 0 0,0 1 0 0 0,0 0 0 0 0,0 0-1 0 0,0-1 1 0 0,0 1 0 0 0,0 0 0 0 0,0 0 0 0 0,0 0 0 0 0,0 0 0 0 0,0 0-1 0 0,0 0 1 0 0,0 1 0 0 0,0-1 0 0 0,0 0 0 0 0,0 0 0 0 0,1 1-1 0 0,-1-1 1 0 0,0 0 0 0 0,0 1 0 0 0,0-1 0 0 0,0 1 0 0 0,0-1-1 0 0,1 1 1 0 0,-1 0 0 0 0,0-1 0 0 0,1 1 0 0 0,-1 0 0 0 0,0-1-1 0 0,1 1 1 0 0,-1 0 0 0 0,1 0 0 0 0,-1 0 0 0 0,0 1 0 0 0,-13 27 443 0 0,2 1 0 0 0,1 1 0 0 0,1 0 0 0 0,2 0 0 0 0,-5 34 0 0 0,-1-2-327 0 0,-21 149-2780 0 0,35-206 1695 0 0,0 1-1 0 0,0-1 1 0 0,1 0 0 0 0,0 0 0 0 0,0 0-1 0 0,2 7 1 0 0,-1-6-1380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4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23 247 704 0 0,'1'-6'951'0'0,"4"-18"1095"0"0,1 0 0 0 0,1 1 0 0 0,1 0 0 0 0,13-27 0 0 0,-18 44-1907 0 0,1-1 0 0 0,0 1 0 0 0,1 0 0 0 0,-1 0-1 0 0,1 0 1 0 0,1 1 0 0 0,-1 0 0 0 0,1 0 0 0 0,0 0 0 0 0,0 0 0 0 0,0 1-1 0 0,0 0 1 0 0,1 0 0 0 0,0 1 0 0 0,0 0 0 0 0,0 0 0 0 0,14-3 0 0 0,-9 3-93 0 0,-1 1-1 0 0,1 1 1 0 0,0 0 0 0 0,0 0 0 0 0,0 1 0 0 0,0 1 0 0 0,0 0 0 0 0,15 4 0 0 0,-21-4-40 0 0,0 0 1 0 0,-1 1-1 0 0,1-1 1 0 0,-1 1 0 0 0,0 1-1 0 0,0-1 1 0 0,0 1-1 0 0,0 0 1 0 0,0 0-1 0 0,0 0 1 0 0,-1 1 0 0 0,1-1-1 0 0,-1 1 1 0 0,0 0-1 0 0,0 1 1 0 0,-1-1 0 0 0,1 0-1 0 0,-1 1 1 0 0,4 8-1 0 0,-5-9-3 0 0,0 0 0 0 0,-1 0 0 0 0,0 1 0 0 0,0-1 0 0 0,0 0 0 0 0,-1 0 0 0 0,1 1 0 0 0,-1-1 0 0 0,0 0 0 0 0,0 1 0 0 0,-1-1 0 0 0,1 0 0 0 0,-1 1 0 0 0,-2 5-1 0 0,1-2 2 0 0,-1-1 0 0 0,-1 0 0 0 0,1 0 0 0 0,-1-1 0 0 0,0 1 0 0 0,0-1 0 0 0,-10 11 0 0 0,2-5 13 0 0,0 0 0 0 0,-1-1 1 0 0,0 0-1 0 0,-1-1 0 0 0,-1 0 0 0 0,-27 13 0 0 0,-51 18 278 0 0,90-40-202 0 0,4-2-89 0 0,0 0-4 0 0,-1 1-1 0 0,1-1 0 0 0,0 1 1 0 0,-1-1-1 0 0,1 1 1 0 0,0-1-1 0 0,0 1 0 0 0,-1-1 1 0 0,1 1-1 0 0,0 0 0 0 0,0-1 1 0 0,0 1-1 0 0,0 0 1 0 0,-1 0-1 0 0,1 0 0 0 0,1-1 1 0 0,7 0 2 0 0,0 0 0 0 0,-1 0 0 0 0,1 0 0 0 0,0 1 0 0 0,-1 0 0 0 0,16 3 0 0 0,-14-1-5 0 0,1-1 9 0 0,-1 1 0 0 0,0 1 0 0 0,0-1 0 0 0,-1 2 0 0 0,1-1 0 0 0,-1 1 0 0 0,1 1 0 0 0,-1 0 0 0 0,-1 0 0 0 0,1 1 0 0 0,-1 0 0 0 0,0 0 1 0 0,0 1-1 0 0,0 0 0 0 0,-1 1 0 0 0,0-1 0 0 0,-1 1 0 0 0,0 1 0 0 0,0-1 0 0 0,6 13 0 0 0,-11-18 34 0 0,1 1 1 0 0,-1-1 0 0 0,1 1-1 0 0,-1-1 1 0 0,0 1-1 0 0,-1 0 1 0 0,1-1-1 0 0,0 1 1 0 0,-1 0 0 0 0,0 0-1 0 0,0 0 1 0 0,0-1-1 0 0,-1 1 1 0 0,1 0 0 0 0,-1 0-1 0 0,0-1 1 0 0,-2 7-1 0 0,1-6 38 0 0,-1 1 0 0 0,1 0-1 0 0,-1-1 1 0 0,0 0 0 0 0,-1 1 0 0 0,1-1-1 0 0,-1-1 1 0 0,0 1 0 0 0,0 0-1 0 0,0-1 1 0 0,-6 4 0 0 0,-3 1 73 0 0,-1 0 0 0 0,-1-1 0 0 0,1-1 0 0 0,-1 0 1 0 0,0-1-1 0 0,0-1 0 0 0,-21 3 0 0 0,14-4-79 0 0,0 0 0 0 0,0-2 0 0 0,-1-1 0 0 0,1-1 0 0 0,0-1 0 0 0,0 0 0 0 0,0-2-1 0 0,-23-7 1 0 0,43 11-154 0 0,1 0-1 0 0,-1-1 0 0 0,0 1 1 0 0,0-1-1 0 0,1 0 0 0 0,-1 0 1 0 0,0 1-1 0 0,1-1 0 0 0,-1 0 1 0 0,1 0-1 0 0,-1-1 0 0 0,1 1 1 0 0,0 0-1 0 0,-1 0 0 0 0,1-1 1 0 0,0 1-1 0 0,0-1 0 0 0,0 1 1 0 0,0-1-1 0 0,0 1 0 0 0,0-1 1 0 0,-1-3-1 0 0,2 4-51 0 0,0 1 1 0 0,0-1 0 0 0,0 0-1 0 0,0 0 1 0 0,0 1-1 0 0,0-1 1 0 0,0 0-1 0 0,0 0 1 0 0,0 1-1 0 0,0-1 1 0 0,0 0-1 0 0,1 0 1 0 0,-1 1 0 0 0,0-1-1 0 0,1 0 1 0 0,-1 1-1 0 0,0-1 1 0 0,1 0-1 0 0,-1 1 1 0 0,1-1-1 0 0,-1 1 1 0 0,1-1-1 0 0,0 0 1 0 0,17-12-2357 0 0,-15 10 1718 0 0,9-5-2699 0 0,0 1-1452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5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0 172 548 0 0,'9'-25'5606'0'0,"-6"15"-4473"0"0,0 1 1 0 0,1 0-1 0 0,0 0 0 0 0,7-12 1 0 0,-9 19-1053 0 0,-1 0 0 0 0,1 0-1 0 0,0 0 1 0 0,-1 0 0 0 0,1 0 0 0 0,0 0 0 0 0,0 0 0 0 0,0 1 0 0 0,1-1 0 0 0,-1 1-1 0 0,0 0 1 0 0,1-1 0 0 0,-1 1 0 0 0,0 0 0 0 0,1 0 0 0 0,-1 1 0 0 0,1-1-1 0 0,0 0 1 0 0,-1 1 0 0 0,1 0 0 0 0,3-1 0 0 0,3 2-35 0 0,0-1-1 0 0,-1 1 1 0 0,0 0 0 0 0,1 1-1 0 0,-1 0 1 0 0,0 1 0 0 0,0-1-1 0 0,0 1 1 0 0,0 1 0 0 0,12 6-1 0 0,-17-8-30 0 0,0 1 1 0 0,0-1-1 0 0,0 0 0 0 0,0 1 0 0 0,0 0 0 0 0,0-1 0 0 0,-1 1 1 0 0,1 0-1 0 0,-1 1 0 0 0,0-1 0 0 0,0 0 0 0 0,0 1 1 0 0,0-1-1 0 0,0 1 0 0 0,-1-1 0 0 0,0 1 0 0 0,0 0 0 0 0,0 0 1 0 0,0-1-1 0 0,0 1 0 0 0,-1 0 0 0 0,0 0 0 0 0,0 0 0 0 0,0 0 1 0 0,0 0-1 0 0,-1 5 0 0 0,-1 0 46 0 0,-1 0 0 0 0,0 0 0 0 0,0 0 0 0 0,-1 0-1 0 0,0-1 1 0 0,0 0 0 0 0,-1 0 0 0 0,0 0 0 0 0,0 0 0 0 0,-1-1 0 0 0,0 0 0 0 0,-9 8-1 0 0,3-4 169 0 0,0 0-1 0 0,-1-1 0 0 0,0-1 0 0 0,-1 0 0 0 0,0-1 1 0 0,-16 6-1 0 0,29-13-204 0 0,1-1 1 0 0,-1 1 0 0 0,0-1-1 0 0,0 0 1 0 0,0 1-1 0 0,0-1 1 0 0,0 0 0 0 0,0 0-1 0 0,0 0 1 0 0,0 0-1 0 0,0 0 1 0 0,0 0 0 0 0,0 0-1 0 0,1 0 1 0 0,-1 0-1 0 0,-1 0 1 0 0,1 0-20 0 0,1-1 0 0 0,0 1-1 0 0,-1 0 1 0 0,1 0 0 0 0,0-1 0 0 0,-1 1 0 0 0,1 0-1 0 0,0 0 1 0 0,0-1 0 0 0,-1 1 0 0 0,1 0 0 0 0,0-1-1 0 0,0 1 1 0 0,0 0 0 0 0,0-1 0 0 0,-1 1 0 0 0,1-1-1 0 0,0 1 1 0 0,0 0 0 0 0,0-1 0 0 0,0 1 0 0 0,0-1-1 0 0,0 1 1 0 0,0-1 0 0 0,0-1-1 0 0,0 0 0 0 0,1-1-1 0 0,-1 1 1 0 0,1 0 0 0 0,-1 0 0 0 0,1 0 0 0 0,0 0-1 0 0,0 0 1 0 0,1-3 0 0 0,15-20 3 0 0,2 1 1 0 0,41-43-1 0 0,52-35 8 0 0,-47 46-13 0 0,-62 53-2 0 0,-1 0-1 0 0,1 1 1 0 0,0-1 0 0 0,-1 0-1 0 0,1 0 1 0 0,-1-1-1 0 0,0 1 1 0 0,0 0-1 0 0,-1-1 1 0 0,1 1 0 0 0,0-1-1 0 0,-1 0 1 0 0,1-6-1 0 0,-2 9-1 0 0,0 1 0 0 0,0-1 0 0 0,-1 0 0 0 0,1 0 0 0 0,-1 1-1 0 0,1-1 1 0 0,-1 0 0 0 0,1 1 0 0 0,-1-1 0 0 0,1 0 0 0 0,-1 1 0 0 0,1-1 0 0 0,-1 1-1 0 0,0-1 1 0 0,0 1 0 0 0,1-1 0 0 0,-1 1 0 0 0,0-1 0 0 0,0 1 0 0 0,1 0 0 0 0,-1-1-1 0 0,0 1 1 0 0,0 0 0 0 0,0 0 0 0 0,1 0 0 0 0,-1-1 0 0 0,0 1 0 0 0,0 0 0 0 0,0 0-1 0 0,-1 1 1 0 0,-8 0 5 0 0,0 1-1 0 0,0 1 1 0 0,0-1-1 0 0,0 2 1 0 0,1-1-1 0 0,0 1 1 0 0,-1 1-1 0 0,2 0 1 0 0,-1 0-1 0 0,0 1 1 0 0,-13 11-1 0 0,12-8 1 0 0,1 0-1 0 0,0 0 1 0 0,0 1-1 0 0,1 0 1 0 0,1 1 0 0 0,-1-1-1 0 0,2 2 1 0 0,-1-1-1 0 0,-4 13 1 0 0,9-19 6 0 0,1 0 1 0 0,-1 0 0 0 0,1 0-1 0 0,0 0 1 0 0,0 0 0 0 0,1 0-1 0 0,-1 0 1 0 0,1 0 0 0 0,1 1-1 0 0,-1-1 1 0 0,0 0 0 0 0,1 0-1 0 0,0 0 1 0 0,2 6 0 0 0,0-4-4 0 0,0 1 0 0 0,1-1 1 0 0,0-1-1 0 0,0 1 1 0 0,0 0-1 0 0,1-1 1 0 0,0 0-1 0 0,8 9 0 0 0,2-1-496 0 0,1-1-1 0 0,1-1 1 0 0,0 0-1 0 0,0-1 1 0 0,1-1-1 0 0,24 9 1 0 0,-16-8-2905 0 0,28 8 0 0 0,-31-14-1680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5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84 2100 0 0,'-18'-30'7332'0'0,"17"28"-7115"0"0,0 1-1 0 0,0-1 1 0 0,1 0-1 0 0,-1 0 0 0 0,1-1 1 0 0,-1 1-1 0 0,1 0 1 0 0,0 0-1 0 0,0 0 0 0 0,0 0 1 0 0,0 0-1 0 0,0 0 1 0 0,0 0-1 0 0,1-3 0 0 0,1 3-158 0 0,0 1 0 0 0,0-1 0 0 0,-1 1 0 0 0,1-1 0 0 0,0 1-1 0 0,0 0 1 0 0,0 0 0 0 0,0 0 0 0 0,0 0 0 0 0,0 0-1 0 0,1 0 1 0 0,-1 1 0 0 0,3-1 0 0 0,-1-1-28 0 0,1 1 0 0 0,0 1 0 0 0,0-1 1 0 0,0 1-1 0 0,1-1 0 0 0,-1 1 0 0 0,0 1 0 0 0,0-1 0 0 0,9 3 1 0 0,-4-1-17 0 0,1 1 0 0 0,-1 0 0 0 0,12 6 1 0 0,-19-8 8 0 0,0 0 1 0 0,0 1-1 0 0,0-1 1 0 0,0 1 0 0 0,-1 0-1 0 0,1-1 1 0 0,-1 1 0 0 0,1 1-1 0 0,-1-1 1 0 0,0 0-1 0 0,0 0 1 0 0,0 1 0 0 0,0-1-1 0 0,0 1 1 0 0,-1 0 0 0 0,1 0-1 0 0,-1-1 1 0 0,3 7-1 0 0,-4-5 55 0 0,1 0-1 0 0,-1-1 0 0 0,0 1 0 0 0,0 0 1 0 0,0 0-1 0 0,-1 0 0 0 0,1 0 0 0 0,-1 0 1 0 0,0 0-1 0 0,0 0 0 0 0,0-1 0 0 0,0 1 1 0 0,-1 0-1 0 0,0-1 0 0 0,-2 4 0 0 0,-2 4 168 0 0,-1 0-1 0 0,-1 0 1 0 0,0 0 0 0 0,0-1-1 0 0,-17 14 1 0 0,-56 41 784 0 0,16-13-380 0 0,28-23-184 0 0,36-28-393 0 0,10 4 70 0 0,42-9-894 0 0,-1-2-1 0 0,-1-2 0 0 0,75-22 0 0 0,-39 9-2458 0 0,11-4-2715 0 0,-43 11 1122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433 113 32 0 0,'51'-104'15096'0'0,"-51"103"-14859"0"0,2-6 492 0 0,-18 22-474 0 0,-1-1 0 0 0,-1-1 1 0 0,-25 15-1 0 0,-64 31 183 0 0,84-46-325 0 0,-223 118 726 0 0,245-130-830 0 0,0-1-1 0 0,0 1 1 0 0,0-1-1 0 0,0 1 1 0 0,0-1-1 0 0,0 1 1 0 0,1 0-1 0 0,-1-1 1 0 0,0 1-1 0 0,0 0 1 0 0,0 0-1 0 0,1 0 1 0 0,-1 0-1 0 0,0 0 1 0 0,1 0 0 0 0,-1 0-1 0 0,1 0 1 0 0,-1 0-1 0 0,1 0 1 0 0,-1 1-1 0 0,1-1-3 0 0,0 0 0 0 0,0 0 0 0 0,1 0-1 0 0,-1-1 1 0 0,0 1 0 0 0,0 0 0 0 0,1 0 0 0 0,-1 0-1 0 0,1 0 1 0 0,-1-1 0 0 0,0 1 0 0 0,1 0-1 0 0,-1 0 1 0 0,1-1 0 0 0,0 1 0 0 0,-1-1 0 0 0,1 1-1 0 0,0 0 1 0 0,1 0 0 0 0,4 3 9 0 0,0 0 0 0 0,1 0-1 0 0,0-1 1 0 0,10 4 0 0 0,-12-5-5 0 0,37 13 20 0 0,60 12 0 0 0,-59-17-21 0 0,56 21 0 0 0,-74-22-62 0 0,32 16-2060 0 0,-39-14-197 0 0,-17-10 2038 0 0,-1-1 0 0 0,1 0 0 0 0,0 1-1 0 0,7 13-6006 0 0,-9-12 6007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0 476 0 0,'-3'1'1813'0'0,"-41"6"3724"0"0,42-6-4759 0 0,-1-1-85 0 0,-7 3-69 0 0,7-3 17 0 0,3 1-496 0 0,-1-1-1 0 0,0 0 0 0 0,1 1 0 0 0,-1-1 1 0 0,1 1-1 0 0,-1-1 0 0 0,1 1 1 0 0,-1 0-1 0 0,1-1 0 0 0,-1 1 0 0 0,1-1 1 0 0,0 1-1 0 0,-1 0 0 0 0,1-1 1 0 0,0 1-1 0 0,-1 1 0 0 0,3 1-24 0 0,-1 0 0 0 0,1 0 0 0 0,0 0 0 0 0,0 0 0 0 0,0 0 0 0 0,0 0 0 0 0,0-1 0 0 0,0 1 0 0 0,1-1 0 0 0,0 0 0 0 0,-1 0 0 0 0,1 0 0 0 0,0 0 0 0 0,0 0 0 0 0,0 0 0 0 0,0-1 0 0 0,0 1-1 0 0,0-1 1 0 0,5 1 0 0 0,11 5 14 0 0,40 7-1 0 0,-52-13-82 0 0,106 18-2607 0 0,-37-12-3405 0 0,-42-5 1150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6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151 107 1928 0 0,'-5'-85'16060'0'0,"5"83"-15350"0"0,-2-18 1990 0 0,-3 38-2585 0 0,2 1 1 0 0,-3 34-1 0 0,2-13 1 0 0,-79 453 549 0 0,56-380-573 0 0,25-101-70 0 0,2-8-30 0 0,-1 1 0 0 0,0 0 0 0 0,0-1-1 0 0,-1 1 1 0 0,-2 7 0 0 0,-1 5-935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4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79 160 1140 0 0,'-1'-8'1496'0'0,"0"0"-1"0"0,0-1 1 0 0,1 1-1 0 0,0 0 1 0 0,1-1-1 0 0,1-8 1 0 0,-2 14-1344 0 0,1-1 0 0 0,0 1 1 0 0,1 0-1 0 0,-1-1 0 0 0,0 1 0 0 0,1 0 1 0 0,0 0-1 0 0,0 0 0 0 0,0 1 1 0 0,0-1-1 0 0,0 0 0 0 0,0 1 0 0 0,1-1 1 0 0,-1 1-1 0 0,1 0 0 0 0,0 0 0 0 0,0 0 1 0 0,4-3-1 0 0,6-1-78 0 0,0 0 0 0 0,1 1 0 0 0,-1 0 0 0 0,1 1 0 0 0,0 0 0 0 0,1 1 0 0 0,-1 1 0 0 0,0 0 0 0 0,1 1 0 0 0,-1 1 0 0 0,1 0 0 0 0,-1 1 0 0 0,1 1 0 0 0,-1 0 0 0 0,0 1 0 0 0,1 0-1 0 0,17 7 1 0 0,-28-8-70 0 0,0 0-1 0 0,0-1 0 0 0,-1 1 0 0 0,1 0 1 0 0,-1 1-1 0 0,0-1 0 0 0,0 0 0 0 0,1 1 1 0 0,-2 0-1 0 0,1 0 0 0 0,0 0 0 0 0,0 0 1 0 0,-1 0-1 0 0,0 1 0 0 0,0-1 0 0 0,0 1 1 0 0,0-1-1 0 0,0 1 0 0 0,-1 0 0 0 0,1 0 0 0 0,-1-1 1 0 0,1 6-1 0 0,-2-4 5 0 0,1 1 0 0 0,-1 0 1 0 0,0-1-1 0 0,-1 1 0 0 0,1 0 0 0 0,-1 0 0 0 0,0-1 1 0 0,-1 1-1 0 0,1-1 0 0 0,-1 1 0 0 0,0-1 1 0 0,0 0-1 0 0,-1 1 0 0 0,0-1 0 0 0,-4 5 0 0 0,-2 3 18 0 0,0-1 0 0 0,-1-1 0 0 0,-1 0 0 0 0,0 0 0 0 0,-1-1 0 0 0,0 0 0 0 0,-14 8 0 0 0,-97 50 744 0 0,111-62-632 0 0,-2 0 188 0 0,-2 2 450 0 0,17-7-759 0 0,0-1 0 0 0,0 1-1 0 0,0-1 1 0 0,0 0 0 0 0,0 0 0 0 0,0 1 0 0 0,0-1 0 0 0,0 0 0 0 0,0 0 0 0 0,1 0 0 0 0,-1 0 0 0 0,0 0 0 0 0,0 0 0 0 0,0 0 0 0 0,0 0 0 0 0,0-1 0 0 0,2 0 0 0 0,25-1 13 0 0,0 1-1 0 0,0 2 1 0 0,0 0-1 0 0,42 8 0 0 0,-59-6 0 0 0,0-1 0 0 0,-1 2-1 0 0,1-1 1 0 0,-1 1-1 0 0,0 1 1 0 0,0 0 0 0 0,0 0-1 0 0,-1 1 1 0 0,0 0-1 0 0,0 1 1 0 0,0 0 0 0 0,-1 0-1 0 0,0 1 1 0 0,13 16-1 0 0,-13-13 102 0 0,-1 1-1 0 0,1-1 0 0 0,-2 1 0 0 0,0 1 0 0 0,0-1 1 0 0,-1 1-1 0 0,6 23 0 0 0,-10-31-47 0 0,0 0 0 0 0,-1 0 0 0 0,1 1 0 0 0,-1-1 0 0 0,0 0 0 0 0,0 0 0 0 0,0 1 0 0 0,-1-1 0 0 0,0 0 0 0 0,0 0 0 0 0,0 0 0 0 0,0 0 0 0 0,-1 0 0 0 0,0 0 0 0 0,0 0 0 0 0,-1-1 0 0 0,1 1-1 0 0,-1 0 1 0 0,0-1 0 0 0,0 0 0 0 0,0 0 0 0 0,-1 0 0 0 0,-4 4 0 0 0,-4 2 50 0 0,-1-1 0 0 0,0-1-1 0 0,-1 0 1 0 0,0-1 0 0 0,0 0-1 0 0,0-1 1 0 0,-1 0-1 0 0,0-2 1 0 0,0 1 0 0 0,-17 1-1 0 0,6-2-32 0 0,0-1-1 0 0,-1-1 1 0 0,1-1 0 0 0,0-1-1 0 0,-32-5 1 0 0,40 2-178 0 0,0-1 0 0 0,0 0 1 0 0,0-1-1 0 0,1-1 0 0 0,-29-14 1 0 0,21 5-4412 0 0,3-2-4319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167 104 340 0 0,'-84'-37'10018'0'0,"82"37"-9639"0"0,0-2-41 0 0,1 2-307 0 0,0 0 0 0 0,1 0 0 0 0,-1 0 0 0 0,0 0 0 0 0,1-1 0 0 0,-1 1 0 0 0,1 0 0 0 0,-1 0 0 0 0,0-1 0 0 0,1 1 0 0 0,-1 0 0 0 0,1-1 0 0 0,-1 1 0 0 0,1 0 0 0 0,-1-1 0 0 0,1 1 0 0 0,-1-1 0 0 0,1 1 0 0 0,0-1 0 0 0,-1 1 0 0 0,1-1 0 0 0,0 1 0 0 0,-1-1 0 0 0,1 0 0 0 0,0 1 0 0 0,0-1 0 0 0,-1 1 0 0 0,1-2 0 0 0,3-1-8 0 0,0-1 1 0 0,0 1 0 0 0,0 0 0 0 0,1 0-1 0 0,-1 0 1 0 0,1 1 0 0 0,-1-1-1 0 0,1 1 1 0 0,0 0 0 0 0,0 0 0 0 0,0 0-1 0 0,0 1 1 0 0,1 0 0 0 0,6-2-1 0 0,10-2 9 0 0,34-3-1 0 0,-36 6-24 0 0,1 2 1 0 0,-1-1-1 0 0,0 2 0 0 0,1 1 1 0 0,-1 0-1 0 0,26 7 1 0 0,-38-7-5 0 0,0 0 1 0 0,0 0 0 0 0,0 1-1 0 0,0 0 1 0 0,-1 0 0 0 0,1 1-1 0 0,-1-1 1 0 0,0 1 0 0 0,0 1-1 0 0,0-1 1 0 0,0 1 0 0 0,-1 0-1 0 0,0 0 1 0 0,0 1 0 0 0,0-1-1 0 0,-1 1 1 0 0,0 0 0 0 0,0 0-1 0 0,5 12 1 0 0,-7-14 8 0 0,-1 1 1 0 0,1 0-1 0 0,-1 0 0 0 0,0 0 0 0 0,0 0 0 0 0,-1 0 1 0 0,0 1-1 0 0,0-1 0 0 0,0 0 0 0 0,0 0 0 0 0,-1 0 1 0 0,0 0-1 0 0,-2 7 0 0 0,0-4-10 0 0,0 0 0 0 0,0-1 0 0 0,-1 1 0 0 0,0-1 0 0 0,0 0 0 0 0,-1 0 0 0 0,-9 11 0 0 0,2-6 93 0 0,-1 0 1 0 0,0-1-1 0 0,-1 0 1 0 0,0-1-1 0 0,0 0 0 0 0,-1-1 1 0 0,-21 9-1 0 0,-44 18 1541 0 0,78-35-1544 0 0,-7 2 179 0 0,31-4-263 0 0,-1 0 0 0 0,1 2-1 0 0,0 0 1 0 0,0 1 0 0 0,0 2 0 0 0,-1 0-1 0 0,32 11 1 0 0,-41-11-8 0 0,0 1 0 0 0,0 0 0 0 0,0 1 0 0 0,0 0 0 0 0,-1 0 0 0 0,0 2 0 0 0,-1-1 0 0 0,0 1 0 0 0,0 1 0 0 0,0 0 0 0 0,-1 0 0 0 0,0 1 0 0 0,-1 0 0 0 0,8 12 0 0 0,-14-17-3 0 0,1-1 0 0 0,-1 1 0 0 0,0 0-1 0 0,0 0 1 0 0,-1-1 0 0 0,1 1 0 0 0,-1 0 0 0 0,0 0 0 0 0,0 1-1 0 0,-1-1 1 0 0,0 0 0 0 0,0 0 0 0 0,0 0 0 0 0,-1 9-1 0 0,-1-7 30 0 0,0 0 0 0 0,0 0 0 0 0,-1 0 0 0 0,0-1-1 0 0,0 1 1 0 0,0-1 0 0 0,-1 0 0 0 0,0 0-1 0 0,-7 9 1 0 0,1-4 125 0 0,-1 0 0 0 0,0 0 0 0 0,-1-1 0 0 0,0-1 1 0 0,-1 0-1 0 0,0 0 0 0 0,0-2 0 0 0,-1 1 0 0 0,-15 5 0 0 0,6-5 88 0 0,0-2 0 0 0,0 0 0 0 0,0-1 0 0 0,0-2 0 0 0,-41 2 0 0 0,-116-12 589 0 0,141 4-639 0 0,37 3-188 0 0,0 0 1 0 0,0-1-1 0 0,0 1 1 0 0,0 0-1 0 0,0 0 1 0 0,1-1-1 0 0,-1 1 1 0 0,0-1-1 0 0,0 0 1 0 0,0 1-1 0 0,1-1 0 0 0,-1 0 1 0 0,0 0-1 0 0,1 0 1 0 0,-1 0-1 0 0,-1-2 1 0 0,3 3-62 0 0,-1-1 0 0 0,1 0 0 0 0,0 0 0 0 0,-1 1 0 0 0,1-1 0 0 0,0 0 1 0 0,-1 0-1 0 0,1 0 0 0 0,0 0 0 0 0,0 0 0 0 0,0 1 0 0 0,0-1 0 0 0,0 0 0 0 0,0 0 0 0 0,0 0 1 0 0,0 0-1 0 0,0 0 0 0 0,0 1 0 0 0,0-1 0 0 0,1 0 0 0 0,-1 0 0 0 0,0 0 0 0 0,1-1 0 0 0,1-2-314 0 0,1 0-1 0 0,-1 0 0 0 0,1 1 0 0 0,0-1 0 0 0,0 1 1 0 0,0-1-1 0 0,0 1 0 0 0,1 0 0 0 0,-1 0 0 0 0,7-3 1 0 0,72-36-7900 0 0,-63 32 4787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74 400 0 0,'18'-40'9503'0'0,"-5"17"-7305"0"0,-12 22-2154 0 0,0 0 1 0 0,0 0-1 0 0,0 0 0 0 0,0 0 1 0 0,0 0-1 0 0,0 1 0 0 0,1-1 0 0 0,-1 1 1 0 0,0-1-1 0 0,0 1 0 0 0,0-1 0 0 0,1 1 1 0 0,-1-1-1 0 0,0 1 0 0 0,0 0 1 0 0,1 0-1 0 0,-1 0 0 0 0,0 0 0 0 0,3 0 1 0 0,22 3 222 0 0,-20-2-252 0 0,1 1 0 0 0,-1 0 1 0 0,0 0-1 0 0,0 1 0 0 0,0 0 0 0 0,0 0 1 0 0,0 0-1 0 0,-1 1 0 0 0,1 0 0 0 0,-1 0 1 0 0,0 0-1 0 0,0 1 0 0 0,-1 0 0 0 0,1 0 1 0 0,-1 0-1 0 0,0 0 0 0 0,0 0 0 0 0,-1 1 1 0 0,1 0-1 0 0,-1 0 0 0 0,4 12 0 0 0,-4-8 63 0 0,0-1-1 0 0,-1 1 0 0 0,0 0 0 0 0,0 0 1 0 0,-1 0-1 0 0,0 0 0 0 0,-1 0 1 0 0,0 0-1 0 0,-1 0 0 0 0,0 0 0 0 0,-1 0 1 0 0,1-1-1 0 0,-7 17 0 0 0,2-11 136 0 0,-1-1 0 0 0,0 0 0 0 0,-1 0 0 0 0,-1-1 0 0 0,0 0 0 0 0,-1 0 0 0 0,0-1 0 0 0,-1-1 0 0 0,0 0 0 0 0,-14 11 0 0 0,24-21-186 0 0,1 0 0 0 0,-1 0 1 0 0,0 0-1 0 0,0 0 0 0 0,0 0 0 0 0,0 0 0 0 0,0 0 0 0 0,0-1 0 0 0,-1 1 1 0 0,1 0-1 0 0,0-1 0 0 0,0 1 0 0 0,-1-1 0 0 0,1 1 0 0 0,0-1 0 0 0,0 0 0 0 0,-1 1 1 0 0,1-1-1 0 0,0 0 0 0 0,-1 0 0 0 0,1 0 0 0 0,0 0 0 0 0,-1 0 0 0 0,1 0 0 0 0,-2-1 1 0 0,3 1-27 0 0,-1 0 1 0 0,1 0-1 0 0,0 0 1 0 0,0-1 0 0 0,-1 1-1 0 0,1 0 1 0 0,0 0 0 0 0,0-1-1 0 0,0 1 1 0 0,-1 0-1 0 0,1-1 1 0 0,0 1 0 0 0,0 0-1 0 0,0-1 1 0 0,0 1-1 0 0,0 0 1 0 0,0-1 0 0 0,0 1-1 0 0,0 0 1 0 0,-1-1 0 0 0,1 1-1 0 0,0 0 1 0 0,1-1-1 0 0,-1 1 1 0 0,0 0 0 0 0,0-1-1 0 0,0 1 1 0 0,0 0-1 0 0,0-1 1 0 0,0 1 0 0 0,0-1-1 0 0,5-11 30 0 0,11-11-13 0 0,2 0 0 0 0,0 1 0 0 0,2 1 0 0 0,34-30 0 0 0,99-67 24 0 0,-109 86-38 0 0,46-33 18 0 0,-87 63-46 0 0,2-4 34 0 0,-5 5-9 0 0,-1 1-1 0 0,1 0 0 0 0,0-1 1 0 0,0 1-1 0 0,0 0 1 0 0,0 0-1 0 0,0-1 0 0 0,0 1 1 0 0,0 0-1 0 0,0-1 0 0 0,0 1 1 0 0,-1 0-1 0 0,1 0 1 0 0,0-1-1 0 0,0 1 0 0 0,0 0 1 0 0,-1 0-1 0 0,1-1 0 0 0,0 1 1 0 0,0 0-1 0 0,-1 0 1 0 0,1 0-1 0 0,0-1 0 0 0,0 1 1 0 0,-1 0-1 0 0,1 0 0 0 0,0 0 1 0 0,-1 0-1 0 0,1 0 1 0 0,0 0-1 0 0,-1-1 0 0 0,1 1 1 0 0,0 0-1 0 0,0 0 0 0 0,-1 0 1 0 0,1 0-1 0 0,0 0 1 0 0,-1 0-1 0 0,1 0 0 0 0,0 1 1 0 0,-1-1-1 0 0,-19 0-15 0 0,8 4 9 0 0,0 1-1 0 0,1 0 1 0 0,0 1 0 0 0,0 1 0 0 0,0 0 0 0 0,1 0-1 0 0,0 1 1 0 0,1 0 0 0 0,-1 0 0 0 0,1 1-1 0 0,1 1 1 0 0,-14 19 0 0 0,17-22 7 0 0,1-1-1 0 0,1 0 1 0 0,-1 1 0 0 0,1 0 0 0 0,1 0 0 0 0,-1 0-1 0 0,1 0 1 0 0,0 0 0 0 0,1 1 0 0 0,-1-1 0 0 0,1 1-1 0 0,1-1 1 0 0,0 1 0 0 0,0-1 0 0 0,0 0 0 0 0,1 1-1 0 0,0-1 1 0 0,0 1 0 0 0,1-1 0 0 0,0 0 0 0 0,0 0-1 0 0,1 0 1 0 0,4 9 0 0 0,-2-8 8 0 0,1 1 1 0 0,0-1 0 0 0,1 0-1 0 0,-1 0 1 0 0,2 0-1 0 0,-1-1 1 0 0,1 0-1 0 0,0-1 1 0 0,0 0-1 0 0,1 0 1 0 0,-1-1-1 0 0,15 7 1 0 0,9 2-156 0 0,1-2 0 0 0,42 11 1 0 0,-59-18-53 0 0,-14-5-177 0 0,12 1-2574 0 0,8-14-1791 0 0,-5 1-2166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1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56 548 0 0,'27'-39'11048'0'0,"-18"23"-6595"0"0,-13 24-4230 0 0,-20 36 772 0 0,-31 61-404 0 0,48-89-635 0 0,-39 95 435 0 0,42-97-635 0 0,0 0 1 0 0,1 0-1 0 0,0 1 0 0 0,1-1 0 0 0,0 1 1 0 0,2 17-1 0 0,6 3-2191 0 0,4-14-3398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58 147 2176 0 0,'-26'-43'8216'0'0,"18"31"-5772"0"0,0 0 0 0 0,-6-17 0 0 0,13 27-2014 0 0,1 2-415 0 0,0 0 0 0 0,0-1 0 0 0,0 1 0 0 0,1-1 0 0 0,-1 1 0 0 0,0-1-1 0 0,0 1 1 0 0,0 0 0 0 0,1-1 0 0 0,-1 1 0 0 0,0-1 0 0 0,1 1 0 0 0,-1 0 0 0 0,0-1-1 0 0,1 1 1 0 0,-1 0 0 0 0,0 0 0 0 0,1-1 0 0 0,-1 1 0 0 0,1 0 0 0 0,-1 0 0 0 0,0-1-1 0 0,1 1 1 0 0,-1 0 0 0 0,1 0 0 0 0,360-16 431 0 0,-207-4-5463 0 0,-128 16-838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1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46 1324 0 0,'-65'-42'10886'0'0,"63"41"-10496"0"0,1 0-313 0 0,0 1 0 0 0,1 0 0 0 0,-1-1-1 0 0,0 1 1 0 0,0 0 0 0 0,1 0 0 0 0,-1-1-1 0 0,0 1 1 0 0,0 0 0 0 0,0 0-1 0 0,1 0 1 0 0,-1 0 0 0 0,0 0 0 0 0,-1 1-1 0 0,1 2 120 0 0,-1 0 0 0 0,1 1 0 0 0,0-1 0 0 0,0 1 0 0 0,0 0 0 0 0,0-1 0 0 0,1 1 0 0 0,0 0 0 0 0,-1 4 0 0 0,4 41 435 0 0,-1-22-399 0 0,-3 60-573 0 0,-3 1-1 0 0,-19 95 1 0 0,18-136-2123 0 0,3-16-2951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79 984 0 0,'1'-14'4401'0'0,"-1"11"-4253"0"0,0 0 0 0 0,0 0 1 0 0,1 1-1 0 0,-1-1 0 0 0,1 0 0 0 0,0 0 0 0 0,0 1 0 0 0,0-1 1 0 0,0 0-1 0 0,0 1 0 0 0,1-1 0 0 0,-1 1 0 0 0,1-1 0 0 0,0 1 1 0 0,0 0-1 0 0,0 0 0 0 0,0 0 0 0 0,0 0 0 0 0,0 0 0 0 0,0 0 1 0 0,0 1-1 0 0,1-1 0 0 0,-1 1 0 0 0,1-1 0 0 0,-1 1 0 0 0,1 0 1 0 0,0 0-1 0 0,-1 0 0 0 0,1 0 0 0 0,0 1 0 0 0,0-1 0 0 0,0 1 1 0 0,0-1-1 0 0,3 1 0 0 0,2 0-124 0 0,1 1 1 0 0,-1 0 0 0 0,1 0-1 0 0,-1 1 1 0 0,0 0-1 0 0,0 0 1 0 0,1 1-1 0 0,-2 0 1 0 0,1 0-1 0 0,0 1 1 0 0,-1 0-1 0 0,12 9 1 0 0,-15-10-20 0 0,1 1 1 0 0,-1 0 0 0 0,0 0-1 0 0,0 0 1 0 0,0 0-1 0 0,-1 1 1 0 0,0-1-1 0 0,0 1 1 0 0,0 0 0 0 0,0 0-1 0 0,-1 0 1 0 0,0 0-1 0 0,0 1 1 0 0,0-1 0 0 0,0 1-1 0 0,-1-1 1 0 0,0 1-1 0 0,-1-1 1 0 0,1 1-1 0 0,-1 9 1 0 0,-1-2 7 0 0,-1 1 0 0 0,-1-1 0 0 0,0 0 0 0 0,-1-1 0 0 0,0 1 0 0 0,-1-1 0 0 0,0 1 0 0 0,-1-1 0 0 0,0-1 0 0 0,-12 16 0 0 0,-10 12 138 0 0,-49 51 0 0 0,76-89-148 0 0,-58 58 668 0 0,-107 81 0 0 0,134-114-445 0 0,13-13-86 0 0,14-10-68 0 0,0 0 0 0 0,0 1 0 0 0,0-1 0 0 0,1 1 0 0 0,0 0 0 0 0,0 0 0 0 0,0 0 0 0 0,-5 7 0 0 0,26-10-12 0 0,7-4-43 0 0,1-1 1 0 0,0-1 0 0 0,30-11-1 0 0,7-1-333 0 0,-10 5-340 0 0,72-18-1968 0 0,-40 8-2095 0 0,-47 10 1497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3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71 592 0 0,'-8'-13'3781'0'0,"-1"0"1"0"0,-19-21-1 0 0,29 31-3506 0 0,-1 3-266 0 0,0-1-1 0 0,0 1 1 0 0,0 0-1 0 0,0 0 1 0 0,0 0 0 0 0,0-1-1 0 0,0 1 1 0 0,0 0 0 0 0,0 0-1 0 0,0 0 1 0 0,0-1-1 0 0,0 1 1 0 0,0 0 0 0 0,0 0-1 0 0,0 0 1 0 0,0-1 0 0 0,0 1-1 0 0,0 0 1 0 0,0 0-1 0 0,0 0 1 0 0,0-1 0 0 0,0 1-1 0 0,1 0 1 0 0,-1 0 0 0 0,0 0-1 0 0,0-1 1 0 0,0 1-1 0 0,0 0 1 0 0,0 0 0 0 0,1 0-1 0 0,-1 0 1 0 0,0 0 0 0 0,0 0-1 0 0,0-1 1 0 0,0 1-1 0 0,1 0 1 0 0,-1 0 0 0 0,0 0-1 0 0,0 0 1 0 0,1 0 0 0 0,-1 0-1 0 0,0 0 1 0 0,7 1 21 0 0,-1 0 0 0 0,1 1 0 0 0,-1 0 0 0 0,0 0 1 0 0,1 0-1 0 0,-1 1 0 0 0,0 0 0 0 0,0 0 0 0 0,-1 1 0 0 0,1-1 1 0 0,-1 1-1 0 0,0 0 0 0 0,0 1 0 0 0,0-1 0 0 0,0 1 0 0 0,-1 0 1 0 0,0 0-1 0 0,0 1 0 0 0,0-1 0 0 0,5 13 0 0 0,-5-10 30 0 0,0 0 0 0 0,-1 0 0 0 0,0 0 1 0 0,0 1-1 0 0,-1-1 0 0 0,0 1 0 0 0,0 0 0 0 0,-1 0 0 0 0,-1-1 0 0 0,1 1 0 0 0,-1 0 0 0 0,-1 0 0 0 0,0 0 0 0 0,0 0 1 0 0,-4 14-1 0 0,1-13 34 0 0,1-1 0 0 0,-2 0 0 0 0,1 0 0 0 0,-2 0 0 0 0,1-1 0 0 0,-1 1 0 0 0,0-1 0 0 0,0-1 0 0 0,-1 1 0 0 0,0-1 0 0 0,-9 6 0 0 0,5-4-22 0 0,0-1 0 0 0,-1 0 0 0 0,-1-1 0 0 0,1 0 0 0 0,-1-1 0 0 0,0 0 0 0 0,-15 4 0 0 0,27-10-68 0 0,0 1 1 0 0,-1-1-1 0 0,1 1 0 0 0,0-1 1 0 0,0 0-1 0 0,0 0 0 0 0,0 0 1 0 0,0 0-1 0 0,-1 0 0 0 0,1 0 1 0 0,0 0-1 0 0,0 0 1 0 0,0 0-1 0 0,0 0 0 0 0,-3-1 1 0 0,4 1-4 0 0,0-1 0 0 0,-1 1-1 0 0,1 0 1 0 0,0-1 0 0 0,0 1 0 0 0,-1 0 0 0 0,1-1 0 0 0,0 1 0 0 0,0 0 0 0 0,0-1 0 0 0,-1 1 0 0 0,1-1 0 0 0,0 1 0 0 0,0 0 0 0 0,0-1 0 0 0,0 1 0 0 0,0-1 0 0 0,0 1 0 0 0,0 0 0 0 0,0-1 0 0 0,0 1 0 0 0,0-1 0 0 0,0 1 0 0 0,0-1 0 0 0,0 1 0 0 0,0 0 0 0 0,1-1-1 0 0,0-3 2 0 0,0 1 0 0 0,1 0-1 0 0,0-1 1 0 0,0 1 0 0 0,0 0-1 0 0,0 0 1 0 0,3-3 0 0 0,24-24-14 0 0,2 2 1 0 0,56-40-1 0 0,76-38-37 0 0,-121 80 44 0 0,-11 8-2 0 0,-21 13 7 0 0,0 0 1 0 0,-1-1 0 0 0,1 0-1 0 0,12-12 1 0 0,-21 18-1 0 0,0-1 0 0 0,0 0 0 0 0,0 0 0 0 0,0 1 0 0 0,0-1 0 0 0,-1 0 0 0 0,1 0 0 0 0,0 0 0 0 0,-1 0-1 0 0,1 0 1 0 0,-1 0 0 0 0,1 0 0 0 0,-1 0 0 0 0,1 0 0 0 0,-1 0 0 0 0,0 0 0 0 0,1 0 0 0 0,-1-1 0 0 0,0 1 0 0 0,0 0 0 0 0,0-1 0 0 0,0 1 0 0 0,-1 0 0 0 0,1 1 0 0 0,-1-1 0 0 0,1 1 0 0 0,-1-1 0 0 0,1 0 0 0 0,-1 1 0 0 0,1-1 0 0 0,-1 1 0 0 0,1-1 0 0 0,-1 1 0 0 0,0 0 0 0 0,1-1 0 0 0,-1 1 0 0 0,0-1 0 0 0,0 1 0 0 0,1 0 0 0 0,-1 0 1 0 0,0 0-1 0 0,0-1 0 0 0,-1 1 0 0 0,-4-1 0 0 0,0 1 1 0 0,-1-1-1 0 0,1 1 1 0 0,-11 2-1 0 0,9-1 2 0 0,0 1 0 0 0,0 0 0 0 0,0 1 0 0 0,0 0-1 0 0,1 0 1 0 0,-1 1 0 0 0,1 0 0 0 0,-1 0 0 0 0,1 1 0 0 0,1 0 0 0 0,-1 0-1 0 0,1 0 1 0 0,0 1 0 0 0,0 0 0 0 0,0 0 0 0 0,1 1 0 0 0,0-1 0 0 0,-5 10-1 0 0,6-9 1 0 0,0 0-1 0 0,0 0 1 0 0,1 0-1 0 0,0 0 1 0 0,0 1-1 0 0,1 0 1 0 0,0-1-1 0 0,0 1 0 0 0,1 0 1 0 0,0 0-1 0 0,0 0 1 0 0,1 0-1 0 0,0 0 1 0 0,1 0-1 0 0,-1 0 0 0 0,2 0 1 0 0,-1 0-1 0 0,5 15 1 0 0,1-9-364 0 0,0 1 1 0 0,0-1-1 0 0,1 0 0 0 0,1 0 1 0 0,0-1-1 0 0,22 24 1 0 0,-19-25-1468 0 0,0-1 0 0 0,1 0 0 0 0,26 16 0 0 0,-16-13-1883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3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76 1404 0 0,'-25'-50'10631'0'0,"24"48"-10036"0"0,3-17 1010 0 0,0 18-1580 0 0,1 0-1 0 0,0 0 1 0 0,-1 1 0 0 0,1-1 0 0 0,0 1 0 0 0,0-1 0 0 0,-1 1 0 0 0,1 0 0 0 0,0 0 0 0 0,0 1 0 0 0,-1-1 0 0 0,1 0 0 0 0,0 1 0 0 0,0-1-1 0 0,-1 1 1 0 0,1 0 0 0 0,0 0 0 0 0,-1 0 0 0 0,1 1 0 0 0,-1-1 0 0 0,0 0 0 0 0,1 1 0 0 0,-1 0 0 0 0,0-1 0 0 0,0 1 0 0 0,0 0 0 0 0,0 0 0 0 0,3 4-1 0 0,-2-3-10 0 0,-1 1 0 0 0,0 0 1 0 0,0-1-1 0 0,0 1 0 0 0,0 0 0 0 0,0 0 0 0 0,-1 0 0 0 0,1 0 0 0 0,-1 0 0 0 0,0 0 0 0 0,-1 1 0 0 0,1-1 0 0 0,-1 0 0 0 0,1 0 0 0 0,-2 1 0 0 0,1-1 0 0 0,0 0 0 0 0,-2 6 0 0 0,-3 7 75 0 0,-1 0-1 0 0,0-1 1 0 0,-1 0-1 0 0,-1 0 1 0 0,-1-1-1 0 0,0 0 1 0 0,-19 22-1 0 0,-88 88 1923 0 0,90-99-1149 0 0,24-24-496 0 0,21-4-317 0 0,1 0 1 0 0,-1-1-1 0 0,0-2 0 0 0,29-9 0 0 0,13-3-44 0 0,289-67-2667 0 0,-118 20-6724 0 0,-174 47 4416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213 121 1748 0 0,'12'-20'2562'0'0,"2"1"-1"0"0,0 0 1 0 0,19-18-1 0 0,-26 28-1785 0 0,8-5-34 0 0,-15 13-697 0 0,1 1 0 0 0,-1 0 0 0 0,0 0-1 0 0,1-1 1 0 0,-1 1 0 0 0,1 0 0 0 0,-1 0-1 0 0,1 0 1 0 0,-1 0 0 0 0,1 0-1 0 0,-1-1 1 0 0,1 1 0 0 0,-1 0 0 0 0,1 0-1 0 0,-1 0 1 0 0,1 0 0 0 0,-1 0 0 0 0,1 1-1 0 0,-1-1 1 0 0,0 0 0 0 0,1 0 0 0 0,-1 0-1 0 0,1 0 1 0 0,-1 0 0 0 0,1 1 0 0 0,-1-1-1 0 0,1 0 1 0 0,-1 0 0 0 0,0 1-1 0 0,1-1 1 0 0,-1 0 0 0 0,1 1 0 0 0,-1 1 9 0 0,0 0 0 0 0,0-1 0 0 0,0 1 0 0 0,-1-1 0 0 0,1 1 0 0 0,0-1 0 0 0,-1 1 0 0 0,1-1 0 0 0,-1 1 1 0 0,0-1-1 0 0,1 1 0 0 0,-1-1 0 0 0,0 1 0 0 0,0-1 0 0 0,0 0 0 0 0,-2 3 0 0 0,-21 22 617 0 0,-1 0-1 0 0,-53 41 1 0 0,-67 35 167 0 0,135-95-800 0 0,8-6-27 0 0,-1 0 0 0 0,1 1 0 0 0,0-1 0 0 0,0 1 0 0 0,0-1 0 0 0,0 1 0 0 0,0 0 0 0 0,0 0 0 0 0,0 0 0 0 0,0 0 0 0 0,1 0 0 0 0,-1 0 0 0 0,-1 5 0 0 0,3-6-7 0 0,-1-1-1 0 0,1 1 1 0 0,0 0 0 0 0,0-1 0 0 0,1 1 0 0 0,-1 0 0 0 0,0-1-1 0 0,0 1 1 0 0,0-1 0 0 0,0 1 0 0 0,0 0 0 0 0,1-1 0 0 0,-1 1 0 0 0,0-1-1 0 0,1 1 1 0 0,-1 0 0 0 0,0-1 0 0 0,1 1 0 0 0,-1-1 0 0 0,1 1-1 0 0,-1-1 1 0 0,1 0 0 0 0,-1 1 0 0 0,1-1 0 0 0,-1 1 0 0 0,1-1 0 0 0,0 1-1 0 0,16 9 50 0 0,-2-4-34 0 0,1-1 0 0 0,-1-1 0 0 0,1-1 1 0 0,0 0-1 0 0,25 1 0 0 0,-18-1 4 0 0,-5-1-31 0 0,86 13-1202 0 0,-87-11-968 0 0,31 10 1 0 0,-45-13 1379 0 0,7 4-344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4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1932 0 0,'-40'16'6950'0'0,"-71"41"-1"0"0,110-57-6907 0 0,1 0 0 0 0,0 0-1 0 0,-1 0 1 0 0,1 0 0 0 0,-1 0-1 0 0,1 1 1 0 0,0-1 0 0 0,-1 0-1 0 0,1 0 1 0 0,0 1 0 0 0,0-1-1 0 0,-1 0 1 0 0,1 0 0 0 0,0 1-1 0 0,0-1 1 0 0,-1 0 0 0 0,1 1-1 0 0,0-1 1 0 0,0 0 0 0 0,0 1-1 0 0,-1-1 1 0 0,1 0 0 0 0,0 1-1 0 0,0-1 1 0 0,0 0 0 0 0,0 1-1 0 0,0-1 1 0 0,0 1 0 0 0,0-1-1 0 0,0 0 1 0 0,0 1 0 0 0,0-1-1 0 0,0 1 1 0 0,0-1 0 0 0,0 0-1 0 0,0 1 1 0 0,0-1 0 0 0,0 0-1 0 0,1 1 1 0 0,-1-1 0 0 0,0 0-1 0 0,0 1 1 0 0,0-1 0 0 0,0 0-1 0 0,1 1 1 0 0,-1-1 0 0 0,0 0-1 0 0,1 1 1 0 0,-1-1 0 0 0,0 0-1 0 0,0 0 1 0 0,1 1 0 0 0,-1-1-1 0 0,0 0 1 0 0,1 0 0 0 0,-1 0-1 0 0,0 0 1 0 0,1 1 0 0 0,-1-1-1 0 0,1 0 1 0 0,-1 0 0 0 0,1 0-1 0 0,17 7 205 0 0,1-2-103 0 0,0-2 1 0 0,0 0 0 0 0,1-2 0 0 0,21 0-1 0 0,1 1-99 0 0,141 2-3104 0 0,-145-6-994 0 0,47-8 0 0 0,-38 2-1838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4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95 776 0 0,'10'-95'17298'0'0,"-12"102"-16859"0"0,0-1-1 0 0,0 1 1 0 0,1 0-1 0 0,-1 8 0 0 0,2-15-432 0 0,-84 454 2632 0 0,66-395-2610 0 0,-3 17-1484 0 0,13-25-2797 0 0,9-37 2042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86 186 1740 0 0,'5'-28'4369'0'0,"-2"12"-2308"0"0,0 1-1 0 0,1 0 1 0 0,1 0-1 0 0,6-14 1 0 0,-9 25-1886 0 0,1-1 1 0 0,-1 1 0 0 0,1 0 0 0 0,0 0-1 0 0,0 0 1 0 0,0 0 0 0 0,1 1-1 0 0,-1-1 1 0 0,1 1 0 0 0,0 0-1 0 0,0 0 1 0 0,0 0 0 0 0,0 1-1 0 0,0 0 1 0 0,1-1 0 0 0,9-2-1 0 0,-7 3-144 0 0,1 0 0 0 0,-1 1 0 0 0,1 0 0 0 0,0 0 0 0 0,0 1-1 0 0,0 0 1 0 0,0 0 0 0 0,-1 0 0 0 0,1 1 0 0 0,0 1 0 0 0,0-1-1 0 0,-1 1 1 0 0,1 1 0 0 0,11 4 0 0 0,-15-5-25 0 0,0 0 0 0 0,0 0 0 0 0,0 0 0 0 0,0 1 0 0 0,-1-1 0 0 0,1 1 0 0 0,-1 0 1 0 0,0 0-1 0 0,0 0 0 0 0,0 0 0 0 0,0 1 0 0 0,0-1 0 0 0,-1 1 0 0 0,1 0 0 0 0,-1-1 0 0 0,0 1 0 0 0,0 0 0 0 0,0 0 0 0 0,-1 1 1 0 0,0-1-1 0 0,1 0 0 0 0,-1 1 0 0 0,-1-1 0 0 0,1 0 0 0 0,-1 1 0 0 0,0-1 0 0 0,0 6 0 0 0,-2 7 72 0 0,-2 0-1 0 0,0 0 0 0 0,0 0 0 0 0,-2 0 1 0 0,0-1-1 0 0,-1 0 0 0 0,0 0 1 0 0,-2-1-1 0 0,0 0 0 0 0,0 0 1 0 0,-1-1-1 0 0,-1 0 0 0 0,-17 16 1 0 0,-18 15 1231 0 0,-2-2 1 0 0,-67 46-1 0 0,78-62-84 0 0,23-13-541 0 0,14-14-673 0 0,0 0-1 0 0,0 1 1 0 0,0-1-1 0 0,0 0 1 0 0,-1 0-1 0 0,1 0 1 0 0,0 1-1 0 0,0-1 1 0 0,0 0-1 0 0,0 0 1 0 0,0 1-1 0 0,0-1 1 0 0,0 0-1 0 0,0 0 1 0 0,0 0 0 0 0,0 1-1 0 0,1-1 1 0 0,-1 0-1 0 0,0 0 1 0 0,0 1-1 0 0,0-1 1 0 0,0 0-1 0 0,0 0 1 0 0,0 0-1 0 0,0 1 1 0 0,0-1-1 0 0,1 0 1 0 0,-1 0-1 0 0,0 0 1 0 0,0 0-1 0 0,0 0 1 0 0,0 1-1 0 0,1-1 1 0 0,-1 0-1 0 0,0 0 1 0 0,0 0 0 0 0,1 0-1 0 0,3 1 34 0 0,-1 0 0 0 0,1 0-1 0 0,0 0 1 0 0,0-1 0 0 0,0 0-1 0 0,4 0 1 0 0,1 0-4 0 0,306 20 326 0 0,-79-4-374 0 0,-188-13-340 0 0,90 3 56 0 0,-52-8-3776 0 0,-85 2 3850 0 0,0 0 0 0 0,0 0-1 0 0,0 0 1 0 0,0 0 0 0 0,0 0 0 0 0,0-1-1 0 0,0 1 1 0 0,0 0 0 0 0,0 0-1 0 0,0-1 1 0 0,0 1 0 0 0,-1-1-1 0 0,1 1 1 0 0,0-1 0 0 0,1 0-1 0 0,-41-6-11476 0 0,12 7 5940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29 2092 0 0,'-8'-6'5129'0'0,"7"6"-4972"0"0,0-1 0 0 0,1 1 1 0 0,-1 0-1 0 0,1-1 0 0 0,-1 1 1 0 0,0 0-1 0 0,1-1 1 0 0,-1 1-1 0 0,1-1 0 0 0,-1 1 1 0 0,0-1-1 0 0,1 1 0 0 0,-1-1 1 0 0,1 1-1 0 0,0-1 1 0 0,-1 0-1 0 0,1 1 0 0 0,-1-1 1 0 0,1 1-1 0 0,0-1 0 0 0,0 0 1 0 0,-1 0-1 0 0,1 1 0 0 0,0-1 1 0 0,0-1-1 0 0,0 1-143 0 0,1 1 0 0 0,-1-1 0 0 0,1 1 0 0 0,0-1-1 0 0,-1 0 1 0 0,1 1 0 0 0,0-1 0 0 0,-1 1 0 0 0,1 0 0 0 0,0-1-1 0 0,-1 1 1 0 0,1 0 0 0 0,0-1 0 0 0,0 1 0 0 0,0 0 0 0 0,-1 0 0 0 0,1-1-1 0 0,0 1 1 0 0,0 0 0 0 0,0 0 0 0 0,0 0 0 0 0,-1 0 0 0 0,1 0-1 0 0,0 0 1 0 0,0 1 0 0 0,0-1 0 0 0,0 0 0 0 0,0 1 0 0 0,8-1-8 0 0,-1 2 1 0 0,0-1-1 0 0,0 1 1 0 0,0 1-1 0 0,0 0 0 0 0,0 0 1 0 0,0 0-1 0 0,0 1 1 0 0,-1 0-1 0 0,0 0 1 0 0,0 1-1 0 0,0 0 1 0 0,0 0-1 0 0,-1 1 1 0 0,0 0-1 0 0,0 0 0 0 0,0 0 1 0 0,-1 1-1 0 0,0-1 1 0 0,-1 1-1 0 0,1 1 1 0 0,-1-1-1 0 0,0 1 1 0 0,-1-1-1 0 0,0 1 0 0 0,0 0 1 0 0,-1 0-1 0 0,0 0 1 0 0,0 1-1 0 0,-1-1 1 0 0,0 0-1 0 0,0 1 1 0 0,-1-1-1 0 0,0 1 1 0 0,-1-1-1 0 0,-2 11 0 0 0,0-5-10 0 0,0-1 0 0 0,-1 1-1 0 0,-1-1 1 0 0,0 0 0 0 0,-1-1-1 0 0,-1 1 1 0 0,0-1 0 0 0,0 0-1 0 0,-1-1 1 0 0,-17 19 0 0 0,11-15 17 0 0,-2 0 0 0 0,1-2-1 0 0,-2 0 1 0 0,0 0 0 0 0,0-2 0 0 0,-28 14 0 0 0,44-24-12 0 0,0-1 0 0 0,0 1-1 0 0,0 0 1 0 0,-1-1 0 0 0,1 1 0 0 0,0 0 0 0 0,0-1-1 0 0,-1 0 1 0 0,1 1 0 0 0,0-1 0 0 0,0 0-1 0 0,-1 1 1 0 0,1-1 0 0 0,0 0 0 0 0,-1 0-1 0 0,1 0 1 0 0,0 0 0 0 0,-1-1 0 0 0,1 1 0 0 0,0 0-1 0 0,-1 0 1 0 0,1-1 0 0 0,0 1 0 0 0,-1-1-1 0 0,1 1 1 0 0,0-1 0 0 0,0 0 0 0 0,0 1 0 0 0,0-1-1 0 0,-2-1 1 0 0,2 1 1 0 0,1 0 0 0 0,0 0-1 0 0,0 0 1 0 0,0 0 0 0 0,0 0 0 0 0,0 0-1 0 0,0 0 1 0 0,0 0 0 0 0,0 0 0 0 0,0 0-1 0 0,0 0 1 0 0,0 0 0 0 0,1 0 0 0 0,-1 0-1 0 0,0 1 1 0 0,1-1 0 0 0,-1 0 0 0 0,0 0-1 0 0,1 0 1 0 0,-1 0 0 0 0,2-1 0 0 0,13-16 7 0 0,-14 16-7 0 0,33-32 19 0 0,2 1 0 0 0,2 1 0 0 0,0 2 0 0 0,45-25 0 0 0,132-70 9 0 0,-207 121-25 0 0,0-1-1 0 0,0 0 0 0 0,0-1 0 0 0,10-10 0 0 0,-17 16-5 0 0,-1 0 1 0 0,1 0-1 0 0,-1-1 0 0 0,0 1 1 0 0,1 0-1 0 0,-1-1 0 0 0,0 1 1 0 0,1-1-1 0 0,-1 1 0 0 0,0 0 1 0 0,0-1-1 0 0,1 1 0 0 0,-1-1 1 0 0,0 1-1 0 0,0-1 0 0 0,0 1 1 0 0,1-1-1 0 0,-1 1 0 0 0,0-1 1 0 0,0 1-1 0 0,0-1 0 0 0,0 1 1 0 0,0-1-1 0 0,0 1 0 0 0,0-1 1 0 0,0 1-1 0 0,0-1 0 0 0,0 1 0 0 0,0-1 1 0 0,-1 1-1 0 0,1-1 0 0 0,0 1 1 0 0,0 0-1 0 0,0-1 0 0 0,-1 1 1 0 0,1-1-1 0 0,0 1 0 0 0,0-1 1 0 0,-1 1-1 0 0,1 0 0 0 0,0-1 1 0 0,-1 1-1 0 0,1 0 0 0 0,0-1 1 0 0,-1 1-1 0 0,1 0 0 0 0,-1-1 1 0 0,1 1-1 0 0,-1 0 0 0 0,1 0 1 0 0,-1 0-1 0 0,1-1 0 0 0,-1 1 1 0 0,0 0-1 0 0,-1-1 2 0 0,-1 0 1 0 0,1 1-1 0 0,-1-1 1 0 0,0 1-1 0 0,1-1 1 0 0,-1 1 0 0 0,0 0-1 0 0,1 0 1 0 0,-6 0-1 0 0,-7 4 14 0 0,0 1-1 0 0,0 0 1 0 0,1 1-1 0 0,0 1 1 0 0,0 0-1 0 0,1 1 1 0 0,-1 0-1 0 0,2 1 1 0 0,-21 18-1 0 0,24-20-12 0 0,1 1 0 0 0,1 0 0 0 0,0 0 0 0 0,0 0-1 0 0,0 0 1 0 0,1 1 0 0 0,1 1 0 0 0,-1-1 0 0 0,1 1-1 0 0,1-1 1 0 0,0 1 0 0 0,0 1 0 0 0,1-1 0 0 0,1 0-1 0 0,-3 16 1 0 0,5-20 7 0 0,1 1 0 0 0,-1-1 0 0 0,1 0 0 0 0,1 1-1 0 0,-1-1 1 0 0,1 0 0 0 0,0 0 0 0 0,0 0 0 0 0,1 0 0 0 0,0 0 0 0 0,0-1 0 0 0,0 1-1 0 0,1-1 1 0 0,-1 0 0 0 0,1 0 0 0 0,1 0 0 0 0,-1 0 0 0 0,1-1 0 0 0,0 1-1 0 0,9 5 1 0 0,2 2-556 0 0,1-1 0 0 0,1-1 0 0 0,0-1 0 0 0,0 0 0 0 0,25 7 0 0 0,1-5-3520 0 0,-22-8 1257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6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82 896 0 0,'0'-3'2164'0'0,"1"-6"100"0"0,-1 0 1 0 0,0-1 0 0 0,0 1 0 0 0,-4-18 0 0 0,4 25-1716 0 0,-1-10 1192 0 0,-2 19-1549 0 0,0 0-1 0 0,1 0 0 0 0,0 0 0 0 0,0 0 1 0 0,1 0-1 0 0,0 0 0 0 0,0 1 1 0 0,1 12-1 0 0,-1 1 130 0 0,-2 8-17 0 0,-15 231 690 0 0,18-259-986 0 0,-1 1 1 0 0,1 0 0 0 0,0-1 0 0 0,0 1 0 0 0,0 0 0 0 0,0-1 0 0 0,1 1 0 0 0,-1 0 0 0 0,0-1-1 0 0,1 1 1 0 0,-1 0 0 0 0,1-1 0 0 0,0 1 0 0 0,-1-1 0 0 0,1 1 0 0 0,0-1 0 0 0,0 1 0 0 0,0-1 0 0 0,0 0-1 0 0,0 1 1 0 0,0-1 0 0 0,0 0 0 0 0,0 0 0 0 0,1 0 0 0 0,-1 0 0 0 0,0 0 0 0 0,1 0 0 0 0,2 1 0 0 0,3 0-172 0 0,0-1 0 0 0,0 0 1 0 0,0 0-1 0 0,0-1 0 0 0,0 0 1 0 0,0 0-1 0 0,0-1 0 0 0,0 0 1 0 0,0 0-1 0 0,0-1 1 0 0,0 0-1 0 0,11-4 0 0 0,-3 0-1241 0 0,0 0-1 0 0,-1-1 1 0 0,0 0-1 0 0,26-19 1 0 0,-12 3-2275 0 0,-1-1-1374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57 184 0 0,'-15'-9'2088'0'0,"1"1"-568"0"0,2 1-268 0 0,1 0-283 0 0,1 0-197 0 0,2 2-144 0 0,-3 2 280 0 0,-4-4-340 0 0,3 3-108 0 0,1 8-548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7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10 2084 0 0,'-15'-8'9797'0'0,"9"7"-8703"0"0,6 2-1021 0 0,0 1 0 0 0,0 0-1 0 0,0 0 1 0 0,1 0 0 0 0,-1-1-1 0 0,0 1 1 0 0,1 0 0 0 0,0-1-1 0 0,-1 1 1 0 0,1 0 0 0 0,0-1-1 0 0,0 1 1 0 0,-1-1 0 0 0,1 1 0 0 0,0-1-1 0 0,1 1 1 0 0,-1-1 0 0 0,0 0-1 0 0,2 2 1 0 0,31 31 399 0 0,-28-29-381 0 0,27 23 42 0 0,1-3 0 0 0,1-1 0 0 0,2-1 0 0 0,47 22 0 0 0,-17-9 29 0 0,-61-33-132 0 0,8 6 19 0 0,-14-9-48 0 0,0 0-1 0 0,1 0 1 0 0,-1 0-1 0 0,0 1 1 0 0,0-1-1 0 0,0 0 1 0 0,0 0 0 0 0,0 1-1 0 0,0-1 1 0 0,0 0-1 0 0,0 0 1 0 0,0 1-1 0 0,0-1 1 0 0,0 0-1 0 0,0 1 1 0 0,0-1 0 0 0,0 0-1 0 0,0 0 1 0 0,0 1-1 0 0,0-1 1 0 0,0 0-1 0 0,0 0 1 0 0,0 1-1 0 0,0-1 1 0 0,-1 0-1 0 0,1 0 1 0 0,0 0 0 0 0,0 1-1 0 0,0-1 1 0 0,0 0-1 0 0,0 0 1 0 0,-1 0-1 0 0,1 1 1 0 0,0-1-1 0 0,0 0 1 0 0,0 0-1 0 0,-1 0 1 0 0,1 0 0 0 0,0 0-1 0 0,0 1 1 0 0,-1-1-1 0 0,1 0 1 0 0,0 0-1 0 0,0 0 1 0 0,-1 0-1 0 0,1 0 1 0 0,0 0-1 0 0,0 0 1 0 0,-1 0 0 0 0,1 0-1 0 0,-104 48 597 0 0,3 4-1 0 0,3 4 1 0 0,-111 84-1 0 0,200-134-638 0 0,1 1-1 0 0,0 0 0 0 0,0 0 1 0 0,0 1-1 0 0,-10 14 0 0 0,18-22-17 0 0,-1 1-1 0 0,1-1 0 0 0,0 1 0 0 0,0-1 1 0 0,-1 1-1 0 0,1-1 0 0 0,0 1 0 0 0,0-1 1 0 0,0 1-1 0 0,0-1 0 0 0,0 1 0 0 0,0-1 1 0 0,0 1-1 0 0,0-1 0 0 0,0 1 0 0 0,0 0 1 0 0,0-1-1 0 0,0 1 0 0 0,0-1 0 0 0,0 1 1 0 0,0-1-1 0 0,0 1 0 0 0,1-1 1 0 0,-1 1-1 0 0,0-1 0 0 0,0 1 0 0 0,1-1 1 0 0,-1 0-1 0 0,0 1 0 0 0,1-1 0 0 0,-1 1 1 0 0,0-1-1 0 0,1 0 0 0 0,-1 1 0 0 0,0-1 1 0 0,1 0-1 0 0,0 1 0 0 0,1 0-488 0 0,-1 0 1 0 0,0-1-1 0 0,1 1 0 0 0,-1 0 0 0 0,1-1 0 0 0,-1 1 0 0 0,1-1 1 0 0,0 0-1 0 0,-1 0 0 0 0,1 1 0 0 0,-1-1 0 0 0,1 0 1 0 0,3-1-1 0 0,16-1-5112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7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50 1444 0 0,'57'-43'13528'0'0,"-56"42"-12971"0"0,6-5 1406 0 0,-32 25-1406 0 0,-2-1 1 0 0,-36 17-1 0 0,10-5-385 0 0,-15 8-64 0 0,24-14-432 0 0,-59 43 0 0 0,79-44-1389 0 0,16-5-2264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84 122 140 0 0,'18'-29'7425'0'0,"19"-42"0"0"0,-27 51-4106 0 0,-10 20-3306 0 0,0 0 1 0 0,0 1-1 0 0,0-1 1 0 0,0 0-1 0 0,0 0 0 0 0,0 0 1 0 0,-1 0-1 0 0,1 0 1 0 0,0 1-1 0 0,0-1 0 0 0,0 0 1 0 0,0 0-1 0 0,0 0 1 0 0,-1 0-1 0 0,1 0 0 0 0,0 0 1 0 0,0 0-1 0 0,0 0 1 0 0,-1 0-1 0 0,1 0 0 0 0,0 0 1 0 0,0 0-1 0 0,0 1 1 0 0,0-1-1 0 0,-1 0 0 0 0,1 0 1 0 0,0-1-1 0 0,0 1 1 0 0,0 0-1 0 0,-1 0 0 0 0,1 0 1 0 0,0 0-1 0 0,0 0 1 0 0,0 0-1 0 0,-1 0 0 0 0,1 0 4 0 0,0 0 0 0 0,-1 0 0 0 0,1 0 0 0 0,-1 0 0 0 0,1 0 0 0 0,-1 0 0 0 0,1 0 0 0 0,-1 0 0 0 0,1 0 0 0 0,0 0 0 0 0,-1 0 0 0 0,1 0 0 0 0,-1 0 0 0 0,1 0 0 0 0,-1 0 0 0 0,1 0 0 0 0,0 1 0 0 0,-1-1 0 0 0,1 0 0 0 0,-1 0 0 0 0,1 1 0 0 0,0-1 0 0 0,-1 0 0 0 0,1 0 0 0 0,0 1 0 0 0,-1-1 0 0 0,1 0 0 0 0,0 1 0 0 0,-16 20 220 0 0,1 1 0 0 0,2 0-1 0 0,0 1 1 0 0,1 0 0 0 0,2 1-1 0 0,0 0 1 0 0,1 1-1 0 0,-6 34 1 0 0,14-54-224 0 0,-5 21 41 0 0,1-1-1 0 0,2 1 1 0 0,0 0 0 0 0,2 36-1 0 0,2-56-45 0 0,-1 1 0 0 0,1-1 0 0 0,0 0-1 0 0,1 1 1 0 0,-1-1 0 0 0,1 0 0 0 0,0 0-1 0 0,1 0 1 0 0,0 0 0 0 0,0-1 0 0 0,0 1-1 0 0,0-1 1 0 0,1 1 0 0 0,0-1 0 0 0,0 0-1 0 0,0-1 1 0 0,1 1 0 0 0,0-1 0 0 0,0 0-1 0 0,0 0 1 0 0,0 0 0 0 0,0-1 0 0 0,8 4-1 0 0,9 3 7 0 0,0-1-1 0 0,1-1 0 0 0,0-1 0 0 0,0-1 0 0 0,0-1 1 0 0,1-2-1 0 0,0 0 0 0 0,0-1 0 0 0,0-1 1 0 0,45-5-1 0 0,-51 2-6 0 0,0-1 1 0 0,-1-1 0 0 0,1 0 0 0 0,-1-1-1 0 0,0-1 1 0 0,-1-1 0 0 0,1 0-1 0 0,-1-2 1 0 0,-1 1 0 0 0,0-2-1 0 0,0 0 1 0 0,0-1 0 0 0,-2 0 0 0 0,1-1-1 0 0,12-15 1 0 0,-17 16-7 0 0,-1 0 0 0 0,1 0 0 0 0,-2-1 0 0 0,1 0 0 0 0,-2-1 0 0 0,0 0 0 0 0,0 0 0 0 0,7-26 0 0 0,-11 31 0 0 0,-1 0-1 0 0,0 1 0 0 0,0-1 1 0 0,-1 0-1 0 0,0 0 0 0 0,0 0 0 0 0,-1 1 1 0 0,0-1-1 0 0,0 0 0 0 0,-1 0 1 0 0,0 1-1 0 0,0-1 0 0 0,-1 1 0 0 0,0 0 1 0 0,0 0-1 0 0,0 0 0 0 0,-8-11 1 0 0,0 5-6 0 0,1 0 1 0 0,-2 1-1 0 0,0 1 1 0 0,0-1 0 0 0,-1 2-1 0 0,0 0 1 0 0,-1 0-1 0 0,0 2 1 0 0,-28-14-1 0 0,15 11-4 0 0,0 0-1 0 0,-1 2 1 0 0,0 1-1 0 0,-53-8 1 0 0,59 13-35 0 0,-1 1 1 0 0,-36 1 0 0 0,50 2-295 0 0,-1 0 1 0 0,1 0-1 0 0,0 1 1 0 0,0 0-1 0 0,0 0 1 0 0,0 1-1 0 0,0 0 1 0 0,0 1-1 0 0,-8 5 1 0 0,15-8 93 0 0,0 1 0 0 0,0-1 0 0 0,0 1 0 0 0,0 0 0 0 0,0-1 0 0 0,0 1 0 0 0,0 0 0 0 0,0 0 0 0 0,1 0 0 0 0,-1 1 0 0 0,1-1 0 0 0,0 0 0 0 0,0 1 0 0 0,0-1 0 0 0,-1 3 0 0 0,1-3-327 0 0,1 0 0 0 0,-1 0 0 0 0,1 0 0 0 0,0 0 0 0 0,0 0 0 0 0,0 1 0 0 0,0-1 0 0 0,0 0 0 0 0,1 0 0 0 0,-1 0 0 0 0,1 0 0 0 0,0 3 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16 2356 0 0,'11'-8'6989'0'0,"5"0"-144"0"0,-16 8-6784 0 0,0 0 1 0 0,0 0-1 0 0,1 0 0 0 0,-1 0 1 0 0,0 0-1 0 0,0 0 0 0 0,1 1 1 0 0,-1-1-1 0 0,0 0 0 0 0,0 0 0 0 0,0 0 1 0 0,1 0-1 0 0,-1 0 0 0 0,0 0 1 0 0,0 1-1 0 0,0-1 0 0 0,1 0 1 0 0,-1 0-1 0 0,0 0 0 0 0,0 1 1 0 0,0-1-1 0 0,0 0 0 0 0,0 0 1 0 0,0 0-1 0 0,1 1 0 0 0,-1-1 0 0 0,0 0 1 0 0,0 0-1 0 0,0 1 0 0 0,0-1 1 0 0,0 0-1 0 0,0 0 0 0 0,0 1 1 0 0,0-1-1 0 0,0 0 0 0 0,0 0 1 0 0,0 1-1 0 0,0-1 0 0 0,0 0 1 0 0,0 0-1 0 0,0 1 0 0 0,0-1 0 0 0,-1 0 1 0 0,1 1-1 0 0,-1 3 54 0 0,-1 0-1 0 0,0 1 1 0 0,0-1-1 0 0,0 0 1 0 0,0 0 0 0 0,-1 0-1 0 0,1 0 1 0 0,-1 0-1 0 0,-4 4 1 0 0,0 0 15 0 0,-196 221 976 0 0,57-86-5923 0 0,128-125 3438 0 0,-6 5-3620 0 0,1-6-2733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80 2108 0 0,'2'-33'6363'0'0,"4"-11"-2373"0"0,-6 43-3951 0 0,0 0 236 0 0,2 17-58 0 0,-5 29 141 0 0,-12 74 0 0 0,-2 19-51 0 0,17-126-299 0 0,-1 3 34 0 0,0 0 0 0 0,1 0 0 0 0,1 0 1 0 0,0 0-1 0 0,7 25 0 0 0,-8-36-35 0 0,2-1 0 0 0,-1 0-1 0 0,0 0 1 0 0,1 0 0 0 0,-1 0-1 0 0,1 0 1 0 0,0-1 0 0 0,0 1 0 0 0,0 0-1 0 0,0-1 1 0 0,1 1 0 0 0,-1-1 0 0 0,0 0-1 0 0,1 0 1 0 0,0 0 0 0 0,0 0-1 0 0,-1 0 1 0 0,1-1 0 0 0,0 1 0 0 0,0-1-1 0 0,1 0 1 0 0,-1 0 0 0 0,0 0 0 0 0,0 0-1 0 0,1 0 1 0 0,-1-1 0 0 0,0 1-1 0 0,1-1 1 0 0,-1 0 0 0 0,0 0 0 0 0,6-1-1 0 0,2 0-213 0 0,0-1 0 0 0,-1 0 0 0 0,1 0-1 0 0,-1-1 1 0 0,1 0 0 0 0,-1-1 0 0 0,0-1-1 0 0,0 1 1 0 0,0-1 0 0 0,-1-1 0 0 0,16-12-1 0 0,-14 10-824 0 0,-1-1-1 0 0,0-1 1 0 0,0 0 0 0 0,-1 0-1 0 0,10-16 1 0 0,-1-2-2374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82 788 0 0,'-57'-76'7065'0'0,"55"74"-6901"0"0,0 1 34 0 0,2 1-198 0 0,0 0 0 0 0,0-1 0 0 0,0 1 0 0 0,0 0 0 0 0,-1 0 0 0 0,1 0 0 0 0,0 0 0 0 0,0-1 0 0 0,0 1-1 0 0,-1 0 1 0 0,1 0 0 0 0,0 0 0 0 0,0 0 0 0 0,0 0 0 0 0,-1 0 0 0 0,1 0 0 0 0,0 0 0 0 0,0 0 0 0 0,-1 0 0 0 0,1 0 0 0 0,0-1 0 0 0,0 1 0 0 0,0 0 0 0 0,-1 1 0 0 0,1-1 0 0 0,0 0 0 0 0,0 0 0 0 0,-1 0 0 0 0,1 0 0 0 0,0 0-1 0 0,0 0 1 0 0,-1 0 0 0 0,1 2-318 0 0,0-1-1 0 0,0 1 1 0 0,-1 0-1 0 0,1 0 1 0 0,0-1-1 0 0,1 1 1 0 0,-1 0-1 0 0,0-1 1 0 0,0 1-1 0 0,2 3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9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 2356 0 0,'-7'7'10421'0'0,"22"-7"-9047"0"0,30-5-1862 0 0,-27 3 889 0 0,19-2-924 0 0,43 1 1 0 0,-61 4-1978 0 0,-1 0 0 0 0,24 6 1 0 0,-30-4-617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3:59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14 488 0 0,'-86'54'10869'0'0,"84"-53"-10194"0"0,6 1-280 0 0,-4-1-387 0 0,0-1 0 0 0,0 0 0 0 0,0 1 0 0 0,0-1 0 0 0,0 0 0 0 0,1 0 1 0 0,-1 1-1 0 0,0-1 0 0 0,0 0 0 0 0,0 0 0 0 0,1 0 0 0 0,-1 1 0 0 0,0-1 0 0 0,0 0 0 0 0,1 0 0 0 0,-1 0 1 0 0,0 0-1 0 0,0 0 0 0 0,1 1 0 0 0,-1-1 0 0 0,0 0 0 0 0,0 0 0 0 0,1 0 0 0 0,-1 0 0 0 0,0 0 0 0 0,1 0 1 0 0,-1 0-1 0 0,0 0 0 0 0,0 0 0 0 0,1 0 0 0 0,-1 0 0 0 0,0 0 0 0 0,1 0 0 0 0,-1 0 0 0 0,0 0 0 0 0,1-1 1 0 0,63-4 92 0 0,75-18 0 0 0,-7-13-6317 0 0,-99 25 1907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00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83 2056 0 0,'-19'-82'15649'0'0,"19"82"-15605"0"0,-1 0 1 0 0,1 0-1 0 0,-1 1 1 0 0,1-1-1 0 0,0 1 0 0 0,-1-1 1 0 0,1 0-1 0 0,0 1 1 0 0,0-1-1 0 0,-1 1 0 0 0,1-1 1 0 0,0 0-1 0 0,0 1 1 0 0,-1-1-1 0 0,1 1 0 0 0,0-1 1 0 0,0 1-1 0 0,0-1 1 0 0,0 1-1 0 0,0-1 0 0 0,0 1 1 0 0,0-1-1 0 0,0 1 1 0 0,0-1-1 0 0,0 1 0 0 0,0-1 1 0 0,0 1-1 0 0,0 0 1 0 0,3 21 454 0 0,-3-19-393 0 0,8 92 732 0 0,-7 170-1 0 0,-6-207-847 0 0,2-32-1242 0 0,1 40-1 0 0,2-58 249 0 0,1 1-1 0 0,0-1 0 0 0,1 0 1 0 0,-1 0-1 0 0,4 9 1 0 0,2-4-3141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0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43 1724 0 0,'10'-12'7170'0'0,"18"-19"4367"0"0,-28 32-11480 0 0,0 0 0 0 0,1-1 0 0 0,-1 1 0 0 0,0 0 0 0 0,0 0 0 0 0,0-1 0 0 0,0 1 0 0 0,0 0 0 0 0,0 0 0 0 0,-1 0 0 0 0,1-1 0 0 0,0 1 1 0 0,0 0-1 0 0,0 0 0 0 0,-1-1 0 0 0,1 1 0 0 0,0 0 0 0 0,-1-1 0 0 0,1 1 0 0 0,-1 0 0 0 0,-8 17 369 0 0,-69 99 854 0 0,-5 9-1936 0 0,79-120 114 0 0,1 0 0 0 0,0 0-1 0 0,0 0 1 0 0,1 1 0 0 0,-3 12-1 0 0,4-16 147 0 0,1-1 0 0 0,0 0 0 0 0,0 0-1 0 0,0 1 1 0 0,0-1 0 0 0,0 0 0 0 0,1 1 0 0 0,-1-1-1 0 0,1 3 1 0 0,0-3-192 0 0,0-1 1 0 0,0 1-1 0 0,0 0 0 0 0,0 0 1 0 0,0-1-1 0 0,0 1 0 0 0,0-1 1 0 0,0 1-1 0 0,1-1 0 0 0,-1 1 1 0 0,1-1-1 0 0,1 2 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0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80 241 2888 0 0,'2'-20'3374'0'0,"-1"-30"0"0"0,2-22 1857 0 0,-2 66-4897 0 0,0-1-1 0 0,0 1 0 0 0,1 0 1 0 0,0 0-1 0 0,0 0 1 0 0,0 0-1 0 0,1 0 0 0 0,5-9 1 0 0,-6 12-293 0 0,1 0 1 0 0,-1 1-1 0 0,1-1 1 0 0,0 0-1 0 0,0 1 1 0 0,0 0-1 0 0,0-1 1 0 0,0 1-1 0 0,1 1 1 0 0,-1-1-1 0 0,1 0 1 0 0,-1 1 0 0 0,1 0-1 0 0,0-1 1 0 0,-1 2-1 0 0,1-1 1 0 0,0 0-1 0 0,0 1 1 0 0,-1-1-1 0 0,1 1 1 0 0,0 0-1 0 0,0 1 1 0 0,0-1-1 0 0,0 0 1 0 0,6 3-1 0 0,1 0-16 0 0,0-1 0 0 0,0 2 0 0 0,-1 0-1 0 0,1 0 1 0 0,-1 1 0 0 0,-1 0-1 0 0,17 11 1 0 0,-21-12-15 0 0,-1 0 0 0 0,1 0-1 0 0,-1 0 1 0 0,1 0 0 0 0,-1 1 0 0 0,0 0 0 0 0,-1-1-1 0 0,1 1 1 0 0,-1 1 0 0 0,0-1 0 0 0,-1 0 0 0 0,1 1-1 0 0,-1 0 1 0 0,0-1 0 0 0,2 9 0 0 0,-3-5 29 0 0,0 0 0 0 0,0 0 0 0 0,-1 0 0 0 0,-1 0 0 0 0,1-1 1 0 0,-1 1-1 0 0,-1 0 0 0 0,1 0 0 0 0,-6 12 0 0 0,-2 3 200 0 0,-1-1-1 0 0,-1 0 1 0 0,-1-1 0 0 0,-2 0-1 0 0,0-1 1 0 0,-22 26-1 0 0,-5-2 761 0 0,-2-1-1 0 0,-2-2 1 0 0,-61 44 0 0 0,105-86-988 0 0,1 0 1 0 0,-1 1 0 0 0,1-1 0 0 0,0 0-1 0 0,-1 0 1 0 0,1 0 0 0 0,-1 1 0 0 0,1-1-1 0 0,0 0 1 0 0,-1 1 0 0 0,1-1-1 0 0,-1 0 1 0 0,1 1 0 0 0,0-1 0 0 0,0 0-1 0 0,-1 1 1 0 0,1-1 0 0 0,0 1 0 0 0,0-1-1 0 0,-1 0 1 0 0,1 1 0 0 0,0-1 0 0 0,0 1-1 0 0,0-1 1 0 0,0 1 0 0 0,0-1-1 0 0,0 1 1 0 0,-1-1 0 0 0,1 1 0 0 0,0-1-1 0 0,0 1 1 0 0,1-1 0 0 0,-1 1 0 0 0,0 0-1 0 0,1-1-9 0 0,0 1-1 0 0,0 0 1 0 0,0-1 0 0 0,0 1-1 0 0,0-1 1 0 0,0 0-1 0 0,0 1 1 0 0,0-1-1 0 0,0 0 1 0 0,0 0 0 0 0,1 1-1 0 0,-1-1 1 0 0,1 0-1 0 0,42-2-47 0 0,367-52 24 0 0,-167 20 334 0 0,-198 26-78 0 0,-44 8-206 0 0,14-1-25 0 0,-13 0-28 0 0,-3 1 9 0 0,1 0-1 0 0,-1 0 0 0 0,1 0 1 0 0,-1 0-1 0 0,0 0 0 0 0,1 0 1 0 0,-1 0-1 0 0,0 0 0 0 0,1 0 1 0 0,-1 0-1 0 0,0 0 0 0 0,1 0 1 0 0,-1-1-1 0 0,0 1 0 0 0,1 0 1 0 0,-1 0-1 0 0,0 0 0 0 0,1-1 1 0 0,-1 1-1 0 0,0 0 0 0 0,1 0 1 0 0,-1-1-1 0 0,0 1 0 0 0,0 0 1 0 0,0-1-1 0 0,1 1 0 0 0,-1 0 1 0 0,0-1-1 0 0,0 1 0 0 0,0 0 1 0 0,0-1-1 0 0,0 1 0 0 0,1 0 1 0 0,-1-1-1 0 0,0 1 0 0 0,0-1 1 0 0,0 1-1 0 0,0 0 0 0 0,0-1 1 0 0,0 1-1 0 0,0 0 0 0 0,0-1 1 0 0,-1 1-1 0 0,1 0 0 0 0,0-1 1 0 0,0 0-1 0 0,0 0-668 0 0,-9-3-843 0 0,-8 2-5701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0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6517 0 0,'-2'-9'13869'0'0,"6"19"-13733"0"0,1 1-440 0 0,-2-1-1936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29 146 344 0 0,'-6'-23'4198'0'0,"5"21"-4090"0"0,0 0 1 0 0,0 0-1 0 0,0 0 0 0 0,1 0 1 0 0,-1-1-1 0 0,1 1 1 0 0,-1 0-1 0 0,1 0 0 0 0,0-1 1 0 0,0 1-1 0 0,0 0 1 0 0,0-1-1 0 0,0 1 0 0 0,1 0 1 0 0,-1 0-1 0 0,1-1 0 0 0,-1 1 1 0 0,1 0-1 0 0,0 0 1 0 0,0 0-1 0 0,0 0 0 0 0,0 0 1 0 0,0 0-1 0 0,0 0 1 0 0,1 0-1 0 0,-1 0 0 0 0,0 0 1 0 0,1 1-1 0 0,0-1 1 0 0,-1 1-1 0 0,1-1 0 0 0,0 1 1 0 0,0-1-1 0 0,0 1 1 0 0,0 0-1 0 0,0 0 0 0 0,3-1 1 0 0,13-7-30 0 0,2 1 1 0 0,-1 1 0 0 0,1 1 0 0 0,0 1-1 0 0,39-6 1 0 0,-46 9-75 0 0,-1 2 0 0 0,1-1 0 0 0,0 1 0 0 0,-1 1-1 0 0,1 0 1 0 0,-1 1 0 0 0,1 0 0 0 0,-1 1 0 0 0,0 0 0 0 0,23 11 0 0 0,-31-13-2 0 0,0 1-1 0 0,0 1 1 0 0,-1-1-1 0 0,1 0 1 0 0,-1 1 0 0 0,1 0-1 0 0,-1 0 1 0 0,0 0 0 0 0,0 0-1 0 0,0 0 1 0 0,-1 1 0 0 0,1-1-1 0 0,-1 1 1 0 0,0 0 0 0 0,0 0-1 0 0,0 0 1 0 0,1 4 0 0 0,-1-1 9 0 0,-1-1-1 0 0,0 0 1 0 0,0 0 0 0 0,-1 1 0 0 0,0-1 0 0 0,0 1 0 0 0,-1-1 0 0 0,1 0 0 0 0,-1 1-1 0 0,-3 8 1 0 0,-2 5 11 0 0,-1-1-1 0 0,-1-1 1 0 0,-1 1-1 0 0,-1-1 1 0 0,0-1-1 0 0,-17 22 1 0 0,-5 0 399 0 0,-65 61 0 0 0,25-28 152 0 0,6-11-302 0 0,44-42-123 0 0,-30 32-1 0 0,52-51-145 0 0,-1 0-1 0 0,1 0 0 0 0,0 1 1 0 0,0-1-1 0 0,0 0 0 0 0,-1 1 0 0 0,1-1 1 0 0,0 0-1 0 0,0 1 0 0 0,0-1 1 0 0,0 1-1 0 0,0-1 0 0 0,0 0 1 0 0,-1 1-1 0 0,1-1 0 0 0,0 1 0 0 0,0-1 1 0 0,0 0-1 0 0,0 1 0 0 0,1-1 1 0 0,-1 1-1 0 0,0-1 0 0 0,0 0 1 0 0,0 1-1 0 0,0-1 0 0 0,0 0 0 0 0,0 1 1 0 0,1-1-1 0 0,-1 1 0 0 0,0-1 1 0 0,0 0-1 0 0,0 0 0 0 0,1 1 1 0 0,-1-1-1 0 0,0 0 0 0 0,0 1 0 0 0,1-1 1 0 0,-1 0-1 0 0,0 0 0 0 0,1 1 1 0 0,-1-1-1 0 0,0 0 0 0 0,1 0 1 0 0,-1 0-1 0 0,1 0 0 0 0,-1 1 0 0 0,0-1 1 0 0,1 0-1 0 0,-1 0 0 0 0,0 0 1 0 0,1 0-1 0 0,-1 0 0 0 0,1 0 1 0 0,0 0-1 0 0,18 3 44 0 0,-19-3-46 0 0,29-1 45 0 0,-1-1 1 0 0,1-1-1 0 0,29-7 0 0 0,-15 2-9 0 0,82-17 36 0 0,28-4 107 0 0,-94 17-141 0 0,-57 12-1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55 1252 0 0,'-3'-3'1649'0'0,"0"-1"-227"0"0,0 0 1 0 0,0-1-1 0 0,0 1 0 0 0,-4-10 0 0 0,6 12-908 0 0,1 1-388 0 0,-1 0-1 0 0,0 0 0 0 0,0 0 1 0 0,1-1-1 0 0,-1 1 0 0 0,1 0 1 0 0,-1 0-1 0 0,1-1 0 0 0,0 1 1 0 0,-1 0-1 0 0,1-1 0 0 0,0-2 1 0 0,9 5-98 0 0,0 0 1 0 0,0 0-1 0 0,0 0 1 0 0,0 2-1 0 0,-1-1 1 0 0,1 1-1 0 0,-1 0 1 0 0,1 0-1 0 0,-1 1 1 0 0,0 0-1 0 0,-1 1 1 0 0,1 0-1 0 0,-1 0 1 0 0,12 11-1 0 0,-15-12-35 0 0,1 0 1 0 0,-1 1-1 0 0,0-1 0 0 0,0 1 0 0 0,0 0 0 0 0,-1 0 0 0 0,0 0 0 0 0,0 1 0 0 0,0-1 0 0 0,-1 1 0 0 0,0 0 0 0 0,0 0 1 0 0,0 0-1 0 0,0 0 0 0 0,-1 0 0 0 0,0 0 0 0 0,-1 0 0 0 0,1 0 0 0 0,-1 0 0 0 0,0 0 0 0 0,-1 0 0 0 0,-1 8 0 0 0,-1-4-4 0 0,0 0 1 0 0,-1 0-1 0 0,0-1 0 0 0,0 1 0 0 0,-1-1 0 0 0,-1 0 0 0 0,1 0 0 0 0,-1-1 0 0 0,-13 14 0 0 0,5-8 44 0 0,0 0-1 0 0,-1-2 1 0 0,0 1 0 0 0,-20 10 0 0 0,35-22-31 0 0,-1-1 0 0 0,1 1 0 0 0,0-1 0 0 0,-1 0 0 0 0,1 1 0 0 0,-1-1 0 0 0,1 0-1 0 0,0 0 1 0 0,-1 1 0 0 0,1-1 0 0 0,-1 0 0 0 0,1 0 0 0 0,-1 0 0 0 0,1 1 0 0 0,-1-1 0 0 0,1 0 0 0 0,-1 0 0 0 0,1 0 0 0 0,-1 0-1 0 0,1 0 1 0 0,-1 0 0 0 0,1 0 0 0 0,-1 0 0 0 0,1 0 0 0 0,-1 0 0 0 0,1 0 0 0 0,-1 0 0 0 0,1-1 0 0 0,-1 1 0 0 0,1 0 0 0 0,-1 0-1 0 0,1 0 1 0 0,-1-1 0 0 0,1 1 0 0 0,0 0 0 0 0,-1-1 0 0 0,0 0 0 0 0,1 1-1 0 0,0-1 1 0 0,-1 0-1 0 0,1 0 1 0 0,0 1-1 0 0,0-1 1 0 0,0 0-1 0 0,0 0 0 0 0,0 1 1 0 0,0-1-1 0 0,0 0 1 0 0,0 0-1 0 0,0 1 1 0 0,0-1-1 0 0,1 0 0 0 0,-1 0 1 0 0,0 1-1 0 0,0-1 1 0 0,1 0-1 0 0,0 0 0 0 0,8-11 27 0 0,0 0-1 0 0,1 2 0 0 0,1-1 0 0 0,0 1 0 0 0,0 1 0 0 0,17-12 0 0 0,-4 3 17 0 0,-1 0-21 0 0,114-97 139 0 0,-135 113-163 0 0,-1 1-1 0 0,1-1 1 0 0,0 0-1 0 0,-1 1 0 0 0,1-1 1 0 0,-1 0-1 0 0,0 0 1 0 0,1 0-1 0 0,-1 0 1 0 0,0 0-1 0 0,0 0 1 0 0,0 0-1 0 0,-1 0 1 0 0,1 0-1 0 0,0-1 1 0 0,0-2-1 0 0,-2 4 1 0 0,1 0 1 0 0,0 0-1 0 0,0 0 1 0 0,-1 0-1 0 0,1 1 1 0 0,-1-1-1 0 0,1 0 0 0 0,-1 0 1 0 0,1 0-1 0 0,-1 1 1 0 0,1-1-1 0 0,-1 0 1 0 0,0 0-1 0 0,1 1 0 0 0,-1-1 1 0 0,0 1-1 0 0,1-1 1 0 0,-1 1-1 0 0,0-1 1 0 0,0 1-1 0 0,0-1 0 0 0,1 1 1 0 0,-1 0-1 0 0,0-1 1 0 0,-2 1-1 0 0,-3-2 3 0 0,0 1-1 0 0,0 0 1 0 0,-1 1-1 0 0,1-1 1 0 0,0 1-1 0 0,0 0 1 0 0,-11 2 0 0 0,10 0-9 0 0,-1 0 1 0 0,1 0 0 0 0,0 1-1 0 0,1 0 1 0 0,-1 0 0 0 0,0 1 0 0 0,1 0-1 0 0,0 0 1 0 0,0 0 0 0 0,0 1 0 0 0,0 0-1 0 0,1 0 1 0 0,0 0 0 0 0,0 1-1 0 0,0 0 1 0 0,1 0 0 0 0,-7 10 0 0 0,9-12-1 0 0,0 0 0 0 0,0 0 0 0 0,1 0 1 0 0,-1 0-1 0 0,1 0 0 0 0,0 0 1 0 0,0 1-1 0 0,0-1 0 0 0,1 0 0 0 0,-1 1 1 0 0,1-1-1 0 0,0 0 0 0 0,1 1 0 0 0,-1-1 1 0 0,1 0-1 0 0,-1 0 0 0 0,1 1 1 0 0,1-1-1 0 0,-1 0 0 0 0,0 0 0 0 0,1 0 1 0 0,0 0-1 0 0,0 0 0 0 0,0-1 1 0 0,1 1-1 0 0,-1 0 0 0 0,1-1 0 0 0,0 0 1 0 0,0 0-1 0 0,5 5 0 0 0,1 0-97 0 0,0-2 0 0 0,1 1 0 0 0,0-1-1 0 0,0-1 1 0 0,0 1 0 0 0,0-2 0 0 0,14 5 0 0 0,-1-3-1839 0 0,0 0 0 0 0,33 3 0 0 0,-30-5-1640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4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32 420 0 0,'-1'-14'6665'0'0,"-3"-4"-1870"0"0,2 29-4479 0 0,-13 125 339 0 0,-2 22-773 0 0,9-54-4293 0 0,8-91 1756 0 0,1-1-608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97 1628 0 0,'-126'-12'10376'0'0,"123"12"-9818"0"0,-3-1 114 0 0,6-1-123 0 0,15-5 48 0 0,185-31 246 0 0,-107 22-752 0 0,-34 10-147 0 0,-10 1-2290 0 0,-15-2-3877 0 0,-23 4 1938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39 196 0 0,'-45'-35'9902'0'0,"44"34"-9393"0"0,-14-1 943 0 0,12 5-1196 0 0,1 0 0 0 0,-1 1 0 0 0,1-1 0 0 0,0 1 0 0 0,0-1-1 0 0,1 1 1 0 0,-1 0 0 0 0,1 0 0 0 0,0 0 0 0 0,0 0 0 0 0,0 0 0 0 0,0 4 0 0 0,-3 56 761 0 0,4-41-784 0 0,-1 24-370 0 0,2 0-1 0 0,3-1 1 0 0,1 1-1 0 0,3-1 1 0 0,14 51-1 0 0,-6-54-2427 0 0,-1-18-2916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105 125 1600 0 0,'-87'-10'7029'0'0,"87"10"-6991"0"0,-1 0 0 0 0,0 0 0 0 0,0 0 0 0 0,1 0 0 0 0,-1 0-1 0 0,0 0 1 0 0,1 0 0 0 0,-1-1 0 0 0,0 1 0 0 0,1 0-1 0 0,-1-1 1 0 0,0 1 0 0 0,1 0 0 0 0,-1-1 0 0 0,0 1 0 0 0,1-1-1 0 0,-1 1 1 0 0,1-1 0 0 0,-1 1 0 0 0,1-1 0 0 0,-1 1 0 0 0,1-1-1 0 0,0 1 1 0 0,-1-1 0 0 0,1 0 0 0 0,-1 1 0 0 0,1-1-1 0 0,0 0 1 0 0,0 1 0 0 0,-1-1 0 0 0,1 0 0 0 0,0 1 0 0 0,0-1-1 0 0,0 0 1 0 0,0 0 0 0 0,0 1 0 0 0,0-1 0 0 0,0 0-1 0 0,0 1 1 0 0,0-1 0 0 0,0 0 0 0 0,0 0 0 0 0,1 1 0 0 0,-1-1-1 0 0,0 0 1 0 0,0 1 0 0 0,1-2 0 0 0,1-1 39 0 0,0-1 1 0 0,0 1-1 0 0,0 0 0 0 0,0 0 1 0 0,1 0-1 0 0,4-5 0 0 0,2 1-25 0 0,0 0 0 0 0,1 1 0 0 0,-1 0 0 0 0,1 0 0 0 0,0 1 0 0 0,1 0 0 0 0,-1 1 0 0 0,1 1 0 0 0,0-1-1 0 0,0 1 1 0 0,0 1 0 0 0,0 0 0 0 0,0 1 0 0 0,1 0 0 0 0,-1 1 0 0 0,0 0 0 0 0,1 1 0 0 0,-1 0 0 0 0,0 0 0 0 0,17 5-1 0 0,-25-4-44 0 0,1-1-1 0 0,-1 0 0 0 0,1 1 1 0 0,-1 0-1 0 0,0-1 0 0 0,0 1 1 0 0,0 1-1 0 0,0-1 1 0 0,0 0-1 0 0,0 1 0 0 0,-1-1 1 0 0,1 1-1 0 0,-1 0 0 0 0,1 0 1 0 0,-1 0-1 0 0,0 0 0 0 0,0 0 1 0 0,2 6-1 0 0,-3-3-1 0 0,1-1 0 0 0,-1 1 1 0 0,0 0-1 0 0,0-1 0 0 0,-1 1 0 0 0,0 0 0 0 0,0-1 1 0 0,0 1-1 0 0,-1 0 0 0 0,1-1 0 0 0,-3 7 0 0 0,-2 6 2 0 0,-1 0 0 0 0,-1 0-1 0 0,0-1 1 0 0,-1 0 0 0 0,-1 0-1 0 0,-14 20 1 0 0,-33 44 776 0 0,55-79-336 0 0,18-4-374 0 0,63-14 5 0 0,-67 16-79 0 0,0-1 1 0 0,1 2 0 0 0,-1 0 0 0 0,0 0 0 0 0,0 1-1 0 0,0 1 1 0 0,15 5 0 0 0,-18-5 2 0 0,-1 0 0 0 0,1 1 0 0 0,-1 1 0 0 0,1 0 0 0 0,-1 0 0 0 0,-1 1 0 0 0,1 0 0 0 0,-1 0 0 0 0,12 12 0 0 0,-17-15 67 0 0,0 0 1 0 0,-1 0-1 0 0,1 1 0 0 0,-1-1 1 0 0,0 1-1 0 0,0-1 1 0 0,0 1-1 0 0,0 0 1 0 0,-1 0-1 0 0,1 0 1 0 0,-1 0-1 0 0,0 0 1 0 0,0 0-1 0 0,-1 0 1 0 0,1 0-1 0 0,-1 0 1 0 0,0 8-1 0 0,-1-6 25 0 0,0 0 0 0 0,-1 0 0 0 0,0-1-1 0 0,0 1 1 0 0,0 0 0 0 0,0-1 0 0 0,-1 0 0 0 0,0 1 0 0 0,0-1 0 0 0,0 0-1 0 0,-6 5 1 0 0,0 1 12 0 0,-1-1 0 0 0,0 0 0 0 0,-1 0 0 0 0,0-1 0 0 0,-1-1 0 0 0,0 0 0 0 0,0-1-1 0 0,0 0 1 0 0,-25 9 0 0 0,16-9-1 0 0,0-1-1 0 0,-44 7 1 0 0,58-12-99 0 0,0 0 0 0 0,0-1 1 0 0,0 0-1 0 0,0 0 0 0 0,0 0 0 0 0,0-1 1 0 0,0 0-1 0 0,0-1 0 0 0,0 1 1 0 0,0-1-1 0 0,0-1 0 0 0,1 1 0 0 0,-9-5 1 0 0,13 6-64 0 0,0-1 0 0 0,0 1 0 0 0,0 0 0 0 0,1-1 0 0 0,-1 1 0 0 0,0-1 0 0 0,1 0 0 0 0,-1 1 0 0 0,1-1 0 0 0,-1 0 0 0 0,1 0 0 0 0,0 0 0 0 0,0 0 0 0 0,0 0 0 0 0,0 0 0 0 0,0 0 0 0 0,1 0 0 0 0,-1 0 0 0 0,0-4 0 0 0,1 3-113 0 0,0 0 0 0 0,0-1 1 0 0,1 1-1 0 0,-1 0 0 0 0,1 0 0 0 0,0 0 0 0 0,-1 0 0 0 0,1 0 0 0 0,1 0 0 0 0,-1 0 0 0 0,0 0 0 0 0,3-3 0 0 0,4-6-767 0 0,1 0 0 0 0,0 2 0 0 0,1-1 0 0 0,20-17 0 0 0,14-10-3227 0 0,-21 20 1224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6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1992 0 0,'48'-49'8958'0'0,"-46"48"-8896"0"0,0 0 0 0 0,1 0-1 0 0,-1 0 1 0 0,0 0 0 0 0,0 0 0 0 0,1 1-1 0 0,-1-1 1 0 0,0 1 0 0 0,1-1-1 0 0,-1 1 1 0 0,0 0 0 0 0,1 0 0 0 0,-1 0-1 0 0,1 0 1 0 0,-1 0 0 0 0,0 1-1 0 0,1-1 1 0 0,-1 1 0 0 0,0 0 0 0 0,0-1-1 0 0,1 1 1 0 0,-1 0 0 0 0,3 2-1 0 0,5 1 3 0 0,0 1-1 0 0,0 1 0 0 0,14 9 0 0 0,-15-9-47 0 0,0 1-1 0 0,-1 0 1 0 0,0 1-1 0 0,0 0 0 0 0,-1 0 1 0 0,0 0-1 0 0,0 1 0 0 0,5 10 1 0 0,-9-14-11 0 0,0 1 0 0 0,-1 0 0 0 0,0-1-1 0 0,0 1 1 0 0,0 0 0 0 0,-1 0 0 0 0,0 0 0 0 0,0 0 0 0 0,-1 1 0 0 0,1-1 0 0 0,-1 0 0 0 0,-1 0 0 0 0,1 0 0 0 0,-1 0 0 0 0,-3 12 0 0 0,0-6 194 0 0,0 0 0 0 0,-1-1 1 0 0,0 0-1 0 0,-1 0 0 0 0,0 0 0 0 0,-1-1 1 0 0,0 0-1 0 0,-1 0 0 0 0,0-1 0 0 0,0 0 1 0 0,-1 0-1 0 0,0-1 0 0 0,-19 14 0 0 0,26-21-49 0 0,-2-1-20 0 0,4 0-121 0 0,-1 0 0 0 0,0 0 0 0 0,0 0-1 0 0,0 0 1 0 0,1 0 0 0 0,-1-1-1 0 0,0 1 1 0 0,0 0 0 0 0,0 0 0 0 0,1-1-1 0 0,-1 1 1 0 0,0 0 0 0 0,1-1-1 0 0,-1 1 1 0 0,0-1 0 0 0,1 1-1 0 0,-1-1 1 0 0,0 1 0 0 0,1-1 0 0 0,-1 1-1 0 0,1-1 1 0 0,-1 1 0 0 0,1-1-1 0 0,-1-1 1 0 0,0 0 1 0 0,1 1-1 0 0,0-1 1 0 0,0 1 0 0 0,0-1-1 0 0,0 0 1 0 0,0 1-1 0 0,1-1 1 0 0,-1 0 0 0 0,0 1-1 0 0,1-1 1 0 0,-1 1-1 0 0,1-1 1 0 0,-1 1 0 0 0,1-1-1 0 0,1-2 1 0 0,12-20 40 0 0,0 0-1 0 0,1 1 1 0 0,36-41 0 0 0,65-53-20 0 0,0-2 36 0 0,-115 118-68 0 0,0 0 1 0 0,0 0 0 0 0,0 0-1 0 0,0 0 1 0 0,0 0 0 0 0,0 0 0 0 0,0 0-1 0 0,-1-1 1 0 0,1 1 0 0 0,0 0-1 0 0,-1-1 1 0 0,1 1 0 0 0,-1 0-1 0 0,0-1 1 0 0,1-2 0 0 0,-1 4 0 0 0,0-1 1 0 0,-1 1-1 0 0,1 0 1 0 0,0-1-1 0 0,0 1 1 0 0,-1-1-1 0 0,1 1 1 0 0,0 0-1 0 0,0-1 1 0 0,-1 1-1 0 0,1 0 0 0 0,0 0 1 0 0,-1-1-1 0 0,1 1 1 0 0,-1 0-1 0 0,1 0 1 0 0,0 0-1 0 0,-1-1 1 0 0,1 1-1 0 0,-1 0 1 0 0,1 0-1 0 0,0 0 0 0 0,-1 0 1 0 0,1 0-1 0 0,-1 0 1 0 0,1 0-1 0 0,-1 0 1 0 0,1 0-1 0 0,-1 0 1 0 0,0 0-1 0 0,-3 0-2 0 0,0 0 0 0 0,1 1 0 0 0,-1 0 0 0 0,0 0 1 0 0,0 0-1 0 0,0 0 0 0 0,-5 2 0 0 0,-6 7 0 0 0,-1 0 1 0 0,1 1-1 0 0,1 1 1 0 0,0 0-1 0 0,1 1 1 0 0,0 0-1 0 0,1 1 1 0 0,0 0-1 0 0,1 1 1 0 0,1 1-1 0 0,1-1 1 0 0,0 2-1 0 0,1-1 1 0 0,0 1-1 0 0,2 0 1 0 0,-7 25-1 0 0,11-36 10 0 0,2 0-1 0 0,-1 0 1 0 0,0 0-1 0 0,1 0 1 0 0,0-1-1 0 0,1 1 1 0 0,-1 0-1 0 0,1 0 1 0 0,0 0-1 0 0,1-1 1 0 0,-1 1-1 0 0,1 0 1 0 0,0-1-1 0 0,0 1 1 0 0,1-1-1 0 0,0 0 1 0 0,0 0-1 0 0,0 0 1 0 0,0 0-1 0 0,1 0 1 0 0,6 6-1 0 0,-2-5-87 0 0,0 1 0 0 0,0-1 0 0 0,1 0 0 0 0,-1-1 0 0 0,1 0 1 0 0,0 0-1 0 0,1-1 0 0 0,-1 0 0 0 0,1-1 0 0 0,0 0 0 0 0,15 3 0 0 0,67 7-3711 0 0,-78-13 1929 0 0,1 0 1 0 0,18-2-1 0 0,-6-3-2059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58 872 0 0,'-17'-19'8768'0'0,"16"18"-8360"0"0,0 0-1 0 0,0-1 1 0 0,0 1-1 0 0,0-1 1 0 0,0 1-1 0 0,0-1 1 0 0,0 1-1 0 0,1-1 1 0 0,-1 0-1 0 0,1 1 1 0 0,-1-3-1 0 0,1 3-365 0 0,0 0-1 0 0,0 1 0 0 0,0-1 0 0 0,0 0 0 0 0,0 0 0 0 0,1 1 0 0 0,-1-1 0 0 0,0 0 0 0 0,0 1 0 0 0,1-1 0 0 0,-1 0 0 0 0,0 1 0 0 0,1-1 0 0 0,-1 0 0 0 0,1 1 0 0 0,-1-1 0 0 0,1 1 0 0 0,-1-1 0 0 0,1 0 0 0 0,-1 1 0 0 0,1-1 0 0 0,-1 1 0 0 0,1 0 0 0 0,0-1 0 0 0,-1 1 0 0 0,1 0 0 0 0,1-1 0 0 0,-1 0 90 0 0,2 1-39 0 0,1 0-77 0 0,-1-1-1 0 0,1 1 1 0 0,-1 0 0 0 0,1 0 0 0 0,0 1-1 0 0,-1-1 1 0 0,1 1 0 0 0,-1 0-1 0 0,1 0 1 0 0,-1 0 0 0 0,1 0-1 0 0,-1 1 1 0 0,0-1 0 0 0,1 1-1 0 0,-1 0 1 0 0,3 2 0 0 0,-4-2-12 0 0,1 0 0 0 0,-1 1 0 0 0,0-1 0 0 0,0 1 0 0 0,-1 0 0 0 0,1-1 0 0 0,0 1 0 0 0,-1 0 0 0 0,0 0 0 0 0,1 0 0 0 0,-1 0 0 0 0,0 0 0 0 0,-1 0 0 0 0,1 0 0 0 0,0 0 0 0 0,-1 1 0 0 0,0-1 0 0 0,0 5 0 0 0,0 2 0 0 0,-1-1 0 0 0,0 0 1 0 0,-1 1-1 0 0,0-1 0 0 0,0 0 0 0 0,-1 0 1 0 0,0 0-1 0 0,-7 13 0 0 0,-4 4 1 0 0,-25 32 0 0 0,23-34 8 0 0,-16 30-1 0 0,32-54-7 0 0,0 0-1 0 0,-1 1 0 0 0,1-1 0 0 0,0 1 0 0 0,0-1 1 0 0,0 0-1 0 0,-1 1 0 0 0,1-1 0 0 0,0 1 0 0 0,0-1 1 0 0,0 1-1 0 0,0-1 0 0 0,0 1 0 0 0,0-1 0 0 0,0 1 0 0 0,0-1 1 0 0,0 1-1 0 0,0-1 0 0 0,0 1 0 0 0,0-1 0 0 0,0 1 1 0 0,1-1-1 0 0,-1 0 0 0 0,0 1 0 0 0,0-1 0 0 0,0 1 1 0 0,1-1-1 0 0,-1 1 0 0 0,1-1 0 0 0,13 5 40 0 0,26-8-6 0 0,-37 2-29 0 0,374-82-1217 0 0,-130 14-6292 0 0,-170 48 2162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6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85 2528 0 0,'-86'-3'11629'0'0,"83"3"-10765"0"0,0 0-102 0 0,-11-1-109 0 0,10 0-120 0 0,-8 0 1200 0 0,21-2-1648 0 0,1-1-1 0 0,-1 1 1 0 0,0 0-1 0 0,1 1 1 0 0,0 0-1 0 0,17 0 1 0 0,8-3 19 0 0,21-6-386 0 0,94-16 932 0 0,-54 10-5774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7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35 2820 0 0,'-4'-5'2076'0'0,"-1"0"0"0"0,-1 0 0 0 0,1 1 0 0 0,-12-8 0 0 0,12 9-355 0 0,6 13-951 0 0,0 1 0 0 0,1 0 0 0 0,0-1 1 0 0,1 0-1 0 0,7 17 0 0 0,6 26 59 0 0,-2 27-454 0 0,-4 1 0 0 0,-1 126 1 0 0,-9-205-372 0 0,3 90-781 0 0,-2-78-321 0 0,1 0 1 0 0,5 16-1 0 0,2-7-1990 0 0,-3-11-2148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7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11 132 2108 0 0,'-2'-4'537'0'0,"1"1"1"0"0,-1-1-1 0 0,1 0 0 0 0,0 1 0 0 0,0-1 0 0 0,0 0 1 0 0,0 0-1 0 0,1 0 0 0 0,0 0 0 0 0,0 0 0 0 0,0-6 1 0 0,1 7-302 0 0,-1 0 1 0 0,1-1 0 0 0,0 1 0 0 0,0 0 0 0 0,0-1-1 0 0,1 1 1 0 0,-1 0 0 0 0,1 0 0 0 0,-1 0 0 0 0,1 0 0 0 0,4-4-1 0 0,-3 4-174 0 0,0 0 0 0 0,0 1 0 0 0,0-1-1 0 0,0 1 1 0 0,0 0 0 0 0,1 0-1 0 0,-1 0 1 0 0,1 0 0 0 0,0 0 0 0 0,-1 1-1 0 0,1 0 1 0 0,0-1 0 0 0,0 1 0 0 0,0 1-1 0 0,0-1 1 0 0,0 1 0 0 0,0-1-1 0 0,0 1 1 0 0,0 0 0 0 0,0 1 0 0 0,0-1-1 0 0,0 1 1 0 0,5 1 0 0 0,-2 0-20 0 0,1 0 0 0 0,-1 1 1 0 0,1 0-1 0 0,-1 0 0 0 0,0 1 0 0 0,0-1 1 0 0,-1 2-1 0 0,1-1 0 0 0,-1 1 1 0 0,0 0-1 0 0,0 0 0 0 0,-1 0 0 0 0,1 1 1 0 0,-1 0-1 0 0,0 0 0 0 0,-1 1 0 0 0,0-1 1 0 0,0 1-1 0 0,0 0 0 0 0,-1 0 0 0 0,1 0 1 0 0,-2 1-1 0 0,1-1 0 0 0,-1 1 0 0 0,0-1 1 0 0,-1 1-1 0 0,1 13 0 0 0,-2-6 85 0 0,0 0 0 0 0,-2 0-1 0 0,1 0 1 0 0,-2-1 0 0 0,0 1 0 0 0,-1 0-1 0 0,0-1 1 0 0,-1 0 0 0 0,-12 24-1 0 0,6-19 89 0 0,-1 0-1 0 0,0 0 1 0 0,-2-1-1 0 0,0-1 1 0 0,-31 30 0 0 0,43-45-173 0 0,-5 5 231 0 0,-1 0 1 0 0,1 0-1 0 0,-1-1 1 0 0,-1 0-1 0 0,-14 7 1 0 0,23-12-268 0 0,0-1 1 0 0,-1 0-1 0 0,1 0 0 0 0,0 0 0 0 0,-1 0 1 0 0,1 0-1 0 0,0 0 0 0 0,-1 0 1 0 0,1 0-1 0 0,0 0 0 0 0,-1-1 1 0 0,1 1-1 0 0,0 0 0 0 0,-1 0 0 0 0,1 0 1 0 0,0 0-1 0 0,-1 0 0 0 0,1-1 1 0 0,0 1-1 0 0,-1 0 0 0 0,1 0 1 0 0,0 0-1 0 0,0-1 0 0 0,-1 1 0 0 0,1 0 1 0 0,0 0-1 0 0,0-1 0 0 0,0 1 1 0 0,-1 0-1 0 0,1-1 0 0 0,0 1 1 0 0,0 0-1 0 0,0-1 0 0 0,0 1 0 0 0,0 0 1 0 0,-1-1-1 0 0,1 1 0 0 0,0 0 1 0 0,0-1-1 0 0,0 1 0 0 0,0 0 0 0 0,0-1 1 0 0,0 1-1 0 0,0 0 0 0 0,1-1 1 0 0,-2-14 42 0 0,3 5-29 0 0,0 0 1 0 0,0 0 0 0 0,1 0 0 0 0,1 1-1 0 0,-1-1 1 0 0,8-13 0 0 0,35-52 15 0 0,-36 61-34 0 0,121-155 61 0 0,-45 64-41 0 0,-42 53-22 0 0,-44 52 0 0 0,0 0-1 0 0,1 0 0 0 0,-1 0 0 0 0,0-1 0 0 0,0 1 1 0 0,1 0-1 0 0,-1 0 0 0 0,0 0 0 0 0,0-1 0 0 0,1 1 0 0 0,-1 0 1 0 0,0 0-1 0 0,0-1 0 0 0,1 1 0 0 0,-1 0 0 0 0,0-1 1 0 0,0 1-1 0 0,0 0 0 0 0,0-1 0 0 0,0 1 0 0 0,0 0 0 0 0,1-1 1 0 0,-1 1-1 0 0,0 0 0 0 0,0-1 0 0 0,0 1 0 0 0,0 0 1 0 0,0-1-1 0 0,0 1 0 0 0,0 0 0 0 0,0-1 0 0 0,0 1 0 0 0,-1 0 1 0 0,1 0-1 0 0,0-1 0 0 0,0 1 0 0 0,0 0 0 0 0,0-1 1 0 0,0 1-1 0 0,0 0 0 0 0,-1-1 0 0 0,1 1 0 0 0,0 0 0 0 0,0 0 1 0 0,-1-1-1 0 0,1 1 0 0 0,0 0 0 0 0,0 0 0 0 0,-1 0 1 0 0,1-1-1 0 0,0 1 0 0 0,0 0 0 0 0,-1 0 0 0 0,1 0 0 0 0,0 0 1 0 0,-1-1-1 0 0,1 1 0 0 0,0 0 0 0 0,-1 0 0 0 0,1 0 1 0 0,-1 0-1 0 0,-18 1-11 0 0,15 1 12 0 0,0 0 0 0 0,0 1 1 0 0,0-1-1 0 0,0 1 0 0 0,1 0 0 0 0,-1 0 1 0 0,1 0-1 0 0,-6 7 0 0 0,-22 32-33 0 0,24-33 27 0 0,0 2 3 0 0,1 0 0 0 0,-1 0 0 0 0,2 1 0 0 0,0 0 0 0 0,0 0 0 0 0,1 0 0 0 0,0 1 0 0 0,1-1 0 0 0,1 1 0 0 0,-2 19 0 0 0,4-25 6 0 0,-1 0 0 0 0,1-1-1 0 0,1 1 1 0 0,-1-1 0 0 0,1 1 0 0 0,0-1 0 0 0,1 1 0 0 0,0-1 0 0 0,0 0 0 0 0,0 0 0 0 0,1 0 0 0 0,-1 0 0 0 0,1 0 0 0 0,1 0 0 0 0,-1-1 0 0 0,1 0-1 0 0,0 1 1 0 0,0-1 0 0 0,1-1 0 0 0,0 1 0 0 0,-1-1 0 0 0,10 7 0 0 0,3-1-67 0 0,0-2 1 0 0,1 1-1 0 0,-1-2 1 0 0,2 0-1 0 0,-1-2 0 0 0,1 0 1 0 0,26 4-1 0 0,49 0-2744 0 0,-5-8-4229 0 0,-56-2 954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156 126 2012 0 0,'-39'-21'5442'0'0,"-37"-22"3436"0"0,74 41-8596 0 0,3 1-249 0 0,-1 0 1 0 0,0-1-1 0 0,1 1 0 0 0,0 0 0 0 0,-1-1 1 0 0,1 1-1 0 0,0 0 0 0 0,-1-1 0 0 0,1 1 1 0 0,0 0-1 0 0,0 0 0 0 0,0 0 0 0 0,0 0 1 0 0,0 0-1 0 0,0 0 0 0 0,0 0 0 0 0,0 0 1 0 0,1 1-1 0 0,1-2 0 0 0,27-12 178 0 0,-11 8-157 0 0,0 1 1 0 0,0 1-1 0 0,27-2 0 0 0,-36 5-48 0 0,0 0 0 0 0,-1 1 0 0 0,1 0-1 0 0,0 1 1 0 0,-1 0 0 0 0,1 1 0 0 0,-1 0 0 0 0,18 6 0 0 0,-24-6-5 0 0,0-1 0 0 0,1 1 0 0 0,-1-1 1 0 0,0 1-1 0 0,0 0 0 0 0,0 0 0 0 0,0 1 1 0 0,0-1-1 0 0,-1 1 0 0 0,1-1 0 0 0,-1 1 1 0 0,0 0-1 0 0,1 0 0 0 0,-1 0 0 0 0,-1 0 1 0 0,1 0-1 0 0,0 0 0 0 0,1 6 0 0 0,-2-4 1 0 0,0 0-1 0 0,0 0 0 0 0,-1 0 0 0 0,1 0 0 0 0,-1 0 0 0 0,0 1 1 0 0,-1-1-1 0 0,0 0 0 0 0,1 0 0 0 0,-2 0 0 0 0,-2 8 0 0 0,-3 6-3 0 0,-1-2-1 0 0,-1 1 0 0 0,-1-1 1 0 0,-1-1-1 0 0,-20 27 1 0 0,-42 43 410 0 0,72-85-252 0 0,1 0-154 0 0,0-1-1 0 0,0 0 1 0 0,0 1-1 0 0,0-1 1 0 0,1 0-1 0 0,-1 0 1 0 0,0 1-1 0 0,0-1 0 0 0,1 0 1 0 0,-1 0-1 0 0,0 0 1 0 0,0 1-1 0 0,1-1 1 0 0,-1 0-1 0 0,0 0 1 0 0,1 0-1 0 0,-1 0 1 0 0,0 0-1 0 0,1 0 1 0 0,-1 1-1 0 0,0-1 0 0 0,0 0 1 0 0,1 0-1 0 0,-1 0 1 0 0,0 0-1 0 0,1 0 1 0 0,-1 0-1 0 0,0 0 1 0 0,1 0-1 0 0,-1-1 1 0 0,0 1-1 0 0,1 0 1 0 0,21-2 19 0 0,-6 0-3 0 0,-3 2-18 0 0,1 0 1 0 0,-1 1-1 0 0,1 0 1 0 0,-1 1-1 0 0,0 1 1 0 0,0 0-1 0 0,0 1 1 0 0,0 0-1 0 0,0 1 1 0 0,-1 0-1 0 0,1 1 1 0 0,-1 0-1 0 0,-1 1 1 0 0,0 1-1 0 0,0 0 1 0 0,18 16-1 0 0,-25-20 11 0 0,0-1 0 0 0,0 1 0 0 0,0 1-1 0 0,0-1 1 0 0,-1 1 0 0 0,1-1 0 0 0,-1 1 0 0 0,-1 0-1 0 0,1 0 1 0 0,-1 0 0 0 0,0 0 0 0 0,0 1 0 0 0,0-1-1 0 0,1 7 1 0 0,-3-8 35 0 0,1 1 0 0 0,-1-1 0 0 0,0 1 0 0 0,-1-1 0 0 0,1 0 0 0 0,-1 1 0 0 0,0-1 1 0 0,0 1-1 0 0,0-1 0 0 0,0 0 0 0 0,-1 0 0 0 0,0 0 0 0 0,0 0 0 0 0,0 0 0 0 0,0 0 0 0 0,-1 0 0 0 0,0-1 0 0 0,-4 6 0 0 0,-5 4 29 0 0,0-2 0 0 0,-1 1 0 0 0,-1-1 0 0 0,0-1 1 0 0,0-1-1 0 0,-1 0 0 0 0,0-1 0 0 0,0 0 0 0 0,-1-1 0 0 0,-21 6 0 0 0,16-7-35 0 0,-1 0-1 0 0,0-2 1 0 0,0-1-1 0 0,0 0 1 0 0,0-2-1 0 0,0 0 1 0 0,-35-4-1 0 0,50 2-52 0 0,0 0 0 0 0,1 0 0 0 0,-1-1 0 0 0,1 0 0 0 0,0 0 0 0 0,-1-1-1 0 0,1 1 1 0 0,0-1 0 0 0,1-1 0 0 0,-7-3 0 0 0,10 6-113 0 0,0-1-1 0 0,0 0 1 0 0,1 0-1 0 0,-1 1 1 0 0,0-1 0 0 0,0 0-1 0 0,1 0 1 0 0,-1-1-1 0 0,1 1 1 0 0,0 0 0 0 0,0 0-1 0 0,0-1 1 0 0,0 1-1 0 0,0 0 1 0 0,0-1 0 0 0,0 1-1 0 0,1-1 1 0 0,0 0-1 0 0,-1 1 1 0 0,1-1 0 0 0,0 1-1 0 0,0-1 1 0 0,0 1 0 0 0,0-1-1 0 0,1 1 1 0 0,-1-1-1 0 0,1 0 1 0 0,1-2 0 0 0,4-9-1364 0 0,1-1 1 0 0,0 1 0 0 0,1 0 0 0 0,1 1 0 0 0,14-19-1 0 0,-21 30 1132 0 0,23-29-4756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40 120 0 0,'-61'-7'10034'0'0,"26"1"-6939"0"0,32 6-2585 0 0,6-2-436 0 0,0 0 0 0 0,0 1 0 0 0,1 0 0 0 0,-1 0 0 0 0,1 0 0 0 0,-1 0 0 0 0,7 0 0 0 0,-10 1-71 0 0,41-7-10 0 0,1 2 0 0 0,48 0 0 0 0,-18 11-4734 0 0,-55 3-2447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24 556 0 0,'-44'28'6580'0'0,"-8"5"503"0"0,52-33-7055 0 0,0 0 0 0 0,-1 0 0 0 0,1 0 0 0 0,0 0-1 0 0,0 0 1 0 0,0 0 0 0 0,0 0 0 0 0,-1 0 0 0 0,1 1 0 0 0,0-1 0 0 0,0 0 0 0 0,0 0 0 0 0,0 0 0 0 0,-1 0 0 0 0,1 0 0 0 0,0 0 0 0 0,0 0 0 0 0,0 1 0 0 0,0-1 0 0 0,0 0 0 0 0,0 0 0 0 0,0 0 0 0 0,-1 0 0 0 0,1 0 0 0 0,0 1 0 0 0,0-1 0 0 0,0 0 0 0 0,0 0 0 0 0,0 0 0 0 0,0 0 0 0 0,0 1 0 0 0,0-1 0 0 0,0 0 0 0 0,0 0 0 0 0,0 0 0 0 0,0 1-1 0 0,0-1 1 0 0,0 0 0 0 0,0 0 0 0 0,0 0 0 0 0,0 0 0 0 0,0 1 0 0 0,0-1 0 0 0,0 0 0 0 0,1 0 0 0 0,-1 0 0 0 0,0 0 0 0 0,0 1 0 0 0,0-1 0 0 0,0 0 0 0 0,0 0 0 0 0,0 0 0 0 0,0 0 0 0 0,1 0 0 0 0,-1 0 0 0 0,0 1 0 0 0,0-1 0 0 0,0 0 0 0 0,1 0 0 0 0,16 2 412 0 0,22-6-367 0 0,195-37-1341 0 0,-82 4-6290 0 0,-108 24 2378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69 520 0 0,'-39'-69'16690'0'0,"36"72"-15630"0"0,3-3-1032 0 0,-1 0-1 0 0,1 0 0 0 0,0 0 1 0 0,0 1-1 0 0,0-1 0 0 0,-1 0 1 0 0,1 0-1 0 0,0 0 0 0 0,0 0 1 0 0,0 0-1 0 0,-1 0 1 0 0,1 0-1 0 0,0 1 0 0 0,0-1 1 0 0,0 0-1 0 0,0 0 0 0 0,0 0 1 0 0,0 0-1 0 0,-1 1 0 0 0,1-1 1 0 0,0 0-1 0 0,0 0 0 0 0,0 0 1 0 0,0 1-1 0 0,0-1 0 0 0,0 0 1 0 0,0 0-1 0 0,0 0 1 0 0,0 1-1 0 0,0-1 0 0 0,0 0 1 0 0,0 0-1 0 0,0 1 0 0 0,0-1 1 0 0,0 0-1 0 0,0 0 0 0 0,0 0 1 0 0,0 1-1 0 0,16 113 4311 0 0,-7-58-3275 0 0,-2 1-1 0 0,-1 105 0 0 0,-13-89-692 0 0,-24 110 0 0 0,5-75-3258 0 0,26-107 2672 0 0,-5 23-2614 0 0,5-10-1009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1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114 167 1652 0 0,'-51'-118'19131'0'0,"51"116"-19078"0"0,-1 1 1 0 0,1 0 0 0 0,0 0 0 0 0,0 0 0 0 0,0 0 0 0 0,0 0 0 0 0,-1-1 0 0 0,1 1 0 0 0,1 0 0 0 0,-1 0 0 0 0,0 0 0 0 0,0 0 0 0 0,0 0-1 0 0,1-1 1 0 0,-1 1 0 0 0,0 0 0 0 0,1 0 0 0 0,-1 0 0 0 0,1 0 0 0 0,-1 0 0 0 0,1 0 0 0 0,0 0 0 0 0,-1 0 0 0 0,1 0 0 0 0,0 1 0 0 0,0-1-1 0 0,0 0 1 0 0,0 0 0 0 0,-1 1 0 0 0,1-1 0 0 0,0 0 0 0 0,0 1 0 0 0,0-1 0 0 0,0 1 0 0 0,1-1 0 0 0,-1 1 0 0 0,0-1 0 0 0,0 1 0 0 0,1 0-1 0 0,6-3-1 0 0,0 1 0 0 0,0 0 0 0 0,0 1-1 0 0,9-2 1 0 0,3 2-1 0 0,0 0 0 0 0,0 2-1 0 0,0 0 1 0 0,0 1 0 0 0,21 5-1 0 0,-28-4-53 0 0,0 0-1 0 0,0 2 1 0 0,0-1-1 0 0,-1 1 0 0 0,0 1 1 0 0,0 0-1 0 0,0 1 1 0 0,16 12-1 0 0,-25-17 2 0 0,0 1 0 0 0,-1-1 0 0 0,1 1 0 0 0,-1-1-1 0 0,1 1 1 0 0,-1 0 0 0 0,0 0 0 0 0,0 0 0 0 0,0 0 0 0 0,0 0 0 0 0,-1 0-1 0 0,1 1 1 0 0,-1-1 0 0 0,0 0 0 0 0,0 1 0 0 0,0-1 0 0 0,0 1 0 0 0,0 4-1 0 0,-1-3 4 0 0,-1 0-1 0 0,1 0 1 0 0,-1-1-1 0 0,0 1 0 0 0,0 0 1 0 0,-1 0-1 0 0,0-1 1 0 0,1 1-1 0 0,-1-1 0 0 0,-1 1 1 0 0,-4 7-1 0 0,-5 3 2 0 0,0 0 0 0 0,-2 0 1 0 0,1-2-1 0 0,-2 1 0 0 0,-24 16 0 0 0,2-4 49 0 0,-56 27-1 0 0,42-25 333 0 0,49-26-196 0 0,-2-7-136 0 0,2 3-31 0 0,10-5-17 0 0,2 2-1 0 0,0 0-1 0 0,0 0 0 0 0,1 1 1 0 0,-1 0-1 0 0,1 1 1 0 0,0 0-1 0 0,0 1 0 0 0,0 0 1 0 0,0 1-1 0 0,0 0 0 0 0,1 1 1 0 0,-1 0-1 0 0,0 1 1 0 0,0 0-1 0 0,0 0 0 0 0,16 5 1 0 0,-15-2 17 0 0,1 0 1 0 0,-1 0-1 0 0,0 1 1 0 0,0 1-1 0 0,0 0 1 0 0,-1 0 0 0 0,0 1-1 0 0,0 1 1 0 0,-1-1-1 0 0,0 2 1 0 0,0 0-1 0 0,-1 0 1 0 0,16 21 0 0 0,-20-24 52 0 0,-1 1 0 0 0,0 0 0 0 0,0 0 0 0 0,-1 0 0 0 0,0 0 0 0 0,0 0 1 0 0,-1 1-1 0 0,0 0 0 0 0,0-1 0 0 0,-1 1 0 0 0,0 0 0 0 0,0 0 0 0 0,-1 0 1 0 0,0-1-1 0 0,-1 12 0 0 0,0-13-10 0 0,-1 1 1 0 0,1-1-1 0 0,-1 0 1 0 0,0 0-1 0 0,-1 0 0 0 0,1 0 1 0 0,-1-1-1 0 0,0 1 1 0 0,-1-1-1 0 0,1 0 1 0 0,-1 0-1 0 0,0 0 0 0 0,-1 0 1 0 0,1-1-1 0 0,-1 1 1 0 0,0-1-1 0 0,0 0 1 0 0,0-1-1 0 0,-9 6 0 0 0,1-3-18 0 0,0 0-1 0 0,0-1 0 0 0,-1 0 1 0 0,1-1-1 0 0,-1-1 0 0 0,0 0 0 0 0,0-1 1 0 0,0 0-1 0 0,-21-1 0 0 0,-11-3-2533 0 0,-72-11 0 0 0,56 4-3040 0 0,26 4-193 0 0,-2-2-2965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1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2060 0 0,'2'-9'657'0'0,"0"0"1"0"0,1-1-1 0 0,0 1 0 0 0,0 0 0 0 0,1 0 1 0 0,0 1-1 0 0,1-1 0 0 0,-1 1 0 0 0,2 0 0 0 0,-1 0 1 0 0,8-7-1 0 0,-3 5-392 0 0,0 0 1 0 0,0 1-1 0 0,1 1 1 0 0,0-1-1 0 0,0 2 0 0 0,1 0 1 0 0,15-7-1 0 0,-8 6-259 0 0,0 0 0 0 0,1 2 0 0 0,-1 0 0 0 0,1 2 0 0 0,0 0 0 0 0,0 1 0 0 0,0 1 0 0 0,1 1 0 0 0,-1 0 0 0 0,31 4 0 0 0,-41-1-4 0 0,0 0-1 0 0,0 0 1 0 0,0 1 0 0 0,0 0 0 0 0,-1 0-1 0 0,1 1 1 0 0,-1 1 0 0 0,0-1 0 0 0,0 1-1 0 0,9 8 1 0 0,-14-10 1 0 0,-1 0 0 0 0,1 0 0 0 0,-1 0 1 0 0,0 1-1 0 0,0-1 0 0 0,0 1 0 0 0,-1-1 0 0 0,1 1 0 0 0,-1 0 0 0 0,0 0 0 0 0,0 0 0 0 0,-1 1 0 0 0,1-1 1 0 0,-1 0-1 0 0,0 1 0 0 0,0-1 0 0 0,0 1 0 0 0,0-1 0 0 0,-1 1 0 0 0,0-1 0 0 0,0 1 0 0 0,0-1 0 0 0,-1 1 1 0 0,1 0-1 0 0,-2 4 0 0 0,-2 4 22 0 0,0 1 1 0 0,-2-1-1 0 0,1 1 1 0 0,-1-2-1 0 0,-1 1 1 0 0,-1-1 0 0 0,0 0-1 0 0,0 0 1 0 0,-15 15-1 0 0,-9 7 1031 0 0,-56 44 0 0 0,86-77-970 0 0,2-1-81 0 0,0 0 0 0 0,0 0 0 0 0,0 0-1 0 0,-1 0 1 0 0,1 0 0 0 0,0 1-1 0 0,0-1 1 0 0,0 0 0 0 0,0 0 0 0 0,-1 0-1 0 0,1 0 1 0 0,0 0 0 0 0,0 0 0 0 0,0 1-1 0 0,0-1 1 0 0,0 0 0 0 0,0 0-1 0 0,-1 0 1 0 0,1 0 0 0 0,0 1 0 0 0,0-1-1 0 0,0 0 1 0 0,0 0 0 0 0,0 0 0 0 0,0 1-1 0 0,0-1 1 0 0,0 0 0 0 0,0 0 0 0 0,0 0-1 0 0,0 1 1 0 0,0-1 0 0 0,0 0-1 0 0,0 0 1 0 0,0 0 0 0 0,0 1 0 0 0,0-1-1 0 0,0 0 1 0 0,0 0 0 0 0,0 0 0 0 0,0 0-1 0 0,1 1 1 0 0,59-3 65 0 0,-39 0-64 0 0,1 2 1 0 0,-1 0 0 0 0,1 1 0 0 0,-1 1 0 0 0,0 1 0 0 0,34 9-1 0 0,-35-6 1 0 0,0 1-1 0 0,0 2 1 0 0,-1 0-1 0 0,22 13 1 0 0,-36-19 2 0 0,0 1-1 0 0,-1 0 1 0 0,1 0 0 0 0,-1 0-1 0 0,1 1 1 0 0,-1-1 0 0 0,-1 1 0 0 0,6 7-1 0 0,-7-8 2 0 0,-1-1-1 0 0,1 1 0 0 0,-1 0 0 0 0,1 0 0 0 0,-1-1 1 0 0,0 1-1 0 0,-1 0 0 0 0,1 0 0 0 0,-1 0 1 0 0,0 0-1 0 0,0 0 0 0 0,0 0 0 0 0,0 0 1 0 0,-1 5-1 0 0,-1 0 31 0 0,0-1 0 0 0,-1 1 0 0 0,0-1 1 0 0,0 0-1 0 0,-1 0 0 0 0,0 0 0 0 0,0 0 0 0 0,-1-1 0 0 0,0 1 1 0 0,0-1-1 0 0,-10 10 0 0 0,6-8 0 0 0,-1-1 0 0 0,0 0 0 0 0,0 0 0 0 0,-1-1 0 0 0,0 0 0 0 0,0-1 0 0 0,-16 6 0 0 0,4-3-1 0 0,-1-2-1 0 0,1-1 1 0 0,-1 0-1 0 0,-1-2 1 0 0,1-1-1 0 0,0-1 1 0 0,-47-1 0 0 0,64-1-123 0 0,-1-1 0 0 0,1 1 1 0 0,0-1-1 0 0,0 0 1 0 0,0-1-1 0 0,1 0 1 0 0,-1 0-1 0 0,-11-5 0 0 0,18 7-6 0 0,-1-1 0 0 0,1 1-1 0 0,-1 0 1 0 0,0-1-1 0 0,1 1 1 0 0,-1-1-1 0 0,1 1 1 0 0,-1-1-1 0 0,1 1 1 0 0,0-1-1 0 0,-1 1 1 0 0,1-1-1 0 0,-1 1 1 0 0,1-1 0 0 0,0 1-1 0 0,-1-1 1 0 0,1 0-1 0 0,0 1 1 0 0,0-1-1 0 0,0 0 1 0 0,-1 1-1 0 0,1-1 1 0 0,0 0-1 0 0,0 1 1 0 0,0-1-1 0 0,0 0 1 0 0,0 1 0 0 0,0-1-1 0 0,0 0 1 0 0,1 1-1 0 0,-1-1 1 0 0,0 0-1 0 0,0 1 1 0 0,0-1-1 0 0,1 0 1 0 0,11-19-5562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41 137 1160 0 0,'-2'-1'2030'0'0,"-7"-4"206"0"0,-15-7 1766 0 0,24 12-3961 0 0,0 0-1 0 0,-1 0 0 0 0,1 0 1 0 0,0 0-1 0 0,0 0 1 0 0,-1 0-1 0 0,1 0 0 0 0,0 0 1 0 0,0 0-1 0 0,-1 0 1 0 0,1-1-1 0 0,0 1 0 0 0,0 0 1 0 0,0 0-1 0 0,-1 0 1 0 0,1 0-1 0 0,0 0 0 0 0,0-1 1 0 0,0 1-1 0 0,0 0 1 0 0,-1 0-1 0 0,1 0 0 0 0,0-1 1 0 0,0 1-1 0 0,0 0 1 0 0,0 0-1 0 0,0-1 1 0 0,0 1-1 0 0,-1 0 0 0 0,1 0 1 0 0,0-1-1 0 0,0 1 1 0 0,0 0-1 0 0,0 0 0 0 0,0-1 1 0 0,0 1-1 0 0,0 0 1 0 0,0 0-1 0 0,0-1 0 0 0,0 1 1 0 0,0 0-1 0 0,0 0 1 0 0,1-1-1 0 0,-1 1 0 0 0,0 0 1 0 0,0 0-1 0 0,0-1 1 0 0,0 1-1 0 0,0 0 0 0 0,0 0 1 0 0,1 0-1 0 0,-1-1 1 0 0,0 1-1 0 0,0 0 1 0 0,0 0-1 0 0,0 0 0 0 0,1-1 1 0 0,2 1-22 0 0,-1 0 0 0 0,1-1 0 0 0,-1 1 0 0 0,1 0 0 0 0,0 0 0 0 0,-1 1 0 0 0,1-1 1 0 0,-1 1-1 0 0,1-1 0 0 0,-1 1 0 0 0,1 0 0 0 0,-1-1 0 0 0,3 3 0 0 0,2-1 28 0 0,3 1-15 0 0,0 1 0 0 0,-1 0 0 0 0,1 0 0 0 0,-1 1 0 0 0,0 0 0 0 0,0 1 0 0 0,-1 0 0 0 0,1 0 0 0 0,-2 1 1 0 0,9 8-1 0 0,-12-12 52 0 0,-1 1 1 0 0,0 0-1 0 0,-1 0 1 0 0,1 0 0 0 0,-1 0-1 0 0,1 1 1 0 0,-1-1-1 0 0,-1 0 1 0 0,1 1-1 0 0,0 0 1 0 0,-1-1 0 0 0,0 1-1 0 0,0 0 1 0 0,-1 0-1 0 0,1-1 1 0 0,-1 1 0 0 0,0 0-1 0 0,0 0 1 0 0,-1 0-1 0 0,1 0 1 0 0,-1-1-1 0 0,0 1 1 0 0,-2 5 0 0 0,-2 2 192 0 0,0-1 0 0 0,-1 0 1 0 0,0-1-1 0 0,-1 0 1 0 0,-12 16-1 0 0,2-4 576 0 0,10-15-485 0 0,3-9-77 0 0,4 1-281 0 0,0 0 0 0 0,0 0 0 0 0,-1 0 0 0 0,1 1 0 0 0,0-1 0 0 0,0 0 0 0 0,0 0 0 0 0,0 0 1 0 0,1 0-1 0 0,-1 0 0 0 0,0 1 0 0 0,0-1 0 0 0,0 0 0 0 0,1 0 0 0 0,-1 0 0 0 0,1-1 0 0 0,21-33 37 0 0,1 1 0 0 0,51-55 0 0 0,-20 25-36 0 0,-33 38-11 0 0,-7 10 2 0 0,-1 0 1 0 0,-1 0 0 0 0,0-2-1 0 0,15-30 1 0 0,-27 47-5 0 0,1 0 0 0 0,-1 0 1 0 0,1 0-1 0 0,-1 0 0 0 0,0 1 0 0 0,1-1 0 0 0,-1 0 1 0 0,0 0-1 0 0,0 0 0 0 0,0 0 0 0 0,0 0 1 0 0,0 0-1 0 0,0 0 0 0 0,0 0 0 0 0,0 0 0 0 0,0 0 1 0 0,-1-2-1 0 0,1 3 0 0 0,-1 0 0 0 0,1-1 1 0 0,0 1-1 0 0,-1 0 0 0 0,1-1 0 0 0,0 1 1 0 0,-1 0-1 0 0,1 0 0 0 0,-1-1 0 0 0,1 1 1 0 0,0 0-1 0 0,-1 0 0 0 0,1 0 0 0 0,-1-1 1 0 0,1 1-1 0 0,-1 0 0 0 0,1 0 0 0 0,-1 0 1 0 0,1 0-1 0 0,-1 0 0 0 0,1 0 0 0 0,0 0 1 0 0,-1 0-1 0 0,1 0 0 0 0,-1 1 0 0 0,-3-1 0 0 0,1 1 0 0 0,0 0-1 0 0,0 0 1 0 0,0 1 0 0 0,0-1-1 0 0,0 1 1 0 0,0-1 0 0 0,-4 4-1 0 0,-5 4-6 0 0,1 1 0 0 0,1 0 0 0 0,-1 1 0 0 0,1 0 0 0 0,1 1 0 0 0,-12 20 0 0 0,18-28 13 0 0,0 1-1 0 0,0 0 0 0 0,1 0 0 0 0,-1 0 0 0 0,1 1 0 0 0,1-1 1 0 0,-1 0-1 0 0,1 1 0 0 0,0-1 0 0 0,0 1 0 0 0,0-1 1 0 0,1 1-1 0 0,0 0 0 0 0,0-1 0 0 0,0 1 0 0 0,1 0 1 0 0,0-1-1 0 0,0 1 0 0 0,0-1 0 0 0,3 7 0 0 0,-1-6 8 0 0,1-1-1 0 0,-1 0 0 0 0,1 0 1 0 0,1 0-1 0 0,-1 0 1 0 0,0-1-1 0 0,1 0 0 0 0,0 0 1 0 0,0 0-1 0 0,0 0 0 0 0,1-1 1 0 0,-1 0-1 0 0,1 0 1 0 0,10 3-1 0 0,5 2-273 0 0,-1-1-1 0 0,43 7 1 0 0,-39-11-1312 0 0,1 0 0 0 0,49-1 0 0 0,-52-3-1787 0 0,37-8 0 0 0,-33 4-37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58 416 0 0,'6'-15'5663'0'0,"1"-27"5088"0"0,-5 57-9523 0 0,17 189 850 0 0,-16-147-2862 0 0,1-1-1 0 0,25 110 1 0 0,-27-160 197 0 0,0 1 0 0 0,1-1-1 0 0,0 0 1 0 0,0 0 0 0 0,5 7 0 0 0,13 11-5278 0 0,-7-13-126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91 956 0 0,'-55'-9'5862'0'0,"29"4"-1828"0"0,-1 1-1 0 0,-30 0 1 0 0,93 4-2701 0 0,64-2-392 0 0,216-38-253 0 0,-181 18-4485 0 0,-127 21 2607 0 0,10-3-367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18 2576 0 0,'-2'-2'2133'0'0,"0"0"-1159"0"0,-1 0 0 0 0,0 0-1 0 0,0 1 1 0 0,0-1 0 0 0,0 0 0 0 0,0 1 0 0 0,0 0-1 0 0,-4-1 1 0 0,6 2-877 0 0,0 0-1 0 0,0 0 0 0 0,0 0 0 0 0,0 0 1 0 0,1 0-1 0 0,-1 0 0 0 0,0 0 1 0 0,0 1-1 0 0,0-1 0 0 0,0 0 1 0 0,1 1-1 0 0,-1-1 0 0 0,0 1 1 0 0,0-1-1 0 0,1 1 0 0 0,-1-1 1 0 0,0 1-1 0 0,1-1 0 0 0,-1 1 1 0 0,1 0-1 0 0,-1-1 0 0 0,1 1 0 0 0,-1 0 1 0 0,1 0-1 0 0,-1-1 0 0 0,1 1 1 0 0,-1 0-1 0 0,1 0 0 0 0,0 0 1 0 0,0-1-1 0 0,-1 1 0 0 0,1 0 1 0 0,0 0-1 0 0,0 0 0 0 0,0 0 1 0 0,0 1-1 0 0,-14 61 1578 0 0,-8 107 1 0 0,20-130-2613 0 0,1 0 0 0 0,3 1 1 0 0,11 73-1 0 0,-3-80-1873 0 0,0-14-2402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2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97 476 0 0,'-9'-8'3069'0'0,"1"0"0"0"0,0-1 0 0 0,-11-15 1 0 0,19 23-3016 0 0,0 0 0 0 0,-1 0 0 0 0,1 1 0 0 0,0-1 0 0 0,-1 0 0 0 0,1 0 0 0 0,0 0 0 0 0,0 0 0 0 0,0 0 0 0 0,0 1 0 0 0,0-1 0 0 0,0 0 0 0 0,0 0 0 0 0,0 0 0 0 0,0 0 0 0 0,0 0 0 0 0,1 1 0 0 0,-1-1 0 0 0,0 0 0 0 0,0 0 0 0 0,1 0 0 0 0,-1 1 0 0 0,1-1 0 0 0,-1 0 0 0 0,1 0 0 0 0,-1 1 0 0 0,1-1 0 0 0,-1 0 0 0 0,1 1 0 0 0,-1-1 0 0 0,1 1 0 0 0,0-1 0 0 0,-1 1 0 0 0,1-1 0 0 0,0 1 0 0 0,0-1 0 0 0,-1 1 1 0 0,1-1-1 0 0,0 1 0 0 0,0 0 0 0 0,1-1 0 0 0,33-11 512 0 0,-20 10-490 0 0,-1 0 0 0 0,1 1 1 0 0,0 0-1 0 0,-1 2 0 0 0,1-1 0 0 0,-1 2 0 0 0,17 3 0 0 0,-21-3-63 0 0,0 0 0 0 0,-1 1 0 0 0,1 0 0 0 0,-1 0 0 0 0,1 2 0 0 0,-1-1 0 0 0,0 1 0 0 0,0 0-1 0 0,-1 1 1 0 0,0 0 0 0 0,8 7 0 0 0,-13-11-7 0 0,-1 1-1 0 0,0-1 1 0 0,0 1-1 0 0,0 0 0 0 0,0 0 1 0 0,-1 0-1 0 0,1 0 1 0 0,-1 0-1 0 0,1 0 1 0 0,-1 0-1 0 0,0 1 1 0 0,0-1-1 0 0,-1 0 1 0 0,1 1-1 0 0,-1-1 1 0 0,1 4-1 0 0,-2-1 41 0 0,1 1 0 0 0,-1-1 0 0 0,0 1 0 0 0,0-1 0 0 0,-1 0 0 0 0,0 0 0 0 0,-5 12 0 0 0,-3 2 240 0 0,-1 0 0 0 0,-1-1 0 0 0,-25 29 1 0 0,-91 103 605 0 0,127-151-888 0 0,1 1 1 0 0,0-1-1 0 0,-1 0 0 0 0,1 1 0 0 0,-1-1 0 0 0,1 0 0 0 0,0 1 0 0 0,-1-1 0 0 0,1 1 0 0 0,0-1 0 0 0,-1 1 0 0 0,1-1 0 0 0,0 1 1 0 0,0-1-1 0 0,-1 1 0 0 0,1-1 0 0 0,0 1 0 0 0,0-1 0 0 0,0 1 0 0 0,0 0 0 0 0,0-1 0 0 0,0 1 0 0 0,0-1 0 0 0,0 1 0 0 0,0-1 1 0 0,0 1-1 0 0,0 0 0 0 0,0-1 0 0 0,0 1 0 0 0,0-1 0 0 0,0 1 0 0 0,1-1 0 0 0,-1 1 0 0 0,0-1 0 0 0,0 1 0 0 0,1-1 0 0 0,-1 1 1 0 0,0-1-1 0 0,1 1 0 0 0,-1-1 0 0 0,0 0 0 0 0,1 1 0 0 0,-1-1 0 0 0,1 1 0 0 0,-1-1 0 0 0,1 0 0 0 0,-1 0 0 0 0,1 1 0 0 0,-1-1 0 0 0,1 0 1 0 0,-1 0-1 0 0,1 1 0 0 0,-1-1 0 0 0,1 0 0 0 0,-1 0 0 0 0,1 0 0 0 0,0 0 0 0 0,31 1 74 0 0,-31-1-79 0 0,58-6-833 0 0,103-24-1 0 0,-21-12-5688 0 0,-112 31 2964 0 0,1 1-1450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3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80 140 1796 0 0,'-79'-68'14517'0'0,"79"67"-14509"0"0,0 1 0 0 0,0 0-1 0 0,0 0 1 0 0,0 0-1 0 0,0 0 1 0 0,0 0-1 0 0,0-1 1 0 0,0 1-1 0 0,0 0 1 0 0,0 0-1 0 0,0 0 1 0 0,-1 0-1 0 0,1 0 1 0 0,1-1-1 0 0,-1 1 1 0 0,0 0-1 0 0,0 0 1 0 0,0 0-1 0 0,0 0 1 0 0,0-1-1 0 0,0 1 1 0 0,0 0-1 0 0,0 0 1 0 0,0 0-1 0 0,0 0 1 0 0,0 0-1 0 0,0-1 1 0 0,0 1-1 0 0,0 0 1 0 0,0 0-1 0 0,1 0 1 0 0,-1 0-1 0 0,0 0 1 0 0,0 0-1 0 0,0 0 1 0 0,0-1-1 0 0,0 1 1 0 0,0 0-1 0 0,1 0 1 0 0,-1 0-1 0 0,0 0 1 0 0,0 0-1 0 0,0 0 1 0 0,0 0-1 0 0,1 0 1 0 0,-1 0-1 0 0,0 0 1 0 0,0 0-1 0 0,0 0 1 0 0,0 0-1 0 0,0 0 1 0 0,1 0-1 0 0,-1 0 1 0 0,0 0-1 0 0,0 0 1 0 0,0 0-1 0 0,1 0 1 0 0,12-1 142 0 0,-11 0-119 0 0,7 2 7 0 0,0 1 0 0 0,0-1 0 0 0,0 2-1 0 0,0-1 1 0 0,0 1 0 0 0,0 0 0 0 0,-1 1-1 0 0,1 0 1 0 0,-1 0 0 0 0,0 1 0 0 0,0 0 0 0 0,-1 0-1 0 0,1 1 1 0 0,-1 0 0 0 0,0 1 0 0 0,6 7-1 0 0,-8-8-13 0 0,-1 0-1 0 0,0 1 0 0 0,0-1 0 0 0,0 1 0 0 0,-1 0 0 0 0,0 0 1 0 0,-1 0-1 0 0,1 1 0 0 0,-1-1 0 0 0,-1 1 0 0 0,1-1 0 0 0,-1 1 1 0 0,-1-1-1 0 0,1 1 0 0 0,-1 0 0 0 0,0-1 0 0 0,-1 1 0 0 0,0-1 1 0 0,-3 12-1 0 0,2-7 20 0 0,-2 0 1 0 0,1-1 0 0 0,-1 1 0 0 0,-1 0 0 0 0,0-1 0 0 0,-1 0-1 0 0,0 0 1 0 0,-1-1 0 0 0,0 0 0 0 0,0 0 0 0 0,-1 0-1 0 0,0-1 1 0 0,-17 14 0 0 0,24-22-43 0 0,1-1 0 0 0,0 0 1 0 0,0 0-1 0 0,-1 1 0 0 0,1-1 0 0 0,0 0 0 0 0,0 0 0 0 0,-1 0 0 0 0,1 0 1 0 0,0 0-1 0 0,0 1 0 0 0,-1-1 0 0 0,1 0 0 0 0,0 0 0 0 0,-1 0 1 0 0,1 0-1 0 0,0 0 0 0 0,0 0 0 0 0,-1 0 0 0 0,1 0 0 0 0,0 0 1 0 0,-1 0-1 0 0,1 0 0 0 0,0 0 0 0 0,-1 0 0 0 0,1 0 0 0 0,0 0 1 0 0,0 0-1 0 0,-1-1 0 0 0,1 1 0 0 0,0 0 0 0 0,0 0 0 0 0,-1 0 0 0 0,1 0 1 0 0,0 0-1 0 0,0-1 0 0 0,-1 1 0 0 0,1 0 0 0 0,0 0 0 0 0,0-1 1 0 0,0 1-1 0 0,-1 0 0 0 0,1 0 0 0 0,0-1 0 0 0,0 1 0 0 0,0 0 1 0 0,0 0-1 0 0,0-1 0 0 0,-1 1 0 0 0,1 0 0 0 0,0-1 0 0 0,0 1 1 0 0,0 0-1 0 0,0 0 0 0 0,0-1 0 0 0,0 1 0 0 0,0 0 0 0 0,0-1 0 0 0,0 1 1 0 0,0 0-1 0 0,1-1 0 0 0,-1-19 2 0 0,4 3-5 0 0,2 1-1 0 0,0 0 1 0 0,0 0-1 0 0,2 1 0 0 0,14-24 1 0 0,58-70-24 0 0,-46 64 23 0 0,63-91-15 0 0,-95 123-12 0 0,-2 12 28 0 0,0 1 1 0 0,0 0-1 0 0,0-1 1 0 0,0 1-1 0 0,1 0 1 0 0,-1 0-1 0 0,0-1 1 0 0,0 1-1 0 0,0 0 1 0 0,-1-1-1 0 0,1 1 1 0 0,0 0-1 0 0,0 0 1 0 0,0-1-1 0 0,0 1 1 0 0,0 0-1 0 0,0-1 1 0 0,0 1-1 0 0,0 0 1 0 0,0 0-1 0 0,-1-1 1 0 0,1 1-1 0 0,0 0 1 0 0,0 0-1 0 0,0 0 1 0 0,-1-1-1 0 0,1 1 1 0 0,0 0-1 0 0,0 0 1 0 0,0 0-1 0 0,-1 0 1 0 0,1-1-1 0 0,0 1 1 0 0,-1 0-1 0 0,1 0 1 0 0,0 0-1 0 0,0 0 1 0 0,-1 0-1 0 0,1 0 1 0 0,0 0-1 0 0,0 0 1 0 0,-1 0-1 0 0,-10 4-1 0 0,1 1 0 0 0,-1 1 0 0 0,1 0 1 0 0,0 0-1 0 0,1 1 0 0 0,0 1 0 0 0,0-1 0 0 0,0 1 0 0 0,1 1 0 0 0,-13 17 1 0 0,11-13 0 0 0,0 1 0 0 0,1 0 0 0 0,1 0 1 0 0,0 1-1 0 0,1 0 0 0 0,1 0 0 0 0,-6 23 1 0 0,10-32 9 0 0,1-1 0 0 0,0 1 0 0 0,1 0 0 0 0,-1-1 0 0 0,1 1 0 0 0,0 0 0 0 0,0-1 0 0 0,1 1 0 0 0,-1 0 1 0 0,1-1-1 0 0,1 1 0 0 0,-1-1 0 0 0,1 1 0 0 0,0-1 0 0 0,0 1 0 0 0,0-1 0 0 0,6 8 0 0 0,-2-6-92 0 0,0 0-1 0 0,0 0 0 0 0,1 0 0 0 0,0-1 1 0 0,0 0-1 0 0,1 0 0 0 0,-1-1 1 0 0,1 0-1 0 0,1 0 0 0 0,8 4 1 0 0,19 7-1093 0 0,1-2 1 0 0,1-2-1 0 0,40 9 1 0 0,50 4-4841 0 0,-79-17 1408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86 2744 0 0,'-24'-10'3364'0'0,"11"5"-1101"0"0,0 0 0 0 0,1-1 1 0 0,-17-11-1 0 0,28 16-2242 0 0,1 1 1 0 0,0 0-1 0 0,0-1 1 0 0,0 1-1 0 0,0 0 1 0 0,0-1-1 0 0,0 1 1 0 0,0 0 0 0 0,0-1-1 0 0,0 1 1 0 0,0 0-1 0 0,0-1 1 0 0,0 1-1 0 0,0 0 1 0 0,0-1-1 0 0,0 1 1 0 0,0 0-1 0 0,0-1 1 0 0,1 1 0 0 0,-1 0-1 0 0,0-1 1 0 0,0 1-1 0 0,0 0 1 0 0,0-1-1 0 0,1 1 1 0 0,-1 0-1 0 0,0 0 1 0 0,0-1-1 0 0,1 1 1 0 0,-1 0-1 0 0,0 0 1 0 0,1 0 0 0 0,-1-1-1 0 0,0 1 1 0 0,0 0-1 0 0,1 0 1 0 0,-1 0-1 0 0,0 0 1 0 0,1-1-1 0 0,10-5 144 0 0,1 1-118 0 0,0 1 0 0 0,0 0-1 0 0,1 0 1 0 0,-1 2 0 0 0,1-1 0 0 0,-1 2 0 0 0,1 0 0 0 0,0 0-1 0 0,0 1 1 0 0,0 1 0 0 0,-1 0 0 0 0,1 0 0 0 0,0 2 0 0 0,18 5 0 0 0,-28-8-43 0 0,-1 1 0 0 0,0 0 0 0 0,0 0 0 0 0,1 0 0 0 0,-1 0 0 0 0,0 0 1 0 0,0 1-1 0 0,0-1 0 0 0,0 0 0 0 0,-1 1 0 0 0,1 0 0 0 0,0-1 1 0 0,0 1-1 0 0,-1 0 0 0 0,0 0 0 0 0,1 0 0 0 0,-1 0 0 0 0,0 0 0 0 0,0 0 1 0 0,0 0-1 0 0,1 4 0 0 0,-1-2-2 0 0,0 0 0 0 0,-1 1 0 0 0,1-1-1 0 0,-1 0 1 0 0,0 0 0 0 0,-1 1 0 0 0,1-1 0 0 0,-1 0 0 0 0,0 0 0 0 0,0 1 0 0 0,-2 4 0 0 0,-3 6-1 0 0,0 0 0 0 0,-2 0 1 0 0,0-1-1 0 0,0 0 0 0 0,-15 17 1 0 0,-5 6 47 0 0,-110 131 454 0 0,91-110-190 0 0,47-57-301 0 0,-1-1 0 0 0,1 1 1 0 0,0 0-1 0 0,0-1 0 0 0,0 1 0 0 0,0-1 0 0 0,0 1 1 0 0,0-1-1 0 0,0 1 0 0 0,0 0 0 0 0,0-1 0 0 0,0 1 1 0 0,0-1-1 0 0,1 1 0 0 0,-1 0 0 0 0,0-1 0 0 0,0 1 0 0 0,1-1 1 0 0,-1 1-1 0 0,0-1 0 0 0,1 1 0 0 0,-1-1 0 0 0,0 1 1 0 0,1-1-1 0 0,-1 1 0 0 0,0-1 0 0 0,1 0 0 0 0,-1 1 1 0 0,1-1-1 0 0,-1 0 0 0 0,1 1 0 0 0,-1-1 0 0 0,1 0 1 0 0,-1 0-1 0 0,1 1 0 0 0,0-1 0 0 0,-1 0 0 0 0,1 0 1 0 0,-1 0-1 0 0,1 0 0 0 0,0 0 0 0 0,-1 0 0 0 0,1 0 1 0 0,-1 0-1 0 0,1 0 0 0 0,-1 0 0 0 0,2 0 0 0 0,38 0 87 0 0,-1-2 0 0 0,1-2-1 0 0,43-9 1 0 0,-4 0-42 0 0,103-9 88 0 0,-9 1-1582 0 0,-58 5-3119 0 0,-74 6-1049 0 0,-24 6 548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89 116 1172 0 0,'-27'-19'6713'0'0,"-11"-5"-1023"0"0,18 13-3574 0 0,19 10-1546 0 0,1 1-554 0 0,-1 0-1 0 0,1-1 1 0 0,0 1 0 0 0,0 0 0 0 0,0 0-1 0 0,0 0 1 0 0,-1-1 0 0 0,1 1 0 0 0,0 0-1 0 0,0 0 1 0 0,0 0 0 0 0,0-1 0 0 0,0 1-1 0 0,0 0 1 0 0,0 0 0 0 0,0-1 0 0 0,0 1-1 0 0,0 0 1 0 0,0 0 0 0 0,0-1 0 0 0,0 1-1 0 0,0 0 1 0 0,0 0 0 0 0,0-1 0 0 0,0 1 0 0 0,0 0-1 0 0,0 0 1 0 0,0-1 0 0 0,0 1 0 0 0,0 0-1 0 0,0 0 1 0 0,0 0 0 0 0,1-1 0 0 0,-1 1-1 0 0,0 0 1 0 0,0 0 0 0 0,0 0 0 0 0,0-1-1 0 0,1 1 1 0 0,-1 0 0 0 0,535-49-539 0 0,-513 47-1666 0 0,-18 2 698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28 268 0 0,'-12'-10'7339'0'0,"9"7"-6464"0"0,-10-11 4578 0 0,7 14-3215 0 0,6 13-1883 0 0,9 199 1680 0 0,-2-28-2282 0 0,-3-139-1885 0 0,2 0-1 0 0,12 46 0 0 0,-11-67-1746 0 0,3-3-1756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5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162 196 392 0 0,'-113'-45'9181'0'0,"80"30"-6965"0"0,32 15-2156 0 0,0 0 1 0 0,0 0-1 0 0,0-1 0 0 0,1 1 0 0 0,-1 0 1 0 0,0-1-1 0 0,0 1 0 0 0,0-1 0 0 0,1 1 1 0 0,-1-1-1 0 0,0 1 0 0 0,1-1 1 0 0,-1 0-1 0 0,0 1 0 0 0,1-1 0 0 0,-1 0 1 0 0,1 1-1 0 0,-1-1 0 0 0,1 0 0 0 0,-1 0 1 0 0,1 0-1 0 0,-1-1 0 0 0,1 2-32 0 0,1-1 0 0 0,-1 0 0 0 0,0 1-1 0 0,0-1 1 0 0,1 0 0 0 0,-1 1 0 0 0,0-1 0 0 0,1 1-1 0 0,-1-1 1 0 0,0 1 0 0 0,1-1 0 0 0,-1 0 0 0 0,1 1 0 0 0,-1-1-1 0 0,1 1 1 0 0,-1 0 0 0 0,1-1 0 0 0,-1 1 0 0 0,1-1-1 0 0,0 1 1 0 0,0-1 0 0 0,4-1 29 0 0,0 0 0 0 0,0 0 0 0 0,0 0 0 0 0,0 1 0 0 0,10-2 0 0 0,1 2-22 0 0,0 1 1 0 0,0 1 0 0 0,-1 1 0 0 0,1 0 0 0 0,0 1-1 0 0,-1 0 1 0 0,0 1 0 0 0,0 1 0 0 0,0 1 0 0 0,0 0-1 0 0,-1 1 1 0 0,16 10 0 0 0,-27-16-15 0 0,-1 0-1 0 0,0 1 1 0 0,0-1-1 0 0,0 1 1 0 0,0-1-1 0 0,0 1 1 0 0,0 0-1 0 0,0 0 1 0 0,-1 0-1 0 0,1 0 1 0 0,-1 0 0 0 0,1 0-1 0 0,-1 1 1 0 0,0-1-1 0 0,0 0 1 0 0,0 1-1 0 0,0-1 1 0 0,0 1-1 0 0,0-1 1 0 0,-1 1-1 0 0,1-1 1 0 0,-1 1 0 0 0,0-1-1 0 0,1 1 1 0 0,-1-1-1 0 0,-1 1 1 0 0,1 0-1 0 0,0-1 1 0 0,-1 1-1 0 0,0 3 1 0 0,-1-1 46 0 0,0 0 0 0 0,-1 0 0 0 0,0 0 1 0 0,0 0-1 0 0,0 0 0 0 0,-1 0 0 0 0,1-1 0 0 0,-1 0 0 0 0,0 1 1 0 0,0-2-1 0 0,0 1 0 0 0,-9 6 0 0 0,-5 1 501 0 0,0-1 1 0 0,-25 10-1 0 0,41-19-419 0 0,-2-3 32 0 0,4 2-178 0 0,0 0-1 0 0,-1 0 1 0 0,1 0-1 0 0,0 0 1 0 0,0 0-1 0 0,0 0 1 0 0,-1-1-1 0 0,1 1 1 0 0,0 0 0 0 0,0 0-1 0 0,0 0 1 0 0,-1 0-1 0 0,1 0 1 0 0,0 0-1 0 0,0 0 1 0 0,0-1-1 0 0,-1 1 1 0 0,1 0-1 0 0,0 0 1 0 0,0 0-1 0 0,0 0 1 0 0,0-1-1 0 0,0 1 1 0 0,0 0-1 0 0,-1 0 1 0 0,1 0 0 0 0,0-1-1 0 0,0 1 1 0 0,0 0-1 0 0,0 0 1 0 0,0-1-1 0 0,0 1 1 0 0,0 0-1 0 0,0 0 1 0 0,0 0-1 0 0,0-1 1 0 0,0 1-1 0 0,0 0 1 0 0,0 0-1 0 0,0-1 1 0 0,0 1-1 0 0,0 0 1 0 0,0 0 0 0 0,0 0-1 0 0,0-1 1 0 0,0 1-1 0 0,1 0 1 0 0,-1 0-1 0 0,0 0 1 0 0,0-1-1 0 0,0 1 1 0 0,0 0-1 0 0,0 0 1 0 0,1 0-1 0 0,5-10 15 0 0,0 1 0 0 0,0 1 0 0 0,1-1-1 0 0,0 1 1 0 0,1 1 0 0 0,0-1 0 0 0,0 1 0 0 0,14-9-1 0 0,-9 6-9 0 0,217-163 17 0 0,-223 167-21 0 0,4-2 0 0 0,0 0 0 0 0,17-18 0 0 0,-26 24-17 0 0,-4 1-19 0 0,2 1 33 0 0,-1-1-1 0 0,1 1 1 0 0,-1-1-1 0 0,0 1 1 0 0,1 0-1 0 0,-1-1 1 0 0,0 1-1 0 0,1 0 1 0 0,-1 0-1 0 0,0 0 1 0 0,1 0 0 0 0,-1-1-1 0 0,0 1 1 0 0,0 0-1 0 0,1 0 1 0 0,-1 0-1 0 0,0 0 1 0 0,1 1-1 0 0,-1-1 1 0 0,0 0 0 0 0,0 0-1 0 0,1 0 1 0 0,-1 1-1 0 0,0-1 1 0 0,1 0-1 0 0,-1 0 1 0 0,1 1-1 0 0,-1-1 1 0 0,-1 1-1 0 0,2 0 0 0 0,-9 3-4 0 0,1 0 1 0 0,0 0 0 0 0,0 1-1 0 0,0 0 1 0 0,0 1-1 0 0,-8 8 1 0 0,-37 40-11 0 0,45-45 21 0 0,0 1 0 0 0,0 0 1 0 0,1 1-1 0 0,1-1 0 0 0,0 1 0 0 0,0 0 1 0 0,1 1-1 0 0,-7 23 0 0 0,10-27-3 0 0,0-1 0 0 0,1 1 1 0 0,1-1-1 0 0,-1 1 0 0 0,1-1 0 0 0,0 1 0 0 0,1 0 0 0 0,0-1 0 0 0,0 1 0 0 0,0-1 0 0 0,1 1 0 0 0,0-1 0 0 0,1 0 1 0 0,0 0-1 0 0,7 13 0 0 0,-4-9-32 0 0,2-1 0 0 0,-1 0 1 0 0,1-1-1 0 0,1 1 1 0 0,0-1-1 0 0,0-1 0 0 0,1 0 1 0 0,0 0-1 0 0,0-1 0 0 0,0 0 1 0 0,23 9-1 0 0,-18-9-688 0 0,0-1 0 0 0,1 0 0 0 0,22 3-1 0 0,-23-6-1216 0 0,0 0-1 0 0,1-2 0 0 0,23 0 0 0 0,-16-2-3179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39 1212 0 0,'-5'-14'6021'0'0,"5"12"-6166"0"0,-4-15 5395 0 0,4 16-5193 0 0,0 1-1 0 0,0 0 1 0 0,0 0 0 0 0,0 0-1 0 0,0-1 1 0 0,0 1 0 0 0,0 0 0 0 0,0 0-1 0 0,0-1 1 0 0,0 1 0 0 0,-1 0-1 0 0,1 0 1 0 0,0 0 0 0 0,0-1 0 0 0,0 1-1 0 0,0 0 1 0 0,0 0 0 0 0,-1 0-1 0 0,1 0 1 0 0,0-1 0 0 0,0 1 0 0 0,0 0-1 0 0,0 0 1 0 0,-1 0 0 0 0,1 0-1 0 0,0 0 1 0 0,0 0 0 0 0,0 0 0 0 0,-1-1-1 0 0,1 1 1 0 0,0 0 0 0 0,0 0-1 0 0,-1 0 1 0 0,1 0 0 0 0,0 0 0 0 0,0 0-1 0 0,0 0 1 0 0,-1 0 0 0 0,1 0-1 0 0,0 0 1 0 0,0 0 0 0 0,-1 0 0 0 0,1 0-1 0 0,0 1 1 0 0,0-1 0 0 0,0 0-1 0 0,-1 0 1 0 0,1 0 0 0 0,0 0 0 0 0,0 0-1 0 0,0 0 1 0 0,-1 0 0 0 0,1 1-1 0 0,0-1 1 0 0,0 0 0 0 0,0 0 0 0 0,0 0-1 0 0,0 0 1 0 0,-1 1 0 0 0,1-1-1 0 0,0 0 1 0 0,0 1 0 0 0,-1 0-6 0 0,1 1 1 0 0,-1-1 0 0 0,1 1 0 0 0,0 0-1 0 0,-1-1 1 0 0,1 1 0 0 0,0 0-1 0 0,0-1 1 0 0,0 1 0 0 0,0-1-1 0 0,1 1 1 0 0,-1 0 0 0 0,1 2-1 0 0,6 22 229 0 0,-3-11-183 0 0,2 0-1 0 0,0 0 0 0 0,15 27 1 0 0,-17-37-79 0 0,-1 0 0 0 0,1 0 0 0 0,1-1 0 0 0,-1 1 1 0 0,1-1-1 0 0,-1 0 0 0 0,1 0 0 0 0,0 0 0 0 0,1-1 0 0 0,-1 1 0 0 0,1-1 0 0 0,10 4 1 0 0,-12-6-25 0 0,0 1 1 0 0,0-1-1 0 0,0 0 1 0 0,0-1-1 0 0,0 1 1 0 0,0-1 0 0 0,0 0-1 0 0,0 1 1 0 0,0-2-1 0 0,0 1 1 0 0,0 0-1 0 0,0-1 1 0 0,0 0 0 0 0,0 0-1 0 0,0 0 1 0 0,0-1-1 0 0,0 1 1 0 0,-1-1 0 0 0,1 0-1 0 0,0 0 1 0 0,-1 0-1 0 0,0 0 1 0 0,1-1-1 0 0,-1 1 1 0 0,0-1 0 0 0,0 0-1 0 0,-1 0 1 0 0,5-4-1 0 0,0-4 21 0 0,1 1 0 0 0,-1-1 0 0 0,-1-1 0 0 0,0 1-1 0 0,-1-1 1 0 0,0 0 0 0 0,6-21 0 0 0,2-13 1072 0 0,-13 44-1028 0 0,4-3 69 0 0,-4 6-75 0 0,0 5-53 0 0,-12 172 1170 0 0,1-49-861 0 0,7-71-439 0 0,0 101 705 0 0,5-143-940 0 0,0 0-1 0 0,1 1 1 0 0,1-1-1 0 0,1 0 1 0 0,0 0-1 0 0,1-1 1 0 0,9 21-1 0 0,-11-31-205 0 0,-1-1 0 0 0,1 0 0 0 0,-1 0 0 0 0,1 0-1 0 0,0 0 1 0 0,8 7 0 0 0,-9-9-262 0 0,1 0-1 0 0,0 0 1 0 0,-1 0 0 0 0,1-1-1 0 0,0 1 1 0 0,5 1 0 0 0,6 1-4756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42 135 496 0 0,'-23'-42'12008'0'0,"5"11"-7070"0"0,18 30-4680 0 0,19-14 255 0 0,19 4-523 0 0,-1 2 0 0 0,1 2 1 0 0,50-3-1 0 0,-51 6-862 0 0,-28 2 6 0 0,28 0-973 0 0,-11 6-5564 0 0,-13 0 2613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26 2700 0 0,'-54'29'12344'0'0,"58"-27"-11553"0"0,-4-1-766 0 0,0-1-1 0 0,1 1 1 0 0,-1-1-1 0 0,0 1 0 0 0,1-1 1 0 0,-1 0-1 0 0,0 1 1 0 0,1-1-1 0 0,-1 0 1 0 0,0 1-1 0 0,1-1 1 0 0,-1 0-1 0 0,1 0 0 0 0,-1 1 1 0 0,1-1-1 0 0,-1 0 1 0 0,1 0-1 0 0,-1 0 1 0 0,1 1-1 0 0,-1-1 0 0 0,1 0 1 0 0,-1 0-1 0 0,1 0 1 0 0,0 0-1 0 0,82-5 240 0 0,98-17-1 0 0,-118 13-1815 0 0,45-10-5942 0 0,-75 10 1971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72 3140 0 0,'-8'-63'14010'0'0,"8"55"-10692"0"0,4 42-2056 0 0,-2 1-1002 0 0,-1 1 1 0 0,-3-1-1 0 0,-9 62 0 0 0,4-36-168 0 0,-27 144 27 0 0,21-135-3163 0 0,10-61 1484 0 0,1 1-1109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16 119 1736 0 0,'-4'-16'7064'0'0,"-3"-32"0"0"0,2 12-2078 0 0,5 36-4951 0 0,0-1 1 0 0,0 0-1 0 0,0 1 1 0 0,0-1-1 0 0,0 0 0 0 0,1 0 1 0 0,-1 1-1 0 0,0-1 1 0 0,0 0-1 0 0,0 1 0 0 0,1-1 1 0 0,-1 0-1 0 0,0 1 1 0 0,1-1-1 0 0,-1 0 1 0 0,0 1-1 0 0,1-1 0 0 0,-1 1 1 0 0,1-1-1 0 0,-1 1 1 0 0,1-1-1 0 0,-1 1 0 0 0,1-1 1 0 0,0 1-1 0 0,-1-1 1 0 0,1 1-1 0 0,-1 0 1 0 0,1-1-1 0 0,0 1 0 0 0,-1 0 1 0 0,1-1-1 0 0,0 1 1 0 0,0 0-1 0 0,-1 0 0 0 0,1 0 1 0 0,0 0-1 0 0,-1 0 1 0 0,2 0-1 0 0,29 0 128 0 0,-28 0-120 0 0,11 2-1 0 0,0 0 0 0 0,0 1 0 0 0,0 1-1 0 0,0 0 1 0 0,-1 0 0 0 0,24 13 0 0 0,-27-12-33 0 0,-1 0-1 0 0,0 1 0 0 0,-1 0 0 0 0,1 0 1 0 0,-1 1-1 0 0,0 0 0 0 0,-1 0 0 0 0,0 1 1 0 0,12 16-1 0 0,-16-19 37 0 0,-1 1 0 0 0,1 0 0 0 0,-1-1 0 0 0,0 1 0 0 0,0 0 1 0 0,-1 0-1 0 0,0 0 0 0 0,0 0 0 0 0,0 1 0 0 0,-1-1 0 0 0,0 0 0 0 0,0 0 0 0 0,-1 0 1 0 0,0 1-1 0 0,0-1 0 0 0,0 0 0 0 0,0 0 0 0 0,-1 0 0 0 0,0 0 0 0 0,-1-1 0 0 0,-2 7 1 0 0,-7 11 527 0 0,0-2 1 0 0,-1 0 0 0 0,-30 36-1 0 0,18-29 381 0 0,-1-2 0 0 0,-32 27 0 0 0,-10 9 1130 0 0,68-62-2075 0 0,-1 0 0 0 0,1 0 0 0 0,0 0 0 0 0,0 0 0 0 0,0 1 0 0 0,0-1 0 0 0,-1 0 0 0 0,1 0 0 0 0,0 0 0 0 0,0 0 0 0 0,0 1 0 0 0,0-1 0 0 0,0 0 0 0 0,0 0 0 0 0,-1 0 0 0 0,1 0-1 0 0,0 1 1 0 0,0-1 0 0 0,0 0 0 0 0,0 0 0 0 0,0 1 0 0 0,0-1 0 0 0,0 0 0 0 0,0 0 0 0 0,0 0 0 0 0,0 1 0 0 0,0-1 0 0 0,0 0 0 0 0,0 0 0 0 0,0 1 0 0 0,0-1 0 0 0,0 0 0 0 0,0 0 0 0 0,0 0 0 0 0,1 1 0 0 0,-1-1 0 0 0,0 0 0 0 0,0 0 0 0 0,0 0 0 0 0,0 0-1 0 0,0 1 1 0 0,0-1 0 0 0,1 0 0 0 0,-1 0 0 0 0,0 0 0 0 0,0 1 0 0 0,15 3 113 0 0,19-3-107 0 0,1066-42 153 0 0,-1067 40-229 0 0,38-7 0 0 0,-71 8-52 0 0,1 0 0 0 0,-1 0 0 0 0,1 0 0 0 0,-1-1 0 0 0,1 1 0 0 0,-1 0 0 0 0,1 0 0 0 0,-1 0-1 0 0,1 0 1 0 0,-1-1 0 0 0,1 1 0 0 0,-1 0 0 0 0,1 0 0 0 0,-1-1 0 0 0,1 1 0 0 0,-1 0 0 0 0,1-1 0 0 0,-1 1 0 0 0,0-1 0 0 0,1 1 0 0 0,-1 0 0 0 0,1-2 0 0 0,-5-7-1895 0 0,-18-3-1142 0 0,-28-1-4163 0 0,27 8 1822 0 0,-3 0-3193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8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221 127 408 0 0,'-4'-29'7823'0'0,"-7"62"-6959"0"0,-12 57 0 0 0,2-5-570 0 0,-80 231 85 0 0,42-162-207 0 0,58-152-117 0 0,1-33-48 0 0,74-238 77 0 0,-62 229-84 0 0,70-179 78 0 0,-66 184-25 0 0,1 1 1 0 0,2 1-1 0 0,2 1 0 0 0,27-34 0 0 0,-47 65-49 0 0,0-1 0 0 0,0 1 0 0 0,0-1 0 0 0,1 1 0 0 0,-1 0 0 0 0,0 0 0 0 0,1-1 0 0 0,-1 1 0 0 0,1 0 0 0 0,0 0 0 0 0,-1 1 0 0 0,1-1 0 0 0,0 0 0 0 0,-1 0 0 0 0,1 1 0 0 0,0-1 0 0 0,3 0 0 0 0,-4 2 1 0 0,1-1 0 0 0,-1 0 1 0 0,0 0-1 0 0,1 0 0 0 0,-1 1 0 0 0,0-1 0 0 0,1 1 0 0 0,-1-1 0 0 0,0 1 0 0 0,1 0 0 0 0,-1-1 1 0 0,0 1-1 0 0,0 0 0 0 0,0 0 0 0 0,0 0 0 0 0,0 0 0 0 0,2 2 0 0 0,1 2 44 0 0,-1 0 0 0 0,1 0-1 0 0,-2 0 1 0 0,1 1-1 0 0,0-1 1 0 0,-1 1 0 0 0,0 0-1 0 0,0-1 1 0 0,1 9-1 0 0,7 61 561 0 0,-3 1 0 0 0,-6 138 0 0 0,-3-119-592 0 0,12 105 1 0 0,-9-178-533 0 0,2 11-1032 0 0,3-14-4361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81 159 244 0 0,'-79'-29'7263'0'0,"77"28"-6675"0"0,22-14 59 0 0,12 2-506 0 0,1 2-1 0 0,0 2 1 0 0,45-7-1 0 0,-16 3-369 0 0,113-25-3783 0 0,-118 25 1353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16 1744 0 0,'-14'4'4907'0'0,"-6"3"-2687"0"0,18-6-1460 0 0,5-2-593 0 0,72-10 440 0 0,29-3-3989 0 0,-91 12 1235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92 1276 0 0,'-38'29'7249'0'0,"55"-31"-6829"0"0,-12 2-354 0 0,29-8 203 0 0,53-19-1 0 0,-29 8-536 0 0,102-28-3849 0 0,-102 30 1358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2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774 142 1576 0 0,'-19'-77'9001'0'0,"19"74"-8844"0"0,-1 0-1 0 0,-1 0 1 0 0,1 0-1 0 0,0 0 1 0 0,-1 0 0 0 0,1 0-1 0 0,-1 0 1 0 0,0 0 0 0 0,0 0-1 0 0,0 1 1 0 0,-1-1-1 0 0,1 1 1 0 0,-1-1 0 0 0,1 1-1 0 0,-1 0 1 0 0,0 0-1 0 0,1 0 1 0 0,-1 1 0 0 0,0-1-1 0 0,0 1 1 0 0,-1-1 0 0 0,1 1-1 0 0,0 0 1 0 0,-4-1-1 0 0,-3 0-96 0 0,0 0 0 0 0,1 1 0 0 0,-1 0-1 0 0,0 1 1 0 0,0-1 0 0 0,-19 4 0 0 0,9 0-40 0 0,0 0 0 0 0,1 2 0 0 0,0 0 1 0 0,0 1-1 0 0,1 1 0 0 0,0 1 0 0 0,0 1 0 0 0,0 0 1 0 0,1 1-1 0 0,-16 14 0 0 0,21-15-23 0 0,0 1 0 0 0,1 1-1 0 0,0 0 1 0 0,1 1 0 0 0,1 0 0 0 0,0 0-1 0 0,0 1 1 0 0,1 0 0 0 0,1 1-1 0 0,0 0 1 0 0,1 0 0 0 0,1 0 0 0 0,-7 25-1 0 0,2 19 91 0 0,2 1 0 0 0,-1 99 0 0 0,3-28-10 0 0,-42 261 421 0 0,-21-3 578 0 0,50-292-820 0 0,-18 76 250 0 0,-3 17-113 0 0,35-164-391 0 0,2-13 51 0 0,1-1 1 0 0,-1 20 0 0 0,3-30-50 0 0,0 0 1 0 0,0 0-1 0 0,1 0 0 0 0,-1 0 1 0 0,0 0-1 0 0,1 0 0 0 0,-1 0 1 0 0,1 0-1 0 0,-1-1 0 0 0,1 1 1 0 0,-1 0-1 0 0,1 0 0 0 0,0 0 1 0 0,-1-1-1 0 0,1 1 0 0 0,0 0 1 0 0,0-1-1 0 0,-1 1 0 0 0,1 0 1 0 0,0-1-1 0 0,0 1 0 0 0,0-1 0 0 0,0 0 1 0 0,0 1-1 0 0,0-1 0 0 0,0 0 1 0 0,0 1-1 0 0,0-1 0 0 0,0 0 1 0 0,0 0-1 0 0,0 0 0 0 0,2 0 1 0 0,18 2-45 0 0,1-1 0 0 0,0-2 0 0 0,0 0 1 0 0,38-7-1 0 0,89-27-3202 0 0,-39 2-3279 0 0,-53 11 427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0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38 242 1464 0 0,'-4'-4'488'0'0,"0"-1"1"0"0,1 0-1 0 0,-1 0 0 0 0,1 0 1 0 0,0 0-1 0 0,0 0 0 0 0,0-1 0 0 0,1 0 1 0 0,0 1-1 0 0,0-1 0 0 0,0 0 1 0 0,-1-9-1 0 0,3 10-354 0 0,0 1 0 0 0,1 0 1 0 0,-1-1-1 0 0,1 1 0 0 0,-1 0 0 0 0,1 0 1 0 0,1-1-1 0 0,-1 1 0 0 0,1 0 1 0 0,-1 0-1 0 0,1 0 0 0 0,0 1 0 0 0,0-1 1 0 0,1 0-1 0 0,-1 1 0 0 0,1-1 0 0 0,0 1 1 0 0,5-5-1 0 0,1 0-14 0 0,1 0 1 0 0,0 0-1 0 0,1 1 1 0 0,0 0-1 0 0,0 1 1 0 0,0 0-1 0 0,1 1 1 0 0,0 0-1 0 0,24-6 1 0 0,-21 7-104 0 0,1 1 1 0 0,-1 1-1 0 0,1 0 0 0 0,0 1 1 0 0,0 1-1 0 0,-1 0 1 0 0,28 5-1 0 0,-39-5-15 0 0,0 1 0 0 0,1 0 0 0 0,-1 0 0 0 0,0 1 0 0 0,0-1 0 0 0,0 1 0 0 0,0 0 0 0 0,0 0 0 0 0,0 0-1 0 0,0 1 1 0 0,-1-1 0 0 0,1 1 0 0 0,-1 0 0 0 0,0 0 0 0 0,0 0 0 0 0,5 7 0 0 0,-6-7 10 0 0,0 1 0 0 0,-1-1 0 0 0,0 0 0 0 0,1 1 1 0 0,-1-1-1 0 0,0 1 0 0 0,-1-1 0 0 0,1 1 0 0 0,-1 0 0 0 0,1-1 0 0 0,-1 1 0 0 0,0-1 0 0 0,-1 1 1 0 0,1 0-1 0 0,-1-1 0 0 0,1 1 0 0 0,-1-1 0 0 0,0 1 0 0 0,0-1 0 0 0,-1 1 0 0 0,-1 2 0 0 0,-8 16 200 0 0,-1-1 0 0 0,-1 0-1 0 0,0-1 1 0 0,-2-1 0 0 0,-23 24-1 0 0,-17 23 387 0 0,55-66-589 0 0,-1 1 1 0 0,1-1-1 0 0,0 1 1 0 0,-1 0-1 0 0,1-1 0 0 0,-1 1 1 0 0,1-1-1 0 0,0 1 1 0 0,-1 0-1 0 0,1-1 0 0 0,0 1 1 0 0,0 0-1 0 0,0 0 0 0 0,-1-1 1 0 0,1 1-1 0 0,0 0 1 0 0,0-1-1 0 0,0 1 0 0 0,0 0 1 0 0,0 1-1 0 0,1-2-4 0 0,-1 1 0 0 0,0-1 0 0 0,1 1-1 0 0,-1-1 1 0 0,0 0 0 0 0,1 1 0 0 0,-1-1 0 0 0,1 0-1 0 0,-1 1 1 0 0,1-1 0 0 0,-1 0 0 0 0,1 0 0 0 0,-1 1-1 0 0,1-1 1 0 0,-1 0 0 0 0,1 0 0 0 0,-1 0 0 0 0,1 0-1 0 0,-1 0 1 0 0,1 0 0 0 0,0 0 0 0 0,35-2 49 0 0,-29 1-51 0 0,42-6-360 0 0,146-15 1049 0 0,-97 17-2742 0 0,-1 8-4368 0 0,-77-2 2721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5 376 0 0,'-114'50'13749'0'0,"148"-59"-13353"0"0,118-25 498 0 0,-123 29-928 0 0,-1 1 1 0 0,1 2 0 0 0,38 1 0 0 0,-63 1-324 0 0,1 1 0 0 0,-1 0 0 0 0,1-1 0 0 0,-1 2 0 0 0,1-1 0 0 0,-1 0 0 0 0,0 1 0 0 0,6 2 0 0 0,-9-3-183 0 0,1 0 1 0 0,0 0 0 0 0,0 1-1 0 0,-1-1 1 0 0,1 0 0 0 0,-1 1 0 0 0,1-1-1 0 0,-1 1 1 0 0,0 0 0 0 0,1-1-1 0 0,0 4 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1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187 174 268 0 0,'-4'-16'3130'0'0,"2"11"-2622"0"0,1-1-1 0 0,0 1 1 0 0,0-1-1 0 0,0 0 1 0 0,1 1-1 0 0,0-1 1 0 0,0 0-1 0 0,1 1 1 0 0,-1-1 0 0 0,3-7-1 0 0,-2 8-352 0 0,1 0 0 0 0,0 1 0 0 0,0-1 0 0 0,0 1 0 0 0,0 0 0 0 0,1 0 0 0 0,0-1 0 0 0,0 2-1 0 0,0-1 1 0 0,0 0 0 0 0,1 1 0 0 0,-1-1 0 0 0,1 1 0 0 0,0 0 0 0 0,0 0 0 0 0,0 1 0 0 0,0-1 0 0 0,1 1 0 0 0,6-3 0 0 0,-2 2-102 0 0,0 0 0 0 0,-1 1 0 0 0,1 0 0 0 0,0 0-1 0 0,0 1 1 0 0,0 1 0 0 0,0-1 0 0 0,0 1 0 0 0,0 1 0 0 0,0 0 0 0 0,0 0 0 0 0,0 1 0 0 0,0 0 0 0 0,0 0 0 0 0,0 1 0 0 0,-1 0 0 0 0,0 0 0 0 0,1 1 0 0 0,12 9 0 0 0,-19-12-43 0 0,0 1 0 0 0,1 0 0 0 0,-1 0 0 0 0,0 0 1 0 0,-1 0-1 0 0,1 0 0 0 0,0 0 0 0 0,-1 0 1 0 0,1 1-1 0 0,-1-1 0 0 0,0 1 0 0 0,1-1 0 0 0,-1 1 1 0 0,0-1-1 0 0,-1 1 0 0 0,1 0 0 0 0,0 4 0 0 0,0-1 30 0 0,-1-1-1 0 0,-1 0 0 0 0,1 0 0 0 0,-1 0 0 0 0,1 0 0 0 0,-2 0 1 0 0,1 0-1 0 0,0 0 0 0 0,-3 5 0 0 0,-4 6 154 0 0,0-1 1 0 0,-1 1-1 0 0,0-1 1 0 0,-18 19-1 0 0,-2-1 408 0 0,-1-1 0 0 0,-35 28 0 0 0,54-51-298 0 0,-26 24 908 0 0,36-31-1152 0 0,-5 3 278 0 0,18-7-338 0 0,2-1 4 0 0,1 1 0 0 0,-1 1 0 0 0,1 0-1 0 0,-1 1 1 0 0,1 0 0 0 0,-1 1 0 0 0,29 6 0 0 0,-36-5-3 0 0,0 0 0 0 0,-1 0 0 0 0,1 1-1 0 0,-1 0 1 0 0,0 0 0 0 0,1 1 0 0 0,-1-1 0 0 0,7 7 0 0 0,-10-7 2 0 0,0 0 0 0 0,0 0-1 0 0,0 0 1 0 0,0 0 0 0 0,-1 1-1 0 0,1-1 1 0 0,-1 1 0 0 0,0 0 0 0 0,0-1-1 0 0,-1 1 1 0 0,1 0 0 0 0,-1 0 0 0 0,1 0-1 0 0,0 9 1 0 0,-2-7 32 0 0,0 0 1 0 0,0 0-1 0 0,-1 0 0 0 0,1 0 0 0 0,-2 0 1 0 0,1 0-1 0 0,0 0 0 0 0,-1 0 0 0 0,0 0 1 0 0,-1-1-1 0 0,1 1 0 0 0,-1-1 1 0 0,0 0-1 0 0,-1 1 0 0 0,1-1 0 0 0,-1-1 1 0 0,0 1-1 0 0,-6 5 0 0 0,-6 6 333 0 0,0-1-1 0 0,-2-1 0 0 0,-29 20 1 0 0,33-26-186 0 0,0 0 0 0 0,0-1 1 0 0,-1 0-1 0 0,1-1 0 0 0,-2-1 0 0 0,1 0 1 0 0,0-1-1 0 0,-19 2 0 0 0,26-5-257 0 0,-1 0 0 0 0,0 0 0 0 0,0-1 0 0 0,0-1 0 0 0,0 1 0 0 0,0-1 0 0 0,0-1 0 0 0,1 0 0 0 0,-1 0 0 0 0,1 0 0 0 0,-1-1 0 0 0,1 0 0 0 0,0-1 0 0 0,0 0 0 0 0,-15-10 0 0 0,21 12-274 0 0,0 0 1 0 0,-1 0 0 0 0,1 0 0 0 0,0 0-1 0 0,0-1 1 0 0,1 1 0 0 0,-1 0 0 0 0,0-1 0 0 0,1 0-1 0 0,0 1 1 0 0,-3-6 0 0 0,4 6-380 0 0,-1-1 1 0 0,1 1-1 0 0,-1-1 1 0 0,1 1-1 0 0,0-1 1 0 0,0 1-1 0 0,0-1 1 0 0,0 1-1 0 0,1-3 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71 131 908 0 0,'0'-7'622'0'0,"0"0"0"0"0,0 1 1 0 0,1-1-1 0 0,0 0 0 0 0,0 1 0 0 0,1-1 0 0 0,-1 1 0 0 0,2-1 0 0 0,-1 1 1 0 0,1 0-1 0 0,0 0 0 0 0,0 0 0 0 0,7-10 0 0 0,-8 14-581 0 0,-1-1-1 0 0,0 1 0 0 0,1 0 1 0 0,-1 0-1 0 0,1 1 1 0 0,0-1-1 0 0,-1 0 0 0 0,1 0 1 0 0,0 1-1 0 0,0-1 1 0 0,0 1-1 0 0,0 0 0 0 0,1 0 1 0 0,-1 0-1 0 0,0 0 1 0 0,0 0-1 0 0,1 0 0 0 0,-1 0 1 0 0,1 1-1 0 0,-1-1 1 0 0,0 1-1 0 0,1-1 0 0 0,-1 1 1 0 0,1 0-1 0 0,-1 0 1 0 0,5 1-1 0 0,36 9 161 0 0,-39-9-184 0 0,0 0 0 0 0,0 0 1 0 0,-1 1-1 0 0,1 0 0 0 0,0 0 1 0 0,-1 0-1 0 0,0 0 0 0 0,1 0 1 0 0,-1 1-1 0 0,3 2 0 0 0,-5-3-19 0 0,0 1-1 0 0,0-1 0 0 0,0 0 1 0 0,0 0-1 0 0,-1 0 0 0 0,1 0 1 0 0,-1 1-1 0 0,1-1 0 0 0,-1 0 1 0 0,0 0-1 0 0,0 1 0 0 0,0-1 1 0 0,0 0-1 0 0,0 1 0 0 0,-1-1 0 0 0,1 0 1 0 0,-1 0-1 0 0,-1 5 0 0 0,-17 38-34 0 0,12-32 34 0 0,-1 0-1 0 0,-1 0 0 0 0,-16 18 1 0 0,-35 46-7 0 0,60-76 10 0 0,0-1 0 0 0,-1 1 0 0 0,1-1 1 0 0,-1 1-1 0 0,1 0 0 0 0,0-1 0 0 0,-1 1 1 0 0,1-1-1 0 0,0 1 0 0 0,0 0 0 0 0,0-1 1 0 0,-1 1-1 0 0,1 0 0 0 0,0-1 0 0 0,0 1 1 0 0,0 0-1 0 0,0-1 0 0 0,0 1 0 0 0,0 0 1 0 0,0-1-1 0 0,0 1 0 0 0,1 0 0 0 0,-1-1 1 0 0,0 1-1 0 0,0 0 0 0 0,0-1 0 0 0,1 1 1 0 0,-1-1-1 0 0,0 1 0 0 0,1 0 0 0 0,-1-1 1 0 0,0 1-1 0 0,1-1 0 0 0,-1 1 0 0 0,1-1 0 0 0,-1 1 1 0 0,1-1-1 0 0,-1 0 0 0 0,1 1 0 0 0,-1-1 1 0 0,2 1-1 0 0,3 2 5 0 0,0-1 0 0 0,1 1-1 0 0,-1-1 1 0 0,9 2 0 0 0,13 5 9 0 0,-16-2 71 0 0,42 27 373 0 0,-48-31-402 0 0,-1 1-1 0 0,1 0 1 0 0,-1 0-1 0 0,0 0 0 0 0,0 0 1 0 0,-1 1-1 0 0,1 0 0 0 0,3 6 1 0 0,-6-8 65 0 0,1 0 0 0 0,-1 0 0 0 0,0 0 0 0 0,0 0 0 0 0,0 1 0 0 0,0-1 0 0 0,-1 0 0 0 0,1 0 0 0 0,-1 0 0 0 0,0 1 0 0 0,0-1 1 0 0,0 0-1 0 0,0 0 0 0 0,-1 1 0 0 0,1-1 0 0 0,-1 0 0 0 0,-2 5 0 0 0,1-3-18 0 0,0-1 1 0 0,-1 1 0 0 0,1 0-1 0 0,-1-1 1 0 0,-1 0-1 0 0,1 0 1 0 0,0 0-1 0 0,-1 0 1 0 0,-8 6-1 0 0,0-1-12 0 0,-2 0-1 0 0,1-1 1 0 0,-1 0-1 0 0,0-1 1 0 0,0-1 0 0 0,-18 5-1 0 0,12-6-46 0 0,1 0-1 0 0,-1-2 1 0 0,0 0 0 0 0,-31-1-1 0 0,48-2-154 0 0,0 0-267 0 0,-6 0 141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35 1720 0 0,'-50'14'5877'0'0,"-52"6"0"0"0,99-19-5518 0 0,3-1-345 0 0,0 0-1 0 0,0-1 0 0 0,-1 1 1 0 0,1 0-1 0 0,0 0 1 0 0,0 0-1 0 0,0 0 0 0 0,-1 0 1 0 0,1 0-1 0 0,0-1 1 0 0,0 1-1 0 0,0 0 0 0 0,-1 0 1 0 0,1 0-1 0 0,0 0 0 0 0,0-1 1 0 0,0 1-1 0 0,0 0 1 0 0,-1 0-1 0 0,1-1 0 0 0,0 1 1 0 0,0 0-1 0 0,0 0 1 0 0,0-1-1 0 0,0 1 0 0 0,0 0 1 0 0,0 0-1 0 0,0-1 1 0 0,0 1-1 0 0,0 0 0 0 0,0 0 1 0 0,0-1-1 0 0,0 1 1 0 0,0 0-1 0 0,0 0 0 0 0,0-1 1 0 0,0 1-1 0 0,0 0 0 0 0,0 0 1 0 0,0-1-1 0 0,0 1 1 0 0,0 0-1 0 0,1 0 0 0 0,-1-1 1 0 0,0 1-1 0 0,0 0 1 0 0,0 0-1 0 0,0 0 0 0 0,1-1 1 0 0,-1 1-1 0 0,0 0 1 0 0,0 0-1 0 0,0 0 0 0 0,1 0 1 0 0,-1 0-1 0 0,0-1 0 0 0,1 1 1 0 0,12-11 226 0 0,1 4-189 0 0,1 0 1 0 0,0 1-1 0 0,0 0 1 0 0,0 1-1 0 0,0 1 1 0 0,1 0-1 0 0,0 1 0 0 0,0 1 1 0 0,0 1-1 0 0,0 0 1 0 0,0 1-1 0 0,0 1 1 0 0,0 0-1 0 0,19 4 0 0 0,-31-4-31 0 0,1 1-1 0 0,0 0 1 0 0,0-1-1 0 0,0 1 1 0 0,-1 1-1 0 0,1-1 1 0 0,-1 1-1 0 0,0 0 1 0 0,1 0-1 0 0,-1 0 1 0 0,-1 1-1 0 0,1-1 1 0 0,0 1-1 0 0,-1 0 1 0 0,0 0-1 0 0,0 0 1 0 0,0 0-1 0 0,0 1 1 0 0,-1-1-1 0 0,4 8 1 0 0,-4-5 58 0 0,-1 0 0 0 0,1 0 0 0 0,-1 1 0 0 0,0-1 1 0 0,-1 0-1 0 0,0 0 0 0 0,0 0 0 0 0,0 1 0 0 0,-1-1 0 0 0,0 0 0 0 0,0 0 1 0 0,-1 0-1 0 0,0 0 0 0 0,-3 7 0 0 0,-3 5 204 0 0,-1 0 0 0 0,-1-1 0 0 0,0 0 0 0 0,-1 0 0 0 0,-1-1 0 0 0,-23 24 1 0 0,-95 82 2455 0 0,93-90-1753 0 0,28-26-707 0 0,-5 4-96 0 0,14-11-175 0 0,0 1-1 0 0,0-1 1 0 0,-1 0-1 0 0,1 0 1 0 0,0 0 0 0 0,0 0-1 0 0,0 1 1 0 0,0-1-1 0 0,0 0 1 0 0,0 0-1 0 0,0 0 1 0 0,0 1 0 0 0,0-1-1 0 0,-1 0 1 0 0,1 0-1 0 0,0 0 1 0 0,0 1-1 0 0,0-1 1 0 0,0 0-1 0 0,0 0 1 0 0,0 0 0 0 0,0 1-1 0 0,0-1 1 0 0,0 0-1 0 0,1 0 1 0 0,-1 0-1 0 0,0 1 1 0 0,0-1 0 0 0,0 0-1 0 0,0 0 1 0 0,0 0-1 0 0,0 1 1 0 0,0-1-1 0 0,0 0 1 0 0,1 0-1 0 0,-1 0 1 0 0,0 0 0 0 0,0 1-1 0 0,0-1 1 0 0,0 0-1 0 0,0 0 1 0 0,1 0-1 0 0,-1 0 1 0 0,0 0 0 0 0,0 0-1 0 0,0 0 1 0 0,1 1-1 0 0,-1-1 1 0 0,0 0-1 0 0,0 0 1 0 0,0 0-1 0 0,1 0 1 0 0,-1 0 0 0 0,0 0-1 0 0,3 0 0 0 0,1 0 1 0 0,-1 0-1 0 0,0 0 0 0 0,0 0 0 0 0,0 0 1 0 0,0-1-1 0 0,0 1 0 0 0,0-1 0 0 0,0 0 0 0 0,0 0 1 0 0,4-2-1 0 0,8-2 18 0 0,99-21-106 0 0,173-46-101 0 0,-187 49 588 0 0,-98 22-343 0 0,6-8-514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4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76 1736 0 0,'1'-2'1392'0'0,"10"-44"5347"0"0,-11 44-6062 0 0,2-23 2373 0 0,-3 39-2457 0 0,0 1-1 0 0,-1-1 1 0 0,0 0 0 0 0,-5 18 0 0 0,-6 34-265 0 0,5-17 210 0 0,-18 64 0 0 0,25-104-506 0 0,-5 10 31 0 0,6-17-79 0 0,-1 15-3318 0 0,-2 12-8969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182 114 408 0 0,'-23'25'9236'0'0,"22"-24"-9100"0"0,-44 45 7608 0 0,3 3-6284 0 0,34-38-1530 0 0,0 0 1 0 0,1 0-1 0 0,1 1 1 0 0,0 0-1 0 0,0 0 1 0 0,1 0-1 0 0,-6 25 1 0 0,6-17 83 0 0,2 0 1 0 0,0 0-1 0 0,1 1 1 0 0,2-1-1 0 0,0 1 1 0 0,1 0-1 0 0,0-1 1 0 0,2 0-1 0 0,1 1 1 0 0,0-1-1 0 0,1 0 1 0 0,2-1-1 0 0,0 1 1 0 0,1-1-1 0 0,16 29 1 0 0,-20-43-1 0 0,0 1 1 0 0,0-1-1 0 0,0 0 1 0 0,0 0-1 0 0,1 0 1 0 0,0 0-1 0 0,0-1 1 0 0,0 0-1 0 0,1 0 1 0 0,-1 0-1 0 0,1-1 1 0 0,0 0-1 0 0,0 0 1 0 0,7 2-1 0 0,-5-2 26 0 0,0-2 1 0 0,0 1-1 0 0,1-1 0 0 0,-1 0 0 0 0,0-1 0 0 0,0 0 1 0 0,0 0-1 0 0,0-1 0 0 0,1 0 0 0 0,10-2 1 0 0,-4-2 40 0 0,0 0 1 0 0,0 0-1 0 0,0-2 1 0 0,-1 0-1 0 0,1 0 1 0 0,-2-1 0 0 0,1-1-1 0 0,-1 0 1 0 0,-1-1-1 0 0,1-1 1 0 0,13-14 0 0 0,-14 10-69 0 0,0 0 1 0 0,0-1 0 0 0,-2 0-1 0 0,0-1 1 0 0,-1 0 0 0 0,0 0 0 0 0,-2-1-1 0 0,0 0 1 0 0,-1-1 0 0 0,-1 0 0 0 0,0 1-1 0 0,3-33 1 0 0,-7 34-33 0 0,-1 0 0 0 0,0 0 0 0 0,-1 0 1 0 0,0 0-1 0 0,-2 0 0 0 0,0 0 0 0 0,-1 0 0 0 0,0 1 0 0 0,-2 0 0 0 0,0 0 0 0 0,0 0 0 0 0,-2 1 1 0 0,0 0-1 0 0,-16-23 0 0 0,13 25-51 0 0,0 1 0 0 0,0 0 0 0 0,-2 1 0 0 0,1 0 0 0 0,-1 1 0 0 0,-1 1 0 0 0,0 0 0 0 0,0 1 1 0 0,-1 0-1 0 0,0 1 0 0 0,0 1 0 0 0,-1 0 0 0 0,0 1 0 0 0,0 1 0 0 0,-26-4 0 0 0,38 8-203 0 0,1-1 0 0 0,0 1 0 0 0,-1 0 0 0 0,1 0 0 0 0,0 1 0 0 0,0-1 0 0 0,-1 1 0 0 0,1-1 0 0 0,-4 3-1 0 0,6-3-110 0 0,0 1-1 0 0,-1 0 1 0 0,1-1-1 0 0,0 1 0 0 0,-1 0 1 0 0,1 0-1 0 0,0 0 1 0 0,0 0-1 0 0,0 0 0 0 0,0 0 1 0 0,-2 3-1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249 116 548 0 0,'-38'-103'12237'0'0,"37"102"-12190"0"0,1 0 0 0 0,0 1 1 0 0,-1-1-1 0 0,1 0 0 0 0,0 1 1 0 0,-1-1-1 0 0,1 0 0 0 0,-1 1 1 0 0,1-1-1 0 0,-1 1 1 0 0,1-1-1 0 0,-1 1 0 0 0,1-1 1 0 0,-1 1-1 0 0,0-1 0 0 0,1 1 1 0 0,-1 0-1 0 0,1-1 1 0 0,-1 1-1 0 0,0 0 0 0 0,0-1 1 0 0,1 1-1 0 0,-1 0 0 0 0,0 0 1 0 0,1 0-1 0 0,-1 0 0 0 0,0 0 1 0 0,-1 0-1 0 0,0 0-3 0 0,-1 0 0 0 0,1 1 0 0 0,0 0 0 0 0,0-1 0 0 0,0 1 0 0 0,0 0 0 0 0,0 0 0 0 0,0 0 0 0 0,-3 3 0 0 0,-3 2 24 0 0,0 1 0 0 0,1 0 0 0 0,-9 9 0 0 0,0 4 39 0 0,2 0-1 0 0,0 1 1 0 0,1 0 0 0 0,1 1-1 0 0,1 0 1 0 0,-11 31 0 0 0,16-35-57 0 0,1-1 0 0 0,0 1 1 0 0,1 0-1 0 0,1 0 0 0 0,1 1 0 0 0,0-1 1 0 0,2 0-1 0 0,0 1 0 0 0,3 22 0 0 0,-2-34-19 0 0,1 0-1 0 0,0 0 1 0 0,0-1-1 0 0,1 1 1 0 0,-1-1-1 0 0,2 1 0 0 0,-1-1 1 0 0,0 0-1 0 0,1 0 1 0 0,1 0-1 0 0,-1 0 0 0 0,1-1 1 0 0,-1 0-1 0 0,1 0 1 0 0,1 0-1 0 0,-1 0 0 0 0,1-1 1 0 0,0 0-1 0 0,0 0 1 0 0,0-1-1 0 0,0 0 0 0 0,1 0 1 0 0,0 0-1 0 0,-1-1 1 0 0,1 0-1 0 0,0 0 1 0 0,8 1-1 0 0,-6-1 40 0 0,1-1 1 0 0,0 0-1 0 0,-1-1 1 0 0,1 0-1 0 0,0 0 0 0 0,-1-1 1 0 0,1 0-1 0 0,-1-1 1 0 0,1 0-1 0 0,-1 0 0 0 0,0-1 1 0 0,0-1-1 0 0,0 1 1 0 0,0-1-1 0 0,-1-1 0 0 0,1 0 1 0 0,-1 0-1 0 0,0 0 1 0 0,12-12-1 0 0,-10 6-35 0 0,0-1 0 0 0,-1 0 0 0 0,0-1 0 0 0,-1 0 0 0 0,0 0 0 0 0,-1-1 0 0 0,-1 0 0 0 0,0 0 0 0 0,-1-1 0 0 0,0 1 0 0 0,3-18 1 0 0,-6 18 24 0 0,0 1 0 0 0,0 0 0 0 0,-1-1 1 0 0,-1 0-1 0 0,0 1 0 0 0,-1-1 0 0 0,0 1 1 0 0,-1-1-1 0 0,-1 1 0 0 0,0 0 1 0 0,-1 0-1 0 0,-10-25 0 0 0,10 30-46 0 0,-1 0-1 0 0,0 0 0 0 0,0 1 1 0 0,-1 0-1 0 0,0 0 0 0 0,0 0 1 0 0,-1 0-1 0 0,0 1 0 0 0,0 0 1 0 0,-1 0-1 0 0,1 1 1 0 0,-1 0-1 0 0,0 1 0 0 0,-10-5 1 0 0,12 7-84 0 0,1 0 1 0 0,-1 0-1 0 0,0 0 1 0 0,0 1 0 0 0,1 0-1 0 0,-1 0 1 0 0,0 1 0 0 0,0-1-1 0 0,0 1 1 0 0,0 1-1 0 0,0-1 1 0 0,0 1 0 0 0,0 0-1 0 0,1 0 1 0 0,-1 1-1 0 0,0 0 1 0 0,1 0 0 0 0,-1 0-1 0 0,1 0 1 0 0,-1 1-1 0 0,1 0 1 0 0,0 0 0 0 0,-4 4-1 0 0,1 0-356 0 0,0 0-1 0 0,1 0 1 0 0,0 1-1 0 0,1 0 1 0 0,0 0-1 0 0,0 1 1 0 0,0-1-1 0 0,1 1 1 0 0,-4 12 0 0 0,1-2-1382 0 0,1 1 0 0 0,1 0 0 0 0,-5 32 1 0 0,4-18-2412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5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 1724 0 0,'-21'-5'16013'0'0,"18"5"-15028"0"0,1 6-840 0 0,0 0 0 0 0,0 0 0 0 0,0-1-1 0 0,1 2 1 0 0,-1-1 0 0 0,1 0 0 0 0,0 11-1 0 0,-1 9 146 0 0,-49 224 503 0 0,43-215-743 0 0,-4 34-3676 0 0,16-60 829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36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1155 161 2140 0 0,'-13'-18'2381'0'0,"-1"0"-1"0"0,-1 1 0 0 0,-19-17 1 0 0,-19-23 3661 0 0,51 55-5827 0 0,2 2-201 0 0,0 0 0 0 0,0 0 0 0 0,0 0 0 0 0,0 0 0 0 0,0 0 0 0 0,-1 0 0 0 0,1 0 0 0 0,0 0-1 0 0,0-1 1 0 0,0 1 0 0 0,0 0 0 0 0,0 0 0 0 0,0 0 0 0 0,-1 0 0 0 0,1 0 0 0 0,0 0 0 0 0,0-1 0 0 0,0 1 0 0 0,0 0 0 0 0,0 0 0 0 0,0 0 0 0 0,0 0 0 0 0,0-1 0 0 0,0 1 0 0 0,0 0-1 0 0,0 0 1 0 0,0 0 0 0 0,0 0 0 0 0,0-1 0 0 0,0 1 0 0 0,0 0 0 0 0,0 0 0 0 0,0 0 0 0 0,0 0 0 0 0,0-1 0 0 0,0 1 0 0 0,0 0 0 0 0,0 0 0 0 0,0 0 0 0 0,0 0 0 0 0,0 0 0 0 0,1-1 0 0 0,-1 1-1 0 0,0 0 1 0 0,0 0 0 0 0,0 0 0 0 0,0 0 0 0 0,0 0 0 0 0,0 0 0 0 0,0-1 0 0 0,1 1 0 0 0,-1 0 0 0 0,0 0 0 0 0,0 0 0 0 0,0 0 0 0 0,0 0 0 0 0,1 0 0 0 0,62-6 855 0 0,118 4 0 0 0,-91 4-616 0 0,194-2 2645 0 0,-281 0-2553 0 0,1 0-211 0 0,-3 0-53 0 0,1 0 1 0 0,-1 0 0 0 0,1 0 0 0 0,-1 0 0 0 0,0 0 0 0 0,1 0-1 0 0,-1 1 1 0 0,0-1 0 0 0,1 0 0 0 0,-1 1 0 0 0,0-1-1 0 0,1 1 1 0 0,-1 0 0 0 0,0-1 0 0 0,0 1 0 0 0,1 0 0 0 0,-1 0-1 0 0,0 0 1 0 0,0 0 0 0 0,0 0 0 0 0,0 0 0 0 0,0 0 0 0 0,0 0-1 0 0,0 0 1 0 0,-1 0 0 0 0,1 0 0 0 0,0 1 0 0 0,-1-1 0 0 0,1 0-1 0 0,-1 0 1 0 0,1 1 0 0 0,-1-1 0 0 0,0 1 0 0 0,1-1 0 0 0,-1 0-1 0 0,0 1 1 0 0,0-1 0 0 0,0 1 0 0 0,0-1 0 0 0,0 3 0 0 0,-32 308 3431 0 0,7-92-1710 0 0,-19 167-1803 0 0,-10 111 0 0 0,28-150 0 0 0,24-314 0 0 0,-6 41 0 0 0,6-66 0 0 0,1 0 0 0 0,-2-1 0 0 0,1 1 0 0 0,-1-1 0 0 0,0 1 0 0 0,-5 7 0 0 0,4-10 0 0 0,-1-1 0 0 0,1 0 0 0 0,-1 0 0 0 0,0 0 0 0 0,0 0 0 0 0,0-1 0 0 0,-1 0 0 0 0,1 0 0 0 0,-1 0 0 0 0,0-1 0 0 0,0 0 0 0 0,0 0 0 0 0,-1-1 0 0 0,1 0 0 0 0,-9 2 0 0 0,-15 4 0 0 0,0-3 0 0 0,-33 3 0 0 0,36-5 0 0 0,-473 38-4695 0 0,-44 6-3190 0 0,452-36 967 0 0,2 0-3947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42 476 0 0,'12'-40'6966'0'0,"-12"38"-6473"0"0,0 5-305 0 0,-7 30-177 0 0,-1 1 1 0 0,-20 52-1 0 0,13-42-1026 0 0,-7 18-1989 0 0,13-30 1270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52 772 0 0,'3'-51'9093'0'0,"-4"53"-8956"0"0,1 0-1 0 0,-1 0 1 0 0,0 0 0 0 0,1 0 0 0 0,-1 1-1 0 0,1-1 1 0 0,0 0 0 0 0,-1 0-1 0 0,1 1 1 0 0,0 1 0 0 0,0-3-120 0 0,-8 90 919 0 0,-24 105 1 0 0,-7 70-1758 0 0,38-194-1669 0 0,4-24-2567 0 0,-3-37 2570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32 108 1584 0 0,'2'-5'706'0'0,"0"-5"607"0"0,0 0 0 0 0,1 1 0 0 0,6-13 0 0 0,-7 19-1155 0 0,0 0-1 0 0,-1 0 1 0 0,1 0 0 0 0,0 1-1 0 0,0-1 1 0 0,1 1 0 0 0,-1 0-1 0 0,0-1 1 0 0,1 1 0 0 0,0 0-1 0 0,-1 0 1 0 0,1 1 0 0 0,0-1-1 0 0,4-1 1 0 0,0 0-64 0 0,1 0 0 0 0,-1 1 0 0 0,1 0 0 0 0,-1 0-1 0 0,1 1 1 0 0,0 0 0 0 0,0 0 0 0 0,0 1 0 0 0,0 0 0 0 0,0 0 0 0 0,-1 1 0 0 0,1 0 0 0 0,0 0 0 0 0,0 1-1 0 0,-1 0 1 0 0,1 1 0 0 0,-1-1 0 0 0,0 1 0 0 0,0 1 0 0 0,0 0 0 0 0,0 0 0 0 0,0 0 0 0 0,-1 0 0 0 0,7 7-1 0 0,-10-7-77 0 0,1 0-1 0 0,-1 1 0 0 0,0-1 0 0 0,0 1 0 0 0,0 0 0 0 0,0 0 0 0 0,-1 0 0 0 0,0 0 0 0 0,0 1 0 0 0,-1-1 0 0 0,1 0 0 0 0,-1 1 0 0 0,0-1 1 0 0,-1 1-1 0 0,1 0 0 0 0,-1-1 0 0 0,0 1 0 0 0,-2 7 0 0 0,1-3-12 0 0,0-1 0 0 0,-1 1-1 0 0,-1-1 1 0 0,0 1 0 0 0,0-1 0 0 0,-1 0 0 0 0,0 0 0 0 0,0-1-1 0 0,-10 14 1 0 0,7-12 19 0 0,0-1 0 0 0,-1 0-1 0 0,0-1 1 0 0,-1 1 0 0 0,0-2 0 0 0,0 1-1 0 0,-1-1 1 0 0,0-1 0 0 0,0 0 0 0 0,-21 9 0 0 0,29-14-15 0 0,4-2-12 0 0,0 0 4 0 0,-1 0 1 0 0,1 0 0 0 0,0 0-1 0 0,0 0 1 0 0,0 0-1 0 0,0 0 1 0 0,0 1-1 0 0,0-1 1 0 0,0 1 0 0 0,1-1-1 0 0,2 1 1 0 0,10-1 32 0 0,0 1 0 0 0,-1 1-1 0 0,1 0 1 0 0,-1 1 0 0 0,1 1 0 0 0,-1 0 0 0 0,0 1 0 0 0,0 0 0 0 0,0 1 0 0 0,-1 1 0 0 0,0 0-1 0 0,0 1 1 0 0,0 1 0 0 0,13 10 0 0 0,-18-13 60 0 0,-1 0-1 0 0,0 1 1 0 0,-1 0-1 0 0,0 1 1 0 0,0-1 0 0 0,0 1-1 0 0,-1 1 1 0 0,0-1-1 0 0,0 1 1 0 0,-1-1-1 0 0,0 1 1 0 0,0 0 0 0 0,-1 1-1 0 0,0-1 1 0 0,0 1-1 0 0,-1-1 1 0 0,0 1-1 0 0,-1 0 1 0 0,0 0 0 0 0,0 0-1 0 0,-1 0 1 0 0,0 0-1 0 0,0 0 1 0 0,-3 14-1 0 0,0-11 131 0 0,-1 1 0 0 0,0-1 0 0 0,-1 0 0 0 0,0 0 0 0 0,-1-1 0 0 0,-1 0 0 0 0,1 0 0 0 0,-2 0 0 0 0,1-1 0 0 0,-11 12 0 0 0,5-9 66 0 0,-1 0-1 0 0,1-1 1 0 0,-2 0-1 0 0,0-1 0 0 0,0 0 1 0 0,-25 11-1 0 0,27-16-168 0 0,-1 0 0 0 0,0-1 0 0 0,0-1 0 0 0,0 0 0 0 0,0-1 0 0 0,-1 0 0 0 0,-18 0 0 0 0,21-2-58 0 0,0-1-1 0 0,0-1 0 0 0,1 0 0 0 0,-1 0 0 0 0,1-1 1 0 0,-1-1-1 0 0,1 0 0 0 0,0 0 0 0 0,-18-9 0 0 0,27 12-62 0 0,0-1-1 0 0,0 0 0 0 0,1 0 0 0 0,-1 0 1 0 0,0-1-1 0 0,1 1 0 0 0,-1 0 1 0 0,1-1-1 0 0,-1 1 0 0 0,1 0 0 0 0,0-1 1 0 0,0 0-1 0 0,0 1 0 0 0,0-1 1 0 0,0 0-1 0 0,0 0 0 0 0,0 1 0 0 0,0-1 1 0 0,1 0-1 0 0,-2-3 0 0 0,2 2-150 0 0,0 0 0 0 0,0 0 0 0 0,0 0 0 0 0,0-1 0 0 0,1 1 0 0 0,-1 0 0 0 0,1 0 0 0 0,0 0 0 0 0,0 0 0 0 0,0 0 0 0 0,2-5 0 0 0,2-1-782 0 0,0 0 0 0 0,1 0 1 0 0,0 1-1 0 0,0 0 0 0 0,1 0 1 0 0,15-14-1 0 0,18-11-4800 0 0,-18 17 729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20 105 2340 0 0,'-19'-24'12283'0'0,"19"23"-12219"0"0,0 0 0 0 0,0 1 1 0 0,0-1-1 0 0,0 0 1 0 0,0 0-1 0 0,0 0 1 0 0,0 1-1 0 0,1-1 0 0 0,-1 0 1 0 0,0 0-1 0 0,1 1 1 0 0,-1-1-1 0 0,0 0 0 0 0,1 1 1 0 0,-1-1-1 0 0,1 0 1 0 0,-1 1-1 0 0,1-1 1 0 0,-1 0-1 0 0,1 1 0 0 0,0-1 1 0 0,-1 1-1 0 0,1-1 1 0 0,0 1-1 0 0,-1 0 0 0 0,1-1 1 0 0,0 1-1 0 0,-1 0 1 0 0,1-1-1 0 0,0 1 0 0 0,0 0 1 0 0,1 0-1 0 0,35-13 46 0 0,-24 9 30 0 0,91-27-1946 0 0,-37 18-6763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62 129 1864 0 0,'-17'13'5995'0'0,"-27"26"1511"0"0,55-37-6880 0 0,-5-3-545 0 0,0 0 1 0 0,-1 0-1 0 0,1-1 0 0 0,0 0 1 0 0,-1 0-1 0 0,10-5 1 0 0,2 0-23 0 0,158-70-3263 0 0,-63 16-3445 0 0,-78 39 2286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3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541 145 1500 0 0,'2'-14'3333'0'0,"5"-28"3186"0"0,-6 40-5886 0 0,-7-21 2122 0 0,5 20-2591 0 0,-1-1-1 0 0,0 0 1 0 0,0 1 0 0 0,0 0-1 0 0,0-1 1 0 0,-1 1-1 0 0,1 0 1 0 0,-1 0 0 0 0,0 0-1 0 0,0 1 1 0 0,0-1-1 0 0,0 0 1 0 0,0 1 0 0 0,-1 0-1 0 0,1 0 1 0 0,-1 0 0 0 0,0 0-1 0 0,1 1 1 0 0,-1 0-1 0 0,0-1 1 0 0,-7 0 0 0 0,-1-1-103 0 0,0 2 0 0 0,-1-1 0 0 0,1 2 0 0 0,0-1 0 0 0,-19 3 0 0 0,24-1-57 0 0,1 0-1 0 0,-1 1 1 0 0,0-1 0 0 0,1 1-1 0 0,-1 0 1 0 0,1 1-1 0 0,0 0 1 0 0,-1 0-1 0 0,1 0 1 0 0,1 1-1 0 0,-11 7 1 0 0,8-4 29 0 0,1 0 0 0 0,0 1 0 0 0,0 0 0 0 0,1 0-1 0 0,0 1 1 0 0,0-1 0 0 0,-4 11 0 0 0,-2 7 328 0 0,2 0 1 0 0,0 0-1 0 0,2 1 0 0 0,-8 48 1 0 0,-49 412 3697 0 0,44-302-3392 0 0,3 42 140 0 0,7-74-44 0 0,-2 87-129 0 0,2-38-386 0 0,4-117-192 0 0,-18 319 124 0 0,20-306-138 0 0,-1 85 41 0 0,6-176-46 0 0,0 1 1 0 0,1 0-1 0 0,-1 0 0 0 0,1 0 1 0 0,1 0-1 0 0,4 13 0 0 0,-6-20-34 0 0,1-1-1 0 0,0 1 1 0 0,0 0-1 0 0,0 0 1 0 0,0-1-1 0 0,0 1 0 0 0,0-1 1 0 0,0 1-1 0 0,0-1 1 0 0,0 1-1 0 0,0-1 1 0 0,0 0-1 0 0,0 0 1 0 0,0 1-1 0 0,0-1 1 0 0,0 0-1 0 0,0 0 0 0 0,0 0 1 0 0,0 0-1 0 0,0 0 1 0 0,0 0-1 0 0,2-1 1 0 0,26-3-7 0 0,-27 4-1 0 0,44-10-706 0 0,66-24-1 0 0,-64 16-2176 0 0,56-30-1 0 0,-77 34 138 0 0,28-21 0 0 0,-5-6-3788 0 0,-16 8-483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74 1712 0 0,'9'-43'8121'0'0,"-9"41"-7376"0"0,-2-26 4970 0 0,-41 320-1037 0 0,36-232-4925 0 0,-1 72 0 0 0,8-131 116 0 0,0 0 0 0 0,-1-1-1 0 0,1 1 1 0 0,0-1 0 0 0,0 1 0 0 0,0 0-1 0 0,0-1 1 0 0,0 1 0 0 0,0-1 0 0 0,0 1-1 0 0,0 0 1 0 0,1-1 0 0 0,-1 1 0 0 0,0-1-1 0 0,0 1 1 0 0,0-1 0 0 0,1 1 0 0 0,-1 0-1 0 0,0-1 1 0 0,1 1 0 0 0,-1-1 0 0 0,0 1-1 0 0,1-1 1 0 0,-1 0 0 0 0,1 1 0 0 0,-1-1-1 0 0,0 1 1 0 0,1-1 0 0 0,-1 0-1 0 0,1 1 1 0 0,-1-1 0 0 0,1 0 0 0 0,0 1-1 0 0,-1-1 1 0 0,1 0 0 0 0,-1 0 0 0 0,1 0-1 0 0,-1 0 1 0 0,1 1 0 0 0,0-1 0 0 0,-1 0-1 0 0,1 0 1 0 0,0 0 0 0 0,-1 0 0 0 0,1 0-1 0 0,-1 0 1 0 0,1-1 0 0 0,0 1 0 0 0,-1 0-1 0 0,1 0 1 0 0,-1 0 0 0 0,1-1 0 0 0,-1 1-1 0 0,1 0 1 0 0,-1 0 0 0 0,2-1 0 0 0,27-18-6290 0 0,-17 10 2250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4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2144 0 0,'1'-16'4853'0'0,"-2"-36"3625"0"0,1 50-8122 0 0,0 1-316 0 0,0 1 0 0 0,0-1-1 0 0,0 1 1 0 0,-1-1-1 0 0,1 1 1 0 0,0-1 0 0 0,0 1-1 0 0,0 0 1 0 0,0-1-1 0 0,1 1 1 0 0,-1-1-1 0 0,0 1 1 0 0,0-1 0 0 0,0 1-1 0 0,0-1 1 0 0,0 1-1 0 0,1 0 1 0 0,-1-1-1 0 0,0 1 1 0 0,0-1 0 0 0,1 0-1 0 0,3-1 3 0 0,0 0 0 0 0,1 0 1 0 0,-1 0-1 0 0,0 0 0 0 0,1 0 0 0 0,-1 1 0 0 0,1 0 0 0 0,0 0 0 0 0,0 0 0 0 0,-1 0 0 0 0,1 1 0 0 0,5 0 1 0 0,0 0-38 0 0,0 0 0 0 0,0 1 0 0 0,0 0 0 0 0,1 1 0 0 0,-1 0 0 0 0,13 4 0 0 0,-20-5-2 0 0,0 1 0 0 0,0-1 0 0 0,-1 0 0 0 0,1 1 0 0 0,-1-1 0 0 0,1 1 0 0 0,-1 0 0 0 0,1 0-1 0 0,-1 0 1 0 0,0 0 0 0 0,0 0 0 0 0,0 0 0 0 0,0 1 0 0 0,0-1 0 0 0,-1 1 0 0 0,1-1 0 0 0,-1 1-1 0 0,0 0 1 0 0,1-1 0 0 0,-1 1 0 0 0,0 0 0 0 0,-1 0 0 0 0,1 0 0 0 0,0 0 0 0 0,-1 0 0 0 0,0 0-1 0 0,1 5 1 0 0,-2 2 8 0 0,-1 0 1 0 0,1 1-1 0 0,-2-1 0 0 0,1 0 0 0 0,-1 0 0 0 0,-1 0 0 0 0,0-1 0 0 0,0 1 0 0 0,-1-1 0 0 0,0 0 1 0 0,0 0-1 0 0,-8 9 0 0 0,-12 13 77 0 0,-50 49 0 0 0,68-73-49 0 0,-9 5 636 0 0,26-18-124 0 0,-7 5-543 0 0,5-4 10 0 0,1 1 1 0 0,-1 0-1 0 0,17-5 0 0 0,3 1-11 0 0,-22 7-8 0 0,1 0 1 0 0,1 1 69 0 0,-1 0 0 0 0,1 0 0 0 0,0 1 0 0 0,-1 0 0 0 0,1 0 0 0 0,0 1 0 0 0,-1 0 0 0 0,0 0 0 0 0,1 1 0 0 0,-1 0 0 0 0,0 0 0 0 0,-1 1 0 0 0,1 0 0 0 0,9 7 0 0 0,-6-4 155 0 0,1 1-1 0 0,-2 0 1 0 0,1 1 0 0 0,-1 0-1 0 0,-1 0 1 0 0,1 1 0 0 0,-2 0 0 0 0,8 13-1 0 0,-12-19-117 0 0,-2-1-1 0 0,1 0 1 0 0,0 1-1 0 0,-1 0 1 0 0,0-1-1 0 0,1 1 0 0 0,-1 0 1 0 0,-1 0-1 0 0,1 0 1 0 0,-1 0-1 0 0,1 0 1 0 0,-1-1-1 0 0,0 1 1 0 0,-1 0-1 0 0,1 0 1 0 0,-1 0-1 0 0,1 0 0 0 0,-1 0 1 0 0,0 0-1 0 0,-1-1 1 0 0,1 1-1 0 0,-1 0 1 0 0,1-1-1 0 0,-1 0 1 0 0,0 1-1 0 0,0-1 1 0 0,-1 0-1 0 0,1 0 1 0 0,-6 6-1 0 0,2-3-3 0 0,1-1 0 0 0,-1 0 0 0 0,0 1 0 0 0,0-2 0 0 0,-1 1 0 0 0,1-1 1 0 0,-1 0-1 0 0,0 0 0 0 0,0-1 0 0 0,0 0 0 0 0,-1 0 0 0 0,1-1 0 0 0,-1 0 0 0 0,1 0 0 0 0,-1-1 0 0 0,0 0 0 0 0,-10 0 0 0 0,-52-5-2281 0 0,8-8-8263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5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28 296 0 0,'29'-22'10844'0'0,"-29"21"-10733"0"0,0 1 1 0 0,0 0-1 0 0,0 0 0 0 0,1-1 1 0 0,-1 1-1 0 0,0 0 1 0 0,0-1-1 0 0,1 1 0 0 0,-1 0 1 0 0,0 0-1 0 0,1-1 1 0 0,-1 1-1 0 0,0 0 1 0 0,1 0-1 0 0,-1 0 0 0 0,0-1 1 0 0,1 1-1 0 0,-1 0 1 0 0,0 0-1 0 0,1 0 0 0 0,-1 0 1 0 0,1 0-1 0 0,-1 0 1 0 0,0 0-1 0 0,1 0 0 0 0,-1 0 1 0 0,0 0-1 0 0,1 0 1 0 0,-1 0-1 0 0,1 0 1 0 0,-1 0-1 0 0,0 0 0 0 0,1 0 1 0 0,-1 0-1 0 0,0 1 1 0 0,1-1-1 0 0,-1 0 0 0 0,1 1 1 0 0,5 16 1501 0 0,-7 25-497 0 0,-24 129 840 0 0,1-14-1335 0 0,19-82-235 0 0,-2 17-1564 0 0,10-77-1025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59 153 2820 0 0,'-10'-21'4606'0'0,"-2"0"-1"0"0,-18-26 1 0 0,30 46-4516 0 0,-1 0-1 0 0,0 0 1 0 0,0 0 0 0 0,1 0-1 0 0,-1-1 1 0 0,1 1 0 0 0,-1 0 0 0 0,1 0-1 0 0,0-1 1 0 0,-1 1 0 0 0,1 0 0 0 0,0-1-1 0 0,0 1 1 0 0,0 0 0 0 0,0-1-1 0 0,0 1 1 0 0,0 0 0 0 0,0-1 0 0 0,1 1-1 0 0,-1 0 1 0 0,0 0 0 0 0,1-1-1 0 0,-1 1 1 0 0,1 0 0 0 0,-1 0 0 0 0,1-1-1 0 0,0 1 1 0 0,-1 0 0 0 0,1 0 0 0 0,0 0-1 0 0,0 0 1 0 0,0 0 0 0 0,0 0-1 0 0,0 0 1 0 0,0 0 0 0 0,0 1 0 0 0,1-2-1 0 0,2 0-32 0 0,-1-1-1 0 0,1 1 0 0 0,-1 0 1 0 0,1 1-1 0 0,0-1 1 0 0,0 1-1 0 0,0-1 0 0 0,0 1 1 0 0,0 0-1 0 0,0 1 0 0 0,0-1 1 0 0,5 0-1 0 0,6 2 54 0 0,-1-1-1 0 0,1 2 1 0 0,-1 0-1 0 0,1 0 1 0 0,-1 2 0 0 0,0 0-1 0 0,25 10 1 0 0,-34-12-1 0 0,1 1 0 0 0,-1 0 0 0 0,1 0 0 0 0,-1 1 0 0 0,0 0 0 0 0,0 0 0 0 0,0 0 0 0 0,0 0 0 0 0,-1 1 1 0 0,0-1-1 0 0,0 1 0 0 0,0 0 0 0 0,-1 1 0 0 0,1-1 0 0 0,-1 1 0 0 0,-1-1 0 0 0,1 1 0 0 0,-1 0 0 0 0,0 0 0 0 0,0 0 0 0 0,1 9 1 0 0,-2-3 140 0 0,0 1 0 0 0,-1 0 0 0 0,-1-1 0 0 0,0 1 1 0 0,-1-1-1 0 0,0 1 0 0 0,-1-1 0 0 0,-1 1 0 0 0,1-1 1 0 0,-2-1-1 0 0,-7 15 0 0 0,-10 16 1010 0 0,-43 63 1 0 0,58-93-1059 0 0,2-5-93 0 0,-2 3 185 0 0,0 0-1 0 0,-10 22 0 0 0,17-29-163 0 0,-1-3-123 0 0,1 1 0 0 0,0-1 0 0 0,0 1 0 0 0,1-1 0 0 0,-1 1 0 0 0,0-1 0 0 0,0 1 0 0 0,0-1 0 0 0,0 1 0 0 0,0-1 0 0 0,1 1 0 0 0,-1-1 0 0 0,0 1 0 0 0,0-1 0 0 0,1 1 0 0 0,-1-1 0 0 0,0 1 0 0 0,1-1 0 0 0,-1 0 0 0 0,0 1 0 0 0,1-1 0 0 0,-1 0 0 0 0,1 1 0 0 0,-1-1 0 0 0,1 1 0 0 0,44-5 9 0 0,0-2 1 0 0,0-1-1 0 0,73-23 0 0 0,-62 15-36 0 0,-18 5-247 0 0,108-31-320 0 0,-76 13-2283 0 0,-53 19-496 0 0,30-20 0 0 0,-23 6-1813 0 0,-11 5-1213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4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607 137 1236 0 0,'-2'-13'2877'0'0,"0"-1"-1"0"0,0 1 0 0 0,-2-1 1 0 0,-5-14 727 0 0,9 20-2025 0 0,0 7-1514 0 0,0 1 1 0 0,0-1 0 0 0,0 0 0 0 0,0 1-1 0 0,0-1 1 0 0,0 0 0 0 0,0 1-1 0 0,0-1 1 0 0,0 0 0 0 0,0 1 0 0 0,0-1-1 0 0,1 0 1 0 0,-1 1 0 0 0,0-1-1 0 0,0 0 1 0 0,1 1 0 0 0,-1-1-1 0 0,1 1 1 0 0,-1-1 0 0 0,0 1 0 0 0,1-1-1 0 0,-1 1 1 0 0,1-1 0 0 0,-1 1-1 0 0,1-1 1 0 0,-1 1 0 0 0,1-1 0 0 0,-1 1-1 0 0,1 0 1 0 0,0-1 0 0 0,-1 1-1 0 0,1 0 1 0 0,-1 0 0 0 0,1-1-1 0 0,0 1 1 0 0,0 0 0 0 0,18-6 196 0 0,0 1 0 0 0,-1 1 0 0 0,1 1 0 0 0,23-2 0 0 0,84 2 102 0 0,-49 3-223 0 0,-16-2-41 0 0,0 3 0 0 0,1 3-1 0 0,72 14 1 0 0,-129-18-84 0 0,1 1 0 0 0,-1 1-1 0 0,0-1 1 0 0,0 1 0 0 0,0 0-1 0 0,0 0 1 0 0,0 1 0 0 0,0-1 0 0 0,7 7-1 0 0,-10-8 23 0 0,0 1 0 0 0,-1 0-1 0 0,1-1 1 0 0,-1 1-1 0 0,1 0 1 0 0,-1 0-1 0 0,0 0 1 0 0,0 0 0 0 0,0 0-1 0 0,0 0 1 0 0,0 1-1 0 0,0-1 1 0 0,0 0-1 0 0,0 5 1 0 0,2 34 1067 0 0,-2-34-917 0 0,-1 516 4955 0 0,0-510-5036 0 0,-28 489 1926 0 0,6-188-1133 0 0,19-112-900 0 0,9 0 0 0 0,34 217 0 0 0,-34-376 0 0 0,-2 0 0 0 0,-2 0 0 0 0,-2 0 0 0 0,-9 68 0 0 0,7-101 0 0 0,-2 6 0 0 0,2-1 0 0 0,-2-3 0 0 0,0-2 0 0 0,-3-3 0 0 0,-6-3 0 0 0,-8-2 0 0 0,0-1 0 0 0,0-1 0 0 0,-27-3 0 0 0,3 0 0 0 0,10 1-49 0 0,-463-9-8297 0 0,1 37-3451 0 0,403-15 1626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1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0 112 392 0 0,'0'-16'3534'0'0,"0"-50"2778"0"0,0 64-6080 0 0,1-25 5686 0 0,3 47-5678 0 0,0 2 0 0 0,-2-1 0 0 0,0 0 0 0 0,-2 35 0 0 0,-1-33-31 0 0,-2 764 2013 0 0,6-695-2218 0 0,24 140 1 0 0,-2-86 318 0 0,-25-144-280 0 0,16-42-8541 0 0,-10 27 4637 0 0,1-1-1770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2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107 154 356 0 0,'-13'-27'8336'0'0,"-3"-10"-3923"0"0,16 35-3873 0 0,4-8-92 0 0,2 3-387 0 0,-1 1 0 0 0,1 0 0 0 0,1 0 0 0 0,-1 0 0 0 0,1 1 1 0 0,0-1-1 0 0,0 2 0 0 0,1-1 0 0 0,0 1 0 0 0,-1 0 0 0 0,1 1 0 0 0,0-1 0 0 0,1 2 0 0 0,-1-1 0 0 0,1 1 0 0 0,-1 1 0 0 0,1-1 0 0 0,-1 1 0 0 0,14 1 0 0 0,-12 0-33 0 0,1 0-1 0 0,-1 2 0 0 0,1-1 1 0 0,-1 1-1 0 0,1 0 1 0 0,-1 1-1 0 0,0 1 1 0 0,0-1-1 0 0,-1 2 1 0 0,1-1-1 0 0,-1 1 1 0 0,12 9-1 0 0,-9-5 91 0 0,0 1 0 0 0,-1 0 0 0 0,0 1 0 0 0,-1 0 0 0 0,0 1 0 0 0,-1 0 0 0 0,15 25 1 0 0,-10-10 150 0 0,-1 1 1 0 0,-2 0 0 0 0,-1 0 0 0 0,-1 1 0 0 0,-1 1-1 0 0,-2-1 1 0 0,-1 1 0 0 0,2 39 0 0 0,-5-41-54 0 0,-2 0 1 0 0,-1 0 0 0 0,-1 0-1 0 0,-1 0 1 0 0,-2-1-1 0 0,-10 36 1 0 0,8-41-193 0 0,3-8 312 0 0,0-1 0 0 0,-1 1-1 0 0,-1-1 1 0 0,-8 13 0 0 0,12-22-204 0 0,-1 0-1 0 0,0 0 1 0 0,0-1-1 0 0,0 1 1 0 0,0-1-1 0 0,0 0 1 0 0,-1 0-1 0 0,1 0 1 0 0,-1-1 0 0 0,0 1-1 0 0,0-1 1 0 0,0 0-1 0 0,0 0 1 0 0,-1 0-1 0 0,1-1 1 0 0,0 1-1 0 0,-6 0 1 0 0,-9 1 130 0 0,-1-1 0 0 0,1-1-1 0 0,0-1 1 0 0,0 0 0 0 0,0-2 0 0 0,-26-4 0 0 0,-111-33 336 0 0,146 36-523 0 0,-47-16 223 0 0,55 19-286 0 0,0-1-5 0 0,-6-1-2 0 0,4 0-1 0 0,-4-1 1 0 0,6 2-407 0 0,0 1 0 0 0,0-1 0 0 0,0 0 0 0 0,0 0 0 0 0,0 0 0 0 0,0-1 0 0 0,0 1 0 0 0,0 0 0 0 0,1-1 0 0 0,-1 1 1 0 0,0-1-1 0 0,-1-2 0 0 0,2 3 141 0 0,1-1 0 0 0,0 1 0 0 0,-1-1 0 0 0,1 1 0 0 0,0 0 0 0 0,0-1 0 0 0,0 1 0 0 0,0 0 0 0 0,0-1 0 0 0,1 1 1 0 0,-1-1-1 0 0,0 1 0 0 0,1 0 0 0 0,-1-1 0 0 0,1 1 0 0 0,-1 0 0 0 0,1 0 0 0 0,-1-1 0 0 0,1 1 0 0 0,0 0 0 0 0,0 0 0 0 0,1-1 0 0 0,21-31-8609 0 0,-15 21 3903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52 170 448 0 0,'-28'-27'6032'0'0,"25"25"-5701"0"0,1 0 0 0 0,0 0 0 0 0,0 0 0 0 0,1 0 0 0 0,-1 0 0 0 0,0 0 0 0 0,1-1 0 0 0,-1 1 0 0 0,1 0 0 0 0,-2-5 0 0 0,1 3 266 0 0,1 2-349 0 0,8-26 948 0 0,2 19-1119 0 0,0 1-1 0 0,1 1 1 0 0,0 0 0 0 0,0 0 0 0 0,0 1-1 0 0,1 0 1 0 0,0 1 0 0 0,1 0 0 0 0,-1 1-1 0 0,1 0 1 0 0,-1 1 0 0 0,1 0 0 0 0,20-2-1 0 0,-23 4-31 0 0,1 1 0 0 0,-1 0 0 0 0,1 0 0 0 0,-1 1 0 0 0,0 0 0 0 0,1 0-1 0 0,-1 1 1 0 0,0 1 0 0 0,0 0 0 0 0,0 0 0 0 0,0 0 0 0 0,0 1 0 0 0,-1 1-1 0 0,0-1 1 0 0,0 1 0 0 0,0 1 0 0 0,0-1 0 0 0,9 10 0 0 0,-9-6 46 0 0,1 0 1 0 0,-1 1-1 0 0,0 0 0 0 0,-1 0 1 0 0,0 1-1 0 0,-1 0 1 0 0,0 0-1 0 0,-1 0 1 0 0,0 1-1 0 0,-1 0 1 0 0,0 0-1 0 0,-1 0 1 0 0,0 1-1 0 0,1 18 1 0 0,-3-17-48 0 0,-2 0 1 0 0,1 0 0 0 0,-2 0 0 0 0,1 0 0 0 0,-2 0 0 0 0,0-1 0 0 0,-1 1 0 0 0,0-1 0 0 0,-1 1 0 0 0,-1-1 0 0 0,0-1 0 0 0,-14 23 0 0 0,-6 3-551 0 0,-1-2-1 0 0,-2 0 1 0 0,-67 62 0 0 0,-48 17-6952 0 0,100-85 3300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1348 0 0,'6'-14'7449'0'0,"-2"5"-5486"0"0,0 0-1 0 0,0 0 1 0 0,2-11 0 0 0,4-27-965 0 0,-11 37-3828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7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193 104 1052 0 0,'0'0'1806'0'0,"-2"-28"6686"0"0,-1 21-8355 0 0,2 6 184 0 0,0-1-1 0 0,0 1 1 0 0,0-1-1 0 0,0 0 1 0 0,0 0 0 0 0,0 0-1 0 0,1 1 1 0 0,-1-1-1 0 0,1 0 1 0 0,-1 0-1 0 0,1 0 1 0 0,0 0 0 0 0,0 0-1 0 0,0 0 1 0 0,0 0-1 0 0,0-3 1 0 0,0 3-270 0 0,0 0-45 0 0,0-4-13 0 0,0 4 20 0 0,1 1-3 0 0,-1 0-1 0 0,0 0 0 0 0,1 1 0 0 0,-1-1 1 0 0,1 0-1 0 0,-1 0 0 0 0,1 1 1 0 0,-1-1-1 0 0,1 0 0 0 0,-1 1 1 0 0,1-1-1 0 0,0 0 0 0 0,-1 1 0 0 0,1-1 1 0 0,0 1-1 0 0,0-1 0 0 0,-1 1 1 0 0,1 0-1 0 0,0-1 0 0 0,0 1 1 0 0,0 0-1 0 0,-1 0 0 0 0,1-1 1 0 0,0 1-1 0 0,0 0 0 0 0,0 0 0 0 0,0 0 1 0 0,0 0-1 0 0,0 0 0 0 0,-1 0 1 0 0,2 0-1 0 0,36 1 430 0 0,-29 0-376 0 0,165-6 11 0 0,45-1-120 0 0,-219 6 46 0 0,1 0 0 0 0,-1 0 0 0 0,0 0 1 0 0,0 0-1 0 0,1 0 0 0 0,-1 0 0 0 0,0 0 1 0 0,1 0-1 0 0,-1 0 0 0 0,0 0 0 0 0,0 0 1 0 0,1 0-1 0 0,-1 0 0 0 0,0 0 0 0 0,0 0 1 0 0,1 0-1 0 0,-1 1 0 0 0,0-1 0 0 0,0 0 1 0 0,1 0-1 0 0,-1 0 0 0 0,0 0 0 0 0,0 0 1 0 0,0 1-1 0 0,1-1 0 0 0,-1 0 0 0 0,0 0 1 0 0,0 0-1 0 0,0 1 0 0 0,0-1 0 0 0,1 0 1 0 0,-1 0-1 0 0,0 0 0 0 0,0 1 0 0 0,0-1 0 0 0,0 0 1 0 0,0 0-1 0 0,0 1 0 0 0,0-1 0 0 0,0 0 1 0 0,0 1-1 0 0,0-1 0 0 0,0 0 0 0 0,0 0 1 0 0,0 1-1 0 0,0-1 0 0 0,0 0 0 0 0,0 0 1 0 0,0 1-1 0 0,0-1 0 0 0,0 0 0 0 0,0 0 1 0 0,0 1-1 0 0,0-1 0 0 0,0 0 0 0 0,0 0 1 0 0,-1 1-1 0 0,1-1 0 0 0,0 0 0 0 0,-10 13-4 0 0,-80 56 59 0 0,27-21 42 0 0,-303 278 1393 0 0,343-301-1360 0 0,1 0 0 0 0,2 1 0 0 0,-33 54 0 0 0,53-79-121 0 0,-1-1 0 0 0,1 0-1 0 0,0 1 1 0 0,0-1-1 0 0,0 1 1 0 0,0-1-1 0 0,-1 1 1 0 0,1-1-1 0 0,0 1 1 0 0,0-1-1 0 0,0 1 1 0 0,0-1-1 0 0,0 1 1 0 0,0-1-1 0 0,0 1 1 0 0,0-1-1 0 0,0 1 1 0 0,1-1-1 0 0,-1 1 1 0 0,0-1-1 0 0,0 1 1 0 0,0-1-1 0 0,1 1 1 0 0,-1-1 0 0 0,0 1-1 0 0,0-1 1 0 0,1 1-1 0 0,-1-1 1 0 0,0 0-1 0 0,1 1 1 0 0,-1-1-1 0 0,0 0 1 0 0,1 1-1 0 0,-1-1 1 0 0,1 0-1 0 0,-1 1 1 0 0,1-1-1 0 0,-1 0 1 0 0,1 0-1 0 0,-1 0 1 0 0,0 1-1 0 0,1-1 1 0 0,-1 0-1 0 0,1 0 1 0 0,-1 0-1 0 0,1 0 1 0 0,0 0 0 0 0,0 0-1 0 0,25 2 253 0 0,-25-2-255 0 0,14-1 62 0 0,-1-1 0 0 0,1 0 0 0 0,0-1 1 0 0,26-10-1 0 0,6-1-15 0 0,313-77-762 0 0,-294 77-5525 0 0,-32 7-936 0 0,-20 4 2608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7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1792 0 0,'5'-26'8607'0'0,"7"2"-3424"0"0,-6 11-3779 0 0,-4 11-1261 0 0,0 0 1 0 0,-1 0-1 0 0,1 0 1 0 0,0 0-1 0 0,0 1 1 0 0,1-1-1 0 0,-1 1 1 0 0,0-1-1 0 0,0 1 1 0 0,1 0-1 0 0,-1 0 1 0 0,5-1-1 0 0,1-2 34 0 0,13-4-93 0 0,0 1 0 0 0,0 1-1 0 0,1 1 1 0 0,0 1 0 0 0,27-1 0 0 0,58-4-5452 0 0,-89 9 2524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7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47 100 2476 0 0,'-46'31'15769'0'0,"46"-30"-15559"0"0,5-1 7 0 0,1 1 0 0 0,-1-1 0 0 0,1-1 0 0 0,-1 1 0 0 0,0-1 0 0 0,1 1 0 0 0,-1-2 0 0 0,1 1 0 0 0,7-3 0 0 0,11-2-18 0 0,32-6-188 0 0,143-29-2905 0 0,-3-11-7477 0 0,-156 39 5205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69 912 0 0,'-79'-27'13271'0'0,"77"27"-12538"0"0,-7-3 397 0 0,12-4-109 0 0,14-5-291 0 0,13 6-1045 0 0,-1 0 0 0 0,1 2-1 0 0,0 1 1 0 0,55 3 0 0 0,-67 0-747 0 0,14 1-2024 0 0,-8 1-2712 0 0,-11 0 1927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8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0 1028 0 0,'-3'0'2016'0'0,"-4"1"-851"0"0,-1 0 0 0 0,1 1 0 0 0,0 0-1 0 0,0 0 1 0 0,-11 5 0 0 0,9-3-458 0 0,1 0 0 0 0,-1 1-1 0 0,1 1 1 0 0,-10 7 0 0 0,-5 7 251 0 0,1 0-1 0 0,1 2 0 0 0,-32 41 1 0 0,45-52-860 0 0,0 1 0 0 0,1 0-1 0 0,0 0 1 0 0,1 0 0 0 0,1 1 0 0 0,0 0 0 0 0,0 0 0 0 0,1 1 0 0 0,1-1 0 0 0,-3 19 0 0 0,6-30-90 0 0,0 1 1 0 0,0-1 0 0 0,0 0-1 0 0,0 0 1 0 0,1 0 0 0 0,-1 0-1 0 0,1 0 1 0 0,-1 0 0 0 0,1 0-1 0 0,0 0 1 0 0,-1 0 0 0 0,1 0-1 0 0,0 0 1 0 0,0 0 0 0 0,0 0-1 0 0,1 0 1 0 0,-1-1 0 0 0,0 1-1 0 0,1-1 1 0 0,-1 1 0 0 0,1-1-1 0 0,0 1 1 0 0,-1-1 0 0 0,1 0-1 0 0,0 0 1 0 0,0 0 0 0 0,0 0-1 0 0,3 2 1 0 0,14 0 3 0 0,0-1-1 0 0,1-1 1 0 0,23 0 0 0 0,18 0 36 0 0,-54-1 56 0 0,0 1 0 0 0,1 1 0 0 0,-1 0 0 0 0,0 0 0 0 0,0 0 0 0 0,0 1-1 0 0,0-1 1 0 0,0 2 0 0 0,-1-1 0 0 0,1 1 0 0 0,-1 0 0 0 0,0 0 0 0 0,0 1-1 0 0,-1 0 1 0 0,1 0 0 0 0,-1 0 0 0 0,0 1 0 0 0,0 0 0 0 0,-1 0 0 0 0,0 0-1 0 0,0 0 1 0 0,0 1 0 0 0,-1-1 0 0 0,0 1 0 0 0,0 0 0 0 0,0 0 0 0 0,-1 0-1 0 0,0 0 1 0 0,-1 1 0 0 0,0-1 0 0 0,0 0 0 0 0,0 1 0 0 0,-1-1 0 0 0,0 1-1 0 0,-1-1 1 0 0,1 1 0 0 0,-1-1 0 0 0,-1 0 0 0 0,-3 11 0 0 0,0-4 72 0 0,-1-1-1 0 0,0 0 1 0 0,-1 0 0 0 0,-1 0 0 0 0,0-1 0 0 0,0 0 0 0 0,-2 0-1 0 0,1-1 1 0 0,-1 0 0 0 0,-1-1 0 0 0,0 0 0 0 0,0-1 0 0 0,-1 0-1 0 0,0-1 1 0 0,-1 0 0 0 0,0-1 0 0 0,0-1 0 0 0,0 0 0 0 0,-1 0-1 0 0,0-1 1 0 0,-15 3 0 0 0,23-8-165 0 0,-1 1-1 0 0,0-1 1 0 0,1-1-1 0 0,-1 1 1 0 0,1-1-1 0 0,-1 0 1 0 0,1 0-1 0 0,-1-1 1 0 0,1 0-1 0 0,0 0 1 0 0,-10-5-1 0 0,15 7-144 0 0,-1-1 1 0 0,1 1-1 0 0,0-1 0 0 0,-1 1 1 0 0,1-1-1 0 0,0 1 0 0 0,0-1 0 0 0,0 0 1 0 0,-1 0-1 0 0,1 0 0 0 0,0 0 1 0 0,0 0-1 0 0,0 0 0 0 0,0 0 1 0 0,1 0-1 0 0,-1 0 0 0 0,0 0 0 0 0,0 0 1 0 0,1-1-1 0 0,-1 1 0 0 0,0 0 1 0 0,1 0-1 0 0,-1-1 0 0 0,1 1 1 0 0,0 0-1 0 0,-1-1 0 0 0,1 1 0 0 0,0-1 1 0 0,0 1-1 0 0,0 0 0 0 0,0-1 1 0 0,0 1-1 0 0,0-1 0 0 0,1 1 0 0 0,-1 0 1 0 0,0-1-1 0 0,1 1 0 0 0,-1 0 1 0 0,1-1-1 0 0,-1 1 0 0 0,1 0 1 0 0,-1 0-1 0 0,1-1 0 0 0,0 1 0 0 0,0 0 1 0 0,1-2-1 0 0,3-3-1036 0 0,1-1-1 0 0,0 1 0 0 0,0 0 1 0 0,0 1-1 0 0,13-10 1 0 0,17-9-5027 0 0,-14 10 1136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1324 0 0,'1'-2'2259'0'0,"0"-1"-1544"0"0,0 0-1 0 0,0-1 1 0 0,1 1 0 0 0,0 0-1 0 0,-1 1 1 0 0,1-1 0 0 0,0 0-1 0 0,0 0 1 0 0,1 1 0 0 0,-1-1-1 0 0,1 1 1 0 0,-1 0 0 0 0,1-1-1 0 0,4-2 1 0 0,-5 4-546 0 0,1 1-1 0 0,-1-1 1 0 0,0 0 0 0 0,0 1 0 0 0,0-1-1 0 0,1 1 1 0 0,-1-1 0 0 0,0 1-1 0 0,0 0 1 0 0,1 0 0 0 0,-1 0 0 0 0,0 1-1 0 0,1-1 1 0 0,-1 0 0 0 0,0 1 0 0 0,0-1-1 0 0,0 1 1 0 0,1 0 0 0 0,-1 0-1 0 0,0 0 1 0 0,0 0 0 0 0,3 2 0 0 0,1 1-46 0 0,0 0 1 0 0,0 0 0 0 0,0 0-1 0 0,0 1 1 0 0,-1 0-1 0 0,0 0 1 0 0,0 1 0 0 0,0-1-1 0 0,0 1 1 0 0,-1 0 0 0 0,0 0-1 0 0,-1 1 1 0 0,1-1-1 0 0,-1 1 1 0 0,0 0 0 0 0,-1-1-1 0 0,1 2 1 0 0,-2-1 0 0 0,1 0-1 0 0,-1 0 1 0 0,0 0-1 0 0,0 1 1 0 0,-1-1 0 0 0,0 0-1 0 0,0 1 1 0 0,-1-1 0 0 0,0 0-1 0 0,0 0 1 0 0,0 1-1 0 0,-1-1 1 0 0,-1 0 0 0 0,-5 13-1 0 0,3-7-1 0 0,-1 1 0 0 0,-1-1-1 0 0,0 0 1 0 0,-1-1 0 0 0,0 0-1 0 0,-1 0 1 0 0,-13 13 0 0 0,3 0 283 0 0,18-23-189 0 0,2-5-214 0 0,0 1 1 0 0,1-1 0 0 0,-1 1 0 0 0,1 0 0 0 0,0 0 0 0 0,0 0 0 0 0,0 0 0 0 0,0 0 0 0 0,0 0 0 0 0,0 0 0 0 0,5-2 0 0 0,1-3-4 0 0,88-75-3 0 0,19-19-77 0 0,-98 84 58 0 0,0-1 0 0 0,-2 0 0 0 0,0-2 0 0 0,16-26 0 0 0,-29 43 13 0 0,-1 0 0 0 0,1 0-1 0 0,-1 0 1 0 0,0 0 0 0 0,0 0-1 0 0,0 0 1 0 0,0-1 0 0 0,-1 1-1 0 0,1 0 1 0 0,-1-1 0 0 0,0 1-1 0 0,0 0 1 0 0,-1-5 0 0 0,1-7-82 0 0,-18 13 32 0 0,12 5 88 0 0,0 0 1 0 0,0 1-1 0 0,0 0 0 0 0,0 0 0 0 0,0 1 1 0 0,1-1-1 0 0,0 1 0 0 0,0 1 0 0 0,0-1 1 0 0,-7 11-1 0 0,-6 10 180 0 0,-14 31-1 0 0,29-52-181 0 0,-4 7 25 0 0,0 2 0 0 0,1-1 0 0 0,1 1 0 0 0,0 0 0 0 0,1 0 0 0 0,1 0 1 0 0,0 0-1 0 0,0 1 0 0 0,1 17 0 0 0,1-25-187 0 0,2 0 0 0 0,-1-1-1 0 0,1 1 1 0 0,0-1 0 0 0,1 1-1 0 0,-1-1 1 0 0,1 1 0 0 0,0-1 0 0 0,1 0-1 0 0,0 0 1 0 0,0 0 0 0 0,0 0-1 0 0,1-1 1 0 0,-1 1 0 0 0,1-1 0 0 0,1 0-1 0 0,-1 0 1 0 0,1 0 0 0 0,0-1-1 0 0,0 1 1 0 0,0-1 0 0 0,8 5 0 0 0,-5-5-634 0 0,-1 0 1 0 0,1 0 0 0 0,0-1-1 0 0,0 0 1 0 0,0-1 0 0 0,1 0-1 0 0,9 2 1 0 0,-10-3-798 0 0,0 0 1 0 0,0-1-1 0 0,1 0 0 0 0,10-1 1 0 0,1-2-3567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9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 1992 0 0,'19'-22'20557'0'0,"-17"24"-20230"0"0,-1 0 0 0 0,1 0 1 0 0,-1 0-1 0 0,0 0 0 0 0,0 0 1 0 0,1 1-1 0 0,-1-1 0 0 0,-1 0 1 0 0,1 1-1 0 0,0-1 0 0 0,-1 1 1 0 0,1-1-1 0 0,-1 1 0 0 0,0-1 1 0 0,0 3-1 0 0,1 50 2603 0 0,-1-40-2366 0 0,-3 52-144 0 0,-4 0 0 0 0,-27 121 0 0 0,10-69-6579 0 0,22-105 1422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5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 2168 0 0,'-23'1'7714'0'0,"-9"-1"3217"0"0,35 1-10441 0 0,62 2 623 0 0,95-5 0 0 0,-99-1-1241 0 0,-50 3 60 0 0,70-4-2251 0 0,-32 1-2623 0 0,-35 1 1783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11 168 0 0,'-25'-11'20821'0'0,"26"43"-19225"0"0,-2 1 0 0 0,-7 53 0 0 0,5-54-1344 0 0,-7 49 126 0 0,-4 54-247 0 0,13-47-2844 0 0,1-87 2635 0 0,5 43-4021 0 0,-5-42 3450 0 0,1 1 0 0 0,0-1 0 0 0,-1 0-1 0 0,1 0 1 0 0,0 0 0 0 0,0 0 0 0 0,1 0-1 0 0,-1 0 1 0 0,3 3 0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2012 0 0,'4'-132'17419'0'0,"-4"130"-17006"0"0,0 1-341 0 0,0 0-1 0 0,0 0 0 0 0,0 1 0 0 0,0-1 0 0 0,0 0 0 0 0,1 0 0 0 0,-1 1 1 0 0,0-1-1 0 0,1 0 0 0 0,-1 0 0 0 0,0 1 0 0 0,1-1 0 0 0,-1 0 1 0 0,1 1-1 0 0,-1-1 0 0 0,2 0 0 0 0,4-2 32 0 0,1 1 1 0 0,0 1-1 0 0,0-1 0 0 0,0 1 0 0 0,0 0 1 0 0,11 1-1 0 0,51 2 104 0 0,-37 0-122 0 0,57-1 13 0 0,86 6 230 0 0,-172-6-357 0 0,0-1 28 0 0,-2 0-3 0 0,-1 0 0 0 0,1 0 0 0 0,-1 0 0 0 0,0 0 0 0 0,1 0 0 0 0,-1 0 0 0 0,0 0 0 0 0,1 0 0 0 0,-1 0 0 0 0,0 0 0 0 0,1 0-1 0 0,-1 0 1 0 0,0 0 0 0 0,1 0 0 0 0,-1 1 0 0 0,0-1 0 0 0,1 0 0 0 0,-1 0 0 0 0,0 0 0 0 0,0 0 0 0 0,1 1 0 0 0,-1-1 0 0 0,0 0 0 0 0,1 0-1 0 0,-1 1 1 0 0,1 1 24 0 0,-1 1 0 0 0,0-1-1 0 0,0 0 1 0 0,0 0-1 0 0,0 1 1 0 0,0-1-1 0 0,-1 0 1 0 0,1 1-1 0 0,-1-1 1 0 0,1 0 0 0 0,-1 0-1 0 0,0 0 1 0 0,-1 3-1 0 0,-19 35 839 0 0,11-21-429 0 0,-25 55 1088 0 0,3 2-1 0 0,4 0 1 0 0,-31 136-1 0 0,-6 49-2489 0 0,65-261 967 0 0,0 1-15 0 0,-8 32-3904 0 0,6-10-3343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1 132 756 0 0,'1'-6'1273'0'0,"1"0"0"0"0,0 0 1 0 0,1 1-1 0 0,-1-1 0 0 0,1 1 0 0 0,0-1 0 0 0,5-5 0 0 0,-4 6-432 0 0,0 0 0 0 0,1 1 0 0 0,-1-1 0 0 0,1 1 0 0 0,0 0-1 0 0,9-5 1 0 0,-9 5-582 0 0,1 1-1 0 0,0 0 0 0 0,0 1 1 0 0,1 0-1 0 0,-1 0 0 0 0,0 0 0 0 0,1 0 1 0 0,-1 1-1 0 0,1 0 0 0 0,0 1 1 0 0,-1 0-1 0 0,1 0 0 0 0,0 0 1 0 0,-1 0-1 0 0,1 1 0 0 0,-1 0 1 0 0,1 1-1 0 0,-1 0 0 0 0,1 0 1 0 0,-1 0-1 0 0,0 1 0 0 0,0-1 0 0 0,6 5 1 0 0,-9-5-207 0 0,0-1 1 0 0,0 1 0 0 0,-1 1-1 0 0,1-1 1 0 0,0 0-1 0 0,-1 1 1 0 0,0-1-1 0 0,1 1 1 0 0,-1 0 0 0 0,0-1-1 0 0,0 1 1 0 0,-1 0-1 0 0,1 0 1 0 0,-1 1-1 0 0,1-1 1 0 0,-1 0 0 0 0,1 4-1 0 0,-1-2-7 0 0,-1 0 1 0 0,1 0-1 0 0,-1 0 0 0 0,0 0 1 0 0,-1 0-1 0 0,1 0 0 0 0,-1 0 1 0 0,0-1-1 0 0,0 1 1 0 0,-4 8-1 0 0,-2 3 7 0 0,0-1 0 0 0,-1 0 0 0 0,-1-1 0 0 0,0 0 0 0 0,-22 24 0 0 0,-14 9 91 0 0,-66 55 0 0 0,109-101-119 0 0,2-2-32 0 0,1-1 1 0 0,0 0 0 0 0,0 0 0 0 0,1 1 0 0 0,-1-1-1 0 0,0 1 1 0 0,1-1 0 0 0,-1 1 0 0 0,1-1 0 0 0,-1 1 0 0 0,3-2 0 0 0,1-1-37 0 0,87-80-314 0 0,123-121-220 0 0,-211 200 567 0 0,5-4-2 0 0,0 0 1 0 0,-1-1-1 0 0,0 1 1 0 0,-1-1-1 0 0,10-18 1 0 0,-17 27 5 0 0,1-1 0 0 0,-1 1 1 0 0,1 0-1 0 0,-1 0 0 0 0,0-1 1 0 0,1 1-1 0 0,-1 0 0 0 0,0-1 1 0 0,0 1-1 0 0,0 0 1 0 0,0 0-1 0 0,0-1 0 0 0,0-1 1 0 0,-1 2 6 0 0,1 1 0 0 0,0-1 0 0 0,0 1 0 0 0,0 0 0 0 0,-1-1 0 0 0,1 1 0 0 0,0 0 0 0 0,0-1 0 0 0,-1 1 0 0 0,1 0 0 0 0,0 0 0 0 0,-1-1 1 0 0,1 1-1 0 0,0 0 0 0 0,-1 0 0 0 0,1-1 0 0 0,-1 1 0 0 0,1 0 0 0 0,0 0 0 0 0,-1 0 0 0 0,1 0 0 0 0,-1 0 0 0 0,1 0 0 0 0,0-1 0 0 0,-1 1 0 0 0,0 0 0 0 0,-2 1 15 0 0,1-1-1 0 0,-1 1 0 0 0,1-1 0 0 0,-1 1 0 0 0,1 0 1 0 0,0-1-1 0 0,-1 1 0 0 0,1 1 0 0 0,0-1 0 0 0,-1 0 1 0 0,-2 3-1 0 0,-13 10 318 0 0,2 1 0 0 0,-1 0 0 0 0,2 1 1 0 0,0 1-1 0 0,-15 23 0 0 0,21-27-184 0 0,0 1 1 0 0,1 0-1 0 0,1 1 1 0 0,0 0-1 0 0,1 0 1 0 0,0 0-1 0 0,-6 32 1 0 0,12-42-134 0 0,-1 0 0 0 0,1 0 0 0 0,0 1 0 0 0,0-1 0 0 0,0 0 0 0 0,1 1 0 0 0,0-1 0 0 0,0 0 0 0 0,0 0 0 0 0,0 0 0 0 0,1 0 0 0 0,0 0 0 0 0,4 7 0 0 0,-2-5-110 0 0,1 0 0 0 0,0 0 0 0 0,0-1 0 0 0,1 1 0 0 0,-1-2 0 0 0,1 1-1 0 0,13 9 1 0 0,5 0-1374 0 0,0-1 0 0 0,1-1 0 0 0,0-2 0 0 0,27 10 0 0 0,-10-9-2472 0 0,-13-7-1630 0 0,-7-1-1819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32 196 0 0,'-19'-31'20109'0'0,"22"31"-19971"0"0,0 1 0 0 0,0-1 0 0 0,0 1 1 0 0,0 0-1 0 0,0 0 0 0 0,0 0 0 0 0,0 0 0 0 0,0 0 0 0 0,-1 1 0 0 0,1-1 0 0 0,0 1 0 0 0,-1 0 0 0 0,1 0 0 0 0,-1 0 0 0 0,1 0 1 0 0,-1 0-1 0 0,0 0 0 0 0,0 1 0 0 0,0-1 0 0 0,0 1 0 0 0,-1 0 0 0 0,1-1 0 0 0,-1 1 0 0 0,1 0 0 0 0,0 5 0 0 0,0-3-52 0 0,0 0 0 0 0,0 0-1 0 0,-1 0 1 0 0,0 0-1 0 0,0 0 1 0 0,0 1 0 0 0,-1-1-1 0 0,1 0 1 0 0,-1 1 0 0 0,-1-1-1 0 0,1 0 1 0 0,-1 1-1 0 0,0-1 1 0 0,-2 7 0 0 0,-3 2 114 0 0,-1 0 1 0 0,-1 0 0 0 0,0 0-1 0 0,-1-1 1 0 0,0-1-1 0 0,-17 18 1 0 0,-74 64 1000 0 0,24-25-565 0 0,75-68-628 0 0,0-1 1 0 0,1 0 0 0 0,-1 1 0 0 0,0-1 0 0 0,1 1-1 0 0,-1 0 1 0 0,1-1 0 0 0,-1 1 0 0 0,1-1 0 0 0,-1 1 0 0 0,1 0-1 0 0,-1 0 1 0 0,1-1 0 0 0,-1 1 0 0 0,1 0 0 0 0,0 0-1 0 0,-1-1 1 0 0,1 1 0 0 0,0 0 0 0 0,0 0 0 0 0,0 0 0 0 0,0-1-1 0 0,0 1 1 0 0,0 0 0 0 0,0 0 0 0 0,0 0 0 0 0,0 0-1 0 0,0-1 1 0 0,0 1 0 0 0,1 2 0 0 0,0-3-5 0 0,0 1 0 0 0,0 0 1 0 0,1 0-1 0 0,-1 0 0 0 0,0-1 1 0 0,1 1-1 0 0,-1 0 0 0 0,0-1 1 0 0,1 1-1 0 0,-1-1 0 0 0,1 0 0 0 0,-1 0 1 0 0,1 1-1 0 0,-1-1 0 0 0,3 0 1 0 0,9 0-152 0 0,0 0 0 0 0,24-4 0 0 0,32-10-3892 0 0,129-43-1 0 0,-27-15-7012 0 0,-118 47 4265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95 452 0 0,'-33'-14'6506'0'0,"24"11"-4054"0"0,1 0-1 0 0,0-1 1 0 0,0 0 0 0 0,-13-8-1 0 0,22 12-2381 0 0,-1-1 0 0 0,0 1 0 0 0,0-1 0 0 0,0 1 0 0 0,1-1 0 0 0,-1 1 0 0 0,0-1 0 0 0,0 1 0 0 0,1 0 0 0 0,-1-1 0 0 0,0 1 0 0 0,1 0 0 0 0,-1-1 0 0 0,1 1 0 0 0,-1 0 0 0 0,0 0 0 0 0,1-1 0 0 0,-1 1 0 0 0,1 0 0 0 0,-1 0 0 0 0,1-1 0 0 0,-1 1 0 0 0,0 0 0 0 0,1 0 0 0 0,-1 0 0 0 0,1 0 0 0 0,0 0 0 0 0,15-6 306 0 0,-15 6-359 0 0,30-8 210 0 0,1 2-1 0 0,1 1 0 0 0,39 0 0 0 0,-14 1-1189 0 0,-8 1-909 0 0,7 0-2249 0 0,-20-3-2860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7 584 0 0,'-3'-1'2671'0'0,"2"0"-2133"0"0,-1 0 0 0 0,0 0 0 0 0,0 1 0 0 0,0-1 0 0 0,1 1-1 0 0,-1 0 1 0 0,0-1 0 0 0,0 1 0 0 0,0 0 0 0 0,0 0 0 0 0,0 0 0 0 0,0 0 0 0 0,1 0 0 0 0,-1 0 0 0 0,0 1 0 0 0,0-1-1 0 0,0 1 1 0 0,0-1 0 0 0,1 1 0 0 0,-1 0 0 0 0,0 0 0 0 0,-2 1 0 0 0,2 0-249 0 0,0 0 0 0 0,1 0 1 0 0,-1 0-1 0 0,1 0 0 0 0,-1 0 0 0 0,1 0 0 0 0,0 0 0 0 0,0 0 1 0 0,0 0-1 0 0,0 1 0 0 0,0-1 0 0 0,0 5 0 0 0,0-5-202 0 0,-25 112 3563 0 0,-9 60-2907 0 0,31-149-1088 0 0,-9 58-2553 0 0,12-73 1589 0 0,1 0 0 0 0,0-1-1 0 0,0 1 1 0 0,1 0 0 0 0,0-1 0 0 0,3 12 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2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 1096 0 0,'4'-27'7550'0'0,"11"-33"-1"0"0,-11 41-5140 0 0,2 8-750 0 0,1 12 726 0 0,-5 0-2193 0 0,-1 0 1 0 0,0 0-1 0 0,0 0 0 0 0,0 0 0 0 0,-1 0 0 0 0,1 1 0 0 0,0-1 0 0 0,0 0 0 0 0,-1 1 0 0 0,2 2 1 0 0,4 19 736 0 0,-2 1 1 0 0,-1 0 0 0 0,0 0 0 0 0,-2 30 0 0 0,0-33-484 0 0,-1-14-333 0 0,8 135 1532 0 0,-5-117-1427 0 0,1-1-1 0 0,1 0 1 0 0,13 41 0 0 0,-15-59-211 0 0,0 1 1 0 0,0 0 0 0 0,1-1-1 0 0,0 1 1 0 0,0-1 0 0 0,1 0-1 0 0,-1-1 1 0 0,1 1 0 0 0,0-1-1 0 0,1 0 1 0 0,-1 0 0 0 0,1 0-1 0 0,0-1 1 0 0,0 0 0 0 0,1 0-1 0 0,-1-1 1 0 0,1 0 0 0 0,0 0-1 0 0,0 0 1 0 0,0-1 0 0 0,9 2-1 0 0,-7-2-1 0 0,-1-1 0 0 0,1 0 0 0 0,-1 0 0 0 0,1-1 0 0 0,-1 0 0 0 0,1-1 0 0 0,-1 0 0 0 0,1 0 0 0 0,-1-1 0 0 0,1 0 0 0 0,-1-1-1 0 0,0 1 1 0 0,0-2 0 0 0,0 1 0 0 0,0-1 0 0 0,-1 0 0 0 0,0-1 0 0 0,8-5 0 0 0,0-4-6 0 0,0-1 0 0 0,0-1 0 0 0,-2 0 0 0 0,0-1 0 0 0,-1 0 0 0 0,0-1 0 0 0,-2 0 0 0 0,0-1 0 0 0,-1 0 0 0 0,-1-1 0 0 0,-1 1 0 0 0,0-2 0 0 0,-2 1 0 0 0,0-1 0 0 0,-2 0 0 0 0,3-33 0 0 0,-7 37-95 0 0,-1 1 0 0 0,0-1-1 0 0,-1 1 1 0 0,0 0 0 0 0,-2 0 0 0 0,0 1-1 0 0,0-1 1 0 0,-2 1 0 0 0,0 0 0 0 0,0 1 0 0 0,-2-1-1 0 0,1 1 1 0 0,-2 1 0 0 0,0 0 0 0 0,-1 0 0 0 0,-22-20-1 0 0,23 25-16 0 0,1 0 0 0 0,-1 1 0 0 0,0 0 0 0 0,-1 1 0 0 0,0 0 0 0 0,0 1 0 0 0,0 0 0 0 0,-1 1 0 0 0,1 0 0 0 0,-15-3 0 0 0,16 6 54 0 0,-1-1 0 0 0,1 2 0 0 0,-1-1 0 0 0,1 2 0 0 0,0-1 0 0 0,-1 1 0 0 0,1 1 0 0 0,0 0 0 0 0,0 0 0 0 0,0 1 1 0 0,0 0-1 0 0,0 1 0 0 0,-10 5 0 0 0,10-3-540 0 0,-1-1 1 0 0,1 2 0 0 0,1-1 0 0 0,-1 1-1 0 0,1 1 1 0 0,0 0 0 0 0,1 0 0 0 0,0 1-1 0 0,0 0 1 0 0,-10 16 0 0 0,13-16-322 0 0,0-1 0 0 0,1 1 1 0 0,0 0-1 0 0,1 0 0 0 0,-4 14 1 0 0,5-13-589 0 0,0 0 1 0 0,1 0 0 0 0,1 0-1 0 0,-1 0 1 0 0,3 17 0 0 0,1-3-4075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6 181 2272 0 0,'-2'-6'1236'0'0,"1"1"0"0"0,0-1 0 0 0,0 0-1 0 0,1 0 1 0 0,0 0 0 0 0,0 0 0 0 0,0 1-1 0 0,1-1 1 0 0,2-10 0 0 0,-3 15-1126 0 0,1 0 0 0 0,-1 0 1 0 0,0 0-1 0 0,1 0 0 0 0,-1 0 0 0 0,1 0 0 0 0,-1 0 0 0 0,1 0 1 0 0,-1 0-1 0 0,1 1 0 0 0,0-1 0 0 0,0 0 0 0 0,-1 0 0 0 0,1 1 1 0 0,0-1-1 0 0,0 0 0 0 0,0 1 0 0 0,0-1 0 0 0,0 0 0 0 0,-1 1 1 0 0,1 0-1 0 0,0-1 0 0 0,0 1 0 0 0,1 0 0 0 0,0-1 1 0 0,25 0 1014 0 0,-21 2-1001 0 0,1 1 1 0 0,-1 0-1 0 0,0-1 1 0 0,1 2-1 0 0,-1-1 1 0 0,0 1 0 0 0,-1 0-1 0 0,1 0 1 0 0,0 1-1 0 0,-1-1 1 0 0,0 1-1 0 0,0 1 1 0 0,0-1-1 0 0,0 1 1 0 0,6 8 0 0 0,-6-6-58 0 0,1 0 0 0 0,-1 0 0 0 0,-1 0 0 0 0,0 1 1 0 0,0-1-1 0 0,0 1 0 0 0,-1 1 0 0 0,0-1 1 0 0,-1 0-1 0 0,0 1 0 0 0,2 8 0 0 0,-4-9-31 0 0,0 0 0 0 0,-1 0 0 0 0,1 0 0 0 0,-1 0 0 0 0,-1-1 0 0 0,0 1 0 0 0,0 0 0 0 0,0-1 0 0 0,-1 1 0 0 0,0-1 0 0 0,0 0 0 0 0,-8 11 0 0 0,-1 0 61 0 0,0-1 0 0 0,-1-1 1 0 0,-23 23-1 0 0,34-37-69 0 0,0 0 0 0 0,0 0 0 0 0,0-1 0 0 0,0 1-1 0 0,0-1 1 0 0,0 0 0 0 0,-1 1 0 0 0,1-1 0 0 0,0 0 0 0 0,-1 0 0 0 0,-4 1 0 0 0,5-2 6 0 0,2-3-30 0 0,1-1 1 0 0,-1 1 0 0 0,1-1 0 0 0,0 1-1 0 0,0-1 1 0 0,1 1 0 0 0,-1-1 0 0 0,0 1-1 0 0,1 0 1 0 0,2-4 0 0 0,24-31-35 0 0,-18 26 20 0 0,132-155-200 0 0,-27 35 48 0 0,-106 121 138 0 0,-1-1 1 0 0,0 0-1 0 0,13-26 1 0 0,-21 36 21 0 0,-1 1-12 0 0,1 0 22 0 0,-1 1 0 0 0,0-1 0 0 0,1 1 0 0 0,-1 0 0 0 0,0-1 0 0 0,1 1 0 0 0,-1 0 0 0 0,0-1 0 0 0,0 1 0 0 0,1 0 0 0 0,-1 0 0 0 0,0 0 0 0 0,0 0 0 0 0,1 0 0 0 0,-1 0 0 0 0,0 0 0 0 0,0 0 0 0 0,0 0 0 0 0,1 0 0 0 0,-1 0 0 0 0,0 0 0 0 0,0 1 0 0 0,1-1 0 0 0,-1 0 0 0 0,0 0 0 0 0,1 1 0 0 0,-1-1 0 0 0,0 1 0 0 0,0 0-1 0 0,-19 15 219 0 0,17-14-185 0 0,-16 16 206 0 0,1 1-1 0 0,1 1 0 0 0,0 1 0 0 0,2 0 1 0 0,0 1-1 0 0,2 0 0 0 0,-20 45 1 0 0,29-60-232 0 0,1 1 1 0 0,1-1-1 0 0,-1 1 1 0 0,1 0-1 0 0,0 0 1 0 0,1 0-1 0 0,0 0 1 0 0,0 0-1 0 0,1 0 1 0 0,0 1-1 0 0,0-1 1 0 0,1 0-1 0 0,0 0 1 0 0,1 0-1 0 0,0 0 1 0 0,0 0-1 0 0,0 0 1 0 0,1-1-1 0 0,4 9 1 0 0,-3-9-330 0 0,1 1-1 0 0,0-1 1 0 0,0 0 0 0 0,0-1-1 0 0,1 1 1 0 0,0-1 0 0 0,0 0-1 0 0,1-1 1 0 0,-1 1 0 0 0,1-1-1 0 0,12 6 1 0 0,-7-4-1346 0 0,1-1 0 0 0,17 6 0 0 0,9-3-5886 0 0,-23-9 1286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98 1204 0 0,'0'0'1578'0'0,"-3"-14"2899"0"0,3 10-4130 0 0,1 0-1 0 0,0 1 0 0 0,0-1 1 0 0,0 1-1 0 0,0-1 0 0 0,0 1 0 0 0,1 0 1 0 0,0-1-1 0 0,-1 1 0 0 0,1 0 1 0 0,0 0-1 0 0,1 0 0 0 0,-1 0 1 0 0,1 0-1 0 0,-1 1 0 0 0,1-1 1 0 0,4-3-1 0 0,-2 3-37 0 0,0 0 0 0 0,0 1 0 0 0,0-1 1 0 0,1 1-1 0 0,-1 0 0 0 0,0 1 0 0 0,1-1 0 0 0,0 1 1 0 0,-1 0-1 0 0,11 0 0 0 0,-8 0-194 0 0,0 1-1 0 0,0 0 1 0 0,-1 1-1 0 0,1 0 1 0 0,0 0-1 0 0,0 1 1 0 0,-1 0-1 0 0,1 0 1 0 0,-1 1-1 0 0,1-1 1 0 0,-1 2 0 0 0,0-1-1 0 0,0 1 1 0 0,0 0-1 0 0,-1 1 1 0 0,0-1-1 0 0,7 7 1 0 0,-12-10-83 0 0,0 1 1 0 0,0-1 0 0 0,0 1 0 0 0,0-1-1 0 0,0 1 1 0 0,0 0 0 0 0,0-1 0 0 0,0 1-1 0 0,0 0 1 0 0,-1 0 0 0 0,1 0 0 0 0,-1-1-1 0 0,0 1 1 0 0,1 0 0 0 0,-1 0 0 0 0,0 0-1 0 0,0 0 1 0 0,0 0 0 0 0,-1 3-1 0 0,0-1 14 0 0,0-1 0 0 0,0 1 0 0 0,0-1-1 0 0,-1 1 1 0 0,0-1 0 0 0,1 0-1 0 0,-1 1 1 0 0,-1-1 0 0 0,-3 4 0 0 0,-2 2 69 0 0,-1 0 0 0 0,0 0 0 0 0,-1-1 0 0 0,-21 13 0 0 0,8-8 39 0 0,14-8 145 0 0,0-1-1 0 0,0 2 1 0 0,-15 11-1 0 0,53-10-152 0 0,-5-2 109 0 0,0 0 0 0 0,-1 2 0 0 0,26 10 0 0 0,-41-13-114 0 0,-1-1 0 0 0,1 1 0 0 0,-1 0-1 0 0,1 0 1 0 0,-1 1 0 0 0,-1 0 0 0 0,1 0-1 0 0,-1 1 1 0 0,0 0 0 0 0,0 0-1 0 0,0 0 1 0 0,9 15 0 0 0,-14-19-65 0 0,0-1 1 0 0,0 1-1 0 0,-1 0 1 0 0,1 0-1 0 0,0 0 0 0 0,-1 0 1 0 0,1 0-1 0 0,-1 0 1 0 0,1 0-1 0 0,-1 0 1 0 0,0 0-1 0 0,0 0 0 0 0,0 0 1 0 0,0 0-1 0 0,0 0 1 0 0,-1 0-1 0 0,1 0 0 0 0,-1 0 1 0 0,1 0-1 0 0,-1 0 1 0 0,0 2-1 0 0,-1-1-12 0 0,0 1 1 0 0,-1-1-1 0 0,1-1 0 0 0,0 1 0 0 0,-1 0 1 0 0,0 0-1 0 0,0-1 0 0 0,1 0 0 0 0,-1 1 1 0 0,-6 2-1 0 0,-6 3-30 0 0,0-1 1 0 0,-1-1-1 0 0,0 0 0 0 0,-16 3 1 0 0,1-2-1212 0 0,-1-1 1 0 0,-57 4-1 0 0,11-9-4009 0 0,3-7-3336 0 0,43 3 617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4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36 1672 0 0,'-82'-36'14247'0'0,"220"40"-13236"0"0,-30 0-3401 0 0,1-6-4996 0 0,-81 0 2636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21 340 0 0,'-30'-21'16452'0'0,"28"26"-15717"0"0,-1 1 1 0 0,1-1-1 0 0,1 1 0 0 0,-1-1 0 0 0,1 1 1 0 0,0 0-1 0 0,1-1 0 0 0,-1 10 1 0 0,-2 12 462 0 0,-28 89 733 0 0,21-84-2640 0 0,1-1-1 0 0,2 2 0 0 0,-5 40 1 0 0,14-35-3465 0 0,-1-36 3591 0 0,-1 0 0 0 0,1 0 0 0 0,-1 0 1 0 0,1 0-1 0 0,0 0 0 0 0,0 0 0 0 0,0 0 0 0 0,0 0 0 0 0,0-1 0 0 0,0 1 0 0 0,0 0 0 0 0,1-1 0 0 0,-1 1 0 0 0,0-1 0 0 0,1 1 0 0 0,1 0 1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4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76 185 268 0 0,'16'-91'17866'0'0,"-19"92"-16915"0"0,0 0-695 0 0,-1 1 1 0 0,1 0-1 0 0,0 0 0 0 0,0 0 0 0 0,0 0 0 0 0,0 0 1 0 0,0 1-1 0 0,1-1 0 0 0,-1 1 0 0 0,1 0 0 0 0,-1 0 1 0 0,1 0-1 0 0,0 0 0 0 0,0 0 0 0 0,1 0 1 0 0,-3 5-1 0 0,-3 6 341 0 0,1 1 1 0 0,-8 23 0 0 0,10-20-365 0 0,0 0 0 0 0,1 0 0 0 0,0 0 0 0 0,2 0 0 0 0,0 1 0 0 0,1-1 0 0 0,1 1 0 0 0,5 28 0 0 0,-4-35-173 0 0,1 0 0 0 0,0 0 1 0 0,1 0-1 0 0,0 0 0 0 0,1-1 0 0 0,1 0 0 0 0,-1 0 0 0 0,2 0 0 0 0,-1-1 1 0 0,1 0-1 0 0,1 0 0 0 0,0-1 0 0 0,16 15 0 0 0,-18-19-48 0 0,1 0 0 0 0,-1-1-1 0 0,1 0 1 0 0,0 0 0 0 0,0 0 0 0 0,1-1-1 0 0,-1 0 1 0 0,1 0 0 0 0,-1-1 0 0 0,1 0-1 0 0,0-1 1 0 0,0 1 0 0 0,0-2 0 0 0,0 1-1 0 0,0-1 1 0 0,0 0 0 0 0,0 0 0 0 0,0-1-1 0 0,0 0 1 0 0,-1-1 0 0 0,10-3 0 0 0,-7 2 0 0 0,-1 0 0 0 0,0-1 1 0 0,-1 0-1 0 0,1-1 1 0 0,-1 0-1 0 0,1 0 1 0 0,-2-1-1 0 0,1 0 1 0 0,-1-1-1 0 0,1 1 1 0 0,-2-1-1 0 0,1-1 0 0 0,-1 1 1 0 0,0-1-1 0 0,-1 0 1 0 0,9-18-1 0 0,-6 9-7 0 0,-1 0-1 0 0,-1-1 1 0 0,-1 0-1 0 0,0 0 1 0 0,-1-1-1 0 0,-2 1 0 0 0,1-1 1 0 0,-2 0-1 0 0,-1 0 1 0 0,0 1-1 0 0,-1-1 1 0 0,-5-26-1 0 0,3 33-14 0 0,0 0 1 0 0,0 1-1 0 0,-1-1 0 0 0,0 1 1 0 0,-1 0-1 0 0,-1 0 0 0 0,1 0 0 0 0,-2 1 1 0 0,1 0-1 0 0,-2 0 0 0 0,1 1 1 0 0,-1 0-1 0 0,-1 0 0 0 0,1 1 0 0 0,-1 0 1 0 0,-1 0-1 0 0,0 1 0 0 0,0 0 1 0 0,0 1-1 0 0,-15-7 0 0 0,15 10-121 0 0,0 0-1 0 0,0 0 1 0 0,0 1-1 0 0,-1 0 1 0 0,1 0-1 0 0,0 1 1 0 0,-1 1 0 0 0,1 0-1 0 0,-1 1 1 0 0,1-1-1 0 0,0 2 1 0 0,-1 0-1 0 0,-18 5 1 0 0,22-4-217 0 0,1-1 1 0 0,-1 1 0 0 0,1 0 0 0 0,-1 1 0 0 0,1-1-1 0 0,0 1 1 0 0,0 1 0 0 0,0-1 0 0 0,-6 7-1 0 0,9-7-61 0 0,0-1 0 0 0,0 1 0 0 0,0 0 0 0 0,0 0 0 0 0,1 1 0 0 0,0-1 0 0 0,0 0 0 0 0,0 1 0 0 0,0-1 0 0 0,1 1 0 0 0,0 0-1 0 0,-1 0 1 0 0,2-1 0 0 0,-2 9 0 0 0,2-8-436 0 0,1 1 0 0 0,-1-1-1 0 0,1 1 1 0 0,0-1 0 0 0,0 0 0 0 0,0 0-1 0 0,1 1 1 0 0,0-1 0 0 0,3 7-1 0 0,6 7-5345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46 218 1044 0 0,'25'-51'11899'0'0,"-7"24"-6902"0"0,-17 26-4831 0 0,1-1 0 0 0,-1 1 0 0 0,0-1 0 0 0,1 1 0 0 0,-1 0 0 0 0,1 0 0 0 0,0-1 0 0 0,-1 1 0 0 0,1 0 0 0 0,0 1 0 0 0,-1-1 1 0 0,1 0-1 0 0,0 0 0 0 0,0 1 0 0 0,0-1 0 0 0,0 1 0 0 0,0-1 0 0 0,0 1 0 0 0,2 0 0 0 0,-1 0-44 0 0,0 1 0 0 0,0-1 0 0 0,0 1-1 0 0,0 0 1 0 0,0 0 0 0 0,0 0 0 0 0,0 0 0 0 0,-1 0 0 0 0,1 1-1 0 0,0-1 1 0 0,3 3 0 0 0,0 1 17 0 0,0 0 0 0 0,-1 0 0 0 0,1 1 0 0 0,-1 0 0 0 0,0 0 0 0 0,-1 0 0 0 0,1 0 0 0 0,6 14 0 0 0,-9-15-87 0 0,0 0 0 0 0,0 0-1 0 0,-1 0 1 0 0,0 0 0 0 0,0 1-1 0 0,0-1 1 0 0,0 0 0 0 0,-1 1-1 0 0,0-1 1 0 0,0 0 0 0 0,-1 1-1 0 0,1-1 1 0 0,-1 0 0 0 0,-2 6-1 0 0,1-3-6 0 0,-1-1 0 0 0,0 1 0 0 0,-1-1 0 0 0,0 0 0 0 0,0 0 0 0 0,0 0 0 0 0,-1 0 0 0 0,-8 8 0 0 0,-2 0 221 0 0,0-1 0 0 0,-1-1 0 0 0,-1 0 0 0 0,0-1 0 0 0,-1 0 0 0 0,-23 10 0 0 0,16-14 358 0 0,24-8-606 0 0,0 0 1 0 0,1 0-1 0 0,-1 0 0 0 0,0 0 1 0 0,1 0-1 0 0,-1 0 0 0 0,0 0 1 0 0,1 0-1 0 0,-1 0 1 0 0,0-1-1 0 0,1 1 0 0 0,-1 0 1 0 0,1 0-1 0 0,-1-1 0 0 0,0 1 1 0 0,1 0-1 0 0,-1-1 1 0 0,1 1-1 0 0,-1 0 0 0 0,0-2 1 0 0,1 1-9 0 0,-1 0-1 0 0,1-1 1 0 0,0 1 0 0 0,0 0 0 0 0,0-1 0 0 0,0 1 0 0 0,0 0 0 0 0,0-1-1 0 0,0 1 1 0 0,0 0 0 0 0,0 0 0 0 0,1-1 0 0 0,-1 1 0 0 0,1 0 0 0 0,-1 0 0 0 0,1-1-1 0 0,-1 1 1 0 0,1 0 0 0 0,0 0 0 0 0,-1 0 0 0 0,1 0 0 0 0,0 0 0 0 0,0 0-1 0 0,0 0 1 0 0,0 0 0 0 0,0 0 0 0 0,1-1 0 0 0,34-32-35 0 0,2 1 1 0 0,82-54-1 0 0,-61 47-36 0 0,44-28-68 0 0,-63 45 116 0 0,-2-3 1 0 0,-1-1-1 0 0,41-38 1 0 0,-77 64 7 0 0,-1 1 0 0 0,1-1 0 0 0,0 1 0 0 0,0-1 1 0 0,-1 0-1 0 0,1 1 0 0 0,-1-1 0 0 0,1 0 0 0 0,0 1 0 0 0,-1-1 0 0 0,1 0 0 0 0,-1 0 1 0 0,0 0-1 0 0,1 1 0 0 0,-1-1 0 0 0,0 0 0 0 0,1 0 0 0 0,-1 0 0 0 0,0 0 0 0 0,0 0 1 0 0,0 0-1 0 0,0 0 0 0 0,0 1 0 0 0,0-1 0 0 0,0 0 0 0 0,0 0 0 0 0,0 0 0 0 0,0-1 1 0 0,-4 3 1 0 0,0 0 0 0 0,1 1 0 0 0,-1 0 0 0 0,1 0 0 0 0,0 0 0 0 0,-5 3 1 0 0,8-4 4 0 0,-16 11 106 0 0,1 1 1 0 0,0 1 0 0 0,1 0-1 0 0,1 1 1 0 0,0 1-1 0 0,-17 26 1 0 0,24-32-67 0 0,0 0 0 0 0,1 0 0 0 0,0 1 0 0 0,1 0 0 0 0,0-1 1 0 0,1 1-1 0 0,0 1 0 0 0,1-1 0 0 0,0 0 0 0 0,0 1 0 0 0,1-1 0 0 0,2 21 0 0 0,-1-26-22 0 0,1-1-1 0 0,0 1 1 0 0,1 0-1 0 0,-1-1 1 0 0,1 1-1 0 0,0-1 1 0 0,1 0-1 0 0,-1 0 1 0 0,1 0-1 0 0,0 0 1 0 0,1 0-1 0 0,-1 0 1 0 0,8 7-1 0 0,-4-6-190 0 0,0 0 0 0 0,0 0-1 0 0,1-1 1 0 0,-1 0 0 0 0,1 0 0 0 0,0-1-1 0 0,1 0 1 0 0,8 3 0 0 0,4-1-1447 0 0,1 0 0 0 0,0-1 0 0 0,0-2 0 0 0,1 0 0 0 0,-1-1 0 0 0,31-2 0 0 0,5-6-5692 0 0,-29-1 482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5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43 744 0 0,'4'-16'5879'0'0,"-3"16"-5702"0"0,-1-1 0 0 0,1 0-1 0 0,-1 1 1 0 0,0-1 0 0 0,1 0 0 0 0,-1 1-1 0 0,0-1 1 0 0,0 0 0 0 0,0 1-1 0 0,1-1 1 0 0,-1 0 0 0 0,0 1 0 0 0,0-1-1 0 0,0 0 1 0 0,0 1 0 0 0,0-1-1 0 0,0 0 1 0 0,0 0 0 0 0,0 1 0 0 0,-1-1-1 0 0,1 0 1 0 0,0 1 0 0 0,0-1-1 0 0,-1 0 1 0 0,1 1 0 0 0,0-1 0 0 0,-1 1-1 0 0,1-1 1 0 0,0 0 0 0 0,-1 1-1 0 0,1-1 1 0 0,-1 1 0 0 0,1-1-1 0 0,-1 1 1 0 0,1-1 0 0 0,-1 1 0 0 0,1 0-1 0 0,-1-1 1 0 0,0 1 0 0 0,1-1-1 0 0,-1 1 1 0 0,0 0 0 0 0,1 0 0 0 0,-1-1-1 0 0,0 1 1 0 0,1 0 0 0 0,-1 0-1 0 0,0 0 1 0 0,1 0 0 0 0,-1 0 0 0 0,0 0-1 0 0,0 0 1 0 0,1 0 0 0 0,-1 0-1 0 0,0 0 1 0 0,1 0 0 0 0,-1 1 0 0 0,0-1-1 0 0,0 0 1 0 0,-4 1 418 0 0,0 1 1 0 0,0-1-1 0 0,0 1 0 0 0,0 0 0 0 0,0 0 1 0 0,1 0-1 0 0,-7 5 0 0 0,7-4-358 0 0,-1 1 0 0 0,1 0 1 0 0,0 0-1 0 0,1 0 0 0 0,-1 0 0 0 0,1 0 0 0 0,-1 1 1 0 0,1 0-1 0 0,1 0 0 0 0,-1-1 0 0 0,1 1 0 0 0,0 1 1 0 0,0-1-1 0 0,0 0 0 0 0,1 1 0 0 0,-1-1 0 0 0,1 0 1 0 0,1 1-1 0 0,-1 7 0 0 0,1-8-148 0 0,0-1 0 0 0,1 1-1 0 0,-1-1 1 0 0,1 1 0 0 0,0-1 0 0 0,0 1 0 0 0,0-1-1 0 0,1 1 1 0 0,0-1 0 0 0,0 0 0 0 0,0 0 0 0 0,0 0 0 0 0,1 0-1 0 0,-1 0 1 0 0,1-1 0 0 0,0 1 0 0 0,0-1 0 0 0,0 1-1 0 0,1-1 1 0 0,-1 0 0 0 0,1 0 0 0 0,7 4 0 0 0,-2-3-45 0 0,0 0 0 0 0,1 0 0 0 0,-1-1 0 0 0,1 0 0 0 0,0 0 1 0 0,0-1-1 0 0,0-1 0 0 0,0 1 0 0 0,0-2 0 0 0,0 1 0 0 0,1-2 0 0 0,-1 1 1 0 0,0-1-1 0 0,0-1 0 0 0,0 0 0 0 0,0 0 0 0 0,16-7 0 0 0,-8 2 184 0 0,1-1 1 0 0,-2-1-1 0 0,1-1 0 0 0,-1 0 0 0 0,-1-1 0 0 0,0-1 0 0 0,0-1 0 0 0,14-15 0 0 0,38-45 917 0 0,-82 97-1145 0 0,1 1 0 0 0,2 1 0 0 0,-12 36 0 0 0,11-24-1302 0 0,2 1 0 0 0,2 0 0 0 0,1 0 1 0 0,2 1-1 0 0,0 51 0 0 0,7 3-4789 0 0,13 103 1 0 0,-9-153-4281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3712 0 0,'14'4'12557'0'0,"3"-6"-10988"0"0,-8-5-1421 0 0,1-5-1432 0 0,-8 5-281 0 0,-2-14-4675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4:58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1 300 0 0,'-1'12'964'0'0,"-3"-5"-252"0"0,2 5-1336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332 106 1596 0 0,'0'0'1254'0'0,"-10"-27"4957"0"0,9 25-6065 0 0,-1 0 0 0 0,1 1 0 0 0,-1-1 0 0 0,0 0 0 0 0,0 1 0 0 0,0-1 0 0 0,0 1 0 0 0,0-1 0 0 0,0 1 0 0 0,-1 0 0 0 0,1 0 0 0 0,0 0 0 0 0,-1 0 1 0 0,1 0-1 0 0,0 1 0 0 0,-1-1 0 0 0,1 1 0 0 0,-3-1 0 0 0,2 1-78 0 0,0 1-6 0 0,-5 0-7 0 0,0 1-1 0 0,0 0 0 0 0,1 0 0 0 0,-1 1 0 0 0,-8 4 0 0 0,3 0-29 0 0,0 1 0 0 0,1 1 0 0 0,0 0-1 0 0,0 0 1 0 0,1 1 0 0 0,1 1 0 0 0,-1 0-1 0 0,2 0 1 0 0,-1 1 0 0 0,2 0 0 0 0,-1 0 0 0 0,-11 25-1 0 0,8-10 15 0 0,1 1-1 0 0,1 0 0 0 0,2 0 1 0 0,0 1-1 0 0,-4 42 0 0 0,8-41 1 0 0,2 0 0 0 0,1 0 0 0 0,4 46 0 0 0,-1-60-8 0 0,1 1-1 0 0,0-1 1 0 0,1 0-1 0 0,0-1 1 0 0,1 1-1 0 0,1-1 0 0 0,1 0 1 0 0,9 16-1 0 0,-12-25-12 0 0,-1-1 0 0 0,1 0 0 0 0,0 0 0 0 0,1-1 0 0 0,-1 1 0 0 0,1-1 0 0 0,0 0 0 0 0,0 0 0 0 0,0-1 0 0 0,0 0 0 0 0,1 1 0 0 0,10 3 0 0 0,-7-4 2 0 0,1 0 0 0 0,0 0 0 0 0,-1-2 1 0 0,1 1-1 0 0,0-1 0 0 0,0 0 1 0 0,16-1-1 0 0,-6-2 105 0 0,0-1-1 0 0,1-1 1 0 0,-1 0 0 0 0,-1-2-1 0 0,1 0 1 0 0,-1-1 0 0 0,26-14 0 0 0,-26 10 5 0 0,0-1-1 0 0,-1-1 1 0 0,0-1 0 0 0,-1 0 0 0 0,-1-2 0 0 0,-1 1 0 0 0,0-2 0 0 0,-1 0 0 0 0,0-1 0 0 0,-2 0 0 0 0,0-1-1 0 0,-1 0 1 0 0,-1-1 0 0 0,-1 0 0 0 0,0-1 0 0 0,-2 0 0 0 0,0 0 0 0 0,-2-1 0 0 0,0 0 0 0 0,-2 0-1 0 0,0 0 1 0 0,0-25 0 0 0,-4 31-106 0 0,0 1 0 0 0,0 0 0 0 0,-2-1 0 0 0,1 1 0 0 0,-2 0 0 0 0,-10-27 0 0 0,9 29-25 0 0,-2 1-1 0 0,1-1 1 0 0,-2 1-1 0 0,1 0 1 0 0,-2 1-1 0 0,1 0 1 0 0,-2 0-1 0 0,1 1 1 0 0,-2 0-1 0 0,1 0 1 0 0,-1 1-1 0 0,-17-10 1 0 0,15 10-7 0 0,-1 1 0 0 0,-1 1 0 0 0,1 0 0 0 0,-1 1 0 0 0,0 1 1 0 0,-27-7-1 0 0,37 11 3 0 0,-1 0 0 0 0,0 0-1 0 0,1 1 1 0 0,-1 0 0 0 0,0 0 0 0 0,0 0 0 0 0,1 1 0 0 0,-1-1 0 0 0,0 1 0 0 0,1 1 0 0 0,-1-1 0 0 0,1 1 0 0 0,-1 0 0 0 0,1 0 0 0 0,0 1-1 0 0,0-1 1 0 0,0 1 0 0 0,0 1 0 0 0,0-1 0 0 0,1 0 0 0 0,0 1 0 0 0,-5 5 0 0 0,4-4-278 0 0,0 1 0 0 0,0 0 0 0 0,1 0 1 0 0,0 0-1 0 0,0 1 0 0 0,0-1 0 0 0,1 1 0 0 0,0 0 1 0 0,0 0-1 0 0,1 0 0 0 0,-3 14 0 0 0,4-14-618 0 0,1-1 0 0 0,0 1 1 0 0,0 0-1 0 0,0-1 0 0 0,1 1 0 0 0,0-1 0 0 0,0 1 0 0 0,4 10 0 0 0,0-3-2824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7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35 720 0 0,'0'-9'3431'0'0,"4"-12"2330"0"0,-4 21-5727 0 0,0-1-1 0 0,1 1 1 0 0,-1 0-1 0 0,0-1 1 0 0,0 1-1 0 0,1 0 0 0 0,-1 0 1 0 0,0-1-1 0 0,1 1 1 0 0,-1 0-1 0 0,0 0 0 0 0,0 0 1 0 0,1 0-1 0 0,-1-1 1 0 0,0 1-1 0 0,1 0 0 0 0,-1 0 1 0 0,1 0-1 0 0,-1 0 1 0 0,0 0-1 0 0,1 0 1 0 0,-1 0-1 0 0,0 0 0 0 0,1 0 1 0 0,-1 0-1 0 0,0 0 1 0 0,1 0-1 0 0,-1 0 0 0 0,1 0 1 0 0,-1 0-1 0 0,0 0 1 0 0,1 0-1 0 0,-1 1 1 0 0,0-1-1 0 0,1 0 0 0 0,-1 0 1 0 0,0 0-1 0 0,0 1 1 0 0,1-1-1 0 0,-1 0 0 0 0,0 0 1 0 0,1 1-1 0 0,-1-1 1 0 0,0 0-1 0 0,0 0 0 0 0,0 1 1 0 0,1-1-1 0 0,-1 1 1 0 0,37 34 701 0 0,40 52 0 0 0,10 9-1993 0 0,-78-86 474 0 0,4 4-4329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78 296 0 0,'0'-13'2361'0'0,"0"1"-1"0"0,-1 0 1 0 0,-1 0-1 0 0,-3-15 1 0 0,4 25-1638 0 0,0 4-297 0 0,-9 14 10 0 0,0-1-1 0 0,2 1 1 0 0,0 1 0 0 0,0-1 0 0 0,2 1-1 0 0,-6 24 1 0 0,-7 15-86 0 0,-82 225 386 0 0,67-158-3826 0 0,28-88 391 0 0,6-12-2390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8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43 1980 0 0,'-26'-20'11021'0'0,"26"20"-10989"0"0,-1 0 0 0 0,1-1 0 0 0,0 1 1 0 0,-1 0-1 0 0,1 0 0 0 0,0-1 1 0 0,0 1-1 0 0,-1 0 0 0 0,1 0 1 0 0,0-1-1 0 0,0 1 0 0 0,0 0 1 0 0,-1-1-1 0 0,1 1 0 0 0,0 0 1 0 0,0 0-1 0 0,0-1 0 0 0,0 1 1 0 0,0-1-1 0 0,-1 1 0 0 0,1 0 0 0 0,0-1 1 0 0,0 1-1 0 0,0 0 0 0 0,0-1 1 0 0,0 1-1 0 0,0 0 0 0 0,0-1 1 0 0,0 1-1 0 0,0-1 0 0 0,1 1 1 0 0,-1 0-1 0 0,0-1 0 0 0,0 1 1 0 0,0 0-1 0 0,0-1 0 0 0,0 1 1 0 0,1 0-1 0 0,-1-1 0 0 0,0 1 0 0 0,0 0 1 0 0,0 0-1 0 0,1-1 0 0 0,-1 1 1 0 0,0 0-1 0 0,1 0 0 0 0,-1-1 1 0 0,0 1-1 0 0,3-1-15 0 0,0 0 1 0 0,-1 0-1 0 0,1 0 0 0 0,0 0 0 0 0,0 0 1 0 0,-1 0-1 0 0,1 1 0 0 0,0 0 1 0 0,0-1-1 0 0,0 1 0 0 0,3 1 0 0 0,-2-2-10 0 0,-1 1 0 0 0,1 0 0 0 0,-1 1 0 0 0,0-1 0 0 0,1 1 0 0 0,-1-1 0 0 0,1 1 0 0 0,-1 0 0 0 0,0 0 0 0 0,0 1 0 0 0,1-1 0 0 0,-1 1 0 0 0,0-1 0 0 0,0 1 0 0 0,-1 0 0 0 0,1 0 0 0 0,0 0 0 0 0,-1 1 0 0 0,1-1 0 0 0,-1 1 0 0 0,1-1 0 0 0,2 6 0 0 0,-2-3 19 0 0,-2-1 1 0 0,1 1 0 0 0,0-1 0 0 0,-1 1 0 0 0,0 0-1 0 0,0 0 1 0 0,0 0 0 0 0,-1-1 0 0 0,1 1 0 0 0,-1 0 0 0 0,-1 0-1 0 0,1 0 1 0 0,0 0 0 0 0,-1 0 0 0 0,-3 8 0 0 0,-1 3 143 0 0,0-1 0 0 0,-1 1 0 0 0,-1-1 0 0 0,-1-1 0 0 0,-14 22 0 0 0,-54 64 730 0 0,40-57-451 0 0,-22 27 1239 0 0,57-69-1257 0 0,13-2-382 0 0,1-1 0 0 0,-1 0 0 0 0,0-1 0 0 0,0-1 0 0 0,22-9 0 0 0,-15 6-37 0 0,28-7-1 0 0,73-8-255 0 0,-34 13-6982 0 0,-54 4 1801 0 0,-19 2 538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77 296 612 0 0,'-3'-1'2036'0'0,"-59"-28"8413"0"0,60 28-9885 0 0,-8-4 2681 0 0,58 2-2911 0 0,-1-2 0 0 0,78-18 0 0 0,-36 5-330 0 0,-74 15-432 0 0,0 0 0 0 0,0-1 1 0 0,24-9-1 0 0,-35 11 79 0 0,0 0-1 0 0,0 0 0 0 0,0-1 1 0 0,0 1-1 0 0,0-1 0 0 0,0 0 0 0 0,-1 0 1 0 0,1 0-1 0 0,-1 0 0 0 0,0-1 1 0 0,0 1-1 0 0,0-1 0 0 0,-1 0 1 0 0,1 0-1 0 0,3-8 0 0 0,-6 10 275 0 0,0 1-1 0 0,0-1 1 0 0,0 1-1 0 0,0-1 1 0 0,0 0-1 0 0,0 1 1 0 0,-1-1-1 0 0,1 1 0 0 0,0-1 1 0 0,-1 0-1 0 0,1 1 1 0 0,-1-1-1 0 0,0 1 1 0 0,0-1-1 0 0,1 1 1 0 0,-1 0-1 0 0,0-1 1 0 0,-1 0-1 0 0,-19-22-481 0 0,4 8 907 0 0,-28-20-1 0 0,12 12 2732 0 0,35 26-2670 0 0,32 28 814 0 0,-22-19-907 0 0,0-1 1 0 0,-1 2-1 0 0,20 24 0 0 0,-28-32-278 0 0,0 0 1 0 0,-1 1-1 0 0,1-1 0 0 0,-1 1 0 0 0,0 0 1 0 0,-1 0-1 0 0,1 0 0 0 0,-1 0 0 0 0,0 0 0 0 0,0 0 1 0 0,0 0-1 0 0,-1 0 0 0 0,0 0 0 0 0,0 1 0 0 0,0-1 1 0 0,-2 9-1 0 0,-3 5 7 0 0,0-1 0 0 0,-1 0 1 0 0,-1 0-1 0 0,-1-1 0 0 0,0 0 1 0 0,-2 0-1 0 0,0-1 0 0 0,-13 18 1 0 0,11-19-944 0 0,-1 0 0 0 0,-17 15 1 0 0,11-15-5757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8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1288 0 0,'29'-35'14457'0'0,"-28"37"-14268"0"0,0-1 0 0 0,1 1-1 0 0,-1-1 1 0 0,-1 1 0 0 0,1 0-1 0 0,0 0 1 0 0,0-1 0 0 0,0 1-1 0 0,-1 0 1 0 0,1 0 0 0 0,-1 0-1 0 0,1 2 1 0 0,3 33 1236 0 0,-1-10-717 0 0,18 138 905 0 0,-12-54-3505 0 0,-9-108 1398 0 0,3 23-2685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57 121 496 0 0,'-40'-111'11012'0'0,"39"110"-10984"0"0,1 1 0 0 0,0-1 0 0 0,0 1-1 0 0,0-1 1 0 0,0 1 0 0 0,0-1-1 0 0,0 1 1 0 0,-1-1 0 0 0,1 1 0 0 0,0 0-1 0 0,0-1 1 0 0,-1 1 0 0 0,1 0-1 0 0,0-1 1 0 0,-1 1 0 0 0,1 0 0 0 0,0-1-1 0 0,-1 1 1 0 0,1 0 0 0 0,0-1-1 0 0,-1 1 1 0 0,1 0 0 0 0,-1-1 0 0 0,-4 8-280 0 0,0 12-715 0 0,9 24-4067 0 0,-3-27 1517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9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1384 0 0,'35'69'10274'0'0,"-21"-43"-8454"0"0,17 42-1 0 0,-28-60-1616 0 0,-1 0 0 0 0,0 0 0 0 0,0 1 0 0 0,0-1 0 0 0,-1 0 0 0 0,0 1-1 0 0,-1-1 1 0 0,0 1 0 0 0,-2 15 0 0 0,1-8 273 0 0,1-15-396 0 0,0 1-1 0 0,1 0 1 0 0,-1-1-1 0 0,0 1 0 0 0,-1-1 1 0 0,1 1-1 0 0,0-1 1 0 0,0 1-1 0 0,-1-1 0 0 0,1 1 1 0 0,-1-1-1 0 0,1 1 1 0 0,-1-1-1 0 0,0 1 0 0 0,0-1 1 0 0,1 0-1 0 0,-1 1 1 0 0,0-1-1 0 0,-2 2 0 0 0,2-2 76 0 0,0-2-129 0 0,-1 1 0 0 0,1-1 0 0 0,0 0 0 0 0,0 1 0 0 0,0-1 0 0 0,-1 0 0 0 0,1 0 0 0 0,0 0 0 0 0,0 0 0 0 0,0 0 0 0 0,0 0 0 0 0,0 0 0 0 0,-1-2 0 0 0,0 0-3 0 0,-1-4-6 0 0,0 1-1 0 0,1-1 1 0 0,0 0-1 0 0,1 0 0 0 0,0 0 1 0 0,0 0-1 0 0,0 0 1 0 0,1-1-1 0 0,0 1 0 0 0,0 0 1 0 0,2-9-1 0 0,1-4-6 0 0,2-1 1 0 0,9-29-1 0 0,-8 33-15 0 0,1 0 0 0 0,0 0 1 0 0,1 1-1 0 0,20-30 0 0 0,-24 40-2 0 0,0 1 0 0 0,1-1 1 0 0,0 1-1 0 0,0-1 0 0 0,0 1 0 0 0,1 1 0 0 0,0-1 0 0 0,0 1 0 0 0,0 0 0 0 0,0 0 0 0 0,0 1 0 0 0,1 0 1 0 0,0 0-1 0 0,-1 1 0 0 0,9-3 0 0 0,-9 4 5 0 0,0 0-1 0 0,-1 1 1 0 0,1-1 0 0 0,0 1 0 0 0,0 0 0 0 0,-1 1-1 0 0,1-1 1 0 0,0 1 0 0 0,0 0 0 0 0,-1 1 0 0 0,1-1-1 0 0,-1 1 1 0 0,1 0 0 0 0,-1 0 0 0 0,0 1 0 0 0,0 0-1 0 0,0 0 1 0 0,0 0 0 0 0,0 0 0 0 0,-1 1 0 0 0,6 5-1 0 0,-4-3 0 0 0,-1 1 0 0 0,1 0 0 0 0,-1 0 0 0 0,-1 1 0 0 0,1-1 0 0 0,-1 1 0 0 0,0 0 0 0 0,-1 0 0 0 0,0 0 0 0 0,0 1 0 0 0,-1-1 0 0 0,0 1 0 0 0,1 11 0 0 0,-2 4-1295 0 0,-1 1-1 0 0,0-1 0 0 0,-8 42 1 0 0,10-53-1128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0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87 464 0 0,'29'-39'6096'0'0,"7"-8"4603"0"0,-38 49-10195 0 0,-15 19-93 0 0,1 0 0 0 0,1 1 0 0 0,1 0 0 0 0,1 2 0 0 0,1-1 0 0 0,1 1 0 0 0,-13 42 0 0 0,21-56-369 0 0,1 0 0 0 0,0 0 0 0 0,1 0 0 0 0,0 0 1 0 0,0 0-1 0 0,1 1 0 0 0,2 16 0 0 0,-1-23-121 0 0,-1-1-1 0 0,1 0 1 0 0,0 0 0 0 0,0 0 0 0 0,0 1-1 0 0,0-1 1 0 0,0 0 0 0 0,1 0 0 0 0,-1-1 0 0 0,1 1-1 0 0,0 0 1 0 0,0 0 0 0 0,0-1 0 0 0,0 1 0 0 0,1-1-1 0 0,-1 0 1 0 0,1 0 0 0 0,-1 0 0 0 0,1 0-1 0 0,0 0 1 0 0,-1 0 0 0 0,1-1 0 0 0,0 1 0 0 0,0-1-1 0 0,0 0 1 0 0,1 0 0 0 0,3 1 0 0 0,2-1-439 0 0,1 0 1 0 0,0 0-1 0 0,0-1 1 0 0,0 0-1 0 0,0-1 1 0 0,0 0-1 0 0,0-1 1 0 0,0 0-1 0 0,-1-1 1 0 0,1 1-1 0 0,-1-2 1 0 0,1 1 0 0 0,-1-2-1 0 0,0 1 1 0 0,9-7-1 0 0,-2 1 74 0 0,-2-1-1 0 0,1 0 1 0 0,-1 0-1 0 0,-1-2 1 0 0,0 0-1 0 0,-1 0 1 0 0,16-23-1 0 0,-23 26 772 0 0,1 0 0 0 0,-1 0 0 0 0,-1 0 0 0 0,0-1 0 0 0,0 1 0 0 0,2-12 0 0 0,9-28 3127 0 0,-14 49-3199 0 0,-1 1-217 0 0,0-1 0 0 0,0 1 0 0 0,0 0 0 0 0,1 0 0 0 0,-1-1-1 0 0,0 1 1 0 0,0 0 0 0 0,0-1 0 0 0,0 1 0 0 0,0 0 0 0 0,0-1 0 0 0,0 1 0 0 0,0-1 0 0 0,0 1 0 0 0,0 0 0 0 0,0-1 0 0 0,0 1 0 0 0,0 0-1 0 0,0-1 1 0 0,0 1 0 0 0,0 0 0 0 0,-1-1 0 0 0,1 1 0 0 0,0 0 0 0 0,0-1 0 0 0,-4 5 134 0 0,0 1-1 0 0,0 0 1 0 0,0-1-1 0 0,1 1 1 0 0,0 0 0 0 0,0 0-1 0 0,0 1 1 0 0,1-1 0 0 0,0 1-1 0 0,0-1 1 0 0,-1 8 0 0 0,-2 3 225 0 0,2 1 1 0 0,-2 30 0 0 0,4-41-339 0 0,1 0 1 0 0,0 0-1 0 0,0-1 1 0 0,1 1-1 0 0,0 0 0 0 0,0 0 1 0 0,0-1-1 0 0,1 1 1 0 0,0-1-1 0 0,0 1 0 0 0,0-1 1 0 0,4 7-1 0 0,-3-8-37 0 0,-1-1 0 0 0,1 0 0 0 0,0 0 0 0 0,0 0 0 0 0,0 0 0 0 0,0 0 0 0 0,0-1 0 0 0,0 0 0 0 0,1 1 0 0 0,-1-1 0 0 0,1 0 0 0 0,0-1 0 0 0,0 1 0 0 0,-1-1 0 0 0,1 1-1 0 0,0-1 1 0 0,0 0 0 0 0,5 0 0 0 0,-1 0-2 0 0,1 0-1 0 0,-1-1 0 0 0,1 0 0 0 0,-1-1 1 0 0,1 1-1 0 0,-1-2 0 0 0,1 1 0 0 0,-1-1 1 0 0,0 0-1 0 0,0-1 0 0 0,0 0 0 0 0,0 0 0 0 0,0-1 1 0 0,-1 0-1 0 0,1 0 0 0 0,-1-1 0 0 0,11-9 1 0 0,-9 6-14 0 0,-1 0 0 0 0,0 0 0 0 0,-1-1 0 0 0,0 0 0 0 0,0 0 0 0 0,-1-1 0 0 0,0 0 0 0 0,-1 0 0 0 0,0 0 0 0 0,0-1 0 0 0,-1 1 0 0 0,5-21 0 0 0,-8 23-9 0 0,0 0 1 0 0,0 0-1 0 0,-1 0 0 0 0,0 0 0 0 0,0 0 1 0 0,-1 0-1 0 0,0 0 0 0 0,0 0 0 0 0,-4-13 0 0 0,4 18 0 0 0,0 0 0 0 0,0 0 0 0 0,-1 0 0 0 0,1 0 0 0 0,0 0-1 0 0,-1 0 1 0 0,0 0 0 0 0,0 0 0 0 0,0 1 0 0 0,0-1 0 0 0,0 0-1 0 0,-1 1 1 0 0,1 0 0 0 0,-1 0 0 0 0,1 0 0 0 0,-1 0-1 0 0,0 0 1 0 0,0 0 0 0 0,0 1 0 0 0,0-1 0 0 0,0 1 0 0 0,0 0-1 0 0,0 0 1 0 0,0 0 0 0 0,-1 0 0 0 0,-4 0 0 0 0,1 0-104 0 0,0 1 0 0 0,0 1 0 0 0,-1-1 0 0 0,1 1 0 0 0,0 1-1 0 0,0-1 1 0 0,0 1 0 0 0,0 0 0 0 0,-10 5 0 0 0,13-5-299 0 0,-1 0 0 0 0,1 1 0 0 0,0-1 0 0 0,0 1 0 0 0,0 0 0 0 0,0 0 0 0 0,1 1 0 0 0,-1-1-1 0 0,1 1 1 0 0,0 0 0 0 0,0-1 0 0 0,0 1 0 0 0,0 1 0 0 0,1-1 0 0 0,-3 6 0 0 0,4-9 113 0 0,1 0-1 0 0,0 0 1 0 0,-1 0 0 0 0,1 0 0 0 0,0-1 0 0 0,0 1 0 0 0,0 0-1 0 0,0 0 1 0 0,0 0 0 0 0,0 0 0 0 0,0 0 0 0 0,0 0 0 0 0,0 0-1 0 0,0 0 1 0 0,0 0 0 0 0,0 0 0 0 0,1 0 0 0 0,-1-1 0 0 0,1 2 0 0 0,3 10-2944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0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18 852 0 0,'7'-10'7381'0'0,"-7"10"-7248"0"0,0 0 1 0 0,1-1 0 0 0,-1 1-1 0 0,0 0 1 0 0,1 0 0 0 0,-1-1-1 0 0,0 1 1 0 0,1 0 0 0 0,-1 0-1 0 0,1 0 1 0 0,-1 0 0 0 0,0-1-1 0 0,1 1 1 0 0,-1 0-1 0 0,1 0 1 0 0,-1 0 0 0 0,1 0-1 0 0,-1 0 1 0 0,1 0 0 0 0,-1 0-1 0 0,0 0 1 0 0,1 0 0 0 0,-1 0-1 0 0,1 1 1 0 0,-1-1 0 0 0,1 0-1 0 0,-1 0 1 0 0,0 0 0 0 0,1 0-1 0 0,0 1 1 0 0,9 14 1624 0 0,0 27-642 0 0,-9-38-787 0 0,3 27 253 0 0,-2 0 0 0 0,-2 58-1 0 0,-1-38-161 0 0,-1-40-247 0 0,-3-16-16 0 0,-3-15-82 0 0,6 1-85 0 0,0-1 0 0 0,3-30 0 0 0,0 40-10 0 0,0 1-1 0 0,0 0 0 0 0,1 0 0 0 0,0 0 0 0 0,1 0 0 0 0,0 0 0 0 0,6-12 0 0 0,-7 19 12 0 0,-1 0-1 0 0,0 0 0 0 0,0 0 1 0 0,1 0-1 0 0,0 0 0 0 0,-1 0 1 0 0,1 0-1 0 0,0 1 0 0 0,0-1 1 0 0,0 1-1 0 0,0-1 0 0 0,0 1 1 0 0,0 0-1 0 0,0-1 0 0 0,0 1 1 0 0,1 0-1 0 0,-1 1 0 0 0,4-2 1 0 0,-2 1-1 0 0,1 1 1 0 0,-1 0 0 0 0,0 0-1 0 0,1 0 1 0 0,-1 0 0 0 0,0 1-1 0 0,1-1 1 0 0,-1 1-1 0 0,8 3 1 0 0,0 1 8 0 0,0 0 0 0 0,-1 1-1 0 0,1 0 1 0 0,-1 1 0 0 0,0 0 0 0 0,10 9-1 0 0,0 2 1 0 0,22 25 0 0 0,-37-37 4 0 0,-1 0 1 0 0,0 0 0 0 0,0 1 0 0 0,-1-1 0 0 0,0 1-1 0 0,0 0 1 0 0,-1 1 0 0 0,5 13 0 0 0,-7-20-2 0 0,-1 1 0 0 0,1-1 0 0 0,-1 0 0 0 0,1 1 0 0 0,-1-1 0 0 0,0 1 0 0 0,0-1 0 0 0,1 1 0 0 0,-1-1 0 0 0,0 1 0 0 0,0-1 0 0 0,-1 1 0 0 0,1-1 0 0 0,0 1 1 0 0,0-1-1 0 0,-1 1 0 0 0,1-1 0 0 0,-1 1 0 0 0,1-1 0 0 0,-1 0 0 0 0,-1 3 0 0 0,1-3 24 0 0,0-1-25 0 0,-1 0-1 0 0,1 0 1 0 0,0 0 0 0 0,0 0-1 0 0,0-1 1 0 0,-1 1 0 0 0,1 0-1 0 0,0-1 1 0 0,0 1 0 0 0,0-1-1 0 0,0 1 1 0 0,-1-1 0 0 0,1 0-1 0 0,0 1 1 0 0,0-1 0 0 0,0 0 0 0 0,0 0-1 0 0,1 0 1 0 0,-1 0 0 0 0,0 0-1 0 0,0 0 1 0 0,0-1 0 0 0,-1-1-4 0 0,0-1 1 0 0,1 1-1 0 0,0 0 1 0 0,-1-1 0 0 0,1 1-1 0 0,1-1 1 0 0,-2-6-1 0 0,1-2-15 0 0,1 0-1 0 0,0 0 1 0 0,1 0-1 0 0,2-12 0 0 0,-1 16 8 0 0,0-1 1 0 0,0 1-1 0 0,1 0 0 0 0,-1 1 0 0 0,2-1 0 0 0,-1 0 1 0 0,1 1-1 0 0,1 0 0 0 0,-1 0 0 0 0,1 0 0 0 0,0 1 1 0 0,1-1-1 0 0,0 1 0 0 0,0 1 0 0 0,0-1 0 0 0,0 1 1 0 0,1 0-1 0 0,0 0 0 0 0,0 1 0 0 0,0 0 0 0 0,1 0 0 0 0,-1 0 1 0 0,1 1-1 0 0,0 1 0 0 0,0-1 0 0 0,0 1 0 0 0,9-1 1 0 0,-12 3 6 0 0,-1-1 1 0 0,1 1 0 0 0,0 0 0 0 0,0 1 0 0 0,0-1 0 0 0,0 1-1 0 0,-1 0 1 0 0,1 0 0 0 0,0 0 0 0 0,-1 1 0 0 0,1-1 0 0 0,-1 1-1 0 0,1 0 1 0 0,-1 1 0 0 0,0-1 0 0 0,0 1 0 0 0,0 0 0 0 0,0 0 0 0 0,0 0-1 0 0,-1 0 1 0 0,4 5 0 0 0,-2-2 17 0 0,0 0-1 0 0,-1 1 1 0 0,0 0 0 0 0,-1-1-1 0 0,0 1 1 0 0,0 0 0 0 0,0 0-1 0 0,-1 1 1 0 0,1-1 0 0 0,-2 1-1 0 0,1-1 1 0 0,-1 10 0 0 0,0 10 20 0 0,-1-17-292 0 0,1-1-1 0 0,-1 0 1 0 0,1 1 0 0 0,4 11-1 0 0,-5-19 101 0 0,1-1 1 0 0,-1 1-1 0 0,1-1 0 0 0,0 1 0 0 0,0-1 0 0 0,0 0 0 0 0,0 1 1 0 0,0-1-1 0 0,0 0 0 0 0,0 0 0 0 0,0 0 0 0 0,1 0 1 0 0,-1 0-1 0 0,0 0 0 0 0,1 0 0 0 0,-1 0 0 0 0,0 0 1 0 0,1 0-1 0 0,-1-1 0 0 0,1 1 0 0 0,-1-1 0 0 0,1 1 0 0 0,0-1 1 0 0,-1 0-1 0 0,1 1 0 0 0,-1-1 0 0 0,1 0 0 0 0,0 0 1 0 0,1-1-1 0 0,3 1-583 0 0,-1 0 0 0 0,0-1 1 0 0,0 0-1 0 0,0 0 0 0 0,0 0 0 0 0,0-1 1 0 0,9-4-1 0 0,0-2-2415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4156 0 0,'6'-11'1323'0'0,"0"-1"0"0"0,-1 0-1 0 0,0 0 1 0 0,-1 0-1 0 0,6-25 1 0 0,1-6 2840 0 0,-10 41-3680 0 0,0-8 2071 0 0,1 16-2320 0 0,-1 0 0 0 0,1 0 0 0 0,-1 1 0 0 0,0-1 0 0 0,0 0 0 0 0,-1 1 0 0 0,-1 11-1 0 0,2 13 311 0 0,3 55 243 0 0,-4-60-873 0 0,2 0 0 0 0,0 0 0 0 0,10 43 1 0 0,-12-68-34 0 0,1 0 0 0 0,-1-1 0 0 0,1 1 1 0 0,0-1-1 0 0,-1 1 0 0 0,1-1 0 0 0,0 1 0 0 0,0-1 1 0 0,-1 1-1 0 0,1-1 0 0 0,0 0 0 0 0,0 1 1 0 0,0-1-1 0 0,-1 0 0 0 0,1 0 0 0 0,0 1 0 0 0,0-1 1 0 0,0 0-1 0 0,0 0 0 0 0,0 0 0 0 0,0 0 1 0 0,-1 0-1 0 0,1 0 0 0 0,0-1 0 0 0,0 1 0 0 0,0 0 1 0 0,0 0-1 0 0,0-1 0 0 0,-1 1 0 0 0,1 0 1 0 0,0-1-1 0 0,1 0 0 0 0,8-6-1307 0 0,0-1 0 0 0,0 0 1 0 0,-1 0-1 0 0,0-1 0 0 0,-1 0 0 0 0,0 0 0 0 0,11-18 1 0 0,-5 4-2996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81 880 0 0,'-7'-21'4256'0'0,"-20"-39"1"0"0,24 62-4394 0 0,3-2 85 0 0,-1 0 0 0 0,0 1 0 0 0,1-1-1 0 0,-1 0 1 0 0,1 0 0 0 0,-1 0 0 0 0,1 1 0 0 0,-1-1 0 0 0,1 0 0 0 0,-1 1-1 0 0,1-1 1 0 0,0 0 0 0 0,-1 1 0 0 0,1-1 0 0 0,-1 1 0 0 0,1-1-1 0 0,0 1 1 0 0,-1-1 0 0 0,1 1 0 0 0,-1 0 0 0 0,-3 24-3279 0 0,4-15 905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1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44 1468 0 0,'-9'21'6295'0'0,"8"-11"-5805"0"0,0-1-1 0 0,1 1 0 0 0,0-1 0 0 0,1 1 1 0 0,0-1-1 0 0,1 1 0 0 0,0-1 0 0 0,5 17 1 0 0,3 16 79 0 0,-6-27-355 0 0,-3-12-148 0 0,0 0 1 0 0,-1-1-1 0 0,1 1 1 0 0,-1 0-1 0 0,0-1 1 0 0,1 1-1 0 0,-1 0 1 0 0,0 0-1 0 0,-1 3 1 0 0,1-5-51 0 0,0-1 0 0 0,0 1 0 0 0,0-1 0 0 0,0 1 0 0 0,-1-1 0 0 0,1 1 0 0 0,0-1 0 0 0,0 1 0 0 0,0-1 0 0 0,0 0 0 0 0,-1 1 0 0 0,1-1 0 0 0,0 1 0 0 0,-1-1 0 0 0,1 1 0 0 0,0-1 0 0 0,-1 0 0 0 0,1 1 0 0 0,0-1 0 0 0,-1 0 0 0 0,1 1 0 0 0,-1-1 0 0 0,1 0 0 0 0,-1 1 0 0 0,1-1 0 0 0,-1 0 0 0 0,1 0 0 0 0,0 0 0 0 0,-1 0 0 0 0,0 1 0 0 0,1-1 0 0 0,-1 0 0 0 0,1 0 0 0 0,-1 0 0 0 0,1 0 0 0 0,-1 0 1 0 0,1 0-1 0 0,-1 0 0 0 0,1 0 0 0 0,-1 0 0 0 0,1-1 0 0 0,-1 1 0 0 0,1 0 0 0 0,-1 0 0 0 0,-1-1-4 0 0,1 1 1 0 0,0-1 0 0 0,-1 0-1 0 0,1 1 1 0 0,0-1 0 0 0,0 0 0 0 0,-1 0-1 0 0,1 0 1 0 0,0 0 0 0 0,0 0-1 0 0,0 0 1 0 0,0 0 0 0 0,0 0-1 0 0,-1-2 1 0 0,-1-3-15 0 0,1-1-1 0 0,0 1 1 0 0,0-1-1 0 0,1 1 1 0 0,-1-1-1 0 0,1 0 1 0 0,1 0 0 0 0,-1 1-1 0 0,1-1 1 0 0,0 0-1 0 0,1 0 1 0 0,0 0-1 0 0,0 1 1 0 0,0-1 0 0 0,1 0-1 0 0,0 1 1 0 0,0-1-1 0 0,1 1 1 0 0,0 0-1 0 0,0 0 1 0 0,0 0 0 0 0,1 0-1 0 0,-1 0 1 0 0,9-8-1 0 0,-5 6-1 0 0,0 1-1 0 0,1 0 1 0 0,-1 1 0 0 0,2-1-1 0 0,-1 2 1 0 0,0-1-1 0 0,1 1 1 0 0,0 0-1 0 0,0 1 1 0 0,1 0 0 0 0,-1 1-1 0 0,1-1 1 0 0,0 2-1 0 0,0 0 1 0 0,0 0-1 0 0,13-1 1 0 0,-11 3 77 0 0,0 0 1 0 0,-1 1-1 0 0,1 0 1 0 0,-1 1-1 0 0,1 0 0 0 0,-1 1 1 0 0,0 0-1 0 0,1 0 1 0 0,-2 2-1 0 0,15 6 1 0 0,-19-8 15 0 0,0 1 1 0 0,0 0 0 0 0,0 0 0 0 0,-1 0 0 0 0,1 1-1 0 0,-1 0 1 0 0,0 0 0 0 0,0 0 0 0 0,-1 1 0 0 0,0-1-1 0 0,0 1 1 0 0,0 0 0 0 0,0 1 0 0 0,-1-1 0 0 0,0 1 0 0 0,0-1-1 0 0,3 14 1 0 0,-3-1 35 0 0,-1 0 0 0 0,-1 0 0 0 0,-1 21 0 0 0,2 22-2054 0 0,-2-61 1789 0 0,0 0 0 0 0,1 0-1 0 0,-1 0 1 0 0,0 0 0 0 0,1-1-1 0 0,-1 1 1 0 0,1 0 0 0 0,-1 0-1 0 0,1 0 1 0 0,-1 0 0 0 0,1-1-1 0 0,0 1 1 0 0,-1 0 0 0 0,1 0-1 0 0,0-1 1 0 0,0 1 0 0 0,0-1-1 0 0,-1 1 1 0 0,1-1 0 0 0,0 1-1 0 0,0-1 1 0 0,0 1 0 0 0,0-1-1 0 0,0 0 1 0 0,0 1 0 0 0,0-1-1 0 0,0 0 1 0 0,0 0 0 0 0,0 0-1 0 0,0 0 1 0 0,0 0 0 0 0,0 0-1 0 0,0 0 1 0 0,1 0 0 0 0,59-10-4991 0 0,-39 5 2192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2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440 172 1348 0 0,'20'-12'1713'0'0,"-1"-1"-1"0"0,29-25 1 0 0,-39 30-794 0 0,0-1 0 0 0,0-1 0 0 0,-1 1 0 0 0,0-1 0 0 0,-1-1 0 0 0,8-14 0 0 0,-14 24-849 0 0,0 1 0 0 0,-1-1 0 0 0,0 0 1 0 0,1 0-1 0 0,-1 0 0 0 0,1 0 1 0 0,-1 0-1 0 0,0 0 0 0 0,0 0 1 0 0,0 0-1 0 0,0 0 0 0 0,1 0 0 0 0,-1 0 1 0 0,0 0-1 0 0,-1 0 0 0 0,1 0 1 0 0,0-2-1 0 0,-1 2-42 0 0,1 1-1 0 0,0-1 1 0 0,-1 1 0 0 0,1 0-1 0 0,0-1 1 0 0,-1 1 0 0 0,1-1 0 0 0,-1 1-1 0 0,1 0 1 0 0,-1-1 0 0 0,1 1-1 0 0,-1 0 1 0 0,1-1 0 0 0,-1 1-1 0 0,1 0 1 0 0,-1 0 0 0 0,1 0-1 0 0,-1-1 1 0 0,1 1 0 0 0,-1 0-1 0 0,-1 0 1 0 0,-1 0 24 0 0,-1 0 1 0 0,1 0-1 0 0,-1 1 0 0 0,1-1 0 0 0,-1 1 0 0 0,-6 2 1 0 0,-7 3 157 0 0,0 1 0 0 0,1 1-1 0 0,0 1 1 0 0,0 0 0 0 0,-23 19 0 0 0,-63 64 567 0 0,97-87-738 0 0,0 1-1 0 0,0-1 1 0 0,0 1 0 0 0,1 0-1 0 0,0 0 1 0 0,0 1 0 0 0,0-1-1 0 0,1 1 1 0 0,0 0 0 0 0,0 0-1 0 0,-3 13 1 0 0,6-19-32 0 0,0 0 0 0 0,0 0-1 0 0,0 1 1 0 0,0-1 0 0 0,0 0 0 0 0,0 0 0 0 0,1 0 0 0 0,-1 0-1 0 0,0 0 1 0 0,1 0 0 0 0,-1 0 0 0 0,1 0 0 0 0,-1 0 0 0 0,1 0-1 0 0,-1 0 1 0 0,1-1 0 0 0,0 1 0 0 0,-1 0 0 0 0,1 0 0 0 0,0 0-1 0 0,0-1 1 0 0,0 1 0 0 0,-1 0 0 0 0,3 0 0 0 0,-1 0 4 0 0,0 1 1 0 0,0-1-1 0 0,0 0 1 0 0,0 0 0 0 0,1 0-1 0 0,-1 0 1 0 0,0-1-1 0 0,1 1 1 0 0,-1-1-1 0 0,0 1 1 0 0,4-1-1 0 0,0 0-4 0 0,0-1 0 0 0,0 0 0 0 0,0 0 0 0 0,0 0-1 0 0,0-1 1 0 0,-1 0 0 0 0,1 0 0 0 0,0 0 0 0 0,-1-1 0 0 0,1 0-1 0 0,-1 0 1 0 0,0 0 0 0 0,0-1 0 0 0,0 0 0 0 0,-1 0-1 0 0,1 0 1 0 0,5-7 0 0 0,6-9-20 0 0,-1 0 1 0 0,24-44-1 0 0,-29 46 2 0 0,-2 3-4 0 0,-5 9-34 0 0,1 0 1 0 0,-1 0 0 0 0,9-10 0 0 0,-11 15 12 0 0,3 22 3 0 0,24 288 2497 0 0,6 91 70 0 0,-30-280-1935 0 0,-4-1 0 0 0,-6 1 0 0 0,-26 146-1 0 0,26-231-271 0 0,-3 1-1 0 0,-1-1 0 0 0,-15 36 0 0 0,21-61-208 0 0,0-1 0 0 0,-1 1 0 0 0,0-1 0 0 0,0 0 0 0 0,-1 0 0 0 0,-1 0 0 0 0,1-1 0 0 0,-1 0 0 0 0,-1-1 0 0 0,0 1 0 0 0,0-1 0 0 0,0-1 0 0 0,-1 1 0 0 0,1-2 0 0 0,-11 6 0 0 0,11-8-79 0 0,0-1 0 0 0,0 0 0 0 0,0 0 0 0 0,0-1 0 0 0,0 0-1 0 0,0 0 1 0 0,0-1 0 0 0,0 0 0 0 0,-1-1 0 0 0,1 0 0 0 0,0 0 0 0 0,0 0 0 0 0,0-1 0 0 0,0 0 0 0 0,1-1 0 0 0,-1 0 0 0 0,0 0 0 0 0,1-1 0 0 0,-8-4 0 0 0,-3-3-37 0 0,1 0 0 0 0,0-1 0 0 0,0-1 0 0 0,1-1 0 0 0,1 0-1 0 0,-18-21 1 0 0,21 20-9 0 0,1 1-1 0 0,0-1 0 0 0,1-1 1 0 0,1 0-1 0 0,0-1 0 0 0,2 0 1 0 0,0 0-1 0 0,0 0 1 0 0,-4-24-1 0 0,8 26 12 0 0,1 0 0 0 0,0 0 0 0 0,1 1 0 0 0,1-1 0 0 0,1 0-1 0 0,0 0 1 0 0,0 0 0 0 0,2 1 0 0 0,0-1 0 0 0,1 1 0 0 0,0-1 0 0 0,7-14 0 0 0,5-5-76 0 0,1 1 0 0 0,2 1 0 0 0,1 0 0 0 0,1 2 0 0 0,2 0 0 0 0,43-43 1 0 0,-5 16-2734 0 0,127-93 0 0 0,-47 63-5898 0 0,-98 62 3076 0 0,-16 10-644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38 2180 0 0,'-1'-2'1967'0'0,"-25"-30"7473"0"0,27 34-9249 0 0,-1 1 0 0 0,1-1 0 0 0,0 1 0 0 0,1-1 0 0 0,-1 1 0 0 0,0-1 0 0 0,3 3 0 0 0,105 173 2919 0 0,-59-92-2745 0 0,-40-67-307 0 0,-3-7 119 0 0,0 0 1 0 0,18 22-1 0 0,-24-33-84 0 0,1-2-44 0 0,1 0-46 0 0,-1-1 0 0 0,0 1 0 0 0,0-1 0 0 0,0 1 0 0 0,0-1 0 0 0,-1 0 1 0 0,1 0-1 0 0,0 1 0 0 0,-1-1 0 0 0,1 0 0 0 0,-1-1 0 0 0,0 1 0 0 0,1 0 0 0 0,0-4 0 0 0,18-43 4 0 0,-12 27-8 0 0,0 2-28 0 0,19-34 0 0 0,-23 48 15 0 0,1 0 0 0 0,-1 0 1 0 0,1 1-1 0 0,-1-1 0 0 0,2 1 1 0 0,-1 0-1 0 0,0 0 0 0 0,13-7 0 0 0,-12 10 5 0 0,1 0 0 0 0,-1 1 0 0 0,1 0 0 0 0,-1 0 0 0 0,1 1 0 0 0,0-1 0 0 0,-1 1 0 0 0,12 2 0 0 0,55 9 22 0 0,13 1 3 0 0,-70-11-10 0 0,-1-1 0 0 0,31-2 0 0 0,-41 1-9 0 0,-1 0-1 0 0,1 0 1 0 0,-1-1-1 0 0,1 1 1 0 0,-1-1-1 0 0,0 0 1 0 0,0-1 0 0 0,0 1-1 0 0,4-4 1 0 0,-3 3 20 0 0,-1-1-1 0 0,1-1 1 0 0,-1 1 0 0 0,0-1 0 0 0,-1 1 0 0 0,1-1 0 0 0,-1 0 0 0 0,0 0 0 0 0,0 0-1 0 0,-1-1 1 0 0,0 1 0 0 0,1-1 0 0 0,-2 0 0 0 0,1 1 0 0 0,-1-1 0 0 0,0 0 0 0 0,0 0-1 0 0,0 0 1 0 0,-1-6 0 0 0,0 11-20 0 0,0 0-1 0 0,0 1 1 0 0,0-1 0 0 0,0 0 0 0 0,0 0-1 0 0,0 0 1 0 0,0 1 0 0 0,-1-1-1 0 0,1 0 1 0 0,0 0 0 0 0,0 1-1 0 0,-1-1 1 0 0,1 0 0 0 0,-1 0-1 0 0,1 1 1 0 0,0-1 0 0 0,-1 0-1 0 0,1 1 1 0 0,-1-1 0 0 0,0 1-1 0 0,1-1 1 0 0,-1 0 0 0 0,1 1-1 0 0,-1 0 1 0 0,0-1 0 0 0,0 1 0 0 0,1-1-1 0 0,-1 1 1 0 0,0 0 0 0 0,1-1-1 0 0,-1 1 1 0 0,0 0 0 0 0,0 0-1 0 0,0 0 1 0 0,1-1 0 0 0,-1 1-1 0 0,0 0 1 0 0,0 0 0 0 0,0 0-1 0 0,1 0 1 0 0,-1 1 0 0 0,0-1-1 0 0,0 0 1 0 0,0 0 0 0 0,1 0-1 0 0,-2 1 1 0 0,-4 1-49 0 0,0-1 0 0 0,1 1 0 0 0,-1 1 0 0 0,-9 4 0 0 0,6-1 57 0 0,1 1 0 0 0,-1-1 0 0 0,1 1 0 0 0,1 1 0 0 0,-1 0-1 0 0,1 0 1 0 0,0 0 0 0 0,1 1 0 0 0,0 0 0 0 0,0 0 0 0 0,1 0 0 0 0,1 1 0 0 0,-1 0 0 0 0,1 0 0 0 0,1 0-1 0 0,0 0 1 0 0,0 1 0 0 0,-1 17 0 0 0,3-19-26 0 0,0 0 0 0 0,1-1-1 0 0,0 1 1 0 0,1 0 0 0 0,0-1 0 0 0,0 1-1 0 0,1-1 1 0 0,0 1 0 0 0,0-1 0 0 0,6 12-1 0 0,-5-14-124 0 0,0 0 1 0 0,1-1-1 0 0,-1 1 0 0 0,1-1 0 0 0,0 1 0 0 0,1-1 0 0 0,-1 0 0 0 0,1-1 0 0 0,0 1 1 0 0,1-1-1 0 0,-1 0 0 0 0,1 0 0 0 0,-1-1 0 0 0,10 5 0 0 0,0-2-1003 0 0,0-1 1 0 0,1 0-1 0 0,-1-1 0 0 0,1-1 0 0 0,0 0 1 0 0,0-1-1 0 0,23 0 0 0 0,-3-3-3973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3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41 952 0 0,'-2'-20'3135'0'0,"2"19"-2982"0"0,0 1 0 0 0,0-1 0 0 0,-1 0 1 0 0,1 0-1 0 0,0 0 0 0 0,-1 0 1 0 0,1 0-1 0 0,0 0 0 0 0,-1 1 0 0 0,1-1 1 0 0,-1 0-1 0 0,0 0 0 0 0,1 1 1 0 0,-1-1-1 0 0,1 0 0 0 0,-1 1 0 0 0,0-1 1 0 0,0 1-1 0 0,1-1 0 0 0,-1 1 0 0 0,0-1 1 0 0,-1 0-1 0 0,-6 0 183 0 0,0 0 0 0 0,0 0 0 0 0,0 1 0 0 0,0 0 0 0 0,0 0 0 0 0,0 1 0 0 0,0 0 0 0 0,0 0 0 0 0,1 1 0 0 0,-1 0 0 0 0,0 0 1 0 0,1 1-1 0 0,-1 0 0 0 0,1 1 0 0 0,-9 5 0 0 0,3-2-101 0 0,1 0 0 0 0,-1 1 0 0 0,2 1 0 0 0,-1 0 0 0 0,2 1 0 0 0,-1 0 0 0 0,-16 21 0 0 0,22-25-165 0 0,1 0 0 0 0,1 0 0 0 0,-1 0 1 0 0,1 1-1 0 0,0-1 0 0 0,1 1 0 0 0,-1 0 1 0 0,1 0-1 0 0,1 0 0 0 0,-1 0 0 0 0,1 0 0 0 0,0 13 1 0 0,1-16-42 0 0,0 0 0 0 0,1 1 0 0 0,0-1 0 0 0,0 1 0 0 0,0-1 0 0 0,0 0 0 0 0,1 0 0 0 0,0 0 0 0 0,-1 0 0 0 0,2 0 0 0 0,-1 0 0 0 0,0 0 0 0 0,1 0 0 0 0,0-1 0 0 0,-1 0 0 0 0,1 1 0 0 0,1-1 0 0 0,-1 0 0 0 0,0 0 0 0 0,1-1 0 0 0,5 4 0 0 0,1 0-62 0 0,0-1 0 0 0,0-1 0 0 0,0 0 0 0 0,1 0 0 0 0,0-1 0 0 0,-1 0-1 0 0,1-1 1 0 0,19 1 0 0 0,-7-1-604 0 0,1-2-1 0 0,0-1 1 0 0,24-3 0 0 0,-34 2-389 0 0,1-1 1 0 0,0-1-1 0 0,-1 0 0 0 0,0-1 1 0 0,0 0-1 0 0,26-15 1 0 0,-10 1-2965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3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129 116 1012 0 0,'-29'-104'5998'0'0,"29"103"-5958"0"0,0 1 0 0 0,0-1 1 0 0,0 1-1 0 0,0-1 0 0 0,0 1 0 0 0,0 0 0 0 0,0-1 0 0 0,0 1 1 0 0,0-1-1 0 0,0 1 0 0 0,-1-1 0 0 0,1 1 0 0 0,0 0 1 0 0,0-1-1 0 0,-1 1 0 0 0,1-1 0 0 0,0 1 0 0 0,0 0 1 0 0,-1-1-1 0 0,1 1 0 0 0,0 0 0 0 0,-1-1 0 0 0,1 1 0 0 0,0 0 1 0 0,-1 0-1 0 0,1-1 0 0 0,-1 1 0 0 0,1 0 0 0 0,-1 0 1 0 0,1 0-1 0 0,0 0 0 0 0,-1 0 0 0 0,1-1 0 0 0,-1 1 1 0 0,1 0-1 0 0,-1 0 0 0 0,1 0 0 0 0,-1 0 0 0 0,1 0 1 0 0,0 0-1 0 0,-1 0 0 0 0,1 1 0 0 0,-1-1 0 0 0,1 0 0 0 0,-1 0 1 0 0,1 0-1 0 0,0 0 0 0 0,-1 0 0 0 0,1 1 0 0 0,-1-1 1 0 0,1 0-1 0 0,0 0 0 0 0,-1 1 0 0 0,1-1 0 0 0,0 0 1 0 0,-1 1-1 0 0,1-1 0 0 0,0 0 0 0 0,-1 1 0 0 0,1-1 0 0 0,0 1 1 0 0,0-1-1 0 0,-1 0 0 0 0,1 1 0 0 0,-15 27 1135 0 0,6 2-112 0 0,0 1 0 0 0,-7 64 0 0 0,4 67 111 0 0,8-86-897 0 0,1-28-253 0 0,-9 282 305 0 0,13-317-862 0 0,0 1 0 0 0,1-1-1 0 0,0 1 1 0 0,7 23 0 0 0,-6-31-75 0 0,-1 0 0 0 0,1 0 0 0 0,-1 0 0 0 0,2 0 0 0 0,-1-1 0 0 0,1 1 0 0 0,-1-1 0 0 0,2 0 0 0 0,-1 0 0 0 0,0 0 0 0 0,11 7 1 0 0,1-1-2818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10 272 1140 0 0,'20'-43'9442'0'0,"-19"41"-8910"0"0,2-3 1199 0 0,-4 5-1026 0 0,-4 8-328 0 0,0 4-38 0 0,0 0 0 0 0,1 1 1 0 0,0 0-1 0 0,1-1 0 0 0,1 1 1 0 0,0 0-1 0 0,0 1 1 0 0,2 24-1 0 0,0-33-272 0 0,0 1 1 0 0,1-1-1 0 0,0 1 0 0 0,0-1 1 0 0,1 0-1 0 0,-1 1 1 0 0,1-1-1 0 0,0 0 0 0 0,1 0 1 0 0,-1 0-1 0 0,1 0 1 0 0,0-1-1 0 0,0 1 0 0 0,0-1 1 0 0,1 1-1 0 0,0-1 1 0 0,0 0-1 0 0,0-1 0 0 0,0 1 1 0 0,0-1-1 0 0,1 1 1 0 0,-1-1-1 0 0,1-1 0 0 0,6 4 1 0 0,-5-3-14 0 0,1-1 1 0 0,-1 1-1 0 0,1-1 0 0 0,-1-1 1 0 0,1 1-1 0 0,0-1 1 0 0,0 0-1 0 0,-1 0 1 0 0,1-1-1 0 0,13-1 1 0 0,-16 0-44 0 0,0 0 0 0 0,0 0 0 0 0,0 0 0 0 0,0-1 0 0 0,0 1 0 0 0,0-1 0 0 0,0 0 0 0 0,-1 0 0 0 0,1-1 0 0 0,-1 1 0 0 0,0-1 0 0 0,0 1 0 0 0,0-1 0 0 0,0 0 0 0 0,0 0 0 0 0,0-1 0 0 0,-1 1 0 0 0,0-1 0 0 0,3-3 0 0 0,1-4-2 0 0,-1 0 0 0 0,0-1 0 0 0,-1 1 0 0 0,0-1 0 0 0,0 0 0 0 0,-1 0 0 0 0,1-17 0 0 0,-3 21-12 0 0,0-1 1 0 0,-1 1-1 0 0,0 0 1 0 0,0 0-1 0 0,-1 0 0 0 0,0-1 1 0 0,-1 1-1 0 0,0 0 1 0 0,0 0-1 0 0,0 0 0 0 0,-1 1 1 0 0,-5-9-1 0 0,5 11 6 0 0,-1 1 1 0 0,0-1-1 0 0,0 1 0 0 0,0 0 0 0 0,0 0 1 0 0,-1 1-1 0 0,0-1 0 0 0,0 1 0 0 0,0 0 0 0 0,0 0 1 0 0,0 1-1 0 0,0 0 0 0 0,-1 0 0 0 0,1 0 1 0 0,-1 0-1 0 0,0 1 0 0 0,1 0 0 0 0,-1 0 1 0 0,0 0-1 0 0,-10 1 0 0 0,9 0-85 0 0,1 0 0 0 0,-1 0 1 0 0,1 0-1 0 0,0 1 0 0 0,-1 0 0 0 0,1 0 1 0 0,0 1-1 0 0,0 0 0 0 0,0 0 0 0 0,0 0 1 0 0,0 1-1 0 0,0-1 0 0 0,1 1 0 0 0,-1 1 1 0 0,1-1-1 0 0,0 1 0 0 0,0 0 0 0 0,-8 8 1 0 0,13-11-4 0 0,-1 0 0 0 0,0-1 0 0 0,1 1 1 0 0,-1 0-1 0 0,1 0 0 0 0,-1 0 1 0 0,1 0-1 0 0,-1 0 0 0 0,1 0 0 0 0,0 0 1 0 0,-1 0-1 0 0,1 0 0 0 0,0 0 0 0 0,0 0 1 0 0,0 0-1 0 0,0 0 0 0 0,0 0 1 0 0,0 0-1 0 0,0 1 0 0 0,0-1 0 0 0,0 0 1 0 0,0 0-1 0 0,1 0 0 0 0,-1 0 0 0 0,1 1 1 0 0,0 0-106 0 0,0 0 1 0 0,1-1 0 0 0,-1 1-1 0 0,1 0 1 0 0,-1-1 0 0 0,1 1-1 0 0,0-1 1 0 0,-1 0 0 0 0,1 1 0 0 0,0-1-1 0 0,3 1 1 0 0,5 3-703 0 0,0-2 1 0 0,0 1-1 0 0,18 3 1 0 0,-15-5 525 0 0,1-1 0 0 0,0 0 0 0 0,0 0-1 0 0,0-1 1 0 0,0-1 0 0 0,0-1 0 0 0,0 0 0 0 0,-1-1 0 0 0,1 0 0 0 0,-1-1 0 0 0,1 0 0 0 0,15-8 0 0 0,15-10 602 0 0,0-2 0 0 0,45-33 0 0 0,-27 16 879 0 0,-48 33-745 0 0,-3 0-17 0 0,0 1-1 0 0,1 0 1 0 0,-1 1-1 0 0,2 0 1 0 0,-1 1-1 0 0,22-6 1 0 0,-32 11-297 0 0,0-1 0 0 0,0 1 0 0 0,0 0 0 0 0,0 1 0 0 0,0-1 0 0 0,0 0 0 0 0,0 1 0 0 0,0-1-1 0 0,0 1 1 0 0,0-1 0 0 0,0 1 0 0 0,0 0 0 0 0,0 0 0 0 0,0 0 0 0 0,0 0 0 0 0,-1 0 0 0 0,1 1 0 0 0,0-1 0 0 0,-1 0 0 0 0,1 1 0 0 0,-1-1 0 0 0,0 1 0 0 0,1-1 0 0 0,0 3 0 0 0,2 1 281 0 0,-1 0 0 0 0,0 1 1 0 0,0-1-1 0 0,-1 1 0 0 0,0-1 0 0 0,3 9 1 0 0,-2 1 194 0 0,-1 1 0 0 0,-1-1 1 0 0,0 1-1 0 0,-1-1 1 0 0,0 1-1 0 0,-1-1 1 0 0,-4 18-1 0 0,-2 48 4294 0 0,7-80-4085 0 0,0 8 2024 0 0,3-16-2677 0 0,1-1-1 0 0,0 1 1 0 0,0 1-1 0 0,0-1 0 0 0,1 1 1 0 0,0-1-1 0 0,0 1 1 0 0,8-7-1 0 0,8-5 19 0 0,24-18 1 0 0,2 5-754 0 0,1 3 1 0 0,2 1-1 0 0,93-34 0 0 0,0-1-6987 0 0,-109 40 161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1368 0 0,'-104'27'7688'0'0,"81"-20"-5426"0"0,23-7-2218 0 0,0 0-1 0 0,-1 0 0 0 0,1 0 1 0 0,0 0-1 0 0,0 0 1 0 0,-1 0-1 0 0,1 0 0 0 0,0 0 1 0 0,0 0-1 0 0,-1 0 0 0 0,1 0 1 0 0,0 1-1 0 0,0-1 0 0 0,-1 0 1 0 0,1 0-1 0 0,0 0 1 0 0,0 0-1 0 0,0 0 0 0 0,-1 1 1 0 0,1-1-1 0 0,0 0 0 0 0,0 0 1 0 0,0 0-1 0 0,0 1 0 0 0,-1-1 1 0 0,1 0-1 0 0,0 0 1 0 0,0 1-1 0 0,0-1 0 0 0,0 0 1 0 0,0 0-1 0 0,0 1 0 0 0,0-1 1 0 0,0 0-1 0 0,0 0 0 0 0,0 1 1 0 0,0-1-1 0 0,0 0 0 0 0,0 0 1 0 0,0 1-1 0 0,0-1 1 0 0,0 0-1 0 0,0 0 0 0 0,0 1 1 0 0,0-1-1 0 0,0 0 0 0 0,0 0 1 0 0,0 1-1 0 0,0-1 0 0 0,1 0 1 0 0,-1 0-1 0 0,0 1 1 0 0,0-1-1 0 0,0 0 0 0 0,0 0 1 0 0,1 0-1 0 0,-1 0 0 0 0,0 1 1 0 0,0-1-1 0 0,0 0 0 0 0,1 0 1 0 0,-1 0-1 0 0,0 0 1 0 0,0 0-1 0 0,1 1 0 0 0,-1-1 1 0 0,15 8 556 0 0,3-3-311 0 0,1-1 0 0 0,-1 0 0 0 0,1-2 0 0 0,30 1 1 0 0,-6-1-113 0 0,199 14-2296 0 0,-81-8-4451 0 0,-95-6 1216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2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20 888 0 0,'0'0'3198'0'0,"10"-14"-2310"0"0,-7 13-947 0 0,-1 0 1 0 0,0 0-1 0 0,1 0 1 0 0,-1 1 0 0 0,1-1-1 0 0,-1 1 1 0 0,1 0-1 0 0,0-1 1 0 0,-1 1-1 0 0,1 0 1 0 0,3 1-1 0 0,-3 0-1048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3:08:4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18182,'12638'-173'0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49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10 432 0 0,'0'0'3572'0'0,"-1"-9"-3426"0"0,5 14-1604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1008 0 0,'0'-4'1706'0'0,"0"0"0"0"0,0 0 0 0 0,0 0 0 0 0,0-1 0 0 0,2-5 0 0 0,8 16-1208 0 0,0 2-1 0 0,0 0 0 0 0,-1 0 1 0 0,0 1-1 0 0,-1-1 1 0 0,0 2-1 0 0,10 13 0 0 0,10 12-67 0 0,180 237 439 0 0,-164-202-1943 0 0,-17-25-7877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3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30 976 0 0,'5'-30'10472'0'0,"-6"47"-9248"0"0,-1-1 0 0 0,0 1 0 0 0,-9 30 1 0 0,-21 52 546 0 0,23-72-1447 0 0,-171 412 1015 0 0,175-428-1503 0 0,0-1-569 0 0,0 1 0 0 0,1 0 0 0 0,1 0 0 0 0,-4 15 0 0 0,7-25 408 0 0,0 0 0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104 112 700 0 0,'-3'0'2077'0'0,"-42"-15"8331"0"0,44 15-10317 0 0,0 0 1 0 0,0-1-1 0 0,0 1 1 0 0,1 0 0 0 0,-1 0-1 0 0,0-1 1 0 0,0 1 0 0 0,0-1-1 0 0,1 1 1 0 0,-1 0 0 0 0,0-1-1 0 0,0 1 1 0 0,1-1-1 0 0,-1 0 1 0 0,0 1 0 0 0,1-1-1 0 0,-1 0 1 0 0,1 1 0 0 0,-1-1-1 0 0,0 0 1 0 0,1 0 0 0 0,0 1-1 0 0,-1-1 1 0 0,1 0-1 0 0,0 0 1 0 0,-1 0 0 0 0,1 1-1 0 0,0-1 1 0 0,0 0 0 0 0,0 0-1 0 0,-1 0 1 0 0,1 0 0 0 0,0 0-1 0 0,0 0 1 0 0,0 0 0 0 0,1 1-1 0 0,-1-1 1 0 0,0 0-1 0 0,0 0 1 0 0,0 0 0 0 0,1 0-1 0 0,-1 0 1 0 0,0 1 0 0 0,1-2-1 0 0,5-4-41 0 0,0 0 0 0 0,0 0-1 0 0,1 1 1 0 0,-1-1-1 0 0,1 2 1 0 0,0-1 0 0 0,0 1-1 0 0,1 0 1 0 0,0 0 0 0 0,-1 1-1 0 0,11-3 1 0 0,-13 5-45 0 0,1-1 0 0 0,-1 1 0 0 0,1 0-1 0 0,0 0 1 0 0,-1 1 0 0 0,1 0 0 0 0,0 0 0 0 0,-1 0 0 0 0,1 1 0 0 0,0-1 0 0 0,-1 1 0 0 0,1 1 0 0 0,-1-1-1 0 0,1 1 1 0 0,-1 0 0 0 0,0 0 0 0 0,1 0 0 0 0,4 4 0 0 0,-8-4 0 0 0,1 0 1 0 0,-1-1-1 0 0,1 2 0 0 0,-1-1 1 0 0,0 0-1 0 0,0 0 0 0 0,0 1 1 0 0,0-1-1 0 0,0 1 0 0 0,0-1 1 0 0,-1 1-1 0 0,1 0 0 0 0,-1 0 0 0 0,0 0 1 0 0,0 0-1 0 0,2 5 0 0 0,-3-3 5 0 0,1 0 0 0 0,-1 0 0 0 0,0 0 0 0 0,0 0-1 0 0,-1 0 1 0 0,0 0 0 0 0,1-1 0 0 0,-2 1-1 0 0,-2 9 1 0 0,-2 0 13 0 0,0 0 0 0 0,-1-1-1 0 0,-1 1 1 0 0,0-1 0 0 0,-19 22 0 0 0,4-11 132 0 0,0 0-1 0 0,-1-1 1 0 0,-38 27 0 0 0,60-49-82 0 0,0 1-1 0 0,1 0 0 0 0,-1-1 1 0 0,0 0-1 0 0,0 1 1 0 0,0-1-1 0 0,0 0 1 0 0,0 0-1 0 0,0 0 1 0 0,0 0-1 0 0,-1-1 1 0 0,1 1-1 0 0,0 0 1 0 0,0-1-1 0 0,-1 0 0 0 0,1 1 1 0 0,0-1-1 0 0,-4 0 1 0 0,4-1-32 0 0,3-1-33 0 0,0 0-1 0 0,0 0 1 0 0,1 0 0 0 0,-1 0-1 0 0,0 0 1 0 0,1 0-1 0 0,-1 1 1 0 0,1-1 0 0 0,0 0-1 0 0,-1 1 1 0 0,1-1-1 0 0,0 1 1 0 0,0 0 0 0 0,4-2-1 0 0,-3 0-5 0 0,26-3 28 0 0,-20 5-30 0 0,1 0 1 0 0,0 1-1 0 0,-1 1 0 0 0,1-1 0 0 0,0 2 0 0 0,-1-1 0 0 0,1 1 1 0 0,-1 1-1 0 0,0 0 0 0 0,0 0 0 0 0,0 0 0 0 0,0 1 1 0 0,15 10-1 0 0,-11-6 11 0 0,0 0 1 0 0,0 2-1 0 0,-1-1 0 0 0,0 2 1 0 0,-1-1-1 0 0,0 2 1 0 0,17 21-1 0 0,-23-25 71 0 0,-1-1-1 0 0,0 0 0 0 0,0 1 0 0 0,-1 0 1 0 0,1 0-1 0 0,-2 0 0 0 0,1 0 1 0 0,-1 0-1 0 0,0 1 0 0 0,-1-1 1 0 0,0 1-1 0 0,0 9 0 0 0,-1-14 60 0 0,-1 1-1 0 0,1 0 0 0 0,-1-1 0 0 0,0 1 1 0 0,0-1-1 0 0,0 1 0 0 0,-1-1 1 0 0,1 0-1 0 0,-1 1 0 0 0,0-1 0 0 0,-1 0 1 0 0,1 0-1 0 0,-1 0 0 0 0,1-1 0 0 0,-1 1 1 0 0,0-1-1 0 0,-1 1 0 0 0,1-1 1 0 0,0 0-1 0 0,-1 0 0 0 0,0 0 0 0 0,0-1 1 0 0,-8 5-1 0 0,1-3 30 0 0,0 1 0 0 0,0-2 1 0 0,0 1-1 0 0,-1-2 0 0 0,0 1 1 0 0,1-2-1 0 0,-1 1 0 0 0,0-2 0 0 0,0 1 1 0 0,-19-3-1 0 0,0-2-65 0 0,0-2 1 0 0,-50-15-1 0 0,79 21-206 0 0,1 0-1 0 0,-1-1 0 0 0,0 1 0 0 0,0-1 0 0 0,1 0 0 0 0,-1 1 0 0 0,1-1 0 0 0,-1 0 0 0 0,1 0 0 0 0,-1 0 0 0 0,1 0 0 0 0,-1 0 0 0 0,1 0 0 0 0,0 0 0 0 0,-1-1 0 0 0,1 1 0 0 0,0 0 0 0 0,0-1 0 0 0,0 1 0 0 0,0-1 0 0 0,-1-2 0 0 0,2 2-115 0 0,0 0-1 0 0,0 0 0 0 0,0 0 0 0 0,0 1 0 0 0,0-1 0 0 0,0 0 0 0 0,1 0 1 0 0,-1 0-1 0 0,0 1 0 0 0,1-1 0 0 0,0 0 0 0 0,-1 1 0 0 0,1-1 1 0 0,0 0-1 0 0,0 1 0 0 0,0-1 0 0 0,1-1 0 0 0,6-6-1537 0 0,1-1-1 0 0,-1 1 1 0 0,1 1 0 0 0,15-11-1 0 0,-23 18 1732 0 0,19-14-4016 0 0,2 0-1763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90 171 1504 0 0,'-2'-1'2054'0'0,"-55"-13"7420"0"0,54 14-8711 0 0,-22-7 1611 0 0,23 7-1861 0 0,76-3-153 0 0,91-17 1 0 0,-51 5-2173 0 0,-105 14 789 0 0,0 0-1 0 0,-1-1 0 0 0,1 0 0 0 0,15-6 0 0 0,-23 7 903 0 0,-1 1-1 0 0,1-1 0 0 0,0 1 1 0 0,0-1-1 0 0,-1 1 0 0 0,1-1 1 0 0,0 1-1 0 0,-1-1 0 0 0,1 1 1 0 0,-1-1-1 0 0,1 0 0 0 0,-1 1 1 0 0,1-1-1 0 0,-1 0 0 0 0,0 0 1 0 0,1 1-1 0 0,-1-1 0 0 0,0 0 1 0 0,1 0-1 0 0,-1 1 1 0 0,0-1-1 0 0,0 0 0 0 0,0 0 1 0 0,0 0-1 0 0,0 0 0 0 0,0 1 1 0 0,0-1-1 0 0,0 0 0 0 0,0 0 1 0 0,0 0-1 0 0,-1-1 0 0 0,-10-30 879 0 0,4 15 2111 0 0,6 15-2522 0 0,1 1 0 0 0,0 0 1 0 0,0-1-1 0 0,-1 1 1 0 0,1 0-1 0 0,0-1 1 0 0,0 1-1 0 0,1 0 1 0 0,-1-1-1 0 0,0 1 1 0 0,0 0-1 0 0,1-1 0 0 0,-1 1 1 0 0,0 0-1 0 0,2-3 1 0 0,0 5-179 0 0,1 0 0 0 0,-1 1 1 0 0,0-1-1 0 0,0 0 1 0 0,1 1-1 0 0,-1 0 0 0 0,0-1 1 0 0,-1 1-1 0 0,1 0 0 0 0,0 0 1 0 0,0 0-1 0 0,-1 0 0 0 0,1 0 1 0 0,-1 0-1 0 0,2 3 1 0 0,-1 0 46 0 0,0 1 1 0 0,0 0-1 0 0,0-1 1 0 0,0 1-1 0 0,-1 0 1 0 0,1 8-1 0 0,-1 0-41 0 0,-1-1 1 0 0,0 1-1 0 0,-1-1 1 0 0,0 1-1 0 0,-5 18 0 0 0,-2-1-328 0 0,-1-1 0 0 0,-26 55-1 0 0,23-62-3701 0 0,-27 41-1 0 0,31-53-367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6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165 361 668 0 0,'-13'-30'8707'0'0,"13"29"-8672"0"0,0 1 1 0 0,0 0 0 0 0,-1 0-1 0 0,1-1 1 0 0,0 1 0 0 0,0 0-1 0 0,0-1 1 0 0,-1 1 0 0 0,1 0-1 0 0,0 0 1 0 0,0-1-1 0 0,-1 1 1 0 0,1 0 0 0 0,0 0-1 0 0,-1 0 1 0 0,1-1 0 0 0,0 1-1 0 0,-1 0 1 0 0,1 0 0 0 0,0 0-1 0 0,-1 0 1 0 0,1 0 0 0 0,0 0-1 0 0,-1-1 1 0 0,1 1-1 0 0,0 0 1 0 0,-1 0 0 0 0,1 0-1 0 0,0 0 1 0 0,-1 1 0 0 0,1-1-1 0 0,-1 0 1 0 0,1 0-1 0 0,-12 10 567 0 0,-9 27-169 0 0,17-28-214 0 0,-14 25 100 0 0,1 1 0 0 0,2 0 0 0 0,2 1-1 0 0,2 1 1 0 0,0-1 0 0 0,-7 64-1 0 0,17-94-288 0 0,1 0-1 0 0,0-1 1 0 0,0 1 0 0 0,0 0-1 0 0,1 0 1 0 0,0-1-1 0 0,0 1 1 0 0,0 0-1 0 0,1-1 1 0 0,0 1 0 0 0,0-1-1 0 0,5 10 1 0 0,-5-13-11 0 0,0 1 1 0 0,0-1-1 0 0,0 1 1 0 0,0-1 0 0 0,0 0-1 0 0,0 1 1 0 0,1-1 0 0 0,-1-1-1 0 0,1 1 1 0 0,-1 0-1 0 0,1 0 1 0 0,0-1 0 0 0,0 0-1 0 0,0 0 1 0 0,-1 1-1 0 0,1-1 1 0 0,0-1 0 0 0,1 1-1 0 0,-1 0 1 0 0,0-1-1 0 0,0 0 1 0 0,0 0 0 0 0,0 0-1 0 0,0 0 1 0 0,4 0-1 0 0,4-2 1 0 0,-1 0 0 0 0,1-1-1 0 0,-1 0 1 0 0,0 0 0 0 0,0-1-1 0 0,0 0 1 0 0,-1-1 0 0 0,1 0-1 0 0,-1-1 1 0 0,0 0 0 0 0,0 0-1 0 0,-1-1 1 0 0,0 0 0 0 0,0 0-1 0 0,-1-1 1 0 0,0 0 0 0 0,0 0-1 0 0,-1-1 1 0 0,0 0 0 0 0,0 0-1 0 0,-1 0 1 0 0,5-11-1 0 0,-6 9 0 0 0,0 1-1 0 0,0-1 0 0 0,-1 0 0 0 0,0 0 0 0 0,-1 0 0 0 0,-1 0 0 0 0,1 0 0 0 0,-2-1 0 0 0,1 1 0 0 0,-2 0 0 0 0,0 0 0 0 0,0-1 0 0 0,-1 1 0 0 0,0 0 0 0 0,0 0 0 0 0,-2 0 1 0 0,1 1-1 0 0,-1-1 0 0 0,-1 1 0 0 0,-11-20 0 0 0,14 27-18 0 0,0 0 1 0 0,-1-1 0 0 0,1 1-1 0 0,-1 0 1 0 0,1 0-1 0 0,-1 0 1 0 0,0 1 0 0 0,0-1-1 0 0,0 1 1 0 0,-1 0-1 0 0,1 0 1 0 0,0 0 0 0 0,-1 0-1 0 0,0 0 1 0 0,1 1-1 0 0,-1-1 1 0 0,0 1 0 0 0,0 0-1 0 0,1 0 1 0 0,-1 1-1 0 0,0-1 1 0 0,0 1 0 0 0,-6 0-1 0 0,4 1 0 0 0,1 0 0 0 0,0 0 0 0 0,-1 1 0 0 0,1 0 0 0 0,0 0 0 0 0,0 0 0 0 0,0 0-1 0 0,1 1 1 0 0,-1 0 0 0 0,1 0 0 0 0,-1 0 0 0 0,1 1 0 0 0,0-1 0 0 0,0 1 0 0 0,0 0 0 0 0,-5 8-1 0 0,2-2 12 0 0,0 0-1 0 0,1 0 0 0 0,0 1 0 0 0,0 0 0 0 0,1 0 0 0 0,1 0 0 0 0,0 1 1 0 0,0-1-1 0 0,-3 22 0 0 0,6-29-5 0 0,1 1 0 0 0,-1-1-1 0 0,1 0 1 0 0,0 1 0 0 0,0-1 0 0 0,1 1 0 0 0,-1-1 0 0 0,1 0 0 0 0,0 1 0 0 0,0-1 0 0 0,0 0-1 0 0,1 0 1 0 0,-1 1 0 0 0,1-1 0 0 0,0 0 0 0 0,0-1 0 0 0,1 1 0 0 0,-1 0 0 0 0,1-1-1 0 0,0 1 1 0 0,0-1 0 0 0,0 0 0 0 0,0 0 0 0 0,1 0 0 0 0,-1 0 0 0 0,1-1 0 0 0,0 1 0 0 0,-1-1-1 0 0,1 0 1 0 0,4 2 0 0 0,5 0-8 0 0,1 0 0 0 0,-1 0-1 0 0,1-1 1 0 0,-1-1 0 0 0,1-1 0 0 0,0 1-1 0 0,-1-2 1 0 0,1 0 0 0 0,0-1 0 0 0,0 0-1 0 0,15-4 1 0 0,-7 0-11 0 0,-1 0 1 0 0,0-1-1 0 0,-1-1 0 0 0,1-1 0 0 0,-1-1 1 0 0,25-16-1 0 0,-23 10 3 0 0,-1-1 0 0 0,-1-2-1 0 0,-1 0 1 0 0,0-1 0 0 0,-1 0 0 0 0,-1-2 0 0 0,-1 0 0 0 0,-1-1 0 0 0,15-30-1 0 0,-28 50 13 0 0,-2 3-1 0 0,0 0 0 0 0,1 1 1 0 0,-1-1-1 0 0,0 0 0 0 0,1 0 0 0 0,-1 1 0 0 0,0-1 1 0 0,0 0-1 0 0,0 1 0 0 0,0-1 0 0 0,0 0 0 0 0,0 0 0 0 0,-1 1 1 0 0,1 1-1 0 0,-5 11 3 0 0,-35 123 227 0 0,37-122-202 0 0,0 0-1 0 0,1-1 0 0 0,1 1 0 0 0,1 0 0 0 0,0 0 0 0 0,0 0 0 0 0,5 21 0 0 0,-5-34-19 0 0,1 0 0 0 0,-1 0 1 0 0,1 1-1 0 0,-1-1 0 0 0,1 0 0 0 0,0 0 1 0 0,0 0-1 0 0,0 0 0 0 0,0-1 0 0 0,1 1 1 0 0,-1 0-1 0 0,0 0 0 0 0,1-1 0 0 0,-1 1 1 0 0,1-1-1 0 0,0 1 0 0 0,-1-1 0 0 0,1 1 1 0 0,0-1-1 0 0,0 0 0 0 0,0 0 0 0 0,0 0 1 0 0,0 0-1 0 0,0 0 0 0 0,0-1 0 0 0,0 1 1 0 0,0-1-1 0 0,0 1 0 0 0,1-1 0 0 0,-1 0 1 0 0,0 0-1 0 0,0 0 0 0 0,4 0 1 0 0,5-2-11 0 0,1 0 0 0 0,-1-1 1 0 0,0 0-1 0 0,0-1 1 0 0,0-1-1 0 0,0 1 1 0 0,-1-2-1 0 0,1 1 0 0 0,-2-1 1 0 0,1-1-1 0 0,0 0 1 0 0,-1 0-1 0 0,14-16 1 0 0,-5 3-12 0 0,-1-1-1 0 0,-1 0 1 0 0,-1-2 0 0 0,0 0 0 0 0,11-26 0 0 0,-3 3-44 0 0,-22 45 53 0 0,-2 3 11 0 0,-1 3-7 0 0,-46 143 224 0 0,44-134-199 0 0,1 1 1 0 0,1 0-1 0 0,0 0 1 0 0,1 0-1 0 0,1 0 1 0 0,0 0-1 0 0,1 0 1 0 0,4 20-1 0 0,-4-33-20 0 0,0 1 1 0 0,-1-1-1 0 0,1 0 0 0 0,1 1 0 0 0,-1-1 0 0 0,0 0 0 0 0,0 0 1 0 0,1 0-1 0 0,-1 0 0 0 0,1 0 0 0 0,0 0 0 0 0,0 0 1 0 0,0-1-1 0 0,0 1 0 0 0,0-1 0 0 0,0 1 0 0 0,0-1 1 0 0,0 0-1 0 0,0 0 0 0 0,1 1 0 0 0,-1-2 0 0 0,0 1 0 0 0,1 0 1 0 0,-1 0-1 0 0,1-1 0 0 0,-1 1 0 0 0,1-1 0 0 0,-1 0 1 0 0,1 0-1 0 0,-1 0 0 0 0,1 0 0 0 0,2-1 0 0 0,5 0-34 0 0,1 0-1 0 0,-1-1 1 0 0,0 0-1 0 0,0 0 0 0 0,0-1 1 0 0,14-7-1 0 0,-10 4-144 0 0,-1-1-1 0 0,0-1 1 0 0,-1 0-1 0 0,1 0 1 0 0,-2-2-1 0 0,1 1 0 0 0,-1-1 1 0 0,-1-1-1 0 0,12-14 1 0 0,-9 7 12 0 0,-1 1 0 0 0,-1-2 0 0 0,-1 0 0 0 0,0 0 0 0 0,12-37 1 0 0,-10 15 63 0 0,-2-1 1 0 0,-2 0-1 0 0,-2 0 1 0 0,-1-1-1 0 0,-3-82 1 0 0,-16-56 909 0 0,13 163-676 0 0,1 17-70 0 0,-9 8 34 0 0,8-3-55 0 0,-1 0 1 0 0,1 0 0 0 0,0 1 0 0 0,0-1 0 0 0,0 0-1 0 0,0 1 1 0 0,1-1 0 0 0,0 0 0 0 0,0 7-1 0 0,-1 4 110 0 0,1-5-55 0 0,-12 210 1175 0 0,12-175-1145 0 0,2 1-1 0 0,14 82 1 0 0,-13-117-248 0 0,-1 0-1 0 0,1-1 1 0 0,1 1 0 0 0,0-1-1 0 0,0 0 1 0 0,1 0 0 0 0,1 0 0 0 0,-1-1-1 0 0,1 0 1 0 0,1 0 0 0 0,0 0-1 0 0,11 10 1 0 0,-10-12-299 0 0,0-1 0 0 0,1 0 0 0 0,-1 0 0 0 0,1-1 0 0 0,1 0 0 0 0,-1 0 0 0 0,1-1 0 0 0,0 0 0 0 0,0-1 0 0 0,0 0 0 0 0,0-1 0 0 0,1 0 1 0 0,10 1-1 0 0,13-1-2641 0 0,0-2-1106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88 488 0 0,'1'-4'735'0'0,"1"-1"1"0"0,-1 0-1 0 0,0-1 0 0 0,0 1 1 0 0,0 0-1 0 0,-1 0 0 0 0,0-7 1 0 0,0 10-531 0 0,0 0-1 0 0,-1 0 1 0 0,1 0 0 0 0,-1 0 0 0 0,1 0 0 0 0,-1 0 0 0 0,0 0-1 0 0,0 0 1 0 0,0 0 0 0 0,0 0 0 0 0,0 0 0 0 0,0 0-1 0 0,-1 1 1 0 0,1-1 0 0 0,0 0 0 0 0,-1 1 0 0 0,1-1-1 0 0,-4-1 1 0 0,4 2-154 0 0,0 1-1 0 0,-1-1 1 0 0,1 1 0 0 0,0 0-1 0 0,-1-1 1 0 0,1 1-1 0 0,-1 0 1 0 0,1 0 0 0 0,0 0-1 0 0,-1 0 1 0 0,1 0-1 0 0,-1 0 1 0 0,1 0-1 0 0,0 0 1 0 0,-1 0 0 0 0,-1 1-1 0 0,-21 7 433 0 0,21-7-373 0 0,-10 6 151 0 0,-1-1-1 0 0,1 2 1 0 0,1-1-1 0 0,-1 2 1 0 0,1 0-1 0 0,-12 12 1 0 0,-60 66 544 0 0,83-87-802 0 0,-6 8 50 0 0,1 0 0 0 0,0 0 0 0 0,0 1-1 0 0,0 0 1 0 0,1 0 0 0 0,1 0 0 0 0,-1 0 0 0 0,2 1-1 0 0,-1 0 1 0 0,-1 10 0 0 0,4-19-49 0 0,1 0 0 0 0,0 1 0 0 0,0-1-1 0 0,0 0 1 0 0,0 0 0 0 0,0 0 0 0 0,0 1 0 0 0,0-1 0 0 0,0 0-1 0 0,0 0 1 0 0,0 0 0 0 0,1 0 0 0 0,-1 1 0 0 0,1-1 0 0 0,-1 0 0 0 0,1 0-1 0 0,-1 0 1 0 0,1 0 0 0 0,-1 0 0 0 0,1 0 0 0 0,0 0 0 0 0,0 0-1 0 0,-1 0 1 0 0,1 0 0 0 0,0-1 0 0 0,0 1 0 0 0,0 0 0 0 0,0 0-1 0 0,0-1 1 0 0,0 1 0 0 0,0-1 0 0 0,0 1 0 0 0,0-1 0 0 0,1 1 0 0 0,1 0-1 0 0,1-1 9 0 0,0 1 0 0 0,0 0 0 0 0,0-1 1 0 0,0 0-1 0 0,0 0 0 0 0,0 0 0 0 0,0 0 0 0 0,8-3 0 0 0,-3 1-20 0 0,-1-1-1 0 0,0 0 1 0 0,1-1 0 0 0,-1 0 0 0 0,0-1-1 0 0,-1 1 1 0 0,1-1 0 0 0,-1-1 0 0 0,0 1 0 0 0,0-1-1 0 0,-1-1 1 0 0,0 1 0 0 0,6-8 0 0 0,8-12-35 0 0,-2-1 1 0 0,18-36 0 0 0,-32 56 41 0 0,5-8-38 0 0,-1 7 0 0 0,-8 8 39 0 0,0 0 0 0 0,1 0 0 0 0,-1 0 0 0 0,0 0-1 0 0,0 0 1 0 0,0 0 0 0 0,1 0 0 0 0,-1 0-1 0 0,0 0 1 0 0,0 0 0 0 0,0 1 0 0 0,1-1 0 0 0,-1 0-1 0 0,0 0 1 0 0,0 0 0 0 0,0 0 0 0 0,1 0-1 0 0,-1 0 1 0 0,0 0 0 0 0,0 0 0 0 0,0 1 0 0 0,0-1-1 0 0,1 0 1 0 0,-1 0 0 0 0,0 0 0 0 0,0 0-1 0 0,0 1 1 0 0,0-1 0 0 0,0 0 0 0 0,0 0 0 0 0,1 0-1 0 0,-1 1 1 0 0,0-1 0 0 0,0 0 0 0 0,0 0-1 0 0,0 0 1 0 0,0 1 0 0 0,0-1 0 0 0,0 0 0 0 0,0 1-1 0 0,5 24 176 0 0,-1 0-1 0 0,1 50 0 0 0,-3-41 81 0 0,4 99 573 0 0,-5 0 0 0 0,-28 214 1 0 0,18-287-403 0 0,-26 93 1 0 0,25-123 12 0 0,-1 0-1 0 0,-1-1 1 0 0,-1-1 0 0 0,-33 51 0 0 0,43-74-359 0 0,0 0 1 0 0,-1 0-1 0 0,0 0 1 0 0,0-1 0 0 0,0 1-1 0 0,0-1 1 0 0,-1 0-1 0 0,1 0 1 0 0,-1 0-1 0 0,0-1 1 0 0,-1 0 0 0 0,1 0-1 0 0,-1 0 1 0 0,1-1-1 0 0,-1 1 1 0 0,0-1 0 0 0,1-1-1 0 0,-1 1 1 0 0,0-1-1 0 0,0 0 1 0 0,-1 0-1 0 0,1-1 1 0 0,0 0 0 0 0,0 0-1 0 0,0 0 1 0 0,0-1-1 0 0,0 0 1 0 0,0 0 0 0 0,0 0-1 0 0,0-1 1 0 0,0 0-1 0 0,1 0 1 0 0,-1-1-1 0 0,0 1 1 0 0,1-1 0 0 0,-6-4-1 0 0,-1-1-30 0 0,0 0-1 0 0,1-1 0 0 0,0 0 1 0 0,1 0-1 0 0,0-1 1 0 0,0-1-1 0 0,1 0 0 0 0,0 0 1 0 0,1-1-1 0 0,1 0 0 0 0,-1 0 1 0 0,2-1-1 0 0,0 1 1 0 0,0-1-1 0 0,-3-15 0 0 0,5 12-58 0 0,1 0 0 0 0,0 0 0 0 0,1 0-1 0 0,1 0 1 0 0,0 0 0 0 0,1 0-1 0 0,1-1 1 0 0,1 1 0 0 0,0 0-1 0 0,1 0 1 0 0,1 0 0 0 0,11-29 0 0 0,-6 21-289 0 0,2 1 0 0 0,1 0 0 0 0,1 0 0 0 0,1 1 0 0 0,1 1 0 0 0,0 1 0 0 0,31-31 0 0 0,-24 29-896 0 0,2 2 1 0 0,1 0 0 0 0,0 2 0 0 0,2 1-1 0 0,53-27 1 0 0,62-19-7994 0 0,-116 50 5516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7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88 1024 0 0,'1'-2'1834'0'0,"0"-4"-371"0"0,1 0-1 0 0,-1 0 1 0 0,0 0 0 0 0,1-8 0 0 0,0-6 3543 0 0,-3 20-4955 0 0,-1 1 0 0 0,1-1 0 0 0,-1 1 0 0 0,1 0 0 0 0,0 0 0 0 0,-1 0 0 0 0,1 0 0 0 0,0 0 0 0 0,0 0 0 0 0,-1 0 0 0 0,1 0 0 0 0,0 0-1 0 0,0 0 1 0 0,0 1 0 0 0,0-1 0 0 0,1 0 0 0 0,-2 3 0 0 0,-13 24 562 0 0,8-14-458 0 0,1 1 0 0 0,1 0 0 0 0,0 0 0 0 0,2 0 0 0 0,-1 1 0 0 0,2-1-1 0 0,0 1 1 0 0,0 17 0 0 0,2-28-133 0 0,0 1 0 0 0,0 0 0 0 0,1-1 0 0 0,0 1 0 0 0,0 0 1 0 0,0-1-1 0 0,1 1 0 0 0,-1-1 0 0 0,1 0 0 0 0,1 1 0 0 0,-1-1 0 0 0,1 0 0 0 0,0 0 0 0 0,0-1 0 0 0,0 1 0 0 0,1 0 0 0 0,-1-1 0 0 0,1 0 0 0 0,0 0 0 0 0,0 0 0 0 0,1-1 0 0 0,-1 1 1 0 0,1-1-1 0 0,0 0 0 0 0,8 4 0 0 0,-8-5-10 0 0,1 0 0 0 0,0-1 0 0 0,-1 1 0 0 0,1-1 0 0 0,0 0 1 0 0,0 0-1 0 0,0-1 0 0 0,0 0 0 0 0,0 0 0 0 0,0 0 0 0 0,0-1 0 0 0,0 0 0 0 0,0 0 1 0 0,-1 0-1 0 0,1-1 0 0 0,0 0 0 0 0,-1 0 0 0 0,1-1 0 0 0,-1 1 0 0 0,7-5 1 0 0,-4 2-5 0 0,0-1-1 0 0,0 0 1 0 0,-1 0 0 0 0,0 0 0 0 0,0-1 0 0 0,0-1 0 0 0,-1 1 0 0 0,0-1 0 0 0,0 0 0 0 0,-1 0 0 0 0,6-13 0 0 0,-5 9-8 0 0,-2 0 1 0 0,1-1-1 0 0,-2 1 1 0 0,0-1-1 0 0,0 0 1 0 0,1-19-1 0 0,-4 24-2 0 0,0-1-1 0 0,0 1 1 0 0,-1 0 0 0 0,0 0-1 0 0,0 0 1 0 0,-1 0 0 0 0,0 0-1 0 0,0 0 1 0 0,-1 0 0 0 0,0 0-1 0 0,-6-9 1 0 0,8 15 0 0 0,-1-1 1 0 0,1 1-1 0 0,-1-1 0 0 0,0 1 1 0 0,0 0-1 0 0,0 0 0 0 0,0 0 1 0 0,0 0-1 0 0,-1 0 0 0 0,1 1 1 0 0,-1-1-1 0 0,1 1 0 0 0,-1-1 1 0 0,1 1-1 0 0,-1 0 0 0 0,0 0 0 0 0,0 0 1 0 0,0 1-1 0 0,1-1 0 0 0,-1 0 1 0 0,0 1-1 0 0,-4 0 0 0 0,0 1-47 0 0,-1 1-1 0 0,1 0 1 0 0,0 1-1 0 0,0-1 1 0 0,0 1-1 0 0,1 1 1 0 0,-1-1-1 0 0,1 1 1 0 0,0 0-1 0 0,0 1 0 0 0,0 0 1 0 0,1 0-1 0 0,-1 0 1 0 0,-4 6-1 0 0,7-8-163 0 0,1 0 0 0 0,0 0 0 0 0,0 0 1 0 0,0 0-1 0 0,0 0 0 0 0,1 0 0 0 0,-1 0 0 0 0,1 1 0 0 0,0-1 0 0 0,0 1 0 0 0,0-1 0 0 0,0 1 0 0 0,0-1 0 0 0,1 1 0 0 0,0-1 0 0 0,0 1 1 0 0,0 0-1 0 0,0-1 0 0 0,0 1 0 0 0,1-1 0 0 0,-1 1 0 0 0,1-1 0 0 0,0 1 0 0 0,0-1 0 0 0,1 1 0 0 0,-1-1 0 0 0,1 0 0 0 0,-1 0 0 0 0,1 1 1 0 0,0-1-1 0 0,5 5 0 0 0,-5-6-292 0 0,0 0 1 0 0,0 0 0 0 0,1 0-1 0 0,-1 0 1 0 0,1 0 0 0 0,-1-1-1 0 0,1 1 1 0 0,0-1 0 0 0,-1 1-1 0 0,6 0 1 0 0,4 2-2950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32 908 0 0,'11'-10'4929'0'0,"-2"3"-2252"0"0,7-6 1713 0 0,-16 13-4324 0 0,1 0-1 0 0,-1 0 0 0 0,0-1 0 0 0,1 1 1 0 0,-1 0-1 0 0,0 0 0 0 0,1 0 0 0 0,-1 0 1 0 0,1 0-1 0 0,-1-1 0 0 0,0 1 0 0 0,1 0 1 0 0,-1 0-1 0 0,0 0 0 0 0,1 0 0 0 0,-1 0 0 0 0,1 0 1 0 0,-1 0-1 0 0,0 0 0 0 0,1 1 0 0 0,-1-1 1 0 0,1 0-1 0 0,-1 0 0 0 0,0 0 0 0 0,1 0 1 0 0,-1 0-1 0 0,0 1 0 0 0,1-1 0 0 0,-1 0 1 0 0,0 0-1 0 0,1 0 0 0 0,-1 1 0 0 0,0-1 0 0 0,0 0 1 0 0,1 1-1 0 0,-1-1 0 0 0,0 1 0 0 0,1 2 64 0 0,0 0-1 0 0,-1 0 0 0 0,0 0 0 0 0,1 1 1 0 0,-1-1-1 0 0,-1 0 0 0 0,1 0 0 0 0,0 1 1 0 0,-2 4-1 0 0,0 10 302 0 0,2 7-80 0 0,-1 3-212 0 0,1 0 0 0 0,2 0-1 0 0,10 51 1 0 0,-12-77-286 0 0,1 0-1 0 0,-1 0 1 0 0,1 0-1 0 0,0-1 1 0 0,0 1 0 0 0,-1 0-1 0 0,1-1 1 0 0,1 1 0 0 0,-1-1-1 0 0,0 1 1 0 0,0-1-1 0 0,0 1 1 0 0,2 0 0 0 0,-2-1-163 0 0,0 0 1 0 0,0-1 0 0 0,0 1 0 0 0,-1-1 0 0 0,1 0-1 0 0,0 1 1 0 0,0-1 0 0 0,0 0 0 0 0,0 0 0 0 0,0 1-1 0 0,0-1 1 0 0,0 0 0 0 0,0 0 0 0 0,0 0 0 0 0,0 0-1 0 0,0 0 1 0 0,0 0 0 0 0,-1 0 0 0 0,1-1 0 0 0,0 1-1 0 0,0 0 1 0 0,0 0 0 0 0,0-1 0 0 0,0 1 0 0 0,0 0-1 0 0,0-1 1 0 0,1 0 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53 1684 0 0,'-25'-32'5636'0'0,"22"30"-5387"0"0,1-1 1 0 0,-1 1-1 0 0,0 0 0 0 0,0 0 0 0 0,0 0 0 0 0,0 0 0 0 0,0 1 0 0 0,-4-2 0 0 0,7 2-267 0 0,-1 1 0 0 0,0 0 1 0 0,0 0-1 0 0,1 0 0 0 0,-1 0 0 0 0,0 0 0 0 0,0 0 0 0 0,1 0 0 0 0,-1 0 0 0 0,0 0 0 0 0,0 1 0 0 0,1-1 1 0 0,-1 0-1 0 0,0 0 0 0 0,0 1 0 0 0,1-1 0 0 0,-1 0 0 0 0,0 1 0 0 0,1-1 0 0 0,-1 1 0 0 0,1-1 0 0 0,-1 1 1 0 0,1-1-1 0 0,-1 1 0 0 0,1-1 0 0 0,-1 1 0 0 0,1 0 0 0 0,-1-1 0 0 0,1 1 0 0 0,-1-1 0 0 0,1 1 1 0 0,0 0-1 0 0,0 0 0 0 0,-1-1 0 0 0,1 1 0 0 0,0 0 0 0 0,0 1 0 0 0,-4 20-3852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8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1516 0 0,'6'17'1696'0'0,"-1"1"-1"0"0,3 20 1 0 0,1 0-1030 0 0,-6-22-500 0 0,0 0-1 0 0,-1 0 0 0 0,0 22 1 0 0,-2-37-160 0 0,0 0 0 0 0,0-1 0 0 0,0 1 0 0 0,0 0 0 0 0,0 0 0 0 0,0 0 0 0 0,-1 0 0 0 0,1-1 0 0 0,0 1 0 0 0,-1 0 1 0 0,1 0-1 0 0,0-1 0 0 0,-1 1 0 0 0,1 0 0 0 0,-1 0 0 0 0,1-1 0 0 0,-1 1 0 0 0,1 0 0 0 0,-1-1 0 0 0,0 1 0 0 0,1-1 0 0 0,-1 1 0 0 0,0-1 0 0 0,1 1 1 0 0,-1-1-1 0 0,0 0 0 0 0,0 1 0 0 0,-1 0 0 0 0,1-1-6 0 0,1 0 0 0 0,-1 0 0 0 0,0 0 1 0 0,1 0-1 0 0,-1 0 0 0 0,0 0 0 0 0,1-1 0 0 0,-1 1 1 0 0,1 0-1 0 0,-1 0 0 0 0,0 0 0 0 0,1-1 0 0 0,-1 1 1 0 0,0 0-1 0 0,1 0 0 0 0,-1-1 0 0 0,1 1 0 0 0,-1-1 1 0 0,1 1-1 0 0,-1 0 0 0 0,1-1 0 0 0,-1 1 0 0 0,1-1 1 0 0,0 1-1 0 0,-1-1 0 0 0,1 0 0 0 0,-1 1 1 0 0,1-1-1 0 0,0 1 0 0 0,0-1 0 0 0,-1 0 0 0 0,1 1 1 0 0,0-1-1 0 0,0 1 0 0 0,0-1 0 0 0,0 0 0 0 0,0 1 1 0 0,0-2-1 0 0,-2-5 52 0 0,2 0-1 0 0,-1 1 1 0 0,1-1 0 0 0,0 0 0 0 0,0 0 0 0 0,1 0 0 0 0,0 0 0 0 0,0 0-1 0 0,1 1 1 0 0,0-1 0 0 0,0 0 0 0 0,0 1 0 0 0,1 0 0 0 0,0-1 0 0 0,0 1-1 0 0,1 0 1 0 0,0 0 0 0 0,0 1 0 0 0,0-1 0 0 0,1 1 0 0 0,-1 0-1 0 0,1 0 1 0 0,0 1 0 0 0,1-1 0 0 0,-1 1 0 0 0,1 0 0 0 0,0 1 0 0 0,0-1-1 0 0,0 1 1 0 0,0 0 0 0 0,1 1 0 0 0,-1-1 0 0 0,1 1 0 0 0,13-2 0 0 0,-13 3-2 0 0,0 0 0 0 0,0 1 0 0 0,0-1 0 0 0,1 1 0 0 0,-1 1 0 0 0,0-1 1 0 0,0 1-1 0 0,0 1 0 0 0,0-1 0 0 0,0 1 0 0 0,0 0 0 0 0,0 1 0 0 0,-1 0 1 0 0,1 0-1 0 0,-1 0 0 0 0,0 1 0 0 0,0 0 0 0 0,0 0 0 0 0,0 0 0 0 0,-1 1 1 0 0,1 0-1 0 0,-1 0 0 0 0,0 0 0 0 0,-1 1 0 0 0,1-1 0 0 0,-1 1 0 0 0,-1 0 1 0 0,7 12-1 0 0,-6-7 12 0 0,1 0 0 0 0,4 20 0 0 0,-1-2-1168 0 0,4-2-3562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27 1752 0 0,'0'-1'231'0'0,"0"1"0"0"0,0-1 0 0 0,1 0 1 0 0,-1 0-1 0 0,0 0 0 0 0,0 0 0 0 0,0 0 0 0 0,0 0 0 0 0,-1 0 0 0 0,1 0 0 0 0,0 0 0 0 0,0 0 0 0 0,0 0 0 0 0,-1 0 1 0 0,1 0-1 0 0,-1 1 0 0 0,1-1 0 0 0,-1 0 0 0 0,1 0 0 0 0,-1 0 0 0 0,1 1 0 0 0,-1-1 0 0 0,1 0 0 0 0,-1 0 0 0 0,0 1 1 0 0,0-1-1 0 0,1 1 0 0 0,-1-1 0 0 0,0 1 0 0 0,0-1 0 0 0,0 1 0 0 0,1-1 0 0 0,-1 1 0 0 0,-1-1 0 0 0,-2 1-61 0 0,1 1 0 0 0,0-1 0 0 0,0 1 0 0 0,-1-1 0 0 0,1 1 0 0 0,0 0 0 0 0,0 0 0 0 0,0 0 0 0 0,-5 3 0 0 0,-5 4 11 0 0,1 0 0 0 0,-1 1 0 0 0,2 0-1 0 0,-1 1 1 0 0,1 0 0 0 0,1 0 0 0 0,0 1-1 0 0,0 1 1 0 0,1 0 0 0 0,1 0 0 0 0,-13 25-1 0 0,18-33-155 0 0,1 1-1 0 0,0-1 0 0 0,0 1 1 0 0,1 0-1 0 0,-1-1 0 0 0,1 1 0 0 0,0 0 1 0 0,0 0-1 0 0,0 0 0 0 0,1 0 1 0 0,0 0-1 0 0,0 0 0 0 0,0 0 1 0 0,2 10-1 0 0,4-7 19 0 0,-5-7-34 0 0,1 1-1 0 0,-1-1 1 0 0,1 0-1 0 0,-1 0 1 0 0,1 0-1 0 0,0 0 1 0 0,-1 0-1 0 0,1 0 1 0 0,0-1-1 0 0,0 1 1 0 0,0-1-1 0 0,-1 1 0 0 0,1-1 1 0 0,0 1-1 0 0,0-1 1 0 0,0 0-1 0 0,0 0 1 0 0,0 0-1 0 0,3-1 1 0 0,-1 0-11 0 0,-1 0 0 0 0,0 0 1 0 0,0 0-1 0 0,0 0 0 0 0,0-1 1 0 0,0 0-1 0 0,0 1 0 0 0,0-1 1 0 0,0-1-1 0 0,3-2 0 0 0,2-3-23 0 0,0-1 1 0 0,0 0-1 0 0,-1-1 0 0 0,0 1 0 0 0,9-17 0 0 0,42-90 333 0 0,-57 114-290 0 0,11 22 190 0 0,5 89 2233 0 0,6 179 0 0 0,-20-237-2137 0 0,0 14 27 0 0,7 235 728 0 0,-12-244-607 0 0,-1 0 0 0 0,-4-1 0 0 0,-17 73 0 0 0,21-114-106 0 0,-1-1-1 0 0,0 0 0 0 0,-1 0 1 0 0,-1-1-1 0 0,0 0 0 0 0,0 1 0 0 0,-1-2 1 0 0,-10 13-1 0 0,14-20-253 0 0,0-1 0 0 0,0 0 1 0 0,0 0-1 0 0,0 0 0 0 0,0-1 1 0 0,-1 1-1 0 0,0-1 0 0 0,1 1 0 0 0,-1-1 1 0 0,0-1-1 0 0,0 1 0 0 0,0 0 1 0 0,0-1-1 0 0,0 0 0 0 0,0 0 0 0 0,0 0 1 0 0,-1 0-1 0 0,1-1 0 0 0,0 1 0 0 0,-1-1 1 0 0,1 0-1 0 0,0-1 0 0 0,0 1 1 0 0,-1-1-1 0 0,1 0 0 0 0,0 0 0 0 0,0 0 1 0 0,0 0-1 0 0,-7-4 0 0 0,0 0 9 0 0,-1-1 1 0 0,1 0-1 0 0,0-1 0 0 0,1 0 0 0 0,0 0 0 0 0,0-1 1 0 0,0-1-1 0 0,1 0 0 0 0,0 0 0 0 0,1 0 0 0 0,0-1 1 0 0,1-1-1 0 0,-13-20 0 0 0,16 21-78 0 0,-1 0 0 0 0,1 0 0 0 0,1-1 0 0 0,-1 0 0 0 0,2 1 0 0 0,0-1 0 0 0,0 0 0 0 0,1 0 0 0 0,0 0-1 0 0,1 0 1 0 0,0 0 0 0 0,1 0 0 0 0,0 0 0 0 0,1 0 0 0 0,0 0 0 0 0,5-15 0 0 0,4-2-281 0 0,0 0-1 0 0,3 1 0 0 0,0 0 1 0 0,1 1-1 0 0,2 1 1 0 0,19-24-1 0 0,130-131-4830 0 0,-27 34-4209 0 0,-117 118 4478 0 0,-3-1-2479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187 195 252 0 0,'-169'7'13563'0'0,"152"-10"-12297"0"0,17 2-1236 0 0,0 1 1 0 0,0-1 0 0 0,0 1 0 0 0,0-1-1 0 0,0 1 1 0 0,0-1 0 0 0,0 1 0 0 0,0-1-1 0 0,0 0 1 0 0,0 1 0 0 0,0-1 0 0 0,0 1-1 0 0,0-1 1 0 0,0 1 0 0 0,1-1 0 0 0,-1 1-1 0 0,0-1 1 0 0,0 1 0 0 0,1-1 0 0 0,-1 1-1 0 0,0-1 1 0 0,1 1 0 0 0,-1-1 0 0 0,0 1-1 0 0,1-1 1 0 0,4-3 29 0 0,1 0 0 0 0,-1 0-1 0 0,1 0 1 0 0,0 1 0 0 0,-1 0-1 0 0,1 0 1 0 0,1 1 0 0 0,-1-1-1 0 0,7 0 1 0 0,6-4 17 0 0,81-25-748 0 0,202-34 0 0 0,-289 63 495 0 0,171-28-2868 0 0,-87 19-451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0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70 184 0 0,'11'-48'9383'0'0,"-9"49"-9168"0"0,5 6 3 0 0,-1 1 0 0 0,0 0 0 0 0,0 0 0 0 0,0 0-1 0 0,-1 0 1 0 0,0 1 0 0 0,5 13 0 0 0,0-1 46 0 0,11 20 447 0 0,3-1 0 0 0,50 67 1 0 0,-74-106-659 0 0,1 0 0 0 0,-1 0 0 0 0,1 0 1 0 0,0-1-1 0 0,-1 1 0 0 0,1 0 0 0 0,0-1 1 0 0,0 1-1 0 0,-1 0 0 0 0,1-1 1 0 0,0 1-1 0 0,0-1 0 0 0,0 1 0 0 0,0-1 1 0 0,0 1-1 0 0,0-1 0 0 0,0 0 0 0 0,0 1 1 0 0,0-1-1 0 0,0 0 0 0 0,0 0 1 0 0,0 0-1 0 0,0 0 0 0 0,0 0 0 0 0,0 0 1 0 0,0 0-1 0 0,0 0 0 0 0,0 0 0 0 0,0 0 1 0 0,0 0-1 0 0,0-1 0 0 0,0 1 0 0 0,0-1 1 0 0,0 1-1 0 0,-1 0 0 0 0,1-1 1 0 0,0 1-1 0 0,0-1 0 0 0,0 0 0 0 0,0 1 1 0 0,-1-1-1 0 0,1 0 0 0 0,0 1 0 0 0,-1-1 1 0 0,1 0-1 0 0,0 0 0 0 0,-1 0 0 0 0,1 0 1 0 0,-1 0-1 0 0,1 0 0 0 0,4-9-67 0 0,0 1 0 0 0,0 0 0 0 0,-1-1-1 0 0,3-10 1 0 0,-3 7 183 0 0,4-7-138 0 0,18-43-23 0 0,-23 59-14 0 0,-1-1 1 0 0,1 1 0 0 0,0-1-1 0 0,0 1 1 0 0,1 0 0 0 0,-1 0-1 0 0,1 0 1 0 0,0 1 0 0 0,0 0-1 0 0,5-4 1 0 0,-8 6 4 0 0,0 0 1 0 0,0 1-1 0 0,0-1 0 0 0,0 1 1 0 0,0-1-1 0 0,0 1 1 0 0,0-1-1 0 0,0 1 1 0 0,0 0-1 0 0,0 0 0 0 0,1-1 1 0 0,-1 1-1 0 0,2 0 1 0 0,5 0-6 0 0,-3-1 5 0 0,1 0 1 0 0,-1 1-1 0 0,0-1 1 0 0,0 2-1 0 0,1-1 1 0 0,7 2-1 0 0,1 0 4 0 0,65 11 16 0 0,-47-7 62 0 0,65 4 0 0 0,-94-10-78 0 0,0-1 0 0 0,0 1 1 0 0,0 0-1 0 0,0-1 0 0 0,0 0 1 0 0,0 1-1 0 0,0-1 0 0 0,0-1 0 0 0,-1 1 1 0 0,1 0-1 0 0,0-1 0 0 0,-1 1 1 0 0,1-1-1 0 0,0 0 0 0 0,-1 0 1 0 0,0 0-1 0 0,0 0 0 0 0,1 0 0 0 0,-1 0 1 0 0,-1-1-1 0 0,1 1 0 0 0,0-1 1 0 0,0 1-1 0 0,1-4 0 0 0,-1 2 13 0 0,0-1 0 0 0,-1 1 1 0 0,1-1-1 0 0,-1 0 0 0 0,0 1 0 0 0,0-1 0 0 0,0 0 0 0 0,0 0 0 0 0,-1 0 0 0 0,0 1 1 0 0,0-1-1 0 0,-1 0 0 0 0,0-6 0 0 0,1 10-23 0 0,0 0 1 0 0,-1 0-1 0 0,1 1 1 0 0,0-1-1 0 0,0 0 0 0 0,-1 0 1 0 0,1 0-1 0 0,-1 0 1 0 0,1 1-1 0 0,-1-1 0 0 0,1 0 1 0 0,-1 0-1 0 0,1 1 1 0 0,-1-1-1 0 0,0 0 0 0 0,1 1 1 0 0,-1-1-1 0 0,0 1 1 0 0,0-1-1 0 0,1 1 1 0 0,-1-1-1 0 0,0 1 0 0 0,0-1 1 0 0,0 1-1 0 0,-1-1 1 0 0,-1 1-1 0 0,1 0 0 0 0,0 0 0 0 0,0 0 1 0 0,-1 0-1 0 0,1 0 0 0 0,0 0 0 0 0,0 1 0 0 0,-1-1 1 0 0,1 1-1 0 0,-3 0 0 0 0,-3 3 1 0 0,-1 0 0 0 0,1 0 0 0 0,-15 11 1 0 0,9-5 12 0 0,1 1 0 0 0,0 1-1 0 0,1 0 1 0 0,0 1 0 0 0,1 1 0 0 0,-15 21 0 0 0,21-27 4 0 0,0 1-1 0 0,0-1 1 0 0,1 1-1 0 0,0 0 1 0 0,0 1-1 0 0,1-1 1 0 0,0 0-1 0 0,1 1 0 0 0,0-1 1 0 0,1 1-1 0 0,0 0 1 0 0,0 19-1 0 0,2-24-68 0 0,0 0-1 0 0,0-1 1 0 0,0 1-1 0 0,1-1 1 0 0,-1 1-1 0 0,1-1 1 0 0,0 0-1 0 0,0 1 0 0 0,1-1 1 0 0,-1 0-1 0 0,1-1 1 0 0,0 1-1 0 0,0 0 1 0 0,0-1-1 0 0,0 1 1 0 0,1-1-1 0 0,-1 0 1 0 0,1 0-1 0 0,0-1 1 0 0,0 1-1 0 0,0-1 1 0 0,0 1-1 0 0,1-1 1 0 0,-1-1-1 0 0,6 3 1 0 0,2-1-968 0 0,0 1 0 0 0,1-2 1 0 0,-1 0-1 0 0,1 0 1 0 0,-1-1-1 0 0,1-1 1 0 0,0 0-1 0 0,16-2 1 0 0,2-3-2926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1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19 1856 0 0,'-1'-12'5073'0'0,"0"11"-4959"0"0,1 1 1 0 0,-1-1 0 0 0,1 1 0 0 0,-1-1 0 0 0,0 1-1 0 0,1-1 1 0 0,-1 1 0 0 0,0 0 0 0 0,1-1-1 0 0,-1 1 1 0 0,0 0 0 0 0,1-1 0 0 0,-1 1 0 0 0,0 0-1 0 0,0 0 1 0 0,1 0 0 0 0,-1-1 0 0 0,0 1 0 0 0,1 0-1 0 0,-1 0 1 0 0,0 0 0 0 0,0 0 0 0 0,-1 1-1 0 0,-20 9 1406 0 0,-18 24 174 0 0,22-15-1212 0 0,0 0 0 0 0,2 2-1 0 0,0 0 1 0 0,-22 40 0 0 0,33-52-432 0 0,0 1 0 0 0,1-1 0 0 0,0 1 0 0 0,0 0 0 0 0,1-1 0 0 0,1 2 0 0 0,-1-1 0 0 0,2 0 0 0 0,-1 0 0 0 0,2 1 1 0 0,-1-1-1 0 0,1 1 0 0 0,1-1 0 0 0,3 18 0 0 0,-3-23-55 0 0,0-1 0 0 0,0 0 0 0 0,1 1 0 0 0,0-1 1 0 0,0 0-1 0 0,0-1 0 0 0,1 1 0 0 0,-1 0 0 0 0,1 0 0 0 0,0-1 1 0 0,0 0-1 0 0,0 1 0 0 0,0-1 0 0 0,1 0 0 0 0,6 4 0 0 0,-4-4-135 0 0,0 0-1 0 0,0 0 0 0 0,0 0 1 0 0,1-1-1 0 0,0 0 0 0 0,-1-1 0 0 0,1 1 1 0 0,0-1-1 0 0,10 0 0 0 0,0-1-512 0 0,1-1 0 0 0,-1 0 0 0 0,0-1-1 0 0,0-1 1 0 0,0-1 0 0 0,0-1-1 0 0,23-9 1 0 0,-24 7-697 0 0,0-1-1 0 0,16-10 1 0 0,-2-3-1541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1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94 319 1316 0 0,'-4'-53'2883'0'0,"-1"0"0"0"0,-3 0-1 0 0,-28-97 1 0 0,32 141-2123 0 0,0 8-180 0 0,-1 16 181 0 0,0 29 172 0 0,5-43-876 0 0,-9 224 2678 0 0,1-11-2098 0 0,4-161-1053 0 0,3-1 1 0 0,1 1-1 0 0,14 92 1 0 0,-13-140 95 0 0,1 1 0 0 0,-1-1-1 0 0,1 1 1 0 0,0-1 0 0 0,1 1 0 0 0,-1-1 0 0 0,1 0 0 0 0,0 0 0 0 0,1-1 0 0 0,-1 1 0 0 0,1-1 0 0 0,0 1 0 0 0,0-1 0 0 0,0 0 0 0 0,1-1 0 0 0,-1 1 0 0 0,1-1 0 0 0,0 0 0 0 0,0 0 0 0 0,0 0 0 0 0,0 0 0 0 0,0-1 0 0 0,1 0 0 0 0,-1 0-1 0 0,1-1 1 0 0,0 0 0 0 0,-1 0 0 0 0,1 0 0 0 0,0 0 0 0 0,-1-1 0 0 0,1 0 0 0 0,0 0 0 0 0,0-1 0 0 0,0 1 0 0 0,-1-1 0 0 0,1-1 0 0 0,0 1 0 0 0,-1-1 0 0 0,0 0 0 0 0,6-2 0 0 0,8-6-1802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1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50 402 4124 0 0,'11'-20'1215'0'0,"0"1"-1"0"0,-1-1 1 0 0,-1-1-1 0 0,13-40 1 0 0,-10 10 2587 0 0,-12 46-2230 0 0,-10 30-1012 0 0,5-11-383 0 0,1 1 0 0 0,1-1 0 0 0,0 1 0 0 0,1-1 0 0 0,1 1 0 0 0,0 0 0 0 0,2 24 0 0 0,-1-32-140 0 0,1 1 1 0 0,0-1-1 0 0,1 1 1 0 0,0-1-1 0 0,0 1 0 0 0,0-1 1 0 0,1 0-1 0 0,0 0 1 0 0,0 0-1 0 0,1 0 1 0 0,0-1-1 0 0,0 1 0 0 0,1-1 1 0 0,-1 0-1 0 0,1 0 1 0 0,10 8-1 0 0,-10-10-16 0 0,1-1 1 0 0,0 1-1 0 0,0-1 0 0 0,0 0 0 0 0,0-1 0 0 0,1 1 1 0 0,-1-1-1 0 0,1 0 0 0 0,0-1 0 0 0,-1 0 1 0 0,1 0-1 0 0,0 0 0 0 0,0-1 0 0 0,0 0 1 0 0,-1 0-1 0 0,1-1 0 0 0,0 0 0 0 0,0 0 1 0 0,-1 0-1 0 0,1-1 0 0 0,-1 0 0 0 0,1 0 1 0 0,-1-1-1 0 0,0 0 0 0 0,0 0 0 0 0,0 0 1 0 0,0-1-1 0 0,0 0 0 0 0,-1 0 0 0 0,0-1 1 0 0,0 1-1 0 0,0-1 0 0 0,0 0 0 0 0,-1 0 1 0 0,0-1-1 0 0,0 1 0 0 0,6-13 0 0 0,-5 9 0 0 0,-2-1 0 0 0,1-1 0 0 0,-1 1 0 0 0,-1 0 0 0 0,0-1 0 0 0,0 1 0 0 0,-1-1 0 0 0,0 0 0 0 0,-1 1 0 0 0,-1-1-1 0 0,1 0 1 0 0,-2 1 0 0 0,-2-14 0 0 0,2 18-18 0 0,1 1-1 0 0,-1-1 1 0 0,0 0-1 0 0,-1 1 1 0 0,1-1 0 0 0,-1 1-1 0 0,0 0 1 0 0,0 0-1 0 0,-1 0 1 0 0,0 1-1 0 0,0-1 1 0 0,0 1-1 0 0,0 0 1 0 0,-1 0 0 0 0,1 0-1 0 0,-1 1 1 0 0,0-1-1 0 0,0 1 1 0 0,0 0-1 0 0,-1 1 1 0 0,1-1-1 0 0,-1 1 1 0 0,1 0 0 0 0,-11-2-1 0 0,4 2-1 0 0,1 1 0 0 0,-1 1 0 0 0,0 0 0 0 0,1 0 1 0 0,-1 1-1 0 0,1 0 0 0 0,-1 1 0 0 0,1 1 0 0 0,0-1 0 0 0,-14 6 0 0 0,11-2-33 0 0,0 0-1 0 0,0 1 1 0 0,0 0 0 0 0,1 1-1 0 0,0 1 1 0 0,0 0 0 0 0,-13 12-1 0 0,23-18 23 0 0,0 1 0 0 0,-1-1 0 0 0,1 1-1 0 0,0 0 1 0 0,1 0 0 0 0,-1 0 0 0 0,1 0-1 0 0,-1 0 1 0 0,1 0 0 0 0,1 1 0 0 0,-1-1-1 0 0,1 1 1 0 0,-2 7 0 0 0,3-10 3 0 0,0 0 1 0 0,0 0 0 0 0,0 0-1 0 0,0 0 1 0 0,0 0-1 0 0,1 1 1 0 0,-1-1 0 0 0,1 0-1 0 0,-1 0 1 0 0,1 0-1 0 0,0 0 1 0 0,0 0 0 0 0,0 0-1 0 0,0 0 1 0 0,0-1-1 0 0,0 1 1 0 0,0 0-1 0 0,1 0 1 0 0,-1-1 0 0 0,1 1-1 0 0,-1-1 1 0 0,1 1-1 0 0,0-1 1 0 0,0 0 0 0 0,-1 0-1 0 0,1 0 1 0 0,0 0-1 0 0,0 0 1 0 0,0 0 0 0 0,0 0-1 0 0,4 0 1 0 0,6 4-97 0 0,1-2-1 0 0,0 0 1 0 0,0-1 0 0 0,0 0 0 0 0,0 0 0 0 0,1-2-1 0 0,-1 0 1 0 0,25-3 0 0 0,-19 0-50 0 0,0-1-1 0 0,-1-1 1 0 0,1-1 0 0 0,-1 0-1 0 0,26-14 1 0 0,-7-1-27 0 0,0-2 1 0 0,-2-1 0 0 0,-1-2-1 0 0,55-52 1 0 0,42-43-10 0 0,-130 120 194 0 0,0 0 0 0 0,0 0 0 0 0,-1 1 0 0 0,1-1 0 0 0,0 0 0 0 0,0 1 0 0 0,0-1 0 0 0,0 1 0 0 0,0-1 0 0 0,0 1 0 0 0,0 0 0 0 0,0-1 0 0 0,0 1 0 0 0,0 0 0 0 0,0 0 0 0 0,0 0 0 0 0,0-1 0 0 0,0 1 0 0 0,0 0 0 0 0,0 0 0 0 0,0 1 0 0 0,0-1 0 0 0,0 0 0 0 0,0 0 0 0 0,0 0 0 0 0,0 1 0 0 0,0-1 0 0 0,0 0 0 0 0,0 1 0 0 0,0-1 0 0 0,0 1 0 0 0,0 0 0 0 0,0-1 0 0 0,0 1 0 0 0,0-1 1 0 0,-1 1-1 0 0,1 0 0 0 0,0 0 0 0 0,0 0 0 0 0,-1-1 0 0 0,1 1 0 0 0,-1 0 0 0 0,1 1 0 0 0,4 4 148 0 0,-1 1 0 0 0,0 0 0 0 0,0 0 0 0 0,3 9 0 0 0,-6-14-114 0 0,8 21 494 0 0,-2 0 0 0 0,0 0 1 0 0,6 39-1 0 0,2 74 1537 0 0,-14-119-1674 0 0,2 32 5411 0 0,-2-50-5754 0 0,1-1 0 0 0,-1 0 0 0 0,0 0 0 0 0,0 0-1 0 0,0 0 1 0 0,-1 1 0 0 0,1-1 0 0 0,0 0-1 0 0,0-3 1 0 0,0 2 15 0 0,7-20 46 0 0,2 0-1 0 0,1 1 1 0 0,1 1 0 0 0,0-1 0 0 0,2 2-1 0 0,0 0 1 0 0,2 1 0 0 0,33-34-1 0 0,-20 27-910 0 0,1 1-1 0 0,0 1 1 0 0,2 2-1 0 0,67-35 1 0 0,-69 43-1634 0 0,-1 0-1905 0 0,-12 5-1605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1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88 2496 0 0,'-212'30'16888'0'0,"210"-29"-16113"0"0,6-3-109 0 0,39-10-246 0 0,1 2 0 0 0,0 2 1 0 0,46-2-1 0 0,-33 3-297 0 0,302-35-2201 0 0,-239 30-1499 0 0,-1 1-3447 0 0,-70 6-522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2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34 550 2036 0 0,'-7'-2'1240'0'0,"-13"-3"2954"0"0,19 5-4135 0 0,1 0-1 0 0,0 0 0 0 0,0 0 1 0 0,-1 0-1 0 0,1 0 0 0 0,0 0 0 0 0,0 0 1 0 0,0 0-1 0 0,-1 0 0 0 0,1 0 1 0 0,0 0-1 0 0,0-1 0 0 0,-1 1 1 0 0,1 0-1 0 0,0 0 0 0 0,0 0 0 0 0,0 0 1 0 0,0 0-1 0 0,-1-1 0 0 0,1 1 1 0 0,0 0-1 0 0,0 0 0 0 0,0 0 1 0 0,0-1-1 0 0,-1 1 0 0 0,1 0 0 0 0,0 0 1 0 0,0 0-1 0 0,0-1 0 0 0,0 1 1 0 0,0 0-1 0 0,0 0 0 0 0,0 0 1 0 0,0-1-1 0 0,0 1 0 0 0,0 0 1 0 0,0 0-1 0 0,0-1 0 0 0,0 1 0 0 0,0 0 1 0 0,0 0-1 0 0,0-1 0 0 0,0 1 1 0 0,0 0-1 0 0,0 0 0 0 0,0-1 1 0 0,0 1-1 0 0,0 0 0 0 0,0 0 0 0 0,1 0 1 0 0,-1-1-1 0 0,0 1 0 0 0,0 0 1 0 0,0 0-1 0 0,5-3 72 0 0,-1 1 0 0 0,1 0 0 0 0,-1 0 0 0 0,1 1 0 0 0,0-1 0 0 0,5 0 0 0 0,9-3 215 0 0,-7 0-228 0 0,0-1 1 0 0,0 0-1 0 0,-1-1 1 0 0,0 0-1 0 0,0-1 1 0 0,0 0-1 0 0,-1-1 1 0 0,-1 0-1 0 0,1 0 1 0 0,-1-1-1 0 0,-1 0 1 0 0,0-1-1 0 0,-1 0 1 0 0,0 0-1 0 0,0-1 1 0 0,-1 0-1 0 0,0 0 1 0 0,-2 0-1 0 0,1-1 1 0 0,5-24-1 0 0,-7-1-28 0 0,-1 0 0 0 0,-1-1 0 0 0,-8-61 0 0 0,2 46-29 0 0,1 34-59 0 0,0 33 0 0 0,-2 35-17 0 0,6-48 16 0 0,-51 712 1471 0 0,54-530-14 0 0,-3-179-821 0 0,0-8-588 0 0,0 1-1 0 0,0 0 1 0 0,0 0-1 0 0,0-1 1 0 0,1 1-1 0 0,-1 0 1 0 0,3-6-1 0 0,1-13-5 0 0,-3 17-36 0 0,23-209 62 0 0,-19 184-77 0 0,2 1 0 0 0,1 0 0 0 0,2 0 1 0 0,25-55-1 0 0,-30 76 1 0 0,0 1-1 0 0,0-1 1 0 0,1 1 0 0 0,0 0-1 0 0,0 0 1 0 0,1 0 0 0 0,0 1-1 0 0,0 0 1 0 0,1 1 0 0 0,0 0-1 0 0,0 0 1 0 0,16-8 0 0 0,-15 10 3 0 0,-1 0 0 0 0,1 2-1 0 0,0-1 1 0 0,0 1 0 0 0,0 0 0 0 0,0 1 0 0 0,0 0 0 0 0,0 0 0 0 0,0 1-1 0 0,0 0 1 0 0,0 1 0 0 0,0 0 0 0 0,0 0 0 0 0,11 3 0 0 0,-13-2 4 0 0,-1 0 1 0 0,0 0-1 0 0,0 0 1 0 0,0 1 0 0 0,0 0-1 0 0,0 0 1 0 0,-1 0-1 0 0,1 1 1 0 0,-1-1-1 0 0,0 1 1 0 0,0 1-1 0 0,-1-1 1 0 0,1 1 0 0 0,6 9-1 0 0,-8-11 3 0 0,-1 1 0 0 0,-1 0-1 0 0,1-1 1 0 0,0 1 0 0 0,-1 0 0 0 0,0 0 0 0 0,0 0-1 0 0,0 0 1 0 0,0 0 0 0 0,-1 0 0 0 0,0 0 0 0 0,1 0-1 0 0,-2 0 1 0 0,1 0 0 0 0,0 0 0 0 0,-1 1-1 0 0,0-1 1 0 0,1 0 0 0 0,-2 0 0 0 0,1-1 0 0 0,0 1-1 0 0,-1 0 1 0 0,0 0 0 0 0,-3 4 0 0 0,0 1 5 0 0,-1 0 0 0 0,0-1 0 0 0,-1 0 0 0 0,0 0 0 0 0,-1 0 0 0 0,1-1 1 0 0,-1 0-1 0 0,-1 0 0 0 0,1-1 0 0 0,-1 0 0 0 0,0-1 0 0 0,-1 0 0 0 0,1 0 0 0 0,-1-1 1 0 0,-14 4-1 0 0,19-7 3 0 0,-14 0 0 0 0,-2-3-9 0 0,5 0-5 0 0,4-1-3 0 0,11 2 8 0 0,-1-1-1 0 0,1 1 1 0 0,0-1 0 0 0,-1 1 0 0 0,1 0-1 0 0,-1 0 1 0 0,1 0 0 0 0,-1 0-1 0 0,1 0 1 0 0,-4-1 0 0 0,-1-2-12 0 0,-10-5 21 0 0,16 9-12 0 0,0 0 1 0 0,0 0-1 0 0,0 0 0 0 0,0 0 1 0 0,-1 0-1 0 0,1-1 1 0 0,0 1-1 0 0,0 0 0 0 0,0 0 1 0 0,0 0-1 0 0,-1 0 1 0 0,1-1-1 0 0,0 1 0 0 0,0 0 1 0 0,0 0-1 0 0,0 0 1 0 0,0-1-1 0 0,0 1 0 0 0,0 0 1 0 0,0 0-1 0 0,0-1 0 0 0,-1 1 1 0 0,1 0-1 0 0,0 0 1 0 0,0 0-1 0 0,0-1 0 0 0,0 1 1 0 0,0 0-1 0 0,1 0 1 0 0,-1-1-1 0 0,0 1 0 0 0,0 0 1 0 0,0 0-1 0 0,0-1 1 0 0,0 1-1 0 0,0 0 0 0 0,0 0 1 0 0,0 0-1 0 0,0-1 1 0 0,1 1-1 0 0,-1 0 0 0 0,0 0 1 0 0,0 0-1 0 0,0 0 1 0 0,0-1-1 0 0,0 1 0 0 0,1 0 1 0 0,-1 0-1 0 0,0 0 1 0 0,0 0-1 0 0,0 0 0 0 0,1-1 1 0 0,3 2-3 0 0,1 1 1 0 0,-1-1 0 0 0,0 1-1 0 0,0-1 1 0 0,0 1 0 0 0,0 0 0 0 0,0 1-1 0 0,6 3 1 0 0,-5-2 5 0 0,21 12-171 0 0,-2 1 0 0 0,0 2 0 0 0,30 29 1 0 0,-16-9-2941 0 0,-1-1-3741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75 1232 0 0,'0'-16'3470'0'0,"-5"-16"223"0"0,5 30-3111 0 0,-5-21 2305 0 0,5 23-2875 0 0,-1 1-1 0 0,1-1 0 0 0,0 0 0 0 0,0 0 0 0 0,0 0 1 0 0,0 0-1 0 0,0 0 0 0 0,0 0 0 0 0,0 0 0 0 0,0 0 1 0 0,0 0-1 0 0,0 0 0 0 0,-1 0 0 0 0,1 0 1 0 0,0 0-1 0 0,0 0 0 0 0,0 0 0 0 0,0 0 0 0 0,0 0 1 0 0,0 0-1 0 0,0 0 0 0 0,0 0 0 0 0,-1 0 0 0 0,1 0 1 0 0,0 0-1 0 0,0 0 0 0 0,0 0 0 0 0,0 0 0 0 0,0 0 1 0 0,0 0-1 0 0,0 0 0 0 0,0 0 0 0 0,-1 0 0 0 0,1 0 1 0 0,0 0-1 0 0,0 0 0 0 0,0 0 0 0 0,0 0 0 0 0,0 0 1 0 0,0-1-1 0 0,0 1 0 0 0,0 0 0 0 0,0 0 1 0 0,0 0-1 0 0,0 0 0 0 0,0 0 0 0 0,0 0 0 0 0,0 0 1 0 0,0 0-1 0 0,-1 0 0 0 0,1-1 0 0 0,0 1 0 0 0,0 0 1 0 0,0 0-1 0 0,0 0 0 0 0,0 0 0 0 0,0 0 0 0 0,0 0 1 0 0,-6 15 580 0 0,-3 23 475 0 0,-1 59 340 0 0,4-1 1 0 0,10 152-1 0 0,20 61-504 0 0,15 388 629 0 0,-76 785 302 0 0,20-1011-1308 0 0,55 911 180 0 0,-20-1154-627 0 0,47 787 397 0 0,-67-17 278 0 0,-26-470-295 0 0,4-108-135 0 0,-4 99 529 0 0,27-433-815 0 0,1-13 60 0 0,0-25-35 0 0,1 90-222 0 0,-10 539 1849 0 0,4-385-1379 0 0,3-244-222 0 0,2-46-68 0 0,-2 11-22 0 0,0 46 270 0 0,1 2-3921 0 0,3-53 1188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7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62 864 0 0,'0'-2'1556'0'0,"-3"-57"8069"0"0,2 59-9559 0 0,0 1 1 0 0,0 0-1 0 0,0 0 0 0 0,0 0 1 0 0,1 0-1 0 0,-1 0 0 0 0,0 0 1 0 0,0 0-1 0 0,1 0 1 0 0,-1 0-1 0 0,1 0 0 0 0,-1 0 1 0 0,1 0-1 0 0,-1 0 0 0 0,1 0 1 0 0,0 1-1 0 0,0-1 0 0 0,0 0 1 0 0,-1 2-1 0 0,1-1-40 0 0,-11 36 694 0 0,-98 370 729 0 0,100-360-3966 0 0,4-19-4342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8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1 232 1412 0 0,'11'-114'8387'0'0,"-11"113"-8333"0"0,0 0 1 0 0,1 0 0 0 0,-1 0-1 0 0,1 0 1 0 0,-1 0-1 0 0,1 0 1 0 0,-1 0-1 0 0,1 0 1 0 0,-1 0 0 0 0,1 1-1 0 0,0-1 1 0 0,-1 0-1 0 0,1 0 1 0 0,0 0-1 0 0,0 1 1 0 0,0-1 0 0 0,-1 0-1 0 0,1 1 1 0 0,0-1-1 0 0,0 1 1 0 0,0-1-1 0 0,0 1 1 0 0,0-1 0 0 0,0 1-1 0 0,0 0 1 0 0,0-1-1 0 0,1 1 1 0 0,-1 0-1 0 0,0 0 1 0 0,0 0 0 0 0,0 0-1 0 0,0 0 1 0 0,0 0-1 0 0,2 0 1 0 0,1 1 29 0 0,-1-1 0 0 0,1 1 0 0 0,-1 0 1 0 0,1 0-1 0 0,-1 0 0 0 0,0 0 0 0 0,1 1 0 0 0,4 2 0 0 0,13 13 210 0 0,0 1-1 0 0,-1 1 1 0 0,-1 1-1 0 0,-1 0 1 0 0,30 45-1 0 0,4 3 108 0 0,-51-67-393 0 0,-1-1-1 0 0,0 1 1 0 0,1-1 0 0 0,-1 0 0 0 0,0 1-1 0 0,1-1 1 0 0,-1 1 0 0 0,0-1 0 0 0,1 0-1 0 0,-1 1 1 0 0,1-1 0 0 0,-1 0-1 0 0,1 1 1 0 0,-1-1 0 0 0,1 0 0 0 0,-1 0-1 0 0,1 1 1 0 0,-1-1 0 0 0,1 0 0 0 0,-1 0-1 0 0,1 0 1 0 0,-1 0 0 0 0,1 0 0 0 0,-1 0-1 0 0,1 0 1 0 0,-1 0 0 0 0,1 0-1 0 0,0 0 1 0 0,-1 0 0 0 0,1 0 0 0 0,-1 0-1 0 0,1 0 1 0 0,-1-1 0 0 0,1 1 0 0 0,0 0-1 0 0,0-2-1 0 0,0 1 1 0 0,1 0-1 0 0,-1-1 0 0 0,0 1 0 0 0,0 0 0 0 0,0-1 0 0 0,0 0 1 0 0,0 1-1 0 0,0-1 0 0 0,1-3 0 0 0,10-43-7 0 0,-7 26 2 0 0,1 0 0 0 0,1 0 0 0 0,0 0 1 0 0,2 1-1 0 0,0 0 0 0 0,2 1 1 0 0,0 0-1 0 0,25-32 0 0 0,-32 47 12 0 0,0 0 0 0 0,0 1-1 0 0,1 0 1 0 0,-1 0 0 0 0,1 0 0 0 0,0 0 0 0 0,0 1-1 0 0,1 0 1 0 0,-1 0 0 0 0,1 0 0 0 0,-1 1 0 0 0,1-1-1 0 0,0 1 1 0 0,7-1 0 0 0,-11 3 8 0 0,1 0 0 0 0,-1-1 0 0 0,1 1 0 0 0,-1 1 0 0 0,0-1 0 0 0,1 0 0 0 0,-1 1 0 0 0,0-1 1 0 0,1 1-1 0 0,-1-1 0 0 0,0 1 0 0 0,1 0 0 0 0,-1 0 0 0 0,0 0 0 0 0,0 1 0 0 0,0-1 0 0 0,0 0 0 0 0,0 1 0 0 0,0-1 0 0 0,0 1 0 0 0,-1 0 0 0 0,1-1 0 0 0,2 5 0 0 0,1 1 80 0 0,-1-1 0 0 0,0 1 0 0 0,0 1 0 0 0,-1-1 0 0 0,4 10 0 0 0,-5-7-36 0 0,1-1 0 0 0,-2 0 1 0 0,1 1-1 0 0,-1-1 0 0 0,-1 1 0 0 0,1-1 1 0 0,-3 13-1 0 0,-11 70 86 0 0,6-53-341 0 0,4-24-645 0 0,-2 24-855 0 0,5-36 919 0 0,0-1-1 0 0,0 1 1 0 0,1-1-1 0 0,-1 1 1 0 0,1-1 0 0 0,-1 1-1 0 0,1-1 1 0 0,1 4 0 0 0,4 5-4128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8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1460 0 0,'12'-31'8695'0'0,"-8"24"-5883"0"0,5-8 1287 0 0,-8 32-3368 0 0,-1-1 0 0 0,-1 0 0 0 0,-4 30 1 0 0,-1 7-260 0 0,2-12-320 0 0,2-28-507 0 0,1 0-1 0 0,0 1 1 0 0,1-1-1 0 0,1 0 1 0 0,2 20-1 0 0,-3-33 43 0 0,1 1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8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54 920 0 0,'-2'-4'1006'0'0,"-1"-1"0"0"0,0 1-1 0 0,0-1 1 0 0,0 1 0 0 0,-1 0 0 0 0,0 1 0 0 0,1-1-1 0 0,-9-6 1 0 0,10 9-942 0 0,0 0-1 0 0,1 0 1 0 0,-1 0-1 0 0,0 0 1 0 0,1 0 0 0 0,-1 0-1 0 0,0 0 1 0 0,0 1-1 0 0,0-1 1 0 0,0 1-1 0 0,0-1 1 0 0,0 1-1 0 0,0 0 1 0 0,0 0-1 0 0,0 0 1 0 0,0 0 0 0 0,0 0-1 0 0,0 0 1 0 0,0 1-1 0 0,1-1 1 0 0,-1 0-1 0 0,0 1 1 0 0,0 0-1 0 0,0-1 1 0 0,0 1-1 0 0,0 0 1 0 0,1 0 0 0 0,-3 2-1 0 0,-1 0-222 0 0,1 1 0 0 0,0 0 0 0 0,0 0 0 0 0,0 1 0 0 0,0-1 0 0 0,-3 6 0 0 0,-8 21-5045 0 0,11-19 2110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1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14 468 0 0,'12'7'8105'0'0,"-7"-2"-7341"0"0,-1 0 1 0 0,0 0 0 0 0,0 0-1 0 0,0 1 1 0 0,-1-1-1 0 0,1 1 1 0 0,-2 0 0 0 0,1 0-1 0 0,-1 0 1 0 0,4 11-1 0 0,12 71 1871 0 0,-17-79-2292 0 0,3 21 643 0 0,-2 57 0 0 0,-2-60-123 0 0,0-27-855 0 0,0 0 0 0 0,0 0 0 0 0,0 1 0 0 0,0-1 0 0 0,0 0 0 0 0,0 0 0 0 0,0 0 0 0 0,0 0 0 0 0,0 1 0 0 0,0-1 0 0 0,-1 0 0 0 0,1 0 0 0 0,0 0 0 0 0,0 0 0 0 0,0 1 0 0 0,0-1 0 0 0,0 0 0 0 0,0 0 0 0 0,0 0 0 0 0,0 0 0 0 0,-1 0 0 0 0,1 1 0 0 0,0-1 0 0 0,0 0 0 0 0,0 0 0 0 0,0 0 0 0 0,0 0 0 0 0,-1 0 0 0 0,1 0 0 0 0,0 0 0 0 0,0 0 0 0 0,0 0 0 0 0,0 0 0 0 0,-1 0 0 0 0,1 1 1 0 0,0-1-1 0 0,0 0 0 0 0,0 0 0 0 0,-1 0 0 0 0,1 0 0 0 0,0 0 0 0 0,0-1 0 0 0,0 1 0 0 0,0 0 0 0 0,-1 0 0 0 0,1 0-5 0 0,-1 0 0 0 0,1-1 0 0 0,-1 1 0 0 0,1 0 0 0 0,0 0 0 0 0,-1-1 0 0 0,1 1 0 0 0,-1-1 0 0 0,1 1 0 0 0,0 0 0 0 0,-1-1 0 0 0,1 1 0 0 0,0-1 0 0 0,0 1 0 0 0,-1 0 0 0 0,1-1 0 0 0,0 1 0 0 0,0-1 1 0 0,0 1-1 0 0,0-1 0 0 0,0 1 0 0 0,0-1 0 0 0,-1 1 0 0 0,1-2 0 0 0,0-13 2 0 0,0 0 0 0 0,1-1 0 0 0,0 1 0 0 0,1 0 0 0 0,1 0 0 0 0,0 0 0 0 0,1 0 0 0 0,1 0 0 0 0,1 1 0 0 0,-1 0 0 0 0,2 0 1 0 0,11-17-1 0 0,-13 22-11 0 0,0 1 0 0 0,1-1 0 0 0,0 1 0 0 0,1 1 0 0 0,0 0 0 0 0,0-1 1 0 0,0 2-1 0 0,1-1 0 0 0,0 1 0 0 0,0 1 0 0 0,1-1 0 0 0,0 1 0 0 0,0 1 1 0 0,0 0-1 0 0,0 0 0 0 0,1 0 0 0 0,-1 2 0 0 0,1-1 0 0 0,0 1 0 0 0,11-1 0 0 0,-16 2 2 0 0,1 1-1 0 0,-1 0 0 0 0,0 1 1 0 0,1-1-1 0 0,-1 1 0 0 0,0 0 1 0 0,0 0-1 0 0,1 0 0 0 0,-1 1 1 0 0,0 0-1 0 0,-1 0 0 0 0,1 0 0 0 0,0 1 1 0 0,0 0-1 0 0,-1-1 0 0 0,0 2 1 0 0,1-1-1 0 0,-1 0 0 0 0,-1 1 1 0 0,1 0-1 0 0,0 0 0 0 0,-1 0 1 0 0,5 6-1 0 0,-4-1 13 0 0,0-1 0 0 0,0 1 0 0 0,0 0 0 0 0,-1 0 0 0 0,0 0 0 0 0,-1 0-1 0 0,0 0 1 0 0,-1 1 0 0 0,0-1 0 0 0,0 0 0 0 0,-1 1 0 0 0,-1 12 0 0 0,1-18 17 0 0,-1 5-793 0 0,1 0 0 0 0,0 0 0 0 0,0 0 1 0 0,3 17-1 0 0,26-25-10151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0 341 1068 0 0,'1'-9'838'0'0,"0"0"0"0"0,1 1 1 0 0,0-1-1 0 0,1 1 0 0 0,-1 0 0 0 0,2 0 0 0 0,-1 0 1 0 0,1 0-1 0 0,0 0 0 0 0,8-10 0 0 0,-11 16-790 0 0,0 1-1 0 0,0 1 1 0 0,0-1-1 0 0,1 0 1 0 0,-1 0-1 0 0,0 0 1 0 0,0 1-1 0 0,0-1 1 0 0,1 0-1 0 0,-1 1 1 0 0,0-1-1 0 0,1 1 1 0 0,-1 0-1 0 0,1-1 1 0 0,-1 1-1 0 0,0 0 1 0 0,1 0-1 0 0,2 0 1 0 0,22 3 347 0 0,-19-1-345 0 0,-1 0 1 0 0,0 1-1 0 0,0 0 1 0 0,0 0-1 0 0,-1 0 1 0 0,1 1-1 0 0,-1 0 1 0 0,1 0-1 0 0,-1 0 1 0 0,-1 1-1 0 0,1-1 1 0 0,-1 1-1 0 0,1 0 1 0 0,-1 1-1 0 0,5 9 1 0 0,-3-5 54 0 0,0 1 0 0 0,-2 0 1 0 0,1 0-1 0 0,-1 0 1 0 0,-1 1-1 0 0,0-1 1 0 0,3 21-1 0 0,-6-22 113 0 0,0 0 0 0 0,-1 1 0 0 0,0-1 0 0 0,0 0 0 0 0,-1 0 0 0 0,-1 0 0 0 0,-4 13 0 0 0,-4 19 1529 0 0,11-41-1652 0 0,0 0-1 0 0,0 0 1 0 0,-1 0 0 0 0,1 0-1 0 0,0 0 1 0 0,-1 0-1 0 0,1 0 1 0 0,0 0 0 0 0,-1 0-1 0 0,0 0 1 0 0,1 0 0 0 0,-1 0-1 0 0,1 0 1 0 0,-1-1-1 0 0,-1 2 1 0 0,2-2-71 0 0,0 0 0 0 0,-1 0 0 0 0,1 1 0 0 0,0-1 0 0 0,-1 0 0 0 0,1 0 1 0 0,0 0-1 0 0,-1 0 0 0 0,1 0 0 0 0,0 0 0 0 0,0 0 0 0 0,-1 0 0 0 0,1 0 0 0 0,0 0 0 0 0,-1 0 0 0 0,1 0 0 0 0,0 0 0 0 0,-1 0 0 0 0,1-1 0 0 0,0 1 1 0 0,-1 0-1 0 0,1 0 0 0 0,0 0 0 0 0,0 0 0 0 0,-1-1 0 0 0,1 1 0 0 0,0 0 0 0 0,0 0 0 0 0,-1 0 0 0 0,1-1 0 0 0,0 1 0 0 0,0 0 0 0 0,-1-1 0 0 0,1 0-18 0 0,0 0-1 0 0,0 1 0 0 0,-1-1 0 0 0,1 0 0 0 0,0 0 0 0 0,0 0 0 0 0,0 0 0 0 0,0 0 0 0 0,0 0 0 0 0,0 0 1 0 0,0 0-1 0 0,0 0 0 0 0,1 1 0 0 0,-1-1 0 0 0,0 0 0 0 0,0 0 0 0 0,1 0 0 0 0,0-1 0 0 0,-1 1 8 0 0,4-12-108 0 0,-1 0-1 0 0,2 1 1 0 0,0-1 0 0 0,0 1 0 0 0,1 0 0 0 0,1 1 0 0 0,0 0-1 0 0,0 0 1 0 0,1 0 0 0 0,0 1 0 0 0,1 0 0 0 0,0 0 0 0 0,1 1 0 0 0,13-10-1 0 0,-7 8-768 0 0,1 0 0 0 0,0 1-1 0 0,0 1 1 0 0,1 1 0 0 0,0 0 0 0 0,0 1-1 0 0,1 1 1 0 0,37-6 0 0 0,60-4-3015 0 0,3 0 4842 0 0,-92 6 617 0 0,-26 10-1451 0 0,0-1-1 0 0,0 1 1 0 0,0-1 0 0 0,0 0-1 0 0,0 1 1 0 0,-1-1 0 0 0,1 0-1 0 0,0 1 1 0 0,0-1 0 0 0,0 0-1 0 0,-1 0 1 0 0,1 0 0 0 0,0 0-1 0 0,-1 0 1 0 0,1 1-1 0 0,0-1 1 0 0,-1-1 0 0 0,1 1-1 0 0,-1 0 1 0 0,1-1 0 0 0,-2 1-95 0 0,1 1 0 0 0,0-1 0 0 0,0 1 0 0 0,0-1 0 0 0,-1 0 0 0 0,1 1 0 0 0,0-1 0 0 0,-1 1 0 0 0,1 0 0 0 0,-1-1 0 0 0,1 1 0 0 0,0-1 0 0 0,-1 1 0 0 0,1-1 0 0 0,-1 1 0 0 0,1 0 0 0 0,-1-1 0 0 0,1 1 0 0 0,-1 0 0 0 0,0 0 0 0 0,1 0 0 0 0,-1-1 0 0 0,1 1 0 0 0,-1 0 0 0 0,1 0 0 0 0,-1 0 0 0 0,0 0 0 0 0,1 0 0 0 0,-1 0 0 0 0,1 0 0 0 0,-1 0 0 0 0,0 0 0 0 0,1 0 0 0 0,-1 0 0 0 0,0 1 0 0 0,-21 2 417 0 0,13 1-385 0 0,2-1 1 0 0,-1 1-1 0 0,0 0 1 0 0,1 1-1 0 0,-1 0 1 0 0,1 0-1 0 0,1 1 1 0 0,-1-1-1 0 0,1 1 1 0 0,-8 9-1 0 0,-1 4 48 0 0,1 1 0 0 0,-17 29 0 0 0,26-41-89 0 0,1 0-1 0 0,1 0 1 0 0,-1 0 0 0 0,1 1-1 0 0,1-1 1 0 0,-1 1-1 0 0,2 0 1 0 0,-1-1 0 0 0,0 16-1 0 0,2-21-13 0 0,0 0 0 0 0,0 0 0 0 0,0 0 0 0 0,1 0 0 0 0,-1 0 0 0 0,1 1 0 0 0,0-1 0 0 0,0 0 0 0 0,0-1 0 0 0,0 1 0 0 0,0 0 0 0 0,1 0 0 0 0,-1 0 0 0 0,1-1 0 0 0,0 1 0 0 0,0-1 0 0 0,0 1 0 0 0,0-1 0 0 0,0 0 0 0 0,0 0 0 0 0,1 0 0 0 0,-1 0 0 0 0,1 0 0 0 0,-1 0 0 0 0,1-1 0 0 0,0 1 0 0 0,0-1 0 0 0,0 0 0 0 0,0 0 0 0 0,4 2 0 0 0,0-2-5 0 0,-1 1 0 0 0,1-1 0 0 0,0 0-1 0 0,0 0 1 0 0,0-1 0 0 0,0 0-1 0 0,-1 0 1 0 0,1-1 0 0 0,0 0 0 0 0,0 0-1 0 0,0 0 1 0 0,-1-1 0 0 0,1 0 0 0 0,-1 0-1 0 0,1-1 1 0 0,-1 0 0 0 0,0 0 0 0 0,0 0-1 0 0,0-1 1 0 0,-1 0 0 0 0,1 0-1 0 0,-1 0 1 0 0,0-1 0 0 0,0 0 0 0 0,0 0-1 0 0,-1 0 1 0 0,0 0 0 0 0,0-1 0 0 0,0 0-1 0 0,-1 0 1 0 0,1 0 0 0 0,-1 0 0 0 0,-1 0-1 0 0,4-13 1 0 0,16-80 1269 0 0,-19 89-1002 0 0,-2 19-85 0 0,0 2-201 0 0,0 3 35 0 0,0 0 1 0 0,1 0 0 0 0,1 1-1 0 0,1-1 1 0 0,0-1-1 0 0,9 23 1 0 0,-10-32-25 0 0,-1 1-1 0 0,1 0 1 0 0,0-1 0 0 0,0 0-1 0 0,0 1 1 0 0,1-1 0 0 0,0 0-1 0 0,-1-1 1 0 0,1 1 0 0 0,1-1 0 0 0,-1 0-1 0 0,0 0 1 0 0,1 0 0 0 0,0 0-1 0 0,-1-1 1 0 0,1 0 0 0 0,0 0-1 0 0,0 0 1 0 0,1 0 0 0 0,-1-1 0 0 0,6 1-1 0 0,-2-1-151 0 0,0 0 0 0 0,1 0 0 0 0,-1-1 0 0 0,1 0 0 0 0,-1-1 0 0 0,1 0 0 0 0,-1 0 0 0 0,1-1 0 0 0,-1-1 0 0 0,0 1-1 0 0,0-2 1 0 0,0 1 0 0 0,0-1 0 0 0,-1 0 0 0 0,0-1 0 0 0,0 0 0 0 0,0 0 0 0 0,0-1 0 0 0,-1 0 0 0 0,1 0 0 0 0,-2-1 0 0 0,1 0 0 0 0,-1 0 0 0 0,0 0 0 0 0,9-17-1 0 0,-5 4 68 0 0,-1 0-1 0 0,0-1 1 0 0,-2 0-1 0 0,-1-1 0 0 0,0 1 1 0 0,4-41-1 0 0,-7 17 683 0 0,-1 1-1 0 0,-5-66 1 0 0,0 74-61 0 0,3 34-443 0 0,-4 36 655 0 0,-19 320 2027 0 0,23-349-2777 0 0,3 80 201 0 0,-3-75-306 0 0,2 1-1 0 0,0 0 1 0 0,0-1 0 0 0,1 1 0 0 0,7 16-1 0 0,-9-24-32 0 0,1-1-1 0 0,-1 1 1 0 0,1-1-1 0 0,-1 1 1 0 0,1-1-1 0 0,0 0 1 0 0,0 0-1 0 0,0 1 0 0 0,1-1 1 0 0,-1-1-1 0 0,0 1 1 0 0,1 0-1 0 0,-1-1 1 0 0,1 1-1 0 0,0-1 1 0 0,-1 0-1 0 0,1 1 1 0 0,0-1-1 0 0,0-1 1 0 0,0 1-1 0 0,-1 0 1 0 0,1-1-1 0 0,0 1 1 0 0,0-1-1 0 0,0 0 0 0 0,0 0 1 0 0,0 0-1 0 0,0-1 1 0 0,0 1-1 0 0,0-1 1 0 0,0 1-1 0 0,3-2 1 0 0,2 0-166 0 0,0-1 1 0 0,0 0 0 0 0,-1 0-1 0 0,1-1 1 0 0,-1 0 0 0 0,0 0-1 0 0,0 0 1 0 0,0-1 0 0 0,-1 0 0 0 0,9-9-1 0 0,-6 4 268 0 0,0-1 0 0 0,-1-1 0 0 0,0 0-1 0 0,-1 0 1 0 0,10-21 0 0 0,19-66 3705 0 0,-28 74-1938 0 0,-7 23-1629 0 0,6-17 1021 0 0,-3 17-575 0 0,-3 14-255 0 0,-2 34 20 0 0,0-24-351 0 0,0 0 0 0 0,2 0 0 0 0,0 0 0 0 0,9 42 0 0 0,-10-62-148 0 0,1 0 1 0 0,0 1 0 0 0,0-1-1 0 0,0 0 1 0 0,0 0 0 0 0,1 0 0 0 0,-1 0-1 0 0,0 0 1 0 0,1 0 0 0 0,0 0 0 0 0,-1 0-1 0 0,1-1 1 0 0,0 1 0 0 0,0-1 0 0 0,0 1-1 0 0,0-1 1 0 0,0 0 0 0 0,0 0 0 0 0,0 0-1 0 0,0 0 1 0 0,1 0 0 0 0,-1 0 0 0 0,0 0-1 0 0,0-1 1 0 0,1 1 0 0 0,-1-1-1 0 0,4 1 1 0 0,1-1-514 0 0,0 0-1 0 0,0-1 1 0 0,0 1-1 0 0,0-1 1 0 0,0 0-1 0 0,0-1 1 0 0,0 0-1 0 0,8-3 0 0 0,4-4-2018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1100 0 0,'19'-28'4357'0'0,"-12"16"-1663"0"0,1 1 0 0 0,15-17 1078 0 0,-18 67-2380 0 0,-5-25-1168 0 0,1-1-1 0 0,0 0 1 0 0,1 0-1 0 0,0 0 1 0 0,1-1-1 0 0,0 1 1 0 0,1 0-1 0 0,1-1 1 0 0,8 17-1 0 0,-13-28-209 0 0,1 0 1 0 0,1 0-1 0 0,-1 0 0 0 0,0 0 0 0 0,0 0 0 0 0,0-1 0 0 0,0 1 0 0 0,1 0 0 0 0,-1 0 0 0 0,0-1 0 0 0,1 1 0 0 0,-1-1 0 0 0,1 1 1 0 0,-1-1-1 0 0,0 0 0 0 0,1 1 0 0 0,-1-1 0 0 0,3 0 0 0 0,23-1 99 0 0,-21 0-100 0 0,0 0-1 0 0,0-1 1 0 0,0 1-1 0 0,-1-2 1 0 0,1 1-1 0 0,-1 0 1 0 0,0-1-1 0 0,1 0 1 0 0,-1-1-1 0 0,0 1 1 0 0,-1-1-1 0 0,1 0 1 0 0,-1 0-1 0 0,1 0 1 0 0,-1 0-1 0 0,-1-1 1 0 0,1 0-1 0 0,-1 0 1 0 0,1 0-1 0 0,-1 0 1 0 0,-1 0-1 0 0,1-1 1 0 0,2-7-1 0 0,-2 6 15 0 0,-1-1 0 0 0,1 1-1 0 0,-1-1 1 0 0,-1 1 0 0 0,1-1 0 0 0,-1 0 0 0 0,-1 0-1 0 0,1 0 1 0 0,-1 1 0 0 0,-1-1 0 0 0,1 0-1 0 0,-1 0 1 0 0,-1 0 0 0 0,0 1 0 0 0,0-1 0 0 0,0 1-1 0 0,-4-9 1 0 0,4 11-15 0 0,1 4-10 0 0,1-1-1 0 0,-1 1 1 0 0,0-1 0 0 0,0 1 0 0 0,1 0 0 0 0,-1-1 0 0 0,0 1 0 0 0,0 0-1 0 0,-1 0 1 0 0,1 0 0 0 0,0 0 0 0 0,0 0 0 0 0,0 0 0 0 0,-1 0 0 0 0,1 0 0 0 0,-3-1-1 0 0,0-1-35 0 0,-1 1 0 0 0,0-1-1 0 0,0 1 1 0 0,0 0 0 0 0,0 0-1 0 0,0 1 1 0 0,0-1 0 0 0,0 1 0 0 0,-1 1-1 0 0,1-1 1 0 0,-10 0 0 0 0,-5 2-2872 0 0,-35 5 1 0 0,31-2-2450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41 1700 0 0,'-9'-2'2101'0'0,"0"-1"-1"0"0,0 0 0 0 0,-12-6 1 0 0,-24-14-508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26 1748 0 0,'-11'3'1197'0'0,"-7"1"1153"0"0,1 1 0 0 0,0 0 0 0 0,-23 11 641 0 0,91-19-2139 0 0,-1-2 1 0 0,52-11 0 0 0,45-6-776 0 0,-31 15-2316 0 0,-57 3-3328 0 0,-32 3 156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2464 0 0,'9'-26'14189'0'0,"5"169"-8993"0"0,-10-100-4760 0 0,-2-20-364 0 0,0-1 1 0 0,-1 1 0 0 0,-2-1-1 0 0,-3 33 1 0 0,2-28-2196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8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89 2164 0 0,'-1'-2'1994'0'0,"-22"-41"8196"0"0,23 43-10109 0 0,-1-1 0 0 0,1 0 0 0 0,-1 1 0 0 0,1-1 0 0 0,0 0-1 0 0,-1 0 1 0 0,1 1 0 0 0,0-1 0 0 0,0 0 0 0 0,0 0 0 0 0,-1 1 0 0 0,1-1 0 0 0,0 0 0 0 0,0 0 0 0 0,0 0 0 0 0,0 1-1 0 0,0-1 1 0 0,1 0 0 0 0,-1 0 0 0 0,0 1 0 0 0,0-1 0 0 0,0 0 0 0 0,1 0 0 0 0,-1 1 0 0 0,0-1 0 0 0,1 0 0 0 0,-1 0-1 0 0,1 1 1 0 0,-1-1 0 0 0,2-1 0 0 0,0 0-37 0 0,1 0 1 0 0,0 0-1 0 0,-1 0 0 0 0,1 1 1 0 0,0-1-1 0 0,1 0 0 0 0,-1 1 0 0 0,0 0 1 0 0,0 0-1 0 0,0 0 0 0 0,1 0 0 0 0,-1 1 1 0 0,0-1-1 0 0,1 1 0 0 0,-1 0 1 0 0,1-1-1 0 0,-1 2 0 0 0,1-1 0 0 0,-1 0 1 0 0,0 1-1 0 0,1 0 0 0 0,-1-1 0 0 0,0 1 1 0 0,0 1-1 0 0,1-1 0 0 0,-1 0 1 0 0,0 1-1 0 0,5 3 0 0 0,-3-2-14 0 0,-1-1-1 0 0,0 1 0 0 0,0 0 1 0 0,0 0-1 0 0,0 1 1 0 0,0-1-1 0 0,-1 1 1 0 0,0 0-1 0 0,0 0 1 0 0,0 0-1 0 0,0 0 0 0 0,0 0 1 0 0,-1 1-1 0 0,0-1 1 0 0,0 1-1 0 0,0 0 1 0 0,0-1-1 0 0,-1 1 1 0 0,2 7-1 0 0,-3-1 40 0 0,-1-1 1 0 0,0 0-1 0 0,0 1 0 0 0,-1-1 0 0 0,-1 0 1 0 0,0 1-1 0 0,0-1 0 0 0,0-1 1 0 0,-2 1-1 0 0,1 0 0 0 0,-1-1 0 0 0,-9 13 1 0 0,-9 11 314 0 0,-51 55 0 0 0,60-73-206 0 0,-83 88 1317 0 0,97-103-1479 0 0,0 1 0 0 0,-1-1-1 0 0,1 0 1 0 0,0 0 0 0 0,-1 0 0 0 0,1 0-1 0 0,0 1 1 0 0,-1-1 0 0 0,1 0-1 0 0,0 0 1 0 0,0 1 0 0 0,-1-1-1 0 0,1 0 1 0 0,0 1 0 0 0,0-1-1 0 0,0 0 1 0 0,-1 0 0 0 0,1 1-1 0 0,0-1 1 0 0,0 0 0 0 0,0 1 0 0 0,0-1-1 0 0,0 1 1 0 0,0-1 0 0 0,0 0-1 0 0,0 1 1 0 0,0-1 0 0 0,0 0-1 0 0,0 1 1 0 0,0-1 0 0 0,0 0-1 0 0,0 1 1 0 0,0-1 0 0 0,0 1 0 0 0,0-1-1 0 0,0 0 1 0 0,0 1 0 0 0,16 0 156 0 0,20-10-121 0 0,288-80-1426 0 0,-322 88 680 0 0,8-1-488 0 0,20 10-9028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9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5 52 0 0,'8'-5'17188'0'0,"-17"11"-16506"0"0,0 0-1 0 0,0 1 0 0 0,1 0 0 0 0,0 1 1 0 0,1-1-1 0 0,-9 12 0 0 0,9-11-318 0 0,-222 297 4707 0 0,165-213-4603 0 0,35-51-551 0 0,-22 31 431 0 0,16-27-4559 0 0,86-81-17344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49 140 0 0,'9'-35'20053'0'0,"-9"27"-18089"0"0,0 7-1948 0 0,1 1 1 0 0,-1-1 0 0 0,1 1 0 0 0,0-1 0 0 0,-1 1 0 0 0,1 0-1 0 0,-1-1 1 0 0,1 1 0 0 0,0 0 0 0 0,-1-1 0 0 0,1 1-1 0 0,0 0 1 0 0,-1 0 0 0 0,1 0 0 0 0,0 0 0 0 0,-1 0-1 0 0,1-1 1 0 0,0 1 0 0 0,0 0 0 0 0,-1 0 0 0 0,1 1-1 0 0,0-1 1 0 0,-1 0 0 0 0,1 0 0 0 0,0 0 0 0 0,-1 0-1 0 0,1 1 1 0 0,1-1 0 0 0,27 8 266 0 0,-28-8-271 0 0,10 4 19 0 0,0-1 0 0 0,0 1 0 0 0,0 1 0 0 0,0 0 0 0 0,18 12 0 0 0,-26-15 28 0 0,0 0-1 0 0,0 1 0 0 0,-1-1 1 0 0,1 1-1 0 0,-1 0 1 0 0,0-1-1 0 0,0 1 0 0 0,0 0 1 0 0,0 0-1 0 0,0 0 0 0 0,-1 1 1 0 0,1-1-1 0 0,-1 0 0 0 0,0 1 1 0 0,0-1-1 0 0,0 1 0 0 0,-1-1 1 0 0,1 1-1 0 0,-1-1 0 0 0,0 1 1 0 0,0-1-1 0 0,0 1 0 0 0,0-1 1 0 0,0 1-1 0 0,-2 3 0 0 0,0 6 245 0 0,-2-1-1 0 0,0 0 1 0 0,0 0-1 0 0,-1 0 0 0 0,0 0 1 0 0,-1-1-1 0 0,-1 0 1 0 0,-11 16-1 0 0,-9 6 443 0 0,-38 37 0 0 0,1-1 180 0 0,63-68-746 0 0,13-2-184 0 0,1-1 0 0 0,0-1 0 0 0,0 0 0 0 0,-1 0 0 0 0,0-2 0 0 0,18-8 0 0 0,13-4-57 0 0,223-79-2629 0 0,-55 20-3059 0 0,-70 22-1831 0 0,-95 34 2912 0 0,1-1-2097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9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67 2452 0 0,'-22'-4'6453'0'0,"-35"-3"-1"0"0,20 3-2090 0 0,35 4-3652 0 0,-11-2 439 0 0,15-3-47 0 0,19-5-571 0 0,96-16-1010 0 0,-44 18-6608 0 0,-56 9 263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35 3100 0 0,'-33'23'7896'0'0,"24"-17"-4466"0"0,0 0 1 0 0,-15 14 614 0 0,23-20-3972 0 0,1 0-1 0 0,0 0 0 0 0,0 0 1 0 0,-1 1-1 0 0,1-1 1 0 0,0 0-1 0 0,0 0 1 0 0,-1 0-1 0 0,1 0 1 0 0,0 0-1 0 0,0 0 1 0 0,0 1-1 0 0,0-1 1 0 0,-1 0-1 0 0,1 0 1 0 0,0 0-1 0 0,0 0 1 0 0,0 1-1 0 0,0-1 1 0 0,-1 0-1 0 0,1 0 1 0 0,0 1-1 0 0,0-1 1 0 0,0 0-1 0 0,0 0 1 0 0,0 0-1 0 0,0 1 1 0 0,0-1-1 0 0,0 1 1 0 0,9-1-12 0 0,0 0-1 0 0,0 0 1 0 0,0-1 0 0 0,0 0-1 0 0,15-4 1 0 0,50-16-1289 0 0,-63 17 786 0 0,12-2-741 0 0,54-19-3289 0 0,-26 5-3005 0 0,-27 8 242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40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682 69 60 0 0,'7'-33'16764'0'0,"-7"14"-13084"0"0,0 19-3443 0 0,1-1-1 0 0,-1 0 1 0 0,0 1 0 0 0,0-1-1 0 0,0 0 1 0 0,0 1 0 0 0,0-1-1 0 0,-1 0 1 0 0,1 1 0 0 0,0-1-1 0 0,-5-7 3315 0 0,4 8-3315 0 0,0-1 1 0 0,1 1 0 0 0,-2-1 0 0 0,-4 1-206 0 0,0 1 1 0 0,0 0 0 0 0,0 0 0 0 0,0 0-1 0 0,0 1 1 0 0,0 0 0 0 0,0 0 0 0 0,1 1 0 0 0,-1-1-1 0 0,1 1 1 0 0,0 0 0 0 0,-1 1 0 0 0,1-1-1 0 0,-7 8 1 0 0,-4 4 152 0 0,0 1-1 0 0,-21 31 1 0 0,20-25 232 0 0,2-3-245 0 0,1 1 1 0 0,1 0-1 0 0,1 0 1 0 0,0 2-1 0 0,-9 26 0 0 0,17-39-139 0 0,1 1 0 0 0,0-1 0 0 0,0 1-1 0 0,1-1 1 0 0,1 1 0 0 0,0 0 0 0 0,0-1 0 0 0,0 1-1 0 0,2 0 1 0 0,-1 0 0 0 0,1 0 0 0 0,0-1-1 0 0,1 1 1 0 0,1 0 0 0 0,4 12 0 0 0,-5-17-19 0 0,1 0 1 0 0,0 0-1 0 0,0-1 0 0 0,1 0 1 0 0,-1 1-1 0 0,1-1 1 0 0,0 0-1 0 0,0-1 0 0 0,0 1 1 0 0,1-1-1 0 0,-1 0 1 0 0,1 0-1 0 0,0 0 0 0 0,0-1 1 0 0,0 1-1 0 0,0-1 1 0 0,0 0-1 0 0,1-1 0 0 0,-1 1 1 0 0,0-1-1 0 0,1 0 1 0 0,-1-1-1 0 0,9 1 0 0 0,-3 0 7 0 0,1-1 0 0 0,-1-1 0 0 0,1 1-1 0 0,-1-2 1 0 0,0 0 0 0 0,1 0 0 0 0,-1-1-1 0 0,0 0 1 0 0,0-1 0 0 0,14-7 0 0 0,-20 8-5 0 0,0 0 1 0 0,0-1 0 0 0,0 0-1 0 0,-1 0 1 0 0,0 0 0 0 0,1 0 0 0 0,-1-1-1 0 0,-1 0 1 0 0,1 0 0 0 0,-1 0-1 0 0,4-7 1 0 0,-6 12-12 0 0,-1-1 0 0 0,1-1 0 0 0,-1 1 0 0 0,0 0-1 0 0,1 0 1 0 0,-1 0 0 0 0,0 0 0 0 0,1 0 0 0 0,-1 0 0 0 0,0 0-1 0 0,0 0 1 0 0,0 0 0 0 0,0-1 0 0 0,0 1 0 0 0,0 0 0 0 0,0 0-1 0 0,-1 0 1 0 0,1 0 0 0 0,0 0 0 0 0,-1 0 0 0 0,1 0 0 0 0,0 0-1 0 0,-2-2 1 0 0,1 1-2 0 0,-1 1 1 0 0,1-1-1 0 0,-1 1 0 0 0,1-1 0 0 0,-1 1 0 0 0,0 0 1 0 0,0 0-1 0 0,0-1 0 0 0,0 1 0 0 0,1 1 1 0 0,-5-2-1 0 0,-1-1 1 0 0,-1 1 0 0 0,0 0 1 0 0,0 1-1 0 0,0 0 1 0 0,-11 0-1 0 0,1 2-84 0 0,0 1 0 0 0,0 0 1 0 0,0 2-1 0 0,0 0 0 0 0,0 1 0 0 0,1 1 0 0 0,0 0 1 0 0,0 2-1 0 0,0 0 0 0 0,1 0 0 0 0,-16 12 1 0 0,-8 8-1644 0 0,1 2 0 0 0,-66 66 0 0 0,72-60-632 0 0,1 1 0 0 0,-40 61 1 0 0,-4 27-7730 0 0,62-98 4331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48 0 0,'17'-36'8953'0'0,"-3"-2"-3971"0"0,-14 36-4620 0 0,5 30 358 0 0,1 211 1987 0 0,-4-205-2578 0 0,2 60 45 0 0,-3-65-1468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1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19 134 852 0 0,'-14'-36'10502'0'0,"14"35"-10323"0"0,-1-1 0 0 0,0 1 0 0 0,1 0 0 0 0,-1-1 0 0 0,1 1 0 0 0,0 0-1 0 0,-1-1 1 0 0,1 1 0 0 0,0-1 0 0 0,0 1 0 0 0,0-1 0 0 0,0 1-1 0 0,0-1 1 0 0,0 1 0 0 0,0 0 0 0 0,1-1 0 0 0,-1 1 0 0 0,0-1 0 0 0,1 1-1 0 0,-1 0 1 0 0,1-1 0 0 0,0 0 0 0 0,1-1-89 0 0,0 1 1 0 0,0-1-1 0 0,0 1 1 0 0,1 0-1 0 0,-1-1 0 0 0,0 1 1 0 0,1 0-1 0 0,0 0 1 0 0,4-2-1 0 0,6-2-150 0 0,0 0 1 0 0,0 1 0 0 0,21-6-1 0 0,-33 11 106 0 0,10-3-45 0 0,0 0 1 0 0,0 1-1 0 0,0 0 0 0 0,1 1 1 0 0,15 0-1 0 0,-24 1 1 0 0,1 0 0 0 0,-1 1 0 0 0,0-1 0 0 0,1 1 0 0 0,-1-1 0 0 0,0 1 0 0 0,0 0 0 0 0,1 0 0 0 0,-1 0 0 0 0,3 3 0 0 0,1-1 1 0 0,-6-2-2 0 0,0-1-1 0 0,1 1 1 0 0,-1-1-1 0 0,0 1 1 0 0,0-1-1 0 0,0 1 1 0 0,0 0-1 0 0,0 0 0 0 0,0-1 1 0 0,0 1-1 0 0,0 0 1 0 0,0 0-1 0 0,-1 0 1 0 0,1 0-1 0 0,0 0 1 0 0,0 0-1 0 0,-1 0 0 0 0,1 0 1 0 0,-1 1-1 0 0,1-1 1 0 0,-1 0-1 0 0,1 0 1 0 0,-1 2-1 0 0,2 2 2 0 0,-1-1 2 0 0,0 0-1 0 0,0-1 0 0 0,-1 1 1 0 0,1 0-1 0 0,-1 0 1 0 0,0 0-1 0 0,0 0 1 0 0,0 0-1 0 0,0 0 1 0 0,-1-1-1 0 0,0 1 0 0 0,0 0 1 0 0,0 0-1 0 0,0-1 1 0 0,0 1-1 0 0,-4 6 1 0 0,-4 6 11 0 0,0 0 1 0 0,-16 20-1 0 0,2-3 42 0 0,-9 12 535 0 0,36-48-582 0 0,0 1 0 0 0,0 1-1 0 0,0-1 1 0 0,1 0 0 0 0,-1 1-1 0 0,0 0 1 0 0,1 0 0 0 0,-1 0-1 0 0,1 1 1 0 0,-1-1 0 0 0,1 1-1 0 0,7 1 1 0 0,-10-1-1 0 0,9 0 92 0 0,1 1-1 0 0,0 1 1 0 0,-1 0-1 0 0,0 1 1 0 0,1 0 0 0 0,-1 0-1 0 0,0 1 1 0 0,0 1 0 0 0,-1 0-1 0 0,0 0 1 0 0,1 1 0 0 0,-2 0-1 0 0,1 1 1 0 0,-1 0-1 0 0,0 1 1 0 0,13 13 0 0 0,-20-19 4 0 0,0 0 0 0 0,0 1 1 0 0,-1-1-1 0 0,1 1 1 0 0,0-1-1 0 0,-1 1 0 0 0,1 0 1 0 0,-1 0-1 0 0,0 0 0 0 0,0-1 1 0 0,0 1-1 0 0,-1 0 0 0 0,1 0 1 0 0,-1 0-1 0 0,1 1 1 0 0,-1-1-1 0 0,0 0 0 0 0,0 0 1 0 0,0 0-1 0 0,-1 0 0 0 0,1 0 1 0 0,-1 0-1 0 0,1 0 0 0 0,-1 0 1 0 0,0 0-1 0 0,0 0 0 0 0,-1-1 1 0 0,1 1-1 0 0,-1 0 1 0 0,1-1-1 0 0,-1 1 0 0 0,0-1 1 0 0,-2 3-1 0 0,-1 1 76 0 0,0-1 0 0 0,0 0 0 0 0,0-1 0 0 0,-1 1 0 0 0,1-1 0 0 0,-1 0 0 0 0,-1 0 0 0 0,1-1 0 0 0,0 0 0 0 0,-1 0 0 0 0,1 0 0 0 0,-1-1 0 0 0,-13 3 0 0 0,16-3-134 0 0,0 0-15 0 0,-22-4 231 0 0,19 2-218 0 0,-22-6-8 0 0,-37-17-481 0 0,65 22 76 0 0,-12-17-6063 0 0,19 8 2138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2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16 1524 0 0,'48'-16'25620'0'0,"-49"23"-25621"0"0,-1 0-1 0 0,0-1 0 0 0,-1 1 0 0 0,1-1 0 0 0,-1 0 0 0 0,-1 0 0 0 0,1 0 0 0 0,-9 11 0 0 0,-2 5 86 0 0,-68 109 312 0 0,-11 22 116 0 0,68-109-104 0 0,-34 42 0 0 0,25-38 2771 0 0,33-46-2903 0 0,0 2 1722 0 0,76-38-33982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3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99 636 0 0,'-25'-22'15115'0'0,"24"21"-14983"0"0,0 1 1 0 0,1-1-1 0 0,-1 0 1 0 0,0 1-1 0 0,1-1 0 0 0,-1 0 1 0 0,1 0-1 0 0,-1 1 1 0 0,1-1-1 0 0,-1 0 1 0 0,1 0-1 0 0,0 0 1 0 0,-1 0-1 0 0,1 0 0 0 0,0 0 1 0 0,0 0-1 0 0,-1 0 1 0 0,1 1-1 0 0,0-1 1 0 0,0 0-1 0 0,0 0 1 0 0,0 0-1 0 0,0 0 0 0 0,0 0 1 0 0,1-2-1 0 0,0 1-41 0 0,0 1 0 0 0,0-1-1 0 0,0 1 1 0 0,0-1-1 0 0,0 1 1 0 0,1-1 0 0 0,-1 1-1 0 0,0-1 1 0 0,1 1 0 0 0,-1 0-1 0 0,1 0 1 0 0,2-1-1 0 0,7-4-85 0 0,0 1-1 0 0,0 0 0 0 0,16-4 0 0 0,-20 7 213 0 0,-2 0-206 0 0,-1 1 0 0 0,0 0 0 0 0,0 0 1 0 0,0 0-1 0 0,1 1 0 0 0,-1-1 0 0 0,0 1 0 0 0,1 0 1 0 0,-1 0-1 0 0,0 1 0 0 0,1-1 0 0 0,-1 1 0 0 0,0 0 1 0 0,0 0-1 0 0,1 1 0 0 0,-1-1 0 0 0,0 1 0 0 0,0 0 1 0 0,-1 0-1 0 0,1 0 0 0 0,4 3 0 0 0,-5-2 32 0 0,-1-1-1 0 0,1 1 0 0 0,-1-1 1 0 0,0 1-1 0 0,0 0 0 0 0,0 0 1 0 0,0 0-1 0 0,0 0 0 0 0,0 0 1 0 0,-1 0-1 0 0,0 0 0 0 0,1 1 1 0 0,-1-1-1 0 0,-1 1 0 0 0,1-1 1 0 0,0 0-1 0 0,-1 1 0 0 0,0 0 1 0 0,1-1-1 0 0,-1 1 0 0 0,-1-1 1 0 0,1 1-1 0 0,0-1 0 0 0,-3 7 1 0 0,-2 6 274 0 0,-1 0 1 0 0,-1 0 0 0 0,-1 0 0 0 0,0-1 0 0 0,-1 0-1 0 0,0-1 1 0 0,-2 0 0 0 0,1 0 0 0 0,-2-1 0 0 0,-19 18-1 0 0,16-15 1265 0 0,10-10-307 0 0,9-12-973 0 0,0 3-300 0 0,-1 1 0 0 0,1 0-1 0 0,0 0 1 0 0,-1 0-1 0 0,1 0 1 0 0,0 1 0 0 0,0-1-1 0 0,0 1 1 0 0,0 0-1 0 0,0 0 1 0 0,8 0 0 0 0,-3 0-7 0 0,-1 1 0 0 0,1 0 1 0 0,0 0-1 0 0,0 1 1 0 0,0 0-1 0 0,0 1 1 0 0,-1 0-1 0 0,1 0 0 0 0,-1 1 1 0 0,14 5-1 0 0,-19-6 42 0 0,1-1 1 0 0,0 1-1 0 0,0 0 0 0 0,0 0 0 0 0,-1 1 0 0 0,1-1 0 0 0,-1 1 0 0 0,0 0 0 0 0,0-1 1 0 0,0 2-1 0 0,0-1 0 0 0,0 0 0 0 0,-1 0 0 0 0,0 1 0 0 0,1-1 0 0 0,-1 1 1 0 0,0 0-1 0 0,-1 0 0 0 0,1 0 0 0 0,-1 0 0 0 0,1 0 0 0 0,-1 0 0 0 0,-1 0 1 0 0,2 7-1 0 0,-2-5 59 0 0,-1-1-1 0 0,1 0 1 0 0,-1 0 0 0 0,0 0 0 0 0,0 0 0 0 0,-1 0 0 0 0,1-1-1 0 0,-1 1 1 0 0,0 0 0 0 0,0-1 0 0 0,-1 1 0 0 0,1-1 0 0 0,-1 0-1 0 0,0 1 1 0 0,0-2 0 0 0,-1 1 0 0 0,-5 6 0 0 0,2-5 62 0 0,0 1 0 0 0,-1-1 0 0 0,1 0 0 0 0,-1-1-1 0 0,0 0 1 0 0,0 0 0 0 0,0-1 0 0 0,0 0 0 0 0,-10 2 0 0 0,2-2-158 0 0,11-2 0 0 0,0 1 0 0 0,-1-2 0 0 0,1 1 0 0 0,0-1 0 0 0,-1 1 0 0 0,1-2 0 0 0,-10 0 0 0 0,2-2 0 0 0,9 3 0 0 0,-11-1 0 0 0,0-1 0 0 0,0-1 0 0 0,1-1 0 0 0,-1 0 0 0 0,1 0 0 0 0,-21-10 0 0 0,20 7 0 0 0,-11-7-280 0 0,19 6-395 0 0,5 4 231 0 0,1 3 175 0 0,1 0 0 0 0,-1-1 0 0 0,1 1-1 0 0,0-1 1 0 0,-1 1 0 0 0,1-1 0 0 0,0 1 0 0 0,0-1 0 0 0,0 1 0 0 0,0-1 0 0 0,0 1 0 0 0,0-1 0 0 0,0 1 0 0 0,0-1 0 0 0,1 1 0 0 0,-1-1 0 0 0,1 1 0 0 0,-1-1 0 0 0,1 1 0 0 0,-1-1 0 0 0,1 1 0 0 0,0 0 0 0 0,0 0 0 0 0,0-1 0 0 0,0 1 0 0 0,1-1 0 0 0,6-7-1752 0 0,0 1 0 0 0,0 0 0 0 0,13-9 0 0 0,1 1-3855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50 2212 0 0,'-166'-24'16269'0'0,"164"24"-15894"0"0,-19-2 643 0 0,16-1-675 0 0,17-1-303 0 0,24-3-266 0 0,64-2-1 0 0,-77 9-3852 0 0,45 4 0 0 0,-46 2-5163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 1516 0 0,'-116'69'14290'0'0,"105"-60"-12861"0"0,10-4-151 0 0,24-4-565 0 0,33-7-480 0 0,96-24 0 0 0,-122 23-446 0 0,54-14-2386 0 0,-28 5-4759 0 0,-30 7 240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95 110 984 0 0,'-9'-32'5544'0'0,"6"16"-3199"0"0,1 0-1 0 0,-1-30 0 0 0,2 56-1732 0 0,0 0 0 0 0,-1-1 0 0 0,-5 19-1 0 0,0-3 52 0 0,-8 39 489 0 0,-1 3-195 0 0,-12 98 1 0 0,28-157-894 0 0,-1 0 1 0 0,1 1 0 0 0,2 13 0 0 0,-1-21-57 0 0,-1 0 0 0 0,1 0 0 0 0,-1 0 0 0 0,1 0 0 0 0,0 0 0 0 0,-1 0 0 0 0,1 0 0 0 0,0 0 0 0 0,0 0 1 0 0,0-1-1 0 0,-1 1 0 0 0,1 0 0 0 0,0 0 0 0 0,0-1 0 0 0,0 1 0 0 0,0-1 0 0 0,0 1 0 0 0,0-1 0 0 0,1 1 1 0 0,-1-1-1 0 0,0 1 0 0 0,1-1 0 0 0,24 4 76 0 0,-16-5-73 0 0,-1 0 0 0 0,1-1 0 0 0,-1-1 0 0 0,0 1 0 0 0,0-2 1 0 0,0 1-1 0 0,0-1 0 0 0,0 0 0 0 0,-1-1 0 0 0,9-6 1 0 0,-5 3-2 0 0,0-1 0 0 0,0-1 0 0 0,-1 0 0 0 0,0-1 0 0 0,14-19 1 0 0,-18 20 228 0 0,0-1 0 0 0,-1-1 0 0 0,-1 1 1 0 0,0-1-1 0 0,0 0 0 0 0,-1 0 1 0 0,-1 0-1 0 0,3-14 0 0 0,-6 24-20 0 0,1 5-181 0 0,0-1 0 0 0,-1 1 0 0 0,1-1 0 0 0,-1 1 0 0 0,1-1-1 0 0,-1 1 1 0 0,0 0 0 0 0,0-1 0 0 0,0 1 0 0 0,-1 3-1 0 0,1-3 52 0 0,10 124 1971 0 0,-1-28-1274 0 0,-6-47-990 0 0,2 52 586 0 0,-4-37-4129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21 145 1740 0 0,'-7'-144'16338'0'0,"7"215"-13901"0"0,-6 179-493 0 0,4-227-1884 0 0,-4 42-1499 0 0,6-1-3328 0 0,0-61 4160 0 0,1-1 0 0 0,-1 1 0 0 0,1-1 0 0 0,0 0 0 0 0,-1 1 0 0 0,1-1 0 0 0,0 0 0 0 0,0 0 0 0 0,1 1 1 0 0,-1-1-1 0 0,0 0 0 0 0,3 3 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0 880 0 0,'12'0'13743'0'0,"-171"97"-8578"0"0,38-26-4656 0 0,-11 18-153 0 0,104-67-824 0 0,0 0 1 0 0,-35 39-1 0 0,62-60 257 0 0,-1 1 0 0 0,1 0 0 0 0,-1 0 1 0 0,1 0-1 0 0,-1 0 0 0 0,1 0 0 0 0,0 1 0 0 0,0-1 1 0 0,0 0-1 0 0,0 4 0 0 0,0-5-85 0 0,1-1 0 0 0,0 1 0 0 0,0 0 0 0 0,0 0 1 0 0,0 0-1 0 0,1 0 0 0 0,-1 0 0 0 0,0 0 0 0 0,0 0 0 0 0,0 0 0 0 0,1 0 0 0 0,-1 0 0 0 0,0 0 0 0 0,1 0 1 0 0,-1-1-1 0 0,1 1 0 0 0,-1 0 0 0 0,1 0 0 0 0,0 0 0 0 0,-1-1 0 0 0,1 1 0 0 0,0 0 0 0 0,-1-1 0 0 0,1 1 1 0 0,0 0-1 0 0,0-1 0 0 0,0 1 0 0 0,0-1 0 0 0,1 1 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36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69 616 0 0,'-19'4'20294'0'0,"14"-5"-20031"0"0,22-16 424 0 0,1 7-616 0 0,1 1 0 0 0,0 1 0 0 0,1 1 0 0 0,-1 1-1 0 0,34-7 1 0 0,-51 13-69 0 0,1-1-1 0 0,-1 1 1 0 0,1-1-1 0 0,-1 1 0 0 0,1 0 1 0 0,-1 0-1 0 0,1 0 1 0 0,-1 1-1 0 0,1-1 1 0 0,-1 1-1 0 0,1-1 0 0 0,-1 1 1 0 0,0 0-1 0 0,1 0 1 0 0,-1 0-1 0 0,0 0 1 0 0,1 0-1 0 0,-1 0 0 0 0,0 1 1 0 0,0-1-1 0 0,0 1 1 0 0,3 3-1 0 0,-4-4 0 0 0,-1 0-1 0 0,1 0 1 0 0,-1 0 0 0 0,0 1 0 0 0,1-1-1 0 0,-1 0 1 0 0,0 0 0 0 0,1 1-1 0 0,-1-1 1 0 0,0 0 0 0 0,0 1 0 0 0,0-1-1 0 0,0 0 1 0 0,-1 0 0 0 0,1 1-1 0 0,0-1 1 0 0,0 0 0 0 0,-1 0 0 0 0,1 1-1 0 0,-2 1 1 0 0,-10 23 17 0 0,3-13-16 0 0,0-1 0 0 0,0 0 0 0 0,-1 0-1 0 0,-21 19 1 0 0,-51 35 369 0 0,80-65-301 0 0,1 0 9 0 0,-4 4-84 0 0,18-4 314 0 0,17-6-340 0 0,-24 4 33 0 0,0 0 1 0 0,1 1 0 0 0,-1 0-1 0 0,0 0 1 0 0,1 0 0 0 0,-1 1-1 0 0,10 2 1 0 0,-7-2 94 0 0,1 2-1 0 0,-1-1 1 0 0,1 2-1 0 0,-1-1 1 0 0,0 1-1 0 0,0 0 1 0 0,-1 1-1 0 0,1 0 1 0 0,-1 0-1 0 0,0 1 1 0 0,0 0-1 0 0,7 9 1 0 0,-12-13 141 0 0,-1 0 0 0 0,0 1 0 0 0,0-1 1 0 0,0 1-1 0 0,0 0 0 0 0,0-1 0 0 0,-1 1 0 0 0,1 0 0 0 0,-1 0 1 0 0,0 0-1 0 0,1 1 0 0 0,-2-1 0 0 0,1 0 0 0 0,0 0 0 0 0,-1 0 1 0 0,1 1-1 0 0,-1-1 0 0 0,0 0 0 0 0,0 1 0 0 0,0-1 1 0 0,-1 7-1 0 0,-1-8-62 0 0,0 1 1 0 0,1-1-1 0 0,-1 0 0 0 0,0 1 1 0 0,0-1-1 0 0,0 0 0 0 0,0 0 1 0 0,-1-1-1 0 0,1 1 1 0 0,-1 0-1 0 0,1-1 0 0 0,-1 1 1 0 0,1-1-1 0 0,-1 0 1 0 0,-5 2-1 0 0,-2 0-134 0 0,-1 0-1 0 0,0-1 1 0 0,0-1-1 0 0,0 0 1 0 0,0 0 0 0 0,-1-1-1 0 0,-18-2 1 0 0,-80-19-250 0 0,44 7-1086 0 0,-64-8-5053 0 0,44 10-4249 0 0,36 7-1379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4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1 200 0 0,'0'0'5192'0'0,"-14"4"-3636"0"0,4-3-1939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41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1 940 0 0,'0'0'4697'0'0,"-16"1"-4597"0"0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4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1280 0 0,'0'0'3616'0'0,"-3"7"-3664"0"0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2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77 119 1768 0 0,'-15'-4'3605'0'0,"8"1"-2695"0"0,0-1 0 0 0,1 0-1 0 0,-1 0 1 0 0,1-1 0 0 0,0 0-1 0 0,-6-6 1 0 0,11 10-586 0 0,0-1-41 0 0,-5-6-39 0 0,5 6-43 0 0,0-10 236 0 0,2 9-420 0 0,0-1 0 0 0,1 1 0 0 0,0 0 0 0 0,0 0 0 0 0,0 0 1 0 0,0 1-1 0 0,0-1 0 0 0,1 0 0 0 0,-1 1 0 0 0,1 0 0 0 0,0-1 0 0 0,0 1 0 0 0,0 0 0 0 0,0 0 1 0 0,0 1-1 0 0,0-1 0 0 0,0 1 0 0 0,0-1 0 0 0,1 1 0 0 0,-1 0 0 0 0,0 0 0 0 0,1 0 0 0 0,3 0 1 0 0,0 0-21 0 0,0 0 1 0 0,-1 1 0 0 0,1-1-1 0 0,0 1 1 0 0,0 0 0 0 0,0 1 0 0 0,0 0-1 0 0,-1 0 1 0 0,1 0 0 0 0,0 1 0 0 0,10 4-1 0 0,-11-3-7 0 0,1 0-1 0 0,-1 1 1 0 0,0-1-1 0 0,-1 1 1 0 0,1 1 0 0 0,-1-1-1 0 0,0 1 1 0 0,0 0-1 0 0,0 0 1 0 0,-1 0-1 0 0,1 1 1 0 0,-1 0 0 0 0,-1 0-1 0 0,5 8 1 0 0,-4-6 26 0 0,-1 1 0 0 0,0 1 1 0 0,-1-1-1 0 0,0 0 1 0 0,0 1-1 0 0,-1-1 0 0 0,0 1 1 0 0,-1-1-1 0 0,-1 15 1 0 0,-1-4 87 0 0,-1 0 1 0 0,-1 0-1 0 0,-1 0 1 0 0,-1 0-1 0 0,-1-1 1 0 0,0 0-1 0 0,-1-1 1 0 0,-2 0-1 0 0,-14 23 1 0 0,-14 16 795 0 0,38-56-650 0 0,30-18-243 0 0,-23 15-10 0 0,0 0 1 0 0,0 0 0 0 0,0 0 0 0 0,1 1-1 0 0,-1 0 1 0 0,1 1 0 0 0,-1 0-1 0 0,0 0 1 0 0,1 0 0 0 0,-1 1-1 0 0,1 0 1 0 0,-1 0 0 0 0,0 1-1 0 0,0 0 1 0 0,0 0 0 0 0,0 1-1 0 0,0 0 1 0 0,9 5 0 0 0,-5-1 64 0 0,1 0 0 0 0,-2 1 1 0 0,1 0-1 0 0,-1 1 0 0 0,0 0 1 0 0,-1 1-1 0 0,0-1 1 0 0,-1 2-1 0 0,14 20 0 0 0,-18-25 86 0 0,0 1 0 0 0,-1-1 0 0 0,0 1-1 0 0,0 0 1 0 0,0 0 0 0 0,-1 0 0 0 0,0 0-1 0 0,-1 1 1 0 0,1-1 0 0 0,-1 1 0 0 0,-1-1 0 0 0,1 1-1 0 0,-2 12 1 0 0,0-14-36 0 0,0-1-1 0 0,-1 0 0 0 0,1 0 0 0 0,-1 0 1 0 0,0 0-1 0 0,-1 0 0 0 0,1 0 1 0 0,-1 0-1 0 0,0-1 0 0 0,0 1 1 0 0,0-1-1 0 0,-1 0 0 0 0,1 0 0 0 0,-1 0 1 0 0,0-1-1 0 0,0 1 0 0 0,-1-1 1 0 0,1 0-1 0 0,-9 5 0 0 0,1-3 31 0 0,1 1-1 0 0,-1-2 0 0 0,0 0 0 0 0,0 0 1 0 0,-1-1-1 0 0,1 0 0 0 0,-1-1 1 0 0,0-1-1 0 0,1 0 0 0 0,-18-1 0 0 0,7-1-57 0 0,-1-2 0 0 0,1 0 0 0 0,0-2 0 0 0,-36-12 0 0 0,55 16-229 0 0,1 0-1 0 0,-1 0 1 0 0,1 0-1 0 0,0-1 0 0 0,-1 1 1 0 0,1-1-1 0 0,0 0 1 0 0,0 0-1 0 0,0 0 0 0 0,0-1 1 0 0,1 1-1 0 0,-1-1 0 0 0,1 1 1 0 0,-4-6-1 0 0,6 7-11 0 0,-1 0 0 0 0,1 0 0 0 0,0 1-1 0 0,0-1 1 0 0,1 0 0 0 0,-1 0 0 0 0,0 0 0 0 0,0 0 0 0 0,0 0-1 0 0,1 0 1 0 0,-1 0 0 0 0,0 0 0 0 0,1 1 0 0 0,-1-1-1 0 0,1 0 1 0 0,-1 0 0 0 0,1 0 0 0 0,-1 1 0 0 0,1-1 0 0 0,0 0-1 0 0,-1 1 1 0 0,1-1 0 0 0,0 0 0 0 0,-1 1 0 0 0,1-1 0 0 0,0 1-1 0 0,1-1 1 0 0,0-1 49 0 0,6-3-1418 0 0,1 0-1 0 0,-1 0 1 0 0,1 0 0 0 0,16-5 0 0 0,-18 7 312 0 0,15-5-3515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2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102 220 1332 0 0,'-3'0'1835'0'0,"-63"-13"5369"0"0,63 13-6590 0 0,-13-3 359 0 0,13 2-611 0 0,-8 1 1171 0 0,30 4-1474 0 0,0-2 1 0 0,0 1 0 0 0,0-2-1 0 0,1-1 1 0 0,28-2 0 0 0,-23 1-25 0 0,161-10 142 0 0,-115 5-315 0 0,-69 6 106 0 0,-1 0 0 0 0,1 0 0 0 0,-1 0 0 0 0,0 0 0 0 0,1 0 0 0 0,-1-1 0 0 0,1 1 0 0 0,-1 0 0 0 0,0-1 0 0 0,1 1 0 0 0,-1-1 0 0 0,0 0 0 0 0,1 1 0 0 0,-1-1 0 0 0,0 0 0 0 0,0 0 0 0 0,0 0 1 0 0,0 0-1 0 0,0 0 0 0 0,0 0 0 0 0,0 0 0 0 0,0 0 0 0 0,0 0 0 0 0,0 0 0 0 0,-1-1 0 0 0,1 1 0 0 0,0 0 0 0 0,-1-1 0 0 0,1 1 0 0 0,-1 0 0 0 0,0-1 0 0 0,1 1 0 0 0,-1 0 0 0 0,0-1 0 0 0,0 1 0 0 0,0-1 0 0 0,0 1 0 0 0,0-1 0 0 0,0 1 0 0 0,0 0 0 0 0,-1-3 0 0 0,-1-7-24 0 0,0 1 1 0 0,-2 0-1 0 0,1 0 1 0 0,-8-16-1 0 0,3 9 100 0 0,-15-42 1373 0 0,22 57-1339 0 0,0-4 214 0 0,6 12-264 0 0,0 0 0 0 0,-1 1 0 0 0,0 0 0 0 0,0 0-1 0 0,0 0 1 0 0,-1 1 0 0 0,1-1 0 0 0,-2 1 0 0 0,1 0 0 0 0,-1-1 0 0 0,-1 1 0 0 0,1 0 0 0 0,-1 11 0 0 0,0-6 50 0 0,0 0 1 0 0,-1-1-1 0 0,-1 1 0 0 0,0 0 0 0 0,-1 0 1 0 0,0-1-1 0 0,-8 24 0 0 0,-1-7-42 0 0,-2-1-1 0 0,-32 52 1 0 0,16-38-2379 0 0,-5-5-3486 0 0,22-26 786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28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60 0 0,'0'0'10631'0'0,"5"9"-9914"0"0,18-3-274 0 0,0-2 1 0 0,47 3 0 0 0,54-5-95 0 0,-94-2-260 0 0,478-14 248 0 0,-401 10-310 0 0,11 0 0 0 0,666-8-46 0 0,90 27 47 0 0,-316-26-18 0 0,-425 5 9 0 0,-130 6-6 0 0,44 0-34 0 0,-47-1 21 0 0,0 1 0 0 0,0 0 0 0 0,1 0 1 0 0,-1 0-1 0 0,0 0 0 0 0,0-1 0 0 0,1 1 0 0 0,-1 0 0 0 0,0 0 0 0 0,1 0 1 0 0,-1 0-1 0 0,0 0 0 0 0,1 0 0 0 0,-1 0 0 0 0,0 0 0 0 0,1 0 0 0 0,-1 0 1 0 0,0 0-1 0 0,0 0 0 0 0,1 0 0 0 0,-1 0 0 0 0,0 0 0 0 0,1 0 0 0 0,-1 0 1 0 0,0 0-1 0 0,1 1 0 0 0,-1-1 0 0 0,0 0 0 0 0,0 0 0 0 0,1 0 1 0 0,-1 0-1 0 0,0 1 0 0 0,0-1 0 0 0,1 0 0 0 0,-1 1 0 0 0,10 4 4 0 0,-1 14 78 0 0,-5-7 633 0 0,4 5-364 0 0,-1 0 1 0 0,-1 1-1 0 0,0 0 0 0 0,-1 0 1 0 0,4 33-1 0 0,-1-6-23 0 0,3 25-42 0 0,-4 0-1 0 0,-2 134 0 0 0,-4-63-159 0 0,0 142 276 0 0,1 48 420 0 0,4-162-85 0 0,-5-126-413 0 0,-1-41-270 0 0,1 1-20 0 0,0 1 0 0 0,-1 0 0 0 0,1-1 0 0 0,-1 1 1 0 0,0 0-1 0 0,0-1 0 0 0,-1 1 0 0 0,0 5 1 0 0,0-8-6 0 0,0 32 264 0 0,4-19 41 0 0,-3-13-304 0 0,14 3 93 0 0,25 3-21 0 0,-1-2 0 0 0,1-2 0 0 0,45-2-1 0 0,-18 0-63 0 0,587 16 12 0 0,-456-13-53 0 0,137 6 0 0 0,-206-5 27 0 0,-125-5-6 0 0,42 3 256 0 0,-42-3-230 0 0,22 12 140 0 0,-23-9-155 0 0,14 22 268 0 0,-12-14-227 0 0,1 0-1 0 0,-1 0 0 0 0,-1 0 0 0 0,0 0 0 0 0,0 1 0 0 0,1 21 0 0 0,-1 74 418 0 0,-3-77-347 0 0,-39 813 2081 0 0,36-811-2126 0 0,-48 621 1199 0 0,51-650-1291 0 0,-95 796 1664 0 0,-8-223-1210 0 0,-31 182 617 0 0,3 48 354 0 0,-50 293-694 0 0,2 92-688 0 0,134-713-46 0 0,23-206 0 0 0,-5 55 0 0 0,26-313 0 0 0,0 0 0 0 0,-1-2 0 0 0,2-2 0 0 0,0 1 0 0 0,-2-1 0 0 0,1 0 0 0 0,-1 2 0 0 0,2-2 0 0 0,-2 1 0 0 0,1-1 0 0 0,0 1 0 0 0,0-1 0 0 0,1 0 0 0 0,-2 1 0 0 0,2-1 0 0 0,-1 0 0 0 0,0 0 0 0 0,0 0 0 0 0,1 1 0 0 0,-1 1 0 0 0,0 0 0 0 0,1 2 0 0 0,0-2 0 0 0,0-1 0 0 0,-1-1 0 0 0,0 0 0 0 0,0 2 0 0 0,1 0 0 0 0,-1-2 0 0 0,-1-2 0 0 0,1 1 0 0 0,-3 0 0 0 0,0 0 0 0 0,1-1 0 0 0,-1 1 0 0 0,1 0 0 0 0,-1 2 0 0 0,0-2 0 0 0,1 0 0 0 0,1 2 0 0 0,-1 0 0 0 0,-1-1 0 0 0,1 0 0 0 0,1-1 0 0 0,0 0 0 0 0,0 1 0 0 0,-1-1 0 0 0,0-1 0 0 0,1-1-33 0 0,0-40-6779 0 0,5 9 1758 0 0,0-2-3994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3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250 164 616 0 0,'-28'-30'7330'0'0,"27"29"-6847"0"0,-20-9 2032 0 0,19 10-2452 0 0,0 1 1 0 0,0 0 0 0 0,0 0 0 0 0,0 0 0 0 0,0 0 0 0 0,0 0-1 0 0,1 0 1 0 0,-1 0 0 0 0,0 1 0 0 0,1-1 0 0 0,-1 1 0 0 0,1-1-1 0 0,-1 1 1 0 0,1-1 0 0 0,0 1 0 0 0,0 0 0 0 0,-1 0 0 0 0,1 0-1 0 0,1-1 1 0 0,-1 1 0 0 0,0 0 0 0 0,0 0 0 0 0,1 0-1 0 0,-1 1 1 0 0,1-1 0 0 0,-1 0 0 0 0,1 4 0 0 0,0-3 29 0 0,-1 0 0 0 0,1 1 1 0 0,0-1-1 0 0,0 1 1 0 0,0-1-1 0 0,0 0 0 0 0,0 1 1 0 0,1-1-1 0 0,0 1 0 0 0,0-1 1 0 0,0 0-1 0 0,0 0 1 0 0,0 0-1 0 0,0 1 0 0 0,1-1 1 0 0,0 0-1 0 0,3 4 0 0 0,-3-6-59 0 0,-1 1-1 0 0,1-1 0 0 0,0 0 0 0 0,0 0 0 0 0,0 0 0 0 0,0-1 1 0 0,0 1-1 0 0,0 0 0 0 0,0-1 0 0 0,1 1 0 0 0,-1-1 1 0 0,0 0-1 0 0,0 1 0 0 0,0-1 0 0 0,0 0 0 0 0,0-1 0 0 0,1 1 1 0 0,-1 0-1 0 0,0-1 0 0 0,0 1 0 0 0,0-1 0 0 0,0 1 1 0 0,0-1-1 0 0,0 0 0 0 0,2-1 0 0 0,0 0-18 0 0,0 0 1 0 0,-1 1-1 0 0,1-2 1 0 0,-1 1-1 0 0,0 0 0 0 0,0-1 1 0 0,0 1-1 0 0,0-1 0 0 0,0 0 1 0 0,0 0-1 0 0,-1 0 1 0 0,1 0-1 0 0,-1-1 0 0 0,0 1 1 0 0,0 0-1 0 0,0-1 0 0 0,-1 0 1 0 0,1 1-1 0 0,-1-1 0 0 0,0 0 1 0 0,0 0-1 0 0,0 0 1 0 0,0-6-1 0 0,0 0 15 0 0,0-1 0 0 0,-1 0 0 0 0,0 0 0 0 0,-1 1-1 0 0,0-1 1 0 0,-1 1 0 0 0,-4-14 0 0 0,5 20-31 0 0,1 1 1 0 0,-1 0-1 0 0,0 0 1 0 0,-1 0-1 0 0,1 1 0 0 0,0-1 1 0 0,-1 0-1 0 0,0 0 0 0 0,0 1 1 0 0,0-1-1 0 0,0 1 1 0 0,0-1-1 0 0,0 1 0 0 0,0 0 1 0 0,-1 0-1 0 0,1 0 0 0 0,-1 0 1 0 0,0 0-1 0 0,1 1 1 0 0,-1-1-1 0 0,0 1 0 0 0,0 0 1 0 0,0 0-1 0 0,0 0 0 0 0,0 0 1 0 0,0 0-1 0 0,0 1 1 0 0,-6-1-1 0 0,3 1-1 0 0,0 0 0 0 0,0 1 0 0 0,0 0 0 0 0,0 0 0 0 0,1 1 0 0 0,-1-1 0 0 0,1 1 0 0 0,-1 0 0 0 0,1 1 1 0 0,-1-1-1 0 0,1 1 0 0 0,0 0 0 0 0,0 1 0 0 0,-8 6 0 0 0,1 2 12 0 0,0 0 0 0 0,0 0 0 0 0,2 1 0 0 0,-1 1-1 0 0,2 0 1 0 0,0 0 0 0 0,-9 19 0 0 0,13-21-2 0 0,0-1 0 0 0,1 1 0 0 0,0 0 0 0 0,1 0 0 0 0,0 0-1 0 0,1 0 1 0 0,0 1 0 0 0,1-1 0 0 0,0 1 0 0 0,2 17 0 0 0,0-26-5 0 0,-1 0 0 0 0,1 0 0 0 0,0 0 0 0 0,0 0 0 0 0,0 0-1 0 0,1-1 1 0 0,-1 1 0 0 0,1 0 0 0 0,0-1 0 0 0,0 1 0 0 0,0-1 0 0 0,1 0 0 0 0,-1 0 0 0 0,1 0 0 0 0,5 5 0 0 0,-3-4 5 0 0,0 0 1 0 0,0-1-1 0 0,1 0 1 0 0,0 0-1 0 0,-1 0 1 0 0,1 0-1 0 0,0-1 0 0 0,0 0 1 0 0,8 1-1 0 0,5 0-106 0 0,0-1 0 0 0,0-1 1 0 0,0 0-1 0 0,1-2 0 0 0,29-3 0 0 0,-26 0-329 0 0,0 0 0 0 0,0-1 0 0 0,0-1 0 0 0,-1-1 0 0 0,0-2 0 0 0,27-13 0 0 0,-37 16 271 0 0,-1-1-1 0 0,1-1 1 0 0,-1 0 0 0 0,-1 0 0 0 0,1-1 0 0 0,-1 0 0 0 0,-1-1 0 0 0,0 0 0 0 0,0-1 0 0 0,-1 0 0 0 0,-1 0-1 0 0,8-15 1 0 0,-5 6 257 0 0,-1 0 0 0 0,-1 0 0 0 0,0-1 0 0 0,-2 0 0 0 0,-1 0 0 0 0,0 0 0 0 0,-2-1 0 0 0,2-24 0 0 0,-14 79 270 0 0,6-15-155 0 0,1 1 1 0 0,0-1-1 0 0,2 1 0 0 0,0-1 1 0 0,4 26-1 0 0,-3-39-183 0 0,0 0-1 0 0,1 0 0 0 0,-1 0 0 0 0,1 0 1 0 0,0 0-1 0 0,0-1 0 0 0,0 1 0 0 0,1-1 1 0 0,0 1-1 0 0,-1-1 0 0 0,2 0 1 0 0,-1 0-1 0 0,0 0 0 0 0,1-1 0 0 0,0 1 1 0 0,0-1-1 0 0,0 0 0 0 0,0 0 1 0 0,0 0-1 0 0,1 0 0 0 0,-1-1 0 0 0,1 0 1 0 0,-1 0-1 0 0,7 2 0 0 0,-1-1-20 0 0,0-1 0 0 0,0 0-1 0 0,0-1 1 0 0,1 0 0 0 0,-1 0-1 0 0,0-1 1 0 0,0-1 0 0 0,0 0-1 0 0,1 0 1 0 0,-1 0-1 0 0,0-2 1 0 0,0 1 0 0 0,-1-1-1 0 0,1-1 1 0 0,0 0 0 0 0,-1 0-1 0 0,0 0 1 0 0,0-1 0 0 0,-1-1-1 0 0,1 0 1 0 0,-1 0 0 0 0,0 0-1 0 0,0-1 1 0 0,-1-1 0 0 0,0 1-1 0 0,-1-1 1 0 0,1 0 0 0 0,-1 0-1 0 0,-1-1 1 0 0,6-11 0 0 0,2-10 306 0 0,-2-1 1 0 0,11-46-1 0 0,-21 74-213 0 0,-8 36 16 0 0,0-8-16 0 0,-9 115 1559 0 0,3 162 0 0 0,10-168-1119 0 0,-1-25-187 0 0,-32 413 522 0 0,33-502-866 0 0,0 4 194 0 0,-1 0 0 0 0,-9 25 0 0 0,11-43-138 0 0,1-1 0 0 0,-1 0 0 0 0,-1 0 0 0 0,1 0 0 0 0,-1 0 0 0 0,0 0 0 0 0,0 0 1 0 0,0-1-1 0 0,0 1 0 0 0,-1-1 0 0 0,0 0 0 0 0,0 0 0 0 0,0-1 0 0 0,-8 6 0 0 0,9-7-51 0 0,0-1 0 0 0,0 0 0 0 0,0-1 0 0 0,0 1-1 0 0,0 0 1 0 0,0-1 0 0 0,0 0 0 0 0,0 0 0 0 0,0 0-1 0 0,0 0 1 0 0,0 0 0 0 0,0 0 0 0 0,0-1 0 0 0,0 1-1 0 0,0-1 1 0 0,0 0 0 0 0,0 0 0 0 0,1 0 0 0 0,-1-1-1 0 0,0 1 1 0 0,0-1 0 0 0,-3-2 0 0 0,-5-3 21 0 0,1-1 0 0 0,0 1 0 0 0,1-2 1 0 0,-11-11-1 0 0,4 3-9 0 0,1-2-1 0 0,1 0 1 0 0,1 0 0 0 0,0-1 0 0 0,2-1-1 0 0,0 0 1 0 0,2-1 0 0 0,0 0 0 0 0,-11-41-1 0 0,16 44-42 0 0,1 0 0 0 0,0 1-1 0 0,2-1 1 0 0,0 0-1 0 0,1 0 1 0 0,1 0-1 0 0,0 0 1 0 0,2 0 0 0 0,0 0-1 0 0,1 0 1 0 0,1 1-1 0 0,12-30 1 0 0,-5 23-217 0 0,1 1 1 0 0,2 0 0 0 0,0 1 0 0 0,1 0-1 0 0,2 2 1 0 0,0 0 0 0 0,1 1-1 0 0,1 0 1 0 0,23-16 0 0 0,82-54-4103 0 0,5 12-4415 0 0,-93 58 3371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3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224 536 2692 0 0,'-3'1'1748'0'0,"-5"4"-130"0"0,-1 0-1 0 0,1 0 1 0 0,-9 8-1 0 0,13-10-1236 0 0,0 1 0 0 0,0 0 0 0 0,0 0 1 0 0,0 1-1 0 0,1-1 0 0 0,-1 1 0 0 0,-2 6 0 0 0,5-10-355 0 0,1 0-1 0 0,-1 0 1 0 0,1-1 0 0 0,0 1-1 0 0,-1 0 1 0 0,1 0-1 0 0,0 0 1 0 0,0 0-1 0 0,0 0 1 0 0,0 0 0 0 0,0 0-1 0 0,0 0 1 0 0,0 0-1 0 0,0 0 1 0 0,0 0-1 0 0,0 0 1 0 0,1 0 0 0 0,-1-1-1 0 0,0 1 1 0 0,1 0-1 0 0,-1 0 1 0 0,0 0-1 0 0,1 0 1 0 0,-1 0 0 0 0,1-1-1 0 0,0 1 1 0 0,-1 0-1 0 0,1-1 1 0 0,-1 1-1 0 0,1 0 1 0 0,0-1 0 0 0,0 1-1 0 0,-1 0 1 0 0,1-1-1 0 0,0 1 1 0 0,0-1-1 0 0,0 0 1 0 0,0 1 0 0 0,3 1 5 0 0,-1-1 0 0 0,0 0 1 0 0,0 0-1 0 0,0 0 1 0 0,1 0-1 0 0,-1-1 1 0 0,1 1-1 0 0,-1-1 1 0 0,6 0-1 0 0,-3 0-12 0 0,-1-1-1 0 0,0 1 1 0 0,1-1 0 0 0,-1 0-1 0 0,0-1 1 0 0,0 1-1 0 0,0-1 1 0 0,0 0-1 0 0,-1-1 1 0 0,1 1-1 0 0,0-1 1 0 0,7-5-1 0 0,-9 4-14 0 0,0 1 0 0 0,0-1 0 0 0,0 1 0 0 0,0-1 0 0 0,0 0 0 0 0,-1 0 0 0 0,0 0 0 0 0,0 0 0 0 0,0-1 0 0 0,0 1 0 0 0,-1-1 0 0 0,0 1 0 0 0,1-1 0 0 0,-2 1-1 0 0,2-8 1 0 0,-2 5-4 0 0,1 0-1 0 0,-1-1 0 0 0,0 1 0 0 0,-1 0 0 0 0,0 0 1 0 0,0 0-1 0 0,-1 0 0 0 0,-2-8 0 0 0,3 12-3 0 0,-1-1 0 0 0,1 0 1 0 0,-1 0-1 0 0,0 1 0 0 0,0-1 0 0 0,0 1 0 0 0,-1-1 1 0 0,1 1-1 0 0,-1 0 0 0 0,0 0 0 0 0,0 0 0 0 0,0 1 0 0 0,0-1 1 0 0,-6-3-1 0 0,7 5 3 0 0,0 1 0 0 0,0-1 0 0 0,-1 1 0 0 0,1 0 0 0 0,0 0 0 0 0,0 0 1 0 0,0 0-1 0 0,0 0 0 0 0,0 0 0 0 0,0 1 0 0 0,-1-1 0 0 0,1 1 0 0 0,0-1 0 0 0,0 1 0 0 0,-2 1 1 0 0,1-1 1 0 0,-4 2-2 0 0,-1 1 1 0 0,1 0-1 0 0,0 0 0 0 0,0 0 0 0 0,0 1 0 0 0,1 0 1 0 0,0 1-1 0 0,-1-1 0 0 0,2 1 0 0 0,-10 13 1 0 0,-3 5 34 0 0,-23 41 1 0 0,27-40 4 0 0,2 0-1 0 0,0 0 1 0 0,-11 38-1 0 0,20-54-28 0 0,0 0-1 0 0,1 1 1 0 0,1-1 0 0 0,-1 0-1 0 0,1 1 1 0 0,1-1 0 0 0,0 1-1 0 0,0-1 1 0 0,1 1 0 0 0,0-1-1 0 0,1 1 1 0 0,0-1-1 0 0,5 16 1 0 0,-5-22-9 0 0,-1 0 0 0 0,1 1 0 0 0,0-1 0 0 0,0 0 0 0 0,0-1 0 0 0,1 1 0 0 0,-1 0 0 0 0,0 0 0 0 0,1-1 0 0 0,0 0 0 0 0,0 1 0 0 0,0-1 0 0 0,0 0 0 0 0,5 3 0 0 0,-2-3 5 0 0,-1 0-1 0 0,1 0 1 0 0,-1-1 0 0 0,1 0 0 0 0,0 0 0 0 0,0 0-1 0 0,-1 0 1 0 0,10-1 0 0 0,-2-1-34 0 0,0 0-1 0 0,-1-1 1 0 0,1-1-1 0 0,-1 0 1 0 0,1 0-1 0 0,-1-1 1 0 0,18-9-1 0 0,-14 4-139 0 0,0-1 0 0 0,-1 0-1 0 0,-1-1 1 0 0,0-1-1 0 0,-1 0 1 0 0,0-1-1 0 0,0 0 1 0 0,-2-1-1 0 0,1-1 1 0 0,-2 1-1 0 0,0-2 1 0 0,-1 1-1 0 0,12-29 1 0 0,-6 7 37 0 0,-2 0-1 0 0,-1-1 1 0 0,-2 0-1 0 0,-1-1 1 0 0,3-48-1 0 0,-9 32 264 0 0,-3 1-1 0 0,-3-1 1 0 0,-13-82-1 0 0,12 104 115 0 0,-6-22 89 0 0,10 55-332 0 0,0 0 0 0 0,0-1 0 0 0,0 1 0 0 0,0 0 0 0 0,0-1 0 0 0,0 1 0 0 0,0 0 0 0 0,0-1 0 0 0,0 1 0 0 0,0 0 0 0 0,0-1 0 0 0,0 1 0 0 0,-1 0 0 0 0,1 0 0 0 0,0-1 0 0 0,0 1 0 0 0,0 0 0 0 0,0-1 0 0 0,-1 1 0 0 0,1 0 0 0 0,0 0 0 0 0,0-1 0 0 0,-1 1 0 0 0,1 0 0 0 0,0 0 0 0 0,0 0 0 0 0,-1-1 0 0 0,1 1 0 0 0,0 0 0 0 0,-1 0 0 0 0,1 0 0 0 0,-1 0 0 0 0,-6 7 75 0 0,-4 18 20 0 0,1 30 517 0 0,3 1 1 0 0,-1 71-1 0 0,8-111-470 0 0,-3 69 693 0 0,9 94-1 0 0,-2-142-741 0 0,1-1 0 0 0,2 1 0 0 0,1-1 0 0 0,2 0 0 0 0,16 38 0 0 0,-20-59-73 0 0,2-1 0 0 0,0 1 0 0 0,0-1 0 0 0,1-1 0 0 0,1 0 0 0 0,0 0 0 0 0,15 14 0 0 0,-18-21-17 0 0,0 0 0 0 0,0 0 0 0 0,0-1 1 0 0,0 0-1 0 0,1 0 0 0 0,0-1 0 0 0,0 0 0 0 0,0 0 0 0 0,1-1 1 0 0,-1 0-1 0 0,1 0 0 0 0,0-1 0 0 0,0 0 0 0 0,14 1 0 0 0,-17-4-5 0 0,1 1-1 0 0,-1-1 0 0 0,1 0 0 0 0,-1 0 0 0 0,0-1 0 0 0,1 0 1 0 0,-1 0-1 0 0,0-1 0 0 0,0 1 0 0 0,0-1 0 0 0,-1 0 0 0 0,1-1 1 0 0,-1 0-1 0 0,1 1 0 0 0,-1-2 0 0 0,-1 1 0 0 0,1-1 0 0 0,0 1 1 0 0,-1-1-1 0 0,4-6 0 0 0,3-4-15 0 0,0-1 1 0 0,-2-1-1 0 0,0 0 0 0 0,0 0 0 0 0,9-29 1 0 0,-10 15-5 0 0,0 1 0 0 0,-2-1 1 0 0,-1-1-1 0 0,-2 1 0 0 0,-1-1 1 0 0,-1 0-1 0 0,-5-41 0 0 0,4 73 16 0 0,0-1 0 0 0,0 0 0 0 0,0 1-1 0 0,0-1 1 0 0,0 0 0 0 0,0 1 0 0 0,0-1 0 0 0,-1 0-1 0 0,1 1 1 0 0,0-1 0 0 0,0 0 0 0 0,0 1-1 0 0,-1-1 1 0 0,1 0 0 0 0,0 1 0 0 0,-1-1 0 0 0,1 0-1 0 0,-1 1 1 0 0,1-1 0 0 0,-1 1 0 0 0,1-1-1 0 0,-1 1 1 0 0,1-1 0 0 0,-1 1 0 0 0,0-1 0 0 0,0 1 1 0 0,1 0 0 0 0,-1 0 0 0 0,0 0 0 0 0,1 1 0 0 0,-1-1 0 0 0,0 0 0 0 0,0 0 0 0 0,1 0 0 0 0,-1 1 0 0 0,1-1 0 0 0,-1 0 0 0 0,0 1 0 0 0,1-1 0 0 0,-1 1 0 0 0,1-1 0 0 0,-1 1 0 0 0,1-1 0 0 0,-1 1 0 0 0,0 0 0 0 0,-3 3 0 0 0,1 0 0 0 0,0 0 0 0 0,0 1 0 0 0,0-1 0 0 0,-3 9 0 0 0,-6 17 20 0 0,2 0-1 0 0,2 1 1 0 0,-7 42 0 0 0,13-59-9 0 0,0-1-1 0 0,1 1 1 0 0,1 0-1 0 0,1-1 1 0 0,0 1-1 0 0,0 0 1 0 0,1-1 0 0 0,1 1-1 0 0,0-1 1 0 0,8 19-1 0 0,-9-28-13 0 0,0 0 1 0 0,0 0-1 0 0,0-1 0 0 0,0 1 0 0 0,0 0 0 0 0,1-1 0 0 0,0 0 0 0 0,-1 1 1 0 0,1-1-1 0 0,1 0 0 0 0,-1-1 0 0 0,0 1 0 0 0,1-1 0 0 0,-1 1 0 0 0,1-1 0 0 0,0 0 1 0 0,0 0-1 0 0,0-1 0 0 0,0 1 0 0 0,0-1 0 0 0,0 0 0 0 0,0 0 0 0 0,0 0 0 0 0,1 0 1 0 0,-1-1-1 0 0,0 0 0 0 0,0 0 0 0 0,1 0 0 0 0,-1 0 0 0 0,0-1 0 0 0,0 1 1 0 0,5-2-1 0 0,1-1-93 0 0,-1 0 0 0 0,0 0 1 0 0,0 0-1 0 0,0-1 1 0 0,-1-1-1 0 0,1 0 1 0 0,-1 0-1 0 0,0 0 0 0 0,0-1 1 0 0,-1 0-1 0 0,0-1 1 0 0,0 1-1 0 0,8-12 1 0 0,1-6-71 0 0,-2 0 1 0 0,0-1-1 0 0,-2-1 1 0 0,-1 0-1 0 0,14-51 1 0 0,8-18 13 0 0,-33 95 152 0 0,0-1 0 0 0,1 0 0 0 0,-1 0 0 0 0,0 0 0 0 0,0 0 1 0 0,1 1-1 0 0,-1-1 0 0 0,1 0 0 0 0,-1 0 0 0 0,1 1 0 0 0,-1-1 0 0 0,1 0 1 0 0,-1 0-1 0 0,1 1 0 0 0,0-1 0 0 0,-1 1 0 0 0,1-1 0 0 0,0 1 0 0 0,-1-1 1 0 0,1 1-1 0 0,0-1 0 0 0,0 1 0 0 0,0 0 0 0 0,-1-1 0 0 0,1 1 0 0 0,0 0 1 0 0,1-1-1 0 0,0 2 1 0 0,-1-1 1 0 0,0 1-1 0 0,0-1 0 0 0,1 1 1 0 0,-1-1-1 0 0,0 1 1 0 0,0 0-1 0 0,0 0 1 0 0,0-1-1 0 0,0 1 1 0 0,0 0-1 0 0,0 0 0 0 0,0 0 1 0 0,0 0-1 0 0,1 3 1 0 0,6 7 78 0 0,-2 0 1 0 0,11 23-1 0 0,-15-29-7 0 0,16 40 204 0 0,-2 0 0 0 0,-2 0 1 0 0,12 70-1 0 0,-24-107-189 0 0,-1 0 0 0 0,0 0 1 0 0,0-1-1 0 0,-1 1 0 0 0,0 0 0 0 0,0 0 1 0 0,-2 8-1 0 0,2-16-80 0 0,0 0-1 0 0,0 1 1 0 0,0-1 0 0 0,0 1 0 0 0,0-1-1 0 0,0 0 1 0 0,0 1 0 0 0,0-1 0 0 0,-1 1-1 0 0,1-1 1 0 0,0 0 0 0 0,0 1-1 0 0,0-1 1 0 0,0 1 0 0 0,-1-1 0 0 0,1 0-1 0 0,0 1 1 0 0,0-1 0 0 0,-1 0 0 0 0,1 0-1 0 0,0 1 1 0 0,-1-1 0 0 0,1 0 0 0 0,0 0-1 0 0,-1 1 1 0 0,1-1 0 0 0,0 0-1 0 0,-1 0 1 0 0,1 0 0 0 0,-1 0 0 0 0,1 1-1 0 0,0-1 1 0 0,-1 0 0 0 0,1 0 0 0 0,-1 0-1 0 0,1 0 1 0 0,-1 0 0 0 0,1 0 0 0 0,0 0-1 0 0,-1 0 1 0 0,1 0 0 0 0,-1 0-1 0 0,1 0 1 0 0,0-1 0 0 0,-1 1 0 0 0,1 0-1 0 0,-1 0 1 0 0,1 0 0 0 0,0 0 0 0 0,-1-1-1 0 0,1 1 1 0 0,-14-14 93 0 0,11 8-93 0 0,0 0 0 0 0,0-1 0 0 0,1 1 0 0 0,-1-1 0 0 0,2 0 1 0 0,-1 1-1 0 0,1-1 0 0 0,0 0 0 0 0,0-9 0 0 0,1-3-31 0 0,4-39-1 0 0,-2 46 17 0 0,0 1-1 0 0,1-1 1 0 0,0 1 0 0 0,1 0-1 0 0,0 0 1 0 0,1 0-1 0 0,0 1 1 0 0,1-1-1 0 0,12-16 1 0 0,-13 21 0 0 0,-1 0 0 0 0,1 0 1 0 0,0 1-1 0 0,1 0 0 0 0,-1 0 1 0 0,1 0-1 0 0,0 1 0 0 0,0 0 0 0 0,1 0 1 0 0,-1 1-1 0 0,1-1 0 0 0,0 1 0 0 0,0 1 1 0 0,0-1-1 0 0,0 1 0 0 0,9-1 1 0 0,-11 2 5 0 0,0 1 0 0 0,0 0 1 0 0,0 1-1 0 0,0-1 0 0 0,0 1 1 0 0,0 0-1 0 0,0 0 1 0 0,0 1-1 0 0,-1-1 0 0 0,1 1 1 0 0,0 0-1 0 0,-1 0 0 0 0,1 1 1 0 0,-1-1-1 0 0,0 1 0 0 0,0 0 1 0 0,0 0-1 0 0,0 1 0 0 0,-1-1 1 0 0,1 1-1 0 0,3 5 1 0 0,3 4 14 0 0,0 1 0 0 0,-1 0 0 0 0,0 0 1 0 0,11 29-1 0 0,-10-18 124 0 0,11 48-1 0 0,-21-72-79 0 0,3-35-84 0 0,-1 19 17 0 0,0 1 1 0 0,1 0-1 0 0,1 0 1 0 0,0 0-1 0 0,1 0 1 0 0,6-13-1 0 0,-7 19 0 0 0,0 1 0 0 0,0 0 0 0 0,1 0 0 0 0,0 0 0 0 0,0 1 0 0 0,0 0 0 0 0,1 0-1 0 0,0 0 1 0 0,0 1 0 0 0,1-1 0 0 0,10-6 0 0 0,-15 11 5 0 0,0 0 0 0 0,0 0 0 0 0,0 0 0 0 0,0 0 0 0 0,1 0 0 0 0,-1 1 0 0 0,0-1 0 0 0,0 1 0 0 0,0-1 0 0 0,1 1 0 0 0,-1 0 0 0 0,0 0 0 0 0,0 0 0 0 0,1 0 0 0 0,-1 0 0 0 0,0 1 0 0 0,0-1-1 0 0,0 0 1 0 0,4 2 0 0 0,-3 0 4 0 0,0-1-1 0 0,0 1 1 0 0,0 0-1 0 0,0 0 0 0 0,0 1 1 0 0,0-1-1 0 0,-1 0 1 0 0,1 1-1 0 0,-1 0 0 0 0,1 0 1 0 0,1 3-1 0 0,3 6 17 0 0,0 0 1 0 0,-1 1-1 0 0,0 0 1 0 0,7 25-1 0 0,0 7 33 0 0,-7-21-21 0 0,1-1-1 0 0,1 1 1 0 0,1-1-1 0 0,20 36 1 0 0,-27-56-25 0 0,0 1 0 0 0,0-1 0 0 0,1 0 0 0 0,-1 0 0 0 0,1 0 0 0 0,0-1 0 0 0,-1 1 1 0 0,2-1-1 0 0,-1 1 0 0 0,0-1 0 0 0,0 0 0 0 0,1 0 0 0 0,-1 0 0 0 0,1-1 0 0 0,-1 1 0 0 0,1-1 0 0 0,0 0 1 0 0,-1 0-1 0 0,1 0 0 0 0,0 0 0 0 0,0-1 0 0 0,0 0 0 0 0,0 1 0 0 0,0-1 0 0 0,0-1 0 0 0,-1 1 1 0 0,1-1-1 0 0,0 1 0 0 0,7-3 0 0 0,-3 0-13 0 0,0 0 0 0 0,0-1-1 0 0,-1 0 1 0 0,1 0 0 0 0,-1-1 0 0 0,0 1 0 0 0,0-2 0 0 0,0 1 0 0 0,-1-1-1 0 0,0 0 1 0 0,0 0 0 0 0,8-12 0 0 0,-4 3-25 0 0,-1-1-1 0 0,0 0 1 0 0,-1 0-1 0 0,-1-1 1 0 0,0 0 0 0 0,-2 0-1 0 0,7-30 1 0 0,-6 9-15 0 0,-2-1 0 0 0,0-58 0 0 0,-4 96 48 0 0,0 1 1 0 0,0-1-1 0 0,0 0 1 0 0,1 0-1 0 0,-1 0 1 0 0,-1 0 0 0 0,1 0-1 0 0,0 1 1 0 0,0-1-1 0 0,0 0 1 0 0,0 0 0 0 0,-1 0-1 0 0,1 1 1 0 0,0-1-1 0 0,-1 0 1 0 0,1 0-1 0 0,0 1 1 0 0,-1-1 0 0 0,1 0-1 0 0,-1 0 1 0 0,1 1-1 0 0,-1-1 1 0 0,0 1-1 0 0,0-2 1 0 0,0 2 1 0 0,0 0 0 0 0,0 0 0 0 0,0 0 0 0 0,0 0 0 0 0,0 0 0 0 0,0 0 0 0 0,0 0 0 0 0,1 0 0 0 0,-1 1 0 0 0,0-1 0 0 0,0 0 0 0 0,0 0 0 0 0,0 1 0 0 0,1-1 0 0 0,-1 1 0 0 0,0-1 0 0 0,0 1 0 0 0,-1 0 0 0 0,-3 4-1 0 0,0-1 0 0 0,0 1 0 0 0,0 0 0 0 0,-7 9 0 0 0,2 2 21 0 0,1 0 0 0 0,0 1 0 0 0,1 0 0 0 0,1 0-1 0 0,0 1 1 0 0,1 0 0 0 0,1 0 0 0 0,1 0 0 0 0,1 1 0 0 0,0 0 0 0 0,2-1 0 0 0,0 1 0 0 0,1 0 0 0 0,3 23 0 0 0,-3-38-15 0 0,1 1 0 0 0,0-1 0 0 0,0 0 0 0 0,0 0 0 0 0,1 0 0 0 0,0 0 0 0 0,0 0 0 0 0,0-1 0 0 0,0 1 0 0 0,0 0 0 0 0,1-1 0 0 0,-1 0 1 0 0,1 1-1 0 0,0-1 0 0 0,0 0 0 0 0,5 3 0 0 0,-3-2-1 0 0,0-1 1 0 0,1 0-1 0 0,-1-1 1 0 0,1 1 0 0 0,-1-1-1 0 0,1 0 1 0 0,0-1-1 0 0,0 1 1 0 0,0-1-1 0 0,10 0 1 0 0,-5 0-22 0 0,1-1-1 0 0,0-1 1 0 0,-1 0 0 0 0,1 0-1 0 0,-1-1 1 0 0,1-1 0 0 0,-1 0-1 0 0,0 0 1 0 0,0-1 0 0 0,0-1 0 0 0,16-9-1 0 0,-11 3-41 0 0,-1-1-1 0 0,0 0 1 0 0,-1-1-1 0 0,20-24 1 0 0,42-64-95 0 0,-66 88 143 0 0,-10 12 11 0 0,0 0 1 0 0,1 1 0 0 0,-1-1-1 0 0,1 0 1 0 0,-1 1 0 0 0,1-1-1 0 0,0 0 1 0 0,-1 1 0 0 0,1-1-1 0 0,0 1 1 0 0,-1-1 0 0 0,1 1-1 0 0,0-1 1 0 0,-1 1 0 0 0,1-1-1 0 0,0 1 1 0 0,0 0 0 0 0,0 0-1 0 0,-1-1 1 0 0,1 1 0 0 0,0 0-1 0 0,0 0 1 0 0,0 0 0 0 0,0 0-1 0 0,-1 0 1 0 0,1 0 0 0 0,0 0-1 0 0,0 0 1 0 0,0 0 0 0 0,0 0-1 0 0,-1 1 1 0 0,1-1 0 0 0,0 0-1 0 0,0 0 1 0 0,0 1 0 0 0,-1-1-1 0 0,1 1 1 0 0,0-1 0 0 0,-1 0-1 0 0,1 1 1 0 0,0-1 0 0 0,-1 1-1 0 0,1 0 1 0 0,0-1 0 0 0,-1 1-1 0 0,1 0 1 0 0,-1-1 0 0 0,1 1-1 0 0,0 1 1 0 0,4 5 11 0 0,-1 0 1 0 0,0 0-1 0 0,7 15 0 0 0,-9-17-2 0 0,1 2 30 0 0,0 0 0 0 0,-1 0 0 0 0,0 0 1 0 0,0 1-1 0 0,0-1 0 0 0,-1 1 1 0 0,0-1-1 0 0,-1 1 0 0 0,0-1 1 0 0,0 1-1 0 0,0-1 0 0 0,-1 1 0 0 0,0-1 1 0 0,-1 1-1 0 0,0-1 0 0 0,0 0 1 0 0,-3 9-1 0 0,4-15-29 0 0,1 1 1 0 0,-1-1-1 0 0,1 0 1 0 0,-1 0-1 0 0,1 0 1 0 0,-1 1-1 0 0,0-1 1 0 0,0 0-1 0 0,1 0 1 0 0,-1 0-1 0 0,0 0 1 0 0,0 0-1 0 0,0 0 1 0 0,0 0-1 0 0,0-1 1 0 0,0 1-1 0 0,0 0 1 0 0,-1 0-1 0 0,1-1 1 0 0,0 1-1 0 0,0-1 0 0 0,-1 1 1 0 0,1-1-1 0 0,0 0 1 0 0,0 1-1 0 0,-1-1 1 0 0,1 0-1 0 0,0 0 1 0 0,-1 0-1 0 0,1 0 1 0 0,0 0-1 0 0,-1 0 1 0 0,1 0-1 0 0,0 0 1 0 0,-1-1-1 0 0,1 1 1 0 0,0 0-1 0 0,-1-1 1 0 0,1 1-1 0 0,0-1 1 0 0,0 0-1 0 0,0 1 1 0 0,0-1-1 0 0,-1 0 0 0 0,1 0 1 0 0,-1 0-1 0 0,-2-3-2 0 0,1 1 0 0 0,-1-1-1 0 0,1 1 1 0 0,-1-1 0 0 0,1 0-1 0 0,0 0 1 0 0,1-1 0 0 0,-1 1-1 0 0,1 0 1 0 0,-3-9 0 0 0,2 4-2 0 0,1 0 0 0 0,1 0 0 0 0,0-1 0 0 0,0 1 0 0 0,1-1 0 0 0,0 1 0 0 0,0 0 0 0 0,1-1 0 0 0,0 1 1 0 0,1 0-1 0 0,0-1 0 0 0,1 1 0 0 0,0 0 0 0 0,0 0 0 0 0,1 1 0 0 0,0-1 0 0 0,0 1 0 0 0,1 0 0 0 0,0 0 0 0 0,7-8 1 0 0,-6 8-4 0 0,1 0 1 0 0,0 1 0 0 0,0 0 0 0 0,1 0 0 0 0,-1 0-1 0 0,2 1 1 0 0,-1 1 0 0 0,1-1 0 0 0,-1 1-1 0 0,1 1 1 0 0,1-1 0 0 0,-1 2 0 0 0,1-1 0 0 0,-1 1-1 0 0,1 1 1 0 0,0 0 0 0 0,0 0 0 0 0,17 0 0 0 0,-22 2-14 0 0,1 0 0 0 0,-1 0 1 0 0,1 1-1 0 0,-1 0 0 0 0,1 0 1 0 0,-1 0-1 0 0,0 1 0 0 0,0 0 0 0 0,1 0 1 0 0,-1 0-1 0 0,-1 1 0 0 0,1-1 1 0 0,0 1-1 0 0,-1 0 0 0 0,1 1 1 0 0,-1-1-1 0 0,0 1 0 0 0,0 0 1 0 0,0 0-1 0 0,-1 0 0 0 0,1 0 0 0 0,-1 1 1 0 0,0-1-1 0 0,0 1 0 0 0,3 8 1 0 0,-1-1 19 0 0,-1 1 1 0 0,0 0 0 0 0,0 1 0 0 0,-1-1-1 0 0,-1 1 1 0 0,0-1 0 0 0,-1 1 0 0 0,-1 0-1 0 0,-1 15 1 0 0,-2 32 56 0 0,3-59-67 0 0,-1-1 1 0 0,1 1-1 0 0,0-1 0 0 0,0 1 1 0 0,1 0-1 0 0,-1-1 0 0 0,0 1 0 0 0,0-1 1 0 0,1 1-1 0 0,-1-1 0 0 0,1 1 1 0 0,-1-1-1 0 0,1 1 0 0 0,0-1 1 0 0,0 1-1 0 0,-1-1 0 0 0,1 0 1 0 0,0 0-1 0 0,0 1 0 0 0,0-1 1 0 0,1 0-1 0 0,-1 0 0 0 0,0 0 0 0 0,0 0 1 0 0,0 0-1 0 0,1 0 0 0 0,-1 0 1 0 0,1-1-1 0 0,-1 1 0 0 0,0 0 1 0 0,1-1-1 0 0,-1 1 0 0 0,1-1 1 0 0,0 0-1 0 0,-1 1 0 0 0,1-1 0 0 0,-1 0 1 0 0,3 0-1 0 0,3 0-70 0 0,0-1 0 0 0,-1 1 0 0 0,1-2 0 0 0,0 1 0 0 0,-1-1 1 0 0,8-2-1 0 0,0-2-208 0 0,0 0 0 0 0,-1 0 0 0 0,0-1 0 0 0,0-1 0 0 0,0 0 0 0 0,-1-1 0 0 0,-1 0 0 0 0,1 0 0 0 0,9-13 0 0 0,-6 5 32 0 0,0 0 0 0 0,-2-2 0 0 0,0 0 1 0 0,-1 0-1 0 0,12-28 0 0 0,-5 0 62 0 0,-1-2-1 0 0,-3 0 1 0 0,-1 0 0 0 0,9-76-1 0 0,-14 35 2074 0 0,-2-132 0 0 0,-7 220-1847 0 0,1 0-1 0 0,-1 1 0 0 0,0-1 1 0 0,-1 0-1 0 0,1 1 1 0 0,0-1-1 0 0,0 0 1 0 0,-1 1-1 0 0,1-1 1 0 0,-1 0-1 0 0,0-2 0 0 0,0 4-17 0 0,1 0-1 0 0,0 0 1 0 0,0 0-1 0 0,-1 0 1 0 0,1 0 0 0 0,0 0-1 0 0,-1 0 1 0 0,1 0-1 0 0,0 0 1 0 0,0 0-1 0 0,-1 0 1 0 0,1 0-1 0 0,0 1 1 0 0,-1-1-1 0 0,1 0 1 0 0,0 0-1 0 0,0 0 1 0 0,-1 0-1 0 0,1 0 1 0 0,0 1-1 0 0,0-1 1 0 0,0 0-1 0 0,-1 0 1 0 0,1 0-1 0 0,0 1 1 0 0,0-1-1 0 0,0 0 1 0 0,-1 0-1 0 0,1 1 1 0 0,0-1-1 0 0,0 0 1 0 0,0 0-1 0 0,0 1 1 0 0,0-1-1 0 0,0 0 1 0 0,0 1-1 0 0,-16 39 1607 0 0,-3 44 35 0 0,3 1 0 0 0,5 0 1 0 0,-2 167-1 0 0,13-196-1377 0 0,3 1 0 0 0,2-1 1 0 0,22 101-1 0 0,-25-150-273 0 0,0-1 1 0 0,0 0-1 0 0,0 0 0 0 0,1 0 1 0 0,0 0-1 0 0,6 9 0 0 0,-7-13-92 0 0,-1 0-1 0 0,1 0 0 0 0,0-1 0 0 0,0 1 0 0 0,-1 0 0 0 0,1 0 0 0 0,0-1 0 0 0,0 1 0 0 0,1-1 1 0 0,-1 0-1 0 0,0 0 0 0 0,0 0 0 0 0,1 0 0 0 0,-1 0 0 0 0,0 0 0 0 0,1 0 0 0 0,-1-1 0 0 0,1 1 1 0 0,-1-1-1 0 0,1 0 0 0 0,-1 0 0 0 0,5 0 0 0 0,4-2-640 0 0,-1 1-1 0 0,1-2 1 0 0,-1 1 0 0 0,0-2-1 0 0,0 1 1 0 0,0-1 0 0 0,-1-1 0 0 0,13-7-1 0 0,-14 7-890 0 0,0-1-1 0 0,0 0 0 0 0,-1-1 0 0 0,1 1 1 0 0,11-16-1 0 0,-5 0-5040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3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31 1504 0 0,'-126'-15'16032'0'0,"129"13"-15566"0"0,1 0-371 0 0,0 0-1 0 0,0 0 0 0 0,0 1 0 0 0,1-1 1 0 0,-1 1-1 0 0,0 0 0 0 0,1 0 0 0 0,-1 1 1 0 0,8-1-1 0 0,47 1 213 0 0,-34 1-181 0 0,155 9-775 0 0,-89 2-2315 0 0,-4 8-4798 0 0,-68-14 2163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49 1956 0 0,'0'0'2693'0'0,"-3"0"-1659"0"0,-56 2 6140 0 0,43 0-5880 0 0,14-2-1330 0 0,-17 2 1090 0 0,17-2-550 0 0,13-3-564 0 0,305-46 173 0 0,-313 49-108 0 0,-3-1-5 0 0,0 1 1 0 0,1 0 0 0 0,0 0-1 0 0,-1-1 1 0 0,1 1 0 0 0,0 0 0 0 0,-1 0-1 0 0,1 0 1 0 0,0-1 0 0 0,-1 1 0 0 0,1 0-1 0 0,0 0 1 0 0,-1 0 0 0 0,1 0 0 0 0,0 0-1 0 0,0 1 1 0 0,-1-1 0 0 0,1 0-1 0 0,0 0 1 0 0,-1 0 0 0 0,1 1 0 0 0,0-1-1 0 0,-1 0 1 0 0,1 1 0 0 0,0-1 0 0 0,-1 0-1 0 0,1 1 1 0 0,-1-1 0 0 0,1 1 0 0 0,-1-1-1 0 0,1 1 1 0 0,-1-1 0 0 0,1 1 0 0 0,-1-1-1 0 0,1 1 1 0 0,-1-1 0 0 0,0 1 0 0 0,1 0-1 0 0,-1-1 1 0 0,0 1 0 0 0,0 0 0 0 0,1-1-1 0 0,-1 1 1 0 0,0 0 0 0 0,0 0-1 0 0,0-1 1 0 0,0 1 0 0 0,0 0 0 0 0,0-1-1 0 0,0 1 1 0 0,0 0 0 0 0,0-1 0 0 0,0 1-1 0 0,0 0 1 0 0,-1 0 0 0 0,1-1 0 0 0,0 1-1 0 0,-1 0 1 0 0,-4 11-4 0 0,-2 0-1 0 0,1-1 1 0 0,-2 0 0 0 0,1-1-1 0 0,-1 1 1 0 0,-1-1 0 0 0,-14 13-1 0 0,3-2-2 0 0,-129 131-11 0 0,18-20 9 0 0,114-114 9 0 0,-61 70 2 0 0,78-87-1 0 0,-1-1 0 0 0,1 1 1 0 0,-1-1-1 0 0,1 0 0 0 0,0 1 0 0 0,-1-1 0 0 0,1 1 0 0 0,0-1 1 0 0,-1 1-1 0 0,1 0 0 0 0,0-1 0 0 0,0 1 0 0 0,-1-1 0 0 0,1 1 1 0 0,0-1-1 0 0,0 1 0 0 0,0 0 0 0 0,0-1 0 0 0,0 1 1 0 0,0-1-1 0 0,0 1 0 0 0,0 0 0 0 0,0-1 0 0 0,0 2 0 0 0,1-2 5 0 0,-1 1-1 0 0,1-1 1 0 0,-1 1-1 0 0,1-1 1 0 0,-1 0-1 0 0,1 1 1 0 0,-1-1-1 0 0,1 0 1 0 0,-1 1-1 0 0,1-1 1 0 0,0 0-1 0 0,-1 0 0 0 0,1 0 1 0 0,-1 1-1 0 0,1-1 1 0 0,0 0-1 0 0,-1 0 1 0 0,2 0-1 0 0,30-3 208 0 0,-31 3-210 0 0,47-9-187 0 0,-1-2-1 0 0,61-23 0 0 0,-10-5-2433 0 0,-4-3-3324 0 0,-49 21 1339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20 2012 0 0,'-3'1'2142'0'0,"-119"24"8683"0"0,120-25-10619 0 0,-9-1 395 0 0,23-4-283 0 0,-5 3-375 0 0,83-26-652 0 0,-31 18-5369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28 808 0 0,'-30'23'3766'0'0,"-84"61"7689"0"0,133-90-11257 0 0,128-47-1145 0 0,-16 5-4008 0 0,-93 34 1643 0 0,3 1-1297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64 1000 0 0,'18'-24'7773'0'0,"-7"10"-5366"0"0,-9 4 53 0 0,-2 9-2393 0 0,-1 0 0 0 0,1 0 0 0 0,0 1 1 0 0,-1-1-1 0 0,1 0 0 0 0,-1 0 0 0 0,1 0 0 0 0,-1 1 0 0 0,1-1 1 0 0,-1 0-1 0 0,1 0 0 0 0,-1 1 0 0 0,0-1 0 0 0,1 1 0 0 0,-1-1 1 0 0,0 0-1 0 0,0 1 0 0 0,-1-1 0 0 0,0 0 90 0 0,-29 0 289 0 0,25 2-433 0 0,1 1-1 0 0,-1-1 0 0 0,0 1 1 0 0,1 0-1 0 0,-1 0 0 0 0,1 1 1 0 0,0-1-1 0 0,-1 1 0 0 0,1 1 0 0 0,1-1 1 0 0,-1 0-1 0 0,0 1 0 0 0,1 0 1 0 0,-6 7-1 0 0,-3 3-19 0 0,1 2 0 0 0,-18 30 0 0 0,20-29 4 0 0,1 0 1 0 0,0 1-1 0 0,-10 33 0 0 0,16-40 2 0 0,0 0 0 0 0,1 0 0 0 0,0 1 0 0 0,0-1 0 0 0,1 1 0 0 0,1 0 0 0 0,1 19 0 0 0,0-27-56 0 0,0 0 0 0 0,-1 0-1 0 0,1-1 1 0 0,1 1 0 0 0,-1 0 0 0 0,0-1-1 0 0,1 1 1 0 0,0-1 0 0 0,0 1 0 0 0,0-1-1 0 0,0 0 1 0 0,0 0 0 0 0,1 0 0 0 0,-1 0-1 0 0,1 0 1 0 0,0-1 0 0 0,5 5 0 0 0,-3-4-190 0 0,1 0 1 0 0,-1 0 0 0 0,1-1 0 0 0,0 0 0 0 0,0 0-1 0 0,0 0 1 0 0,0 0 0 0 0,0-1 0 0 0,13 1 0 0 0,2-2-660 0 0,0-1 0 0 0,-1 0 0 0 0,1-2-1 0 0,0 0 1 0 0,30-10 0 0 0,-25 5-3425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16 684 0 0,'-10'-6'6657'0'0,"8"5"-6450"0"0,-16-7 3767 0 0,18 8-3916 0 0,-1 0-1 0 0,1 0 1 0 0,-1 0 0 0 0,1 0-1 0 0,-1 0 1 0 0,1 0 0 0 0,-1 0-1 0 0,1 0 1 0 0,-1 0 0 0 0,1 0-1 0 0,-1 0 1 0 0,1 0 0 0 0,-1 0-1 0 0,1 1 1 0 0,-1-1 0 0 0,1 0-1 0 0,-1 0 1 0 0,1 0 0 0 0,-1 1-1 0 0,1-1 1 0 0,0 0 0 0 0,-1 1-1 0 0,1-1 1 0 0,0 0 0 0 0,-1 1-1 0 0,1-1 1 0 0,0 1 0 0 0,-1-1-1 0 0,1 0 1 0 0,0 1 0 0 0,0-1-1 0 0,-1 1 1 0 0,1-1 0 0 0,0 1-1 0 0,0-1 1 0 0,0 1 0 0 0,0-1-1 0 0,0 1 1 0 0,-1-1 0 0 0,1 1-1 0 0,0-1 1 0 0,0 1 0 0 0,1 0-1 0 0,-12 171 1622 0 0,-6 51-1282 0 0,9-134-1043 0 0,9-34-3569 0 0,2-42-444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35 242 952 0 0,'-11'-31'4653'0'0,"6"19"-3356"0"0,0-1 1 0 0,1 0-1 0 0,1 0 0 0 0,-3-18 1 0 0,5 28-1215 0 0,1-1 0 0 0,0 0 0 0 0,0 1 0 0 0,0-1 0 0 0,1 0 1 0 0,-1 0-1 0 0,1 1 0 0 0,0-1 0 0 0,0 1 0 0 0,0-1 0 0 0,1 1 1 0 0,-1-1-1 0 0,1 1 0 0 0,0 0 0 0 0,-1-1 0 0 0,2 1 0 0 0,-1 0 0 0 0,0 0 1 0 0,1 1-1 0 0,3-5 0 0 0,2 1-21 0 0,0-1 1 0 0,1 1-1 0 0,-1 1 0 0 0,1 0 1 0 0,17-8-1 0 0,-21 11-53 0 0,0 0-1 0 0,0 0 1 0 0,0 1 0 0 0,1 0 0 0 0,-1-1-1 0 0,0 2 1 0 0,1-1 0 0 0,-1 1-1 0 0,1 0 1 0 0,-1 0 0 0 0,1 0 0 0 0,-1 1-1 0 0,6 1 1 0 0,-8-2 6 0 0,-1 1 1 0 0,0 0-1 0 0,0-1 0 0 0,0 1 1 0 0,0 0-1 0 0,0 0 0 0 0,0 0 1 0 0,0 1-1 0 0,0-1 0 0 0,-1 0 1 0 0,1 1-1 0 0,0-1 0 0 0,-1 1 1 0 0,1 0-1 0 0,-1-1 1 0 0,0 1-1 0 0,1 0 0 0 0,-1 0 1 0 0,0 0-1 0 0,0 0 0 0 0,1 3 1 0 0,-1-1 1 0 0,0 0 1 0 0,-1 0 0 0 0,1 0-1 0 0,-1 0 1 0 0,0 0 0 0 0,0 1 0 0 0,-1-1-1 0 0,1 0 1 0 0,-1 0 0 0 0,0 0-1 0 0,-1 4 1 0 0,-6 12 27 0 0,0-1 0 0 0,0 0 0 0 0,-21 31-1 0 0,24-43-36 0 0,-20 31 61 0 0,-7 10 131 0 0,26-38-130 0 0,6-10-66 0 0,-1 1 0 0 0,1-1 1 0 0,0 0-1 0 0,0 1 0 0 0,-1-1 0 0 0,1 0 1 0 0,0 1-1 0 0,0-1 0 0 0,-1 0 0 0 0,1 1 1 0 0,0-1-1 0 0,0 1 0 0 0,0-1 0 0 0,-1 0 1 0 0,1 1-1 0 0,0-1 0 0 0,0 1 1 0 0,0-1-1 0 0,0 1 0 0 0,0-1 0 0 0,0 0 1 0 0,0 1-1 0 0,0-1 0 0 0,0 1 0 0 0,0-1 1 0 0,0 1-1 0 0,0-1 0 0 0,1 0 0 0 0,-1 1 1 0 0,0-1-1 0 0,0 1 0 0 0,0-1 0 0 0,1 0 1 0 0,-1 1-1 0 0,0-1 0 0 0,0 0 0 0 0,1 1 1 0 0,-1-1-1 0 0,0 0 0 0 0,0 1 0 0 0,1-1 1 0 0,1 2-13 0 0,14 1 8 0 0,-4 0 28 0 0,1 1 0 0 0,-1 0 0 0 0,1 1 0 0 0,-1 0 0 0 0,0 1 0 0 0,-1 1 0 0 0,0-1 0 0 0,0 2 0 0 0,0 0 1 0 0,-1 0-1 0 0,0 1 0 0 0,-1 0 0 0 0,0 0 0 0 0,0 1 0 0 0,-1 1 0 0 0,12 18 0 0 0,-17-25 160 0 0,-1 0 0 0 0,0 0 0 0 0,-1 0 0 0 0,1 0-1 0 0,0 0 1 0 0,-1 0 0 0 0,0 0 0 0 0,0 0 0 0 0,0 1 0 0 0,-1-1 0 0 0,1 1 0 0 0,-1-1-1 0 0,0 0 1 0 0,-1 1 0 0 0,1-1 0 0 0,-1 0 0 0 0,1 1 0 0 0,-3 4 0 0 0,2-5-85 0 0,-1-1 0 0 0,0 0 0 0 0,0 1 1 0 0,0-1-1 0 0,0 0 0 0 0,-1 0 0 0 0,1 0 1 0 0,-1 0-1 0 0,0-1 0 0 0,0 1 0 0 0,0-1 0 0 0,0 1 1 0 0,0-1-1 0 0,-1 0 0 0 0,1 0 0 0 0,-1-1 1 0 0,1 1-1 0 0,-1-1 0 0 0,0 1 0 0 0,1-1 0 0 0,-7 1 1 0 0,-2 0-71 0 0,-2 0 1 0 0,1-1 0 0 0,0-1-1 0 0,0 0 1 0 0,0 0-1 0 0,-19-4 1 0 0,28 4-130 0 0,1-1 0 0 0,0 1 0 0 0,0-1-1 0 0,0 0 1 0 0,0 0 0 0 0,0 0 0 0 0,0-1 0 0 0,0 1 0 0 0,0 0 0 0 0,0-1 0 0 0,1 0-1 0 0,-1 0 1 0 0,1 0 0 0 0,-5-4 0 0 0,6 4-286 0 0,-1-1-1 0 0,1 1 1 0 0,-1-1-1 0 0,1 1 1 0 0,0-1 0 0 0,0 1-1 0 0,0-1 1 0 0,0 0 0 0 0,1 1-1 0 0,-1-1 1 0 0,1 0 0 0 0,0 0-1 0 0,-1 0 1 0 0,1 1-1 0 0,1-1 1 0 0,-1 0 0 0 0,0 0-1 0 0,1 0 1 0 0,-1 1 0 0 0,1-1-1 0 0,0 0 1 0 0,0 1-1 0 0,1-4 1 0 0,5-10-3371 0 0,3-2-1605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1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35 2188 0 0,'-25'-35'16637'0'0,"31"43"-15694"0"0,36 45 303 0 0,59 58 0 0 0,-45-52-1083 0 0,-42-42-731 0 0,19 28-1 0 0,-6-3-3739 0 0,-22-36 2379 0 0,2 3-555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1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74 1500 0 0,'-8'-28'7485'0'0,"6"19"-5319"0"0,0 1 1 0 0,-1-1-1 0 0,-4-10 1119 0 0,4 19-2937 0 0,0 2-227 0 0,0 0 1 0 0,0 0-1 0 0,0 0 1 0 0,0 1-1 0 0,1-1 1 0 0,-1 1-1 0 0,1-1 0 0 0,-1 1 1 0 0,1 0-1 0 0,0 0 1 0 0,-4 6-1 0 0,-21 45 514 0 0,17-34-495 0 0,-77 167 565 0 0,72-150-1759 0 0,2 1 0 0 0,2 0 0 0 0,-8 48 0 0 0,17-53-2262 0 0,5-12-2686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1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47 528 0 0,'-8'-45'15715'0'0,"7"44"-15148"0"0,1 1-504 0 0,0 0 0 0 0,0 1 0 0 0,0-1 0 0 0,0 0-1 0 0,0 0 1 0 0,-1 0 0 0 0,1 1 0 0 0,0-1-1 0 0,0 0 1 0 0,0 0 0 0 0,0 0 0 0 0,0 1 0 0 0,0-1-1 0 0,-1 0 1 0 0,1 0 0 0 0,0 0 0 0 0,0 0-1 0 0,0 0 1 0 0,-1 1 0 0 0,1-1 0 0 0,0 0-1 0 0,0 0 1 0 0,0 0 0 0 0,-1 0 0 0 0,1 0 0 0 0,0 0-1 0 0,0 0 1 0 0,-1 0 0 0 0,1 0 0 0 0,0 0-1 0 0,0 0 1 0 0,0 0 0 0 0,-1 0 0 0 0,1 0 0 0 0,0 0-1 0 0,0 0 1 0 0,-1 0 0 0 0,1 0 0 0 0,0 0-1 0 0,0 0 1 0 0,0 0 0 0 0,-1 0 0 0 0,1 0-1 0 0,0 0 1 0 0,0-1 0 0 0,0 1 0 0 0,-1 0 0 0 0,1 0-1 0 0,0 0 1 0 0,0 0 0 0 0,0-1 0 0 0,0 1-1 0 0,-1 0 1 0 0,1 0 0 0 0,0 0 0 0 0,0 0 0 0 0,0-1-1 0 0,0 1 1 0 0,0 0 0 0 0,0 0 0 0 0,0-1-1 0 0,0 1 1 0 0,-1 0 0 0 0,-4 17 262 0 0,1 1 0 0 0,0-1 0 0 0,1 1 0 0 0,1 0 0 0 0,0 0 0 0 0,2 0 1 0 0,1 23-1 0 0,-3 48-232 0 0,-4 8-2673 0 0,5-66-1829 0 0,1 0-4427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2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188 165 2340 0 0,'-4'-6'1328'0'0,"0"1"1"0"0,0-1-1 0 0,1 0 0 0 0,0-1 1 0 0,0 1-1 0 0,-3-10 0 0 0,6 14-1199 0 0,-1 0-1 0 0,1 0 0 0 0,0-1 1 0 0,-1 1-1 0 0,1 0 1 0 0,0 0-1 0 0,0 0 0 0 0,0-1 1 0 0,1 1-1 0 0,-1 0 1 0 0,0 0-1 0 0,1 0 1 0 0,0 0-1 0 0,-1-1 0 0 0,1 1 1 0 0,0 0-1 0 0,0 0 1 0 0,0 0-1 0 0,0 1 1 0 0,0-1-1 0 0,1 0 0 0 0,-1 0 1 0 0,1 1-1 0 0,1-3 1 0 0,5-3-72 0 0,0 1 0 0 0,1 0 0 0 0,0 1-1 0 0,0-1 1 0 0,0 2 0 0 0,0-1 0 0 0,1 1 0 0 0,0 1 0 0 0,0-1 0 0 0,0 2 0 0 0,0-1 0 0 0,0 2 0 0 0,0-1 0 0 0,1 1 0 0 0,-1 1 0 0 0,1 0 0 0 0,-1 0 0 0 0,0 1 0 0 0,1 1 0 0 0,-1-1 0 0 0,16 6-1 0 0,-24-6-37 0 0,1 0-1 0 0,-1 0 0 0 0,1 1 1 0 0,-1-1-1 0 0,0 1 0 0 0,1-1 1 0 0,-1 1-1 0 0,0 0 0 0 0,0 0 1 0 0,0 0-1 0 0,0 0 0 0 0,-1 0 1 0 0,1 0-1 0 0,0 0 0 0 0,-1 1 1 0 0,0-1-1 0 0,2 4 0 0 0,-2-2 4 0 0,1 0 0 0 0,-1 0 0 0 0,0 1 0 0 0,-1-1 0 0 0,1 1 0 0 0,-1-1 0 0 0,0 1 0 0 0,0-1 0 0 0,-1 8 0 0 0,-3 6 10 0 0,0-1 0 0 0,-1 0 0 0 0,-1 0-1 0 0,-9 18 1 0 0,-3 1 26 0 0,-2 0 0 0 0,-30 39 0 0 0,26-40 92 0 0,23-33-124 0 0,0-1-6 0 0,-2 3-20 0 0,14-6 32 0 0,14-5-33 0 0,-20 5 2 0 0,0 0 1 0 0,23 3-4 0 0,-17 1 43 0 0,-1 0 1 0 0,1 0-1 0 0,-1 1 1 0 0,1 0-1 0 0,-1 1 1 0 0,0 0 0 0 0,0 1-1 0 0,-1 0 1 0 0,1 0-1 0 0,-1 1 1 0 0,14 12 0 0 0,-11-8 250 0 0,-1 0 1 0 0,0 1-1 0 0,-1 0 1 0 0,-1 1-1 0 0,0 0 1 0 0,0 0-1 0 0,13 27 0 0 0,-19-33-126 0 0,-1-1-1 0 0,0 1 0 0 0,0-1 0 0 0,0 1 0 0 0,-1 0 0 0 0,0 0 0 0 0,0 0 0 0 0,-1-1 0 0 0,1 1 0 0 0,-1 0 1 0 0,0 0-1 0 0,-1 0 0 0 0,0 0 0 0 0,0 0 0 0 0,-2 8 0 0 0,0-6-31 0 0,0 0-1 0 0,-1 0 1 0 0,0 0 0 0 0,-1 0-1 0 0,1-1 1 0 0,-1 0 0 0 0,-1 0-1 0 0,0 0 1 0 0,-9 9-1 0 0,-1-2-64 0 0,-1-1 0 0 0,0 0-1 0 0,-1-1 1 0 0,0-1 0 0 0,-1-1-1 0 0,0-1 1 0 0,-38 13 0 0 0,33-15-451 0 0,0 0 0 0 0,-1-2 0 0 0,1-2 1 0 0,-1 0-1 0 0,0-1 0 0 0,-40-2 1 0 0,-6-9-4205 0 0,1-7-3899 0 0,53 11 2054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17 2576 0 0,'-47'38'16635'0'0,"67"-42"-16145"0"0,39-11 0 0 0,5-2-301 0 0,-43 13-432 0 0,8-2-806 0 0,33-2-1 0 0,-52 7-1563 0 0,0 1-1 0 0,0 1 1 0 0,19 2-1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3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15 2504 0 0,'-14'11'5886'0'0,"-32"17"665"0"0,38-19-5006 0 0,3-3-239 0 0,19-4-1014 0 0,20-5-826 0 0,-1-1 1 0 0,0-1 0 0 0,50-16 0 0 0,-40 10-1941 0 0,13-5-3376 0 0,-26 6 627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132 245 2176 0 0,'-12'-5'8241'0'0,"10"4"-7958"0"0,1 0 0 0 0,-1 1 1 0 0,1-1-1 0 0,-1 0 0 0 0,0 1 0 0 0,1-1 0 0 0,-1 1 0 0 0,0-1 1 0 0,1 1-1 0 0,-1 0 0 0 0,0 0 0 0 0,1 0 0 0 0,-1 0 1 0 0,0 0-1 0 0,1 0 0 0 0,-1 0 0 0 0,0 0 0 0 0,1 1 1 0 0,-1-1-1 0 0,0 1 0 0 0,1-1 0 0 0,-4 2 0 0 0,2 0-98 0 0,0 0 1 0 0,0 1-1 0 0,1-1 0 0 0,-1 1 0 0 0,0-1 0 0 0,1 1 0 0 0,0 0 0 0 0,0 0 0 0 0,0 0 0 0 0,-3 5 1 0 0,-2 7-45 0 0,0 2 1 0 0,1-1-1 0 0,-6 26 1 0 0,12-41-103 0 0,-5 19 65 0 0,1 0 0 0 0,0 1 1 0 0,2-1-1 0 0,1 42 1 0 0,1-52-67 0 0,1 0 1 0 0,0 0 0 0 0,1 0-1 0 0,0-1 1 0 0,1 1 0 0 0,-1 0-1 0 0,2-1 1 0 0,0 0 0 0 0,0 1-1 0 0,0-2 1 0 0,1 1 0 0 0,9 11 0 0 0,-10-16-15 0 0,0 0 1 0 0,1 0 0 0 0,0 0-1 0 0,0-1 1 0 0,0 1 0 0 0,0-1 0 0 0,0 0-1 0 0,1-1 1 0 0,-1 1 0 0 0,1-1 0 0 0,-1 0-1 0 0,1-1 1 0 0,0 1 0 0 0,0-1 0 0 0,0 0-1 0 0,0-1 1 0 0,0 1 0 0 0,0-1-1 0 0,10-1 1 0 0,4-1 15 0 0,-1-1-1 0 0,0 0 1 0 0,0-2 0 0 0,34-12-1 0 0,-37 12-21 0 0,-1-2-1 0 0,-1 1 1 0 0,1-2-1 0 0,-1 0 0 0 0,0-1 1 0 0,-1 0-1 0 0,0-1 1 0 0,-1-1-1 0 0,0 0 1 0 0,0-1-1 0 0,-1 0 1 0 0,-1 0-1 0 0,0-1 0 0 0,-1 0 1 0 0,0-1-1 0 0,-1 0 1 0 0,0-1-1 0 0,8-22 1 0 0,-12 25-4 0 0,-1 0 0 0 0,0-1 0 0 0,0 1 1 0 0,-1-1-1 0 0,0 0 0 0 0,-2 1 0 0 0,1-1 0 0 0,-1 0 1 0 0,-4-21-1 0 0,2 24-8 0 0,0 1 0 0 0,-1-1 0 0 0,0 1 0 0 0,-1 0 0 0 0,0 0 0 0 0,0 0 0 0 0,-1 1 0 0 0,0 0 0 0 0,0 0 0 0 0,-1 0 0 0 0,0 0 0 0 0,-1 1 0 0 0,-9-9 0 0 0,6 7-108 0 0,-2 1 0 0 0,1-1-1 0 0,-1 2 1 0 0,0 0 0 0 0,-15-7 0 0 0,-67-22-2005 0 0,-5-2-4184 0 0,81 28 2123 0 0,3-3-2096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9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57 1036 0 0,'-22'-36'4617'0'0,"21"34"-4477"0"0,2 1-99 0 0,0 0 1 0 0,0 0-1 0 0,-1 0 1 0 0,1 0 0 0 0,0 0-1 0 0,0 0 1 0 0,0 1 0 0 0,0-1-1 0 0,0 0 1 0 0,0 0 0 0 0,0 1-1 0 0,0-1 1 0 0,1 0 0 0 0,-1 1-1 0 0,0 0 1 0 0,0-1 0 0 0,1 1-1 0 0,1-1 1 0 0,10-1 55 0 0,-1 1 0 0 0,0 0 0 0 0,1 0 0 0 0,0 2 1 0 0,-1-1-1 0 0,1 2 0 0 0,-1 0 0 0 0,0 0 0 0 0,0 1 0 0 0,1 0 0 0 0,-2 1 1 0 0,1 1-1 0 0,0 0 0 0 0,18 11 0 0 0,-20-10-66 0 0,-1 0 0 0 0,0 1-1 0 0,0 0 1 0 0,0 0 0 0 0,-1 1 0 0 0,0 1 0 0 0,-1-1 0 0 0,1 1 0 0 0,-2 0-1 0 0,1 1 1 0 0,-1 0 0 0 0,-1 0 0 0 0,0 0 0 0 0,0 0 0 0 0,-1 1 0 0 0,4 18-1 0 0,-5-15 62 0 0,-1 1-1 0 0,0-1 0 0 0,-1 1 0 0 0,-1-1 0 0 0,0 1 1 0 0,-1 0-1 0 0,-1-1 0 0 0,0 1 0 0 0,-6 16 0 0 0,-1-2 443 0 0,-1-1 0 0 0,-2 1-1 0 0,-20 35 1 0 0,28-56-269 0 0,2-5-111 0 0,1 0-1 0 0,-1 1 1 0 0,0-1-1 0 0,-1 0 1 0 0,1 0 0 0 0,0 0-1 0 0,-1 0 1 0 0,-4 4-1 0 0,5-6 7 0 0,0-10 163 0 0,10-20-295 0 0,2 0-1 0 0,1 1 1 0 0,1 1-1 0 0,22-38 1 0 0,-5 10-46 0 0,76-156-221 0 0,-103 207 229 0 0,0-5 7 0 0,-1-3-23 0 0,-6 16 1 0 0,-6 15 79 0 0,5-1-4 0 0,1 0 0 0 0,1 1 1 0 0,0-1-1 0 0,2 1 0 0 0,0-1 1 0 0,1 1-1 0 0,2 32 0 0 0,0-39-28 0 0,0-1 0 0 0,1 0 0 0 0,0 0 0 0 0,1 0 0 0 0,1 0 0 0 0,-1 0 0 0 0,2-1-1 0 0,7 16 1 0 0,-9-22-89 0 0,0 0-1 0 0,0 0 0 0 0,0-1 1 0 0,0 1-1 0 0,1-1 0 0 0,-1 1 1 0 0,1-1-1 0 0,0 0 0 0 0,0-1 1 0 0,0 1-1 0 0,0-1 1 0 0,1 1-1 0 0,-1-1 0 0 0,1-1 1 0 0,-1 1-1 0 0,1-1 0 0 0,0 1 1 0 0,-1-1-1 0 0,1-1 0 0 0,0 1 1 0 0,0-1-1 0 0,7 0 0 0 0,10 0-1612 0 0,0-2 0 0 0,0-1 0 0 0,30-8-1 0 0,-14 2-1850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9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60 20 0 0,'-10'-22'8217'0'0,"0"7"-4604"0"0,9 14-3567 0 0,1 1 1 0 0,0 0 0 0 0,-1 0-1 0 0,1-1 1 0 0,0 1 0 0 0,0 0-1 0 0,0 0 1 0 0,-1-1 0 0 0,1 1-1 0 0,0 0 1 0 0,0 0-1 0 0,0-1 1 0 0,-1 1 0 0 0,1 0-1 0 0,0-1 1 0 0,0 1 0 0 0,0 0-1 0 0,0-1 1 0 0,0 1 0 0 0,0 0-1 0 0,0-1 1 0 0,0 1 0 0 0,0 0-1 0 0,0-1 1 0 0,0 0 0 0 0,6-1-23 0 0,1 0 1 0 0,0 0 0 0 0,0 0-1 0 0,0 0 1 0 0,0 1 0 0 0,0 0-1 0 0,0 1 1 0 0,13 0 0 0 0,-2 0-376 0 0,66-2-5205 0 0,-74 2 3731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09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39 284 0 0,'-25'10'5453'0'0,"-46"26"736"0"0,71-35-6178 0 0,0-1-1 0 0,1 0 0 0 0,-1 1 0 0 0,0-1 1 0 0,0 1-1 0 0,1-1 0 0 0,-1 0 0 0 0,0 1 1 0 0,1-1-1 0 0,-1 0 0 0 0,1 1 0 0 0,-1-1 1 0 0,0 0-1 0 0,1 0 0 0 0,-1 1 0 0 0,1-1 1 0 0,-1 0-1 0 0,1 0 0 0 0,-1 0 0 0 0,1 0 1 0 0,-1 1-1 0 0,1-1 0 0 0,-1 0 0 0 0,1 0 1 0 0,-1 0-1 0 0,1 0 0 0 0,-1 0 0 0 0,1 0 1 0 0,0-1-1 0 0,16 0 64 0 0,-16 1-63 0 0,31-4-234 0 0,0-2 0 0 0,60-20 1 0 0,-57 16-638 0 0,42-18-3583 0 0,-36 13 499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384 124 888 0 0,'-31'-90'10158'0'0,"31"88"-9736"0"0,-22-26 2668 0 0,21 27-2997 0 0,-2 1-19 0 0,-2-1-57 0 0,0 0 0 0 0,0 1 0 0 0,-1-1 0 0 0,1 2-1 0 0,0-1 1 0 0,0 0 0 0 0,-1 1 0 0 0,1 0 0 0 0,0 0 0 0 0,0 0 0 0 0,0 1 0 0 0,-6 3 0 0 0,2-1 2 0 0,0 1 0 0 0,1 0 0 0 0,0 0 0 0 0,0 1 0 0 0,0 0 0 0 0,-7 8 0 0 0,-6 10 21 0 0,0 0 1 0 0,2 1-1 0 0,-18 31 1 0 0,24-32 20 0 0,0 0 0 0 0,2 1 0 0 0,0 0 0 0 0,2 1 0 0 0,1 0 0 0 0,1 1 0 0 0,1 0 0 0 0,2 0 0 0 0,-3 40 0 0 0,5 27 1136 0 0,13 132 0 0 0,-6-158-551 0 0,-3-40-485 0 0,51 928 1870 0 0,-84 203-1236 0 0,20-978-17 0 0,13 223 0 0 0,17-238-516 0 0,-15-146-228 0 0,0 0 0 0 0,2-1 0 0 0,0 0 0 0 0,1 0 0 0 0,1 0 0 0 0,13 20 1 0 0,-18-34-66 0 0,0 0 1 0 0,0 0-1 0 0,1 0 1 0 0,0-1-1 0 0,0 0 1 0 0,0 0-1 0 0,0 0 1 0 0,1 0-1 0 0,0-1 1 0 0,-1 0-1 0 0,1 1 1 0 0,0-2-1 0 0,1 1 1 0 0,-1-1-1 0 0,0 0 1 0 0,1 0-1 0 0,-1 0 1 0 0,1-1-1 0 0,0 1 1 0 0,0-2-1 0 0,-1 1 1 0 0,7 0-1 0 0,2-2-330 0 0,-1 0 0 0 0,0-1 1 0 0,0 0-1 0 0,1-1 0 0 0,-1 0 0 0 0,-1-1 1 0 0,1-1-1 0 0,19-10 0 0 0,-1 0-1644 0 0,46-34 0 0 0,-8-2-3532 0 0,-4-4-2497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1 100 528 0 0,'9'-31'4778'0'0,"-8"28"-4554"0"0,-1 0 0 0 0,1-1-1 0 0,0 1 1 0 0,0 0 0 0 0,0-1 0 0 0,0 1-1 0 0,1 0 1 0 0,-1 0 0 0 0,1 0 0 0 0,0 0-1 0 0,0 0 1 0 0,0 1 0 0 0,0-1-1 0 0,0 1 1 0 0,0-1 0 0 0,1 1 0 0 0,0 0-1 0 0,-1-1 1 0 0,1 1 0 0 0,0 1 0 0 0,4-3-1 0 0,-3 3-189 0 0,0 1 0 0 0,0-1 1 0 0,1 1-1 0 0,-1 0 0 0 0,0 0 0 0 0,0 1 0 0 0,1-1 0 0 0,-1 1 0 0 0,0 0 0 0 0,0 0 0 0 0,0 0 1 0 0,4 2-1 0 0,8 4 5 0 0,0 1 1 0 0,0 0-1 0 0,-1 0 1 0 0,0 2-1 0 0,-1 0 1 0 0,19 17 0 0 0,-23-18-9 0 0,-1 0 1 0 0,0 1-1 0 0,0 0 1 0 0,-1 1-1 0 0,0-1 1 0 0,-1 2 0 0 0,-1-1-1 0 0,1 1 1 0 0,4 13-1 0 0,-9-16-16 0 0,1-1 0 0 0,-2 0 0 0 0,1 0-1 0 0,-1 1 1 0 0,-1-1 0 0 0,0 1-1 0 0,0-1 1 0 0,0 1 0 0 0,-1-1 0 0 0,-3 15-1 0 0,-3 0 167 0 0,0 0-1 0 0,-14 30 1 0 0,15-44 182 0 0,4-14-48 0 0,4-15-183 0 0,19-31-206 0 0,3 1 0 0 0,43-69 0 0 0,4-9 573 0 0,-57 90 133 0 0,-13 35-560 0 0,-1-3-17 0 0,0 6-54 0 0,1 0 0 0 0,-1-1-1 0 0,0 1 1 0 0,0 0 0 0 0,0 0 0 0 0,0 0 0 0 0,0 0 0 0 0,0 0 0 0 0,0-1 0 0 0,0 1 0 0 0,0 0 0 0 0,0 0-1 0 0,0 0 1 0 0,0 0 0 0 0,0 0 0 0 0,0 0 0 0 0,0-1 0 0 0,0 1 0 0 0,-1 0 0 0 0,1 0 0 0 0,0 0 0 0 0,0 0 0 0 0,0 0-1 0 0,0 0 1 0 0,0-1 0 0 0,0 1 0 0 0,0 0 0 0 0,0 0 0 0 0,0 0 0 0 0,0 0 0 0 0,-1 0 0 0 0,1 0 0 0 0,0 0 0 0 0,0 0-1 0 0,0 0 1 0 0,0-1 0 0 0,0 1 0 0 0,0 0 0 0 0,-1 0 0 0 0,1 0 0 0 0,0 0 0 0 0,0 0 0 0 0,0 0 0 0 0,0 0 0 0 0,0 0-1 0 0,0 0 1 0 0,-1 0 0 0 0,1 0 0 0 0,0 0 0 0 0,0 0 0 0 0,-4 3 5 0 0,0 0 0 0 0,0-1 0 0 0,1 1 0 0 0,-1 1 0 0 0,1-1 0 0 0,0 0 0 0 0,0 1 1 0 0,0 0-1 0 0,0 0 0 0 0,1 0 0 0 0,-1 0 0 0 0,1 0 0 0 0,0 0 0 0 0,-2 8 0 0 0,-3 7 11 0 0,1 0-1 0 0,-5 23 1 0 0,9-33 1 0 0,0 0 0 0 0,1-1 0 0 0,1 1 1 0 0,-1 0-1 0 0,1-1 0 0 0,1 1 1 0 0,-1 0-1 0 0,1-1 0 0 0,1 1 0 0 0,5 15 1 0 0,-5-18-16 0 0,1 0 0 0 0,-1 0 0 0 0,2-1 0 0 0,-1 1 0 0 0,0-1 0 0 0,1 0 0 0 0,0 0 1 0 0,1-1-1 0 0,-1 1 0 0 0,1-1 0 0 0,-1 0 0 0 0,1 0 0 0 0,1 0 0 0 0,-1-1 0 0 0,10 5 0 0 0,0 0-521 0 0,1-2 1 0 0,0 0-1 0 0,0 0 0 0 0,21 3 0 0 0,-22-6-1564 0 0,1-1 0 0 0,23 0 0 0 0,-24-2-930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20 804 0 0,'23'-19'14269'0'0,"-9"117"-13413"0"0,-10-60-3417 0 0,15 63 0 0 0,-13-80-929 0 0,-1 1-1423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2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43 177 1696 0 0,'-3'-1'320'0'0,"1"1"1"0"0,0-1-1 0 0,-1 0 0 0 0,1 0 1 0 0,0-1-1 0 0,0 1 0 0 0,0 0 0 0 0,0-1 1 0 0,0 1-1 0 0,0-1 0 0 0,0 0 1 0 0,0 0-1 0 0,0 1 0 0 0,1-1 0 0 0,-1 0 1 0 0,1-1-1 0 0,0 1 0 0 0,-1 0 1 0 0,1 0-1 0 0,0 0 0 0 0,0-1 0 0 0,1 1 1 0 0,-2-4-1 0 0,2 4-277 0 0,0 0-1 0 0,0 0 1 0 0,0 0 0 0 0,0 1 0 0 0,1-1-1 0 0,-1 0 1 0 0,0 0 0 0 0,1 0 0 0 0,0 1-1 0 0,-1-1 1 0 0,1 0 0 0 0,0 0-1 0 0,0 1 1 0 0,0-1 0 0 0,0 1 0 0 0,0-1-1 0 0,0 1 1 0 0,1-1 0 0 0,-1 1 0 0 0,0 0-1 0 0,1 0 1 0 0,-1-1 0 0 0,1 1-1 0 0,-1 0 1 0 0,1 0 0 0 0,0 0 0 0 0,-1 1-1 0 0,1-1 1 0 0,0 0 0 0 0,0 1 0 0 0,2-1-1 0 0,1-1-24 0 0,1 0 0 0 0,-1 1 0 0 0,1 0-1 0 0,0 1 1 0 0,-1-1 0 0 0,1 1-1 0 0,0 0 1 0 0,0 0 0 0 0,-1 1 0 0 0,1-1-1 0 0,0 1 1 0 0,-1 1 0 0 0,1-1 0 0 0,-1 1-1 0 0,0 0 1 0 0,1 0 0 0 0,-1 0 0 0 0,9 6-1 0 0,-11-5-3 0 0,1-1-1 0 0,-1 1 0 0 0,0 0 1 0 0,1 0-1 0 0,-1 0 0 0 0,-1 1 1 0 0,1-1-1 0 0,0 1 0 0 0,-1-1 1 0 0,0 1-1 0 0,0 0 0 0 0,0 0 1 0 0,0 0-1 0 0,-1 0 1 0 0,1 0-1 0 0,-1 1 0 0 0,0-1 1 0 0,0 0-1 0 0,-1 1 0 0 0,1-1 1 0 0,-1 0-1 0 0,0 1 0 0 0,0-1 1 0 0,-2 9-1 0 0,-1 4 154 0 0,-2 1 0 0 0,0-1 0 0 0,-1 0 0 0 0,-10 21 1 0 0,-38 61 1076 0 0,53-98-923 0 0,2-3-277 0 0,13-27-46 0 0,1 2 0 0 0,35-47 0 0 0,-34 50-4 0 0,158-230 962 0 0,-173 252-666 0 0,-2 3-284 0 0,-1-1 0 0 0,0 1-1 0 0,0-1 1 0 0,0 1 0 0 0,1 0 0 0 0,-1 0-1 0 0,0 0 1 0 0,1 0 0 0 0,-1 0 0 0 0,1 0-1 0 0,-1 1 1 0 0,1-1 0 0 0,0 0 0 0 0,-1 1 0 0 0,1-1-1 0 0,0 1 1 0 0,0-1 0 0 0,-2 4 0 0 0,-17 32 43 0 0,19-34-45 0 0,-4 8 5 0 0,0 0 1 0 0,1 0 0 0 0,1 0 0 0 0,-1 0 0 0 0,2 1-1 0 0,-3 18 1 0 0,5-26-6 0 0,0 0 0 0 0,0 0 0 0 0,0 0 0 0 0,0 0-1 0 0,1 0 1 0 0,-1 0 0 0 0,1-1 0 0 0,0 1 0 0 0,1 0 0 0 0,-1 0 0 0 0,0 0 0 0 0,1-1-1 0 0,0 1 1 0 0,0-1 0 0 0,0 1 0 0 0,0-1 0 0 0,1 0 0 0 0,-1 0 0 0 0,1 0 0 0 0,0 0-1 0 0,0 0 1 0 0,0-1 0 0 0,4 3 0 0 0,3 1-28 0 0,1 0 0 0 0,-1-1 1 0 0,1-1-1 0 0,0 0 0 0 0,1 0 0 0 0,-1-1 0 0 0,1-1 0 0 0,-1 0 0 0 0,21 1 1 0 0,-4-2-1398 0 0,0-2 1 0 0,55-7 0 0 0,-40-2-3226 0 0,-26 3 771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25 188 0 0,'-4'-10'8463'0'0,"4"10"-8313"0"0,-1 0-1 0 0,1-1 0 0 0,-1 1 0 0 0,1 0 1 0 0,0-1-1 0 0,-1 1 0 0 0,1-1 0 0 0,0 1 1 0 0,-1-1-1 0 0,1 1 0 0 0,0-1 0 0 0,0 1 1 0 0,0-1-1 0 0,-1 1 0 0 0,1-1 0 0 0,0 1 1 0 0,0-1-1 0 0,0 1 0 0 0,0-1 0 0 0,0 1 0 0 0,0-1 1 0 0,0 1-1 0 0,0-1 0 0 0,0 1 0 0 0,0-1 1 0 0,0 1-1 0 0,0-1 0 0 0,1 1 0 0 0,-1-1 1 0 0,0 0-1 0 0,15 6 801 0 0,-9-1-890 0 0,0 0 0 0 0,-1 0 1 0 0,1 0-1 0 0,5 7 0 0 0,-8-7 88 0 0,-1-1-1 0 0,0 1 0 0 0,0 0 1 0 0,0 0-1 0 0,0 0 1 0 0,-1 0-1 0 0,1 0 0 0 0,-1 0 1 0 0,0 1-1 0 0,-1-1 0 0 0,1 0 1 0 0,-1 0-1 0 0,1 1 1 0 0,-1-1-1 0 0,-1 0 0 0 0,1 1 1 0 0,-2 5-1 0 0,-1 6 367 0 0,-2-1 0 0 0,0 1 0 0 0,-10 19 0 0 0,9-20-164 0 0,0-1 1 0 0,-5 22-1 0 0,11-36-347 0 0,0 1 0 0 0,0-1 0 0 0,0 0 0 0 0,0 0 0 0 0,0 0 0 0 0,0 1 0 0 0,0-1 0 0 0,1 0 0 0 0,-1 0 0 0 0,0 0 0 0 0,0 0 0 0 0,0 1 0 0 0,0-1 0 0 0,0 0 0 0 0,0 0 0 0 0,0 0 0 0 0,0 0-1 0 0,0 0 1 0 0,1 1 0 0 0,-1-1 0 0 0,0 0 0 0 0,0 0 0 0 0,0 0 0 0 0,0 0 0 0 0,0 0 0 0 0,1 0 0 0 0,-1 1 0 0 0,0-1 0 0 0,0 0 0 0 0,0 0 0 0 0,0 0 0 0 0,1 0 0 0 0,-1 0 0 0 0,0 0 0 0 0,0 0 0 0 0,0 0 0 0 0,0 0 0 0 0,1 0 0 0 0,-1 0 0 0 0,0 0 0 0 0,13-1 59 0 0,6-3-30 0 0,49-19-875 0 0,67-31-1 0 0,-1-2-2965 0 0,-41 21-2637 0 0,-51 21 287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3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78 140 1320 0 0,'-9'-4'1808'0'0,"-1"-1"0"0"0,1 1 1 0 0,0-2-1 0 0,-12-9 0 0 0,3-4-499 0 0,18 18-1275 0 0,-1-1 1 0 0,1 1-1 0 0,0 0 1 0 0,0 0-1 0 0,0-1 1 0 0,0 1-1 0 0,0 0 1 0 0,0-1-1 0 0,0 1 1 0 0,0 0-1 0 0,0 0 1 0 0,0-1-1 0 0,1 1 1 0 0,-1 0-1 0 0,1 0 1 0 0,-1-1-1 0 0,1 1 1 0 0,-1 0-1 0 0,1 0 1 0 0,0 0-1 0 0,-1 0 1 0 0,2-1-1 0 0,2-2-20 0 0,1 1 0 0 0,-1 0 0 0 0,1 0 0 0 0,0 0 0 0 0,0 0 0 0 0,0 1-1 0 0,0 0 1 0 0,0 0 0 0 0,1 1 0 0 0,-1-1 0 0 0,0 1 0 0 0,1 0 0 0 0,6 0 0 0 0,-9 1-14 0 0,-1 0 0 0 0,1 0 1 0 0,-1 0-1 0 0,0 0 0 0 0,1 0 0 0 0,-1 0 1 0 0,1 1-1 0 0,-1-1 0 0 0,0 1 1 0 0,1 0-1 0 0,-1 0 0 0 0,0 0 0 0 0,0 0 1 0 0,0 0-1 0 0,0 0 0 0 0,0 1 1 0 0,0-1-1 0 0,0 1 0 0 0,0-1 0 0 0,0 1 1 0 0,-1 0-1 0 0,1-1 0 0 0,-1 1 1 0 0,1 0-1 0 0,-1 0 0 0 0,1 0 0 0 0,0 4 1 0 0,0-2 18 0 0,0 1 0 0 0,0 0 0 0 0,-1 1 1 0 0,1-1-1 0 0,-1 0 0 0 0,0 0 0 0 0,-1 1 0 0 0,0-1 1 0 0,1 0-1 0 0,-2 9 0 0 0,-1-3 48 0 0,0 0-1 0 0,-1 0 0 0 0,0 0 0 0 0,-1 0 1 0 0,0-1-1 0 0,-6 11 0 0 0,-4 4 324 0 0,-20 28 0 0 0,15-23 997 0 0,18-28-778 0 0,0-3-598 0 0,1 0 0 0 0,-1 0 1 0 0,1 0-1 0 0,0 0 0 0 0,-1 0 0 0 0,1 0 1 0 0,0 1-1 0 0,0-1 0 0 0,0 0 0 0 0,0 0 1 0 0,0 0-1 0 0,0 0 0 0 0,0 0 0 0 0,0 0 1 0 0,0-2-1 0 0,11-17-2 0 0,0 1 1 0 0,2 0 0 0 0,0 0-1 0 0,1 2 1 0 0,1-1 0 0 0,24-21-1 0 0,9-12 2 0 0,34-36 178 0 0,-74 76 22 0 0,-8 7-104 0 0,-6 6 65 0 0,2 1-171 0 0,-1 0 1 0 0,1 1-1 0 0,0-1 1 0 0,0 1 0 0 0,1 0-1 0 0,-1 0 1 0 0,1 0 0 0 0,0 1-1 0 0,0-1 1 0 0,0 1 0 0 0,-3 8-1 0 0,-1 4 11 0 0,0 0 0 0 0,-4 21-1 0 0,9-34 0 0 0,1 0-1 0 0,0 1 0 0 0,1-1 0 0 0,-1 0 1 0 0,1 1-1 0 0,-1-1 0 0 0,2 1 1 0 0,-1-1-1 0 0,0 1 0 0 0,1-1 1 0 0,0 1-1 0 0,0-1 0 0 0,0 1 0 0 0,0-1 1 0 0,1 0-1 0 0,-1 0 0 0 0,1 0 1 0 0,0 0-1 0 0,1 0 0 0 0,-1 0 1 0 0,1 0-1 0 0,3 3 0 0 0,-1-2-70 0 0,0-1 1 0 0,1 1-1 0 0,0-1 0 0 0,0 0 1 0 0,0 0-1 0 0,0-1 0 0 0,1 1 0 0 0,0-1 1 0 0,-1-1-1 0 0,1 0 0 0 0,0 0 1 0 0,14 3-1 0 0,-3-3-1145 0 0,1 0 1 0 0,21 0 0 0 0,11-5-4630 0 0,-30 0 1116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45 1476 0 0,'-15'-16'7088'0'0,"-2"-3"-1076"0"0,16 17-5527 0 0,9-1-60 0 0,-7 2-412 0 0,-1 1 1 0 0,1-1-1 0 0,0 1 0 0 0,-1 0 0 0 0,1-1 0 0 0,0 1 0 0 0,-1-1 1 0 0,1 1-1 0 0,0 0 0 0 0,0 0 0 0 0,-1-1 0 0 0,1 1 0 0 0,0 0 1 0 0,0 0-1 0 0,-1 0 0 0 0,1 0 0 0 0,0 0 0 0 0,0 0 0 0 0,-1 0 1 0 0,2 0-1 0 0,-1 1-10 0 0,2-1 6 0 0,-1 0 0 0 0,1 1 0 0 0,-1-1 0 0 0,0 1 0 0 0,1 0 0 0 0,-1-1 1 0 0,0 1-1 0 0,1 0 0 0 0,-1 1 0 0 0,0-1 0 0 0,0 0 0 0 0,0 1 0 0 0,0-1 0 0 0,0 1 0 0 0,2 2 0 0 0,-2 0 5 0 0,0 0-1 0 0,-1 0 1 0 0,1-1-1 0 0,-1 1 1 0 0,0 0-1 0 0,-1 0 1 0 0,1 0-1 0 0,-1 0 1 0 0,1 0-1 0 0,-1 0 1 0 0,0 0-1 0 0,-1 1 1 0 0,0 3-1 0 0,-1-1 9 0 0,0 0-1 0 0,0 0 0 0 0,0 0 1 0 0,-1-1-1 0 0,0 1 1 0 0,-1-1-1 0 0,-3 6 0 0 0,-59 77 722 0 0,65-88-514 0 0,15-6-178 0 0,-5 1-42 0 0,38-9-5 0 0,-38 12-1 0 0,0-1 0 0 0,-1 1 0 0 0,1 0 0 0 0,0 1 0 0 0,0 0 0 0 0,11 2 0 0 0,-10-1 9 0 0,-6 0 0 0 0,0-1-1 0 0,-1 1 1 0 0,1 0-1 0 0,0 1 1 0 0,0-1-1 0 0,-1 1 1 0 0,1-1-1 0 0,0 1 1 0 0,-1 0-1 0 0,0 0 1 0 0,1 1-1 0 0,-1-1 0 0 0,4 5 1 0 0,-7-6 3 0 0,1 1 0 0 0,0-1 0 0 0,-1 1 0 0 0,1-1 0 0 0,0 1 0 0 0,-1-1 0 0 0,0 1 0 0 0,1-1 0 0 0,-1 1 0 0 0,0 0 0 0 0,0-1 0 0 0,0 1 0 0 0,0 0 0 0 0,0-1 0 0 0,0 1 0 0 0,-1-1 0 0 0,0 3 0 0 0,-8 27 123 0 0,-1-17-197 0 0,-1 1-1 0 0,0-2 1 0 0,-1 1 0 0 0,-1-2 0 0 0,1 1-1 0 0,-2-2 1 0 0,-23 16 0 0 0,-112 61-8289 0 0,130-79 6292 0 0,-8 5-2571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4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3 275 1808 0 0,'-1'-7'696'0'0,"0"0"0"0"0,1 0 0 0 0,0-1 0 0 0,0 1 0 0 0,0 0 0 0 0,1 0 0 0 0,0 0 0 0 0,1 0 0 0 0,0 0 0 0 0,0 0-1 0 0,0 0 1 0 0,7-13 0 0 0,-5 14-575 0 0,0 0-1 0 0,0 0 0 0 0,0 0 1 0 0,0 0-1 0 0,1 1 0 0 0,0-1 1 0 0,0 1-1 0 0,1 0 0 0 0,0 1 1 0 0,-1-1-1 0 0,1 1 0 0 0,1 1 1 0 0,-1-1-1 0 0,0 1 0 0 0,1 0 1 0 0,0 0-1 0 0,0 1 0 0 0,0 0 1 0 0,13-3-1 0 0,-16 5-105 0 0,1-1 0 0 0,-1 1 0 0 0,1 0 0 0 0,-1 0 0 0 0,1 0 0 0 0,-1 1 0 0 0,1-1-1 0 0,-1 1 1 0 0,1 0 0 0 0,-1 1 0 0 0,0-1 0 0 0,1 1 0 0 0,-1-1 0 0 0,0 1 0 0 0,0 1 0 0 0,5 3 0 0 0,-4-3 44 0 0,-2 1 0 0 0,1 0-1 0 0,0 0 1 0 0,-1 0 0 0 0,0 1 0 0 0,0-1-1 0 0,0 1 1 0 0,0 0 0 0 0,-1 0 0 0 0,0 0-1 0 0,0 0 1 0 0,2 5 0 0 0,-1 4 131 0 0,0-1 0 0 0,-1 1-1 0 0,-1 0 1 0 0,0 0 0 0 0,-1 0 0 0 0,0-1 0 0 0,-1 1-1 0 0,-1 0 1 0 0,-5 22 0 0 0,-8 12 249 0 0,8-25-67 0 0,-6 30-1 0 0,12-51-295 0 0,3-4-52 0 0,11-9-13 0 0,0-1 1 0 0,-1 0-1 0 0,18-26 1 0 0,-5 7-18 0 0,3-1-2 0 0,13-14 13 0 0,-3-1 0 0 0,50-81 1 0 0,-82 118 1 0 0,-2 4-3 0 0,0-1 0 0 0,-1 1 1 0 0,0-1-1 0 0,0 1 0 0 0,-1-1 0 0 0,2-10 0 0 0,-3 12 1 0 0,-1-3 8 0 0,0 8-13 0 0,0-1 0 0 0,0 1-1 0 0,0 0 1 0 0,0-1 0 0 0,1 1 0 0 0,-1 0 0 0 0,0 0 0 0 0,0-1 0 0 0,0 1 0 0 0,0 0 0 0 0,0-1 0 0 0,0 1 0 0 0,0 0 0 0 0,0-1 0 0 0,-1 1 0 0 0,1 0 0 0 0,0-1 0 0 0,0 1 0 0 0,0 0 0 0 0,0-1 0 0 0,0 1 0 0 0,0 0 0 0 0,-1 0 0 0 0,1-1 0 0 0,0 1 0 0 0,0 0 0 0 0,0 0 0 0 0,-1-1-1 0 0,1 1 1 0 0,0 0 0 0 0,0 0 0 0 0,-1 0 0 0 0,1-1 0 0 0,0 1 0 0 0,0 0 0 0 0,-1 0 0 0 0,1 0 0 0 0,0 0 0 0 0,-1-1 0 0 0,-10 11 5 0 0,-9 18 20 0 0,17-21-27 0 0,0 0-1 0 0,0 0 0 0 0,1 0 0 0 0,0 0 1 0 0,0 1-1 0 0,0-1 0 0 0,1 1 1 0 0,0-1-1 0 0,1 1 0 0 0,0-1 1 0 0,0 1-1 0 0,0-1 0 0 0,1 1 0 0 0,0-1 1 0 0,0 0-1 0 0,1 1 0 0 0,0-1 1 0 0,1 0-1 0 0,-1 0 0 0 0,1 0 1 0 0,1 0-1 0 0,-1-1 0 0 0,1 1 0 0 0,0-1 1 0 0,1 0-1 0 0,-1 0 0 0 0,1 0 1 0 0,1-1-1 0 0,-1 1 0 0 0,1-1 0 0 0,-1-1 1 0 0,1 1-1 0 0,1-1 0 0 0,-1 0 1 0 0,1 0-1 0 0,13 4 0 0 0,-11-4-500 0 0,1-1 0 0 0,0 0 0 0 0,-1-1-1 0 0,1 0 1 0 0,0 0 0 0 0,11-1 0 0 0,-11-1-1163 0 0,0 0 1 0 0,-1-1-1 0 0,16-3 1 0 0,-5-1-3237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34 1040 0 0,'-11'-29'10440'0'0,"11"29"-10399"0"0,0 0 0 0 0,0-1-1 0 0,0 1 1 0 0,0 0-1 0 0,0 0 1 0 0,0 0 0 0 0,0 0-1 0 0,0 0 1 0 0,0-1 0 0 0,0 1-1 0 0,0 0 1 0 0,0 0-1 0 0,0 0 1 0 0,0 0 0 0 0,0 0-1 0 0,0 0 1 0 0,0-1 0 0 0,0 1-1 0 0,0 0 1 0 0,0 0-1 0 0,0 0 1 0 0,0 0 0 0 0,-1 0-1 0 0,1 0 1 0 0,0-1 0 0 0,0 1-1 0 0,0 0 1 0 0,0 0-1 0 0,0 0 1 0 0,0 0 0 0 0,0 0-1 0 0,-1 0 1 0 0,1 0 0 0 0,0 0-1 0 0,0 0 1 0 0,0 0-1 0 0,0 0 1 0 0,0 0 0 0 0,-1 0-1 0 0,1 0 1 0 0,0 0 0 0 0,0 0-1 0 0,0 0 1 0 0,0 0-1 0 0,0 0 1 0 0,-1 0 0 0 0,1 0-1 0 0,0 0 1 0 0,0 0 0 0 0,0 0-1 0 0,-3 10 879 0 0,2 23 25 0 0,2-25-885 0 0,0-1 1 0 0,0 0-1 0 0,0 1 1 0 0,1-1-1 0 0,0 0 1 0 0,1 0-1 0 0,-1 0 1 0 0,1-1 0 0 0,1 1-1 0 0,-1-1 1 0 0,1 1-1 0 0,0-1 1 0 0,1 0-1 0 0,-1-1 1 0 0,1 1-1 0 0,0-1 1 0 0,1 0-1 0 0,-1 0 1 0 0,1-1-1 0 0,6 5 1 0 0,-8-8-44 0 0,-1 0 1 0 0,1 0-1 0 0,-1 0 1 0 0,1-1-1 0 0,-1 1 0 0 0,1-1 1 0 0,-1 0-1 0 0,1 0 1 0 0,-1 0-1 0 0,1 0 0 0 0,-1-1 1 0 0,1 1-1 0 0,-1-1 1 0 0,1 0-1 0 0,-1 0 0 0 0,0-1 1 0 0,1 1-1 0 0,-1 0 1 0 0,0-1-1 0 0,4-2 1 0 0,-3 0-7 0 0,1 0 1 0 0,-1 0 0 0 0,0-1-1 0 0,0 1 1 0 0,0-1-1 0 0,-1 0 1 0 0,0 0 0 0 0,0 0-1 0 0,0 0 1 0 0,0 0 0 0 0,1-7-1 0 0,0 3 346 0 0,0 1-1 0 0,0 0 1 0 0,8-10-1 0 0,-12 17-154 0 0,4-2-13 0 0,-1 1-56 0 0,-3 11 173 0 0,-11 172 1630 0 0,1-47-1800 0 0,9-93-1730 0 0,5 52 1 0 0,-4-90 635 0 0,1 0-1 0 0,0 0 1 0 0,-1 0-1 0 0,1 0 0 0 0,1 0 1 0 0,-1 0-1 0 0,2 5 1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15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669 74 1580 0 0,'-24'-16'10691'0'0,"23"15"-10518"0"0,0 1 0 0 0,1 0-1 0 0,-1 0 1 0 0,0 0 0 0 0,1 0 0 0 0,-1-1-1 0 0,0 1 1 0 0,1 0 0 0 0,-1-1 0 0 0,0 1-1 0 0,1 0 1 0 0,-1-1 0 0 0,1 1 0 0 0,-1-1 0 0 0,0 1-1 0 0,1-1 1 0 0,-1 1 0 0 0,1-1 0 0 0,0 1-1 0 0,-1-1 1 0 0,1 0 0 0 0,-1 1 0 0 0,1-1-1 0 0,0 1 1 0 0,-1-1 0 0 0,1 0 0 0 0,0 1-1 0 0,0-1 1 0 0,0 0 0 0 0,-1-1 0 0 0,2 1-139 0 0,0 0 0 0 0,0 0 1 0 0,0 0-1 0 0,0 0 0 0 0,1 0 0 0 0,-1 0 1 0 0,0 0-1 0 0,0 0 0 0 0,0 1 1 0 0,1-1-1 0 0,-1 1 0 0 0,0-1 0 0 0,1 1 1 0 0,-1-1-1 0 0,1 1 0 0 0,1-1 1 0 0,28-7 28 0 0,1 1 0 0 0,0 2 0 0 0,0 1 0 0 0,46 0 0 0 0,-58 4-58 0 0,0 1-1 0 0,0 1 0 0 0,0 1 0 0 0,-1 0 1 0 0,1 2-1 0 0,-1 0 0 0 0,1 1 0 0 0,22 11 1 0 0,-31-11 2 0 0,-1 0 0 0 0,1 1 1 0 0,-1 0-1 0 0,-1 1 1 0 0,1 0-1 0 0,-1 0 0 0 0,-1 1 1 0 0,9 11-1 0 0,-5-4 79 0 0,-1 0 0 0 0,-1 1-1 0 0,-1 0 1 0 0,11 27 0 0 0,-2 8 407 0 0,-3 0 0 0 0,15 90 0 0 0,-4 33 490 0 0,4 189 0 0 0,-24 179 132 0 0,17 697-17 0 0,11-512 501 0 0,-35-623 189 0 0,-19 131-1 0 0,17-215-1607 0 0,-1-1-1 0 0,0 0 1 0 0,-2 0 0 0 0,0-1 0 0 0,-1 1-1 0 0,-1-1 1 0 0,-1-1 0 0 0,-1 1 0 0 0,0-2-1 0 0,-2 1 1 0 0,0-2 0 0 0,0 1 0 0 0,-2-2-1 0 0,0 0 1 0 0,-22 19 0 0 0,-12 6-656 0 0,-2-2-1 0 0,-2-2 1 0 0,-87 45 0 0 0,-182 68-2779 0 0,236-112 2638 0 0,-139 60-4715 0 0,71-33-2501 0 0,18-9-3588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28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2 572 0 0,'12'1'13224'0'0,"-18"-2"-13142"0"0,0 1 0 0 0,0-1 1 0 0,0 1-1 0 0,0 0 0 0 0,0 0 0 0 0,-7 2 0 0 0,-7 3-77 0 0,1 0 0 0 0,0 2 0 0 0,0 0 0 0 0,1 1 0 0 0,0 1 0 0 0,1 1 0 0 0,0 1 0 0 0,0 0 0 0 0,1 1 0 0 0,-27 26 0 0 0,19-14-12 0 0,2 1 0 0 0,0 0 0 0 0,2 2 0 0 0,1 0 0 0 0,-28 56 1 0 0,40-70 9 0 0,1 1 1 0 0,1 0-1 0 0,0 0 1 0 0,0 1-1 0 0,2-1 0 0 0,0 1 1 0 0,0 0-1 0 0,2 0 1 0 0,-1 24-1 0 0,2-33 4 0 0,1 1-1 0 0,0-1 1 0 0,0 0-1 0 0,0 0 1 0 0,1 0-1 0 0,-1-1 0 0 0,1 1 1 0 0,1 0-1 0 0,-1-1 1 0 0,1 1-1 0 0,0-1 1 0 0,0 0-1 0 0,1 0 1 0 0,-1 0-1 0 0,1 0 0 0 0,0-1 1 0 0,1 1-1 0 0,-1-1 1 0 0,1 0-1 0 0,0 0 1 0 0,0-1-1 0 0,0 0 1 0 0,0 0-1 0 0,0 0 0 0 0,1 0 1 0 0,6 1-1 0 0,1 1-36 0 0,0-1-1 0 0,0-1 0 0 0,1 0 0 0 0,0-1 0 0 0,-1-1 0 0 0,17 0 1 0 0,27-3-2105 0 0,-2-5-3782 0 0,-38 5 1995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28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36 2308 0 0,'-2'-13'4911'0'0,"-7"-10"3766"0"0,4 34-7832 0 0,2 16-202 0 0,1-1-1 0 0,1 31 1 0 0,0-3-366 0 0,-1-12-182 0 0,-1 101-801 0 0,3-126-283 0 0,3 25-1319 0 0,5-16-5125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2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21 183 1428 0 0,'-6'-19'3261'0'0,"2"9"-2007"0"0,1 1 0 0 0,1-1 0 0 0,0 0 1 0 0,-1-11-1 0 0,3 18-1147 0 0,0 0 1 0 0,0-1-1 0 0,0 1 1 0 0,1 0-1 0 0,-1 0 1 0 0,1 0-1 0 0,0 0 1 0 0,0 0-1 0 0,0 0 1 0 0,0 0-1 0 0,0 0 1 0 0,1 0-1 0 0,-1 1 1 0 0,1-1-1 0 0,0 0 1 0 0,0 1-1 0 0,4-5 1 0 0,-1 2-61 0 0,1 1 1 0 0,-1-1-1 0 0,1 1 1 0 0,0 0-1 0 0,1 0 1 0 0,-1 1 0 0 0,1 0-1 0 0,-1 0 1 0 0,1 0-1 0 0,0 1 1 0 0,0 0-1 0 0,10-1 1 0 0,-12 2-36 0 0,0 1-1 0 0,0-1 1 0 0,0 1 0 0 0,1 0-1 0 0,-1 1 1 0 0,0-1 0 0 0,0 1-1 0 0,0 0 1 0 0,0 0 0 0 0,0 1-1 0 0,0-1 1 0 0,0 1 0 0 0,0 0-1 0 0,-1 0 1 0 0,1 1 0 0 0,-1 0-1 0 0,1-1 1 0 0,4 5 0 0 0,-7-4-3 0 0,0-1 1 0 0,-1 1-1 0 0,1 0 1 0 0,0-1 0 0 0,-1 1-1 0 0,0 0 1 0 0,1 0 0 0 0,-1 0-1 0 0,0 0 1 0 0,-1 0 0 0 0,1 0-1 0 0,0 0 1 0 0,-1 0-1 0 0,0 1 1 0 0,0-1 0 0 0,0 0-1 0 0,0 0 1 0 0,0 0 0 0 0,0 0-1 0 0,-1 0 1 0 0,0 1-1 0 0,0-1 1 0 0,-1 3 0 0 0,-2 7 17 0 0,0-1 0 0 0,-1 0 1 0 0,-1 0-1 0 0,-7 14 1 0 0,-55 74 273 0 0,67-99-282 0 0,-3 5 2 0 0,5-6-20 0 0,0 0 1 0 0,0 0 0 0 0,0 0 0 0 0,0 0-1 0 0,0 0 1 0 0,0 0 0 0 0,0 0 0 0 0,0 0-1 0 0,-1 0 1 0 0,1 0 0 0 0,0 0 0 0 0,0-1-1 0 0,0 1 1 0 0,0 0 0 0 0,0-1-1 0 0,0 1 1 0 0,0-1 0 0 0,0 0 0 0 0,15-3 19 0 0,-1-1 0 0 0,1 2 0 0 0,0 0 0 0 0,0 1 1 0 0,0 1-1 0 0,0 0 0 0 0,0 2 0 0 0,0-1 0 0 0,0 2 1 0 0,31 6-1 0 0,-35-5 162 0 0,0 1 1 0 0,0 0 0 0 0,0 0-1 0 0,0 1 1 0 0,-1 1 0 0 0,1 0-1 0 0,-1 1 1 0 0,-1 0 0 0 0,1 0 0 0 0,-1 1-1 0 0,-1 1 1 0 0,1-1 0 0 0,-2 2-1 0 0,11 11 1 0 0,-17-18-57 0 0,0 0-1 0 0,0 0 1 0 0,-1 0 0 0 0,1 0 0 0 0,-1 1-1 0 0,0-1 1 0 0,1 0 0 0 0,-1 0 0 0 0,-1 1-1 0 0,1-1 1 0 0,0 1 0 0 0,-1-1 0 0 0,0 1-1 0 0,0-1 1 0 0,0 1 0 0 0,-1 6-1 0 0,0-5 41 0 0,-1 0-1 0 0,1 1 1 0 0,-1-1-1 0 0,-1 0 0 0 0,1 0 1 0 0,-1 0-1 0 0,0 0 0 0 0,0-1 1 0 0,-6 8-1 0 0,-1-1 84 0 0,-1 0-1 0 0,0-1 1 0 0,0-1-1 0 0,-1 0 1 0 0,0-1-1 0 0,-1 0 1 0 0,-14 7-1 0 0,6-7-170 0 0,0-1 0 0 0,-1 0-1 0 0,1-2 1 0 0,-1 0 0 0 0,0-2 0 0 0,-1 0-1 0 0,1-2 1 0 0,0 0 0 0 0,-1-1-1 0 0,1-2 1 0 0,0 0 0 0 0,-1-1-1 0 0,-30-9 1 0 0,49 11-296 0 0,0 0 0 0 0,-1-1 0 0 0,1 1 0 0 0,0-1 0 0 0,0 0 0 0 0,0 0 0 0 0,0-1 0 0 0,0 1 0 0 0,-5-5 0 0 0,8 6 10 0 0,0 0 0 0 0,0-1 0 0 0,1 1 1 0 0,-1 0-1 0 0,0-1 0 0 0,0 1 0 0 0,1 0 0 0 0,-1-1 0 0 0,1 1 1 0 0,-1-1-1 0 0,1 1 0 0 0,0-1 0 0 0,0 1 0 0 0,-1-1 1 0 0,1 1-1 0 0,0-1 0 0 0,0 1 0 0 0,1-1 0 0 0,-1 1 1 0 0,0-1-1 0 0,0 1 0 0 0,1-1 0 0 0,-1 1 0 0 0,1-1 0 0 0,-1 1 1 0 0,1 0-1 0 0,-1-1 0 0 0,1 1 0 0 0,0 0 0 0 0,0-1 1 0 0,1 0-1 0 0,19-27-6729 0 0,-3 10 683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3 388 0 0,'-13'-3'14215'0'0,"13"3"-14162"0"0,0 0-1 0 0,0 1 0 0 0,-1-1 1 0 0,1 0-1 0 0,0 0 0 0 0,0 0 1 0 0,0 0-1 0 0,-1 0 0 0 0,1 1 1 0 0,0-1-1 0 0,0 0 0 0 0,0 0 1 0 0,0 0-1 0 0,0 1 0 0 0,-1-1 1 0 0,1 0-1 0 0,0 0 0 0 0,0 1 1 0 0,0-1-1 0 0,0 0 0 0 0,0 0 1 0 0,0 1-1 0 0,0-1 0 0 0,0 0 1 0 0,0 0-1 0 0,0 1 0 0 0,0-1 0 0 0,0 0 1 0 0,0 0-1 0 0,0 1 0 0 0,0-1 1 0 0,0 0-1 0 0,0 0 0 0 0,0 1 1 0 0,0-1-1 0 0,7 16 1014 0 0,19 23-255 0 0,-14-22-409 0 0,203 301-750 0 0,-210-311-470 0 0,0-1 0 0 0,1 0 0 0 0,9 9 0 0 0,2-3-6282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52 2196 0 0,'-1'-5'1317'0'0,"0"0"14"0"0,0 0 1 0 0,0 0-1 0 0,-1 0 0 0 0,0 0 1 0 0,0 0-1 0 0,-6-10 723 0 0,-3 15-916 0 0,10-1-1025 0 0,-1 1 0 0 0,1 0 0 0 0,-1 0-1 0 0,0 0 1 0 0,1 0 0 0 0,-1 0 0 0 0,0 0 0 0 0,1 1 0 0 0,-1-1 0 0 0,1 0 0 0 0,-1 1 0 0 0,1-1 0 0 0,-1 1 0 0 0,1 0 0 0 0,-1 0 0 0 0,-2 1 0 0 0,-19 17 532 0 0,1 1 0 0 0,0 1 1 0 0,2 1-1 0 0,-31 42 0 0 0,19-23-385 0 0,-144 196 321 0 0,113-127-3890 0 0,55-79-2979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1144 0 0,'36'-31'12121'0'0,"-35"30"-11953"0"0,-1 1 0 0 0,0-1 0 0 0,1 1 0 0 0,-1-1 1 0 0,1 1-1 0 0,-1-1 0 0 0,1 1 0 0 0,-1 0 1 0 0,1-1-1 0 0,-1 1 0 0 0,1 0 0 0 0,-1-1 0 0 0,1 1 1 0 0,-1 0-1 0 0,1 0 0 0 0,0-1 0 0 0,-1 1 1 0 0,1 0-1 0 0,-1 0 0 0 0,1 0 0 0 0,0 0 0 0 0,-1 0 1 0 0,1 0-1 0 0,0 0 0 0 0,-1 0 0 0 0,1 0 1 0 0,1 1-1 0 0,-2-1-31 0 0,1 1 0 0 0,0 0 0 0 0,0-1 0 0 0,0 1 0 0 0,-1 0 0 0 0,1 0-1 0 0,-1 0 1 0 0,1 0 0 0 0,0 0 0 0 0,-1 0 0 0 0,0 0 0 0 0,1 0 0 0 0,-1 0 0 0 0,0 0 0 0 0,1 1 0 0 0,1 8 171 0 0,0 0 0 0 0,0 19 0 0 0,-1-18 91 0 0,2 33 67 0 0,-3 62 0 0 0,-2-62-2543 0 0,7 62 0 0 0,-4-94 826 0 0,1 12-988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17 203 828 0 0,'-9'-31'8078'0'0,"3"-1"-3541"0"0,5 26-4232 0 0,1 1-1 0 0,0-1 1 0 0,0 1-1 0 0,0 0 1 0 0,1-1-1 0 0,0 1 1 0 0,0-1-1 0 0,0 1 1 0 0,0 0-1 0 0,3-6 1 0 0,-1 6-264 0 0,0 1 0 0 0,0-1 0 0 0,0 1 0 0 0,0 0 0 0 0,0 0 1 0 0,1 1-1 0 0,0-1 0 0 0,0 1 0 0 0,0-1 0 0 0,0 1 0 0 0,0 0 0 0 0,1 1 0 0 0,-1-1 0 0 0,7-2 0 0 0,-3 2-28 0 0,0 0-1 0 0,1 0 1 0 0,-1 0-1 0 0,1 1 1 0 0,0 1-1 0 0,-1-1 0 0 0,14 1 1 0 0,-17 1-6 0 0,0 0 0 0 0,0 0 1 0 0,1 1-1 0 0,-1 0 0 0 0,0 0 0 0 0,0 0 1 0 0,0 0-1 0 0,0 1 0 0 0,-1 0 0 0 0,1 0 0 0 0,0 0 1 0 0,-1 1-1 0 0,1 0 0 0 0,-1-1 0 0 0,4 5 1 0 0,-5-4 3 0 0,0 0 1 0 0,-1 0 0 0 0,1 0 0 0 0,-1 1-1 0 0,1-1 1 0 0,-1 1 0 0 0,0-1 0 0 0,-1 1-1 0 0,1 0 1 0 0,0 0 0 0 0,-1 0-1 0 0,0 0 1 0 0,0 0 0 0 0,0 0 0 0 0,-1 0-1 0 0,1 0 1 0 0,-1 0 0 0 0,-1 8 0 0 0,0 0 10 0 0,-1 0 0 0 0,-1 0 0 0 0,0-1 1 0 0,0 1-1 0 0,-1-1 0 0 0,-1 0 0 0 0,0 0 1 0 0,-7 11-1 0 0,-4 5 163 0 0,-35 44 1 0 0,38-60 45 0 0,13-11-227 0 0,0 0-1 0 0,0 0 0 0 0,0 0 0 0 0,0 0 1 0 0,-1 0-1 0 0,1 0 0 0 0,0 0 0 0 0,0 0 1 0 0,0 0-1 0 0,-1 0 0 0 0,1 0 0 0 0,0 0 1 0 0,0 0-1 0 0,0 0 0 0 0,0 0 0 0 0,-1 0 1 0 0,1 0-1 0 0,0-1 0 0 0,0 1 0 0 0,0 0 1 0 0,0 0-1 0 0,0 0 0 0 0,-1 0 1 0 0,1 0-1 0 0,0-1 0 0 0,0 1 0 0 0,0 0 1 0 0,0 0-1 0 0,0 0 0 0 0,0 0 0 0 0,0 0 1 0 0,0-1-1 0 0,0 1 0 0 0,0 0 0 0 0,0 0 1 0 0,-1 0-1 0 0,1-1 0 0 0,0 1 0 0 0,0 0 1 0 0,0 0-1 0 0,0 0 0 0 0,0 0 0 0 0,1-1 1 0 0,-1 1-1 0 0,0 0 0 0 0,0 0 0 0 0,0 0 1 0 0,0-1-1 0 0,0 1 0 0 0,0 0 0 0 0,1-2 3 0 0,1 0-1 0 0,0-1 1 0 0,-1 1-1 0 0,1 0 1 0 0,0 1 0 0 0,0-1-1 0 0,0 0 1 0 0,0 1-1 0 0,0-1 1 0 0,1 1-1 0 0,-1-1 1 0 0,0 1-1 0 0,5-2 1 0 0,-2 1 4 0 0,-1 0 1 0 0,1 0 0 0 0,0 0 0 0 0,0 1-1 0 0,0-1 1 0 0,1 1 0 0 0,-1 1-1 0 0,0-1 1 0 0,0 1 0 0 0,1 0-1 0 0,-1 0 1 0 0,0 0 0 0 0,0 0 0 0 0,1 1-1 0 0,-1 0 1 0 0,10 4 0 0 0,-4-3 26 0 0,1 2 71 0 0,0 0-1 0 0,0 0 0 0 0,0 1 1 0 0,0 1-1 0 0,-1 0 1 0 0,0 0-1 0 0,0 1 1 0 0,-1 0-1 0 0,0 1 0 0 0,0 1 1 0 0,-1-1-1 0 0,0 1 1 0 0,15 20-1 0 0,-22-25-2 0 0,0-1 0 0 0,0 1-1 0 0,0 0 1 0 0,-1-1-1 0 0,1 1 1 0 0,-1 0 0 0 0,0 0-1 0 0,0 0 1 0 0,0 0 0 0 0,-1 0-1 0 0,0 0 1 0 0,1 0 0 0 0,-1 0-1 0 0,-1 0 1 0 0,0 7-1 0 0,-1-5-3 0 0,1-1 0 0 0,-1 1 0 0 0,0-1 0 0 0,-1 0 0 0 0,1 0 0 0 0,-1 0 0 0 0,0 0 0 0 0,-1 0-1 0 0,1-1 1 0 0,-5 6 0 0 0,-2-1 9 0 0,0 0-1 0 0,0-1 1 0 0,-1 0 0 0 0,0 0-1 0 0,0-1 1 0 0,0 0-1 0 0,-1-1 1 0 0,-23 8 0 0 0,8-7-157 0 0,1-1 1 0 0,-1-2 0 0 0,0 0-1 0 0,0-2 1 0 0,-1-1 0 0 0,-47-4 0 0 0,72 3-248 0 0,1 0 0 0 0,-1-1 0 0 0,0 1 0 0 0,0-1 1 0 0,1 1-1 0 0,-1-1 0 0 0,0 0 0 0 0,-4-2 1 0 0,6 2 122 0 0,1 1 1 0 0,-1-1 0 0 0,1 1-1 0 0,-1 0 1 0 0,0-1 0 0 0,1 1 0 0 0,0-1-1 0 0,-1 0 1 0 0,1 1 0 0 0,-1-1-1 0 0,1 1 1 0 0,0-1 0 0 0,-1 0-1 0 0,1 1 1 0 0,0-1 0 0 0,-1 0 0 0 0,1 1-1 0 0,0-1 1 0 0,0 0 0 0 0,0 1-1 0 0,0-1 1 0 0,0-1 0 0 0,0-1-603 0 0,1 0-1 0 0,0 0 1 0 0,0 0 0 0 0,0 0-1 0 0,1 0 1 0 0,-1 0 0 0 0,1 0 0 0 0,-1 0-1 0 0,1 1 1 0 0,0-1 0 0 0,4-4-1 0 0,7-8-5045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33 1320 0 0,'0'0'1260'0'0,"-24"-33"9045"0"0,29 46-8987 0 0,132 194 3788 0 0,-97-152-4752 0 0,80 82-1 0 0,-117-134-631 0 0,-1-1-1 0 0,0 1 0 0 0,1-1 1 0 0,0 0-1 0 0,0 0 0 0 0,-1 0 1 0 0,1 0-1 0 0,0 0 0 0 0,0-1 1 0 0,4 2-1 0 0,-6-3-187 0 0,1 0 1 0 0,0 0-1 0 0,-1 0 0 0 0,1 0 1 0 0,0 0-1 0 0,-1 0 0 0 0,1 0 1 0 0,0-1-1 0 0,-1 1 0 0 0,1-1 1 0 0,0 1-1 0 0,-1-1 0 0 0,1 0 1 0 0,-1 1-1 0 0,1-1 0 0 0,-1 0 1 0 0,0 0-1 0 0,1 0 0 0 0,-1 0 1 0 0,2-2-1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23 1236 0 0,'-7'-21'9201'0'0,"7"21"-9089"0"0,-1-1-1 0 0,1 1 1 0 0,0 0-1 0 0,0 0 1 0 0,-1 0 0 0 0,1 0-1 0 0,0 0 1 0 0,-1 0-1 0 0,1 0 1 0 0,0 0 0 0 0,0 0-1 0 0,-1 0 1 0 0,1 0-1 0 0,0 0 1 0 0,-1 0-1 0 0,1 0 1 0 0,-11 15 2501 0 0,-7 30-425 0 0,16-40-1722 0 0,-42 138 2665 0 0,-20 51-2109 0 0,37-128-1043 0 0,-3-2 0 0 0,-2 0 0 0 0,-55 78 0 0 0,84-138-534 0 0,-8 14-1272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3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1332 0 0,'64'-12'30993'0'0,"-64"21"-31123"0"0,1-1 70 0 0,-1 1 0 0 0,-1-1 0 0 0,-1 9 0 0 0,-26 235-2668 0 0,26-237 1097 0 0,1-1 1 0 0,1 1-1 0 0,2 16 1 0 0,-1-22-1533 0 0,0 0 1 0 0,1 0 0 0 0,4 12 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58 184 0 0,'0'-13'4876'0'0,"-1"8"-4335"0"0,-3-34 8739 0 0,27 59-7369 0 0,62 100 602 0 0,-47-63-2555 0 0,61 69 0 0 0,-95-122-325 0 0,1 1 0 0 0,0-1 0 0 0,0 0 0 0 0,0 0 0 0 0,0-1 0 0 0,7 5 0 0 0,-8-6-324 0 0,0-1 1 0 0,1 1 0 0 0,-1 0 0 0 0,0-1 0 0 0,1 0 0 0 0,-1 0 0 0 0,0 0 0 0 0,1-1 0 0 0,-1 1 0 0 0,1-1 0 0 0,-1 0 0 0 0,1-1 0 0 0,-1 1 0 0 0,9-3 0 0 0,0-1-3207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62 2268 0 0,'1'-41'7722'0'0,"-2"20"-3465"0"0,-2 23-3735 0 0,0 0-291 0 0,0 0 0 0 0,0 1-1 0 0,0 0 1 0 0,0-1-1 0 0,0 1 1 0 0,0 1-1 0 0,1-1 1 0 0,0 0 0 0 0,-1 0-1 0 0,-2 8 1 0 0,-18 45 1369 0 0,10-24-942 0 0,-24 55 324 0 0,-34 73-327 0 0,13-36-767 0 0,48-98-2032 0 0,-9 34 0 0 0,17-48 1069 0 0,1 16-7143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42 1792 0 0,'12'-34'14085'0'0,"-8"31"-13583"0"0,-4 3-472 0 0,0 0 1 0 0,1 0 0 0 0,-1-1 0 0 0,0 1-1 0 0,0 0 1 0 0,0-1 0 0 0,0 1-1 0 0,1 0 1 0 0,-1 0 0 0 0,0 0-1 0 0,0-1 1 0 0,1 1 0 0 0,-1 0-1 0 0,0 0 1 0 0,0 0 0 0 0,1-1 0 0 0,-1 1-1 0 0,0 0 1 0 0,1 0 0 0 0,-1 0-1 0 0,0 0 1 0 0,1 0 0 0 0,-1 0-1 0 0,0 0 1 0 0,0 0 0 0 0,1 0 0 0 0,-1 0-1 0 0,0 0 1 0 0,1 0 0 0 0,3 0 80 0 0,0 0 0 0 0,1 0-1 0 0,-1 0 1 0 0,0 1 0 0 0,0-1 0 0 0,0 1 0 0 0,0 0 0 0 0,0 1 0 0 0,0-1 0 0 0,0 0 0 0 0,-1 1 0 0 0,1 0 0 0 0,0 0 0 0 0,-1 0 0 0 0,1 1 0 0 0,-1-1 0 0 0,0 1 0 0 0,0 0 0 0 0,0 0 0 0 0,0 0 0 0 0,0 0 0 0 0,-1 0 0 0 0,0 1 0 0 0,1-1 0 0 0,2 6 0 0 0,-2-2 9 0 0,0 0 1 0 0,0 0 0 0 0,0 1 0 0 0,-1-1 0 0 0,0 1 0 0 0,0-1 0 0 0,-1 1-1 0 0,0 0 1 0 0,0 0 0 0 0,-1 0 0 0 0,0-1 0 0 0,0 1 0 0 0,-2 9 0 0 0,-1-3 129 0 0,-1-1 1 0 0,0 1 0 0 0,-1-1 0 0 0,-1 0 0 0 0,0 0-1 0 0,-1-1 1 0 0,0 0 0 0 0,0 0 0 0 0,-16 17 0 0 0,-6 4 608 0 0,-61 51 1 0 0,87-81-811 0 0,-7 8 115 0 0,10-11-161 0 0,0 0 0 0 0,-1 1 0 0 0,1-1 1 0 0,0 1-1 0 0,0-1 0 0 0,0 1 0 0 0,0-1 1 0 0,0 1-1 0 0,0-1 0 0 0,0 0 0 0 0,0 1 1 0 0,0-1-1 0 0,0 1 0 0 0,1-1 0 0 0,-1 1 1 0 0,0-1-1 0 0,0 0 0 0 0,0 1 0 0 0,0-1 0 0 0,1 1 1 0 0,-1-1-1 0 0,0 0 0 0 0,1 1 0 0 0,4 1 10 0 0,239-50-2298 0 0,-101 18-736 0 0,53-15-5205 0 0,-159 36 4936 0 0,23-7-3891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23 2520 0 0,'-10'-8'4916'0'0,"-11"-7"2853"0"0,32 23-6835 0 0,181 146 2755 0 0,19 15-4383 0 0,-201-163-150 0 0,0 0 1 0 0,0 0-1 0 0,1-1 1 0 0,17 6 0 0 0,-21-8-599 0 0,-1-2 1 0 0,1 1-1 0 0,0-1 1 0 0,0 0-1 0 0,7 0 1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7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325 128 1444 0 0,'-2'-16'1834'0'0,"0"-5"1106"0"0,-1 1 1 0 0,0-1-1 0 0,-11-28 795 0 0,11 50-2910 0 0,2-1-783 0 0,1 0-1 0 0,-1 0 0 0 0,1 0 1 0 0,-1 0-1 0 0,1 0 1 0 0,-1 0-1 0 0,1 0 1 0 0,0 0-1 0 0,-1 1 0 0 0,1-1 1 0 0,-1 0-1 0 0,1 0 1 0 0,-1 0-1 0 0,1 1 0 0 0,-1-1 1 0 0,1 0-1 0 0,0 1 1 0 0,-1-1-1 0 0,1 0 0 0 0,0 1 1 0 0,-1-1-1 0 0,1 1 1 0 0,-83 159 5199 0 0,10 9-3286 0 0,-31 64-1253 0 0,98-221-1506 0 0,0 1 0 0 0,1-1 0 0 0,-5 19-1 0 0,10-30 650 0 0,0-1 1 0 0,0 1-1 0 0,-1-1 0 0 0,1 1 0 0 0,0 0 0 0 0,0-1 0 0 0,0 1 0 0 0,0 0 0 0 0,0-1 0 0 0,0 1 1 0 0,0 0-1 0 0,1-1 0 0 0,-1 1 0 0 0,0-1 0 0 0,0 1 0 0 0,0 0 0 0 0,1-1 0 0 0,-1 1 0 0 0,0-1 1 0 0,1 1-1 0 0,-1 0 0 0 0,0-1 0 0 0,1 1 0 0 0,-1-1 0 0 0,1 1 0 0 0,-1-1 0 0 0,1 0 0 0 0,-1 1 1 0 0,1-1-1 0 0,-1 1 0 0 0,1-1 0 0 0,-1 0 0 0 0,1 0 0 0 0,-1 1 0 0 0,1-1 0 0 0,0 0 0 0 0,-1 0 0 0 0,1 1 1 0 0,-1-1-1 0 0,1 0 0 0 0,0 0 0 0 0,-1 0 0 0 0,1 0 0 0 0,0 0 0 0 0,27-3-6362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17 1740 0 0,'16'-16'15126'0'0,"-16"22"-14509"0"0,0-1 1 0 0,-1 1-1 0 0,0 0 1 0 0,0-1 0 0 0,0 1-1 0 0,0-1 1 0 0,-5 11-1 0 0,-2 9 498 0 0,5-12-854 0 0,1-1-1 0 0,0 1 0 0 0,0 1 0 0 0,2-1 0 0 0,-1 0 1 0 0,2 0-1 0 0,1 14 0 0 0,-1-23-236 0 0,0 1 1 0 0,0 0-1 0 0,0-1 1 0 0,1 1-1 0 0,0-1 1 0 0,0 1-1 0 0,0-1 1 0 0,0 0-1 0 0,0 0 1 0 0,1 0-1 0 0,0 0 1 0 0,0 0-1 0 0,0 0 0 0 0,0-1 1 0 0,1 0-1 0 0,-1 0 1 0 0,1 0-1 0 0,0 0 1 0 0,0 0-1 0 0,0-1 1 0 0,0 1-1 0 0,7 2 1 0 0,-5-3-14 0 0,0 0 0 0 0,0 0 0 0 0,1-1 0 0 0,-1 1 0 0 0,0-2 0 0 0,1 1 0 0 0,-1 0 0 0 0,0-1 0 0 0,1-1 0 0 0,-1 1 0 0 0,1-1 0 0 0,-1 0 0 0 0,0 0 0 0 0,1-1 0 0 0,11-4 0 0 0,-10 2 11 0 0,1 0 0 0 0,-1-1 0 0 0,0 0 1 0 0,0-1-1 0 0,0 1 0 0 0,-1-2 0 0 0,1 1 1 0 0,-2-1-1 0 0,1 0 0 0 0,5-8 0 0 0,73-108 4859 0 0,-84 122-4753 0 0,6-5 494 0 0,-6 8-587 0 0,1 0 1 0 0,0 0-1 0 0,-1 1 1 0 0,0-1-1 0 0,1 0 1 0 0,-1 1-1 0 0,0-1 1 0 0,0 1-1 0 0,0-1 1 0 0,-1 1-1 0 0,1 0 1 0 0,-1-1-1 0 0,1 1 1 0 0,-1 0-1 0 0,0 3 1 0 0,0 50 515 0 0,-1-46-520 0 0,-6 155-1939 0 0,-5 200-6268 0 0,11-306-2043 0 0,0-31 159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1 107 940 0 0,'0'0'1685'0'0,"5"-22"3824"0"0,-5 19-5354 0 0,-1 1 0 0 0,1-1 0 0 0,0 1 0 0 0,0 0 0 0 0,0-1 0 0 0,1 1 0 0 0,-1 0 0 0 0,0-1 0 0 0,1 1 0 0 0,0 0 0 0 0,-1-1 0 0 0,1 1 0 0 0,0 0 0 0 0,0 0 0 0 0,0 0 0 0 0,1 0 0 0 0,-1 0 0 0 0,0 0 0 0 0,1 0 0 0 0,-1 0 0 0 0,1 0 0 0 0,0 0 0 0 0,0 1 0 0 0,-1-1 0 0 0,1 1 0 0 0,0 0 0 0 0,4-3 0 0 0,5 0-120 0 0,-1-1 1 0 0,1 2-1 0 0,0-1 1 0 0,1 2-1 0 0,-1-1 1 0 0,0 2 0 0 0,17-2-1 0 0,-24 3-31 0 0,0 0 0 0 0,1 1 0 0 0,-1-1 0 0 0,0 1 0 0 0,0-1 0 0 0,0 1 0 0 0,0 0 0 0 0,0 1 0 0 0,0-1 0 0 0,0 1 0 0 0,0 0 0 0 0,0 0 0 0 0,-1 0 0 0 0,1 0 0 0 0,-1 1 0 0 0,1-1 0 0 0,-1 1 0 0 0,0 0 0 0 0,0 0 0 0 0,0 0 0 0 0,-1 0 0 0 0,1 1 0 0 0,-1-1 1 0 0,4 7-1 0 0,-3-1 25 0 0,0-1 1 0 0,0 1 0 0 0,-1-1-1 0 0,0 1 1 0 0,0 0 0 0 0,-1 0 0 0 0,0 0-1 0 0,-1 0 1 0 0,0 0 0 0 0,0 0 0 0 0,-1 0-1 0 0,0-1 1 0 0,-4 14 0 0 0,-4 12 269 0 0,-1 0 0 0 0,-17 34 0 0 0,15-37 22 0 0,-6 11-14 0 0,11-27-185 0 0,0 0 0 0 0,-5 22 0 0 0,10-32-105 0 0,0 9 174 0 0,2-14-188 0 0,1 0 1 0 0,-1 1-1 0 0,0-1 0 0 0,1 1 1 0 0,-1-1-1 0 0,0 0 0 0 0,1 0 1 0 0,-1 1-1 0 0,1-1 0 0 0,-1 0 1 0 0,1 0-1 0 0,-1 1 0 0 0,1-1 0 0 0,-1 0 1 0 0,0 0-1 0 0,1 0 0 0 0,-1 0 1 0 0,1 0-1 0 0,-1 0 0 0 0,1 0 1 0 0,-1 0-1 0 0,1 0 0 0 0,-1 0 1 0 0,1 0-1 0 0,-1 0 0 0 0,1 0 1 0 0,-1 0-1 0 0,1 0 0 0 0,-1 0 0 0 0,1 0 1 0 0,0-1-1 0 0,118-30 143 0 0,12-3-1289 0 0,-114 31-237 0 0,1 1 0 0 0,0 1-1 0 0,20 1 1 0 0,-22 1-1460 0 0,-2-1-878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56 1504 0 0,'-74'41'15668'0'0,"75"-42"-15619"0"0,-1 0-1 0 0,1-1 1 0 0,0 1-1 0 0,-1 0 1 0 0,1 0-1 0 0,0-1 1 0 0,0 1-1 0 0,0 0 1 0 0,0 0-1 0 0,0 0 1 0 0,0 0-1 0 0,0 0 1 0 0,0 1-1 0 0,2-2 1 0 0,19-12 279 0 0,-21 13-299 0 0,18-10 135 0 0,0 2 0 0 0,1 0 0 0 0,0 1-1 0 0,32-9 1 0 0,-40 14-143 0 0,0 0 0 0 0,0 1 0 0 0,1 1 0 0 0,-1 0 0 0 0,0 0 0 0 0,1 1-1 0 0,-1 1 1 0 0,1 0 0 0 0,15 4 0 0 0,-25-5-18 0 0,0 1-1 0 0,0 0 1 0 0,-1 0-1 0 0,1 0 1 0 0,0 0-1 0 0,-1 0 1 0 0,1 0-1 0 0,-1 1 1 0 0,1-1-1 0 0,-1 1 1 0 0,0 0-1 0 0,0 0 1 0 0,0 0 0 0 0,0 0-1 0 0,0 0 1 0 0,0 0-1 0 0,0 0 1 0 0,-1 1-1 0 0,1-1 1 0 0,1 5-1 0 0,-2-3 4 0 0,0 0 0 0 0,0 0-1 0 0,-1 0 1 0 0,1 0 0 0 0,-1 0-1 0 0,0 0 1 0 0,0 0 0 0 0,0 0-1 0 0,-1 0 1 0 0,1 0 0 0 0,-1 0-1 0 0,-3 7 1 0 0,-2 7 14 0 0,-2-1 0 0 0,0 0 0 0 0,-2 0 1 0 0,1-1-1 0 0,-13 15 0 0 0,-67 82 353 0 0,88-112-218 0 0,3-3-153 0 0,-1 0 1 0 0,1 0-1 0 0,-1 0 0 0 0,1 0 0 0 0,0 0 0 0 0,0 1 0 0 0,0-1 1 0 0,0 1-1 0 0,0-1 0 0 0,1 1 0 0 0,-1-1 0 0 0,0 1 1 0 0,1 0-1 0 0,2-1 0 0 0,5-3 1 0 0,-6 4-3 0 0,-1-1 0 0 0,0 1 0 0 0,1 0 0 0 0,-1 0-1 0 0,1 0 1 0 0,-1 0 0 0 0,1 0 0 0 0,0 1 0 0 0,-1 0 0 0 0,1 0-1 0 0,0 0 1 0 0,6 1 0 0 0,-1 0 1 0 0,0 1 0 0 0,-1 0 0 0 0,16 6-1 0 0,-19-6 14 0 0,1 0-1 0 0,-1 1 0 0 0,0-1 1 0 0,0 1-1 0 0,0 0 0 0 0,-1 0 0 0 0,1 1 1 0 0,-1-1-1 0 0,0 1 0 0 0,0 0 0 0 0,0 1 1 0 0,0-1-1 0 0,-1 0 0 0 0,1 1 1 0 0,-1 0-1 0 0,-1 0 0 0 0,1 0 0 0 0,0 0 1 0 0,-1 0-1 0 0,0 1 0 0 0,-1-1 1 0 0,1 0-1 0 0,-1 1 0 0 0,0 0 0 0 0,0-1 1 0 0,-1 1-1 0 0,1 0 0 0 0,-1-1 0 0 0,-1 1 1 0 0,1 0-1 0 0,-2 6 0 0 0,0-1 143 0 0,-2 1-1 0 0,1-1 0 0 0,-1 0 0 0 0,-1 0 1 0 0,0 0-1 0 0,0-1 0 0 0,-1 0 1 0 0,0 0-1 0 0,-1 0 0 0 0,0-1 1 0 0,-1 0-1 0 0,-15 14 0 0 0,17-17-33 0 0,-1-1-1 0 0,0 0 0 0 0,1 0 0 0 0,-2-1 0 0 0,1 0 0 0 0,0 0 1 0 0,-1-1-1 0 0,0 0 0 0 0,0 0 0 0 0,0-1 0 0 0,0 0 1 0 0,0 0-1 0 0,0-1 0 0 0,0 0 0 0 0,-1-1 0 0 0,1 1 1 0 0,0-2-1 0 0,-15-1 0 0 0,6 0-252 0 0,0-2 0 0 0,0 0 1 0 0,0 0-1 0 0,1-2 0 0 0,0 0 0 0 0,0-1 1 0 0,1 0-1 0 0,-28-18 0 0 0,42 24-45 0 0,0 0-1 0 0,-1 0 1 0 0,1-1-1 0 0,0 1 1 0 0,-1 0-1 0 0,1-1 1 0 0,0 1 0 0 0,0 0-1 0 0,0-1 1 0 0,0 1-1 0 0,0-1 1 0 0,1 0-1 0 0,-1 1 1 0 0,0-1-1 0 0,1 0 1 0 0,-1 1 0 0 0,1-1-1 0 0,0 0 1 0 0,-1 0-1 0 0,1 1 1 0 0,0-1-1 0 0,0 0 1 0 0,0 0-1 0 0,0 1 1 0 0,1-1 0 0 0,-1 0-1 0 0,0 0 1 0 0,1-1-1 0 0,1-3-972 0 0,1 1 1 0 0,-1 0-1 0 0,1 0 0 0 0,0 0 0 0 0,1 1 0 0 0,-1-1 1 0 0,7-6-1 0 0,7-7-5808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6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23 121 1868 0 0,'-3'-9'1388'0'0,"2"0"0"0"0,-1-1 0 0 0,1 1 0 0 0,1-1 0 0 0,0 1 0 0 0,1-13 0 0 0,0-4 1672 0 0,-1 24-2378 0 0,0-13 2270 0 0,-1 92 5595 0 0,-5 81-6165 0 0,-3 57-1024 0 0,7-68-4316 0 0,3-139 2013 0 0,-1-1 0 0 0,2 1 1 0 0,-1-1-1 0 0,1 0 0 0 0,0 0 1 0 0,3 7-1 0 0,11 26-8176 0 0,-11-29 5851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34 764 0 0,'-31'42'14103'0'0,"2"-5"-7647"0"0,-8 24-3540 0 0,12-15-1533 0 0,-22 56 1 0 0,40-84-1265 0 0,0 1-1 0 0,2 0 0 0 0,0 0 1 0 0,1 0-1 0 0,1 1 1 0 0,-1 26-1 0 0,4-41-102 0 0,0 0 0 0 0,1 0 0 0 0,-1 0 0 0 0,1 0-1 0 0,0 0 1 0 0,0-1 0 0 0,0 1 0 0 0,1 0 0 0 0,0-1 0 0 0,-1 1 0 0 0,2-1-1 0 0,-1 1 1 0 0,0-1 0 0 0,1 0 0 0 0,0 0 0 0 0,0 0 0 0 0,0 0-1 0 0,1-1 1 0 0,-1 1 0 0 0,1-1 0 0 0,8 6 0 0 0,-4-5 16 0 0,1 1-1 0 0,-1-1 1 0 0,1-1 0 0 0,0 0-1 0 0,1 0 1 0 0,-1-1 0 0 0,0 0-1 0 0,1 0 1 0 0,0-1 0 0 0,12 0 0 0 0,-7-1-9 0 0,1 0-1 0 0,-1-1 1 0 0,1-1 0 0 0,-1 0 0 0 0,0-1 0 0 0,1-1 0 0 0,-2 0 0 0 0,1-1 0 0 0,0-1 0 0 0,15-8 0 0 0,-20 9-24 0 0,0-1 1 0 0,-1-1 0 0 0,0 0-1 0 0,0 0 1 0 0,0-1 0 0 0,-1 0 0 0 0,0 0-1 0 0,-1-1 1 0 0,0 0 0 0 0,0-1-1 0 0,-1 1 1 0 0,0-1 0 0 0,0 0-1 0 0,4-15 1 0 0,-6 15-13 0 0,-1 0 0 0 0,0 0-1 0 0,0 0 1 0 0,-1-1 0 0 0,-1 1 0 0 0,0-1 0 0 0,0 0-1 0 0,-1 1 1 0 0,0-1 0 0 0,-1 1 0 0 0,0-1 0 0 0,-1 1 0 0 0,0-1-1 0 0,-1 1 1 0 0,0 0 0 0 0,-7-16 0 0 0,3 13 9 0 0,0-1 0 0 0,-1 2 0 0 0,-1-1 0 0 0,0 1 0 0 0,0 0 0 0 0,-1 1 0 0 0,-1 0 0 0 0,0 1 0 0 0,0 0 0 0 0,-1 1 0 0 0,-15-9 0 0 0,-5-1-802 0 0,-1 3 0 0 0,-54-21 0 0 0,26 13-4926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7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169 199 892 0 0,'-17'-105'16997'0'0,"17"104"-16835"0"0,0 0-1 0 0,0 0 1 0 0,-1 0 0 0 0,1 0-1 0 0,0 0 1 0 0,-1 0 0 0 0,1 1-1 0 0,0-1 1 0 0,-1 0 0 0 0,1 0-1 0 0,-1 0 1 0 0,0 1 0 0 0,1-1-1 0 0,-1 0 1 0 0,0 1 0 0 0,1-1-1 0 0,-1 0 1 0 0,-1 0 0 0 0,-3 4 12 0 0,1 1-1 0 0,0 0 1 0 0,0 0 0 0 0,0 0 0 0 0,0 0 0 0 0,1 1 0 0 0,-6 8 0 0 0,-18 42 478 0 0,12-24-257 0 0,3-7-185 0 0,1 1 0 0 0,1 0 0 0 0,-10 38 0 0 0,17-53-180 0 0,1 0 0 0 0,0 1 0 0 0,1-1 0 0 0,0 0 0 0 0,0 0 0 0 0,1 1 0 0 0,1-1 0 0 0,0 0 0 0 0,0 1-1 0 0,1-1 1 0 0,0 0 0 0 0,4 11 0 0 0,-3-15-15 0 0,0 0 0 0 0,0 0 0 0 0,0 0 0 0 0,1 0 0 0 0,0 0 0 0 0,0-1 0 0 0,1 1 0 0 0,-1-1 0 0 0,1 0-1 0 0,0-1 1 0 0,1 1 0 0 0,-1-1 0 0 0,1 0 0 0 0,8 5 0 0 0,-5-5-1 0 0,-1-1 0 0 0,1 0 1 0 0,0 0-1 0 0,0 0 0 0 0,0-1 0 0 0,0-1 0 0 0,1 1 0 0 0,-1-2 1 0 0,17 0-1 0 0,-10-1-1 0 0,-1 0 0 0 0,0-2 0 0 0,-1 1 0 0 0,1-2 0 0 0,0 0 0 0 0,-1-1 1 0 0,0-1-1 0 0,0 0 0 0 0,0-1 0 0 0,-1 0 0 0 0,0-1 0 0 0,23-18 0 0 0,-20 11-12 0 0,-1 0-1 0 0,-1-1 0 0 0,0-1 1 0 0,-1 0-1 0 0,-1-1 0 0 0,0-1 1 0 0,-2 0-1 0 0,16-36 0 0 0,-21 44 47 0 0,-2-1 0 0 0,1 1 0 0 0,-1 0-1 0 0,-1-1 1 0 0,0 0 0 0 0,-1 0 0 0 0,0 1-1 0 0,0-1 1 0 0,-2 0 0 0 0,1 0 0 0 0,-1 0 0 0 0,-1 1-1 0 0,0-1 1 0 0,-1 0 0 0 0,0 1 0 0 0,-1 0-1 0 0,-8-17 1 0 0,9 21-46 0 0,-1 1 0 0 0,-1 0-1 0 0,1-1 1 0 0,-1 2 0 0 0,0-1-1 0 0,0 0 1 0 0,-1 1 0 0 0,0 0 0 0 0,0 0-1 0 0,0 1 1 0 0,0 0 0 0 0,-1 0 0 0 0,0 0-1 0 0,1 1 1 0 0,-1 0 0 0 0,-1 0 0 0 0,1 1-1 0 0,0-1 1 0 0,-1 2 0 0 0,1-1-1 0 0,-1 1 1 0 0,1 0 0 0 0,-1 1 0 0 0,-14 0-1 0 0,15 1-255 0 0,0 0 0 0 0,0 1 0 0 0,1-1 0 0 0,-1 1 0 0 0,0 1 0 0 0,1-1 0 0 0,-1 1 0 0 0,1 0 0 0 0,0 0 0 0 0,0 1 0 0 0,0 0 0 0 0,0 0 0 0 0,1 0 0 0 0,0 1 0 0 0,0 0 0 0 0,0 0 0 0 0,-8 11 0 0 0,7-7-512 0 0,1 0-1 0 0,0 0 1 0 0,1 1 0 0 0,0 0 0 0 0,0 0 0 0 0,-4 16 0 0 0,2 4-3339 0 0,-3 32 0 0 0,7-30-1345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2836 0 0,'0'0'24971'0'0,"0"0"-24874"0"0,-1 0-1 0 0,1 0 0 0 0,-1 0 1 0 0,1 1-1 0 0,-1-1 1 0 0,1 0-1 0 0,-1 0 0 0 0,1 0 1 0 0,-1 1-1 0 0,1-1 1 0 0,-1 0-1 0 0,1 0 0 0 0,-1 1 1 0 0,1-1-1 0 0,0 0 1 0 0,-1 1-1 0 0,1-1 0 0 0,-1 1 1 0 0,-21 289 2813 0 0,20-244-3043 0 0,1 182-7915 0 0,2-111-3781 0 0,-1-68 1694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9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9 224 0 0,'0'0'4960'0'0,"2"-9"-5008"0"0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1 157 232 0 0,'7'-145'9768'0'0,"-7"142"-9588"0"0,2-6 356 0 0,4 29-366 0 0,-2-1 0 0 0,0 0 0 0 0,-1 1 0 0 0,-1 0 0 0 0,-1 26 0 0 0,1-5-128 0 0,1 294 356 0 0,-4-185-6668 0 0,1-137 2768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11 358 1348 0 0,'-5'-26'1716'0'0,"2"-1"0"0"0,1 1 0 0 0,2-50 0 0 0,1 67-1587 0 0,1 0 0 0 0,0 1 0 0 0,0-1 0 0 0,0 1 0 0 0,1 0 0 0 0,0 0 0 0 0,1 0 1 0 0,0 0-1 0 0,0 1 0 0 0,0-1 0 0 0,1 1 0 0 0,0 0 0 0 0,1 0 0 0 0,0 1 0 0 0,12-12 1 0 0,-8 10-74 0 0,1 0 0 0 0,0 1 0 0 0,0 0 0 0 0,0 1 0 0 0,0 0 0 0 0,1 1 0 0 0,0 0 0 0 0,14-3 0 0 0,-18 6-42 0 0,1 0 0 0 0,0 0 0 0 0,0 1 0 0 0,1 0-1 0 0,-1 1 1 0 0,0 0 0 0 0,0 0 0 0 0,0 1-1 0 0,0 1 1 0 0,0-1 0 0 0,0 1 0 0 0,10 4 0 0 0,-16-5-10 0 0,-1-1 1 0 0,1 2-1 0 0,0-1 0 0 0,-1 0 1 0 0,1 0-1 0 0,-1 1 1 0 0,0-1-1 0 0,1 1 1 0 0,-1 0-1 0 0,0 0 1 0 0,0 0-1 0 0,0 0 0 0 0,0 0 1 0 0,-1 0-1 0 0,1 0 1 0 0,-1 1-1 0 0,1-1 1 0 0,-1 0-1 0 0,3 6 1 0 0,-4-5 0 0 0,1 1 0 0 0,-1-1 0 0 0,0 1 1 0 0,1-1-1 0 0,-1 1 0 0 0,-1-1 1 0 0,1 1-1 0 0,-1-1 0 0 0,1 1 1 0 0,-1-1-1 0 0,0 1 0 0 0,0-1 0 0 0,-3 6 1 0 0,-1 1 2 0 0,0 0 0 0 0,-1-1 1 0 0,-1 0-1 0 0,1 0 1 0 0,-1 0-1 0 0,-1-1 0 0 0,1 0 1 0 0,-2-1-1 0 0,-9 8 0 0 0,1-2-23 0 0,7-5 71 0 0,-2 0 1 0 0,-22 12 0 0 0,32-19-44 0 0,-12-1 16 0 0,13-1-28 0 0,0-2-1 0 0,11-10 10 0 0,-5 7-10 0 0,2 1 0 0 0,-1 0 0 0 0,1 0 0 0 0,-1 1 1 0 0,1 0-1 0 0,0 0 0 0 0,1 1 0 0 0,-1 0 0 0 0,1 0 1 0 0,-1 1-1 0 0,1 0 0 0 0,0 0 0 0 0,15-1 0 0 0,-14 2 0 0 0,-1 0-1 0 0,1 1 0 0 0,0 0 0 0 0,0 1 1 0 0,-1 0-1 0 0,1 0 0 0 0,-1 0 0 0 0,1 1 1 0 0,-1 1-1 0 0,1 0 0 0 0,-1 0 0 0 0,0 0 1 0 0,0 1-1 0 0,-1 0 0 0 0,1 1 0 0 0,11 8 1 0 0,-15-10 9 0 0,-1-1 1 0 0,1 1 0 0 0,-1 0 0 0 0,0 0 0 0 0,0 0-1 0 0,0 1 1 0 0,0-1 0 0 0,-1 1 0 0 0,1-1 0 0 0,-1 1-1 0 0,0 0 1 0 0,0 0 0 0 0,0 0 0 0 0,-1 0-1 0 0,1 0 1 0 0,0 7 0 0 0,-1-8 20 0 0,-1 1-1 0 0,0-1 1 0 0,0 0 0 0 0,0 0 0 0 0,0 0-1 0 0,0 0 1 0 0,-1 0 0 0 0,1 0-1 0 0,-1 0 1 0 0,0 0 0 0 0,0 0-1 0 0,0 0 1 0 0,-1 0 0 0 0,1 0-1 0 0,-1-1 1 0 0,1 1 0 0 0,-1 0 0 0 0,0-1-1 0 0,0 1 1 0 0,0-1 0 0 0,0 0-1 0 0,0 0 1 0 0,-1 0 0 0 0,-3 3-1 0 0,-2 0 35 0 0,0 0 0 0 0,0 0-1 0 0,-1-1 1 0 0,0 0-1 0 0,0 0 1 0 0,0-1-1 0 0,0 0 1 0 0,0-1-1 0 0,-14 2 1 0 0,-11 0-13 0 0,-54-3 0 0 0,57-1-46 0 0,28 0-107 0 0,-6 2 388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32 640 0 0,'2'-1'1879'0'0,"17"-9"3123"0"0,-13 7-4516 0 0,-1 0 1 0 0,1 1 0 0 0,0-1 0 0 0,-1 1 0 0 0,1 0 0 0 0,7-1-1 0 0,-1 2-344 0 0,1 0 0 0 0,0 0-1 0 0,-1 2 1 0 0,1-1 0 0 0,-1 1-1 0 0,1 1 1 0 0,14 4 0 0 0,-23-5-103 0 0,0 0 1 0 0,0 1-1 0 0,-1-1 1 0 0,1 1-1 0 0,0 0 1 0 0,-1 0 0 0 0,1 0-1 0 0,-1 1 1 0 0,0-1-1 0 0,0 1 1 0 0,5 5-1 0 0,-6-6 43 0 0,-1 1 0 0 0,1-1 0 0 0,-1 1-1 0 0,1-1 1 0 0,-1 1 0 0 0,0 0 0 0 0,0 0 0 0 0,0-1 0 0 0,-1 1-1 0 0,1 0 1 0 0,-1 0 0 0 0,1 0 0 0 0,-1 0 0 0 0,0 0-1 0 0,0 0 1 0 0,0 0 0 0 0,-1 0 0 0 0,0 3 0 0 0,-1 1 94 0 0,0 0 0 0 0,-1 0 1 0 0,1 0-1 0 0,-1-1 0 0 0,-1 1 0 0 0,1-1 1 0 0,-1 0-1 0 0,-1 0 0 0 0,1 0 1 0 0,-7 6-1 0 0,-4 3 266 0 0,0 0 0 0 0,-22 15 0 0 0,-95 60 1338 0 0,67-48-1172 0 0,63-41-554 0 0,2-1-51 0 0,1 1 0 0 0,-1-1 1 0 0,0 0-1 0 0,0 1 0 0 0,1-1 1 0 0,-1 0-1 0 0,0 1 0 0 0,1-1 1 0 0,-1 0-1 0 0,1 1 0 0 0,-1-1 0 0 0,0 0 1 0 0,1 0-1 0 0,-1 0 0 0 0,1 1 1 0 0,-1-1-1 0 0,1 0 0 0 0,-1 0 1 0 0,1 0-1 0 0,-1 0 0 0 0,1 0 0 0 0,-1 0 1 0 0,0 0-1 0 0,1 0 0 0 0,-1 0 1 0 0,1 0-1 0 0,-1 0 0 0 0,2 0 1 0 0,15-1 17 0 0,-17 1-17 0 0,430-65-522 0 0,-262 38-2901 0 0,0 2-4747 0 0,-134 21 2754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24 109 1096 0 0,'-2'-1'312'0'0,"0"0"0"0"0,1 0 0 0 0,-1 0 0 0 0,1 0 0 0 0,0 0 0 0 0,-1-1 0 0 0,1 1 0 0 0,0 0-1 0 0,0-1 1 0 0,-1 1 0 0 0,1-1 0 0 0,1 1 0 0 0,-1-1 0 0 0,0 1 0 0 0,0-1 0 0 0,0 0 0 0 0,1 0 0 0 0,-1 1 0 0 0,1-1 0 0 0,-1 0 0 0 0,1-2 0 0 0,0 2-192 0 0,0 0 0 0 0,1 0 0 0 0,-1 0 1 0 0,1 0-1 0 0,0-1 0 0 0,-1 1 0 0 0,1 0 1 0 0,0 0-1 0 0,0 1 0 0 0,0-1 0 0 0,0 0 1 0 0,1 0-1 0 0,-1 0 0 0 0,0 1 0 0 0,3-3 1 0 0,1-1-89 0 0,0 1 1 0 0,0 0 0 0 0,1 0-1 0 0,-1 1 1 0 0,1-1 0 0 0,0 1-1 0 0,-1 0 1 0 0,2 1-1 0 0,-1 0 1 0 0,0 0 0 0 0,10-2-1 0 0,-12 3-23 0 0,1 1 0 0 0,0 0 0 0 0,0 0 0 0 0,0 0 1 0 0,0 0-1 0 0,0 1 0 0 0,-1 0 0 0 0,1 0 0 0 0,0 0 0 0 0,0 1 0 0 0,-1-1 0 0 0,1 1 0 0 0,-1 0 0 0 0,0 0 0 0 0,1 1 0 0 0,-1 0 0 0 0,0-1 0 0 0,0 1 0 0 0,6 7 0 0 0,-6-5 16 0 0,0-1 0 0 0,0 1-1 0 0,-1 0 1 0 0,0 0-1 0 0,0 0 1 0 0,0 1 0 0 0,-1-1-1 0 0,1 1 1 0 0,-1-1-1 0 0,0 1 1 0 0,-1 0 0 0 0,0 0-1 0 0,0 0 1 0 0,0 0-1 0 0,-1 0 1 0 0,0 10 0 0 0,-1-3 107 0 0,0 0 0 0 0,-1-1 1 0 0,-1 1-1 0 0,0 0 0 0 0,-1-1 1 0 0,0 0-1 0 0,-11 21 0 0 0,5-14 256 0 0,-1-1 0 0 0,-1-1 0 0 0,-28 32-1 0 0,4-8 1068 0 0,34-40-1222 0 0,-1-4-159 0 0,3 3-73 0 0,0 0 0 0 0,0 0-1 0 0,0 0 1 0 0,-1-1 0 0 0,1 1 0 0 0,0 0 0 0 0,0 0 0 0 0,0 0 0 0 0,0 0 0 0 0,-1 0-1 0 0,1-1 1 0 0,0 1 0 0 0,0 0 0 0 0,0 0 0 0 0,0 0 0 0 0,0 0 0 0 0,0-1 0 0 0,-1 1-1 0 0,1 0 1 0 0,0 0 0 0 0,0-1 0 0 0,0 1 0 0 0,0 0 0 0 0,0 0 0 0 0,0 0-1 0 0,0-1 1 0 0,0 1 0 0 0,0 0 0 0 0,0 0 0 0 0,0-1 0 0 0,0 1 0 0 0,0 0 0 0 0,0 0-1 0 0,0 0 1 0 0,0-1 0 0 0,0 1 0 0 0,0 0 0 0 0,1 0 0 0 0,9-20 20 0 0,2 1 1 0 0,0 0-1 0 0,22-24 0 0 0,52-49-34 0 0,-21 24 9 0 0,-25 23 87 0 0,-39 44-67 0 0,-5 2-25 0 0,1 1 8 0 0,-1-1 0 0 0,1 1 0 0 0,0 0 0 0 0,0 1 0 0 0,0-1 0 0 0,0 0 0 0 0,1 1 1 0 0,-1 0-1 0 0,0-1 0 0 0,1 1 0 0 0,0 0 0 0 0,-3 5 0 0 0,4-7 1 0 0,-16 25 1 0 0,0 0 0 0 0,1 1 0 0 0,-13 34 0 0 0,25-52 2 0 0,2-6-2 0 0,1 0 0 0 0,-1 0 0 0 0,1 0 0 0 0,0 1 0 0 0,0-1 0 0 0,1 0 0 0 0,-1 1 0 0 0,1-1 0 0 0,-1 4 0 0 0,1-5 0 0 0,-1 0 0 0 0,1-1 1 0 0,0 1-1 0 0,0 0 0 0 0,0 0 0 0 0,0 0 0 0 0,0-1 1 0 0,1 1-1 0 0,-1 0 0 0 0,0 0 0 0 0,1-1 0 0 0,-1 1 1 0 0,1 0-1 0 0,0-1 0 0 0,-1 1 0 0 0,1-1 0 0 0,0 1 1 0 0,0-1-1 0 0,0 1 0 0 0,0-1 0 0 0,1 1 0 0 0,-1-1 0 0 0,0 0 1 0 0,0 0-1 0 0,1 1 0 0 0,-1-1 0 0 0,1 0 0 0 0,-1 0 1 0 0,1-1-1 0 0,-1 1 0 0 0,1 0 0 0 0,0 0 0 0 0,-1-1 1 0 0,1 1-1 0 0,0-1 0 0 0,-1 0 0 0 0,1 1 0 0 0,0-1 1 0 0,0 0-1 0 0,0 0 0 0 0,1 0 0 0 0,32 1-253 0 0,0-2-1 0 0,34-6 1 0 0,26-7-7900 0 0,-81 12 3973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9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44 1292 0 0,'-13'-39'13694'0'0,"13"39"-13674"0"0,0-1 0 0 0,0 1 0 0 0,0 0 0 0 0,0 0 0 0 0,0 0 0 0 0,0 0 0 0 0,0-1 0 0 0,0 1 0 0 0,0 0-1 0 0,0 0 1 0 0,-1 0 0 0 0,1 0 0 0 0,0-1 0 0 0,0 1 0 0 0,0 0 0 0 0,0 0 0 0 0,0 0 0 0 0,0 0 0 0 0,0 0 0 0 0,0-1 0 0 0,0 1 0 0 0,-1 0 0 0 0,1 0 0 0 0,0 0 0 0 0,0 0 0 0 0,0 0-1 0 0,0 0 1 0 0,0 0 0 0 0,-1-1 0 0 0,1 1 0 0 0,0 0 0 0 0,0 0 0 0 0,0 0 0 0 0,0 0 0 0 0,-1 0 0 0 0,1 0 0 0 0,0 0 0 0 0,0 0 0 0 0,0 0 0 0 0,0 0 0 0 0,-1 0 0 0 0,1 0-1 0 0,0 0 1 0 0,0 0 0 0 0,-1 0 0 0 0,1 1-8 0 0,0-1 0 0 0,-1 0 0 0 0,1 0 0 0 0,0 1 0 0 0,-1-1 0 0 0,1 0 0 0 0,0 0 0 0 0,-1 1 0 0 0,1-1 0 0 0,0 0 0 0 0,0 1 0 0 0,-1-1-1 0 0,1 1 1 0 0,0-1 0 0 0,0 0 0 0 0,0 1 0 0 0,0-1 0 0 0,0 1 0 0 0,-1-1 0 0 0,1 0 0 0 0,0 1 0 0 0,0-1 0 0 0,0 1 0 0 0,0-1 0 0 0,0 1 0 0 0,0 0-1 0 0,-3 61 478 0 0,1-45-443 0 0,0 0-1 0 0,2 1 1 0 0,0-1 0 0 0,1 0 0 0 0,0 1 0 0 0,5 17 0 0 0,-5-31-38 0 0,1 1 1 0 0,0-1-1 0 0,0 0 0 0 0,0 0 0 0 0,0 0 1 0 0,1 0-1 0 0,-1-1 0 0 0,1 1 1 0 0,0-1-1 0 0,0 1 0 0 0,1-1 1 0 0,-1 0-1 0 0,1 0 0 0 0,-1-1 1 0 0,1 1-1 0 0,0-1 0 0 0,0 0 1 0 0,0 0-1 0 0,0 0 0 0 0,0 0 0 0 0,1-1 1 0 0,-1 1-1 0 0,0-1 0 0 0,1 0 1 0 0,-1 0-1 0 0,1-1 0 0 0,-1 0 1 0 0,1 0-1 0 0,0 0 0 0 0,-1 0 1 0 0,1 0-1 0 0,-1-1 0 0 0,1 0 1 0 0,-1 0-1 0 0,0 0 0 0 0,1-1 0 0 0,-1 1 1 0 0,0-1-1 0 0,0 0 0 0 0,0 0 1 0 0,0-1-1 0 0,0 1 0 0 0,0-1 1 0 0,4-4-1 0 0,0-1 123 0 0,0 0-1 0 0,-1 0 1 0 0,-1-1-1 0 0,1 0 1 0 0,-1 0 0 0 0,-1-1-1 0 0,1 1 1 0 0,-2-1 0 0 0,1-1-1 0 0,-1 1 1 0 0,-1 0-1 0 0,0-1 1 0 0,2-16 0 0 0,-1 8 341 0 0,-3 19-467 0 0,-1 0-1 0 0,0 0 0 0 0,0 0 1 0 0,0 0-1 0 0,0 0 1 0 0,0 0-1 0 0,1 0 0 0 0,-1 0 1 0 0,0 0-1 0 0,0 0 1 0 0,0 0-1 0 0,0 0 0 0 0,0 0 1 0 0,1 0-1 0 0,-1 0 1 0 0,0 1-1 0 0,0-1 0 0 0,0 0 1 0 0,0 0-1 0 0,0 0 1 0 0,0 0-1 0 0,1 0 1 0 0,-1 0-1 0 0,0 0 0 0 0,0 1 1 0 0,0-1-1 0 0,0 0 1 0 0,0 0-1 0 0,0 0 0 0 0,0 0 1 0 0,0 0-1 0 0,0 0 1 0 0,0 1-1 0 0,0-1 0 0 0,0 0 1 0 0,0 0-1 0 0,0 0 1 0 0,0 0-1 0 0,0 1 0 0 0,0-1 1 0 0,0 0-1 0 0,0 0 1 0 0,0 0-1 0 0,0 0 0 0 0,0 0 1 0 0,0 1-1 0 0,0-1 1 0 0,0 0-1 0 0,2 34 119 0 0,-19 184 720 0 0,-5 117-503 0 0,23-297-538 0 0,0-3-5635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1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88 320 0 0,'0'-25'5783'0'0,"5"-38"487"0"0,-3 75-5921 0 0,3 27 323 0 0,-1 0 0 0 0,-3 54 0 0 0,-13 82-301 0 0,6-94-260 0 0,0 21 10 0 0,6-99 128 0 0,1 7-3338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51 176 1452 0 0,'-24'-37'6278'0'0,"18"25"-4765"0"0,0 0 0 0 0,-8-24-1 0 0,14 34-1477 0 0,0 1-1 0 0,0-1 1 0 0,0 1 0 0 0,0-1-1 0 0,0 1 1 0 0,0-1-1 0 0,0 1 1 0 0,1-1-1 0 0,-1 1 1 0 0,0-1-1 0 0,1 1 1 0 0,-1-1-1 0 0,1 1 1 0 0,0 0-1 0 0,-1-1 1 0 0,1 1-1 0 0,0 0 1 0 0,0 0-1 0 0,0 0 1 0 0,0-1-1 0 0,0 1 1 0 0,0 0-1 0 0,2-1 1 0 0,29-21 123 0 0,-26 19-98 0 0,-2 2-45 0 0,0 0 0 0 0,0-1-1 0 0,0 2 1 0 0,1-1 0 0 0,-1 0-1 0 0,1 1 1 0 0,-1 0 0 0 0,1 0 0 0 0,-1 0-1 0 0,1 0 1 0 0,0 1 0 0 0,0 0-1 0 0,-1 0 1 0 0,6 1 0 0 0,-4-1-4 0 0,0 2 1 0 0,0-1-1 0 0,-1 0 1 0 0,1 1-1 0 0,-1 0 0 0 0,1 1 1 0 0,-1-1-1 0 0,1 1 1 0 0,-1 0-1 0 0,8 7 0 0 0,-11-9 1 0 0,0 1 0 0 0,0 0 0 0 0,-1 0 0 0 0,1 0 0 0 0,0 1 0 0 0,-1-1 1 0 0,1 0-1 0 0,-1 1 0 0 0,0-1 0 0 0,0 1 0 0 0,0-1 0 0 0,0 1 0 0 0,0-1 0 0 0,0 1 0 0 0,-1 0 0 0 0,1-1 0 0 0,-1 1 0 0 0,0 0 0 0 0,0 0 0 0 0,0-1 0 0 0,0 1 0 0 0,0 0 0 0 0,-1 0 0 0 0,1-1 0 0 0,-1 1 0 0 0,-1 5 0 0 0,-3 4 18 0 0,0-1-1 0 0,-1 1 1 0 0,0-1-1 0 0,-1 0 1 0 0,-11 14 0 0 0,-45 45 55 0 0,36-37-6 0 0,27-31-64 0 0,11 4 3 0 0,15 1-23 0 0,47 15-11 0 0,-64-18 17 0 0,-1 0 0 0 0,1 1 0 0 0,-1 0 0 0 0,0 0 0 0 0,8 7 1 0 0,-6-4 106 0 0,0 1 0 0 0,0 0 0 0 0,-1 0 0 0 0,-1 1 0 0 0,1 0 0 0 0,10 18 1 0 0,-17-24 40 0 0,0 0 1 0 0,0-1 0 0 0,0 1 0 0 0,-1 0 0 0 0,0 0 0 0 0,1 1-1 0 0,-1-1 1 0 0,-1 0 0 0 0,1 0 0 0 0,-1 1 0 0 0,0-1 0 0 0,1 0-1 0 0,-2 0 1 0 0,1 1 0 0 0,-1-1 0 0 0,1 0 0 0 0,-1 0 0 0 0,0 0 0 0 0,-1 1-1 0 0,1-1 1 0 0,-1 0 0 0 0,1-1 0 0 0,-5 8 0 0 0,1-4 4 0 0,1 0-1 0 0,-1-1 1 0 0,0 1 0 0 0,-1-1 0 0 0,0 0-1 0 0,0 0 1 0 0,0-1 0 0 0,0 0 0 0 0,-1 0 0 0 0,0 0-1 0 0,0-1 1 0 0,-1 0 0 0 0,1-1 0 0 0,-9 4 0 0 0,10-5-270 0 0,-1 0 0 0 0,1-1 0 0 0,-1 0 1 0 0,0 0-1 0 0,1 0 0 0 0,-1-1 1 0 0,0 0-1 0 0,1 0 0 0 0,-1-1 0 0 0,0 1 1 0 0,1-1-1 0 0,-1-1 0 0 0,-9-3 0 0 0,10 3-2049 0 0,0 0 554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2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44 776 0 0,'-98'-10'14221'0'0,"85"8"-12768"0"0,1 1-485 0 0,12-2-797 0 0,8-1-331 0 0,5-1 28 0 0,0 0 1 0 0,0 1-1 0 0,17-3 1 0 0,-26 6-285 0 0,1 0 0 0 0,-1 1 0 0 0,1-1 0 0 0,-1 1 0 0 0,1 0 0 0 0,-1 0 0 0 0,1 1 0 0 0,-1-1 0 0 0,0 1 0 0 0,1 0 0 0 0,-1 0 0 0 0,0 1 0 0 0,8 2 0 0 0,2 7-4283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2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1516 0 0,'-46'52'12887'0'0,"33"-36"-9263"0"0,16-15-3604 0 0,0 0 0 0 0,-1 0 0 0 0,1 0-1 0 0,0-1 1 0 0,0 1 0 0 0,-1-1 0 0 0,1 0 0 0 0,0 0 0 0 0,0 0 0 0 0,-1 0-1 0 0,5-1 1 0 0,37-5 12 0 0,-41 5-33 0 0,32-4-458 0 0,42-10-3350 0 0,-28 1-3228 0 0,-32 7 2450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73 1884 0 0,'-2'-16'5393'0'0,"2"-3"-1862"0"0,1 4-242 0 0,-5-2 409 0 0,1 12-1557 0 0,5 16-1524 0 0,5 38 230 0 0,-2 0-1 0 0,-2 79 1 0 0,-5-63-549 0 0,0-36-796 0 0,1-1 1 0 0,6 47 0 0 0,-5-73-170 0 0,1 2-389 0 0,-2-4 965 0 0,1 1 0 0 0,0-1 1 0 0,0 0-1 0 0,0 0 0 0 0,0 1 0 0 0,0-1 0 0 0,0 0 1 0 0,0 1-1 0 0,0-1 0 0 0,0 0 0 0 0,0 1 0 0 0,0-1 1 0 0,0 0-1 0 0,1 1 0 0 0,-1-1 0 0 0,0 0 0 0 0,0 1 1 0 0,0-1-1 0 0,0 0 0 0 0,0 1 0 0 0,1-1 0 0 0,-1 0 1 0 0,0 0-1 0 0,0 1 0 0 0,0-1 0 0 0,1 0 1 0 0,-1 0-1 0 0,1 1 0 0 0,12 0-3082 0 0,20-12-8793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0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40 145 1800 0 0,'-6'-26'7352'0'0,"-1"-5"-2438"0"0,6 27-4704 0 0,1 1 0 0 0,-1 0 0 0 0,1-1 0 0 0,0 1 0 0 0,0-1 0 0 0,1 1 0 0 0,-1 0 0 0 0,1-1 0 0 0,-1 1 0 0 0,1 0 0 0 0,1-4 0 0 0,0 5-164 0 0,-1 0 1 0 0,1-1-1 0 0,0 1 0 0 0,0 0 1 0 0,0 0-1 0 0,0 0 0 0 0,0 1 0 0 0,0-1 1 0 0,0 0-1 0 0,1 1 0 0 0,-1-1 1 0 0,0 1-1 0 0,6-2 0 0 0,28-9 112 0 0,-33 11-146 0 0,1 0-1 0 0,-1 0 0 0 0,1 1 1 0 0,-1-1-1 0 0,1 1 0 0 0,0 0 1 0 0,-1 0-1 0 0,1 0 0 0 0,-1 0 1 0 0,1 1-1 0 0,0 0 1 0 0,-1-1-1 0 0,1 1 0 0 0,-1 0 1 0 0,0 1-1 0 0,1-1 0 0 0,-1 1 1 0 0,0-1-1 0 0,0 1 0 0 0,0 0 1 0 0,0 0-1 0 0,0 0 0 0 0,0 1 1 0 0,0-1-1 0 0,-1 1 1 0 0,1-1-1 0 0,3 7 0 0 0,-3-4 111 0 0,0 0 1 0 0,-1 0-1 0 0,1 1 0 0 0,-1-1 0 0 0,0 1 0 0 0,-1 0 1 0 0,0 0-1 0 0,0-1 0 0 0,0 1 0 0 0,0 0 0 0 0,-1 0 0 0 0,0 0 1 0 0,0 0-1 0 0,-1 0 0 0 0,-1 11 0 0 0,-4 5 532 0 0,-1 0-1 0 0,0 0 1 0 0,-2-1-1 0 0,-11 21 1 0 0,-50 75 2171 0 0,22-39-924 0 0,4-12 11 0 0,43-64-1870 0 0,1-2-34 0 0,0 0 0 0 0,1 1 0 0 0,-1-1 0 0 0,0 1 0 0 0,0-1 0 0 0,0 0 0 0 0,1 1 0 0 0,-1-1-1 0 0,0 0 1 0 0,0 0 0 0 0,1 1 0 0 0,-1-1 0 0 0,0 0 0 0 0,0 0 0 0 0,1 1 0 0 0,-1-1 0 0 0,0 0 0 0 0,1 0 0 0 0,-1 0-1 0 0,0 1 1 0 0,1-1 0 0 0,-1 0 0 0 0,1 0 0 0 0,-1 0 0 0 0,0 0 0 0 0,1 0 0 0 0,276-52 222 0 0,-200 34-201 0 0,-71 17-94 0 0,74-17-344 0 0,-31 5-3687 0 0,-31 15-1307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87 224 0 0,'-8'-8'4313'0'0,"2"3"-3253"0"0,1 0 0 0 0,0 0 0 0 0,0-1 0 0 0,-4-7 0 0 0,8 12-687 0 0,-12-8 1002 0 0,12 8-1205 0 0,0 0 1 0 0,0 0-1 0 0,0 0 0 0 0,0 0 0 0 0,-1 0 1 0 0,1 0-1 0 0,0 0 0 0 0,0 1 0 0 0,-1-1 0 0 0,1 0 1 0 0,0 1-1 0 0,-1-1 0 0 0,1 1 0 0 0,-1-1 1 0 0,1 1-1 0 0,-1-1 0 0 0,-2 1 0 0 0,-2 1-84 0 0,0 0-1 0 0,0 1 0 0 0,0-1 0 0 0,0 1 1 0 0,0 1-1 0 0,0-1 0 0 0,1 1 0 0 0,-1 0 1 0 0,-5 4-1 0 0,-46 39 199 0 0,20-14-118 0 0,21-19-144 0 0,0 1 0 0 0,2 0 0 0 0,0 2 0 0 0,0-1-1 0 0,2 2 1 0 0,0 0 0 0 0,1 0 0 0 0,0 1 0 0 0,-10 26 0 0 0,14-25-9 0 0,1 0 0 0 0,2 1 0 0 0,-1-1 0 0 0,2 1 0 0 0,1 0 0 0 0,1 0 1 0 0,0 0-1 0 0,1 0 0 0 0,1 0 0 0 0,2 0 0 0 0,-1 0 0 0 0,2 0 0 0 0,1-1 0 0 0,10 28 0 0 0,-9-32 17 0 0,0-1-1 0 0,2 1 1 0 0,0-2-1 0 0,0 1 0 0 0,1-1 1 0 0,1 0-1 0 0,0-1 0 0 0,13 13 1 0 0,-15-18 42 0 0,1 0 0 0 0,0 0 1 0 0,0 0-1 0 0,0-1 0 0 0,1-1 1 0 0,-1 0-1 0 0,1 0 0 0 0,1-1 0 0 0,-1 0 1 0 0,1 0-1 0 0,-1-1 0 0 0,18 2 1 0 0,-6-3 88 0 0,0-2 1 0 0,1 0 0 0 0,-1-2 0 0 0,40-7-1 0 0,-23 3 273 0 0,-29 4-238 0 0,1-1 0 0 0,-1 0 0 0 0,0 0 1 0 0,0-1-1 0 0,-1 0 0 0 0,1-1 0 0 0,-1 0 0 0 0,0-1 1 0 0,0 0-1 0 0,0 0 0 0 0,-1-1 0 0 0,8-7 0 0 0,9-13 150 0 0,0 0 0 0 0,21-33 0 0 0,-40 53-220 0 0,2-6 149 0 0,0 0 0 0 0,-1 0 0 0 0,0-1 0 0 0,-1 0 0 0 0,0 0 0 0 0,-1 0 0 0 0,-1-1-1 0 0,5-28 1 0 0,-5 13-69 0 0,-2-1-1 0 0,-1 1 1 0 0,-3-44-1 0 0,-1 48-182 0 0,-1 0-1 0 0,-2 0 1 0 0,0 1-1 0 0,-2 0 1 0 0,-1 0-1 0 0,-1 1 1 0 0,-19-36-1 0 0,26 54-79 0 0,0 1-1 0 0,0-1 0 0 0,0 1 1 0 0,-1 0-1 0 0,0 0 1 0 0,0 0-1 0 0,0 1 0 0 0,-1-1 1 0 0,1 1-1 0 0,-1 0 0 0 0,0 0 1 0 0,0 0-1 0 0,-1 1 1 0 0,1 0-1 0 0,-11-4 0 0 0,13 6-155 0 0,0 1 1 0 0,0-1-1 0 0,0 1 0 0 0,0 0 0 0 0,0 0 0 0 0,0 1 0 0 0,0-1 1 0 0,0 1-1 0 0,0-1 0 0 0,0 1 0 0 0,0 0 0 0 0,0 0 0 0 0,0 0 1 0 0,-3 2-1 0 0,-39 24-2335 0 0,36-21 1991 0 0,-84 62-7518 0 0,33-21-231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3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12 64 0 0,'8'-12'11912'0'0,"-12"29"-11380"0"0,1 0 0 0 0,0 0-1 0 0,0 30 1 0 0,-1-4 64 0 0,-35 670 3885 0 0,32-499-3954 0 0,3-84-262 0 0,-42 864 1647 0 0,4 76 525 0 0,40-761-1462 0 0,3 296 459 0 0,-2-100 102 0 0,-3-182-559 0 0,1-200-1529 0 0,-13-154-10977 0 0,12 7 5737 0 0,-2-6-3174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1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53 376 0 0,'-29'-4'11352'0'0,"34"6"-11054"0"0,1 0 1 0 0,-1-1-1 0 0,1 0 0 0 0,-1 0 1 0 0,1 0-1 0 0,7 0 1 0 0,97 8 1107 0 0,507 23 1041 0 0,-145-50-1987 0 0,114 0-258 0 0,542 6 87 0 0,-652-9-237 0 0,54-1-28 0 0,858 15 39 0 0,-1198 10-40 0 0,713 18 11 0 0,-405-2-27 0 0,-448-19-11 0 0,121 7 20 0 0,1073 37 69 0 0,-61-6-77 0 0,719 2 16 0 0,-1633-37-7 0 0,1281 6-26 0 0,179-33-14 0 0,-1 0 7 0 0,-428 10-3 0 0,-765 16 23 0 0,-167 1 22 0 0,-286-1 251 0 0,-79-2-196 0 0,30 0 423 0 0,-23-2-963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41 405 1952 0 0,'0'0'2468'0'0,"-3"0"-1558"0"0,-2 0-915 0 0,-18 4 3920 0 0,22-4-3839 0 0,0 1-1 0 0,1-1 1 0 0,-1 0 0 0 0,1 0 0 0 0,-1 1 0 0 0,1-1-1 0 0,0 0 1 0 0,-1 1 0 0 0,1-1 0 0 0,-1 1 0 0 0,1-1 0 0 0,-1 0-1 0 0,1 1 1 0 0,0-1 0 0 0,0 1 0 0 0,-1-1 0 0 0,1 1-1 0 0,0-1 1 0 0,0 1 0 0 0,-1 0 0 0 0,1-1 0 0 0,0 1 0 0 0,0-1-1 0 0,0 1 1 0 0,0-1 0 0 0,0 1 0 0 0,0 0 0 0 0,0-1-1 0 0,0 1 1 0 0,0-1 0 0 0,0 1 0 0 0,0-1 0 0 0,0 1 0 0 0,0 0-1 0 0,0-1 1 0 0,1 1 0 0 0,-1-1 0 0 0,0 1 0 0 0,1 0-1 0 0,-1 0 267 0 0,20 12 1353 0 0,8-2-1191 0 0,0-2-1 0 0,1-1 1 0 0,1-1-1 0 0,-1-1 1 0 0,44 2-1 0 0,157-5-57 0 0,-135-4-108 0 0,1062-3 504 0 0,-178-14-693 0 0,-559 7-68 0 0,398-19 0 0 0,-226 7-48 0 0,445-21-6 0 0,-460 16-10 0 0,-417 19-11 0 0,1367-76 3 0 0,-170 20-19 0 0,-1048 52 12 0 0,594-17 20 0 0,12 0 1 0 0,503-30 9 0 0,945 17-25 0 0,-1570 51-32 0 0,-382-2 11 0 0,1891 6 15 0 0,-1622-12 0 0 0,-402 0 11 0 0,-256 0 0 0 0,-2 0-14 0 0,-4-1 0 0 0,-3 0-23 0 0,-7 0 594 0 0,12-2-5670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2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66 392 0 0,'15'-18'5347'0'0,"7"-12"-1586"0"0,-21 29-3381 0 0,1-2-65 0 0,8-9 1481 0 0,-10 12-1783 0 0,0-1 0 0 0,0 1 1 0 0,1 0-1 0 0,-1 0 0 0 0,0 0 0 0 0,0 0 0 0 0,0 0 0 0 0,1 0 1 0 0,-1 0-1 0 0,0 0 0 0 0,0-1 0 0 0,1 1 0 0 0,-1 0 0 0 0,0 0 1 0 0,0 0-1 0 0,1 0 0 0 0,-1 0 0 0 0,0 0 0 0 0,0 0 1 0 0,1 0-1 0 0,-1 1 0 0 0,0-1 0 0 0,0 0 0 0 0,0 0 0 0 0,1 0 1 0 0,-1 0-1 0 0,0 0 0 0 0,0 0 0 0 0,1 0 0 0 0,-1 0 0 0 0,0 1 1 0 0,0-1-1 0 0,0 0 0 0 0,0 0 0 0 0,1 0 0 0 0,-1 0 0 0 0,0 1 1 0 0,0-1-1 0 0,0 0 0 0 0,0 0 0 0 0,0 0 0 0 0,1 1 1 0 0,-1-1-1 0 0,0 0 0 0 0,0 0 0 0 0,0 1 0 0 0,0-1 0 0 0,0 0 1 0 0,0 0-1 0 0,0 1 0 0 0,0-1 0 0 0,0 0 0 0 0,0 0 0 0 0,0 0 1 0 0,0 1-1 0 0,0-1 0 0 0,0 0 0 0 0,0 0 0 0 0,0 1 0 0 0,0-1 1 0 0,-1 0-1 0 0,27 356 2832 0 0,-35 5-2673 0 0,-37 565 539 0 0,4-55 241 0 0,-9-224-606 0 0,12-220 40 0 0,-12 29 420 0 0,7-77-364 0 0,3-1-293 0 0,-1 13-30 0 0,3 50 17 0 0,13-103-113 0 0,-20 228 60 0 0,-19 279 704 0 0,39-453-399 0 0,24-358-347 0 0,-11 102 286 0 0,1-18 171 0 0,11-114-489 0 0,-2 39 128 0 0,3-41-147 0 0,0 22 111 0 0,15-17-6173 0 0,-11-8 5203 0 0,0 1-1 0 0,1-1 1 0 0,-1 0-1 0 0,0 0 1 0 0,0-1-1 0 0,0 1 1 0 0,0-1-1 0 0,0 0 0 0 0,5-4 1 0 0,-7 6 367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3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33 864 0 0,'0'0'2644'0'0,"1"-12"1501"0"0,2-9 1025 0 0,-7 38-3048 0 0,-74 626 160 0 0,50-336-1689 0 0,4-5-410 0 0,0-9-177 0 0,-67 482 214 0 0,11 79 276 0 0,74-706-610 0 0,5-147 127 0 0,1 2-395 0 0,0 0 1 0 0,-1-1-1 0 0,1 1 1 0 0,0 0-1 0 0,0-1 1 0 0,0 1-1 0 0,1 0 1 0 0,-1-1-1 0 0,2 6 1 0 0,11-26-7245 0 0,-8 5 2847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2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73 372 0 0,'-2'-5'749'0'0,"1"1"-1"0"0,-1 0 1 0 0,1 0 0 0 0,-1 0-1 0 0,0 1 1 0 0,-1-1 0 0 0,1 0-1 0 0,-1 1 1 0 0,1-1 0 0 0,-1 1-1 0 0,0 0 1 0 0,-5-4 0 0 0,5 5-542 0 0,-1-1 1 0 0,0 1-1 0 0,0 0 1 0 0,0 0-1 0 0,0 0 1 0 0,0 0-1 0 0,0 1 1 0 0,0 0-1 0 0,-1 0 1 0 0,1 0-1 0 0,-1 0 1 0 0,1 1-1 0 0,0-1 1 0 0,-1 1-1 0 0,1 0 1 0 0,-1 1-1 0 0,1-1 1 0 0,-1 1-1 0 0,-5 1 1 0 0,-4 3-17 0 0,0 0 0 0 0,0 1 1 0 0,1 0-1 0 0,0 1 0 0 0,0 1 1 0 0,1 0-1 0 0,0 0 0 0 0,0 1 1 0 0,1 1-1 0 0,0 0 0 0 0,0 1 1 0 0,1 0-1 0 0,1 0 1 0 0,0 1-1 0 0,-8 14 0 0 0,3-3-74 0 0,1 0 0 0 0,1 1-1 0 0,1 1 1 0 0,1 0 0 0 0,1 0-1 0 0,2 1 1 0 0,-7 40 0 0 0,12-58-95 0 0,1 1 0 0 0,1 0 0 0 0,-1-1 0 0 0,2 1 1 0 0,-1 0-1 0 0,1 0 0 0 0,0-1 0 0 0,1 1 0 0 0,0-1 1 0 0,0 0-1 0 0,4 10 0 0 0,-3-13-12 0 0,-1-1 0 0 0,1 1 1 0 0,0 0-1 0 0,0-1 0 0 0,1 1 0 0 0,-1-1 1 0 0,1 0-1 0 0,0 0 0 0 0,0 0 0 0 0,0-1 1 0 0,1 0-1 0 0,-1 1 0 0 0,1-2 0 0 0,0 1 0 0 0,0 0 1 0 0,0-1-1 0 0,0 0 0 0 0,8 2 0 0 0,-2-1-118 0 0,0-1 1 0 0,1 0-1 0 0,-1-1 0 0 0,1-1 0 0 0,-1 1 0 0 0,1-2 0 0 0,-1 0 0 0 0,18-3 0 0 0,30-10-3353 0 0,-5-3-4948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2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4 896 0 0,'24'-3'20375'0'0,"-21"18"-20953"0"0,0 26 1477 0 0,6 168 1788 0 0,-9-187-2509 0 0,-2 1-1 0 0,-1 0 0 0 0,-1-1 1 0 0,-1 1-1 0 0,-1-1 0 0 0,-1 0 0 0 0,-11 25 1 0 0,13-38-91 0 0,1 0-1 0 0,-1 0 1 0 0,0 0 0 0 0,-1 0 0 0 0,-12 13 0 0 0,15-19-173 0 0,0 0 0 0 0,0-1 1 0 0,-1 1-1 0 0,1-1 0 0 0,-1 1 1 0 0,1-1-1 0 0,-1 0 0 0 0,0-1 1 0 0,0 1-1 0 0,0-1 0 0 0,0 1 1 0 0,0-1-1 0 0,0-1 0 0 0,0 1 1 0 0,0 0-1 0 0,0-1 0 0 0,0 0 1 0 0,-6 0-1 0 0,2-1-481 0 0,1 1 1 0 0,-1-2 0 0 0,1 1-1 0 0,0-1 1 0 0,-1 0-1 0 0,1 0 1 0 0,0-1-1 0 0,0 0 1 0 0,-11-7 0 0 0,13 7-397 0 0,0-1 0 0 0,1 0 0 0 0,-1 1 0 0 0,1-1 0 0 0,0-1 1 0 0,0 1-1 0 0,1-1 0 0 0,-1 1 0 0 0,-2-7 0 0 0,-6-10-5931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0 116 908 0 0,'44'-100'15983'0'0,"-35"85"-16056"0"0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3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35 4 0 0,'0'0'2402'0'0,"-16"-2"4015"0"0,9 0-5510 0 0,-18 0 7185 0 0,16 1-6417 0 0,12 2-1650 0 0,17 0 4 0 0,0 0 1 0 0,0-1-1 0 0,0-2 1 0 0,-1 0 0 0 0,23-5-1 0 0,27-2 6 0 0,-26 4-30 0 0,-29 3-27 0 0,0 0 0 0 0,1 1 0 0 0,-1 0 0 0 0,22 3 0 0 0,-36-2 21 0 0,1 0 1 0 0,0 0-1 0 0,-1 1 0 0 0,1-1 1 0 0,0 0-1 0 0,-1 0 0 0 0,1 0 0 0 0,0 1 1 0 0,-1-1-1 0 0,1 0 0 0 0,-1 1 1 0 0,1-1-1 0 0,-1 0 0 0 0,1 1 1 0 0,0-1-1 0 0,-1 1 0 0 0,0-1 0 0 0,1 1 1 0 0,-1-1-1 0 0,1 1 0 0 0,-1-1 1 0 0,0 1-1 0 0,1 0 0 0 0,-1-1 1 0 0,0 1-1 0 0,1-1 0 0 0,-1 1 0 0 0,0 0 1 0 0,0-1-1 0 0,0 1 0 0 0,0 0 1 0 0,0-1-1 0 0,0 1 0 0 0,0 0 0 0 0,0-1 1 0 0,0 1-1 0 0,0 0 0 0 0,0-1 1 0 0,0 1-1 0 0,0 1 0 0 0,-11 25-5 0 0,9-23 2 0 0,-10 18-1 0 0,-1-1 0 0 0,-1-1 0 0 0,-1 0 0 0 0,-1-1 0 0 0,-23 20 0 0 0,1 3 7 0 0,-114 140-78 0 0,150-179 78 0 0,0-1 11 0 0,1 0 0 0 0,-1 0 0 0 0,1 0 0 0 0,0 0 0 0 0,-1 1 0 0 0,1-1 0 0 0,0 1 0 0 0,1-1 0 0 0,-1 1 0 0 0,0-1 0 0 0,0 4 0 0 0,1-6-9 0 0,0 0 0 0 0,0 1 1 0 0,0-1-1 0 0,0 0 0 0 0,1 1 1 0 0,-1-1-1 0 0,0 0 0 0 0,0 1 1 0 0,0-1-1 0 0,0 0 0 0 0,1 1 1 0 0,-1-1-1 0 0,0 0 0 0 0,0 0 1 0 0,0 1-1 0 0,1-1 0 0 0,-1 0 1 0 0,0 0-1 0 0,1 1 0 0 0,-1-1 1 0 0,0 0-1 0 0,0 0 0 0 0,1 0 1 0 0,-1 0-1 0 0,1 1 0 0 0,15 0 60 0 0,20-7 5 0 0,-1-1-1 0 0,51-17 1 0 0,-20 4-50 0 0,-54 17-42 0 0,34-8-1096 0 0,-19 10-2606 0 0,-24 1 2548 0 0,16 11-6621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11 20 0 0,'30'-11'20163'0'0,"-30"11"-20098"0"0,1 0 1 0 0,-1 0 0 0 0,1 0 0 0 0,-1 0 0 0 0,1 0 0 0 0,-1 0-1 0 0,1 0 1 0 0,-1 0 0 0 0,0 0 0 0 0,1 1 0 0 0,-1-1 0 0 0,1 0 0 0 0,-1 0-1 0 0,1 0 1 0 0,-1 1 0 0 0,0-1 0 0 0,1 0 0 0 0,-1 0 0 0 0,1 1-1 0 0,-1-1 1 0 0,0 0 0 0 0,1 1 0 0 0,-1-1 0 0 0,0 0 0 0 0,0 1 0 0 0,1-1-1 0 0,-1 0 1 0 0,0 1 0 0 0,4 17 1251 0 0,-9 26 416 0 0,4-39-1499 0 0,-59 388 4682 0 0,58-373-4507 0 0,-2 0 0 0 0,0 0 0 0 0,-1 0 0 0 0,-1 0 0 0 0,-11 24 0 0 0,10-35-388 0 0,-7 1-21 0 0,-7-5 0 0 0,11-4-395 0 0,-1 0 1 0 0,0-1-1 0 0,1 0 0 0 0,-13-2 0 0 0,10 0-731 0 0,1 0 0 0 0,0-1 0 0 0,0-1 0 0 0,0 0-1 0 0,0-1 1 0 0,-14-7 0 0 0,19 8 474 0 0,0 0-1 0 0,0 0 1 0 0,0 0-1 0 0,1-1 1 0 0,0 0-1 0 0,0 0 1 0 0,0-1-1 0 0,1 0 1 0 0,0 0-1 0 0,0 0 1 0 0,0-1 0 0 0,1 1-1 0 0,0-1 1 0 0,0 0-1 0 0,0 0 1 0 0,1-1-1 0 0,0 1 1 0 0,1-1-1 0 0,-2-9 1 0 0,1-5-6805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3436 0 0,'40'-64'15758'0'0,"-39"62"-15241"0"0,10-18 935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5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49 748 0 0,'8'-23'7791'0'0,"-6"2"-2444"0"0,-3 16-4229 0 0,-3 16-1116 0 0,-45 141 285 0 0,-20 71-331 0 0,44-114-2067 0 0,14-59-5780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40 100 1104 0 0,'5'-69'8210'0'0,"-4"67"-8119"0"0,-1 1 0 0 0,0-1 0 0 0,1 1 0 0 0,-1-1 0 0 0,1 1 0 0 0,0-1 0 0 0,-1 1 0 0 0,1 0 0 0 0,0-1 0 0 0,0 1 0 0 0,0 0 0 0 0,0 0 0 0 0,0 0 0 0 0,0-1 0 0 0,0 1 0 0 0,0 0 0 0 0,1 0 0 0 0,-1 1 0 0 0,0-1 0 0 0,1 0 0 0 0,-1 0 0 0 0,0 1 0 0 0,1-1 0 0 0,-1 1 0 0 0,1-1 0 0 0,-1 1-1 0 0,1-1 1 0 0,1 1 0 0 0,0 0 43 0 0,0 0 37 0 0,6 4 54 0 0,0 0 0 0 0,0 0 0 0 0,0 1 0 0 0,0 0 1 0 0,-1 0-1 0 0,0 1 0 0 0,0 0 0 0 0,13 14 0 0 0,-2-1-118 0 0,-1 1 1 0 0,18 28-1 0 0,-21-26 221 0 0,-1 0 0 0 0,-2 0 0 0 0,0 1 0 0 0,9 27 0 0 0,-16-34 60 0 0,0 1 1 0 0,-1-1-1 0 0,0 1 0 0 0,-1 0 0 0 0,-1 0 0 0 0,-1 1 0 0 0,-1 18 0 0 0,0-30-200 0 0,-1-1-1 0 0,1 0 0 0 0,-1 1 1 0 0,0-1-1 0 0,-1 0 0 0 0,1 0 1 0 0,-1 0-1 0 0,0 0 0 0 0,-1 0 0 0 0,1 0 1 0 0,-1 0-1 0 0,0-1 0 0 0,0 1 1 0 0,-7 7-1 0 0,5-7 2 0 0,-1 0 0 0 0,0-1 0 0 0,0 1 0 0 0,0-1 0 0 0,-1 0 0 0 0,1-1 0 0 0,-1 0 0 0 0,0 0 0 0 0,-11 3 0 0 0,-10 0 40 0 0,1-1-1 0 0,-1-1 0 0 0,0-2 0 0 0,-42-1 0 0 0,63-1-258 0 0,-25-2-431 0 0,29 2-21 0 0,-9 1-1390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20 1572 0 0,'23'-13'11142'0'0,"-23"12"-10947"0"0,2 1 357 0 0,-1-1 0 0 0,1 0-1 0 0,-1 0 1 0 0,1 1 0 0 0,0-1 0 0 0,-1 0-1 0 0,1 1 1 0 0,0 0 0 0 0,3-1 0 0 0,-5 1-505 0 0,1 1 1 0 0,-1-1 0 0 0,1 0 0 0 0,-1 1 0 0 0,1-1 0 0 0,0 0-1 0 0,-1 1 1 0 0,1-1 0 0 0,-1 1 0 0 0,1-1 0 0 0,-1 1 0 0 0,0-1-1 0 0,1 1 1 0 0,-1-1 0 0 0,0 1 0 0 0,1-1 0 0 0,-1 1 0 0 0,0 0 0 0 0,1-1-1 0 0,-1 1 1 0 0,0-1 0 0 0,0 1 0 0 0,0 0 0 0 0,0-1 0 0 0,0 1-1 0 0,1 0 1 0 0,-1-1 0 0 0,0 1 0 0 0,-1 0 0 0 0,1-1 0 0 0,0 1-1 0 0,0 0 1 0 0,0 0 0 0 0,-1 71 1275 0 0,-4 0 0 0 0,-2-1 1 0 0,-20 84-1 0 0,24-144-1228 0 0,0 0 1 0 0,0 0-1 0 0,-1-1 1 0 0,0 0 0 0 0,-1 1-1 0 0,0-2 1 0 0,-1 1-1 0 0,0-1 1 0 0,-1 1-1 0 0,0-2 1 0 0,-11 12 0 0 0,13-15-287 0 0,0-1 0 0 0,0 0 0 0 0,0-1 0 0 0,-1 1 0 0 0,1-1 0 0 0,-1 0 0 0 0,0-1 0 0 0,0 1 0 0 0,0-1 0 0 0,0 0 0 0 0,0-1 0 0 0,0 0 0 0 0,-1 0 1 0 0,1 0-1 0 0,0 0 0 0 0,-1-1 0 0 0,1 0 0 0 0,-1-1 0 0 0,1 1 0 0 0,0-1 0 0 0,-9-2 0 0 0,8 1-556 0 0,0 0-1 0 0,0-1 1 0 0,1 1 0 0 0,-1-1-1 0 0,1-1 1 0 0,0 1 0 0 0,-1-1-1 0 0,-9-8 1 0 0,11 7-308 0 0,0 1 0 0 0,1-1 0 0 0,0 0 0 0 0,0 0-1 0 0,0 0 1 0 0,-3-7 0 0 0,-6-12-4721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0 139 624 0 0,'15'-49'7656'0'0,"1"-1"-567"0"0,-9 20-5360 0 0,-4 20-1644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6:4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23 1340 0 0,'-1'-23'21465'0'0,"-5"24"-21239"0"0,5 0-241 0 0,-8 31-143 0 0,1 21 188 0 0,2 1-1 0 0,0 64 1 0 0,4-41 13 0 0,-24 907 36 0 0,-29 341 108 0 0,19-1033 99 0 0,35-283-588 0 0,-4 7-2082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8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86 118 1676 0 0,'-2'-2'1812'0'0,"-9"-6"387"0"0,0 0 0 0 0,0 1 1 0 0,-15-7-1 0 0,5 0 407 0 0,20 14-2593 0 0,1 0 0 0 0,0 0-1 0 0,0-1 1 0 0,-1 1 0 0 0,1 0 0 0 0,0 0 0 0 0,0-1 0 0 0,-1 1-1 0 0,1 0 1 0 0,0 0 0 0 0,0-1 0 0 0,0 1 0 0 0,0 0 0 0 0,0-1 0 0 0,0 1-1 0 0,-1 0 1 0 0,1 0 0 0 0,0-1 0 0 0,0 1 0 0 0,0 0 0 0 0,0-1 0 0 0,0 1-1 0 0,0 0 1 0 0,0-1 0 0 0,0 1 0 0 0,0 0 0 0 0,0-1 0 0 0,1 1 0 0 0,-1 0-1 0 0,0-1 1 0 0,0 1 0 0 0,0 0 0 0 0,0-1 0 0 0,0 1 0 0 0,1 0 0 0 0,-1 0-1 0 0,0-1 1 0 0,0 1 0 0 0,0 0 0 0 0,1 0 0 0 0,-1-1 0 0 0,0 1-1 0 0,0 0 1 0 0,1 0 0 0 0,-1 0 0 0 0,0 0 0 0 0,0-1 0 0 0,1 1 0 0 0,-1 0-1 0 0,0 0 1 0 0,1 0 0 0 0,-1 0 0 0 0,0 0 0 0 0,1 0 0 0 0,-1 0 0 0 0,0 0-1 0 0,1 0 1 0 0,-1 0 0 0 0,0 0 0 0 0,1 0 0 0 0,-1 0 0 0 0,0 0 0 0 0,1 0-1 0 0,183-34 57 0 0,-61 17-3807 0 0,-105 18 1921 0 0,-16 0 1334 0 0,0-1-1 0 0,0 0 1 0 0,1 0-1 0 0,-1 0 1 0 0,0 0-1 0 0,0 0 1 0 0,0 0-1 0 0,0 0 1 0 0,0-1 0 0 0,3 0-1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09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0 120 0 0,'-7'1'1264'0'0,"0"0"0"0"0,0 1-1 0 0,0-1 1 0 0,0 1 0 0 0,1 1 0 0 0,-8 2-1 0 0,7-1-802 0 0,0 1 0 0 0,0 0 0 0 0,0 0 0 0 0,1 0 0 0 0,-1 0 0 0 0,2 1 0 0 0,-11 13 0 0 0,1 0 127 0 0,0 0-1 0 0,2 1 1 0 0,-22 44 0 0 0,29-51-495 0 0,1 1-1 0 0,0-1 1 0 0,1 2 0 0 0,0-1-1 0 0,1 0 1 0 0,1 1-1 0 0,-1 24 1 0 0,3-37-84 0 0,-1 0 0 0 0,1-1-1 0 0,0 1 1 0 0,0 0 0 0 0,0-1-1 0 0,0 1 1 0 0,1-1 0 0 0,-1 1 0 0 0,0 0-1 0 0,1-1 1 0 0,-1 1 0 0 0,1-1 0 0 0,0 1-1 0 0,-1-1 1 0 0,1 1 0 0 0,0-1 0 0 0,0 1-1 0 0,0-1 1 0 0,0 0 0 0 0,0 0-1 0 0,0 1 1 0 0,0-1 0 0 0,0 0 0 0 0,1 0-1 0 0,-1 0 1 0 0,0 0 0 0 0,1 0 0 0 0,-1-1-1 0 0,1 1 1 0 0,-1 0 0 0 0,3 0 0 0 0,-1 0 1 0 0,0-1 0 0 0,1 0 0 0 0,-1 0 1 0 0,0 0-1 0 0,0-1 0 0 0,1 1 0 0 0,-1-1 1 0 0,0 0-1 0 0,0 0 0 0 0,0 0 0 0 0,0 0 1 0 0,0 0-1 0 0,0 0 0 0 0,4-4 0 0 0,44-29 255 0 0,-39 25-140 0 0,0 0 1 0 0,1 1-1 0 0,23-11 1 0 0,-32 18-108 0 0,-1 0 0 0 0,0 0 0 0 0,1 0 1 0 0,-1 1-1 0 0,1-1 0 0 0,-1 1 0 0 0,0 0 1 0 0,1 0-1 0 0,-1 0 0 0 0,1 1 0 0 0,-1-1 0 0 0,1 1 1 0 0,-1 0-1 0 0,0 0 0 0 0,1 0 0 0 0,-1 0 1 0 0,0 0-1 0 0,0 1 0 0 0,0 0 0 0 0,0-1 1 0 0,0 1-1 0 0,0 0 0 0 0,-1 1 0 0 0,1-1 1 0 0,4 5-1 0 0,-2-2 37 0 0,-1 0 1 0 0,0 0 0 0 0,0 1-1 0 0,0-1 1 0 0,-1 1-1 0 0,1 0 1 0 0,-2 0-1 0 0,1 0 1 0 0,0 1-1 0 0,-1-1 1 0 0,2 13-1 0 0,-2-6 152 0 0,-2 0 0 0 0,0 1 0 0 0,0-1 0 0 0,-1 0 0 0 0,-1 1 0 0 0,0-1 0 0 0,-1 0 0 0 0,0 0 1 0 0,-1-1-1 0 0,-1 1 0 0 0,0-1 0 0 0,-11 21 0 0 0,7-18-15 0 0,-1 0 0 0 0,0-1 0 0 0,-1 0 0 0 0,0-1 0 0 0,-1 0 0 0 0,-1-1 0 0 0,0 0 1 0 0,0-1-1 0 0,-21 12 0 0 0,27-19-94 0 0,0 0 1 0 0,0 0-1 0 0,-1-1 1 0 0,1 0-1 0 0,-1 0 1 0 0,-15 3-1 0 0,5-4 223 0 0,0 0 0 0 0,-21-1 0 0 0,32-2-328 0 0,0 0 0 0 0,1-1 1 0 0,-1 1-1 0 0,1-1 0 0 0,0 0 0 0 0,-1-1 0 0 0,1 0 1 0 0,0 0-1 0 0,-7-4 0 0 0,9 4-535 0 0,0 0-1 0 0,0 0 1 0 0,0 0 0 0 0,0 0 0 0 0,1 0-1 0 0,-1-1 1 0 0,1 1 0 0 0,-4-6-1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81 162 1028 0 0,'17'-12'10093'0'0,"-11"-8"-3776"0"0,-8 17-6137 0 0,0 0 0 0 0,0 0 0 0 0,-1 0 0 0 0,0 1-1 0 0,1-1 1 0 0,-1 1 0 0 0,0 0 0 0 0,0-1 0 0 0,0 1 0 0 0,0 0 0 0 0,-1 1-1 0 0,-3-3 1 0 0,-45-14 238 0 0,50 17-407 0 0,-7-4-27 0 0,46 9 29 0 0,0-3 1 0 0,0-1-1 0 0,47-5 0 0 0,112-30 20 0 0,-187 33-13 0 0,-1 0 0 0 0,1-1 1 0 0,0 0-1 0 0,9-4 0 0 0,-16 6 4 0 0,3-3 34 0 0,-4 3-19 0 0,-1 1 1 0 0,1 0 0 0 0,-1 0 0 0 0,1 0-1 0 0,-1-1 1 0 0,1 1 0 0 0,-1 0-1 0 0,1 0 1 0 0,-1-1 0 0 0,0 1 0 0 0,1 0-1 0 0,-1-1 1 0 0,1 1 0 0 0,-1-1-1 0 0,0 1 1 0 0,1-1 0 0 0,-1 1 0 0 0,0 0-1 0 0,1-1 1 0 0,-1 1 0 0 0,0-1-1 0 0,0 1 1 0 0,0-1 0 0 0,1 0 0 0 0,-1 1-1 0 0,0-2 1 0 0,0 2-36 0 0,0 0-1 0 0,0 0 1 0 0,0 0 0 0 0,0 0-1 0 0,0 0 1 0 0,0 0 0 0 0,0-1 0 0 0,0 1-1 0 0,0 0 1 0 0,0 0 0 0 0,0 0-1 0 0,0 0 1 0 0,0 0 0 0 0,0-1-1 0 0,0 1 1 0 0,0 0 0 0 0,0 0 0 0 0,0 0-1 0 0,0 0 1 0 0,0 0 0 0 0,0 0-1 0 0,0-1 1 0 0,0 1 0 0 0,0 0-1 0 0,-1 0 1 0 0,1 0 0 0 0,0 0 0 0 0,0 0-1 0 0,0 0 1 0 0,0 0 0 0 0,0 0-1 0 0,0 0 1 0 0,0-1 0 0 0,-1 1 0 0 0,1 0-1 0 0,0 0 1 0 0,0 0 0 0 0,0 0-1 0 0,0 0 1 0 0,0 0 0 0 0,0 0-1 0 0,-1 0 1 0 0,1 0 0 0 0,0 0 0 0 0,0 0-1 0 0,0 0 1 0 0,0 0 0 0 0,0 0-1 0 0,-1 0 1 0 0,1 0 0 0 0,0 0-1 0 0,0 0 1 0 0,0 0 0 0 0,0 0 0 0 0,0 0-1 0 0,0 1 1 0 0,-1-1 0 0 0,1 0-1 0 0,0 0 1 0 0,0 0 0 0 0,0 0-1 0 0,0 0 1 0 0,0 0 0 0 0,-8 13 165 0 0,-5 18 116 0 0,-88 322 813 0 0,46-115-3130 0 0,49-207 151 0 0,-3 38 0 0 0,9-2-6390 0 0,1-45 1421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71 2340 0 0,'-1'-10'5333'0'0,"1"6"-4133"0"0,-1 0-1 0 0,0 0 1 0 0,-1 0 0 0 0,1 0-1 0 0,-1 1 1 0 0,-4-9 513 0 0,4 13-1596 0 0,1-1 1 0 0,0 1-1 0 0,-1-1 0 0 0,1 1 0 0 0,-1 0 1 0 0,1-1-1 0 0,0 1 0 0 0,0 0 0 0 0,-1 0 0 0 0,1 0 1 0 0,0 0-1 0 0,0 0 0 0 0,0 0 0 0 0,-1 2 1 0 0,-17 23 854 0 0,13-18-625 0 0,-46 67 1321 0 0,-48 92 0 0 0,98-163-1636 0 0,-19 33 340 0 0,2 1 0 0 0,2 1-1 0 0,-24 79 1 0 0,39-109-336 0 0,0 0 0 0 0,0 0 1 0 0,1 0-1 0 0,0 0 0 0 0,1 1 0 0 0,0-1 1 0 0,0 0-1 0 0,1 0 0 0 0,0 1 0 0 0,3 9 0 0 0,-3-15-28 0 0,1 0 0 0 0,-1 0 0 0 0,1 0 0 0 0,0 0 0 0 0,0 0 0 0 0,0 0 0 0 0,1-1 0 0 0,0 1 0 0 0,-1-1-1 0 0,1 1 1 0 0,0-1 0 0 0,0 0 0 0 0,1 0 0 0 0,-1 0 0 0 0,1-1 0 0 0,-1 1 0 0 0,1-1 0 0 0,0 0-1 0 0,0 0 1 0 0,0 0 0 0 0,0-1 0 0 0,0 1 0 0 0,5 0 0 0 0,4 1 5 0 0,0-1-1 0 0,0-1 1 0 0,0 0 0 0 0,0-1-1 0 0,0-1 1 0 0,-1 0 0 0 0,1 0-1 0 0,0-1 1 0 0,0-1 0 0 0,0 0-1 0 0,-1-1 1 0 0,0 0 0 0 0,0-1-1 0 0,16-8 1 0 0,-11 4-2 0 0,-1-1-1 0 0,0-1 0 0 0,0 0 1 0 0,-1-1-1 0 0,0-1 1 0 0,-1 0-1 0 0,-1-1 1 0 0,0 0-1 0 0,11-17 1 0 0,-12 13-13 0 0,-1 0 1 0 0,-1-1-1 0 0,0-1 0 0 0,-2 1 1 0 0,0-2-1 0 0,-1 1 1 0 0,-2-1-1 0 0,0 0 1 0 0,-1 0-1 0 0,0 0 0 0 0,-2 0 1 0 0,-1-1-1 0 0,-1 0 1 0 0,0 1-1 0 0,-2-1 1 0 0,-7-35-1 0 0,7 48 3 0 0,-1 0 1 0 0,0-1-1 0 0,-1 2 0 0 0,0-1 0 0 0,-1 0 1 0 0,0 1-1 0 0,0 0 0 0 0,-1 0 0 0 0,1 0 1 0 0,-2 1-1 0 0,1-1 0 0 0,-1 2 0 0 0,0-1 1 0 0,-13-8-1 0 0,9 8-84 0 0,-1 0 0 0 0,0 0 0 0 0,0 1 0 0 0,0 1-1 0 0,-1 0 1 0 0,0 1 0 0 0,0 0 0 0 0,0 1 0 0 0,-21-2 0 0 0,28 5-197 0 0,0 0 0 0 0,0 0 0 0 0,0 0 0 0 0,0 1-1 0 0,1 0 1 0 0,-1 0 0 0 0,-10 4 0 0 0,7-2-559 0 0,7-2 551 0 0,1 0 0 0 0,-1 0 1 0 0,1 0-1 0 0,0 0 0 0 0,-1 0 1 0 0,1 0-1 0 0,0 0 1 0 0,0 1-1 0 0,0-1 0 0 0,0 0 1 0 0,0 1-1 0 0,0-1 0 0 0,-1 3 1 0 0,-1 1-1842 0 0,3-4 1825 0 0,0 0-1 0 0,0 0 1 0 0,-1-1 0 0 0,1 1 0 0 0,0 0 0 0 0,0 0 0 0 0,0 0-1 0 0,0-1 1 0 0,0 1 0 0 0,0 0 0 0 0,0 0 0 0 0,0 0 0 0 0,1-1-1 0 0,-1 1 1 0 0,0 0 0 0 0,0 0 0 0 0,1-1 0 0 0,-1 1 0 0 0,0 0-1 0 0,3 2-911 0 0,10 6-4405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1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350 100 2036 0 0,'2'-17'4621'0'0,"-1"11"-3885"0"0,-1 1 1 0 0,1-1-1 0 0,-2 0 1 0 0,1 1 0 0 0,-1-1-1 0 0,1 0 1 0 0,-4-7-1 0 0,4 11-610 0 0,-1 1 0 0 0,1-1 0 0 0,-1 0 0 0 0,0 1 0 0 0,0-1 0 0 0,0 1 0 0 0,0-1 0 0 0,0 1-1 0 0,0-1 1 0 0,0 1 0 0 0,0 0 0 0 0,-1 0 0 0 0,1-1 0 0 0,0 1 0 0 0,-1 0 0 0 0,1 0 0 0 0,-1 0-1 0 0,1 0 1 0 0,-1 1 0 0 0,0-1 0 0 0,1 0 0 0 0,-1 1 0 0 0,0-1 0 0 0,1 1 0 0 0,-1 0 0 0 0,0-1-1 0 0,0 1 1 0 0,0 0 0 0 0,-1 0 0 0 0,-4 1 36 0 0,1 1 1 0 0,0 0-1 0 0,1 0 0 0 0,-1 0 1 0 0,0 1-1 0 0,1 0 0 0 0,-1 0 0 0 0,1 0 1 0 0,0 1-1 0 0,0-1 0 0 0,-8 8 0 0 0,7-6-5 0 0,-12 13 125 0 0,0 0 1 0 0,1 1 0 0 0,1 1-1 0 0,1 1 1 0 0,0 0 0 0 0,-16 33 0 0 0,16-25-96 0 0,0 1 1 0 0,2 0-1 0 0,2 1 1 0 0,0 0 0 0 0,2 1-1 0 0,-9 58 1 0 0,16-74-154 0 0,1 0 0 0 0,0-1 0 0 0,1 1 0 0 0,1 0 0 0 0,0 0 0 0 0,1-1-1 0 0,1 1 1 0 0,0-1 0 0 0,1 0 0 0 0,1 0 0 0 0,0 0 0 0 0,1-1 0 0 0,1 1 0 0 0,0-1 0 0 0,1-1 0 0 0,13 18 0 0 0,-15-23-19 0 0,1-1 1 0 0,0 0-1 0 0,1 0 0 0 0,-1 0 1 0 0,1-1-1 0 0,1 0 1 0 0,-1-1-1 0 0,1 0 0 0 0,0 0 1 0 0,0-1-1 0 0,18 6 1 0 0,-13-6 4 0 0,0-1 1 0 0,0 0-1 0 0,1-1 1 0 0,-1-1-1 0 0,1 0 1 0 0,0-1 0 0 0,23-3-1 0 0,-16-1 78 0 0,1 0-1 0 0,-1-2 1 0 0,-1 0-1 0 0,1-1 1 0 0,-1-1 0 0 0,0-1-1 0 0,-1-1 1 0 0,0-1-1 0 0,-1-1 1 0 0,28-22-1 0 0,-28 17 3 0 0,0-1 0 0 0,-1-1 0 0 0,-1-1 0 0 0,-1 0 0 0 0,-1-1-1 0 0,-1-1 1 0 0,-1 0 0 0 0,-1-1 0 0 0,0 0 0 0 0,9-31 0 0 0,-15 37-9 0 0,0-1 0 0 0,-2 0 0 0 0,0 0 0 0 0,-1-1 0 0 0,-1 1 0 0 0,0-1 0 0 0,-1 1 0 0 0,-2-1 0 0 0,0 1 0 0 0,0-1 0 0 0,-2 1 0 0 0,-1 0 1 0 0,0 0-1 0 0,-13-35 0 0 0,13 43-60 0 0,-1 1 0 0 0,0 0 0 0 0,-1 0 0 0 0,1 0-1 0 0,-2 0 1 0 0,1 1 0 0 0,-1 0 0 0 0,-1 1 0 0 0,1 0 0 0 0,-1 0 0 0 0,0 0 0 0 0,-1 1 0 0 0,0 0 0 0 0,0 1 0 0 0,0 0 0 0 0,-15-6 0 0 0,11 7-101 0 0,-1 0 0 0 0,1 1 0 0 0,-1 0 0 0 0,0 1 0 0 0,-1 0 0 0 0,1 1 1 0 0,0 1-1 0 0,0 0 0 0 0,0 1 0 0 0,-1 0 0 0 0,-21 6 0 0 0,19-2-683 0 0,0 0 0 0 0,0 1 0 0 0,0 0 0 0 0,0 1 0 0 0,1 1 0 0 0,0 1 0 0 0,-26 19 0 0 0,21-11-2711 0 0,1 1 0 0 0,-26 28-1 0 0,19-17-3587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3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1 388 0 0,'0'0'148'0'0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5 556 0 0,'2'11'1220'0'0,"-5"-27"-2284"0"0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63 1036 0 0,'-11'-6'7339'0'0,"8"6"-7199"0"0,-1 1 0 0 0,1 0 0 0 0,0 0 0 0 0,0 1 0 0 0,0-1 0 0 0,0 0 0 0 0,0 1 0 0 0,0 0 0 0 0,1 0 0 0 0,-1 0 0 0 0,0 0 0 0 0,1 0 0 0 0,-1 1 0 0 0,1-1 0 0 0,0 1 0 0 0,0-1 0 0 0,0 1 0 0 0,-2 5 0 0 0,-3 1 108 0 0,1 1 0 0 0,0 1 1 0 0,-6 17-1 0 0,-1 1 61 0 0,-11 21 135 0 0,-19 57 0 0 0,35-82-321 0 0,0 0 0 0 0,2 1-1 0 0,1 1 1 0 0,-2 36 0 0 0,6-54-90 0 0,1 0 0 0 0,0 0 0 0 0,1 0 0 0 0,0 0 0 0 0,1 0-1 0 0,0 0 1 0 0,5 16 0 0 0,-5-22-21 0 0,-1 0 0 0 0,1 0 0 0 0,-1 0 1 0 0,1 0-1 0 0,0 0 0 0 0,0 0 0 0 0,0 0 0 0 0,0-1 0 0 0,1 1 0 0 0,-1-1 0 0 0,1 0 0 0 0,-1 0 0 0 0,1 0 0 0 0,0 0 0 0 0,0 0 0 0 0,0 0 0 0 0,0-1 1 0 0,0 0-1 0 0,0 1 0 0 0,0-1 0 0 0,1 0 0 0 0,-1-1 0 0 0,7 2 0 0 0,5-1 45 0 0,1-1 1 0 0,0-1-1 0 0,0 0 0 0 0,-1-1 1 0 0,1-1-1 0 0,-1 0 0 0 0,0-1 0 0 0,19-8 1 0 0,-5 1 133 0 0,-1-2 0 0 0,0-1 1 0 0,30-21-1 0 0,-40 23-107 0 0,-2 0 0 0 0,1-1 0 0 0,-2 0 0 0 0,0-2 0 0 0,-1 0 0 0 0,19-25 1 0 0,-25 30-17 0 0,-2 0 0 0 0,0-1 0 0 0,0 0 0 0 0,-1 0 0 0 0,0 0 0 0 0,-1-1 0 0 0,0 0 0 0 0,-1 1 0 0 0,0-1 1 0 0,-1 0-1 0 0,-1-1 0 0 0,1-15 0 0 0,-2 17-11 0 0,-1 1 1 0 0,0-1-1 0 0,-1 0 1 0 0,0 1-1 0 0,0-1 1 0 0,-1 1-1 0 0,-1 0 1 0 0,0 0-1 0 0,0 0 1 0 0,-1 0-1 0 0,0 0 1 0 0,-1 1-1 0 0,0 0 1 0 0,0 1-1 0 0,-1-1 1 0 0,0 1-1 0 0,0 0 1 0 0,-15-11-1 0 0,11 10-55 0 0,-1 1 0 0 0,0 1 0 0 0,0 0 0 0 0,0 0 0 0 0,-1 1 0 0 0,0 1 0 0 0,0 1 0 0 0,0-1 0 0 0,-1 2 0 0 0,1 0 0 0 0,-1 1 0 0 0,0 0-1 0 0,0 1 1 0 0,-16 0 0 0 0,4 2-282 0 0,0 1-1 0 0,-50 10 0 0 0,68-10 3 0 0,-1 0 1 0 0,1 1-1 0 0,0 0 0 0 0,-1 0 0 0 0,1 1 1 0 0,1 0-1 0 0,-1 1 0 0 0,1 0 0 0 0,-1 0 1 0 0,1 0-1 0 0,1 1 0 0 0,-9 9 0 0 0,13-14 103 0 0,1 0-1 0 0,0 0 0 0 0,0 1 1 0 0,1-1-1 0 0,-1 0 0 0 0,0 1 1 0 0,0-1-1 0 0,0 1 0 0 0,1-1 1 0 0,-1 1-1 0 0,1-1 0 0 0,0 1 1 0 0,-1-1-1 0 0,1 1 0 0 0,0-1 1 0 0,0 1-1 0 0,0 0 1 0 0,0-1-1 0 0,0 1 0 0 0,0-1 1 0 0,0 1-1 0 0,0 0 0 0 0,1-1 1 0 0,-1 1-1 0 0,1-1 0 0 0,-1 1 1 0 0,1-1-1 0 0,-1 0 0 0 0,1 1 1 0 0,0-1-1 0 0,0 1 0 0 0,0-1 1 0 0,0 0-1 0 0,0 0 0 0 0,0 1 1 0 0,0-1-1 0 0,0 0 0 0 0,0 0 1 0 0,1 0-1 0 0,-1 0 1 0 0,0-1-1 0 0,1 1 0 0 0,1 1 1 0 0,10 4-3508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108 228 1764 0 0,'0'0'1552'0'0,"0"-1"-1123"0"0,0 0-1 0 0,-1 0 1 0 0,-6-11 4714 0 0,5 10-4714 0 0,-5 9-151 0 0,1 0 0 0 0,0 1 0 0 0,0-1 1 0 0,1 1-1 0 0,0 0 0 0 0,1 1 0 0 0,-1-1 1 0 0,2 1-1 0 0,-5 12 0 0 0,-21 86 1084 0 0,25-89-1221 0 0,0-1 0 0 0,2 1 0 0 0,0 1 0 0 0,1-1 0 0 0,1 0 0 0 0,0 0 0 0 0,5 27 0 0 0,-4-39-101 0 0,0 1-1 0 0,1-1 1 0 0,0 0 0 0 0,0 0 0 0 0,1 0-1 0 0,0 0 1 0 0,0 0 0 0 0,0 0-1 0 0,1-1 1 0 0,0 0 0 0 0,0 1-1 0 0,0-1 1 0 0,0-1 0 0 0,1 1-1 0 0,0-1 1 0 0,0 1 0 0 0,0-1-1 0 0,0-1 1 0 0,1 1 0 0 0,0-1-1 0 0,0 0 1 0 0,-1 0 0 0 0,2-1-1 0 0,5 2 1 0 0,4 1 57 0 0,0-2 1 0 0,1 0-1 0 0,-1-1 0 0 0,1-1 0 0 0,-1-1 0 0 0,1 0 1 0 0,-1-1-1 0 0,1 0 0 0 0,-1-2 0 0 0,0 0 0 0 0,19-6 1 0 0,-13 2 3 0 0,0-1 0 0 0,0-1 0 0 0,-1-1 0 0 0,0 0-1 0 0,0-2 1 0 0,-2-1 0 0 0,25-19 0 0 0,-32 21 34 0 0,0 0-1 0 0,-1-2 0 0 0,-1 1 0 0 0,0-2 0 0 0,0 1 0 0 0,-1-1 0 0 0,-1 0 1 0 0,-1-1-1 0 0,0 0 0 0 0,0 0 0 0 0,-2-1 0 0 0,0 0 0 0 0,-1 0 1 0 0,0 0-1 0 0,-1 0 0 0 0,-1-1 0 0 0,-1 1 0 0 0,0-1 0 0 0,-3-31 0 0 0,0 34-90 0 0,0 1 0 0 0,0-1 0 0 0,-2 1-1 0 0,0 0 1 0 0,0 0 0 0 0,-1 0-1 0 0,-1 0 1 0 0,0 1 0 0 0,0 0 0 0 0,-15-19-1 0 0,14 22-66 0 0,-1 0 1 0 0,0 1-1 0 0,0 0 0 0 0,-1 0 0 0 0,0 0 1 0 0,-1 2-1 0 0,0-1 0 0 0,0 1 0 0 0,0 0 0 0 0,-1 1 1 0 0,1 1-1 0 0,-1-1 0 0 0,-19-3 0 0 0,12 3-243 0 0,0 2 0 0 0,0 0 0 0 0,-1 1-1 0 0,-27 1 1 0 0,38 2-87 0 0,-1-1-1 0 0,1 1 1 0 0,-1 0 0 0 0,1 1-1 0 0,-1 0 1 0 0,1 1 0 0 0,0 0-1 0 0,0 0 1 0 0,0 0 0 0 0,0 1-1 0 0,-13 9 1 0 0,18-11 71 0 0,0 1 0 0 0,0-1 1 0 0,1 1-1 0 0,-1 0 0 0 0,1 0 0 0 0,-1 0 0 0 0,1 0 1 0 0,0 0-1 0 0,0 0 0 0 0,-2 6 0 0 0,3-7-36 0 0,1 0 0 0 0,-1 0 0 0 0,1 0 0 0 0,-1 0 0 0 0,1 1 0 0 0,0-1 0 0 0,0 0 1 0 0,0 0-1 0 0,0 0 0 0 0,0 0 0 0 0,0 0 0 0 0,0 0 0 0 0,1 0 0 0 0,-1 0 0 0 0,1 0 0 0 0,0 0 0 0 0,-1 0 0 0 0,1 0 0 0 0,0 0 0 0 0,2 2 0 0 0,6 8-3187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185 306 656 0 0,'-15'-14'13202'0'0,"7"9"-11720"0"0,5 6-1374 0 0,0 0 1 0 0,1 0-1 0 0,-1 1 1 0 0,0-1-1 0 0,1 0 0 0 0,-1 1 1 0 0,0 0-1 0 0,1-1 1 0 0,0 1-1 0 0,-1 0 0 0 0,1 0 1 0 0,0 0-1 0 0,0 1 0 0 0,0-1 1 0 0,-2 4-1 0 0,-29 47 1019 0 0,24-37-775 0 0,-2 1-98 0 0,-4 8 149 0 0,-21 45 1 0 0,33-62-369 0 0,0 0 0 0 0,1 0 0 0 0,-1 0 0 0 0,2 0 0 0 0,-1 0 0 0 0,1 0 0 0 0,0 1 0 0 0,1-1 0 0 0,0 0 0 0 0,1 15-1 0 0,0-20-22 0 0,0 1 0 0 0,0 0-1 0 0,0 0 1 0 0,1-1 0 0 0,-1 1-1 0 0,1 0 1 0 0,0-1-1 0 0,0 0 1 0 0,0 1 0 0 0,0-1-1 0 0,1 0 1 0 0,-1 0 0 0 0,1 0-1 0 0,3 3 1 0 0,0-2 1 0 0,0 0 1 0 0,0 0 0 0 0,0 0 0 0 0,1 0-1 0 0,0-1 1 0 0,-1 0 0 0 0,9 2-1 0 0,5 0 7 0 0,1-1-1 0 0,0 0 1 0 0,-1-2-1 0 0,30 1 1 0 0,0-3-2 0 0,1-1 1 0 0,-1-3 0 0 0,0-2-1 0 0,0-3 1 0 0,-1-1-1 0 0,0-3 1 0 0,0-1 0 0 0,-2-3-1 0 0,55-27 1 0 0,-85 35-12 0 0,-1-1-1 0 0,0-1 1 0 0,0 0 0 0 0,-1-1 0 0 0,-1 0 0 0 0,0-2-1 0 0,0 1 1 0 0,-2-2 0 0 0,1 0 0 0 0,-2 0 0 0 0,11-19-1 0 0,-17 26-4 0 0,-1 0-1 0 0,0-1 0 0 0,0 1 1 0 0,-1-1-1 0 0,0 0 0 0 0,0 0 0 0 0,-1 0 1 0 0,-1 0-1 0 0,1 0 0 0 0,-1-1 1 0 0,-1 1-1 0 0,0 0 0 0 0,0-1 1 0 0,-1 1-1 0 0,0 0 0 0 0,0-1 0 0 0,-1 1 1 0 0,-1 0-1 0 0,1 0 0 0 0,-1 0 1 0 0,-1 1-1 0 0,0-1 0 0 0,0 1 1 0 0,-9-13-1 0 0,2 6 0 0 0,-1 1 0 0 0,0 1 1 0 0,-2 0-1 0 0,1 0 0 0 0,-2 1 1 0 0,1 1-1 0 0,-1 1 0 0 0,-1 0 1 0 0,0 1-1 0 0,-1 0 0 0 0,1 2 0 0 0,-34-11 1 0 0,27 11-112 0 0,0 1 0 0 0,-1 1 0 0 0,0 1 0 0 0,0 1 1 0 0,0 1-1 0 0,0 1 0 0 0,0 1 0 0 0,0 2 0 0 0,-33 5 0 0 0,42-4-371 0 0,0 1 0 0 0,0 0 0 0 0,-23 11 0 0 0,33-13 187 0 0,1 0 1 0 0,-1 0-1 0 0,1 1 0 0 0,0 0 0 0 0,0 0 0 0 0,0 0 1 0 0,0 0-1 0 0,0 1 0 0 0,1 0 0 0 0,-1 0 0 0 0,1 0 1 0 0,0 0-1 0 0,0 0 0 0 0,-3 7 0 0 0,5-9 57 0 0,1-1 0 0 0,-1 1-1 0 0,1-1 1 0 0,-1 1 0 0 0,1-1-1 0 0,0 1 1 0 0,0-1 0 0 0,0 1-1 0 0,0-1 1 0 0,0 1 0 0 0,0-1-1 0 0,0 1 1 0 0,1 0 0 0 0,-1-1 0 0 0,0 1-1 0 0,1-1 1 0 0,-1 0 0 0 0,1 1-1 0 0,0-1 1 0 0,-1 1 0 0 0,1-1-1 0 0,0 0 1 0 0,0 1 0 0 0,0-1-1 0 0,0 0 1 0 0,0 0 0 0 0,0 0 0 0 0,0 0-1 0 0,2 1 1 0 0,8 7-3507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536 312 52 0 0,'-2'0'4207'0'0,"1"0"-3983"0"0,0 0 1 0 0,0 0-1 0 0,0-1 0 0 0,0 1 0 0 0,1 0 1 0 0,-1-1-1 0 0,0 1 0 0 0,0 0 1 0 0,0-1-1 0 0,1 1 0 0 0,-1-1 1 0 0,0 1-1 0 0,1-1 0 0 0,-1 1 0 0 0,0-1 1 0 0,1 0-1 0 0,-1 1 0 0 0,-2-5 1615 0 0,2 4-1479 0 0,0 0 0 0 0,0 0 0 0 0,0 0 0 0 0,0 0 0 0 0,0 0 0 0 0,-1 0 0 0 0,1 0 0 0 0,0 0 0 0 0,-1 0 0 0 0,1 0 1 0 0,-1 1-1 0 0,-1-2 0 0 0,2 3-301 0 0,-1-1 1 0 0,1 0 0 0 0,0 0 0 0 0,0 1-1 0 0,-1-1 1 0 0,1 0 0 0 0,0 1-1 0 0,0-1 1 0 0,0 1 0 0 0,0 0 0 0 0,0-1-1 0 0,0 1 1 0 0,0 0 0 0 0,-2 1-1 0 0,-9 8 235 0 0,1 1-1 0 0,0-1 0 0 0,1 2 0 0 0,1-1 1 0 0,-1 1-1 0 0,2 1 0 0 0,0 0 0 0 0,-8 16 0 0 0,8-12-204 0 0,0 1 0 0 0,2-1 1 0 0,0 1-1 0 0,1 1 0 0 0,0-1 0 0 0,-1 21 0 0 0,6-35-64 0 0,-1 1 1 0 0,1-1-1 0 0,0 1 1 0 0,1-1-1 0 0,-1 0 1 0 0,1 1-1 0 0,0-1 1 0 0,0 0-1 0 0,0 1 1 0 0,0-1-1 0 0,1 0 1 0 0,0 0-1 0 0,0 0 1 0 0,0 0-1 0 0,4 5 1 0 0,-2-4 10 0 0,0 0 0 0 0,1-1 0 0 0,-1 1 0 0 0,1-1 0 0 0,1 0 0 0 0,-1 0 0 0 0,0 0 0 0 0,1-1 0 0 0,9 4 0 0 0,0-1 16 0 0,1 0-1 0 0,-1-2 1 0 0,1 0-1 0 0,1 0 1 0 0,-1-2-1 0 0,0 0 1 0 0,23 0 0 0 0,-17-2 38 0 0,1-2 0 0 0,-1 0 1 0 0,0-1-1 0 0,0-2 0 0 0,0 0 1 0 0,-1-1-1 0 0,0-1 0 0 0,0-1 1 0 0,20-11-1 0 0,-30 13-50 0 0,-1 1 0 0 0,0-2 0 0 0,0 1 0 0 0,-1-2 0 0 0,0 1 0 0 0,0-1 1 0 0,0-1-1 0 0,-1 1 0 0 0,-1-1 0 0 0,1-1 0 0 0,-1 1 0 0 0,-1-1 0 0 0,0-1 0 0 0,0 1 0 0 0,-1-1 0 0 0,-1 0 0 0 0,1 0 0 0 0,3-18 0 0 0,-6 19-31 0 0,-1 0 1 0 0,0 1-1 0 0,-1-1 0 0 0,1 0 0 0 0,-2 0 0 0 0,0 0 0 0 0,0 1 0 0 0,0-1 0 0 0,-1 1 1 0 0,-1-1-1 0 0,-4-11 0 0 0,1 8-4 0 0,0 0 0 0 0,-1 1 0 0 0,0 0 0 0 0,-1 0 0 0 0,0 1 0 0 0,-1 0 0 0 0,-12-11 0 0 0,-3-1-27 0 0,-2 2-1 0 0,0 0 1 0 0,-1 2 0 0 0,-1 1 0 0 0,-56-26-1 0 0,47 28-383 0 0,-1 2 1 0 0,0 1-1 0 0,-1 2 0 0 0,0 2 0 0 0,-67-7 0 0 0,-48 7-3747 0 0,0 13-3665 0 0,104-2 2793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21 976 0 0,'0'0'1404'0'0,"-11"-14"799"0"0,7 9-2177 0 0,4 3 19 0 0,-4 11-2527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1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0 400 0 0,'0'0'1496'0'0,"-5"7"-2352"0"0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0 992 0 0,'0'0'1504'0'0,"7"5"1248"0"0,10-5-2684 0 0,-5-3-536 0 0,2 1-1456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42 640 0 0,'-2'-11'2128'0'0,"-3"-1"-856"0"0,1 2-1052 0 0,-4 5-404 0 0,-11 1-1600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1 904 0 0,'0'0'3887'0'0,"-1"0"-3894"0"0,1 0 0 0 0,-1 0-1 0 0,0 0 1 0 0,1 0 0 0 0,-1 0-1 0 0,1 1 1 0 0,-1-1 0 0 0,1 0-1 0 0,0 0 1 0 0,-1 0 0 0 0,1 1-1 0 0,-1-1 1 0 0,1 0 0 0 0,-1 1 0 0 0,1-1-1 0 0,0 0 1 0 0,-1 1 0 0 0,1-1-1 0 0,-1 1 1 0 0,1-1-51 0 0,0 1-1 0 0,0-1 1 0 0,0 0 0 0 0,1 1-1 0 0,-1-1 1 0 0,0 0 0 0 0,0 0-1 0 0,0 1 1 0 0,0-1-1 0 0,0 0 1 0 0,1 1 0 0 0,-1-1-1 0 0,0 0 1 0 0,0 0 0 0 0,1 1-1 0 0,-1-1 1 0 0,0 0 0 0 0,0 0-1 0 0,1 1 1 0 0,-1-1-1 0 0,0 0 1 0 0,1 0 0 0 0,-1 0-1 0 0,0 0 1 0 0,1 0 0 0 0,-1 1-1 0 0,1-1 1 0 0,12-2-549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1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42 496 0 0,'0'0'1196'0'0,"-24"-20"3055"0"0,13 9-3714 0 0,15 1-4613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4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0 256 0 0,'0'0'2679'0'0,"12"2"-4602"0"0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5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0 548 0 0,'0'0'1016'0'0,"5"7"844"0"0,2-2-856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0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16 0 0,'0'0'1212'0'0,"11"-4"-960"0"0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0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28 536 0 0,'0'0'1584'0'0,"0"-12"-360"0"0,2 3-304 0 0,5 2-852 0 0,5 12-788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 0 0,'57'10'-16'0'0,"11"1"4"0"0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36 316 0 0,'-11'-6'10041'0'0,"11"6"-10003"0"0,0 0-1 0 0,0 0 1 0 0,-1 0 0 0 0,1 0-1 0 0,0 0 1 0 0,0 0 0 0 0,0 0-1 0 0,-1 0 1 0 0,1 0 0 0 0,0 0-1 0 0,0 0 1 0 0,0 0 0 0 0,-1 0-1 0 0,1 0 1 0 0,0 0 0 0 0,0-1-1 0 0,0 1 1 0 0,-1 0 0 0 0,1 0-1 0 0,0 0 1 0 0,0 0 0 0 0,0 0-1 0 0,0 0 1 0 0,0-1 0 0 0,-1 1-1 0 0,1 0 1 0 0,0 0 0 0 0,0 0-1 0 0,0 0 1 0 0,0-1 0 0 0,0 1-1 0 0,0 0 1 0 0,0 0 0 0 0,0 0-1 0 0,0-1 1 0 0,0 1 0 0 0,0 0-1 0 0,0 0 1 0 0,0 0 0 0 0,0-1-1 0 0,0 1 1 0 0,0 0 0 0 0,0 0-1 0 0,0-1 1 0 0,10-4 367 0 0,17-2-515 0 0,-26 7 164 0 0,23-4-334 0 0,42-3 0 0 0,-60 7-108 0 0,0-1-1 0 0,0 2 0 0 0,1-1 1 0 0,-1 1-1 0 0,0 0 0 0 0,0 0 0 0 0,0 1 1 0 0,0-1-1 0 0,0 1 0 0 0,0 1 0 0 0,0-1 1 0 0,6 5-1 0 0,-5-1-1653 0 0,-2 3-300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0 668 0 0,'-61'55'6821'0'0,"60"-53"-6417"0"0,1 1-206 0 0,0-3-191 0 0,0 0-1 0 0,0 1 0 0 0,0-1 1 0 0,0 0-1 0 0,0 0 0 0 0,0 0 1 0 0,0 1-1 0 0,0-1 0 0 0,0 0 1 0 0,0 0-1 0 0,0 0 0 0 0,0 1 1 0 0,0-1-1 0 0,0 0 0 0 0,0 0 1 0 0,0 0-1 0 0,0 1 1 0 0,0-1-1 0 0,0 0 0 0 0,0 0 1 0 0,1 0-1 0 0,-1 1 0 0 0,0-1 1 0 0,0 0-1 0 0,0 0 0 0 0,0 0 1 0 0,0 0-1 0 0,0 1 0 0 0,1-1 1 0 0,-1 0-1 0 0,0 0 0 0 0,0 0 1 0 0,0 0-1 0 0,1 0 0 0 0,-1 0 1 0 0,0 1-1 0 0,0-1 0 0 0,0 0 1 0 0,1 0-1 0 0,-1 0 0 0 0,0 0 1 0 0,0 0-1 0 0,0 0 0 0 0,1 0 1 0 0,25-3-296 0 0,45-13 0 0 0,-5-3-3378 0 0,-45 13 1939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8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47 1516 0 0,'-13'-22'4651'0'0,"12"20"-4498"0"0,-1 0 0 0 0,1 0 0 0 0,-1 0 0 0 0,0 0 0 0 0,1 1 0 0 0,-1-1 0 0 0,0 1 0 0 0,0-1 0 0 0,0 1 0 0 0,0 0 0 0 0,0 0 0 0 0,-1 0 0 0 0,1 0 0 0 0,0 0 0 0 0,0 0 0 0 0,-1 1 0 0 0,1-1 0 0 0,0 1 0 0 0,-1 0 0 0 0,1-1 0 0 0,-1 1 0 0 0,1 0 0 0 0,0 0 0 0 0,-1 1 0 0 0,-4 0 0 0 0,-8 6-75 0 0,1 1-1 0 0,0 0 1 0 0,1 1-1 0 0,-1 1 1 0 0,2 0 0 0 0,-1 1-1 0 0,1 0 1 0 0,1 1-1 0 0,-13 18 1 0 0,1 0-20 0 0,2 2 0 0 0,1 0 0 0 0,-16 36 0 0 0,26-46 4 0 0,1 0 1 0 0,-12 41-1 0 0,18-53-64 0 0,1 1 0 0 0,1-1-1 0 0,-1 1 1 0 0,2 0-1 0 0,-1 0 1 0 0,1-1 0 0 0,1 1-1 0 0,3 16 1 0 0,-4-24-2 0 0,1 1-1 0 0,0-1 1 0 0,1 0-1 0 0,-1 1 1 0 0,1-1-1 0 0,-1 0 0 0 0,1 0 1 0 0,0 0-1 0 0,0 0 1 0 0,0 0-1 0 0,0 0 1 0 0,1-1-1 0 0,-1 1 1 0 0,1-1-1 0 0,0 1 1 0 0,5 2-1 0 0,-3-2-20 0 0,1 0 0 0 0,-1 0 0 0 0,1-1 0 0 0,0 0 0 0 0,-1-1 0 0 0,1 1 0 0 0,0-1 0 0 0,0 0 0 0 0,8 0 0 0 0,3-1-816 0 0,0 0-1 0 0,1-2 0 0 0,-1 0 0 0 0,0-1 0 0 0,0 0 1 0 0,18-7-1 0 0,-11 1-1854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8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8 976 0 0,'-5'-6'3186'0'0,"4"6"-3009"0"0,1 0 0 0 0,-1-1 0 0 0,1 1 0 0 0,0 0 0 0 0,-1 0 0 0 0,1 0 0 0 0,-1 0 0 0 0,1 0 0 0 0,-1 0 0 0 0,1 0 0 0 0,-1 0 0 0 0,1 0 0 0 0,-1 0 0 0 0,1 0 0 0 0,-1 0 0 0 0,1 0 0 0 0,0 0 0 0 0,-1 0 0 0 0,-1 1-7 0 0,1 0 0 0 0,0 0 0 0 0,0 0-1 0 0,0 0 1 0 0,0 0 0 0 0,0 1 0 0 0,0-1 0 0 0,0 0 0 0 0,0 0 0 0 0,1 1 0 0 0,-2 1 0 0 0,-13 40 661 0 0,6 13 319 0 0,3 0 0 0 0,0 109-1 0 0,-4 51 829 0 0,6-184-1516 0 0,-17 62 0 0 0,18-84-407 0 0,-1 0 0 0 0,0 0 0 0 0,0 0-1 0 0,-1 0 1 0 0,0-1 0 0 0,-1 0 0 0 0,0 0 0 0 0,-1 0-1 0 0,-13 14 1 0 0,19-21-126 0 0,-1 0 0 0 0,0-1 0 0 0,1 1 0 0 0,-1-1-1 0 0,0 1 1 0 0,0-1 0 0 0,0 0 0 0 0,0 0 0 0 0,0 1 0 0 0,0-1 0 0 0,0-1-1 0 0,0 1 1 0 0,-1 0 0 0 0,1 0 0 0 0,0-1 0 0 0,0 0 0 0 0,-1 1-1 0 0,1-1 1 0 0,0 0 0 0 0,-1 0 0 0 0,1 0 0 0 0,0 0 0 0 0,-1-1 0 0 0,1 1-1 0 0,0 0 1 0 0,0-1 0 0 0,-1 0 0 0 0,1 0 0 0 0,0 1 0 0 0,0-1-1 0 0,0-1 1 0 0,0 1 0 0 0,-3-2 0 0 0,0-2-669 0 0,0 0 0 0 0,0 0 0 0 0,1 0 0 0 0,0-1 0 0 0,0 1 0 0 0,0-1 0 0 0,1 0 0 0 0,0 0 0 0 0,0 0 0 0 0,-3-10 0 0 0,-3-11-3591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1276 0 0,'2'-14'1940'0'0,"0"5"705"0"0,1-8-981 0 0,-1 7-624 0 0,-2 0-376 0 0,3 1-232 0 0,-4 25-4588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3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 2316 0 0,'-47'42'8690'0'0,"46"-41"-8204"0"0,-26 25 7012 0 0,25-20-6698 0 0,2-5-790 0 0,0-1-1 0 0,0 0 1 0 0,0 0 0 0 0,0 0 0 0 0,0 0-1 0 0,-1 1 1 0 0,1-1 0 0 0,0 0-1 0 0,0 0 1 0 0,0 0 0 0 0,0 0 0 0 0,0 1-1 0 0,0-1 1 0 0,0 0 0 0 0,0 0-1 0 0,0 0 1 0 0,0 1 0 0 0,1-1 0 0 0,-1 0-1 0 0,0 0 1 0 0,0 0 0 0 0,0 0-1 0 0,0 0 1 0 0,0 1 0 0 0,0-1 0 0 0,0 0-1 0 0,0 0 1 0 0,0 0 0 0 0,0 0-1 0 0,1 0 1 0 0,-1 1 0 0 0,0-1 0 0 0,0 0-1 0 0,0 0 1 0 0,0 0 0 0 0,0 0-1 0 0,1 0 1 0 0,-1 0 0 0 0,0 0 0 0 0,1 2 28 0 0,3-3-6 0 0,39-5 42 0 0,-1-1 1 0 0,76-26 0 0 0,-23 6 10 0 0,-73 20 120 0 0,-21 7-269 0 0,-1-1 1 0 0,1 1 0 0 0,-1 0 0 0 0,1 0 0 0 0,-1 0 0 0 0,1-1 0 0 0,-1 1 0 0 0,0 0-1 0 0,1-1 1 0 0,-1 1 0 0 0,1 0 0 0 0,-1-1 0 0 0,0 1 0 0 0,0 0 0 0 0,1-1 0 0 0,-1 1-1 0 0,0-1 1 0 0,1 1 0 0 0,-1 0 0 0 0,0-1 0 0 0,0 1 0 0 0,0-1 0 0 0,0 1-1 0 0,1-1 1 0 0,-1 1 0 0 0,0-1 0 0 0,0 1 0 0 0,0-1 0 0 0,0 1 0 0 0,0-1 0 0 0,0 1-1 0 0,0-1 1 0 0,0 1 0 0 0,0-1 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0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63 1532 0 0,'0'0'2792'0'0,"-4"0"-1723"0"0,-41-3 7861 0 0,60-3-8784 0 0,194-44 64 0 0,-207 49-214 0 0,-2 1 4 0 0,1 0 0 0 0,-1-1 0 0 0,1 1 0 0 0,0 0 0 0 0,-1 0 0 0 0,1-1 0 0 0,0 1 0 0 0,-1 0 0 0 0,1 0 0 0 0,0 0 0 0 0,0 0-1 0 0,-1 0 1 0 0,1 0 0 0 0,0 0 0 0 0,-1 0 0 0 0,1 0 0 0 0,0 0 0 0 0,-1 1 0 0 0,1-1 0 0 0,0 0 0 0 0,-1 0 0 0 0,1 1 0 0 0,0-1 0 0 0,-1 0-1 0 0,1 1 1 0 0,-1-1 0 0 0,1 1 0 0 0,0-1 0 0 0,0 1 0 0 0,-1 0 0 0 0,0 0 0 0 0,0 0 0 0 0,0 0 0 0 0,0 1-1 0 0,0-1 1 0 0,0 0 0 0 0,-1 0 0 0 0,1 0 0 0 0,0 0 0 0 0,0 0 0 0 0,-1 0-1 0 0,1 0 1 0 0,-1 0 0 0 0,1 0 0 0 0,-1 0 0 0 0,1 0 0 0 0,-2 1 0 0 0,-56 87 48 0 0,-39 71 974 0 0,90-148-917 0 0,1 1 0 0 0,1 0 0 0 0,1 0 0 0 0,-1 0 0 0 0,-2 21 0 0 0,6-33-93 0 0,1 1 0 0 0,0-1 0 0 0,0 0-1 0 0,0 0 1 0 0,0 0 0 0 0,0 0 0 0 0,0 0 0 0 0,0 0 0 0 0,0 0 0 0 0,1 0 0 0 0,-1 0 0 0 0,0 0 0 0 0,0 0 0 0 0,1 0 0 0 0,-1 0-1 0 0,1 0 1 0 0,-1 0 0 0 0,1 0 0 0 0,-1-1 0 0 0,1 1 0 0 0,0 0 0 0 0,-1 0 0 0 0,1 0 0 0 0,0-1 0 0 0,0 1 0 0 0,0 0 0 0 0,-1-1-1 0 0,1 1 1 0 0,0-1 0 0 0,0 1 0 0 0,0-1 0 0 0,0 1 0 0 0,0-1 0 0 0,0 0 0 0 0,0 1 0 0 0,0-1 0 0 0,1 0 0 0 0,3 1 8 0 0,-1-1-1 0 0,0 0 1 0 0,0 0 0 0 0,0 0 0 0 0,0-1 0 0 0,0 1 0 0 0,7-3 0 0 0,8-3-219 0 0,-1-1 0 0 0,1 0 0 0 0,-1-2 0 0 0,31-19 0 0 0,26-25-8628 0 0,-59 41 4070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4 1980 0 0,'-9'-3'16316'0'0,"8"8"-15907"0"0,0 1 0 0 0,0 0 1 0 0,1-1-1 0 0,0 1 0 0 0,0 0 1 0 0,1-1-1 0 0,0 1 0 0 0,0 0 1 0 0,2 6-1 0 0,3 25 602 0 0,-5-7-313 0 0,3 33 637 0 0,-3-1-1 0 0,-11 107 1 0 0,4-130-624 0 0,-1 0 0 0 0,-2-1 0 0 0,-2 0 0 0 0,-23 57 1 0 0,30-87-552 0 0,0 0 0 0 0,-1 0 1 0 0,-10 13-1 0 0,13-18-126 0 0,-1 0-1 0 0,1-1 1 0 0,0 0-1 0 0,-1 1 0 0 0,0-1 1 0 0,1 0-1 0 0,-1 0 1 0 0,0-1-1 0 0,0 1 0 0 0,0 0 1 0 0,-1-1-1 0 0,1 0 1 0 0,-5 2-1 0 0,0-2-132 0 0,0 0-1 0 0,-1-1 1 0 0,1 0 0 0 0,0 0-1 0 0,0-1 1 0 0,0 0 0 0 0,0 0-1 0 0,0-1 1 0 0,0 0 0 0 0,0 0-1 0 0,0-1 1 0 0,1 0 0 0 0,-1 0-1 0 0,1-1 1 0 0,0 0 0 0 0,-11-8-1 0 0,13 9 21 0 0,-2 0-639 0 0,1-2 0 0 0,-1 1 0 0 0,1-1 0 0 0,0 0-1 0 0,0-1 1 0 0,1 1 0 0 0,0-1 0 0 0,0 0-1 0 0,0 0 1 0 0,0-1 0 0 0,1 0 0 0 0,-5-10-1 0 0,6 9-753 0 0,0 1-1 0 0,1-1 1 0 0,0 0 0 0 0,0 0-1 0 0,1 0 1 0 0,0 0-1 0 0,0-13 1 0 0,2-7-6007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4 104 3132 0 0,'-2'-44'11045'0'0,"0"4"-4389"0"0,2 38-6397 0 0,0-1-1057 0 0,0-12-1743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2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43 137 1184 0 0,'-16'-28'6967'0'0,"13"22"-5974"0"0,0 0-1 0 0,-1 1 0 0 0,1-1 0 0 0,-1 1 0 0 0,-6-6 746 0 0,16 6-1646 0 0,-1 1 0 0 0,1 0-1 0 0,0 1 1 0 0,1-1 0 0 0,-1 1 0 0 0,1 1-1 0 0,-1-1 1 0 0,11-2 0 0 0,60-12-31 0 0,-64 14-160 0 0,82-12-50 0 0,-82 14-1371 0 0,-1 1 0 0 0,24 1-1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0 1324 0 0,'-3'0'1365'0'0,"-1"1"-1061"0"0,-1 1-1 0 0,1-1 1 0 0,0 1 0 0 0,0 0-1 0 0,-1 0 1 0 0,1 0 0 0 0,1 0-1 0 0,-1 1 1 0 0,0 0 0 0 0,1-1 0 0 0,-1 1-1 0 0,1 1 1 0 0,0-1 0 0 0,0 0-1 0 0,0 1 1 0 0,0-1 0 0 0,1 1-1 0 0,-1 0 1 0 0,-2 6 0 0 0,-6 12 110 0 0,1 1 1 0 0,-10 31 0 0 0,15-38-88 0 0,-2 2-139 0 0,1 1 1 0 0,1 0-1 0 0,1 0 0 0 0,-4 39 0 0 0,8-53-156 0 0,-1-2 15 0 0,0-1 1 0 0,1 0-1 0 0,0 1 0 0 0,-1-1 1 0 0,1 0-1 0 0,0 1 1 0 0,0-1-1 0 0,0 1 0 0 0,1 3 1 0 0,7 5 734 0 0,-6-10-727 0 0,-1 0 187 0 0,2-1-56 0 0,6-1-79 0 0,0 0 0 0 0,0-1 1 0 0,0 0-1 0 0,-1-1 0 0 0,1 0 0 0 0,-1 0 1 0 0,14-7-1 0 0,26-10-12 0 0,-43 19-65 0 0,0 0 1 0 0,0 0-1 0 0,1 0 1 0 0,-1 0-1 0 0,0 1 1 0 0,1 0-1 0 0,-1 0 0 0 0,0 0 1 0 0,1 1-1 0 0,-1 0 1 0 0,0 0-1 0 0,0 0 1 0 0,1 1-1 0 0,-1-1 1 0 0,0 1-1 0 0,-1 0 1 0 0,1 1-1 0 0,0-1 1 0 0,0 1-1 0 0,-1 0 1 0 0,0 0-1 0 0,0 1 1 0 0,0-1-1 0 0,0 1 1 0 0,0 0-1 0 0,0 0 1 0 0,2 5-1 0 0,2 1 148 0 0,-1 0 0 0 0,-1 1-1 0 0,0 0 1 0 0,0 0 0 0 0,-1 1 0 0 0,-1-1-1 0 0,0 1 1 0 0,0 0 0 0 0,-1 1 0 0 0,2 19 0 0 0,-4-18 97 0 0,-1 0 0 0 0,0-1 1 0 0,0 1-1 0 0,-2 0 1 0 0,1 0-1 0 0,-2 0 1 0 0,0-1-1 0 0,-1 1 1 0 0,0-1-1 0 0,-1 0 1 0 0,0 0-1 0 0,-1 0 1 0 0,-1-1-1 0 0,0 0 1 0 0,0 0-1 0 0,-1-1 1 0 0,-10 11-1 0 0,15-19-166 0 0,0 0 1 0 0,-1 0-1 0 0,1 0 1 0 0,-1-1-1 0 0,0 0 0 0 0,1 1 1 0 0,-1-1-1 0 0,0 0 0 0 0,-1-1 1 0 0,1 1-1 0 0,0-1 1 0 0,0 0-1 0 0,-1 0 0 0 0,1 0 1 0 0,0 0-1 0 0,-1-1 1 0 0,-4 0-1 0 0,0-1-6 0 0,0 0-1 0 0,0 0 1 0 0,0-1 0 0 0,0 0-1 0 0,0-1 1 0 0,0 0 0 0 0,-11-6-1 0 0,-3-1-36 0 0,20 9-267 0 0,0-1 0 0 0,0 1 0 0 0,1-1 0 0 0,-1 1 0 0 0,0-1 0 0 0,0 0-1 0 0,1 0 1 0 0,-1 0 0 0 0,1 0 0 0 0,-4-5 0 0 0,6 7 41 0 0,-1-1 0 0 0,1 0 0 0 0,0 1 0 0 0,0-1 0 0 0,0 0 1 0 0,-1 1-1 0 0,1-1 0 0 0,0 0 0 0 0,0 1 0 0 0,0-1 0 0 0,0 0 0 0 0,0 0 0 0 0,0 1 0 0 0,0-1 0 0 0,0 0 0 0 0,0 1 1 0 0,1-1-1 0 0,-1 0 0 0 0,1-1 0 0 0,0 0-229 0 0,0 0 1 0 0,0 0 0 0 0,1 1-1 0 0,-1-1 1 0 0,1 0 0 0 0,-1 0-1 0 0,1 1 1 0 0,3-3 0 0 0,19-13-6369 0 0,-8 8 201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248 231 1464 0 0,'8'-8'5234'0'0,"-7"8"-5067"0"0,-1 0-1 0 0,1-1 1 0 0,-1 1 0 0 0,1 0 0 0 0,0 0 0 0 0,-1-1-1 0 0,1 1 1 0 0,-1-1 0 0 0,1 1 0 0 0,-1 0-1 0 0,1-1 1 0 0,-1 1 0 0 0,0-1 0 0 0,1 1-1 0 0,-1-1 1 0 0,1 1 0 0 0,-1-1 0 0 0,0 0-1 0 0,0 1 1 0 0,1-1 0 0 0,-1 1 0 0 0,0-1 0 0 0,0 0-1 0 0,0 1 1 0 0,1-2 0 0 0,-2 1-77 0 0,1 1 1 0 0,-1-1-1 0 0,1 0 1 0 0,0 1-1 0 0,-1-1 0 0 0,0 1 1 0 0,1-1-1 0 0,-1 1 1 0 0,1-1-1 0 0,-1 1 1 0 0,0-1-1 0 0,1 1 1 0 0,-1-1-1 0 0,0 1 0 0 0,1 0 1 0 0,-1 0-1 0 0,0-1 1 0 0,0 1-1 0 0,-48-10 224 0 0,37 8 139 0 0,-171-38 2029 0 0,181 39-2452 0 0,-6 1 66 0 0,23-1-70 0 0,23 2-16 0 0,0-1 1 0 0,1-2 0 0 0,38-7-1 0 0,118-28 20 0 0,-150 27-14 0 0,-33 7 1 0 0,-1 0 0 0 0,0 0 1 0 0,0-1-1 0 0,0-1 0 0 0,0 0 0 0 0,-1 0 1 0 0,1-1-1 0 0,17-13 0 0 0,-24 15 201 0 0,0-1 1 0 0,0 1-1 0 0,-1-1 0 0 0,1 0 0 0 0,3-7 1 0 0,-6 11-26 0 0,-3 3-176 0 0,0 1 1 0 0,0-1-1 0 0,0 1 0 0 0,0 0 1 0 0,0 0-1 0 0,1 0 1 0 0,-1 0-1 0 0,1 0 0 0 0,0 0 1 0 0,-1 5-1 0 0,1-6 11 0 0,-96 272 2795 0 0,22-57-2247 0 0,47-142-542 0 0,-37 116-616 0 0,64-186 235 0 0,-2 8-224 0 0,0-1-1 0 0,-2 20 0 0 0,7-3-2443 0 0,-1-27 2472 0 0,-1 0 0 0 0,1-1 0 0 0,0 1-1 0 0,0 0 1 0 0,-1-1 0 0 0,1 1 0 0 0,0-1 0 0 0,0 1 0 0 0,0-1 0 0 0,1 0 0 0 0,-1 1 0 0 0,2 1-1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4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300 248 556 0 0,'15'-70'6362'0'0,"-13"55"-5394"0"0,-1 0 0 0 0,0-1 0 0 0,-1 1 0 0 0,-3-27 0 0 0,3 41-949 0 0,-1 1-1 0 0,1-1 0 0 0,0 1 1 0 0,0-1-1 0 0,0 0 0 0 0,-1 1 1 0 0,1-1-1 0 0,0 1 0 0 0,0-1 1 0 0,-1 1-1 0 0,1 0 0 0 0,0-1 0 0 0,-1 1 1 0 0,1-1-1 0 0,-1 1 0 0 0,1 0 1 0 0,-1-1-1 0 0,1 1 0 0 0,0 0 1 0 0,-1-1-1 0 0,1 1 0 0 0,-1 0 1 0 0,0 0-1 0 0,1-1 0 0 0,-1 1 1 0 0,1 0-1 0 0,-1 0 0 0 0,1 0 0 0 0,-1 0 1 0 0,1 0-1 0 0,-1 0 0 0 0,0 0 1 0 0,1 0-1 0 0,-1 0 0 0 0,1 0 1 0 0,-1 0-1 0 0,-20 8 249 0 0,9 1-115 0 0,-1 2 0 0 0,2-1-1 0 0,0 2 1 0 0,0 0 0 0 0,1 0-1 0 0,-10 15 1 0 0,-47 87 828 0 0,61-104-880 0 0,-23 42 500 0 0,-31 80 0 0 0,54-117-543 0 0,1 0 1 0 0,1 1-1 0 0,0-1 1 0 0,0 1-1 0 0,2 0 1 0 0,0 0-1 0 0,1 0 1 0 0,1 0-1 0 0,0 0 1 0 0,4 24 0 0 0,-3-35-41 0 0,0 0 0 0 0,0 0 0 0 0,1 0 0 0 0,-1 0 0 0 0,1 0 0 0 0,1-1 0 0 0,-1 1 0 0 0,1 0 0 0 0,-1-1 0 0 0,1 0 0 0 0,1 0 0 0 0,-1 0 0 0 0,1 0 0 0 0,-1 0 0 0 0,1-1 0 0 0,4 4 0 0 0,-2-4-1 0 0,0 0 0 0 0,0 0 0 0 0,0 0 0 0 0,0 0 0 0 0,0-1 0 0 0,0 0 0 0 0,1-1 0 0 0,-1 1 0 0 0,1-1 0 0 0,-1 0 0 0 0,9-1 0 0 0,1 0 12 0 0,0-1-1 0 0,-1-1 1 0 0,1 0-1 0 0,-1-1 1 0 0,1-1 0 0 0,-1-1-1 0 0,0 0 1 0 0,0-1-1 0 0,24-13 1 0 0,-20 8 0 0 0,-1-2 1 0 0,0 0-1 0 0,-1-1 1 0 0,-1-1-1 0 0,0-1 0 0 0,-1 0 1 0 0,0-1-1 0 0,-1 0 1 0 0,21-37-1 0 0,-22 31 13 0 0,-2-1-1 0 0,0 0 1 0 0,-1 0-1 0 0,-1-1 1 0 0,-2-1-1 0 0,0 1 1 0 0,-2-1-1 0 0,2-28 1 0 0,-6 43-33 0 0,0 0 1 0 0,-1 1 0 0 0,-1-1 0 0 0,1 0-1 0 0,-2 0 1 0 0,0 1 0 0 0,0-1-1 0 0,-1 1 1 0 0,0-1 0 0 0,0 1-1 0 0,-1 0 1 0 0,-1 0 0 0 0,0 1 0 0 0,0-1-1 0 0,-1 1 1 0 0,0 0 0 0 0,-1 1-1 0 0,0-1 1 0 0,0 1 0 0 0,0 1 0 0 0,-1-1-1 0 0,-1 1 1 0 0,1 1 0 0 0,-1-1-1 0 0,0 1 1 0 0,0 1 0 0 0,-1 0 0 0 0,0 0-1 0 0,0 1 1 0 0,-11-3 0 0 0,4 1-351 0 0,1 2 0 0 0,-2 0 0 0 0,-22-2 1 0 0,35 5 235 0 0,0 1 1 0 0,0-1 0 0 0,0 2 0 0 0,0-1-1 0 0,0 0 1 0 0,1 1 0 0 0,-1 0-1 0 0,0 0 1 0 0,0 0 0 0 0,0 1-1 0 0,1 0 1 0 0,-1-1 0 0 0,1 2 0 0 0,-1-1-1 0 0,1 0 1 0 0,-6 6 0 0 0,9-7-167 0 0,-1 0 1 0 0,1 0-1 0 0,1 0 1 0 0,-1 0-1 0 0,0 1 1 0 0,0-1-1 0 0,0 0 1 0 0,1 0 0 0 0,-1 1-1 0 0,0-1 1 0 0,1 1-1 0 0,-1-1 1 0 0,1 1-1 0 0,0-1 1 0 0,0 1-1 0 0,-1-1 1 0 0,1 1-1 0 0,0-1 1 0 0,0 1-1 0 0,0-1 1 0 0,0 1 0 0 0,1-1-1 0 0,-1 1 1 0 0,0-1-1 0 0,1 1 1 0 0,-1-1-1 0 0,1 0 1 0 0,-1 1-1 0 0,1-1 1 0 0,0 1-1 0 0,1 1 1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45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495 410 1272 0 0,'5'-48'6125'0'0,"-5"37"-5349"0"0,0-1 1 0 0,-1 0 0 0 0,-4-16 0 0 0,2 9 25 0 0,2 14-610 0 0,1 1 0 0 0,-1 0-1 0 0,0-1 1 0 0,0 1 0 0 0,-4-7-1 0 0,5 9-69 0 0,-8 0 71 0 0,7 2-188 0 0,1-1 1 0 0,-1 1-1 0 0,1 0 1 0 0,-1 0-1 0 0,1 0 1 0 0,-1-1-1 0 0,1 1 1 0 0,-1 0-1 0 0,0 0 1 0 0,1 0 0 0 0,-1 0-1 0 0,1 0 1 0 0,-1 0-1 0 0,1 0 1 0 0,-1 0-1 0 0,0 1 1 0 0,1-1-1 0 0,-1 0 1 0 0,1 0-1 0 0,-1 0 1 0 0,1 0 0 0 0,-1 1-1 0 0,1-1 1 0 0,-1 0-1 0 0,1 1 1 0 0,-1-1-1 0 0,0 1 1 0 0,-8 6 63 0 0,0 0 0 0 0,1 0 1 0 0,-1 1-1 0 0,2 0 0 0 0,-1 1 0 0 0,1 0 0 0 0,0 0 1 0 0,1 0-1 0 0,0 1 0 0 0,-6 13 0 0 0,-5 16 384 0 0,-19 56 0 0 0,26-66-253 0 0,2 0 1 0 0,1 1 0 0 0,-4 40 0 0 0,10-59-138 0 0,0 1 1 0 0,1 0-1 0 0,0-1 1 0 0,1 1-1 0 0,0 0 1 0 0,1-1-1 0 0,1 1 0 0 0,0-1 1 0 0,0 0-1 0 0,1 1 1 0 0,8 16-1 0 0,-9-24-16 0 0,-1 1 0 0 0,1-1-1 0 0,0 0 1 0 0,1 0 0 0 0,-1 0-1 0 0,1-1 1 0 0,-1 1 0 0 0,1-1-1 0 0,0 0 1 0 0,0 0-1 0 0,1 0 1 0 0,-1 0 0 0 0,8 2-1 0 0,-5-2 21 0 0,1-1-1 0 0,-1 0 1 0 0,1 0-1 0 0,-1 0 1 0 0,1-1-1 0 0,0-1 1 0 0,0 1 0 0 0,8-2-1 0 0,4-1 76 0 0,0 0 0 0 0,-1-2 0 0 0,0 0 0 0 0,0-2 0 0 0,0 0-1 0 0,21-10 1 0 0,-14 3-57 0 0,-1-1 0 0 0,0-1-1 0 0,-1-2 1 0 0,-1 0 0 0 0,0-1-1 0 0,-2-1 1 0 0,0-1 0 0 0,18-24-1 0 0,-9 7 26 0 0,-1-1-1 0 0,-2-2 1 0 0,-2-1-1 0 0,21-47 1 0 0,-37 69 7 0 0,0 0 0 0 0,-2-1 1 0 0,-1 0-1 0 0,0 0 0 0 0,-1 0 0 0 0,-1-1 1 0 0,2-39-1 0 0,-6 52-100 0 0,0 0-1 0 0,0 0 1 0 0,-1 0-1 0 0,0 1 1 0 0,-1-1 0 0 0,0 0-1 0 0,0 1 1 0 0,0-1 0 0 0,-1 1-1 0 0,0-1 1 0 0,0 1 0 0 0,-1 0-1 0 0,0 1 1 0 0,-1-1 0 0 0,1 1-1 0 0,-1-1 1 0 0,0 1-1 0 0,-1 1 1 0 0,1-1 0 0 0,-1 1-1 0 0,0 0 1 0 0,0 0 0 0 0,-14-7-1 0 0,8 6-11 0 0,0 1 1 0 0,0 1-1 0 0,0 0 0 0 0,-1 0 0 0 0,1 1 0 0 0,-1 1 1 0 0,0 0-1 0 0,0 1 0 0 0,0 0 0 0 0,-20 2 0 0 0,-5 2-114 0 0,0 2-1 0 0,-50 14 0 0 0,27-3-800 0 0,0 3-1 0 0,-78 37 1 0 0,-112 75-7871 0 0,145-70 1920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 1460 0 0,'-1'-2'1888'0'0,"-2"-4"-625"0"0,0 0 0 0 0,1 0 1 0 0,0 0-1 0 0,0-1 0 0 0,0 1 0 0 0,0-11 0 0 0,2 15-1145 0 0,0 0 0 0 0,0 0 0 0 0,0-1 1 0 0,1 1-1 0 0,-1 0 0 0 0,0 0 0 0 0,1-1 1 0 0,0 1-1 0 0,0 0 0 0 0,0 0 0 0 0,0 0 1 0 0,0 0-1 0 0,0 0 0 0 0,0 0 0 0 0,0 0 1 0 0,1 1-1 0 0,-1-1 0 0 0,1 0 0 0 0,0 1 0 0 0,-1-1 1 0 0,1 1-1 0 0,0-1 0 0 0,2 0 0 0 0,9-6-10 0 0,0 1 0 0 0,0 0 0 0 0,1 2 0 0 0,0-1 0 0 0,0 1 0 0 0,0 1-1 0 0,1 1 1 0 0,0 0 0 0 0,-1 1 0 0 0,19-1 0 0 0,-23 3-100 0 0,1 0 1 0 0,0 0-1 0 0,0 1 1 0 0,-1 0-1 0 0,1 1 0 0 0,-1 0 1 0 0,1 1-1 0 0,-1 0 1 0 0,0 0-1 0 0,0 1 1 0 0,0 1-1 0 0,-1-1 1 0 0,1 2-1 0 0,-1-1 0 0 0,9 8 1 0 0,-15-10 1 0 0,0-1-1 0 0,0 1 1 0 0,0 0 0 0 0,-1 1-1 0 0,1-1 1 0 0,-1 0 0 0 0,1 1-1 0 0,-1-1 1 0 0,0 1 0 0 0,-1 0 0 0 0,1 0-1 0 0,-1-1 1 0 0,1 1 0 0 0,-1 0-1 0 0,0 0 1 0 0,0 8 0 0 0,-1-5-4 0 0,0-1 0 0 0,-1 0 0 0 0,1 0 0 0 0,-1 0 0 0 0,-1 0 1 0 0,1 0-1 0 0,-1 0 0 0 0,0 0 0 0 0,-1 0 0 0 0,-3 6 0 0 0,-7 8 97 0 0,0 0-1 0 0,-1-1 1 0 0,-1 0 0 0 0,-29 27-1 0 0,-9 8 942 0 0,52-53-911 0 0,1 0-130 0 0,0-1 0 0 0,0 0-1 0 0,0 1 1 0 0,0-1 0 0 0,0 1 0 0 0,1-1 0 0 0,-1 0-1 0 0,0 1 1 0 0,0-1 0 0 0,0 1 0 0 0,0-1-1 0 0,1 0 1 0 0,-1 1 0 0 0,0-1 0 0 0,0 0 0 0 0,1 1-1 0 0,-1-1 1 0 0,0 0 0 0 0,1 0 0 0 0,-1 1 0 0 0,0-1-1 0 0,1 0 1 0 0,-1 0 0 0 0,0 1 0 0 0,1-1 0 0 0,-1 0-1 0 0,31 4 26 0 0,-16-2-33 0 0,0 1 1 0 0,-1 1 0 0 0,0 1-1 0 0,1 0 1 0 0,-2 1-1 0 0,22 12 1 0 0,-29-15 97 0 0,-1 0 0 0 0,1 1 0 0 0,-1-1 0 0 0,0 1-1 0 0,1 1 1 0 0,-2-1 0 0 0,1 1 0 0 0,0 0 0 0 0,-1 0 0 0 0,0 0 0 0 0,0 1 0 0 0,-1-1 0 0 0,0 1 0 0 0,1 0-1 0 0,-2 0 1 0 0,1 0 0 0 0,2 9 0 0 0,-5-11 15 0 0,1 1 1 0 0,-1-1-1 0 0,0 0 0 0 0,0 1 1 0 0,0-1-1 0 0,-1 1 0 0 0,1-1 1 0 0,-1 1-1 0 0,0-1 0 0 0,0 0 1 0 0,-1 1-1 0 0,1-1 0 0 0,-1 0 1 0 0,0 0-1 0 0,0 0 0 0 0,-1 0 1 0 0,1-1-1 0 0,-1 1 0 0 0,0-1 1 0 0,1 1-1 0 0,-2-1 0 0 0,1 0 1 0 0,0 0-1 0 0,-1 0 0 0 0,-5 4 1 0 0,1-2-40 0 0,-1-1 0 0 0,0 1 0 0 0,1-1 0 0 0,-1 0 1 0 0,0-1-1 0 0,-1 0 0 0 0,1-1 0 0 0,-1 0 1 0 0,1 0-1 0 0,-1-1 0 0 0,-12 0 0 0 0,-46-8-137 0 0,44 4-805 0 0,22 3 225 0 0,-2-1-669 0 0,-6 0 1172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46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26 2092 0 0,'-2'1'2334'0'0,"-45"5"7428"0"0,27-8-6566 0 0,20 2-3170 0 0,0 0 1 0 0,-1 0-1 0 0,1 0 1 0 0,0 0-1 0 0,0 0 1 0 0,-1-1-1 0 0,1 1 1 0 0,0 0-1 0 0,-1 0 1 0 0,1 0-1 0 0,0 0 1 0 0,-1 0-1 0 0,1 0 1 0 0,0-1-1 0 0,0 1 1 0 0,-1 0-1 0 0,1 0 1 0 0,0 0-1 0 0,0-1 1 0 0,-1 1-1 0 0,1 0 1 0 0,0 0-1 0 0,0-1 1 0 0,0 1-1 0 0,-1 0 1 0 0,1 0-1 0 0,0-1 1 0 0,0 1-1 0 0,0 0 1 0 0,0-1-1 0 0,0 1 1 0 0,0 0-1 0 0,0-1 1 0 0,0 1-1 0 0,0 0 1 0 0,0-1-1 0 0,0 1 1 0 0,0 0-1 0 0,0-1 1 0 0,0 1-1 0 0,0 0 1 0 0,0 0-1 0 0,0-1 1 0 0,0 1-1 0 0,0-1 1 0 0,16-8 539 0 0,20-1-339 0 0,-36 10-220 0 0,5 0 6 0 0,-1 0 0 0 0,0 0 0 0 0,1 0-1 0 0,-1 1 1 0 0,0-1 0 0 0,1 1 0 0 0,-1 0 0 0 0,0 0 0 0 0,0 1-1 0 0,0-1 1 0 0,0 1 0 0 0,0 0 0 0 0,0 0 0 0 0,-1 0-1 0 0,1 1 1 0 0,6 5 0 0 0,-7-5 26 0 0,-1 1 1 0 0,1 0-1 0 0,-1 0 0 0 0,1 0 0 0 0,-1 1 0 0 0,-1-1 1 0 0,1 0-1 0 0,0 1 0 0 0,-1-1 0 0 0,0 1 1 0 0,0-1-1 0 0,-1 1 0 0 0,1 0 0 0 0,-1 0 1 0 0,0-1-1 0 0,0 1 0 0 0,0 0 0 0 0,-1-1 0 0 0,0 1 1 0 0,0 0-1 0 0,-2 6 0 0 0,-2 6 219 0 0,-1 1 1 0 0,0-1-1 0 0,-2 0 0 0 0,-8 17 0 0 0,-74 113 1621 0 0,85-139-1817 0 0,4-7-46 0 0,0 0 0 0 0,0 0 0 0 0,0 1 0 0 0,0-1 0 0 0,0 0 0 0 0,1 1 0 0 0,-1-1 0 0 0,0 1 0 0 0,1-1 0 0 0,-1 0-1 0 0,1 1 1 0 0,-1 0 0 0 0,1-1 0 0 0,0 1 0 0 0,0-1 0 0 0,-1 1 0 0 0,1-1 0 0 0,0 1 0 0 0,1-1 0 0 0,-1 1 0 0 0,0 0-1 0 0,0-1 1 0 0,1 1 0 0 0,0 1 0 0 0,0-2-15 0 0,0-1-1 0 0,0 1 0 0 0,0-1 1 0 0,0 0-1 0 0,0 1 0 0 0,0-1 1 0 0,0 0-1 0 0,0 0 0 0 0,0 0 1 0 0,0 0-1 0 0,0 1 0 0 0,0-2 1 0 0,0 1-1 0 0,1 0 1 0 0,1 0-1 0 0,-2-1 2 0 0,17 0 9 0 0,-1-1 0 0 0,0-1 0 0 0,28-8-1 0 0,-11 3-35 0 0,89-20-585 0 0,93-21-2714 0 0,-73 12-3599 0 0,-113 28 2582 0 0,-3-2-2197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3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28 432 0 0,'0'0'1428'0'0,"-12"-4"-588"0"0,4-3-596 0 0,-1 1-212 0 0,-1 0-360 0 0,-11 1-1100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2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0 168 0 0,'0'0'2047'0'0,"5"2"-1287"0"0,-1-1 1 0 0,1 1 0 0 0,-1 0-1 0 0,7 5 1 0 0,-11-6-898 0 0,0-1 1 0 0,0 1-1 0 0,0 0 1 0 0,0 0-1 0 0,0-1 0 0 0,0 1 1 0 0,-1 0-1 0 0,1-1 1 0 0,0 1-1 0 0,-1 0 1 0 0,1 0-1 0 0,0-1 0 0 0,-1 1 1 0 0,1-1-1 0 0,-1 1 1 0 0,1 0-1 0 0,-1-1 0 0 0,1 1 1 0 0,-2 0-1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757 157 744 0 0,'0'0'7809'0'0,"1"-10"-5934"0"0,-6 3-1157 0 0,-1 0-1 0 0,1 0 1 0 0,-10-9 0 0 0,14 15-581 0 0,-16-16 862 0 0,-57-37 302 0 0,72 53-1278 0 0,-14-7 39 0 0,-15-6 18 0 0,30 14-71 0 0,-2-1 2 0 0,-7-3-7 0 0,8 3-11 0 0,-13-2 38 0 0,-23-2 37 0 0,36 5-52 0 0,-1 0 5 0 0,-44 1 172 0 0,43 0-163 0 0,1-1-1 0 0,-2 0-22 0 0,-19 2 52 0 0,-26 14 6 0 0,35-10-55 0 0,1 1 0 0 0,-1 0 0 0 0,2 1 0 0 0,-1 0 0 0 0,1 1 0 0 0,1 1 0 0 0,-1 0 0 0 0,2 0 0 0 0,-1 1 0 0 0,1 1-1 0 0,1 0 1 0 0,0 1 0 0 0,1 0 0 0 0,-14 26 0 0 0,5-2 49 0 0,3 0-1 0 0,0 1 0 0 0,3 1 1 0 0,-13 65-1 0 0,-59 473 1025 0 0,74-476-787 0 0,6 1 0 0 0,9 127 0 0 0,3-139-176 0 0,12 105 219 0 0,24 26 26 0 0,-31-174-307 0 0,1-1 0 0 0,37 74 1 0 0,-44-105-5 0 0,1-1-1 0 0,1-1 1 0 0,0 0 0 0 0,1 0 0 0 0,1 0-1 0 0,-1-2 1 0 0,2 1 0 0 0,0-1 0 0 0,0-1-1 0 0,1 0 1 0 0,0-1 0 0 0,1 0 0 0 0,0-1-1 0 0,0-1 1 0 0,1 0 0 0 0,0-1-1 0 0,20 6 1 0 0,71 20 52 0 0,-81-23-94 0 0,6-4 151 0 0,1-1 1 0 0,0-1-1 0 0,34-1 0 0 0,-46-4-21 0 0,-1 0 1 0 0,0-2-1 0 0,1 0 0 0 0,-2-1 1 0 0,36-14-1 0 0,-37 13-66 0 0,14-6 140 0 0,-1-1 0 0 0,-1-1 0 0 0,0-2 0 0 0,-1-1 0 0 0,0-1 0 0 0,-2-1 0 0 0,43-41 0 0 0,-38 29-76 0 0,-1-2 0 0 0,-2-2 0 0 0,-2 0-1 0 0,-1-2 1 0 0,25-49 0 0 0,-26 42-50 0 0,-2-1-1 0 0,-2-2 1 0 0,-2 0 0 0 0,-2-1-1 0 0,-3 0 1 0 0,-1-1 0 0 0,8-88-1 0 0,-8-229 344 0 0,-16 303-417 0 0,-2 1-1 0 0,-3 0 1 0 0,-33-119 0 0 0,23 116-80 0 0,-32-88 115 0 0,41 127-110 0 0,-1 1-1 0 0,-2 1 1 0 0,-28-44 0 0 0,31 56 60 0 0,0 0 0 0 0,0 1 0 0 0,-1 0 0 0 0,0 0 1 0 0,-1 1-1 0 0,-20-13 0 0 0,1 5 110 0 0,-55-24-1 0 0,-17 4-127 0 0,45 18 9 0 0,-20-12 38 0 0,-20-7 14 0 0,96 38-10 0 0,-4-1-35 0 0,0-1-1 0 0,0 1 1 0 0,0 0-1 0 0,-10-1 1 0 0,-2-1-40 0 0,16 3 66 0 0,-2 0-31 0 0,-1 0 7 0 0,1 0-1 0 0,-1 0 1 0 0,1 0-1 0 0,-1 1 1 0 0,1 0-1 0 0,-9 0 1 0 0,8 1-582 0 0,-15 2-4676 0 0,20-3 5092 0 0,-1 0 0 0 0,1 0 0 0 0,-1 1-1 0 0,1-1 1 0 0,-1 0 0 0 0,1 0 0 0 0,-1 1 0 0 0,1-1 0 0 0,-1 0 0 0 0,1 1 0 0 0,0-1-1 0 0,-1 1 1 0 0,1-1 0 0 0,0 0 0 0 0,-1 1 0 0 0,1-1 0 0 0,0 1 0 0 0,-1-1 0 0 0,1 1 0 0 0,0-1-1 0 0,0 1 1 0 0,0-1 0 0 0,-1 1 0 0 0,1-1 0 0 0,0 1 0 0 0,0 0 0 0 0,0-1 0 0 0,0 1 0 0 0,0-1-1 0 0,0 1 1 0 0,0-1 0 0 0,0 2 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3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 1728 0 0,'0'0'3987'0'0,"0"0"-3937"0"0,1-1 0 0 0,-1 1 0 0 0,0 0-1 0 0,0 0 1 0 0,0 0 0 0 0,0-1 0 0 0,0 1-1 0 0,0 0 1 0 0,0 0 0 0 0,1-1 0 0 0,-1 1 0 0 0,0 0-1 0 0,0 0 1 0 0,0-1 0 0 0,0 1 0 0 0,0 0 0 0 0,0 0-1 0 0,0-1 1 0 0,0 1 0 0 0,0 0 0 0 0,0 0 0 0 0,0-1-1 0 0,-1 1 1 0 0,1 0 0 0 0,0 0 0 0 0,0-1-1 0 0,0 1 1 0 0,0 0 0 0 0,0 0 0 0 0,0 0 0 0 0,0-1-1 0 0,-1 1 1 0 0,1 0 0 0 0,0 0 0 0 0,0 0 0 0 0,-1-1-1 0 0,-19 4-3366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14 104 0 0,'0'0'3708'0'0,"7"-9"-287"0"0,0 4-2013 0 0,5 7-4068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4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1308 0 0,'0'0'6032'0'0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 1056 0 0,'0'0'6173'0'0,"-4"-5"-6163"0"0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1 728 0 0,'0'0'4664'0'0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4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0 200 0 0,'0'0'4028'0'0,"-10"4"-4580"0"0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5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0 164 0 0,'0'0'8917'0'0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25 300 0 0,'8'-6'5312'0'0,"-4"1"-4824"0"0,5-7 1639 0 0,-8 10-1608 0 0,-6 6-1080 0 0,-2 4-3026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6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1 932 0 0,'0'0'3836'0'0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7:5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0 216 0 0,'0'0'2380'0'0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0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96 312 0 0,'-15'2'3072'0'0,"4"-1"-2577"0"0,8 0-36 0 0,0-1-39 0 0,-10 1-48 0 0,10-1-38 0 0,-1 0-62 0 0,-55-1 1594 0 0,43 1-1595 0 0,12 0 18 0 0,1 0 0 0 0,-58-3 2412 0 0,58 2-2595 0 0,16-8 2 0 0,36-13-63 0 0,62-17 1 0 0,-89 31-28 0 0,-21 8-18 0 0,-1-1 0 0 0,1 1 0 0 0,-1 0 1 0 0,1 0-1 0 0,0-1 0 0 0,-1 1 0 0 0,1 0 0 0 0,-1 0 0 0 0,1 0 1 0 0,0 0-1 0 0,-1-1 0 0 0,1 1 0 0 0,0 0 0 0 0,-1 0 0 0 0,1 0 0 0 0,-1 0 1 0 0,1 1-1 0 0,0-1 0 0 0,-1 0 0 0 0,1 0 0 0 0,-1 0 0 0 0,1 0 0 0 0,0 1 1 0 0,0-1-1 0 0,-6 12-3 0 0,-20 13 7 0 0,-52 26-26 0 0,-10 8-21 0 0,86-58 28 0 0,5-2 11 0 0,27-12-896 0 0,0-1 1 0 0,-1-2-1 0 0,53-36 0 0 0,-37 23-1300 0 0,17-11-993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1 444 0 0,'0'0'1900'0'0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28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1 580 0 0,'0'0'928'0'0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6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67 68 0 0,'0'0'1293'0'0,"-21"-24"5075"0"0,21 22-6327 0 0,-1 1-1 0 0,1-1 0 0 0,0 1 0 0 0,0-1 0 0 0,0 1 0 0 0,0-1 1 0 0,0 1-1 0 0,1-1 0 0 0,-1 1 0 0 0,0-1 0 0 0,1 1 0 0 0,-1 0 0 0 0,1-1 1 0 0,-1 1-1 0 0,1-1 0 0 0,0 1 0 0 0,0 0 0 0 0,-1 0 0 0 0,1-1 1 0 0,0 1-1 0 0,0 0 0 0 0,0 0 0 0 0,0 0 0 0 0,1 0 0 0 0,-1 0 1 0 0,0 0-1 0 0,0 0 0 0 0,0 0 0 0 0,1 1 0 0 0,-1-1 0 0 0,1 0 1 0 0,-1 1-1 0 0,0-1 0 0 0,1 1 0 0 0,-1 0 0 0 0,1-1 0 0 0,-1 1 1 0 0,2 0-1 0 0,0 0-36 0 0,-1-1 0 0 0,0 1 0 0 0,1 0-1 0 0,-1 1 1 0 0,1-1 0 0 0,-1 0 0 0 0,0 1 0 0 0,1-1 0 0 0,-1 1 0 0 0,0 0 0 0 0,0-1 0 0 0,1 1 0 0 0,-1 1 0 0 0,0-1 0 0 0,0 0 0 0 0,0 0 0 0 0,0 1 0 0 0,-1-1 0 0 0,1 1 0 0 0,0-1 0 0 0,0 1-1 0 0,-1 0 1 0 0,1 0 0 0 0,-1 0 0 0 0,0 0 0 0 0,2 2 0 0 0,0 3 2 0 0,0 0 0 0 0,-1 1-1 0 0,0-1 1 0 0,0 1-1 0 0,-1-1 1 0 0,0 1 0 0 0,0 0-1 0 0,-1-1 1 0 0,0 1 0 0 0,0 0-1 0 0,-1 0 1 0 0,0-1 0 0 0,0 1-1 0 0,-3 8 1 0 0,-4 12 202 0 0,-1 0 1 0 0,-18 36-1 0 0,14-36 40 0 0,11-23-212 0 0,-4 10 696 0 0,15-25-262 0 0,125-145-125 0 0,-64 77-138 0 0,-67 76-138 0 0,-1 0-1 0 0,0 0 1 0 0,-1 0 0 0 0,1-1-1 0 0,0 1 1 0 0,-1-1 0 0 0,1 1 0 0 0,-1-1-1 0 0,0 0 1 0 0,0 0 0 0 0,2-4 0 0 0,-3 5 3 0 0,-3 3-70 0 0,0-1 0 0 0,1 1 0 0 0,-1 0 0 0 0,0 0 1 0 0,1 0-1 0 0,-1 1 0 0 0,1-1 0 0 0,-1 1 0 0 0,1-1 1 0 0,0 1-1 0 0,0 0 0 0 0,0-1 0 0 0,0 1 0 0 0,0 0 1 0 0,0 1-1 0 0,-2 2 0 0 0,-26 39-1 0 0,18-25-39 0 0,2 1 0 0 0,0 1 0 0 0,-9 26 1 0 0,17-38 37 0 0,-1 1 0 0 0,1-1 0 0 0,0 0 0 0 0,1 1 0 0 0,0-1 0 0 0,1 0 0 0 0,0 1 0 0 0,0-1 0 0 0,1 1 0 0 0,3 14 1 0 0,-3-19 17 0 0,1 0 0 0 0,0-1 0 0 0,0 1 1 0 0,0-1-1 0 0,1 1 0 0 0,0-1 1 0 0,-1 0-1 0 0,2 0 0 0 0,-1 0 1 0 0,0 0-1 0 0,1 0 0 0 0,0-1 1 0 0,-1 0-1 0 0,2 1 0 0 0,-1-2 1 0 0,0 1-1 0 0,0 0 0 0 0,1-1 0 0 0,0 0 1 0 0,-1 0-1 0 0,1 0 0 0 0,0 0 1 0 0,10 1-1 0 0,-3 0-382 0 0,1-1 1 0 0,0-1-1 0 0,18 1 1 0 0,33-6-5618 0 0,-45 2 2446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7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111 117 1580 0 0,'-2'-2'1692'0'0,"-18"-14"2187"0"0,8 7-2271 0 0,1 0 0 0 0,1 0 0 0 0,-13-15 0 0 0,22 23-1584 0 0,1 0-1 0 0,-1 1 1 0 0,1-1 0 0 0,-1 0-1 0 0,1 0 1 0 0,0 1-1 0 0,-1-1 1 0 0,1 0 0 0 0,0 0-1 0 0,-1 0 1 0 0,1 0-1 0 0,0 1 1 0 0,0-1 0 0 0,0 0-1 0 0,0 0 1 0 0,0 0-1 0 0,0 0 1 0 0,0 0-1 0 0,0 0 1 0 0,0 1 0 0 0,0-1-1 0 0,1 0 1 0 0,-1 0-1 0 0,0 0 1 0 0,0 0 0 0 0,1 1-1 0 0,-1-1 1 0 0,1 0-1 0 0,-1 0 1 0 0,1 1 0 0 0,-1-1-1 0 0,1 0 1 0 0,-1 1-1 0 0,1-1 1 0 0,0 0-1 0 0,-1 1 1 0 0,1-1 0 0 0,0 1-1 0 0,-1-1 1 0 0,1 1-1 0 0,0-1 1 0 0,1 0 0 0 0,3-1-6 0 0,0 0 1 0 0,0 0-1 0 0,0 0 1 0 0,10-2 0 0 0,-13 3-19 0 0,2 1 6 0 0,-1-1-2 0 0,-2 1-2 0 0,0 0-1 0 0,-1 0 0 0 0,1 0 1 0 0,0 0-1 0 0,0-1 1 0 0,0 1-1 0 0,0 0 0 0 0,0 1 1 0 0,0-1-1 0 0,0 0 0 0 0,0 0 1 0 0,0 0-1 0 0,0 1 1 0 0,0-1-1 0 0,0 0 0 0 0,1 1 1 0 0,1 1-1 0 0,0-1 1 0 0,1 1 0 0 0,-1-1-1 0 0,0 1 1 0 0,0 0-1 0 0,0 1 1 0 0,0-1 0 0 0,-1 0-1 0 0,1 1 1 0 0,0 0 0 0 0,-1-1-1 0 0,0 1 1 0 0,0 0 0 0 0,0 0-1 0 0,0 0 1 0 0,0 1-1 0 0,0-1 1 0 0,-1 0 0 0 0,0 1-1 0 0,0-1 1 0 0,0 1 0 0 0,0-1-1 0 0,0 1 1 0 0,-1-1 0 0 0,1 1-1 0 0,-1 0 1 0 0,0-1-1 0 0,0 1 1 0 0,-1 4 0 0 0,-1 3 10 0 0,0-1 0 0 0,0 0 1 0 0,-1 0-1 0 0,-1 0 1 0 0,0 0-1 0 0,0-1 0 0 0,-11 18 1 0 0,8-17 181 0 0,0 1 0 0 0,-1-1 0 0 0,0-1 1 0 0,-1 1-1 0 0,0-1 0 0 0,0-1 1 0 0,-16 12-1 0 0,23-19-78 0 0,-4 0 106 0 0,6-1-209 0 0,0 1 0 0 0,-1-1 0 0 0,1 0 0 0 0,0 0 0 0 0,-1 0 0 0 0,1 0 1 0 0,0 0-1 0 0,-1 0 0 0 0,1 0 0 0 0,-1 0 0 0 0,1 0 0 0 0,0 0 0 0 0,-1 0 0 0 0,1 0 0 0 0,0 0 0 0 0,-1 0 0 0 0,1 0 0 0 0,0 0 1 0 0,-1 0-1 0 0,1 0 0 0 0,0 0 0 0 0,-1 0 0 0 0,1-1 0 0 0,0 1 0 0 0,-1 0 0 0 0,1-1 0 0 0,-2 1 9 0 0,17-6-6 0 0,1 5-24 0 0,-12 1 8 0 0,-1 0 1 0 0,1 0-1 0 0,-1 1 0 0 0,1-1 0 0 0,-1 1 0 0 0,0 0 0 0 0,1 0 1 0 0,-1 0-1 0 0,0 1 0 0 0,0-1 0 0 0,0 1 0 0 0,0-1 1 0 0,0 1-1 0 0,0 0 0 0 0,0 0 0 0 0,5 5 0 0 0,-4-2-1 0 0,5 3-7 0 0,0 0 1 0 0,-1 1 0 0 0,0 0-1 0 0,0 0 1 0 0,8 14 0 0 0,-14-18 89 0 0,1-1 1 0 0,-1 1 0 0 0,0 0 0 0 0,-1 0 0 0 0,1 0-1 0 0,-1 0 1 0 0,0 0 0 0 0,0 0 0 0 0,0 0 0 0 0,-1 1-1 0 0,0-1 1 0 0,0 0 0 0 0,0 0 0 0 0,-2 10 0 0 0,1-10 151 0 0,0 1 1 0 0,-1-1-1 0 0,0 0 1 0 0,0 0-1 0 0,0 0 1 0 0,0 0-1 0 0,-1 0 1 0 0,1 0-1 0 0,-1-1 1 0 0,-1 1-1 0 0,-6 7 1 0 0,8-10-182 0 0,0-1 0 0 0,0 1 0 0 0,0-1 0 0 0,0 0 0 0 0,-1 1 0 0 0,1-1 0 0 0,0 0 0 0 0,-1 0 0 0 0,1-1 0 0 0,0 1 0 0 0,-1 0 1 0 0,1-1-1 0 0,-1 0 0 0 0,1 1 0 0 0,-1-1 0 0 0,1 0 0 0 0,-1 0 0 0 0,-3-1 0 0 0,-1 1 49 0 0,3 0-153 0 0,-1 0 0 0 0,1-1 0 0 0,-1 1 0 0 0,1-1 0 0 0,-1 0 0 0 0,1 0 0 0 0,-1 0 0 0 0,1-1 0 0 0,0 0 0 0 0,0 0 0 0 0,0 0 0 0 0,0 0 0 0 0,0 0 0 0 0,0-1 0 0 0,1 0 0 0 0,-1 0 0 0 0,1 0 0 0 0,0 0 0 0 0,0 0 0 0 0,0-1 0 0 0,0 1 0 0 0,0-1 0 0 0,-2-5 0 0 0,5 8-149 0 0,-1-1 0 0 0,1 0 0 0 0,0 0 0 0 0,0 0-1 0 0,0 0 1 0 0,0 1 0 0 0,0-1 0 0 0,0 0 0 0 0,1 0 0 0 0,-1 0 0 0 0,0 0 0 0 0,1 1 0 0 0,0-1 0 0 0,-1 0 0 0 0,1 1-1 0 0,0-1 1 0 0,0 0 0 0 0,1-1 0 0 0,19-24-3333 0 0,7-1-2343 0 0,-14 13 443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96 1668 0 0,'-22'-23'15813'0'0,"22"23"-15796"0"0,0 0-1 0 0,-1-1 1 0 0,1 1 0 0 0,0 0-1 0 0,0-1 1 0 0,0 1 0 0 0,0 0-1 0 0,0-1 1 0 0,-1 1 0 0 0,1 0-1 0 0,0-1 1 0 0,0 1 0 0 0,0 0-1 0 0,0-1 1 0 0,0 1 0 0 0,0 0-1 0 0,0-1 1 0 0,0 1 0 0 0,0 0-1 0 0,0-1 1 0 0,0 1 0 0 0,1 0-1 0 0,-1-1 1 0 0,0 1 0 0 0,0 0-1 0 0,0 0 1 0 0,0-1 0 0 0,0 1-1 0 0,1 0 1 0 0,-1-1 0 0 0,0 1-1 0 0,0 0 1 0 0,0 0-1 0 0,1-1 1 0 0,-1 1 0 0 0,0 0-1 0 0,0 0 1 0 0,1-1 0 0 0,-1 1-1 0 0,0 0 1 0 0,1 0 0 0 0,-1 0-1 0 0,0 0 1 0 0,1 0 0 0 0,-1-1-1 0 0,0 1 1 0 0,1 0 0 0 0,22-9 16 0 0,-18 7 25 0 0,35-12-109 0 0,65-14-1 0 0,-91 25-1107 0 0,0 1 0 0 0,18 0-1 0 0,-6 7-2804 0 0,-14 0-638 0 0,-2-1 781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1248 0 0,'-25'17'3093'0'0,"0"-2"-1"0"0,-27 12 0 0 0,-18 11 2462 0 0,57-32-4747 0 0,5-1 209 0 0,8-5-1003 0 0,0 0-1 0 0,0 0 1 0 0,0 0-1 0 0,0 1 1 0 0,0-1-1 0 0,0 0 1 0 0,0 0-1 0 0,0 1 0 0 0,0-1 1 0 0,0 0-1 0 0,0 0 1 0 0,0 1-1 0 0,0-1 1 0 0,0 0-1 0 0,1 0 1 0 0,-1 0-1 0 0,0 1 0 0 0,0-1 1 0 0,0 0-1 0 0,0 0 1 0 0,0 0-1 0 0,0 1 1 0 0,1-1-1 0 0,-1 0 1 0 0,0 0-1 0 0,0 0 1 0 0,0 0-1 0 0,1 0 0 0 0,-1 1 1 0 0,0-1-1 0 0,0 0 1 0 0,0 0-1 0 0,1 0 1 0 0,5 0 115 0 0,204-48 1114 0 0,-58 12-3748 0 0,-53 17-7681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5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63 1860 0 0,'-9'-31'7179'0'0,"7"19"-4359"0"0,2 11-2673 0 0,-1 0 0 0 0,1 1 0 0 0,-1-1 0 0 0,1 0 0 0 0,-1 0 0 0 0,1 0 0 0 0,0 0 0 0 0,-1 0 0 0 0,1 1 1 0 0,0-1-1 0 0,0 0 0 0 0,-1 0 0 0 0,1 0 0 0 0,0 0 0 0 0,0 0 0 0 0,0-4 1734 0 0,24 27-764 0 0,-2 1 0 0 0,26 34 0 0 0,-1-1-603 0 0,-44-53-553 0 0,110 113 747 0 0,-97-103-1311 0 0,33 21 1 0 0,-38-28-626 0 0,1 0 0 0 0,0 0 0 0 0,24 7 0 0 0,-33-12 672 0 0,0-1 1 0 0,0 1-1 0 0,0-1 1 0 0,-1 0-1 0 0,1 1 0 0 0,0-1 1 0 0,0-1-1 0 0,0 1 1 0 0,0 0-1 0 0,-1-1 1 0 0,1 1-1 0 0,3-2 0 0 0,6-1-4327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76 348 0 0,'2'-10'2521'0'0,"-2"0"1"0"0,1 0-1 0 0,-1 0 0 0 0,-6-25 5324 0 0,0 45-7195 0 0,1 0 0 0 0,0 0-1 0 0,0 0 1 0 0,1 1 0 0 0,0 0-1 0 0,1 0 1 0 0,-2 14 0 0 0,-5 12 186 0 0,-24 60 100 0 0,-46 91 0 0 0,30-76-2948 0 0,45-101 1177 0 0,-2 4-1536 0 0,-8 29-1 0 0,14-40 1092 0 0,0 1-1 0 0,0-1 1 0 0,1 0 0 0 0,-1 0-1 0 0,1 0 1 0 0,0 0-1 0 0,1 6 1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36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44 110 784 0 0,'-22'-36'12558'0'0,"2"3"-5928"0"0,19 31-6335 0 0,1 1-254 0 0,0 0 0 0 0,0 0-1 0 0,0 1 1 0 0,0-1 0 0 0,0 0-1 0 0,0 0 1 0 0,0 0 0 0 0,1 0 0 0 0,-1 0-1 0 0,0 0 1 0 0,1 1 0 0 0,-1-1 0 0 0,1-1-1 0 0,6-2 2 0 0,0 0 0 0 0,0 1 0 0 0,0 0 0 0 0,0 1 0 0 0,0 0 0 0 0,0 0 0 0 0,1 0 0 0 0,-1 1 0 0 0,1 0 0 0 0,7 0 0 0 0,6 0-15 0 0,0 1 0 0 0,33 5 1 0 0,-44-4-21 0 0,-1 1 0 0 0,1 0 0 0 0,0 1 1 0 0,0 0-1 0 0,-1 0 0 0 0,17 9 0 0 0,-24-11-4 0 0,0 0-1 0 0,0 0 0 0 0,0 1 0 0 0,0-1 1 0 0,-1 1-1 0 0,1-1 0 0 0,-1 1 1 0 0,1-1-1 0 0,-1 1 0 0 0,1 0 0 0 0,-1 0 1 0 0,0-1-1 0 0,0 1 0 0 0,0 0 1 0 0,0 0-1 0 0,0 0 0 0 0,0 1 0 0 0,-1-1 1 0 0,1 0-1 0 0,-1 0 0 0 0,1 0 1 0 0,-1 0-1 0 0,0 1 0 0 0,0-1 1 0 0,0 0-1 0 0,0 0 0 0 0,0 0 0 0 0,0 1 1 0 0,-1-1-1 0 0,1 0 0 0 0,-1 0 1 0 0,1 0-1 0 0,-1 0 0 0 0,0 0 0 0 0,0 0 1 0 0,-2 4-1 0 0,-1 1 3 0 0,0 0-1 0 0,0-1 1 0 0,-1 1 0 0 0,1-1-1 0 0,-2 0 1 0 0,1 0-1 0 0,-1-1 1 0 0,-6 6 0 0 0,-8 3-4 0 0,-30 17 0 0 0,-12 8 20 0 0,51-34 15 0 0,10-5-36 0 0,0 0 0 0 0,0 1-1 0 0,0-1 1 0 0,0 0 0 0 0,0 1-1 0 0,0-1 1 0 0,0 1-1 0 0,1-1 1 0 0,-1 1 0 0 0,0-1-1 0 0,0 1 1 0 0,0 0-1 0 0,1 0 1 0 0,-1-1 0 0 0,0 2-1 0 0,8 2-8 0 0,17 1 11 0 0,-1-1-9 0 0,0 1 0 0 0,-1 0 0 0 0,0 2 0 0 0,0 1 0 0 0,39 19 0 0 0,-46-20 31 0 0,-1 1 1 0 0,0 1-1 0 0,-1 0 1 0 0,0 1-1 0 0,-1 1 0 0 0,0 0 1 0 0,0 0-1 0 0,-1 1 1 0 0,12 17-1 0 0,-22-27 46 0 0,0-1 0 0 0,0 1 1 0 0,0 0-1 0 0,0 0 0 0 0,0-1 0 0 0,0 1 0 0 0,0 0 0 0 0,-1 0 1 0 0,1 0-1 0 0,-1 0 0 0 0,1 0 0 0 0,-1 0 0 0 0,0 0 0 0 0,0 0 1 0 0,0 0-1 0 0,0 0 0 0 0,0 0 0 0 0,0 0 0 0 0,-1 0 0 0 0,0 4 1 0 0,0-4 9 0 0,-1 1 1 0 0,1-1 0 0 0,-1 1 0 0 0,1-1-1 0 0,-1 0 1 0 0,0 0 0 0 0,0 0 0 0 0,0 0-1 0 0,0 0 1 0 0,-1 0 0 0 0,1 0 0 0 0,0-1-1 0 0,-3 2 1 0 0,-5 2 56 0 0,1-1 0 0 0,-1 0-1 0 0,0 0 1 0 0,0-1 0 0 0,0 0 0 0 0,-20 2 0 0 0,-4-4-480 0 0,0-2 0 0 0,-1-1 0 0 0,1-1 1 0 0,-43-11-1 0 0,69 13-180 0 0,7 1 411 0 0,1 0-1 0 0,0 0 1 0 0,-1 0-1 0 0,1 0 0 0 0,-1 0 1 0 0,1 0-1 0 0,-1-1 0 0 0,1 1 1 0 0,-1 0-1 0 0,1 0 0 0 0,-1 0 1 0 0,1 0-1 0 0,0 0 1 0 0,-1-1-1 0 0,1 1 0 0 0,-1 0 1 0 0,1 0-1 0 0,0-1 0 0 0,-1 1 1 0 0,1 0-1 0 0,0-1 0 0 0,-1 1 1 0 0,1 0-1 0 0,0-1 1 0 0,0 1-1 0 0,-1-1 0 0 0,1 1 1 0 0,0 0-1 0 0,0-1 0 0 0,-1 1 1 0 0,1-1-1 0 0,0 1 0 0 0,0-1 1 0 0,0 1-1 0 0,0-1 1 0 0,0 1-1 0 0,0-1 0 0 0,0 1 1 0 0,0 0-1 0 0,0-1 0 0 0,0 1 1 0 0,0-1-1 0 0,0 1 1 0 0,0-1-1 0 0,0 1 0 0 0,0-1 1 0 0,1 0-1 0 0,13-16-7218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28 127 816 0 0,'0'-3'1392'0'0,"3"-20"1212"0"0,-1-1 0 0 0,-2-25 0 0 0,0 31-1900 0 0,0 17-550 0 0,-2-7 273 0 0,-16 318-271 0 0,11-124-189 0 0,2-34-305 0 0,8-50-3613 0 0,-1-88 983 0 0,-1-2 1201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3 340 156 0 0,'0'-39'2619'0'0,"-2"25"-2147"0"0,2 0-1 0 0,0 0 1 0 0,0 0-1 0 0,2 0 1 0 0,-1 1 0 0 0,2-1-1 0 0,0 0 1 0 0,0 1-1 0 0,11-25 1 0 0,-9 28-398 0 0,1 0 1 0 0,0 0 0 0 0,1 1-1 0 0,0 0 1 0 0,0 0-1 0 0,1 0 1 0 0,0 1 0 0 0,0 1-1 0 0,1-1 1 0 0,0 1 0 0 0,0 1-1 0 0,1-1 1 0 0,0 2 0 0 0,0-1-1 0 0,0 2 1 0 0,19-7-1 0 0,-26 10-67 0 0,0 0 1 0 0,1 1-1 0 0,-1-1 0 0 0,0 1 0 0 0,0 0 0 0 0,1 0 0 0 0,-1 0 0 0 0,0 0 0 0 0,0 1 0 0 0,0-1 0 0 0,1 1 0 0 0,-1 0 0 0 0,0 0 0 0 0,0 0 0 0 0,0 0 0 0 0,0 0 0 0 0,0 1 0 0 0,-1-1 0 0 0,1 1 0 0 0,0 0 0 0 0,-1 0 0 0 0,1 0 0 0 0,-1 0 0 0 0,1 0 0 0 0,-1 1 0 0 0,0-1 0 0 0,0 1 0 0 0,0-1 0 0 0,-1 1 0 0 0,1 0 0 0 0,0 0 0 0 0,-1 0 0 0 0,0 0 0 0 0,0 0 0 0 0,0 0 0 0 0,0 0 0 0 0,0 0 0 0 0,-1 0 0 0 0,1 1 0 0 0,-1-1 0 0 0,0 0 0 0 0,0 0 0 0 0,0 1 0 0 0,0-1 0 0 0,0 0 0 0 0,-2 3 0 0 0,-2 10 15 0 0,-1 0-1 0 0,-1-1 1 0 0,0 0-1 0 0,-1-1 1 0 0,-1 0-1 0 0,0 0 1 0 0,-1 0-1 0 0,-1-1 1 0 0,-11 13-1 0 0,20-25-15 0 0,-1 0-1 0 0,1 0 1 0 0,0 0 0 0 0,0 0-1 0 0,0 1 1 0 0,0-1 0 0 0,1 0-1 0 0,-1 0 1 0 0,0 1 0 0 0,0-1-1 0 0,1 0 1 0 0,-1 3 0 0 0,1-4-3 0 0,0 1 0 0 0,0-1 0 0 0,0 0 0 0 0,0 1 0 0 0,1-1 0 0 0,-1 1 0 0 0,0-1 0 0 0,0 0 0 0 0,1 1 1 0 0,-1-1-1 0 0,0 1 0 0 0,1-1 0 0 0,-1 0 0 0 0,0 1 0 0 0,1-1 0 0 0,-1 0 0 0 0,0 0 0 0 0,1 1 1 0 0,-1-1-1 0 0,1 0 0 0 0,-1 0 0 0 0,0 1 0 0 0,1-1 0 0 0,-1 0 0 0 0,1 0 0 0 0,-1 0 0 0 0,1 0 0 0 0,-1 0 1 0 0,1 0-1 0 0,-1 0 0 0 0,1 0 0 0 0,3 0 0 0 0,21 7 6 0 0,-16-3-6 0 0,0 0 0 0 0,0 0 0 0 0,0 1 1 0 0,0 1-1 0 0,-1-1 0 0 0,1 1 0 0 0,-1 1 1 0 0,-1 0-1 0 0,1 0 0 0 0,-1 0 0 0 0,-1 1 0 0 0,1 0 1 0 0,-1 0-1 0 0,-1 1 0 0 0,5 9 0 0 0,-8-15 73 0 0,-1 1-1 0 0,0 0 1 0 0,0 0-1 0 0,0 1 0 0 0,0-1 1 0 0,-1 0-1 0 0,0 0 1 0 0,0 0-1 0 0,0 0 1 0 0,0 0-1 0 0,-1 0 1 0 0,1 1-1 0 0,-1-1 0 0 0,0 0 1 0 0,0 0-1 0 0,-1-1 1 0 0,1 1-1 0 0,-1 0 1 0 0,-3 4-1 0 0,2-2 10 0 0,0 0 1 0 0,-1 0-1 0 0,0-1 0 0 0,0 0 1 0 0,-1 0-1 0 0,0 0 0 0 0,0 0 1 0 0,0-1-1 0 0,0 0 0 0 0,-9 5 1 0 0,11-7-60 0 0,-1 0 0 0 0,1-1 0 0 0,-1 0 0 0 0,1 0 0 0 0,-1 0 1 0 0,0 0-1 0 0,1-1 0 0 0,-1 1 0 0 0,0-1 0 0 0,0 0 0 0 0,1 0 0 0 0,-6-1 1 0 0,-41-10 76 0 0,38 7-89 0 0,12 4-56 0 0,-1 0-1 0 0,0 0 1 0 0,0-1-1 0 0,0 1 0 0 0,1 0 1 0 0,-1 0-1 0 0,0-1 1 0 0,1 1-1 0 0,-1 0 1 0 0,0-1-1 0 0,0 1 1 0 0,1-1-1 0 0,-1 1 1 0 0,1-1-1 0 0,-1 1 0 0 0,1-1 1 0 0,-1 1-1 0 0,1-1 1 0 0,-1 0-1 0 0,1 1 1 0 0,-1-1-1 0 0,1 0 1 0 0,-1 1-1 0 0,1-1 1 0 0,0 0-1 0 0,-1-1 1 0 0,1 1-156 0 0,1 1 1 0 0,-1-1-1 0 0,0 0 1 0 0,1 0-1 0 0,-1 1 1 0 0,0-1 0 0 0,1 0-1 0 0,-1 1 1 0 0,1-1-1 0 0,-1 1 1 0 0,1-1-1 0 0,-1 1 1 0 0,1-1 0 0 0,-1 1-1 0 0,1-1 1 0 0,0 1-1 0 0,-1-1 1 0 0,1 1-1 0 0,0 0 1 0 0,-1-1 0 0 0,1 1-1 0 0,0 0 1 0 0,-1 0-1 0 0,1-1 1 0 0,0 1-1 0 0,0 0 1 0 0,-1 0 0 0 0,2 0-1 0 0,11-3-2969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1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1588 0 0,'3'0'3100'0'0,"2"0"-2527"0"0,-3 0-234 0 0,0 0 0 0 0,1 0 1 0 0,-1 0-1 0 0,0 0 0 0 0,0 0 0 0 0,0 0 1 0 0,0 1-1 0 0,0-1 0 0 0,1 1 0 0 0,-1 0 1 0 0,0-1-1 0 0,0 1 0 0 0,0 0 0 0 0,2 1 1 0 0,-3 0-265 0 0,-1-1 1 0 0,1 1 0 0 0,0-1-1 0 0,0 1 1 0 0,-1 0 0 0 0,1-1 0 0 0,-1 1-1 0 0,1-1 1 0 0,-1 1 0 0 0,1 0-1 0 0,-1-1 1 0 0,0 1 0 0 0,0 0 0 0 0,0 0-1 0 0,0-1 1 0 0,-1 3 0 0 0,1 1 29 0 0,-6 90 415 0 0,3-59-297 0 0,0 44-1 0 0,4-68-955 0 0,0 0-1 0 0,1 0 0 0 0,0 0 1 0 0,0-1-1 0 0,2 1 1 0 0,-1-1-1 0 0,10 19 1 0 0,-1-7-3702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5:53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1012 0 0,'24'-20'6610'0'0,"-24"20"-6641"0"0,0-1-1 0 0,0 1 1 0 0,-1 0-1 0 0,1 0 1 0 0,0-1-1 0 0,0 1 1 0 0,0 0-1 0 0,0 0 1 0 0,0-1-1 0 0,-1 1 1 0 0,1 0-1 0 0,0 0 1 0 0,0-1-1 0 0,0 1 1 0 0,-1 0-1 0 0,1 0 1 0 0,0 0-1 0 0,0 0 1 0 0,-1-1-1 0 0,1 1 1 0 0,0 0-1 0 0,0 0 1 0 0,-1 0-1 0 0,1 0 1 0 0,0 0-1 0 0,0 0 1 0 0,-1 0-1 0 0,1 0 1 0 0,0 0-1 0 0,-1 0 1 0 0,1 0-1 0 0,0 0 1 0 0,0 0 0 0 0,-1 0-1 0 0,1 0 1 0 0,0 0-1 0 0,0 0 1 0 0,-1 0-1 0 0,1 0 1 0 0,0 0-1 0 0,-1 0 1 0 0,1 1-1 0 0,0-1 1 0 0,0 0-1 0 0,-1 0 1 0 0,1 0-1 0 0,0 0 1 0 0,0 1-1 0 0,-1-1 1 0 0,1 0 32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5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4 216 0 0,'0'0'2536'0'0,"11"-3"-2564"0"0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57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61 288 0 0,'0'0'4426'0'0,"9"-5"-4266"0"0,0 3-147 0 0,-6 2-19 0 0,12 2 16 0 0,-11-2-11 0 0,-2 0 4 0 0,37 8 27 0 0,0-2 0 0 0,0-2 0 0 0,75-2 0 0 0,102-23 17 0 0,-164 15-50 0 0,195-22 40 0 0,355 8 1 0 0,-342 28-80 0 0,226 3-3018 0 0,-438-11 2390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5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 92 0 0,'-12'-3'1848'0'0,"2"-2"-1332"0"0,-1 1-1460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58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0 720 0 0,'0'0'2456'0'0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8:5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0 984 0 0,'0'0'3943'0'0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57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1 372 0 0,'0'0'1272'0'0,"-6"7"-1296"0"0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59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34 108 0 0,'0'0'502'0'0,"-3"-10"520"0"0,2 8-997 0 0,2-15 343 0 0,6 12-1382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4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311 195 1376 0 0,'15'-24'9957'0'0,"-17"23"-9723"0"0,0-1 0 0 0,0 1-1 0 0,0-1 1 0 0,0 1 0 0 0,0 0 0 0 0,-1-1-1 0 0,1 1 1 0 0,0 1 0 0 0,-1-1 0 0 0,1 0-1 0 0,-1 0 1 0 0,1 1 0 0 0,-1 0 0 0 0,1-1 0 0 0,-5 1-1 0 0,5 0-281 0 0,-1 0 319 0 0,0-1-65 0 0,-1 0-1 0 0,0 0 0 0 0,0 1 1 0 0,1-1-1 0 0,-1 1 1 0 0,-5 0-1 0 0,6 0 235 0 0,-16 0 42 0 0,3 2-237 0 0,13-2-135 0 0,-16 4 163 0 0,16-4-249 0 0,-1 1-1 0 0,1 0 1 0 0,0 0 0 0 0,0 0 0 0 0,0 0 0 0 0,0 0 0 0 0,0 1 0 0 0,0-1 0 0 0,0 1-1 0 0,0 0 1 0 0,1 0 0 0 0,-1 0 0 0 0,1 0 0 0 0,-3 3 0 0 0,1 0 33 0 0,0 0 0 0 0,1 0 1 0 0,-1 0-1 0 0,1 1 0 0 0,0-1 0 0 0,-4 12 0 0 0,1 4 85 0 0,1 0-1 0 0,0 1 1 0 0,-1 27-1 0 0,3-26-82 0 0,1 0-1 0 0,2 1 0 0 0,0-1 0 0 0,1 0 0 0 0,2 0 0 0 0,0 0 0 0 0,10 33 0 0 0,-9-43-36 0 0,1 0-1 0 0,0 0 1 0 0,1 0-1 0 0,0-1 1 0 0,1 0 0 0 0,1 0-1 0 0,0-1 1 0 0,0 0-1 0 0,1 0 1 0 0,1-1-1 0 0,0 0 1 0 0,0-1 0 0 0,20 14-1 0 0,-24-19 2 0 0,-1-1 1 0 0,1 0-1 0 0,0 0 0 0 0,0 0 0 0 0,0-1 0 0 0,0 0 1 0 0,1 0-1 0 0,-1-1 0 0 0,0 0 0 0 0,1 0 1 0 0,8 0-1 0 0,-4-1 12 0 0,-1-1 0 0 0,0 0-1 0 0,1 0 1 0 0,-1-1 0 0 0,0-1 0 0 0,15-5 0 0 0,-3-1 61 0 0,-1-1 1 0 0,0-1-1 0 0,-1-1 1 0 0,-1-1-1 0 0,30-24 1 0 0,-37 26-29 0 0,-1-1 0 0 0,0 0 0 0 0,0 0 0 0 0,-1-1 0 0 0,-1 0 0 0 0,0-1 0 0 0,-1 0 0 0 0,-1 0 0 0 0,0-1 0 0 0,-1 0 1 0 0,0 0-1 0 0,-1-1 0 0 0,-1 1 0 0 0,-1-1 0 0 0,3-29 0 0 0,-4 27-53 0 0,-2-1 0 0 0,0 1 0 0 0,-1 0 0 0 0,0-1 0 0 0,-2 1 0 0 0,0 0 0 0 0,-1 0 0 0 0,-1 0 0 0 0,-1 0 1 0 0,0 1-1 0 0,-1 0 0 0 0,-1 0 0 0 0,-17-25 0 0 0,18 32-12 0 0,-1 0 0 0 0,-1 0 0 0 0,1 1 0 0 0,-2 0 1 0 0,1 1-1 0 0,-1 0 0 0 0,0 0 0 0 0,-1 1 0 0 0,0 0 1 0 0,0 1-1 0 0,0 1 0 0 0,-1 0 0 0 0,0 0 0 0 0,0 1 0 0 0,0 0 1 0 0,-1 1-1 0 0,1 1 0 0 0,-1 0 0 0 0,1 0 0 0 0,-15 1 1 0 0,14 1-28 0 0,0 1 0 0 0,0 0 1 0 0,0 0-1 0 0,0 2 1 0 0,0-1-1 0 0,0 2 1 0 0,0 0-1 0 0,1 0 0 0 0,0 1 1 0 0,0 1-1 0 0,0 0 1 0 0,0 0-1 0 0,1 1 0 0 0,0 1 1 0 0,1 0-1 0 0,-1 0 1 0 0,2 1-1 0 0,-1 0 1 0 0,-9 13-1 0 0,-5 9-976 0 0,-35 62 0 0 0,50-77-134 0 0,2 1 0 0 0,-7 18 0 0 0,10-22-873 0 0,1 0 0 0 0,0 1 0 0 0,-1 19-1 0 0,3-9-4529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3:13:3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1168 20108,'20280'-1168'0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27 212 0 0,'0'0'3155'0'0,"-29"-16"5220"0"0,28 15-8231 0 0,0 0 1 0 0,0 0 0 0 0,-1 0-1 0 0,1 0 1 0 0,0 0 0 0 0,0 1 0 0 0,-1-1-1 0 0,1 0 1 0 0,0 1 0 0 0,-1-1-1 0 0,1 1 1 0 0,0 0 0 0 0,-1-1-1 0 0,1 1 1 0 0,-1 0 0 0 0,1 0-1 0 0,-1 0 1 0 0,1 0 0 0 0,0 0-1 0 0,-1 0 1 0 0,1 0 0 0 0,-1 1-1 0 0,1-1 1 0 0,0 0 0 0 0,-1 1-1 0 0,1-1 1 0 0,0 1 0 0 0,-1 0-1 0 0,1-1 1 0 0,0 1 0 0 0,0 0 0 0 0,-1 0-1 0 0,1 0 1 0 0,0 0 0 0 0,0 0-1 0 0,0 0 1 0 0,-1 2 0 0 0,-6 7-106 0 0,1 1 0 0 0,0 0 0 0 0,1 0 0 0 0,0 0 1 0 0,1 1-1 0 0,-7 23 0 0 0,2-9 14 0 0,-45 132-11 0 0,48-132-46 0 0,1 0 0 0 0,1 0 0 0 0,2 0-1 0 0,-1 35 1 0 0,4-50 16 0 0,0-1-1 0 0,1 1 1 0 0,1-1-1 0 0,0 0 1 0 0,0 0 0 0 0,1 1-1 0 0,0-1 1 0 0,0-1-1 0 0,2 1 1 0 0,5 11-1 0 0,-8-17-4 0 0,1-1 0 0 0,-1 1 0 0 0,1 0-1 0 0,0-1 1 0 0,0 1 0 0 0,0-1 0 0 0,1 0-1 0 0,-1 0 1 0 0,1-1 0 0 0,0 1 0 0 0,-1-1-1 0 0,1 1 1 0 0,0-1 0 0 0,1 0 0 0 0,-1-1-1 0 0,0 1 1 0 0,0-1 0 0 0,1 0 0 0 0,-1 0-1 0 0,1 0 1 0 0,-1 0 0 0 0,1-1 0 0 0,-1 0-1 0 0,1 0 1 0 0,7-1 0 0 0,-1-1 119 0 0,-1 0-1 0 0,1 0 1 0 0,-1-2 0 0 0,0 1-1 0 0,0-1 1 0 0,0-1 0 0 0,0 1-1 0 0,-1-2 1 0 0,1 1 0 0 0,-1-2-1 0 0,-1 1 1 0 0,1-1 0 0 0,-1 0-1 0 0,0-1 1 0 0,-1 0 0 0 0,0 0-1 0 0,0 0 1 0 0,6-11 0 0 0,-2 1 124 0 0,0-1 0 0 0,-2-1 0 0 0,0 1 0 0 0,0-2 0 0 0,-2 1 0 0 0,-1-1 0 0 0,-1 0 0 0 0,3-23 0 0 0,-6 34-222 0 0,-1 0-1 0 0,-1 0 1 0 0,0 0 0 0 0,0 0 0 0 0,-1 0 0 0 0,0-1-1 0 0,-1 1 1 0 0,0 1 0 0 0,0-1 0 0 0,-1 0 0 0 0,-1 0-1 0 0,0 1 1 0 0,-5-11 0 0 0,5 13-25 0 0,-1 0 1 0 0,0 0-1 0 0,0 1 0 0 0,0-1 0 0 0,-1 1 1 0 0,0 1-1 0 0,0-1 0 0 0,0 1 1 0 0,-1 0-1 0 0,0 0 0 0 0,0 1 1 0 0,0 0-1 0 0,0 0 0 0 0,-1 1 0 0 0,0-1 1 0 0,-12-2-1 0 0,-68-16-3795 0 0,86 22 3528 0 0,-1 0 0 0 0,0 0 0 0 0,0 0 0 0 0,0 0 1 0 0,1 0-1 0 0,-1 1 0 0 0,0-1 0 0 0,1 1 0 0 0,-1 0 0 0 0,0 0 0 0 0,1 0 1 0 0,-1 0-1 0 0,1 0 0 0 0,-1 0 0 0 0,-2 3 0 0 0,-32 26-5587 0 0,31-24 3538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3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1 980 0 0,'0'0'4706'0'0,"-3"2"-3913"0"0,0 0 0 0 0,0-1 0 0 0,0 2 1 0 0,0-1-1 0 0,-5 5 0 0 0,37 16 901 0 0,-28-22-1589 0 0,3 2 75 0 0,0-1 0 0 0,0 1 0 0 0,0-1 0 0 0,0 0-1 0 0,6 2 1 0 0,-9-3-120 0 0,147 52 1472 0 0,-20 3-1179 0 0,-104-45-322 0 0,0-1 1 0 0,45 11-1 0 0,-30-9-26 0 0,-17-6-10 0 0,-8-2 6 0 0,0 1 0 0 0,17 8 0 0 0,-21-9 3 0 0,0 0-1 0 0,0-1 1 0 0,1 0-1 0 0,14 2 0 0 0,-17-4-3 0 0,22 5-1 0 0,0-2 0 0 0,56 2-1 0 0,-15-2 11 0 0,239 14-20 0 0,-38-3-1 0 0,101 6-15 0 0,-364-20 27 0 0,439 23 10 0 0,-384-24 4 0 0,166-4 4 0 0,-179 1-2 0 0,-49 3-7 0 0,1 0-4 0 0,24-2 41 0 0,-24 2-51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4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79 792 0 0,'-10'-11'6497'0'0,"9"10"-6229"0"0,0 0 0 0 0,0 0 1 0 0,0 0-1 0 0,0 0 0 0 0,0 0 1 0 0,0-1-1 0 0,0 1 0 0 0,0 0 0 0 0,0-1 1 0 0,0 1-1 0 0,1 0 0 0 0,-2-3 1 0 0,2 3-228 0 0,0-1 1 0 0,0 1-1 0 0,0 0 0 0 0,1 0 1 0 0,-1-1-1 0 0,0 1 1 0 0,1 0-1 0 0,-1-1 1 0 0,1 1-1 0 0,-1 0 1 0 0,1 0-1 0 0,-1 0 1 0 0,1 0-1 0 0,0 0 1 0 0,0 0-1 0 0,-1 0 1 0 0,1 0-1 0 0,0 0 1 0 0,0 0-1 0 0,0 0 1 0 0,0 0-1 0 0,0 0 1 0 0,0 1-1 0 0,0-1 0 0 0,1 0 1 0 0,0 0-1 0 0,3-2-34 0 0,-1 1-1 0 0,1-1 0 0 0,0 1 0 0 0,0 0 0 0 0,0 0 0 0 0,0 1 0 0 0,0-1 0 0 0,0 1 1 0 0,0 0-1 0 0,1 1 0 0 0,-1-1 0 0 0,0 1 0 0 0,0 0 0 0 0,1 0 0 0 0,-1 1 1 0 0,0-1-1 0 0,0 1 0 0 0,1 0 0 0 0,-1 1 0 0 0,0-1 0 0 0,0 1 0 0 0,0 0 0 0 0,-1 1 1 0 0,6 2-1 0 0,-5-2 5 0 0,1 0 0 0 0,-1 0 1 0 0,1 1-1 0 0,-1 0 0 0 0,0 0 1 0 0,-1 0-1 0 0,1 0 0 0 0,-1 1 0 0 0,0 0 1 0 0,0 0-1 0 0,0 0 0 0 0,-1 0 1 0 0,1 1-1 0 0,-1-1 0 0 0,-1 1 1 0 0,1 0-1 0 0,-1 0 0 0 0,0 0 0 0 0,0 0 1 0 0,-1 0-1 0 0,0 0 0 0 0,0 0 1 0 0,0 1-1 0 0,-1-1 0 0 0,0 0 0 0 0,0 1 1 0 0,-1-1-1 0 0,1 0 0 0 0,-1 1 1 0 0,-1-1-1 0 0,1 0 0 0 0,-1 0 1 0 0,0 0-1 0 0,-5 9 0 0 0,-1 0 280 0 0,0 0 0 0 0,0-1 0 0 0,-2-1 0 0 0,0 1-1 0 0,0-2 1 0 0,-2 1 0 0 0,1-1 0 0 0,-25 18 0 0 0,35-28-115 0 0,-2-2-26 0 0,-6 4-13 0 0,7-3 255 0 0,-1-2-329 0 0,3 2-60 0 0,0-1 0 0 0,0 0 0 0 0,-1 0 0 0 0,1 0 0 0 0,0 0 0 0 0,-1 0 0 0 0,1 0 0 0 0,0 0 0 0 0,0 0 0 0 0,-1 0 0 0 0,1 0 0 0 0,0 0 0 0 0,-1 0 0 0 0,1 0 0 0 0,0 0 0 0 0,0 0 0 0 0,-1 0 0 0 0,1 0-1 0 0,0-1 1 0 0,-1 1 0 0 0,1 0 0 0 0,0 0 0 0 0,0 0 0 0 0,-1 0 0 0 0,1-1 0 0 0,0 1 0 0 0,0 0 0 0 0,0 0 0 0 0,-1 0 0 0 0,1-1 0 0 0,0 1 0 0 0,0 0 0 0 0,0 0 0 0 0,0-1 0 0 0,-1 1 0 0 0,1 0 0 0 0,0 0-1 0 0,0-1 1 0 0,0 1 0 0 0,0 0 0 0 0,0-1 0 0 0,0 1 0 0 0,0 0 0 0 0,0 0 0 0 0,0-1 0 0 0,0 1 0 0 0,0 0 0 0 0,0-1 0 0 0,0 1 0 0 0,0 0 0 0 0,0-1 0 0 0,17-13 31 0 0,-11 10-39 0 0,1 0 1 0 0,0 1-1 0 0,0 0 0 0 0,0 0 1 0 0,9-2-1 0 0,2 2 9 0 0,0 2 0 0 0,0 0 0 0 0,-1 0 0 0 0,1 2 0 0 0,0 0 0 0 0,23 5 0 0 0,-31-4 8 0 0,-1 1 0 0 0,1 0 1 0 0,-1 0-1 0 0,0 1 0 0 0,0 1 0 0 0,-1-1 1 0 0,1 1-1 0 0,-1 0 0 0 0,0 1 0 0 0,-1 0 0 0 0,1 1 1 0 0,-1-1-1 0 0,7 10 0 0 0,-10-11 38 0 0,0-1-1 0 0,-1 1 1 0 0,0 0-1 0 0,0 0 1 0 0,-1 0-1 0 0,1 0 1 0 0,-1 1-1 0 0,0-1 0 0 0,-1 1 1 0 0,1-1-1 0 0,-1 1 1 0 0,0 0-1 0 0,0-1 1 0 0,-1 12-1 0 0,0-9 69 0 0,-1 1 0 0 0,-1 0 0 0 0,1-1 0 0 0,-1 1 0 0 0,-1 0 0 0 0,0-1 0 0 0,0 0 0 0 0,0 0 0 0 0,-6 10 0 0 0,3-9 46 0 0,0 1-1 0 0,0-1 1 0 0,-1 0 0 0 0,0 0-1 0 0,0-1 1 0 0,-1 0 0 0 0,0 0-1 0 0,-1-1 1 0 0,1 0-1 0 0,-2-1 1 0 0,1 0 0 0 0,-1 0-1 0 0,1-1 1 0 0,-1 0-1 0 0,-21 6 1 0 0,24-9-114 0 0,-1-1 0 0 0,1 0 0 0 0,-1 0 0 0 0,1-1 1 0 0,-1 0-1 0 0,0-1 0 0 0,1 1 0 0 0,-1-1 0 0 0,1-1 0 0 0,-1 0 0 0 0,1 0 1 0 0,0 0-1 0 0,-1-1 0 0 0,-9-5 0 0 0,-3-3-12 0 0,1-2 0 0 0,0 0 0 0 0,-23-21 0 0 0,34 27-31 0 0,6 6-33 0 0,1-1 1 0 0,-1 0-1 0 0,1 1 1 0 0,-1-1-1 0 0,1 0 1 0 0,0 0 0 0 0,-1 0-1 0 0,1 0 1 0 0,0 0-1 0 0,1 0 1 0 0,-1 0-1 0 0,-1-5 1 0 0,2 5-140 0 0,3-16-2907 0 0,-1 16 2330 0 0,1 1 1 0 0,-1-1-1 0 0,1 1 1 0 0,0 0-1 0 0,0-1 0 0 0,0 1 1 0 0,-1 0-1 0 0,6 0 0 0 0,7-1-4801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1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55 224 0 0,'-8'-33'6630'0'0,"7"28"-6275"0"0,-2-11 1615 0 0,3 16-1950 0 0,0 0 0 0 0,0 0 0 0 0,0 0 0 0 0,0 0 0 0 0,0 1 0 0 0,-1-1 0 0 0,1 0 0 0 0,0 0 0 0 0,0 0 0 0 0,0 0 0 0 0,0 1 0 0 0,0-1 1 0 0,0 0-1 0 0,0 0 0 0 0,0 0 0 0 0,0 0 0 0 0,-1 0 0 0 0,1 0 0 0 0,0 1 0 0 0,0-1 0 0 0,0 0 0 0 0,0 0 0 0 0,0 0 0 0 0,-1 0 0 0 0,1 0 0 0 0,0 0 0 0 0,0 0 0 0 0,0 0 0 0 0,0 0 0 0 0,0 0 0 0 0,-1 0 0 0 0,1 0 1 0 0,0 0-1 0 0,0 0 0 0 0,0 0 0 0 0,0 0 0 0 0,-1 0 0 0 0,1 0 0 0 0,0 0 0 0 0,0 0 0 0 0,0 0 0 0 0,0 0 0 0 0,-1 0 0 0 0,1 0 0 0 0,0 0 0 0 0,0 0 0 0 0,0 0 0 0 0,0 0 0 0 0,0 0 0 0 0,-1-1 0 0 0,1 1 0 0 0,0 0 0 0 0,0 0 1 0 0,0 0-1 0 0,0 0 0 0 0,0 0 0 0 0,0 0 0 0 0,0-1 0 0 0,-1 1 0 0 0,1 0 0 0 0,0 0 0 0 0,0 0 0 0 0,0 0 0 0 0,0-1 0 0 0,0 1 0 0 0,0 0 0 0 0,0 0 0 0 0,0 0 0 0 0,0-1 0 0 0,-1 5-7 0 0,0-1 0 0 0,0 1 1 0 0,1-1-1 0 0,-1 1 0 0 0,1-1 0 0 0,0 1 0 0 0,0 0 0 0 0,0-1 0 0 0,1 5 0 0 0,-1 2 25 0 0,-13 282 785 0 0,-1 0-1511 0 0,14-275-1089 0 0,2 0 1 0 0,5 29 0 0 0,-4-30-1377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1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176 173 8 0 0,'-74'51'6756'0'0,"-26"20"-230"0"0,99-70-5929 0 0,2 1-174 0 0,-1-1-411 0 0,0-1 0 0 0,0 0 1 0 0,0 0-1 0 0,0 1 0 0 0,0-1 0 0 0,0 0 0 0 0,0 1 0 0 0,1-1 0 0 0,-1 0 1 0 0,0 0-1 0 0,0 1 0 0 0,0-1 0 0 0,0 0 0 0 0,0 0 0 0 0,1 0 1 0 0,-1 1-1 0 0,0-1 0 0 0,0 0 0 0 0,0 0 0 0 0,1 0 0 0 0,-1 0 0 0 0,0 1 1 0 0,0-1-1 0 0,1 0 0 0 0,-1 0 0 0 0,0 0 0 0 0,0 0 0 0 0,1 0 1 0 0,-1 0-1 0 0,0 0 0 0 0,0 0 0 0 0,1 0 0 0 0,-1 0 0 0 0,0 0 1 0 0,1 0-1 0 0,-1 0 0 0 0,0 0 0 0 0,56-12 493 0 0,0-2 0 0 0,58-25 0 0 0,-36 12-385 0 0,163-47 14 0 0,305-54 0 0 0,-496 119-199 0 0,-47 9 4 0 0,0 0-100 0 0,-2 1 23 0 0,1-1 0 0 0,-1 0 0 0 0,0 0 0 0 0,0 1 0 0 0,1-1 0 0 0,-1 1 0 0 0,0-1 0 0 0,0 1 0 0 0,0 0 0 0 0,0-1 0 0 0,0 1 0 0 0,0 0-1 0 0,2 1 1 0 0,-1 1-1154 0 0,-2-2 861 0 0,1 0 1 0 0,-1 0-1 0 0,0 0 0 0 0,1 0 0 0 0,-1 0 1 0 0,0 0-1 0 0,0 1 0 0 0,0-1 0 0 0,0 0 1 0 0,0 0-1 0 0,0 0 0 0 0,0 0 0 0 0,0 1 1 0 0,0 0-1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58 2244 0 0,'-96'34'12705'0'0,"94"-33"-12081"0"0,-10 2 1775 0 0,20-10-2346 0 0,1 1-1 0 0,0-1 1 0 0,0 2-1 0 0,0-1 0 0 0,0 1 1 0 0,16-5-1 0 0,64-21 23 0 0,-76 27-68 0 0,2 0 0 0 0,-1 1 0 0 0,0 0 0 0 0,1 1 0 0 0,-1 0 0 0 0,1 2 0 0 0,17 0 0 0 0,-28 1-2 0 0,0-1-1 0 0,0 1 1 0 0,-1 0-1 0 0,1 0 1 0 0,0 0-1 0 0,-1 0 1 0 0,1 0 0 0 0,-1 1-1 0 0,1 0 1 0 0,-1 0-1 0 0,0 0 1 0 0,0 0-1 0 0,1 0 1 0 0,-2 1 0 0 0,1-1-1 0 0,0 1 1 0 0,0 0-1 0 0,-1 0 1 0 0,0 0 0 0 0,1 0-1 0 0,-1 0 1 0 0,0 0-1 0 0,-1 1 1 0 0,1-1-1 0 0,0 1 1 0 0,-1-1 0 0 0,0 1-1 0 0,0 0 1 0 0,0-1-1 0 0,0 1 1 0 0,0 7-1 0 0,-1-3 0 0 0,1 0-1 0 0,-1 0 1 0 0,-1 0-1 0 0,0 0 0 0 0,0 0 1 0 0,0-1-1 0 0,-1 1 1 0 0,0 0-1 0 0,-4 10 0 0 0,-4 4 40 0 0,-22 36 0 0 0,3-7 259 0 0,28-50-246 0 0,-4 3 5 0 0,19-6 52 0 0,2 1-117 0 0,-12 0 5 0 0,1 1-1 0 0,-1-1 1 0 0,0 1 0 0 0,0 0 0 0 0,1 1-1 0 0,-1-1 1 0 0,0 1 0 0 0,0 0 0 0 0,0 0-1 0 0,0 0 1 0 0,0 0 0 0 0,0 1 0 0 0,0 0-1 0 0,0 0 1 0 0,0 0 0 0 0,3 3 0 0 0,4 1 6 0 0,-2 0 52 0 0,0 0 0 0 0,-1 1-1 0 0,1-1 1 0 0,-1 2 0 0 0,-1-1-1 0 0,1 1 1 0 0,-1 0 0 0 0,-1 1-1 0 0,1 0 1 0 0,-1 0 0 0 0,-1 0-1 0 0,5 12 1 0 0,-7-17 108 0 0,-1 1-1 0 0,0 0 1 0 0,-1 0 0 0 0,0 0 0 0 0,1 1-1 0 0,-2-1 1 0 0,1 0 0 0 0,0 0 0 0 0,-1 0 0 0 0,0 1-1 0 0,0-1 1 0 0,-1 0 0 0 0,0 0 0 0 0,1 1-1 0 0,-2-1 1 0 0,1 0 0 0 0,-1 0 0 0 0,1 0-1 0 0,-1 0 1 0 0,-1-1 0 0 0,1 1 0 0 0,-1 0-1 0 0,0-1 1 0 0,0 0 0 0 0,0 1 0 0 0,-6 5 0 0 0,-1-1-10 0 0,0-1 0 0 0,-1 0 0 0 0,0 0 0 0 0,0-1 0 0 0,-1 0 0 0 0,1-1 0 0 0,-2-1 0 0 0,1 0 0 0 0,0 0 0 0 0,-15 2 0 0 0,-17 3-347 0 0,-72 5 0 0 0,81-11-249 0 0,27-3-462 0 0,0-1-1 0 0,0 0 0 0 0,-14-2 1 0 0,-1-6-3455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3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1 230 616 0 0,'0'-48'6603'0'0,"7"0"-3831"0"0,-6 39-2623 0 0,1 3-68 0 0,-1 1-1 0 0,1-1 1 0 0,1 1-1 0 0,-1-1 1 0 0,1 1-1 0 0,0 0 1 0 0,0 0-1 0 0,0 0 1 0 0,1 0 0 0 0,-1 1-1 0 0,1-1 1 0 0,1 1-1 0 0,5-5 1 0 0,-3 3-54 0 0,0 0 0 0 0,1 1 0 0 0,-1 0 1 0 0,1 0-1 0 0,1 1 0 0 0,-1 0 0 0 0,14-4 1 0 0,-14 6-22 0 0,0 0 0 0 0,0 1 0 0 0,0 0 1 0 0,0 1-1 0 0,0 0 0 0 0,0 0 0 0 0,0 0 0 0 0,1 1 1 0 0,-1 1-1 0 0,0-1 0 0 0,-1 1 0 0 0,1 1 0 0 0,0-1 1 0 0,9 6-1 0 0,-12-6 8 0 0,1 1 0 0 0,-1 0 1 0 0,0 0-1 0 0,0 0 0 0 0,-1 1 0 0 0,1 0 0 0 0,-1 0 1 0 0,0 0-1 0 0,0 0 0 0 0,0 1 0 0 0,0-1 1 0 0,-1 1-1 0 0,0 0 0 0 0,0 0 0 0 0,0 1 1 0 0,-1-1-1 0 0,1 0 0 0 0,-1 1 0 0 0,0-1 1 0 0,1 9-1 0 0,-2 3-16 0 0,0 0 0 0 0,0 0 0 0 0,-2 0 1 0 0,0 0-1 0 0,-1 0 0 0 0,-1-1 0 0 0,-1 1 1 0 0,0-1-1 0 0,-1 1 0 0 0,0-1 0 0 0,-2 0 1 0 0,0-1-1 0 0,-15 25 0 0 0,-3-1 944 0 0,-1-2 0 0 0,-1-1 0 0 0,-63 62 0 0 0,61-65-23 0 0,28-32-793 0 0,3 1-37 0 0,-2-2-86 0 0,0 1-1 0 0,0-1 0 0 0,0 0 1 0 0,0 0-1 0 0,0 0 1 0 0,1 0-1 0 0,-1 1 0 0 0,0-1 1 0 0,0 0-1 0 0,0 0 0 0 0,0 0 1 0 0,0 0-1 0 0,0 1 0 0 0,0-1 1 0 0,1 0-1 0 0,-1 0 1 0 0,0 0-1 0 0,0 0 0 0 0,0 0 1 0 0,0 0-1 0 0,1 0 0 0 0,-1 0 1 0 0,0 0-1 0 0,0 1 1 0 0,0-1-1 0 0,1 0 0 0 0,-1 0 1 0 0,0 0-1 0 0,0 0 0 0 0,0 0 1 0 0,0 0-1 0 0,1 0 0 0 0,-1 0 1 0 0,0 0-1 0 0,0 0 1 0 0,0 0-1 0 0,1 0 0 0 0,-1-1 1 0 0,0 1-1 0 0,0 0 0 0 0,0 0 1 0 0,0 0-1 0 0,1 0 1 0 0,177-44 190 0 0,-30 5-170 0 0,145-8-961 0 0,-290 47 710 0 0,0-1 1 0 0,0 1-1 0 0,-1 0 0 0 0,1 0 0 0 0,0 0 1 0 0,0 1-1 0 0,0-1 0 0 0,0 1 0 0 0,0-1 0 0 0,-1 1 1 0 0,1 0-1 0 0,0 0 0 0 0,-1 0 0 0 0,1 0 1 0 0,4 4-1 0 0,-6-5 21 0 0,-1 1 0 0 0,1-1 0 0 0,-1 1 0 0 0,0 0 0 0 0,1-1 0 0 0,-1 1 0 0 0,0 0 0 0 0,1-1 0 0 0,-1 1 0 0 0,0 0 0 0 0,0 0 1 0 0,1-1-1 0 0,-1 1 0 0 0,0 0 0 0 0,0 0 0 0 0,0-1 0 0 0,0 1 0 0 0,0 0 0 0 0,0 0 0 0 0,0-1 0 0 0,-1 1 0 0 0,1 0 0 0 0,0-1 0 0 0,0 1 0 0 0,0 0 0 0 0,-1 0 0 0 0,1-1 0 0 0,0 1 1 0 0,-1 0-1 0 0,1-1 0 0 0,-1 1 0 0 0,1-1 0 0 0,-1 2 0 0 0,-9 9-2847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4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95 1432 0 0,'-84'41'12864'0'0,"84"-41"-12816"0"0,0 0 0 0 0,0 1 0 0 0,0-1 0 0 0,-1 0 0 0 0,1 0 0 0 0,0 1 0 0 0,0-1 0 0 0,0 0 0 0 0,0 0 0 0 0,0 1 0 0 0,0-1 0 0 0,0 0 0 0 0,1 1 0 0 0,-1-1 0 0 0,0 0 0 0 0,0 0 0 0 0,0 1 0 0 0,0-1 0 0 0,0 0 0 0 0,0 0 0 0 0,0 0 0 0 0,1 1 0 0 0,-1-1 0 0 0,0 0 0 0 0,0 0 0 0 0,0 1 0 0 0,0-1 0 0 0,1 0 0 0 0,-1 0 0 0 0,0 0 0 0 0,0 0 0 0 0,1 1 0 0 0,-1-1 0 0 0,0 0 0 0 0,0 0 0 0 0,1 0 0 0 0,-1 0 0 0 0,0 0 0 0 0,0 0 0 0 0,1 0 0 0 0,-1 0 0 0 0,1 0 0 0 0,51-3 826 0 0,0-4 1 0 0,97-23-1 0 0,-85 15-722 0 0,249-38 74 0 0,-140 27-189 0 0,-100 16-317 0 0,-70 10 8 0 0,0 0-81 0 0,-1 1 72 0 0,0-1 1 0 0,0 0-1 0 0,0 1 0 0 0,0 0 1 0 0,0-1-1 0 0,0 1 0 0 0,0 0 0 0 0,0 0 1 0 0,2 2-1 0 0,-5 7-2936 0 0,-4 7-2985 0 0,-2-7 2339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1920 0 0,'-63'28'10520'0'0,"61"-27"-9861"0"0,-14 4 2169 0 0,15-5-2784 0 0,1 0 1 0 0,0 0-1 0 0,0 0 1 0 0,0 0 0 0 0,0 0-1 0 0,-1 0 1 0 0,1 0-1 0 0,0 1 1 0 0,0-1-1 0 0,0 0 1 0 0,0 0-1 0 0,0 0 1 0 0,-1 0-1 0 0,1 1 1 0 0,0-1 0 0 0,0 0-1 0 0,0 0 1 0 0,0 0-1 0 0,0 0 1 0 0,0 1-1 0 0,0-1 1 0 0,0 0-1 0 0,0 0 1 0 0,0 0 0 0 0,0 0-1 0 0,0 1 1 0 0,0-1-1 0 0,0 0 1 0 0,0 0-1 0 0,0 0 1 0 0,0 1-1 0 0,0-1 1 0 0,0 0-1 0 0,0 0 1 0 0,0 0 0 0 0,0 1-1 0 0,0-1 1 0 0,0 0-1 0 0,0 0 1 0 0,0 0-1 0 0,1 0 1 0 0,-1 1-1 0 0,0-1 1 0 0,0 0-1 0 0,0 0 1 0 0,0 0 0 0 0,0 0-1 0 0,0 0 1 0 0,1 0-1 0 0,-1 1 1 0 0,0-1-1 0 0,0 0 1 0 0,0 0-1 0 0,0 0 1 0 0,1 0 0 0 0,-1 0-1 0 0,0 0 1 0 0,0 0-1 0 0,1 0 1 0 0,0 1 191 0 0,3-1-24 0 0,0-1-150 0 0,5 0 112 0 0,-1 1 1 0 0,1 0-1 0 0,15 1 1 0 0,-17 0-134 0 0,0 1 1 0 0,0-1-1 0 0,-1 1 0 0 0,1 1 1 0 0,-1-1-1 0 0,0 1 1 0 0,1 0-1 0 0,8 7 1 0 0,-13-8-15 0 0,1 0 0 0 0,-1 1 0 0 0,1-1 0 0 0,-1 1 0 0 0,0 0 0 0 0,0-1 0 0 0,0 1 0 0 0,-1 0 0 0 0,1 0 1 0 0,-1 0-1 0 0,1 0 0 0 0,-1 0 0 0 0,0 1 0 0 0,0-1 0 0 0,0 0 0 0 0,-1 1 0 0 0,1-1 0 0 0,-1 0 0 0 0,0 7 1 0 0,-1 11 116 0 0,-1-1 1 0 0,-1 1 0 0 0,-6 23 0 0 0,2-12 98 0 0,-8 14 1696 0 0,14-44-1641 0 0,1-1-177 0 0,-1-1 0 0 0,1 1 1 0 0,-1 0-1 0 0,1 0 0 0 0,0 0 0 0 0,0 0 0 0 0,-1 0 0 0 0,1 0 0 0 0,0 0 0 0 0,0 0 1 0 0,0 0-1 0 0,0 0 0 0 0,0 0 0 0 0,0 0 0 0 0,0 0 0 0 0,0 0 0 0 0,1 1 0 0 0,12-3-129 0 0,-10 1 46 0 0,0-1-60 0 0,3 1 38 0 0,0-1 0 0 0,1 1 0 0 0,-1 0 1 0 0,0 1-1 0 0,0 0 0 0 0,1 0 0 0 0,-1 0 0 0 0,0 0 0 0 0,0 1 1 0 0,0 0-1 0 0,0 1 0 0 0,-1-1 0 0 0,1 1 0 0 0,-1 0 1 0 0,1 0-1 0 0,-1 1 0 0 0,0 0 0 0 0,0 0 0 0 0,0 0 1 0 0,-1 0-1 0 0,0 1 0 0 0,0 0 0 0 0,0 0 0 0 0,0 0 1 0 0,-1 0-1 0 0,5 9 0 0 0,-7-11 49 0 0,0 0-1 0 0,0 0 0 0 0,0 0 1 0 0,0 0-1 0 0,-1 0 1 0 0,1 0-1 0 0,-1 0 1 0 0,0 0-1 0 0,0 0 1 0 0,0 0-1 0 0,0 0 1 0 0,-1 0-1 0 0,1 0 1 0 0,-1 0-1 0 0,0 0 0 0 0,0 0 1 0 0,0 0-1 0 0,0 0 1 0 0,0 0-1 0 0,-1 0 1 0 0,1-1-1 0 0,-1 1 1 0 0,0-1-1 0 0,0 1 1 0 0,0-1-1 0 0,0 0 1 0 0,0 0-1 0 0,0 1 0 0 0,-1-1 1 0 0,1-1-1 0 0,-1 1 1 0 0,1 0-1 0 0,-1-1 1 0 0,0 1-1 0 0,1-1 1 0 0,-1 0-1 0 0,0 0 1 0 0,0 0-1 0 0,0 0 1 0 0,0 0-1 0 0,0-1 0 0 0,0 0 1 0 0,-4 1-1 0 0,-10-1 21 0 0,-1 0 1 0 0,1-1-1 0 0,0-1 0 0 0,-1 0 0 0 0,-17-6 0 0 0,-1-2-1558 0 0,-46-18-1 0 0,54 14-3353 0 0,13 1-1513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57 644 0 0,'9'-22'6217'0'0,"7"-12"4238"0"0,-17 208-4075 0 0,-8 88-3186 0 0,2-32-1683 0 0,7-228-1097 0 0,0-1-356 0 0,0-1-1 0 0,-1 1 1 0 0,1-1-1 0 0,0 1 1 0 0,0-1-1 0 0,0 1 1 0 0,0-1 0 0 0,-1 1-1 0 0,1-1 1 0 0,0 1-1 0 0,0 0 1 0 0,0-1-1 0 0,0 1 1 0 0,0-1-1 0 0,0 1 1 0 0,1 0-1 0 0,-1-1 1 0 0,0 1-1 0 0,0-1 1 0 0,1 2-1 0 0,-1 11 987 0 0,0-13-1105 0 0,0 0 0 0 0,0 1 0 0 0,0-1 0 0 0,0 0 0 0 0,0 0 0 0 0,0 0 0 0 0,0 0 0 0 0,0 0 0 0 0,-3 2-1280 0 0,2-2 1280 0 0,1 0 0 0 0,0 0 0 0 0,0 0 0 0 0,0 0 0 0 0,0 0 0 0 0,-1 0 0 0 0,1 0 0 0 0,0 0 0 0 0,0 0 0 0 0,0 0 0 0 0,0 0 0 0 0,0 0 0 0 0,-1 0 0 0 0,0-2-792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6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1148 0 0,'31'-39'15129'0'0,"-29"38"-14641"0"0,1 4-395 0 0,-1 1 0 0 0,1-1 0 0 0,-1 1 0 0 0,0 0-1 0 0,0-1 1 0 0,-1 1 0 0 0,1 0 0 0 0,-1 0 0 0 0,1 0 0 0 0,-1 0 0 0 0,0 5 0 0 0,8 51 747 0 0,-9-60-840 0 0,15 245 1239 0 0,-15-141-7109 0 0,1-100 4986 0 0,-1 0 1 0 0,-1 0-1 0 0,1-1 1 0 0,-1 1-1 0 0,1 0 1 0 0,-1 0-1 0 0,0 0 1 0 0,-3 5-1 0 0,-1 1-2849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74 984 0 0,'-77'45'16010'0'0,"77"-45"-15907"0"0,-1 0-1 0 0,1 1 0 0 0,0-1 1 0 0,-1 0-1 0 0,1 0 1 0 0,0 1-1 0 0,-1-1 0 0 0,1 0 1 0 0,0 1-1 0 0,-1-1 1 0 0,1 0-1 0 0,0 1 0 0 0,0-1 1 0 0,0 0-1 0 0,-1 1 1 0 0,1-1-1 0 0,0 1 0 0 0,0-1 1 0 0,0 0-1 0 0,0 1 1 0 0,0-1-1 0 0,-1 1 0 0 0,1 0 1 0 0,20-1 196 0 0,-1-1-1 0 0,0-1 1 0 0,0 0 0 0 0,32-9 0 0 0,6 0-130 0 0,137-22 115 0 0,134-18-96 0 0,-205 35-1020 0 0,-120 15 316 0 0,-1 2-159 0 0,-1-1 568 0 0,-1 0 0 0 0,0 0 0 0 0,1 0 0 0 0,-1 0 0 0 0,1 0 0 0 0,-1 0 0 0 0,1 0 0 0 0,-1 1 1 0 0,1-1-1 0 0,-1 0 0 0 0,1 0 0 0 0,-1 0 0 0 0,0 1 0 0 0,1-1 0 0 0,-1 0 0 0 0,0 0 0 0 0,1 1 0 0 0,-1-1 0 0 0,0 0 0 0 0,1 1 1 0 0,-1-1-1 0 0,0 1 0 0 0,1-1 0 0 0,-1 0 0 0 0,0 1 0 0 0,0-1 0 0 0,0 1 0 0 0,1-1 0 0 0,-1 0 0 0 0,0 1 0 0 0,0-1 1 0 0,0 1-1 0 0,0-1 0 0 0,0 1 0 0 0,0-1 0 0 0,0 1 0 0 0,0-1 0 0 0,0 1 0 0 0,0-1 0 0 0,0 1 0 0 0,0-1 0 0 0,0 0 0 0 0,0 1 1 0 0,0-1-1 0 0,-1 1 0 0 0,1-1 0 0 0,0 1 0 0 0,0-1 0 0 0,0 0 0 0 0,-1 1 0 0 0,1-1 0 0 0,0 1 0 0 0,-1-1 0 0 0,1 1 0 0 0,-23 23-6403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18 2788 0 0,'-58'26'18323'0'0,"73"-36"-17300"0"0,26-11-807 0 0,-33 18-124 0 0,-3 1-54 0 0,1 0 0 0 0,-1 1 0 0 0,1-1 0 0 0,-1 1 0 0 0,1 1 0 0 0,9-1 0 0 0,-10 0-43 0 0,-1 1-1 0 0,0 0 1 0 0,0 0 0 0 0,0 1-1 0 0,1-1 1 0 0,-1 1 0 0 0,7 2-1 0 0,-6-1 10 0 0,-3-2-3 0 0,-1 1 1 0 0,1 0 0 0 0,0-1-1 0 0,-1 1 1 0 0,1 0 0 0 0,-1 0-1 0 0,0 0 1 0 0,1 0 0 0 0,-1 0 0 0 0,0 0-1 0 0,1 0 1 0 0,-1 0 0 0 0,0 0-1 0 0,0 1 1 0 0,0-1 0 0 0,0 0-1 0 0,0 1 1 0 0,0-1 0 0 0,-1 1-1 0 0,1-1 1 0 0,1 3 0 0 0,-1 1 12 0 0,0-1 1 0 0,0 1 0 0 0,0-1 0 0 0,0 1-1 0 0,0-1 1 0 0,-1 6 0 0 0,-1-2 7 0 0,1-1 0 0 0,-2 1 0 0 0,1-1 0 0 0,-1 0 0 0 0,0 1 0 0 0,-1-1-1 0 0,0 0 1 0 0,0 0 0 0 0,0 0 0 0 0,-6 8 0 0 0,-7 8 57 0 0,-26 32 0 0 0,32-44 49 0 0,-2 6 28 0 0,11-17-151 0 0,1 1 0 0 0,0-1 0 0 0,0 1-1 0 0,0-1 1 0 0,0 1 0 0 0,0-1 0 0 0,0 1 0 0 0,0-1 0 0 0,0 1 0 0 0,0-1 0 0 0,0 0 0 0 0,0 1 0 0 0,0-1 0 0 0,0 1-1 0 0,0-1 1 0 0,0 1 0 0 0,0-1 0 0 0,0 1 0 0 0,1-1 0 0 0,-1 1 0 0 0,0-1 0 0 0,0 0 0 0 0,1 1 0 0 0,-1-1 0 0 0,1 1 0 0 0,0 0-10 0 0,9 1 23 0 0,-1 0 1 0 0,1 1 0 0 0,13 5-1 0 0,-22-8-19 0 0,12 6-8 0 0,0 0 1 0 0,0 0-1 0 0,0 1 0 0 0,-1 0 1 0 0,0 2-1 0 0,-1-1 0 0 0,0 1 1 0 0,0 1-1 0 0,-1 0 0 0 0,17 20 0 0 0,-22-23 270 0 0,0-1-1 0 0,0 1 1 0 0,-1 1-1 0 0,0-1 1 0 0,-1 1-1 0 0,1 0 1 0 0,-1-1 0 0 0,-1 1-1 0 0,0 0 1 0 0,0 1-1 0 0,0-1 1 0 0,-1 0-1 0 0,0 1 1 0 0,-1-1-1 0 0,0 0 1 0 0,0 1-1 0 0,-1-1 1 0 0,0 1-1 0 0,-3 12 1 0 0,3-17-213 0 0,-1 0 0 0 0,1 1 0 0 0,-1-1-1 0 0,0 0 1 0 0,0 0 0 0 0,0-1 0 0 0,0 1 0 0 0,-1 0 0 0 0,0-1 0 0 0,0 0 0 0 0,0 1 0 0 0,0-1 0 0 0,0 0 0 0 0,-1 0 0 0 0,1-1 0 0 0,-6 4 0 0 0,3-3 86 0 0,-1 0 0 0 0,1-1 0 0 0,-1 1 0 0 0,0-1 0 0 0,0 0 0 0 0,0-1 1 0 0,0 0-1 0 0,-1 0 0 0 0,-7 0 0 0 0,-9-2 167 0 0,1-1 1 0 0,1-1-1 0 0,-1-1 0 0 0,0 0 1 0 0,-26-11-1 0 0,36 12-643 0 0,1-1-1 0 0,0-1 1 0 0,0 0-1 0 0,1-1 1 0 0,0 0-1 0 0,0 0 1 0 0,-12-10-1 0 0,22 15 63 0 0,0 0-1 0 0,0 0 0 0 0,0 0 0 0 0,1 0 0 0 0,-1 0 0 0 0,0 0 1 0 0,1 0-1 0 0,-1 0 0 0 0,0 0 0 0 0,1-1 0 0 0,0 1 0 0 0,-1 0 1 0 0,1 0-1 0 0,0-1 0 0 0,-1 1 0 0 0,1 0 0 0 0,0 0 0 0 0,0-1 0 0 0,0 1 1 0 0,0 0-1 0 0,0-1 0 0 0,0 1 0 0 0,1 0 0 0 0,-1 0 0 0 0,0-1 1 0 0,1 1-1 0 0,0-2 0 0 0,1-2-1752 0 0,1 0 1 0 0,-1-1 0 0 0,1 1-1 0 0,6-7 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09:5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42 16 0 0,'4'-11'6698'0'0,"-3"-11"167"0"0,-1 22-6793 0 0,0 0 0 0 0,0-1 0 0 0,0 1 0 0 0,0 0 0 0 0,0-1 0 0 0,0 1 1 0 0,0 0-1 0 0,0-1 0 0 0,0 1 0 0 0,0 0 0 0 0,0-1 0 0 0,0 1 0 0 0,-1 0 0 0 0,1-1 0 0 0,0 1 0 0 0,0 0 0 0 0,0-1 1 0 0,-1 1-1 0 0,1 0 0 0 0,0 0 0 0 0,0-1 0 0 0,-1 1 0 0 0,1 0 0 0 0,0 0 0 0 0,0 0 0 0 0,-1-1 0 0 0,1 1 0 0 0,0 0 1 0 0,-1 0-1 0 0,1 0 0 0 0,0 0 0 0 0,-1 0 0 0 0,1 0 0 0 0,0 0 0 0 0,-1 0 0 0 0,1-1 0 0 0,0 1 0 0 0,-1 0 0 0 0,1 0 1 0 0,-1 0-1 0 0,1 1 0 0 0,0-1 0 0 0,-1 0 0 0 0,1 0 0 0 0,0 0 0 0 0,-1 0 0 0 0,1 0 0 0 0,0 0 0 0 0,-1 0 0 0 0,1 1 0 0 0,0-1 1 0 0,0 0-1 0 0,-1 0 0 0 0,1 0 0 0 0,0 1 0 0 0,0-1 0 0 0,-1 0 0 0 0,1 0 0 0 0,0 1 0 0 0,-19 13 60 0 0,1 1-1 0 0,0 1 0 0 0,1 0 1 0 0,1 1-1 0 0,-19 27 0 0 0,2 2 295 0 0,-30 56 0 0 0,53-84-304 0 0,0 1 0 0 0,2 0-1 0 0,0 1 1 0 0,1-1 0 0 0,1 1-1 0 0,1 1 1 0 0,1-1-1 0 0,1 1 1 0 0,-1 29 0 0 0,4-39-75 0 0,0 0 1 0 0,1 1-1 0 0,0-1 1 0 0,1 0 0 0 0,0 0-1 0 0,1 0 1 0 0,0 0-1 0 0,1 0 1 0 0,0-1-1 0 0,0 1 1 0 0,1-1 0 0 0,1 0-1 0 0,0-1 1 0 0,0 1-1 0 0,1-1 1 0 0,0 0 0 0 0,0-1-1 0 0,17 15 1 0 0,-13-15 68 0 0,0 0 0 0 0,0 0 1 0 0,1-1-1 0 0,-1-1 1 0 0,2 0-1 0 0,-1-1 0 0 0,1 0 1 0 0,-1-1-1 0 0,1 0 1 0 0,1-1-1 0 0,-1-1 0 0 0,0 0 1 0 0,0 0-1 0 0,1-1 1 0 0,-1-1-1 0 0,1-1 0 0 0,-1 0 1 0 0,1 0-1 0 0,22-7 1 0 0,-19 4 104 0 0,0-2 0 0 0,-1 0 0 0 0,1-1 0 0 0,-1 0 0 0 0,-1-2 0 0 0,0 0 0 0 0,0 0 0 0 0,0-1 1 0 0,-1-1-1 0 0,-1-1 0 0 0,0 0 0 0 0,0 0 0 0 0,-2-2 0 0 0,18-22 0 0 0,-19 20-27 0 0,0 0 0 0 0,-1 0 0 0 0,-1-1 0 0 0,0 0 0 0 0,-2 0 0 0 0,0-1 0 0 0,0 0 0 0 0,-2 0 0 0 0,3-25 0 0 0,-5 30-146 0 0,-2 1-1 0 0,0 0 1 0 0,0-1 0 0 0,-2 1-1 0 0,1 0 1 0 0,-1 0-1 0 0,-1 0 1 0 0,0 0 0 0 0,-1 0-1 0 0,0 0 1 0 0,-1 1 0 0 0,0 0-1 0 0,-1 0 1 0 0,0 0 0 0 0,-8-10-1 0 0,7 12-174 0 0,0 0 0 0 0,-1 1-1 0 0,0 0 1 0 0,0 0 0 0 0,-1 1 0 0 0,0 0-1 0 0,0 1 1 0 0,0 0 0 0 0,-1 0-1 0 0,0 1 1 0 0,0 0 0 0 0,0 1-1 0 0,-1 0 1 0 0,-21-5 0 0 0,19 7-773 0 0,-1 0 0 0 0,1 1-1 0 0,0 0 1 0 0,-1 1 0 0 0,1 1 0 0 0,-1 0 0 0 0,1 1-1 0 0,0 0 1 0 0,-1 1 0 0 0,1 1 0 0 0,1 0 0 0 0,-17 7 0 0 0,-11 9-4599 0 0,-2-1-2998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26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47 40 0 0,'7'-9'7888'0'0,"-7"8"-7718"0"0,0 0 0 0 0,0 0 0 0 0,0 1 0 0 0,0-1 1 0 0,0 0-1 0 0,0 0 0 0 0,0 0 0 0 0,0 0 0 0 0,0 0 0 0 0,-1 0 0 0 0,1 0 0 0 0,0 0 0 0 0,0 1 0 0 0,-1-1 0 0 0,1 0 1 0 0,-1 0-1 0 0,1 0 0 0 0,-1 1 0 0 0,1-1 0 0 0,-1 0 0 0 0,0 1 0 0 0,1-1 0 0 0,-1 0 0 0 0,0 1 0 0 0,0-1 0 0 0,-1 0 228 0 0,2-1-387 0 0,-1-3-1 0 0,1 3 28 0 0,3 2-24 0 0,8-1 8 0 0,114-5-629 0 0,-124 6 529 0 0,1 0-1 0 0,-1 0 1 0 0,0 0-1 0 0,1 0 1 0 0,-1 0-1 0 0,0 1 1 0 0,1-1-1 0 0,-1 0 1 0 0,0 1-1 0 0,1-1 1 0 0,-1 0-1 0 0,0 1 1 0 0,0 0-1 0 0,1-1 1 0 0,-1 1-1 0 0,0 0 1 0 0,1 1-1 0 0,-1-2 23 0 0,-1 1 0 0 0,0-1 0 0 0,1 1 0 0 0,-1 0-1 0 0,0-1 1 0 0,0 1 0 0 0,1 0 0 0 0,-1-1 0 0 0,0 1 0 0 0,0 0-1 0 0,0 0 1 0 0,0-1 0 0 0,0 1 0 0 0,0 0 0 0 0,0-1 0 0 0,0 1-1 0 0,0 0 1 0 0,0 0 0 0 0,0-1 0 0 0,0 1 0 0 0,-1 0 0 0 0,1 0-1 0 0,-2 3-65 0 0,0-1-1 0 0,1 0 0 0 0,-1 0 0 0 0,0 0 1 0 0,-1 0-1 0 0,1 0 0 0 0,-1 0 1 0 0,1 0-1 0 0,-7 4 0 0 0,-7 3 325 0 0,0-1 0 0 0,-2-1 0 0 0,1-1 0 0 0,-1 0 0 0 0,-33 8 0 0 0,40-12 153 0 0,-10 5 173 0 0,32-7-235 0 0,33-6-145 0 0,69-13-1210 0 0,-14 2-3090 0 0,-55 9 930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29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73 564 0 0,'-1'-1'68'0'0,"1"0"-1"0"0,-1 0 1 0 0,0 0 0 0 0,1 0-1 0 0,-1-1 1 0 0,1 1 0 0 0,-1 0-1 0 0,1 0 1 0 0,0-1 0 0 0,-1 1-1 0 0,1 0 1 0 0,0 0 0 0 0,0-1-1 0 0,0 1 1 0 0,0 0-1 0 0,0-1 1 0 0,0 1 0 0 0,0 0-1 0 0,1 0 1 0 0,-1-1 0 0 0,0 1-1 0 0,1 0 1 0 0,-1 0 0 0 0,1-1-1 0 0,-1 1 1 0 0,1-1 0 0 0,1 0-23 0 0,0 0 0 0 0,0 0 0 0 0,0 0 1 0 0,1 0-1 0 0,-1 0 0 0 0,0 1 1 0 0,1-1-1 0 0,-1 1 0 0 0,1-1 0 0 0,-1 1 1 0 0,5-1-1 0 0,6-2-217 0 0,1 0 0 0 0,-1 1 0 0 0,25-2 0 0 0,-25 4-452 0 0,-10 1 62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29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1352 0 0,'0'0'4664'0'0,"3"0"-3452"0"0,18 1 7691 0 0,-17 1-8068 0 0,2 5 393 0 0,-5-5-1056 0 0,4 29 662 0 0,-2-6-440 0 0,37 374 1864 0 0,-27-305-2136 0 0,-7-58 0 0 0,2 65 0 0 0,-8-92-126 0 0,0-7-49 0 0,-5 2-1329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10 170 1636 0 0,'-9'-33'10322'0'0,"9"30"-10162"0"0,0 0 0 0 0,0 0 1 0 0,0 0-1 0 0,0 0 0 0 0,1 0 1 0 0,-1 0-1 0 0,1 0 0 0 0,-1 1 1 0 0,1-1-1 0 0,0 0 0 0 0,1 0 1 0 0,-1 1-1 0 0,3-6 0 0 0,0 3-48 0 0,0 0 0 0 0,0 0 0 0 0,0 0-1 0 0,1 0 1 0 0,0 1 0 0 0,5-5-1 0 0,1 2-74 0 0,1-1 0 0 0,-1 2 0 0 0,1-1 0 0 0,1 1 0 0 0,22-7 0 0 0,-29 11-19 0 0,-1 1-1 0 0,1 0 1 0 0,0 0 0 0 0,-1 0 0 0 0,1 1-1 0 0,-1-1 1 0 0,1 1 0 0 0,0 1-1 0 0,0-1 1 0 0,-1 1 0 0 0,1 0-1 0 0,-1 0 1 0 0,1 1 0 0 0,-1-1-1 0 0,1 1 1 0 0,-1 1 0 0 0,0-1-1 0 0,9 6 1 0 0,-9-4 7 0 0,-1-1-1 0 0,0 1 1 0 0,-1 0-1 0 0,1 0 0 0 0,-1 0 1 0 0,0 0-1 0 0,1 0 1 0 0,-2 1-1 0 0,1 0 1 0 0,-1-1-1 0 0,1 1 0 0 0,-1 0 1 0 0,-1 0-1 0 0,1 0 1 0 0,-1 0-1 0 0,0 1 1 0 0,0-1-1 0 0,0 0 1 0 0,-1 1-1 0 0,0 5 0 0 0,0 6 169 0 0,-1-1 0 0 0,-1 0-1 0 0,-1 1 1 0 0,0-1-1 0 0,-1-1 1 0 0,-1 1-1 0 0,-1 0 1 0 0,0-1-1 0 0,-13 23 1 0 0,2-9 463 0 0,-2-1-1 0 0,-1-1 1 0 0,-37 40 0 0 0,45-55-467 0 0,6-6-105 0 0,1 0-1 0 0,-1 0 1 0 0,1 1 0 0 0,0-1 0 0 0,-6 12-1 0 0,10-16-53 0 0,2-2-27 0 0,-1 1 0 0 0,1-1 0 0 0,0 1 0 0 0,-1-1-1 0 0,1 1 1 0 0,0-1 0 0 0,-1 1 0 0 0,1-1 0 0 0,0 1 0 0 0,-1-1-1 0 0,1 0 1 0 0,0 0 0 0 0,0 1 0 0 0,0-1 0 0 0,-1 0 0 0 0,1 0-1 0 0,0 0 1 0 0,0 0 0 0 0,0 0 0 0 0,-1 0 0 0 0,1 0 0 0 0,1 0-1 0 0,18 0 17 0 0,-19 0-18 0 0,56-5 31 0 0,-1-3 0 0 0,60-15 0 0 0,-35 6-15 0 0,-46 10-18 0 0,486-80-122 0 0,-488 83-574 0 0,-31 4 326 0 0,9 2-1014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1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119 106 1956 0 0,'-6'-9'6123'0'0,"6"7"-5889"0"0,0 0-1 0 0,0 0 0 0 0,0 0 0 0 0,0 0 1 0 0,0 0-1 0 0,0 0 0 0 0,1 0 0 0 0,-1 0 0 0 0,1 0 1 0 0,-1 0-1 0 0,1 1 0 0 0,0-1 0 0 0,-1 0 1 0 0,1 0-1 0 0,0 0 0 0 0,3-2 0 0 0,-1 0-58 0 0,0 1-1 0 0,0-1 1 0 0,1 1 0 0 0,-1 0-1 0 0,1 0 1 0 0,0 0-1 0 0,4-2 1 0 0,2 0-105 0 0,0 0-1 0 0,0 0 1 0 0,1 1 0 0 0,0 1 0 0 0,17-4-1 0 0,-17 5-45 0 0,0 1 0 0 0,1 0-1 0 0,-1 1 1 0 0,0 0 0 0 0,0 1 0 0 0,13 2-1 0 0,-18-2 4 0 0,0 1 0 0 0,0-1 1 0 0,-1 1-1 0 0,1 0 0 0 0,-1 1 0 0 0,1 0 0 0 0,-1 0 0 0 0,0 0 0 0 0,0 0 0 0 0,0 1 0 0 0,-1-1 0 0 0,1 1 0 0 0,-1 1 0 0 0,0-1 1 0 0,7 10-1 0 0,-9-10-2 0 0,1 0 1 0 0,-1 0-1 0 0,0 0 0 0 0,0 1 1 0 0,-1-1-1 0 0,1 0 1 0 0,-1 1-1 0 0,0 0 1 0 0,0-1-1 0 0,0 1 1 0 0,-1 0-1 0 0,0-1 1 0 0,0 1-1 0 0,0 0 1 0 0,0 0-1 0 0,-1-1 1 0 0,0 1-1 0 0,0-1 0 0 0,0 1 1 0 0,-3 6-1 0 0,-5 10 75 0 0,-1-1-1 0 0,-2 0 0 0 0,0 0 1 0 0,0-1-1 0 0,-2-1 1 0 0,0 0-1 0 0,-29 26 0 0 0,-2-3 789 0 0,-84 58 0 0 0,91-74-514 0 0,20-14-203 0 0,0 1 0 0 0,-27 24-1 0 0,45-36-167 0 0,-1 0 0 0 0,1 0 0 0 0,0 0 0 0 0,0 0 0 0 0,-1 1 0 0 0,1-1 0 0 0,0 0 0 0 0,0 0 0 0 0,0 1 0 0 0,-1-1 0 0 0,1 0-1 0 0,0 0 1 0 0,0 1 0 0 0,0-1 0 0 0,0 0 0 0 0,-1 1 0 0 0,1-1 0 0 0,0 0 0 0 0,0 0 0 0 0,0 1 0 0 0,0-1 0 0 0,0 0 0 0 0,0 1 0 0 0,0-1-1 0 0,0 0 1 0 0,0 1 0 0 0,0-1 0 0 0,0 0 0 0 0,0 1 0 0 0,0-1 0 0 0,0 0 0 0 0,0 1 0 0 0,0-1 0 0 0,0 0 0 0 0,1 1 0 0 0,-1-1 0 0 0,0 0-1 0 0,0 0 1 0 0,0 1 0 0 0,1-1 0 0 0,14 6 68 0 0,20-5-18 0 0,-35-1-52 0 0,227-20 80 0 0,-115 7-85 0 0,34 0 9 0 0,221-25 100 0 0,-365 38-130 0 0,14-4-2550 0 0,-12 2 2458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63 616 0 0,'0'0'4395'0'0,"-14"4"-792"0"0,12-4-3780 0 0,-13 1 2971 0 0,15-1-2768 0 0,0 0 1 0 0,0 0-1 0 0,0 0 0 0 0,-1 0 1 0 0,1 0-1 0 0,0 0 1 0 0,0 1-1 0 0,-1-1 0 0 0,1 0 1 0 0,0 0-1 0 0,0 0 0 0 0,0 0 1 0 0,0 0-1 0 0,-1 1 0 0 0,1-1 1 0 0,0 0-1 0 0,0 0 0 0 0,0 0 1 0 0,0 1-1 0 0,0-1 0 0 0,-1 0 1 0 0,1 0-1 0 0,0 0 0 0 0,0 1 1 0 0,0-1-1 0 0,0 0 0 0 0,0 0 1 0 0,0 1-1 0 0,0-1 1 0 0,0 0-1 0 0,0 0 0 0 0,0 0 1 0 0,0 1-1 0 0,0-1 0 0 0,0 0 1 0 0,0 0-1 0 0,0 1 0 0 0,0-1 1 0 0,0 0-1 0 0,0 0 0 0 0,0 1 1 0 0,1-1-1 0 0,-1 0 0 0 0,0 0 1 0 0,0 0-1 0 0,0 1 0 0 0,0-1 1 0 0,0 0-1 0 0,1 0 0 0 0,0 2 473 0 0,15-3 161 0 0,36-8 72 0 0,146-36 482 0 0,-172 38-1077 0 0,1 2 0 0 0,0 0 0 0 0,0 2 0 0 0,1 1 0 0 0,-1 1 0 0 0,1 1-1 0 0,48 8 1 0 0,-64-5-56 0 0,0 0 1 0 0,-1 1-1 0 0,0 1 0 0 0,0 0 0 0 0,0 0 1 0 0,0 1-1 0 0,-1 0 0 0 0,0 1 0 0 0,0 0 1 0 0,-1 1-1 0 0,0 0 0 0 0,0 1 0 0 0,9 12 1 0 0,-11-13 19 0 0,0 0 1 0 0,-1 1-1 0 0,0 0 1 0 0,-1 0 0 0 0,0 0-1 0 0,0 1 1 0 0,-1-1 0 0 0,0 1-1 0 0,-1 0 1 0 0,0 1 0 0 0,-1-1-1 0 0,0 0 1 0 0,0 1 0 0 0,-1-1-1 0 0,-1 17 1 0 0,-1-19 37 0 0,0 0 0 0 0,0 0 0 0 0,-1 1 0 0 0,-1-1 0 0 0,1-1-1 0 0,-1 1 1 0 0,-1 0 0 0 0,1-1 0 0 0,-1 1 0 0 0,-6 6 0 0 0,2-3 28 0 0,0-1 0 0 0,0-1 0 0 0,-1 0 1 0 0,-1 0-1 0 0,-20 15 0 0 0,8-10 16 0 0,-2 0 0 0 0,1-2 0 0 0,-2 0 0 0 0,0-2 0 0 0,-42 12 0 0 0,37-15-70 0 0,-1-1 0 0 0,0-1 1 0 0,-56 1-1 0 0,-89-12 89 0 0,133 1-183 0 0,-76-19 0 0 0,117 23-78 0 0,-16-5-755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10 155 712 0 0,'-1'-1'435'0'0,"0"0"0"0"0,0 0 0 0 0,1 0 0 0 0,-1-1 0 0 0,0 1 0 0 0,0 0-1 0 0,1 0 1 0 0,-1-1 0 0 0,1 1 0 0 0,-1 0 0 0 0,1-1 0 0 0,-1 1 0 0 0,1-1 0 0 0,0 1 0 0 0,0-1 0 0 0,0 1 0 0 0,0-3-1 0 0,0 1-60 0 0,0 0-1 0 0,1 0 0 0 0,0-1 0 0 0,0 1 0 0 0,0 0 0 0 0,0 0 0 0 0,3-5 1 0 0,-1 2-85 0 0,1 0 1 0 0,0 0 0 0 0,0 0 0 0 0,1 0-1 0 0,0 1 1 0 0,8-8 0 0 0,-4 6-190 0 0,1 1 0 0 0,-1 1-1 0 0,1-1 1 0 0,0 2 0 0 0,0-1 0 0 0,1 1 0 0 0,-1 1 0 0 0,1 0 0 0 0,0 1-1 0 0,0 0 1 0 0,0 0 0 0 0,0 1 0 0 0,0 1 0 0 0,14 0 0 0 0,-16 0-63 0 0,1 1-1 0 0,-1 0 1 0 0,0 1 0 0 0,0-1 0 0 0,0 2-1 0 0,0-1 1 0 0,-1 1 0 0 0,1 1 0 0 0,-1-1-1 0 0,0 1 1 0 0,0 1 0 0 0,0 0 0 0 0,0 0-1 0 0,-1 0 1 0 0,0 1 0 0 0,0 0 0 0 0,10 12-1 0 0,-13-12-1 0 0,0 0 0 0 0,0 1 0 0 0,-1-1 0 0 0,0 1-1 0 0,0 0 1 0 0,-1 0 0 0 0,0 0 0 0 0,0 0-1 0 0,0 1 1 0 0,-1-1 0 0 0,0 0 0 0 0,-1 1-1 0 0,0-1 1 0 0,0 0 0 0 0,0 1 0 0 0,-1-1-1 0 0,0 1 1 0 0,0-1 0 0 0,-1 0 0 0 0,-4 11-1 0 0,-2 4 79 0 0,-1 0-1 0 0,-1-1 1 0 0,-1-1-1 0 0,-1 1 1 0 0,-17 22-1 0 0,-16 17 476 0 0,-80 81 0 0 0,124-140-582 0 0,0 0 1 0 0,0 0-1 0 0,0 1 0 0 0,0-1 0 0 0,0 0 0 0 0,0 0 0 0 0,0 0 0 0 0,0 1 1 0 0,0-1-1 0 0,1 1 0 0 0,-1-1 0 0 0,1 0 0 0 0,-1 1 0 0 0,1-1 0 0 0,-1 3 1 0 0,1-3 1 0 0,0-1 0 0 0,0 1 0 0 0,0 0 0 0 0,1 0 0 0 0,-1-1 0 0 0,0 1 0 0 0,0 0 0 0 0,1-1 1 0 0,-1 1-1 0 0,0 0 0 0 0,1-1 0 0 0,-1 1 0 0 0,1-1 0 0 0,-1 1 0 0 0,1 0 0 0 0,-1-1 0 0 0,1 1 1 0 0,-1-1-1 0 0,1 1 0 0 0,-1-1 0 0 0,1 0 0 0 0,0 1 0 0 0,4 1 20 0 0,-1 0 0 0 0,1 0 0 0 0,0-1 0 0 0,-1 1 0 0 0,1-1 0 0 0,0 0-1 0 0,6 0 1 0 0,40 1 55 0 0,1-2-1 0 0,78-10 0 0 0,-39 2-48 0 0,-41 5-93 0 0,108-11 415 0 0,-156 14-264 0 0,1-1-35 0 0,0 1 0 0 0,1 0 1 0 0,-1 0-1 0 0,1 0 1 0 0,-1 0-1 0 0,7 1 0 0 0,-9-1-74 0 0,2 0 111 0 0,4-1-527 0 0,7-2-1295 0 0,29 0-8198 0 0,-28 0 4467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7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32 1112 0 0,'-24'-10'6269'0'0,"20"7"-5509"0"0,0 1 0 0 0,0-1-1 0 0,0 1 1 0 0,0 0 0 0 0,0 0 0 0 0,0 0 0 0 0,-1 0 0 0 0,-9-1 1220 0 0,13 3-1938 0 0,0 0 0 0 0,0 0 0 0 0,0 1 0 0 0,0-1 0 0 0,0 0 0 0 0,0 1 0 0 0,0-1 0 0 0,0 1-1 0 0,0-1 1 0 0,0 1 0 0 0,0-1 0 0 0,0 1 0 0 0,0 0 0 0 0,0-1 0 0 0,1 1 0 0 0,-1 0 0 0 0,-1 1 0 0 0,-15 31 249 0 0,2 0 0 0 0,1 1 0 0 0,1 0 0 0 0,3 1 1 0 0,-13 64-1 0 0,22-89-248 0 0,0 0 0 0 0,0-1 1 0 0,1 1-1 0 0,0-1 1 0 0,1 1-1 0 0,0 0 0 0 0,0-1 1 0 0,1 1-1 0 0,0-1 0 0 0,1 0 1 0 0,0 0-1 0 0,0 0 0 0 0,9 15 1 0 0,-8-17 13 0 0,1 0 1 0 0,0 0-1 0 0,1 0 1 0 0,-1-1-1 0 0,1 0 0 0 0,0 0 1 0 0,1-1-1 0 0,-1 0 1 0 0,1 0-1 0 0,0 0 1 0 0,1-1-1 0 0,-1 0 0 0 0,1 0 1 0 0,-1-1-1 0 0,17 5 1 0 0,-2-3 96 0 0,1 0 0 0 0,-1-2 0 0 0,1-1 0 0 0,0 0 0 0 0,0-2 0 0 0,0 0 0 0 0,0-2 0 0 0,-1 0 0 0 0,1-2 0 0 0,-1 0 1 0 0,35-12-1 0 0,-48 12-83 0 0,0 1 1 0 0,0-2 0 0 0,-1 1-1 0 0,1-1 1 0 0,-1-1 0 0 0,0 1 0 0 0,0-1-1 0 0,-1-1 1 0 0,0 0 0 0 0,0 0-1 0 0,0 0 1 0 0,8-13 0 0 0,-12 15-47 0 0,1-1 0 0 0,-1 0 1 0 0,0 1-1 0 0,0-1 0 0 0,-1 0 1 0 0,0-1-1 0 0,0 1 0 0 0,0 0 0 0 0,-1-1 1 0 0,0 1-1 0 0,0-1 0 0 0,-1 1 1 0 0,0-1-1 0 0,0 1 0 0 0,0-1 1 0 0,-1 1-1 0 0,0-1 0 0 0,0 1 0 0 0,-4-11 1 0 0,1 7-3 0 0,0 1 0 0 0,-1-1-1 0 0,0 1 1 0 0,-1 0 0 0 0,0 0 0 0 0,0 1 0 0 0,-1 0 0 0 0,0 0 0 0 0,0 1 0 0 0,-1-1 0 0 0,0 2 0 0 0,0-1 0 0 0,-12-6-1 0 0,-7-3-2 0 0,0 2 0 0 0,-2 1 0 0 0,-34-12 0 0 0,39 18-19 0 0,-1 1-1 0 0,0 1 1 0 0,-26-1-1 0 0,45 5-329 0 0,-1 0-1 0 0,0 0 0 0 0,0 1 0 0 0,1 0 0 0 0,-1 1 0 0 0,0-1 1 0 0,1 1-1 0 0,-1 1 0 0 0,1-1 0 0 0,-1 1 0 0 0,1 0 0 0 0,-1 1 1 0 0,-10 5-1 0 0,16-7 80 0 0,0 0 1 0 0,0-1 0 0 0,0 1-1 0 0,0 0 1 0 0,0 0 0 0 0,1 0 0 0 0,-1 0-1 0 0,0 0 1 0 0,0 0 0 0 0,1 1-1 0 0,-1-1 1 0 0,1 0 0 0 0,-1 0-1 0 0,1 0 1 0 0,0 0 0 0 0,-1 1 0 0 0,1-1-1 0 0,0 2 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3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2192 0 0,'14'-29'10204'0'0,"-12"26"-9616"0"0,-1 0 134 0 0,1 0 1 0 0,-1 1-1 0 0,0-1 1 0 0,1 0 0 0 0,-1 0-1 0 0,0 0 1 0 0,-1 0-1 0 0,1 0 1 0 0,0-6-1 0 0,3 18-444 0 0,-1 0 0 0 0,-1 0 1 0 0,1 0-1 0 0,-1 0 0 0 0,-1 0 0 0 0,0 0 0 0 0,0 0 0 0 0,-1 15 1 0 0,-9 80 1071 0 0,6-84-1088 0 0,-22 272 1701 0 0,24-214-1741 0 0,15 137-1 0 0,24-15-1161 0 0,-34-175-2384 0 0,-12 4-8709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4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 32 0 0,'0'0'8907'0'0,"-8"-3"-9809"0"0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4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2 920 0 0,'0'0'6871'0'0,"3"0"-6660"0"0,0-1-226 0 0,1 1 79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4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1928 0 0,'0'0'4861'0'0,"14"2"-1805"0"0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0:4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1056 0 0,'0'0'4040'0'0,"16"-2"-2355"0"0,-4 1-1585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0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58 788 0 0,'0'0'1178'0'0,"0"-3"-208"0"0,0-33 3227 0 0,0 34-3771 0 0,-2-9 1265 0 0,1 6-735 0 0,1 10 1396 0 0,0-3-2254 0 0,2 8 265 0 0,6 61 430 0 0,-4-1 0 0 0,-4 74 1 0 0,0-64-474 0 0,-2 134 132 0 0,2-212-423 0 0,-5 9 298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1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134 200 808 0 0,'-23'-19'6099'0'0,"7"-2"-3506"0"0,15 20-2358 0 0,0-2-77 0 0,0-1 1 0 0,-1 1-1 0 0,1 0 1 0 0,0-1-1 0 0,1 1 0 0 0,-1 0 1 0 0,1-1-1 0 0,-1 1 1 0 0,1-7-1 0 0,3 5-130 0 0,0 0 0 0 0,0 0 1 0 0,1 0-1 0 0,0 0 0 0 0,0 1 0 0 0,0-1 1 0 0,0 1-1 0 0,1 0 0 0 0,-1 0 0 0 0,1 0 0 0 0,0 1 1 0 0,0 0-1 0 0,11-5 0 0 0,9-4 38 0 0,45-14-1 0 0,-57 22-41 0 0,-2 1-6 0 0,0 0-1 0 0,1 1 0 0 0,-1 0 1 0 0,1 0-1 0 0,-1 2 1 0 0,1-1-1 0 0,0 1 0 0 0,-1 1 1 0 0,1 0-1 0 0,14 4 1 0 0,-22-5 17 0 0,0 1 0 0 0,0 0 0 0 0,-1 0 0 0 0,1 1 0 0 0,0-1 0 0 0,0 1-1 0 0,-1 0 1 0 0,1 0 0 0 0,-1 0 0 0 0,0 0 0 0 0,1 1 0 0 0,-1-1 0 0 0,0 1 0 0 0,0 0 0 0 0,-1 0 0 0 0,1 0 0 0 0,-1 0 0 0 0,1 1 0 0 0,-1-1 0 0 0,0 0 0 0 0,0 1 0 0 0,0 0 0 0 0,-1-1 0 0 0,1 1 0 0 0,-1 0 0 0 0,0 0 0 0 0,0 0 0 0 0,-1 0 0 0 0,1 0 0 0 0,-1 0 0 0 0,1 0 0 0 0,-2 6 0 0 0,-1 8 24 0 0,0 0 1 0 0,-2 0 0 0 0,0-1 0 0 0,-1 1 0 0 0,-1-1 0 0 0,-1 0 0 0 0,0 0 0 0 0,-1-1-1 0 0,-16 25 1 0 0,-13 12 96 0 0,-57 65-1 0 0,84-107-122 0 0,-36 39 395 0 0,-91 75 0 0 0,117-109-313 0 0,10-8 33 0 0,-1 1 0 0 0,-12 13 1 0 0,15-15 148 0 0,7-7-250 0 0,0 1 1 0 0,0-1-1 0 0,0 1 1 0 0,0-1-1 0 0,0 1 1 0 0,0 0-1 0 0,0-1 1 0 0,0 1-1 0 0,0 0 1 0 0,1 0-1 0 0,-1 0 1 0 0,0 0-1 0 0,1 0 1 0 0,-1 0-1 0 0,0 0 1 0 0,1 0-1 0 0,-1 0 1 0 0,1 0-1 0 0,-1 1 1 0 0,3-1-40 0 0,-1 0 1 0 0,1 0-1 0 0,0 0 1 0 0,0 0-1 0 0,0 0 0 0 0,0-1 1 0 0,0 1-1 0 0,0 0 1 0 0,0-1-1 0 0,0 0 1 0 0,0 0-1 0 0,0 1 1 0 0,0-1-1 0 0,0 0 1 0 0,0 0-1 0 0,2-1 1 0 0,48-5 27 0 0,-26 3-20 0 0,416-33 148 0 0,-392 32 402 0 0,-48 4-408 0 0,18 0 455 0 0,-13 0-1252 0 0,13-1 1957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2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70 684 0 0,'-2'0'1165'0'0,"-9"0"-174"0"0,9 0-185 0 0,-2 0-138 0 0,-9 0-112 0 0,9 0-100 0 0,2 0-65 0 0,-9 0-30 0 0,9 0 277 0 0,-1 0-338 0 0,-25 2 4279 0 0,17 0-1270 0 0,282-29-2740 0 0,-268 26-357 0 0,-6 2-217 0 0,-194 31-32 0 0,99-19-11 0 0,95-12 55 0 0,-7 0 36 0 0,102-24 155 0 0,132-17 1 0 0,-215 39 113 0 0,-27 3-256 0 0,-24 4-73 0 0,-92 14-49 0 0,132-20 60 0 0,-11 2 45 0 0,249-56 170 0 0,-233 53-184 0 0,22-4 139 0 0,-95 17-265 0 0,38-4-3909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49 476 0 0,'5'-12'2902'0'0,"-4"9"-2771"0"0,1 1 1 0 0,0-1-1 0 0,1 0 0 0 0,-1 1 0 0 0,0 0 0 0 0,1-1 1 0 0,0 1-1 0 0,-1 0 0 0 0,1 0 0 0 0,0 0 0 0 0,0 1 1 0 0,0-1-1 0 0,0 1 0 0 0,0 0 0 0 0,0-1 0 0 0,1 1 0 0 0,-1 1 1 0 0,0-1-1 0 0,1 0 0 0 0,-1 1 0 0 0,0 0 0 0 0,1 0 1 0 0,-1 0-1 0 0,0 0 0 0 0,1 0 0 0 0,-1 1 0 0 0,1-1 1 0 0,-1 1-1 0 0,0 0 0 0 0,0 0 0 0 0,1 0 0 0 0,-1 1 0 0 0,0-1 1 0 0,0 1-1 0 0,0-1 0 0 0,-1 1 0 0 0,1 0 0 0 0,0 0 1 0 0,-1 0-1 0 0,1 1 0 0 0,3 3 0 0 0,-3-2-30 0 0,0 0 1 0 0,0 0-1 0 0,0 0 0 0 0,0 1 1 0 0,-1-1-1 0 0,1 1 0 0 0,-1 0 0 0 0,0 0 1 0 0,-1-1-1 0 0,1 1 0 0 0,-1 0 0 0 0,1 10 1 0 0,-1-7-16 0 0,-1 0 0 0 0,0 0 0 0 0,-1 1 0 0 0,0-1-1 0 0,0 0 1 0 0,-1 0 0 0 0,-3 11 0 0 0,-2-1-13 0 0,0 0-1 0 0,-1-1 0 0 0,-1 0 0 0 0,-1-1 0 0 0,0 1 1 0 0,-16 16-1 0 0,-28 29 267 0 0,-99 86 1 0 0,152-147-336 0 0,-16 16 145 0 0,17-16-139 0 0,-1-1 0 0 0,1 1 0 0 0,0-1 0 0 0,-1 1 0 0 0,1-1 1 0 0,0 1-1 0 0,0-1 0 0 0,0 1 0 0 0,-1 0 0 0 0,1-1 0 0 0,0 1 1 0 0,0-1-1 0 0,0 1 0 0 0,0-1 0 0 0,0 1 0 0 0,0 0 0 0 0,0-1 1 0 0,0 1-1 0 0,0-1 0 0 0,0 1 0 0 0,0-1 0 0 0,1 1 0 0 0,-1 0 1 0 0,0-1-1 0 0,0 1 0 0 0,0-1 0 0 0,1 1 0 0 0,-1-1 0 0 0,0 1 1 0 0,1-1-1 0 0,-1 1 0 0 0,1 0 0 0 0,2 0 8 0 0,0 0-1 0 0,0 1 0 0 0,0-1 1 0 0,0 0-1 0 0,1-1 1 0 0,-1 1-1 0 0,0 0 1 0 0,1-1-1 0 0,-1 0 1 0 0,0 0-1 0 0,0 0 0 0 0,1 0 1 0 0,-1 0-1 0 0,6-2 1 0 0,6 1-2 0 0,77-7-58 0 0,178-40-1 0 0,-214 32-1667 0 0,-21-2-3498 0 0,-23 11 1772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90 108 0 0,'0'-3'1970'0'0,"1"-4"-992"0"0,0 0-1 0 0,-1 0 1 0 0,0 0 0 0 0,0 0-1 0 0,-1 0 1 0 0,0 0-1 0 0,0 0 1 0 0,-1 0 0 0 0,1 0-1 0 0,-5-9 582 0 0,3 16-1262 0 0,-1 1-201 0 0,-1 1 0 0 0,1-1 1 0 0,0 1-1 0 0,0 0 0 0 0,0 0 1 0 0,0 1-1 0 0,0-1 0 0 0,0 1 0 0 0,1 0 1 0 0,-1 0-1 0 0,1 0 0 0 0,0 0 1 0 0,0 0-1 0 0,-4 7 0 0 0,-9 11 293 0 0,-15 27 0 0 0,27-43-336 0 0,-11 19 151 0 0,1 1 0 0 0,1 1 0 0 0,1 0 1 0 0,2 0-1 0 0,0 1 0 0 0,-10 52 0 0 0,18-67-119 0 0,1-1 0 0 0,0 1 0 0 0,1 0 0 0 0,0-1 0 0 0,1 1 0 0 0,0-1 1 0 0,1 1-1 0 0,5 16 0 0 0,-4-20-14 0 0,0 1 0 0 0,1-1 1 0 0,0 0-1 0 0,0 0 0 0 0,1 0 0 0 0,0 0 1 0 0,1-1-1 0 0,-1 0 0 0 0,1 0 1 0 0,1-1-1 0 0,-1 1 0 0 0,9 5 0 0 0,-3-3-10 0 0,1-1 0 0 0,1 0 0 0 0,-1 0 0 0 0,1-2 0 0 0,0 0 0 0 0,29 9-1 0 0,-32-12-15 0 0,0-1-1 0 0,0 0 0 0 0,0 0 0 0 0,0-1 0 0 0,1 0 1 0 0,-1-1-1 0 0,0-1 0 0 0,0 0 0 0 0,1 0 0 0 0,13-4 1 0 0,-22 4-18 0 0,0 1 1 0 0,-1-1 0 0 0,1 0-1 0 0,-1 0 1 0 0,1 0 0 0 0,-1-1 0 0 0,1 1-1 0 0,-1-1 1 0 0,0 1 0 0 0,0-1 0 0 0,0 0-1 0 0,0 0 1 0 0,0 1 0 0 0,0-2 0 0 0,0 1-1 0 0,0 0 1 0 0,-1 0 0 0 0,1 0-1 0 0,-1-1 1 0 0,0 1 0 0 0,0-1 0 0 0,0 1-1 0 0,0-1 1 0 0,0 1 0 0 0,0-4 0 0 0,0 3-15 0 0,-1-1 1 0 0,0 1 0 0 0,-1-1-1 0 0,1 1 1 0 0,0 0 0 0 0,-1-1 0 0 0,0 1-1 0 0,0 0 1 0 0,0 0 0 0 0,0 0-1 0 0,0-1 1 0 0,-1 1 0 0 0,0 0-1 0 0,1 1 1 0 0,-1-1 0 0 0,0 0-1 0 0,0 0 1 0 0,-1 1 0 0 0,1-1 0 0 0,-3-2-1 0 0,-3-1 0 0 0,-1 0 0 0 0,1 0 0 0 0,-1 0 0 0 0,0 1 0 0 0,0 1 0 0 0,0 0 0 0 0,-1 0 0 0 0,1 0 0 0 0,-1 1 0 0 0,0 1 0 0 0,-16-3 0 0 0,9 3-135 0 0,0 1 0 0 0,0 0 1 0 0,0 1-1 0 0,0 1 0 0 0,0 1 0 0 0,-20 5 1 0 0,32-6-224 0 0,0 0 1 0 0,0 1 0 0 0,0 0-1 0 0,1 0 1 0 0,-1 0 0 0 0,0 1 0 0 0,1-1-1 0 0,0 1 1 0 0,0 0 0 0 0,0 0 0 0 0,-6 7-1 0 0,1 0-1980 0 0,1 0 1 0 0,0 1-1 0 0,-8 14 0 0 0,8-12-2171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98 1512 0 0,'-88'43'15871'0'0,"111"-45"-15234"0"0,-1-1 0 0 0,0 0 1 0 0,28-10-1 0 0,-11 4-307 0 0,187-33-244 0 0,454-25-1 0 0,-677 67-206 0 0,11-1-1433 0 0,0 0 0 0 0,0 2-1 0 0,22 2 1 0 0,-35-2 1190 0 0,1-1 0 0 0,-1 1 0 0 0,0-1 0 0 0,0 1 0 0 0,0-1 1 0 0,0 1-1 0 0,0 0 0 0 0,0-1 0 0 0,0 1 0 0 0,0 0 0 0 0,-1 0 0 0 0,1 0 0 0 0,0-1 0 0 0,0 1 0 0 0,-1 0 0 0 0,2 2 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0 984 0 0,'-152'58'17715'0'0,"151"-58"-17676"0"0,1 0 0 0 0,0 0 1 0 0,-1 0-1 0 0,1 0 0 0 0,0 0 0 0 0,-1 0 1 0 0,1 0-1 0 0,0 0 0 0 0,-1 0 0 0 0,1 1 0 0 0,0-1 1 0 0,-1 0-1 0 0,1 0 0 0 0,0 0 0 0 0,0 0 0 0 0,-1 1 1 0 0,1-1-1 0 0,0 0 0 0 0,0 0 0 0 0,-1 1 1 0 0,1-1-1 0 0,0 0 0 0 0,0 1 0 0 0,0-1 0 0 0,-1 0 1 0 0,1 0-1 0 0,0 1 0 0 0,0-1 0 0 0,0 0 1 0 0,0 1-1 0 0,0-1 0 0 0,0 0 0 0 0,0 1 0 0 0,0-1 1 0 0,0 0-1 0 0,0 1 0 0 0,0-1 0 0 0,0 0 0 0 0,0 1 1 0 0,0-1-1 0 0,0 0 0 0 0,0 1 0 0 0,0-1 1 0 0,0 0-1 0 0,0 1 0 0 0,0-1 0 0 0,1 0 0 0 0,-1 1 1 0 0,0-1-1 0 0,0 0 0 0 0,0 0 0 0 0,1 1 0 0 0,-1-1 1 0 0,0 0-1 0 0,0 0 0 0 0,1 1 0 0 0,-1-1 1 0 0,0 0-1 0 0,0 0 0 0 0,1 0 0 0 0,-1 1 0 0 0,0-1 1 0 0,1 0-1 0 0,-1 0 0 0 0,0 0 0 0 0,1 0 0 0 0,-1 0 1 0 0,1 0-1 0 0,23 10 532 0 0,-22-9-484 0 0,25 8 326 0 0,-7-2-217 0 0,0 1 1 0 0,30 15-1 0 0,-46-21-183 0 0,0 0 0 0 0,0 1 0 0 0,0 0-1 0 0,0-1 1 0 0,-1 1 0 0 0,1 1-1 0 0,-1-1 1 0 0,0 1 0 0 0,0-1 0 0 0,0 1-1 0 0,0 0 1 0 0,-1 0 0 0 0,1 0-1 0 0,-1 0 1 0 0,0 0 0 0 0,3 10-1 0 0,-4-9 7 0 0,-1 1-1 0 0,1 0 0 0 0,-1 0 0 0 0,-1-1 0 0 0,1 1 0 0 0,-1 0 0 0 0,0-1 0 0 0,0 1 1 0 0,0 0-1 0 0,-1-1 0 0 0,0 1 0 0 0,0-1 0 0 0,0 0 0 0 0,-1 0 0 0 0,0 0 1 0 0,0 0-1 0 0,0 0 0 0 0,0 0 0 0 0,-1-1 0 0 0,0 1 0 0 0,-5 3 0 0 0,-6 7 17 0 0,-1-2 0 0 0,0 0 0 0 0,-1 0 0 0 0,-29 15 1 0 0,24-11-16 0 0,21-16-16 0 0,30 5 76 0 0,-15-3 27 0 0,0 1-1 0 0,0 0 1 0 0,0 1 0 0 0,-1 1-1 0 0,0 0 1 0 0,0 0-1 0 0,-1 1 1 0 0,0 1 0 0 0,0 0-1 0 0,-1 1 1 0 0,0 0 0 0 0,0 1-1 0 0,-1 0 1 0 0,0 1-1 0 0,-1 0 1 0 0,0 0 0 0 0,-1 1-1 0 0,0 0 1 0 0,9 21-1 0 0,-15-28-53 0 0,-1-1 0 0 0,1 1 0 0 0,-1 0 0 0 0,0-1 0 0 0,0 1 0 0 0,-1 0 0 0 0,1 0 0 0 0,-1 0 0 0 0,0 0 0 0 0,0 0 0 0 0,-1-1 0 0 0,0 1 0 0 0,0 0 0 0 0,0 0 0 0 0,0 0 0 0 0,0-1 0 0 0,-1 1 0 0 0,0-1 0 0 0,0 1 0 0 0,-1-1 0 0 0,1 0 0 0 0,-1 0 0 0 0,0 0 0 0 0,0 0 0 0 0,0 0-1 0 0,0-1 1 0 0,-5 5 0 0 0,-2 0-21 0 0,1 0-1 0 0,-1 0 1 0 0,0-2-1 0 0,0 1 1 0 0,-1-1-1 0 0,0 0 1 0 0,0-1-1 0 0,0-1 0 0 0,-23 7 1 0 0,8-6-200 0 0,-1-2 0 0 0,0 0 1 0 0,0-2-1 0 0,0-1 0 0 0,1-1 0 0 0,-1-1 1 0 0,0-1-1 0 0,-31-8 0 0 0,-9-7-2641 0 0,-123-49-1 0 0,145 47-151 0 0,-45-26-1 0 0,34 13-3529 0 0,31 17 548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21 122 1080 0 0,'0'0'1002'0'0,"-14"-29"3425"0"0,13 28-4283 0 0,0-1 1 0 0,0 0-1 0 0,0 0 1 0 0,1 0-1 0 0,-1 0 1 0 0,1 1 0 0 0,-1-1-1 0 0,1 0 1 0 0,0 0-1 0 0,0 0 1 0 0,0 0-1 0 0,0 0 1 0 0,0 0 0 0 0,0 0-1 0 0,0 0 1 0 0,1 0-1 0 0,-1 0 1 0 0,1 0-1 0 0,-1 0 1 0 0,2-2-1 0 0,1 1-83 0 0,-1 1 0 0 0,1-1 1 0 0,0 0-1 0 0,-1 1 0 0 0,1 0 0 0 0,0 0 0 0 0,1-1 0 0 0,-1 2 0 0 0,0-1 0 0 0,5-1 0 0 0,2-2 54 0 0,0 1 0 0 0,1 0 0 0 0,0 1-1 0 0,0 1 1 0 0,0-1 0 0 0,0 2 0 0 0,18-1 0 0 0,-11 1 11 0 0,1 2 0 0 0,-1 0 0 0 0,33 8 0 0 0,-44-8-108 0 0,0 1 0 0 0,-1 0 0 0 0,1 0 0 0 0,-1 0 0 0 0,0 1 0 0 0,0 0 0 0 0,0 0 0 0 0,0 1 0 0 0,0 0 0 0 0,7 7 0 0 0,-10-9-6 0 0,-1 0-1 0 0,0 1 1 0 0,0-1 0 0 0,-1 1-1 0 0,1 0 1 0 0,0 0-1 0 0,-1-1 1 0 0,0 1 0 0 0,1 0-1 0 0,-1 0 1 0 0,0 0-1 0 0,-1 0 1 0 0,1 1 0 0 0,0-1-1 0 0,-1 0 1 0 0,0 0-1 0 0,0 0 1 0 0,0 0 0 0 0,0 1-1 0 0,0-1 1 0 0,-1 0-1 0 0,1 0 1 0 0,-1 0 0 0 0,-2 5-1 0 0,-3 7 54 0 0,0-1 1 0 0,-1-1-1 0 0,-1 1 0 0 0,0-1 0 0 0,-1 0 0 0 0,0-1 1 0 0,-1 0-1 0 0,-13 12 0 0 0,-15 19 43 0 0,4-8 289 0 0,33-34 30 0 0,2-2-401 0 0,6-4-23 0 0,-1 1 1 0 0,1 0-1 0 0,0 0 1 0 0,1 1-1 0 0,-1 0 1 0 0,0 0-1 0 0,1 1 1 0 0,0 0-1 0 0,-1 0 1 0 0,1 0-1 0 0,0 1 1 0 0,12 0-1 0 0,-17 1-1 0 0,3 0 5 0 0,0 0 0 0 0,0 0 0 0 0,1 1 0 0 0,-1 0 0 0 0,0 0-1 0 0,0 0 1 0 0,0 1 0 0 0,0 0 0 0 0,0 1 0 0 0,-1-1 0 0 0,9 5 0 0 0,0 2 12 0 0,0 0 0 0 0,21 19 0 0 0,-27-22-22 0 0,-1 1 1 0 0,-1 0-1 0 0,1 0 0 0 0,-1 1 0 0 0,0 0 0 0 0,-1 0 1 0 0,0 0-1 0 0,0 0 0 0 0,-1 1 0 0 0,6 17 0 0 0,-8-21 56 0 0,-1-1 0 0 0,0 0 0 0 0,0 1 0 0 0,-1 0 0 0 0,1-1 0 0 0,-1 1 0 0 0,0-1 0 0 0,-1 1-1 0 0,1-1 1 0 0,-1 1 0 0 0,1-1 0 0 0,-1 1 0 0 0,-1-1 0 0 0,1 1 0 0 0,-1-1 0 0 0,1 0 0 0 0,-1 0 0 0 0,0 0 0 0 0,-1 0 0 0 0,1 0-1 0 0,-1 0 1 0 0,0-1 0 0 0,0 1 0 0 0,0-1 0 0 0,-4 4 0 0 0,1-2 42 0 0,-1 0 0 0 0,1-1 0 0 0,-1 1 0 0 0,0-2 0 0 0,-1 1 0 0 0,1-1 0 0 0,-1 0 1 0 0,1 0-1 0 0,-1-1 0 0 0,0 0 0 0 0,0 0 0 0 0,0-1 0 0 0,0 0 0 0 0,0-1 0 0 0,0 1 0 0 0,0-1 0 0 0,-12-2 0 0 0,3-1-215 0 0,0 0 0 0 0,0-1-1 0 0,1-1 1 0 0,-1 0 0 0 0,1-1-1 0 0,0-1 1 0 0,-15-9 0 0 0,30 16 12 0 0,1-1 0 0 0,-1 1 0 0 0,1-1 1 0 0,-1 1-1 0 0,0-1 0 0 0,1 0 0 0 0,-1 1 0 0 0,1-1 1 0 0,0 0-1 0 0,-1 1 0 0 0,1-1 0 0 0,0 0 0 0 0,-1 1 0 0 0,1-1 1 0 0,0 0-1 0 0,0 0 0 0 0,-1 1 0 0 0,1-1 0 0 0,0 0 1 0 0,0 0-1 0 0,0 0 0 0 0,0 1 0 0 0,0-1 0 0 0,0 0 1 0 0,0 0-1 0 0,0 0 0 0 0,1 1 0 0 0,-1-1 0 0 0,0 0 0 0 0,1-1 1 0 0,10-20-5083 0 0,0 9 173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1 348 0 0,'-7'6'6475'0'0,"6"-6"-6110"0"0,-1 1 0 0 0,1 0 1 0 0,0 0-1 0 0,-1-1 0 0 0,1 1 0 0 0,0 0 1 0 0,0 0-1 0 0,0 0 0 0 0,-1 1 1 0 0,1-1-1 0 0,0 0 0 0 0,0 0 1 0 0,1 0-1 0 0,-1 1 0 0 0,0-1 1 0 0,0 0-1 0 0,1 1 0 0 0,-1-1 0 0 0,1 1 1 0 0,-1-1-1 0 0,1 1 0 0 0,-1 1 1 0 0,2-2-192 0 0,1 1 0 0 0,-1-1 1 0 0,1 0-1 0 0,-1 1 0 0 0,1-1 1 0 0,-1 0-1 0 0,1 0 0 0 0,-1 0 1 0 0,1 0-1 0 0,0-1 0 0 0,0 1 1 0 0,3 1-1 0 0,19 1 70 0 0,0 0 1 0 0,0-1-1 0 0,0-1 1 0 0,28-3-1 0 0,59-9-2663 0 0,-38-2-6465 0 0,-56 10 3878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7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30 420 0 0,'0'0'2200'0'0,"-4"-30"9149"0"0,1 40-10612 0 0,2 0-1 0 0,-1 0 0 0 0,1 0 1 0 0,1 13-1 0 0,-1 0-127 0 0,0-3-300 0 0,1 0 0 0 0,0 0 0 0 0,6 30 0 0 0,-5-40-260 0 0,2 1 1 0 0,-1-1-1 0 0,2 0 1 0 0,-1 0-1 0 0,1-1 1 0 0,1 1-1 0 0,0-1 1 0 0,8 13-1 0 0,-11-20-40 0 0,0 1 0 0 0,0 0 0 0 0,1-1 0 0 0,-1 1 0 0 0,1-1 0 0 0,-1 1 0 0 0,1-1 0 0 0,0 0 0 0 0,0 0 0 0 0,0-1 0 0 0,0 1 0 0 0,0 0 0 0 0,0-1 0 0 0,1 0 0 0 0,-1 0 0 0 0,0 0 0 0 0,1 0 0 0 0,-1-1 0 0 0,1 1 0 0 0,-1-1 0 0 0,0 0 0 0 0,1 0 0 0 0,-1 0 0 0 0,1 0 0 0 0,-1 0 0 0 0,1-1 0 0 0,-1 0 0 0 0,5-1 0 0 0,0-1-5 0 0,-1 0 0 0 0,0 0 0 0 0,1-1 0 0 0,-1 0 0 0 0,-1 0 0 0 0,1-1 0 0 0,-1 0 0 0 0,0 0 0 0 0,0 0 0 0 0,0-1 0 0 0,6-8 1 0 0,2-6-4 0 0,-1-1 0 0 0,0-1 1 0 0,-2 0-1 0 0,-1 0 1 0 0,13-43-1 0 0,-22 64-13 0 0,1-1-9 0 0,1 1 12 0 0,-1 11 95 0 0,0 119 1515 0 0,-3 113-1764 0 0,1-241 93 0 0,-5 67-3970 0 0,-5-24-4686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31 2072 0 0,'-96'31'14677'0'0,"94"-31"-13953"0"0,-7 6 2439 0 0,29-6-2973 0 0,0-1-1 0 0,0 0 1 0 0,0-1 0 0 0,22-7-1 0 0,0 2-87 0 0,-4 1-42 0 0,326-35 143 0 0,-200 40-293 0 0,-96 2-2432 0 0,-64-1 1983 0 0,-1 0-1 0 0,1 0 1 0 0,0 1-1 0 0,-1-1 1 0 0,1 1-1 0 0,6 3 1 0 0,-5-3-62 0 0,-5 0 380 0 0,1-1 0 0 0,-1 0 0 0 0,1 1 0 0 0,5 7-3317 0 0,-6-8 3316 0 0,0 1 1 0 0,0 0 0 0 0,0-1 0 0 0,0 1 0 0 0,0-1 0 0 0,0 1 0 0 0,0 0 0 0 0,0-1-1 0 0,0 1 1 0 0,0 0 0 0 0,0-1 0 0 0,-1 1 0 0 0,1-1 0 0 0,0 1 0 0 0,0 0 0 0 0,-1-1-1 0 0,1 1 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1 272 0 0,'-62'22'13285'0'0,"38"-13"-7036"0"0,24-8-6226 0 0,0-1 0 0 0,0 0 0 0 0,0 0 0 0 0,0 0 0 0 0,0 0 0 0 0,0 0 0 0 0,0 0 0 0 0,0 0 0 0 0,0 0 0 0 0,0 0 0 0 0,0 0 0 0 0,0 1 0 0 0,0-1 0 0 0,0 0 0 0 0,0 0 0 0 0,0 0 0 0 0,0 0 0 0 0,0 0 0 0 0,0 0 0 0 0,0 0 0 0 0,0 0 0 0 0,0 0 0 0 0,0 0 0 0 0,0 1 0 0 0,0-1 0 0 0,0 0 0 0 0,0 0 0 0 0,0 0 0 0 0,0 0 0 0 0,0 0 0 0 0,0 0 0 0 0,0 0 0 0 0,0 0 0 0 0,0 0 0 0 0,-1 0 0 0 0,1 0 0 0 0,0 0 0 0 0,0 0 0 0 0,0 1 0 0 0,0-1 0 0 0,0 0 0 0 0,0 0 0 0 0,0 0 0 0 0,0 0 0 0 0,0 0 0 0 0,14 2 113 0 0,5 0-79 0 0,-16-1-53 0 0,0-1 0 0 0,0 1 1 0 0,0 1-1 0 0,0-1 0 0 0,0 0 1 0 0,-1 1-1 0 0,1-1 0 0 0,0 1 1 0 0,-1 0-1 0 0,0 0 0 0 0,1 0 1 0 0,-1 0-1 0 0,0 0 0 0 0,0 0 1 0 0,0 1-1 0 0,0-1 0 0 0,2 5 1 0 0,-3-7-5 0 0,-1 1 1 0 0,1-1 0 0 0,0 1-1 0 0,-1 0 1 0 0,1 0 0 0 0,-1-1 0 0 0,0 1-1 0 0,1 0 1 0 0,-1 0 0 0 0,1-1-1 0 0,-1 1 1 0 0,0 0 0 0 0,0 0 0 0 0,1 0-1 0 0,-1 0 1 0 0,0 0 0 0 0,0-1-1 0 0,0 1 1 0 0,0 0 0 0 0,0 0 0 0 0,0 0-1 0 0,-1 1 1 0 0,1 0 3 0 0,1 2 1 0 0,-1 1 0 0 0,0-1 0 0 0,0 0-1 0 0,0 0 1 0 0,0 1 0 0 0,-1-1 0 0 0,1 0-1 0 0,-1 0 1 0 0,0 0 0 0 0,-1 0 0 0 0,-2 8 0 0 0,-24 39 106 0 0,21-40-32 0 0,6-10-45 0 0,0 0-6 0 0,1 0-1 0 0,-1 0 1 0 0,1 0 0 0 0,-1 0 0 0 0,0 0 0 0 0,1 0 0 0 0,0 0 0 0 0,-1 0-1 0 0,1 0 1 0 0,0 0 0 0 0,-1 0 0 0 0,1 0 0 0 0,0 0 0 0 0,0 1 0 0 0,15-1-22 0 0,0-1 1 0 0,17-2-1 0 0,-19 1-9 0 0,-1 0 0 0 0,0 1 0 0 0,0 0 0 0 0,0 1 0 0 0,22 4-1 0 0,21 14 35 0 0,-50-17-10 0 0,-1 0 0 0 0,1 0 0 0 0,-1 1 0 0 0,0 0 0 0 0,0-1 1 0 0,0 2-1 0 0,0-1 0 0 0,0 0 0 0 0,3 6 0 0 0,-5-7 17 0 0,-1 0 0 0 0,0 0 0 0 0,0 0 0 0 0,0 1 0 0 0,0-1 0 0 0,0 1 0 0 0,0-1 0 0 0,-1 1 0 0 0,1-1 1 0 0,-1 1-1 0 0,0-1 0 0 0,0 1 0 0 0,0-1 0 0 0,0 1 0 0 0,0-1 0 0 0,0 1 0 0 0,-1-1 0 0 0,1 1 0 0 0,-1-1 0 0 0,0 1 0 0 0,0-1 1 0 0,0 0-1 0 0,0 1 0 0 0,0-1 0 0 0,0 0 0 0 0,0 0 0 0 0,-1 0 0 0 0,1 0 0 0 0,-4 4 0 0 0,-1 1 78 0 0,-1 0 0 0 0,0 0 1 0 0,0-1-1 0 0,0 1 0 0 0,-1-2 0 0 0,-13 9 0 0 0,2-5-115 0 0,0 0 0 0 0,-1-2 1 0 0,0 0-1 0 0,0-1 0 0 0,-1-1 0 0 0,1-1 0 0 0,-1-1 0 0 0,0-1 0 0 0,0-1 0 0 0,-27-1 0 0 0,-27-5-2321 0 0,-109-22 0 0 0,179 26 2148 0 0,-211-44-9543 0 0,146 29 2582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5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57 140 0 0,'38'-57'22414'0'0,"-34"109"-21690"0"0,9 252 917 0 0,-13-296-1622 0 0,2 21-991 0 0,1-12-2836 0 0,-3-16 3452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62 216 0 0,'0'-25'9464'0'0,"0"5"-3962"0"0,-4 3-2223 0 0,-2 113-2275 0 0,2-15-722 0 0,-7 91-333 0 0,13-116-3361 0 0,4-1-4869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6 1648 0 0,'-112'30'12147'0'0,"27"-6"-7479"0"0,82-23-4514 0 0,-2 1 84 0 0,5-2-231 0 0,0 0 0 0 0,0 0-1 0 0,0 0 1 0 0,0 0 0 0 0,0 0 0 0 0,0 0-1 0 0,0 1 1 0 0,0-1 0 0 0,0 0-1 0 0,0 0 1 0 0,0 0 0 0 0,0 0 0 0 0,0 0-1 0 0,0 0 1 0 0,0 0 0 0 0,0 0 0 0 0,0 0-1 0 0,0 0 1 0 0,0 0 0 0 0,0 0 0 0 0,0 1-1 0 0,0-1 1 0 0,0 0 0 0 0,0 0 0 0 0,0 0-1 0 0,0 0 1 0 0,0 0 0 0 0,0 0 0 0 0,0 0-1 0 0,0 0 1 0 0,0 0 0 0 0,0 0-1 0 0,0 0 1 0 0,0 1 0 0 0,0-1 0 0 0,0 0-1 0 0,0 0 1 0 0,0 0 0 0 0,0 0 0 0 0,0 0-1 0 0,0 0 1 0 0,0 0 0 0 0,0 0 0 0 0,0 0-1 0 0,0 0 1 0 0,-1 0 0 0 0,1 0 0 0 0,0 0-1 0 0,0 0 1 0 0,0 0 0 0 0,0 0 0 0 0,0 0-1 0 0,0 0 1 0 0,0 0 0 0 0,0 0 0 0 0,0 0-1 0 0,0 0 1 0 0,0 0 0 0 0,-1 0-1 0 0,1 0 1 0 0,0 0 0 0 0,0 0 0 0 0,0 0-1 0 0,11 2 99 0 0,0-1-1 0 0,1-1 0 0 0,-1 0 0 0 0,20-2 0 0 0,53-12 67 0 0,-51 8-121 0 0,247-32 29 0 0,-160 30-2481 0 0,-113 7 1881 0 0,37 1-3410 0 0,-19 7-2602 0 0,-15-1 2217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0 1848 0 0,'-86'25'10345'0'0,"50"-16"-6287"0"0,8-6-178 0 0,37-8-3485 0 0,9 0-326 0 0,1 1 0 0 0,0 0-1 0 0,0 2 1 0 0,0 0 0 0 0,0 1 0 0 0,0 0 0 0 0,0 2-1 0 0,31 5 1 0 0,-44-6-62 0 0,0 2-1 0 0,1-1 0 0 0,-1 1 1 0 0,0 0-1 0 0,0 0 1 0 0,0 1-1 0 0,0-1 0 0 0,-1 1 1 0 0,1 1-1 0 0,-1-1 0 0 0,1 1 1 0 0,5 6-1 0 0,-9-8-1 0 0,0 0-1 0 0,0 0 0 0 0,-1 0 1 0 0,1 1-1 0 0,-1-1 1 0 0,1 0-1 0 0,-1 1 0 0 0,0-1 1 0 0,0 1-1 0 0,0 0 1 0 0,0-1-1 0 0,-1 1 0 0 0,1 0 1 0 0,-1 0-1 0 0,0-1 1 0 0,1 1-1 0 0,-1 0 0 0 0,0 0 1 0 0,-1-1-1 0 0,1 1 1 0 0,0 0-1 0 0,-1 0 0 0 0,0-1 1 0 0,0 1-1 0 0,1 0 1 0 0,-1-1-1 0 0,-1 1 0 0 0,1-1 1 0 0,0 1-1 0 0,-4 3 1 0 0,-4 7 29 0 0,0 0 0 0 0,-1-1 0 0 0,-1 0 0 0 0,0 0 0 0 0,-1-2 0 0 0,-19 15 0 0 0,-7 7 183 0 0,-2-4 683 0 0,38-27-640 0 0,-1-3-233 0 0,3 2-27 0 0,0 0 1 0 0,-1-1 0 0 0,1 1-1 0 0,0 0 1 0 0,0 0 0 0 0,0 0-1 0 0,-1 0 1 0 0,1 0-1 0 0,0 0 1 0 0,0 0 0 0 0,0 0-1 0 0,-1-1 1 0 0,1 1-1 0 0,0 0 1 0 0,0 0 0 0 0,0 0-1 0 0,0 0 1 0 0,0-1 0 0 0,-1 1-1 0 0,1 0 1 0 0,0 0-1 0 0,0 0 1 0 0,0-1 0 0 0,0 1-1 0 0,0 0 1 0 0,0 0 0 0 0,0 0-1 0 0,0-1 1 0 0,0 1-1 0 0,0 0 1 0 0,0 0 0 0 0,0 0-1 0 0,0-1 1 0 0,0 1-1 0 0,0 0 1 0 0,0 0 0 0 0,0-1-1 0 0,0 1 1 0 0,0 0 0 0 0,0 0-1 0 0,0 0 1 0 0,0-1-1 0 0,0 1 1 0 0,0 0 0 0 0,0 0-1 0 0,1 0 1 0 0,-1-1-1 0 0,0 1 1 0 0,0 0 0 0 0,0 0-1 0 0,0 0 1 0 0,0 0 0 0 0,1-1-1 0 0,-1 1 1 0 0,0 0-1 0 0,0 0 1 0 0,0 0 0 0 0,1 0-1 0 0,-1 0 1 0 0,0 0-1 0 0,0 0 1 0 0,0 0 0 0 0,1-1-1 0 0,-1 1 1 0 0,0 0 0 0 0,0 0-1 0 0,0 0 1 0 0,1 0-1 0 0,-1 0 1 0 0,11-7 2 0 0,-8 5-2 0 0,1 0 1 0 0,-1-1 0 0 0,1 1-1 0 0,-1 0 1 0 0,1 1 0 0 0,0-1-1 0 0,0 1 1 0 0,0-1-1 0 0,0 1 1 0 0,5-1 0 0 0,1 2 2 0 0,0-1 1 0 0,0 1 0 0 0,0 0-1 0 0,0 1 1 0 0,-1 0-1 0 0,1 1 1 0 0,0 0-1 0 0,-1 0 1 0 0,1 1 0 0 0,-1 0-1 0 0,0 1 1 0 0,0 0-1 0 0,0 0 1 0 0,-1 1-1 0 0,1 0 1 0 0,-1 1 0 0 0,0 0-1 0 0,-1 0 1 0 0,1 1-1 0 0,6 8 1 0 0,-7-6 98 0 0,1 0-1 0 0,-2 0 1 0 0,0 1 0 0 0,0 0 0 0 0,-1 0 0 0 0,0 1-1 0 0,0 0 1 0 0,-1 0 0 0 0,-1 0 0 0 0,0 0 0 0 0,0 0-1 0 0,-1 1 1 0 0,-1-1 0 0 0,1 18 0 0 0,-3-22 41 0 0,1 0-1 0 0,-1 0 1 0 0,0 0 0 0 0,0-1 0 0 0,-1 1 0 0 0,1 0 0 0 0,-2-1 0 0 0,1 1 0 0 0,-1-1-1 0 0,0 0 1 0 0,0 1 0 0 0,-1-1 0 0 0,1-1 0 0 0,-1 1 0 0 0,-1-1 0 0 0,1 1-1 0 0,-1-1 1 0 0,0 0 0 0 0,0-1 0 0 0,0 1 0 0 0,-1-1 0 0 0,0 0 0 0 0,0-1 0 0 0,0 1-1 0 0,-10 3 1 0 0,4-2-44 0 0,-1-1 0 0 0,0 0 0 0 0,0-1 0 0 0,0-1-1 0 0,0 0 1 0 0,0-1 0 0 0,-1 0 0 0 0,1-1 0 0 0,0 0 0 0 0,-16-3-1 0 0,-14-4 2 0 0,-74-23-1 0 0,61 14-67 0 0,-10-5-1325 0 0,27 0-5986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111 246 1244 0 0,'0'0'1557'0'0,"29"-49"16281"0"0,-36 55-16695 0 0,-10 15-1087 0 0,1 1 1 0 0,1 0-1 0 0,1 1 0 0 0,1 1 0 0 0,1 0 1 0 0,-13 37-1 0 0,20-48 18 0 0,1 1 1 0 0,1 0-1 0 0,0 0 1 0 0,0 0-1 0 0,2 0 1 0 0,0 0-1 0 0,0 0 1 0 0,2 0-1 0 0,-1 1 1 0 0,2-1-1 0 0,0 0 1 0 0,1 0-1 0 0,0 0 1 0 0,6 15-1 0 0,-5-20 17 0 0,0 0-1 0 0,0-1 0 0 0,1 1 1 0 0,0-1-1 0 0,1 0 0 0 0,0 0 1 0 0,0-1-1 0 0,0 0 0 0 0,1 0 1 0 0,0-1-1 0 0,1 1 0 0 0,15 9 1 0 0,-11-9-4 0 0,0-1 1 0 0,0-1 0 0 0,1 0 0 0 0,0 0 0 0 0,0-1 0 0 0,0-1-1 0 0,0 0 1 0 0,20 1 0 0 0,-6-3 3 0 0,-1-1 1 0 0,1-1-1 0 0,-1-1 0 0 0,1-1 0 0 0,-1-2 1 0 0,0 0-1 0 0,0-2 0 0 0,46-19 1 0 0,-48 16-56 0 0,0-2 0 0 0,-1 0 0 0 0,-1-2 1 0 0,0 0-1 0 0,-1-2 0 0 0,-1 0 0 0 0,0-1 1 0 0,-1-1-1 0 0,-1-1 0 0 0,-1-1 0 0 0,0 0 0 0 0,-2-1 1 0 0,0-1-1 0 0,16-33 0 0 0,-26 44-6 0 0,-1 0-1 0 0,0-1 1 0 0,0 0 0 0 0,-1 0-1 0 0,-1 0 1 0 0,0 0 0 0 0,-1 0-1 0 0,0 0 1 0 0,-1-1-1 0 0,0 1 1 0 0,-1 0 0 0 0,0-1-1 0 0,-1 1 1 0 0,0 0 0 0 0,-1 0-1 0 0,-1 0 1 0 0,0 1 0 0 0,0-1-1 0 0,-1 1 1 0 0,0 0-1 0 0,-11-15 1 0 0,8 14-42 0 0,-1-1-1 0 0,-1 1 1 0 0,0 0 0 0 0,0 1 0 0 0,-1 1-1 0 0,-1-1 1 0 0,0 2 0 0 0,0 0-1 0 0,0 0 1 0 0,-2 1 0 0 0,1 1-1 0 0,-1 0 1 0 0,0 0 0 0 0,0 2-1 0 0,0 0 1 0 0,-27-6 0 0 0,18 8-444 0 0,0 0-1 0 0,0 1 1 0 0,0 2 0 0 0,0 0 0 0 0,-1 1 0 0 0,1 1-1 0 0,0 2 1 0 0,0 0 0 0 0,-34 12 0 0 0,34-8-910 0 0,0 2 0 0 0,0 0 0 0 0,1 1 0 0 0,1 2 0 0 0,-25 17 1 0 0,14-6-3389 0 0,1 2-2397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9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69 1720 0 0,'-1'-7'1510'0'0,"-1"0"0"0"0,0 0 0 0 0,0 0 0 0 0,-1 1 0 0 0,0-1-1 0 0,0 1 1 0 0,-6-9 0 0 0,8 13-919 0 0,1 2-513 0 0,0-1 0 0 0,-1 1 0 0 0,1 0 0 0 0,0-1 0 0 0,-1 1 0 0 0,1 0 0 0 0,0-1 0 0 0,-1 1 0 0 0,1 0 0 0 0,-1 0 0 0 0,1-1 0 0 0,0 1 0 0 0,-1 0 0 0 0,1 0 0 0 0,-1 0 0 0 0,1-1 0 0 0,-1 1 0 0 0,1 0 0 0 0,-1 0 0 0 0,1 0 0 0 0,-1 0 0 0 0,1 0 0 0 0,-1 0-1 0 0,1 0 1 0 0,-1 0 0 0 0,1 0 0 0 0,-1 0 0 0 0,1 0 0 0 0,-1 1 0 0 0,1-1 0 0 0,-1 0 0 0 0,1 0 0 0 0,-1 0 0 0 0,1 1 0 0 0,0-1 0 0 0,-1 0 0 0 0,1 0 0 0 0,-1 1 0 0 0,1-1 0 0 0,0 0 0 0 0,-1 1 0 0 0,1-1 0 0 0,0 1 0 0 0,-1-1 0 0 0,1 0 0 0 0,0 1 0 0 0,-6 23 539 0 0,1-1 1 0 0,1 1-1 0 0,-1 29 1 0 0,3 77-13 0 0,2-96-469 0 0,9 126 218 0 0,-1-5-647 0 0,-6-138-2383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2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98 1776 0 0,'7'-18'13161'0'0,"-10"22"-12846"0"0,0 0 0 0 0,0-1 1 0 0,0 1-1 0 0,1 1 0 0 0,-1-1 0 0 0,1 0 1 0 0,0 0-1 0 0,0 1 0 0 0,1 0 0 0 0,-1-1 1 0 0,-1 9-1 0 0,-8 56 962 0 0,9-46-1070 0 0,1 0 0 0 0,1 0 0 0 0,1 0 0 0 0,6 35 0 0 0,-6-50-194 0 0,0 0 1 0 0,1 0-1 0 0,1-1 1 0 0,-1 1-1 0 0,1-1 1 0 0,0 0-1 0 0,1 0 1 0 0,0 0 0 0 0,0 0-1 0 0,0-1 1 0 0,1 1-1 0 0,0-1 1 0 0,0 0-1 0 0,0-1 1 0 0,1 1-1 0 0,0-1 1 0 0,8 5-1 0 0,-10-8-5 0 0,2 1-1 0 0,-1-1 1 0 0,0 0-1 0 0,0 0 1 0 0,1-1-1 0 0,-1 0 1 0 0,1 0-1 0 0,-1 0 1 0 0,1 0-1 0 0,-1-1 1 0 0,1 0 0 0 0,-1 0-1 0 0,1-1 1 0 0,-1 1-1 0 0,1-1 1 0 0,-1 0-1 0 0,1-1 1 0 0,-1 0-1 0 0,0 1 1 0 0,1-2-1 0 0,-1 1 1 0 0,0 0-1 0 0,8-7 1 0 0,-2 2 9 0 0,-1 0 1 0 0,0-1 0 0 0,0 0 0 0 0,-1-1-1 0 0,0 1 1 0 0,-1-2 0 0 0,0 0-1 0 0,0 0 1 0 0,9-17 0 0 0,-11 16-14 0 0,0 0 1 0 0,-2-1-1 0 0,1 1 1 0 0,-1-1-1 0 0,-1 0 1 0 0,0 0-1 0 0,-1-1 1 0 0,0 1-1 0 0,-1 0 0 0 0,0-20 1 0 0,-2 25-3 0 0,0-1 0 0 0,0 0 0 0 0,0 1-1 0 0,-1-1 1 0 0,0 1 0 0 0,0-1 0 0 0,-1 1 0 0 0,0 0 0 0 0,-1 0-1 0 0,1 0 1 0 0,-1 0 0 0 0,0 1 0 0 0,-1-1 0 0 0,0 1 0 0 0,0 0 0 0 0,0 1-1 0 0,-12-11 1 0 0,4 7-60 0 0,0 0 0 0 0,-1 1 0 0 0,0 1 0 0 0,0 0 0 0 0,-1 0 0 0 0,0 2 0 0 0,-27-8-1 0 0,2 5-345 0 0,-70-6 1 0 0,109 14 213 0 0,-1 0 0 0 0,0 0 1 0 0,1 0-1 0 0,-1 0 0 0 0,1 0 1 0 0,-1 1-1 0 0,1-1 0 0 0,-1 0 1 0 0,1 1-1 0 0,0-1 0 0 0,-1 1 1 0 0,1-1-1 0 0,-1 1 0 0 0,1 0 1 0 0,0 0-1 0 0,0 0 0 0 0,-1-1 1 0 0,1 1-1 0 0,0 0 1 0 0,-2 2-1 0 0,-3 9-4691 0 0,5-11 4184 0 0,1 1 0 0 0,-1 0 0 0 0,1 0 0 0 0,-1 3-1 0 0,0 9-4991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102 238 640 0 0,'-18'20'4440'0'0,"-2"0"1"0"0,-30 23-1 0 0,49-42-4283 0 0,0-1 0 0 0,0 1 0 0 0,0 0 0 0 0,0 0 0 0 0,0 0-1 0 0,1-1 1 0 0,-1 1 0 0 0,0 0 0 0 0,0 0 0 0 0,1 0 0 0 0,-1 0 0 0 0,0 0 0 0 0,1 1-1 0 0,-1-1 1 0 0,1 0 0 0 0,0 0 0 0 0,-1 0 0 0 0,1 0 0 0 0,0 0 0 0 0,0 1 0 0 0,-1-1-1 0 0,1 0 1 0 0,0 0 0 0 0,0 2 0 0 0,1-2-97 0 0,0-1 1 0 0,0 0-1 0 0,1 0 0 0 0,-1 0 1 0 0,0 0-1 0 0,0 0 0 0 0,0 0 1 0 0,0 0-1 0 0,0 0 1 0 0,0 0-1 0 0,0 0 0 0 0,2-1 1 0 0,-3 1 19 0 0,21-4 280 0 0,0-1-1 0 0,0-1 1 0 0,36-15-1 0 0,-20 7-174 0 0,103-38 133 0 0,206-72 0 0 0,9 31-197 0 0,-315 85-117 0 0,79-12-317 0 0,-118 20 169 0 0,1 0 0 0 0,0 0 0 0 0,0 0 1 0 0,-1 0-1 0 0,1 1 0 0 0,0-1 1 0 0,-1 0-1 0 0,1 1 0 0 0,-1 0 0 0 0,1-1 1 0 0,0 1-1 0 0,-1 0 0 0 0,1 0 1 0 0,-1-1-1 0 0,0 1 0 0 0,1 0 0 0 0,-1 1 1 0 0,0-1-1 0 0,1 0 0 0 0,-1 0 1 0 0,2 3-1 0 0,-2 0-1435 0 0,-1-4 1371 0 0,1 1 0 0 0,-1 0 0 0 0,0 0 0 0 0,0-1 0 0 0,0 1-1 0 0,0 0 1 0 0,-1 0 0 0 0,1-1 0 0 0,0 1 0 0 0,0 0 0 0 0,0-1-1 0 0,-1 1 1 0 0,1 0 0 0 0,0-1 0 0 0,-1 1 0 0 0,1 0 0 0 0,-1 0-1 0 0,-7 16-5352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58 2644 0 0,'-79'52'18915'0'0,"88"-61"-18326"0"0,14-13-506 0 0,-5 9-17 0 0,1 1 0 0 0,1 1-1 0 0,-1 0 1 0 0,2 2 0 0 0,35-12-1 0 0,-52 20-52 0 0,0 1 0 0 0,1 0 0 0 0,-1 0 0 0 0,0 0 0 0 0,1 0 0 0 0,-1 1 0 0 0,0 0 0 0 0,0 0 0 0 0,0 0 0 0 0,1 0 0 0 0,-1 0 0 0 0,0 1 0 0 0,-1 0 0 0 0,1 0 0 0 0,0 0 0 0 0,0 0 0 0 0,-1 1 0 0 0,5 3 0 0 0,-5-2 2 0 0,0 0-1 0 0,0 0 1 0 0,-1 0 0 0 0,0 0-1 0 0,0 0 1 0 0,0 1-1 0 0,0-1 1 0 0,0 1 0 0 0,-1-1-1 0 0,0 1 1 0 0,0 0 0 0 0,0-1-1 0 0,-1 1 1 0 0,1 0 0 0 0,-1 0-1 0 0,-1 8 1 0 0,-1 7 65 0 0,-2 0 0 0 0,-9 33 0 0 0,5-19 182 0 0,-10 29 1380 0 0,17-61-1420 0 0,1 6 754 0 0,11-18-903 0 0,-8 7-61 0 0,0 0 0 0 0,1 0 0 0 0,-1 0-1 0 0,1 1 1 0 0,0-1 0 0 0,0 1-1 0 0,0 0 1 0 0,0 0 0 0 0,0 0 0 0 0,0 1-1 0 0,8-3 1 0 0,-7 3-9 0 0,0 0-1 0 0,-1 0 1 0 0,1 0 0 0 0,0 0-1 0 0,0 1 1 0 0,0 0 0 0 0,0 0-1 0 0,0 0 1 0 0,0 0-1 0 0,0 1 1 0 0,0 0 0 0 0,-1 0-1 0 0,1 0 1 0 0,0 1 0 0 0,0 0-1 0 0,-1-1 1 0 0,1 2 0 0 0,-1-1-1 0 0,6 4 1 0 0,-3-1 40 0 0,1 0 0 0 0,-2 0 0 0 0,1 0 0 0 0,-1 1 0 0 0,1 0 0 0 0,-1 0 0 0 0,-1 1 0 0 0,0 0 0 0 0,0 0 0 0 0,0 0-1 0 0,4 9 1 0 0,-6-9 96 0 0,-1 0-1 0 0,1 0 1 0 0,-1 1-1 0 0,-1-1 0 0 0,1 1 1 0 0,-1-1-1 0 0,-1 1 1 0 0,1 0-1 0 0,-1-1 0 0 0,-1 1 1 0 0,1-1-1 0 0,-4 14 1 0 0,2-11-27 0 0,0 0 1 0 0,-1-1 0 0 0,0 0 0 0 0,0 0 0 0 0,-1 0-1 0 0,-1 0 1 0 0,1 0 0 0 0,-1-1 0 0 0,-1 0 0 0 0,0 0-1 0 0,0 0 1 0 0,0-1 0 0 0,-1 1 0 0 0,0-2 0 0 0,0 1-1 0 0,-1-1 1 0 0,0 0 0 0 0,0-1 0 0 0,0 1 0 0 0,-1-2-1 0 0,1 1 1 0 0,-1-1 0 0 0,-1-1 0 0 0,1 0 0 0 0,0 0-1 0 0,-1 0 1 0 0,1-1 0 0 0,-1-1 0 0 0,0 0 0 0 0,0 0-1 0 0,1-1 1 0 0,-19-1 0 0 0,7-3-482 0 0,0 0-1 0 0,0-1 1 0 0,0-1 0 0 0,1-1-1 0 0,0-1 1 0 0,0-1 0 0 0,1 0 0 0 0,0-2-1 0 0,1 0 1 0 0,0-1 0 0 0,-26-23-1 0 0,42 33-364 0 0,-1 0-1 0 0,1-1 0 0 0,0 1 0 0 0,0-1 1 0 0,0 0-1 0 0,0 1 0 0 0,1-1 1 0 0,-3-6-1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50 392 0 0,'0'0'2700'0'0,"7"29"9914"0"0,-4-28-12505 0 0,-1 0 0 0 0,0 0 0 0 0,0 0 0 0 0,0 0 0 0 0,1 0 0 0 0,-1 0 1 0 0,0-1-1 0 0,1 1 0 0 0,-1-1 0 0 0,0 1 0 0 0,1-1 0 0 0,-1 0 0 0 0,1 0 0 0 0,-1 0 0 0 0,0-1 0 0 0,1 1 0 0 0,3-1 0 0 0,55-10 299 0 0,-53 10-320 0 0,54-12 132 0 0,222-39 155 0 0,-281 52-360 0 0,30-9 113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4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107 113 108 0 0,'-10'-10'5252'0'0,"-49"-26"4117"0"0,58 36-8845 0 0,-11-16 1239 0 0,14 14-1736 0 0,-1-1 0 0 0,1 1 0 0 0,0-1 0 0 0,0 1 1 0 0,0 0-1 0 0,0 0 0 0 0,0 0 0 0 0,0 0 0 0 0,0 0 1 0 0,1 1-1 0 0,-1-1 0 0 0,1 0 0 0 0,-1 1 0 0 0,1 0 1 0 0,0 0-1 0 0,-1 0 0 0 0,4-1 0 0 0,52-13 84 0 0,-50 14-109 0 0,1 0 1 0 0,-1 1-1 0 0,1-1 1 0 0,-1 2 0 0 0,1-1-1 0 0,-1 1 1 0 0,1 0-1 0 0,-1 1 1 0 0,0 0 0 0 0,16 6-1 0 0,-21-6-2 0 0,1 0-1 0 0,-2 0 1 0 0,1-1-1 0 0,0 2 1 0 0,0-1-1 0 0,-1 0 1 0 0,1 1-1 0 0,-1-1 0 0 0,0 1 1 0 0,1-1-1 0 0,-1 1 1 0 0,-1 0-1 0 0,1 0 1 0 0,0 0-1 0 0,1 4 1 0 0,-1-1 0 0 0,0 0 0 0 0,-1 0 1 0 0,0 0-1 0 0,0 1 0 0 0,0-1 1 0 0,-1 0-1 0 0,0 12 0 0 0,-3 4 5 0 0,-1 0 0 0 0,0 0-1 0 0,-13 34 1 0 0,16-54-4 0 0,-10 30 7 0 0,-2-1 1 0 0,-1-1 0 0 0,-18 30-1 0 0,-61 82 443 0 0,51-81-8 0 0,-4 11 475 0 0,45-70-763 0 0,1-1-128 0 0,0 0-1 0 0,0-1 1 0 0,1 1 0 0 0,-1 0-1 0 0,0 0 1 0 0,1-1 0 0 0,-1 1-1 0 0,0 0 1 0 0,1 0-1 0 0,-1-1 1 0 0,1 1 0 0 0,0-1-1 0 0,-1 1 1 0 0,1 0 0 0 0,-1-1-1 0 0,1 1 1 0 0,0-1-1 0 0,-1 1 1 0 0,1-1 0 0 0,0 0-1 0 0,-1 1 1 0 0,1-1 0 0 0,0 0-1 0 0,0 1 1 0 0,0-1-1 0 0,-1 0 1 0 0,1 0 0 0 0,0 0-1 0 0,0 0 1 0 0,0 0 0 0 0,-1 0-1 0 0,1 0 1 0 0,2 0-1 0 0,35-2 160 0 0,-31 1-124 0 0,224-35 245 0 0,-69 9-239 0 0,21 3-1661 0 0,-180 23 892 0 0,0 2-104 0 0,6 1-208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186 155 404 0 0,'-185'98'16708'0'0,"191"-99"-16498"0"0,-1 0-1 0 0,1 0 1 0 0,-1-1 0 0 0,1 0-1 0 0,-1 0 1 0 0,0 0-1 0 0,6-4 1 0 0,8-3 21 0 0,120-44 178 0 0,2 6 0 0 0,250-49 0 0 0,-215 68-732 0 0,-173 27 135 0 0,-1 1 0 0 0,1-1 1 0 0,-1 1-1 0 0,1 0 0 0 0,0 0 1 0 0,-1 0-1 0 0,1 0 0 0 0,-1 1 1 0 0,1-1-1 0 0,-1 1 0 0 0,1-1 1 0 0,-1 1-1 0 0,1 0 0 0 0,-1 0 1 0 0,1 0-1 0 0,-1 0 0 0 0,0 1 1 0 0,0-1-1 0 0,3 3 0 0 0,-4-4-51 0 0,0 1-1 0 0,-1 0 1 0 0,1 0 0 0 0,0 0-1 0 0,-1 0 1 0 0,1 0 0 0 0,0 0-1 0 0,-1 0 1 0 0,0 1-1 0 0,1-1 1 0 0,-1 0 0 0 0,0 0-1 0 0,1 0 1 0 0,-1 0 0 0 0,0 1-1 0 0,0-1 1 0 0,0 0-1 0 0,0 2 1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5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2080 0 0,'-134'63'15974'0'0,"129"-60"-13643"0"0,20-10-1989 0 0,0 2-272 0 0,-1 1 1 0 0,1 0-1 0 0,0 1 0 0 0,0 0 0 0 0,0 1 0 0 0,0 1 0 0 0,1 1 0 0 0,16 1 1 0 0,-29-1-68 0 0,0 0 1 0 0,0 0 0 0 0,-1 1 0 0 0,1-1-1 0 0,0 1 1 0 0,0-1 0 0 0,-1 1-1 0 0,1 0 1 0 0,-1 0 0 0 0,1 0 0 0 0,-1 0-1 0 0,1 1 1 0 0,-1-1 0 0 0,0 1 0 0 0,1-1-1 0 0,-1 1 1 0 0,0 0 0 0 0,0 0 0 0 0,0 0-1 0 0,-1 0 1 0 0,1 0 0 0 0,0 0-1 0 0,-1 1 1 0 0,1-1 0 0 0,-1 1 0 0 0,0-1-1 0 0,0 1 1 0 0,0-1 0 0 0,0 1 0 0 0,0-1-1 0 0,-1 1 1 0 0,1 0 0 0 0,-1 0-1 0 0,1-1 1 0 0,-1 1 0 0 0,0 0 0 0 0,0 0-1 0 0,-1 5 1 0 0,0 0 37 0 0,-1 1 0 0 0,1 0-1 0 0,-2-1 1 0 0,1 1 0 0 0,-1-1-1 0 0,0 0 1 0 0,-1 1 0 0 0,0-2 0 0 0,0 1-1 0 0,-9 12 1 0 0,-30 40 572 0 0,41-59-467 0 0,0 3 33 0 0,-6 10 698 0 0,8-13-866 0 0,0-1 0 0 0,0 0-1 0 0,0 0 1 0 0,0 1 0 0 0,0-1 0 0 0,0 0 0 0 0,0 0 0 0 0,0 1 0 0 0,0-1 0 0 0,0 0 0 0 0,0 0 0 0 0,0 0-1 0 0,0 1 1 0 0,0-1 0 0 0,0 0 0 0 0,0 0 0 0 0,0 1 0 0 0,0-1 0 0 0,0 0 0 0 0,0 0 0 0 0,0 1 0 0 0,1-1 0 0 0,-1 0-1 0 0,0 0 1 0 0,0 0 0 0 0,0 1 0 0 0,0-1 0 0 0,1 0 0 0 0,-1 0 0 0 0,0 0 0 0 0,0 0 0 0 0,0 0 0 0 0,1 1 0 0 0,-1-1-1 0 0,0 0 1 0 0,0 0 0 0 0,0 0 0 0 0,1 0 0 0 0,-1 0 0 0 0,0 0 0 0 0,0 0 0 0 0,1 0 0 0 0,-1 0 0 0 0,0 0 0 0 0,0 0-1 0 0,1 0 1 0 0,-1 0 0 0 0,0 0 0 0 0,0 0 0 0 0,1 0 0 0 0,-1 0 0 0 0,0 0 0 0 0,0 0 0 0 0,1 0 0 0 0,-1 0 0 0 0,10-1-12 0 0,0 1 0 0 0,-1 0 1 0 0,1 0-1 0 0,0 1 0 0 0,0 1 1 0 0,-1 0-1 0 0,1 0 0 0 0,-1 0 1 0 0,0 2-1 0 0,16 6 1 0 0,-19-7 46 0 0,-1 0 1 0 0,1 0 0 0 0,-1 1 0 0 0,0 0 0 0 0,0 0 0 0 0,0 0 0 0 0,0 0 0 0 0,-1 1 0 0 0,0 0 0 0 0,0 0 0 0 0,0 0 0 0 0,0 0-1 0 0,-1 1 1 0 0,0-1 0 0 0,0 1 0 0 0,0 0 0 0 0,2 10 0 0 0,-3-8 183 0 0,0 0 0 0 0,-1 1 0 0 0,0-1 0 0 0,-1 1 0 0 0,0 0 0 0 0,0-1 0 0 0,0 1 0 0 0,-1-1 0 0 0,-1 1 0 0 0,1-1 1 0 0,-2 0-1 0 0,1 0 0 0 0,-1 1 0 0 0,0-1 0 0 0,0-1 0 0 0,-1 1 0 0 0,0 0 0 0 0,-1-1 0 0 0,0 0 0 0 0,0 0 0 0 0,0-1 0 0 0,-8 8 0 0 0,9-9-104 0 0,1-1-1 0 0,-1 0 1 0 0,-1 0 0 0 0,1 0-1 0 0,-1 0 1 0 0,1-1-1 0 0,-1 0 1 0 0,0 1 0 0 0,0-2-1 0 0,0 1 1 0 0,-1-1-1 0 0,1 0 1 0 0,-1 0 0 0 0,1 0-1 0 0,-1-1 1 0 0,0 0-1 0 0,-8 1 1 0 0,-10-1-136 0 0,0-1 0 0 0,0 0-1 0 0,1-2 1 0 0,-1-1 0 0 0,0-2 0 0 0,1 0 0 0 0,0-1-1 0 0,0-1 1 0 0,-31-14 0 0 0,50 20-319 0 0,1-1 0 0 0,0 0 0 0 0,-1 0-1 0 0,1 0 1 0 0,0 0 0 0 0,0 0 0 0 0,0-1 0 0 0,1 1 0 0 0,-1-1 0 0 0,-3-3-1 0 0,5 4 57 0 0,1 1-1 0 0,-1-1 1 0 0,0 1-1 0 0,1-1 1 0 0,-1 0-1 0 0,1 1 1 0 0,-1-1-1 0 0,1 0 1 0 0,0 1-1 0 0,-1-1 1 0 0,1 0-1 0 0,0 1 1 0 0,0-1-1 0 0,0 0 0 0 0,1 0 1 0 0,-1 1-1 0 0,0-1 1 0 0,1 0-1 0 0,-1 1 1 0 0,1-1-1 0 0,-1 1 1 0 0,1-1-1 0 0,0 0 1 0 0,0 1-1 0 0,0-2 1 0 0,6-7-2505 0 0,-1-1-1 0 0,1 1 1 0 0,12-12 0 0 0,1 2-5638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57 133 2056 0 0,'-20'-46'5761'0'0,"12"30"-3018"0"0,-9-28-1 0 0,6 18 1134 0 0,16 38-3336 0 0,62 114 809 0 0,-22-46-1111 0 0,-18-26-160 0 0,28 51-2363 0 0,-42-84-1272 0 0,18 22 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8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44 320 0 0,'0'-2'458'0'0,"0"0"-1"0"0,0 0 1 0 0,0 0 0 0 0,0 0-1 0 0,0 0 1 0 0,0 0-1 0 0,-1 0 1 0 0,1 0 0 0 0,-1 0-1 0 0,0 0 1 0 0,1 0 0 0 0,-1 0-1 0 0,0 0 1 0 0,0 0-1 0 0,0 0 1 0 0,0 1 0 0 0,-1-1-1 0 0,1 0 1 0 0,0 1 0 0 0,-3-3-1 0 0,3 4-370 0 0,0 0 0 0 0,0-1 0 0 0,0 1-1 0 0,0 0 1 0 0,0 0 0 0 0,0 0 0 0 0,0 0-1 0 0,0 0 1 0 0,0 0 0 0 0,0 0 0 0 0,0 0 0 0 0,0 0-1 0 0,0 0 1 0 0,0 1 0 0 0,0-1 0 0 0,1 0 0 0 0,-1 1-1 0 0,0-1 1 0 0,-1 1 0 0 0,-17 9 801 0 0,-7 10-344 0 0,0 0-1 0 0,2 2 1 0 0,0 1 0 0 0,-30 38 0 0 0,22-25-325 0 0,6-6-264 0 0,1 2 0 0 0,2 0 0 0 0,0 2 0 0 0,-23 50 0 0 0,4 17-7678 0 0,35-85 2583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8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30 2484 0 0,'3'-29'13205'0'0,"-5"70"-12632"0"0,-2 1-1 0 0,-11 41 1 0 0,-2 23-3761 0 0,14-53-5140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8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1088 0 0,'0'-12'1493'0'0,"1"0"0"0"0,0 0 0 0 0,0 0-1 0 0,1 0 1 0 0,7-21 0 0 0,-7 27-1294 0 0,0 1 0 0 0,0 1 1 0 0,1-1-1 0 0,-1 0 0 0 0,1 0 0 0 0,0 1 0 0 0,1 0 0 0 0,-1-1 1 0 0,1 1-1 0 0,-1 0 0 0 0,1 1 0 0 0,0-1 0 0 0,1 1 0 0 0,7-5 1 0 0,-11 7-187 0 0,0 0 1 0 0,1 1 0 0 0,-1-1-1 0 0,1 1 1 0 0,-1-1 0 0 0,1 1-1 0 0,0-1 1 0 0,-1 1 0 0 0,1 0-1 0 0,-1 0 1 0 0,1 0 0 0 0,0 0-1 0 0,-1 0 1 0 0,1 0 0 0 0,-1 0-1 0 0,1 0 1 0 0,-1 1 0 0 0,1-1-1 0 0,0 0 1 0 0,-1 1 0 0 0,1 0 0 0 0,-1-1-1 0 0,0 1 1 0 0,1 0 0 0 0,-1 0-1 0 0,1 0 1 0 0,-1 0 0 0 0,0 0-1 0 0,0 0 1 0 0,0 0 0 0 0,1 0-1 0 0,-1 0 1 0 0,0 0 0 0 0,-1 1-1 0 0,1-1 1 0 0,1 3 0 0 0,1 0 6 0 0,-1 0 0 0 0,0 1 0 0 0,0-1 0 0 0,0 1 0 0 0,-1-1 0 0 0,1 1 0 0 0,-1-1 0 0 0,-1 1 0 0 0,1 0 0 0 0,0 8 0 0 0,-3 6-14 0 0,-1-1 0 0 0,-1-1 0 0 0,-1 1 0 0 0,0 0 0 0 0,-1-1 0 0 0,-1 0 0 0 0,-1-1 0 0 0,0 0 0 0 0,-1 0 0 0 0,-15 21 0 0 0,13-19 7 0 0,11-17-14 0 0,0-1 0 0 0,0 0 0 0 0,0 0-1 0 0,0 1 1 0 0,0-1 0 0 0,0 0 0 0 0,0 1 0 0 0,0-1 0 0 0,0 0-1 0 0,0 0 1 0 0,0 1 0 0 0,0-1 0 0 0,0 0 0 0 0,1 1 0 0 0,-1-1 0 0 0,0 0-1 0 0,0 0 1 0 0,0 1 0 0 0,0-1 0 0 0,0 0 0 0 0,1 0 0 0 0,-1 0 0 0 0,0 1-1 0 0,0-1 1 0 0,1 0 0 0 0,-1 0 0 0 0,0 0 0 0 0,0 0 0 0 0,0 1 0 0 0,1-1-1 0 0,-1 0 1 0 0,0 0 0 0 0,1 0 0 0 0,-1 0 0 0 0,0 0 0 0 0,0 0-1 0 0,1 0 1 0 0,-1 0 0 0 0,0 0 0 0 0,0 0 0 0 0,1 0 0 0 0,-1 0 0 0 0,3 1-2 0 0,16-5-23 0 0,-16 4 31 0 0,5 0 63 0 0,-1 1 1 0 0,1 0 0 0 0,-1 0 0 0 0,0 1 0 0 0,0 0 0 0 0,0 0 0 0 0,0 1 0 0 0,0 0 0 0 0,0 0-1 0 0,0 0 1 0 0,-1 1 0 0 0,6 4 0 0 0,-8-5 69 0 0,0 0 0 0 0,-1 0 1 0 0,1 0-1 0 0,-1 0 0 0 0,0 1 0 0 0,0-1 1 0 0,0 1-1 0 0,0 0 0 0 0,-1 0 0 0 0,0 0 0 0 0,0 0 1 0 0,0 0-1 0 0,0 0 0 0 0,0 1 0 0 0,-1-1 1 0 0,0 0-1 0 0,0 1 0 0 0,0 0 0 0 0,0-1 1 0 0,-1 1-1 0 0,0 7 0 0 0,-1-4 24 0 0,0-1 0 0 0,0 0 0 0 0,-1 1 0 0 0,0-1 0 0 0,0 0 0 0 0,-1 0 0 0 0,0 0 0 0 0,0-1 0 0 0,-1 1 0 0 0,0-1-1 0 0,0 0 1 0 0,0 0 0 0 0,-1 0 0 0 0,0 0 0 0 0,0-1 0 0 0,0 0 0 0 0,-1 0 0 0 0,1 0 0 0 0,-1-1 0 0 0,0 1 0 0 0,-1-1 0 0 0,-10 4 0 0 0,13-6-136 0 0,-1-1 1 0 0,1-1-1 0 0,-1 1 0 0 0,1 0 1 0 0,-1-1-1 0 0,1 0 0 0 0,-1 0 0 0 0,1-1 1 0 0,-1 1-1 0 0,1-1 0 0 0,-1 0 1 0 0,-4-1-1 0 0,6 0-62 0 0,-1 1-1 0 0,1-1 1 0 0,0 0-1 0 0,-1 1 1 0 0,1-1-1 0 0,0-1 1 0 0,1 1-1 0 0,-1 0 1 0 0,0-1-1 0 0,1 0 1 0 0,-1 1-1 0 0,1-1 1 0 0,-4-6-1 0 0,5 6-153 0 0,0 1-1 0 0,0-1 0 0 0,0 0 1 0 0,0 1-1 0 0,0-1 0 0 0,1 0 1 0 0,-1 0-1 0 0,1 1 0 0 0,0-1 1 0 0,0 0-1 0 0,0 0 0 0 0,0 0 1 0 0,0 1-1 0 0,1-1 0 0 0,-1 0 1 0 0,1 0-1 0 0,0 1 1 0 0,0-1-1 0 0,0 0 0 0 0,1-2 1 0 0,5-8-1490 0 0,1 1 0 0 0,0 0 0 0 0,0 0 1 0 0,1 1-1 0 0,17-17 0 0 0,-6 8-3091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9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31 1724 0 0,'-4'-8'13451'0'0,"13"5"-13373"0"0,-1 0 0 0 0,1 1 0 0 0,0 0 0 0 0,0 0 0 0 0,0 1 0 0 0,18-1 0 0 0,-6 1-232 0 0,-4-1-130 0 0,28-2-2834 0 0,-17 3-2815 0 0,-16 1 2105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19 1728 0 0,'-3'2'700'0'0,"-4"1"934"0"0,1 1-1 0 0,0-1 0 0 0,-1 1 1 0 0,-8 8 518 0 0,18-12-1966 0 0,10-1-188 0 0,-1 0-1 0 0,1-1 1 0 0,-1-1-1 0 0,16-5 0 0 0,26-10-3141 0 0,-40 13 1319 0 0,10-3-2089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39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49 2052 0 0,'0'-3'2122'0'0,"-2"-34"5840"0"0,2 28-4414 0 0,-3 19-3034 0 0,1 0 1 0 0,1-1-1 0 0,0 1 0 0 0,0 0 0 0 0,1 0 0 0 0,0 0 1 0 0,3 14-1 0 0,-1 15 273 0 0,1 328 781 0 0,-3-365-1547 0 0,10-15-88 0 0,-3-3 32 0 0,1 1-1 0 0,0 1 1 0 0,1 0 0 0 0,1 0 0 0 0,0 0 0 0 0,1 2 0 0 0,21-21-1 0 0,-29 31 27 0 0,0 0 0 0 0,0 1-1 0 0,-1-1 1 0 0,1 1-1 0 0,0 0 1 0 0,0 0 0 0 0,1 0-1 0 0,-1 0 1 0 0,0 1-1 0 0,0-1 1 0 0,5 1 0 0 0,-5-1 7 0 0,1 1 1 0 0,0 1 0 0 0,-1-1-1 0 0,1 0 1 0 0,-1 1 0 0 0,0 0-1 0 0,1-1 1 0 0,-1 1 0 0 0,1 1 0 0 0,-1-1-1 0 0,0 0 1 0 0,0 1 0 0 0,0 0-1 0 0,0 0 1 0 0,0 0 0 0 0,0 0-1 0 0,0 0 1 0 0,-1 0 0 0 0,1 1-1 0 0,-1-1 1 0 0,0 1 0 0 0,1 0 0 0 0,-1 0-1 0 0,0 0 1 0 0,-1 0 0 0 0,1 0-1 0 0,0 0 1 0 0,-1 0 0 0 0,2 7-1 0 0,-1-6 13 0 0,-1 1-1 0 0,0 0 1 0 0,0 0-1 0 0,0 0 0 0 0,-1 0 1 0 0,0-1-1 0 0,1 1 1 0 0,-2 0-1 0 0,1 0 1 0 0,-1 0-1 0 0,1 0 0 0 0,-1 0 1 0 0,-1-1-1 0 0,1 1 1 0 0,-1 0-1 0 0,1-1 1 0 0,-1 1-1 0 0,-1-1 0 0 0,1 0 1 0 0,-5 7-1 0 0,-2 2 43 0 0,-1-1 1 0 0,0 0-1 0 0,0 0 0 0 0,-2-1 0 0 0,-13 10 0 0 0,16-14-23 0 0,-1 0 0 0 0,-1-1-1 0 0,0-1 1 0 0,1 0-1 0 0,-2 0 1 0 0,1-1 0 0 0,0-1-1 0 0,-1 0 1 0 0,-18 3-1 0 0,27-6-150 0 0,0 0 0 0 0,-1 0-1 0 0,1 0 1 0 0,-1 0 0 0 0,1 0-1 0 0,-1-1 1 0 0,1 1 0 0 0,0-1 0 0 0,-1 0-1 0 0,1 0 1 0 0,0-1 0 0 0,0 1-1 0 0,0 0 1 0 0,0-1 0 0 0,0 0-1 0 0,0 0 1 0 0,0 0 0 0 0,-4-4-1 0 0,5 4-404 0 0,0 0 0 0 0,0 0 0 0 0,1-1-1 0 0,-1 1 1 0 0,0 0 0 0 0,1-1 0 0 0,0 0-1 0 0,0 1 1 0 0,0-1 0 0 0,0 0 0 0 0,0 1-1 0 0,0-1 1 0 0,1 0 0 0 0,-1 0 0 0 0,1 0-1 0 0,0 0 1 0 0,0 1 0 0 0,0-1 0 0 0,0 0-1 0 0,0 0 1 0 0,2-5 0 0 0,4-10-5695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0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68 172 0 0,'0'-3'2154'0'0,"0"-49"7846"0"0,1 40-7007 0 0,-1 12-2947 0 0,0 0 0 0 0,0 0 0 0 0,0 0-1 0 0,0 0 1 0 0,0 0 0 0 0,0 0 0 0 0,1 0 0 0 0,-1 0 0 0 0,0 0-1 0 0,0 0 1 0 0,0 0 0 0 0,0 0 0 0 0,0 0 0 0 0,11 13 257 0 0,0 0 0 0 0,-1 1 0 0 0,10 18 0 0 0,12 18-33 0 0,-23-39-385 0 0,52 66-29 0 0,-24-45-2621 0 0,-32-28 1360 0 0,1 0-1 0 0,0-1 1 0 0,0 0-1 0 0,12 5 1 0 0,-6-4-3583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0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28 1100 0 0,'1'-27'12602'0'0,"-9"36"-11400"0"0,-57 94 2354 0 0,-22 60-2570 0 0,41-63-1948 0 0,41-87-166 0 0,1 0 1 0 0,1 0-1 0 0,0 1 1 0 0,0-1-1 0 0,0 28 0 0 0,4-28-2663 0 0,2 0-1732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16 2180 0 0,'21'-16'18931'0'0,"-17"20"-18437"0"0,-4-3-439 0 0,0 0 0 0 0,1 0 0 0 0,-1 0-1 0 0,0-1 1 0 0,0 1 0 0 0,0 0 0 0 0,0 0-1 0 0,0 0 1 0 0,-1 0 0 0 0,1 0 0 0 0,0-1-1 0 0,0 1 1 0 0,0 0 0 0 0,-1 0 0 0 0,1 0-1 0 0,-1-1 1 0 0,1 1 0 0 0,-1 1 0 0 0,0-1 87 0 0,-23 73 1226 0 0,-11 42-1152 0 0,31-99-1777 0 0,1 0-1 0 0,0 1 1 0 0,1-1-1 0 0,1 30 1 0 0,7-21-5963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63 896 0 0,'-1'-2'1648'0'0,"-17"-41"5389"0"0,18 42-6426 0 0,-7-16 4084 0 0,12 26-4069 0 0,4 10-492 0 0,0 0 0 0 0,2-1 0 0 0,0-1 0 0 0,1 1-1 0 0,1-2 1 0 0,28 29 0 0 0,-24-29-928 0 0,1-1 0 0 0,1-1 0 0 0,29 18 0 0 0,-43-29 349 0 0,1-1 0 0 0,0 1-1 0 0,0-1 1 0 0,0 0 0 0 0,0-1 0 0 0,0 1 0 0 0,0-1-1 0 0,0 0 1 0 0,0-1 0 0 0,11 0 0 0 0,-15 0 388 0 0,0 0 0 0 0,0-1 0 0 0,-1 1 0 0 0,1-1 0 0 0,0 1 0 0 0,0-1 1 0 0,0 0-1 0 0,-1 0 0 0 0,1 0 0 0 0,0 0 0 0 0,-1 0 0 0 0,1 0 0 0 0,-1 0 0 0 0,1 0 0 0 0,-1-1 0 0 0,0 1 1 0 0,1-1-1 0 0,-1 1 0 0 0,0-1 0 0 0,1-1 0 0 0,17-34-110 0 0,-19 36 172 0 0,6-12 177 0 0,3-8 1232 0 0,-1 0 1 0 0,10-41-1 0 0,-14 44-3 0 0,-1-3 2823 0 0,-10 33-3536 0 0,-115 224 2311 0 0,70-114-3852 0 0,10 4-4202 0 0,38-97-1333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2884 0 0,'4'-23'11374'0'0,"-3"22"-11224"0"0,-1-1 0 0 0,0 1 0 0 0,1-1-1 0 0,-1 1 1 0 0,1-1 0 0 0,0 1 0 0 0,-1 0 0 0 0,1-1 0 0 0,0 1 0 0 0,0 0-1 0 0,0 0 1 0 0,0-1 0 0 0,0 1 0 0 0,0 0 0 0 0,0 0 0 0 0,0 0 0 0 0,1 0-1 0 0,-1 1 1 0 0,0-1 0 0 0,1 0 0 0 0,-1 0 0 0 0,0 1 0 0 0,1-1 0 0 0,-1 1-1 0 0,1-1 1 0 0,-1 1 0 0 0,1 0 0 0 0,-1-1 0 0 0,3 1 0 0 0,3 0-106 0 0,0 0 1 0 0,0 0 0 0 0,0 1 0 0 0,0 0-1 0 0,1 0 1 0 0,-1 1 0 0 0,-1-1 0 0 0,1 2-1 0 0,0-1 1 0 0,0 1 0 0 0,-1 0 0 0 0,7 4 0 0 0,-10-5-16 0 0,0-1 1 0 0,-1 1 0 0 0,1 0 0 0 0,-1 0 0 0 0,1 0-1 0 0,-1 0 1 0 0,0 0 0 0 0,0 1 0 0 0,0-1 0 0 0,0 1 0 0 0,0-1-1 0 0,-1 1 1 0 0,1 0 0 0 0,-1 0 0 0 0,0 0 0 0 0,0-1-1 0 0,0 1 1 0 0,0 0 0 0 0,0 0 0 0 0,-1 1 0 0 0,1-1-1 0 0,-1 0 1 0 0,0 0 0 0 0,0 0 0 0 0,0 0 0 0 0,0 0 0 0 0,0 0-1 0 0,-1 0 1 0 0,1 1 0 0 0,-3 4 0 0 0,-3 5 110 0 0,0 0 1 0 0,-1 0 0 0 0,0-1-1 0 0,-1 0 1 0 0,-1-1 0 0 0,0 0-1 0 0,0 0 1 0 0,-16 14-1 0 0,-25 30 38 0 0,50-55-179 0 0,-1 0 0 0 0,1 1-1 0 0,0-1 1 0 0,-1 0 0 0 0,1 0-1 0 0,0 1 1 0 0,0-1-1 0 0,-1 1 1 0 0,1-1 0 0 0,0 0-1 0 0,0 1 1 0 0,0-1 0 0 0,-1 1-1 0 0,1-1 1 0 0,0 0 0 0 0,0 1-1 0 0,0-1 1 0 0,0 1-1 0 0,0-1 1 0 0,0 1 0 0 0,0-1-1 0 0,0 0 1 0 0,0 1 0 0 0,0-1-1 0 0,0 1 1 0 0,0-1 0 0 0,0 1-1 0 0,0-1 1 0 0,1 0-1 0 0,-1 1 1 0 0,0 0 0 0 0,14 4-246 0 0,26-8-554 0 0,-37 3 692 0 0,308-61-9471 0 0,-285 55 7841 0 0,56-13-5041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28 130 252 0 0,'-4'-13'2578'0'0,"-1"0"1"0"0,2 0-1 0 0,0 0 0 0 0,-3-27 1 0 0,0 3 1163 0 0,8 39-3680 0 0,0 0 0 0 0,0 0 0 0 0,0 0 0 0 0,-1 1 0 0 0,1-1 0 0 0,-1 0 0 0 0,1 1 0 0 0,-1 0 0 0 0,0-1 0 0 0,1 5 0 0 0,-1-6-47 0 0,7 18 98 0 0,2-1 1 0 0,0 0 0 0 0,1 0-1 0 0,1-1 1 0 0,15 17-1 0 0,-18-23-608 0 0,1 0 0 0 0,1-1 1 0 0,0 0-1 0 0,0 0 0 0 0,1-1 0 0 0,1-1 0 0 0,24 13 0 0 0,-31-19-327 0 0,0 1-1 0 0,1-2 0 0 0,-1 1 0 0 0,0-1 1 0 0,1 0-1 0 0,-1 0 0 0 0,1-1 0 0 0,-1 0 1 0 0,1 0-1 0 0,11-2 0 0 0,-2-1-2028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2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85 644 0 0,'6'-15'3202'0'0,"0"0"0"0"0,-1 0-1 0 0,5-24 2683 0 0,-10 41-5346 0 0,-2 8-177 0 0,0-1 0 0 0,-1 1 0 0 0,0-1 0 0 0,-1 0-1 0 0,-6 13 1 0 0,-30 47 196 0 0,30-53-421 0 0,-28 47-82 0 0,-56 97 237 0 0,38-50-4267 0 0,52-102 2913 0 0,-5 13-453 0 0,8-4-4815 0 0,2-1 1747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3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76 1600 0 0,'4'-7'2629'0'0,"17"-25"5764"0"0,-19 29-8098 0 0,1 0 0 0 0,0 1 0 0 0,-1-1 0 0 0,1 0 0 0 0,0 1-1 0 0,1-1 1 0 0,-1 1 0 0 0,0 0 0 0 0,1 0 0 0 0,-1 1 0 0 0,1-1 0 0 0,0 1-1 0 0,5-2 1 0 0,-2 1-217 0 0,0 1 1 0 0,1 0-1 0 0,-1 1 0 0 0,0-1 0 0 0,0 2 1 0 0,0-1-1 0 0,0 1 0 0 0,13 2 1 0 0,-17-2-52 0 0,1 0 1 0 0,-1 0-1 0 0,1 0 1 0 0,-1 0-1 0 0,1 1 1 0 0,-1 0-1 0 0,0-1 1 0 0,0 1 0 0 0,0 0-1 0 0,0 0 1 0 0,0 1-1 0 0,-1-1 1 0 0,1 1-1 0 0,-1-1 1 0 0,1 1-1 0 0,-1 0 1 0 0,0 0 0 0 0,0 0-1 0 0,3 6 1 0 0,-5-7-14 0 0,1 0 0 0 0,-1 0 0 0 0,0 0 0 0 0,0 0 0 0 0,0 0 0 0 0,0 0 0 0 0,-1-1 0 0 0,1 1 0 0 0,0 0 0 0 0,-1 0 1 0 0,0 0-1 0 0,1 0 0 0 0,-1-1 0 0 0,0 1 0 0 0,0 0 0 0 0,0-1 0 0 0,-1 3 0 0 0,-20 25 96 0 0,11-19-59 0 0,0 0 1 0 0,0-1-1 0 0,-1 0 0 0 0,0-1 0 0 0,0-1 1 0 0,-1 1-1 0 0,-16 5 0 0 0,26-12-14 0 0,6-1-80 0 0,3-2 61 0 0,0 1-1 0 0,1 0 1 0 0,-1 0 0 0 0,1 0-1 0 0,0 1 1 0 0,-1 0 0 0 0,1 1-1 0 0,9 1 1 0 0,-4 0 40 0 0,2-1 49 0 0,0 2-1 0 0,-1 0 1 0 0,1 1 0 0 0,-1 0-1 0 0,0 1 1 0 0,13 7-1 0 0,-22-10-23 0 0,0 0 1 0 0,1 0-1 0 0,-1 0 0 0 0,0 1 0 0 0,-1 0 0 0 0,1 0 0 0 0,0 0 1 0 0,-1 0-1 0 0,0 1 0 0 0,0-1 0 0 0,0 1 0 0 0,0 0 0 0 0,0 0 1 0 0,-1 0-1 0 0,1 0 0 0 0,-1 0 0 0 0,0 0 0 0 0,-1 1 0 0 0,1-1 1 0 0,-1 1-1 0 0,2 6 0 0 0,-4-8-37 0 0,1 1 1 0 0,0-1-1 0 0,-1 0 1 0 0,0 1-1 0 0,0-1 1 0 0,0 0-1 0 0,0 1 1 0 0,0-1-1 0 0,0 0 1 0 0,-1 0-1 0 0,0 0 1 0 0,0 0-1 0 0,0-1 1 0 0,0 1-1 0 0,0 0 1 0 0,0-1-1 0 0,-1 1 1 0 0,1-1-1 0 0,-1 0 0 0 0,-2 2 1 0 0,-7 5 47 0 0,0-1-1 0 0,0-1 1 0 0,-18 9 0 0 0,15-10-49 0 0,1 0 0 0 0,-1-1 1 0 0,0-1-1 0 0,-1 0 0 0 0,-22 2 1 0 0,26-5-220 0 0,1 0 1 0 0,0-1-1 0 0,-1 0 0 0 0,1 0 1 0 0,0-2-1 0 0,0 1 1 0 0,0-1-1 0 0,-16-6 1 0 0,26 8-77 0 0,-1-1 1 0 0,0 0 0 0 0,0 0-1 0 0,0 0 1 0 0,1 0 0 0 0,-1 0 0 0 0,0 0-1 0 0,1 0 1 0 0,-1 0 0 0 0,1-1-1 0 0,-1 1 1 0 0,1-1 0 0 0,0 1 0 0 0,0-1-1 0 0,-1 1 1 0 0,1-1 0 0 0,0 0-1 0 0,0 0 1 0 0,1 1 0 0 0,-1-1 0 0 0,0-2-1 0 0,0 2-308 0 0,1 0 0 0 0,0 0 0 0 0,0 0 0 0 0,0 0 0 0 0,0 0 0 0 0,0 0 0 0 0,0 0-1 0 0,1 0 1 0 0,-1 0 0 0 0,1 0 0 0 0,-1 0 0 0 0,1 0 0 0 0,1-3 0 0 0,7-12-5367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7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390 112 348 0 0,'12'-10'3757'0'0,"61"-52"5801"0"0,-72 61-9114 0 0,3-21 1418 0 0,-6 20-1838 0 0,0 1 0 0 0,0-1 0 0 0,0 1-1 0 0,0-1 1 0 0,-1 1 0 0 0,1 0 0 0 0,-1-1 0 0 0,1 1 0 0 0,-1 0 0 0 0,1 1 0 0 0,-1-1 0 0 0,0 0 0 0 0,1 1-1 0 0,-1 0 1 0 0,0-1 0 0 0,1 1 0 0 0,-1 0 0 0 0,-5 1 0 0 0,-7 0-9 0 0,0 1-1 0 0,-16 5 1 0 0,24-6 2 0 0,-15 5-14 0 0,1 1 0 0 0,0 1 0 0 0,1 1 0 0 0,0 1 0 0 0,0 0 0 0 0,1 2 0 0 0,1 0 0 0 0,0 1 0 0 0,0 1 0 0 0,2 1 0 0 0,0 0 0 0 0,0 1 0 0 0,1 1 0 0 0,1 0 1 0 0,1 1-1 0 0,1 0 0 0 0,0 1 0 0 0,1 1 0 0 0,-12 30 0 0 0,20-41 25 0 0,0 0-1 0 0,1 1 1 0 0,0-1 0 0 0,0 1 0 0 0,1-1 0 0 0,0 1 0 0 0,0 0-1 0 0,2 0 1 0 0,-1-1 0 0 0,1 1 0 0 0,0 0 0 0 0,5 15-1 0 0,-4-18 6 0 0,0-1-1 0 0,1 0 0 0 0,0 0 1 0 0,0 0-1 0 0,1 0 0 0 0,0 0 1 0 0,-1-1-1 0 0,2 0 0 0 0,-1 1 1 0 0,1-2-1 0 0,0 1 0 0 0,0 0 1 0 0,0-1-1 0 0,0 0 0 0 0,1 0 1 0 0,0-1-1 0 0,0 0 0 0 0,0 0 1 0 0,7 3-1 0 0,2-1 27 0 0,1 0 0 0 0,0-2 0 0 0,1 0 0 0 0,-1 0 1 0 0,0-2-1 0 0,1 0 0 0 0,28-2 0 0 0,4-4-1955 0 0,58-13-1 0 0,-83 10-5573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7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45 2560 0 0,'-19'-29'11712'0'0,"8"13"-6290"0"0,11 16-5351 0 0,-1 0 1 0 0,0 1 0 0 0,0-1-1 0 0,1 0 1 0 0,-1 0 0 0 0,0 1-1 0 0,1-1 1 0 0,-1 0 0 0 0,0 1-1 0 0,1-1 1 0 0,-1 1 0 0 0,1-1-1 0 0,-1 1 1 0 0,0-1 0 0 0,1 1-1 0 0,-2 1 1 0 0,-1 73 1416 0 0,-15 80 0 0 0,-1 26-3520 0 0,17-159 575 0 0,-1 13-1964 0 0,6-11-5623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58 198 432 0 0,'-7'-21'6110'0'0,"-6"-33"1"0"0,9 3-1154 0 0,4 48-4896 0 0,0 1-1 0 0,0-1 1 0 0,1 1-1 0 0,-1 0 1 0 0,1-1-1 0 0,-1 1 1 0 0,1 0-1 0 0,0-1 1 0 0,0 1-1 0 0,0 0 1 0 0,0 0-1 0 0,0 0 1 0 0,0 0-1 0 0,1 0 1 0 0,-1 0-1 0 0,1 0 1 0 0,0 0-1 0 0,-1 1 1 0 0,1-1-1 0 0,0 0 1 0 0,0 1 0 0 0,0 0-1 0 0,3-2 1 0 0,3-1-18 0 0,-1 0 1 0 0,1 1 0 0 0,0 1 0 0 0,15-4-1 0 0,-15 4 2 0 0,-4 1-37 0 0,-1 1 0 0 0,1 0 0 0 0,0 0 0 0 0,-1 0 0 0 0,1 1-1 0 0,0-1 1 0 0,-1 1 0 0 0,1 0 0 0 0,-1 0 0 0 0,1 0-1 0 0,5 3 1 0 0,-1-1 18 0 0,0 1 1 0 0,-1 1-1 0 0,12 7 0 0 0,-15-9-11 0 0,0 0 0 0 0,-1 0 0 0 0,1 1 0 0 0,-1-1-1 0 0,0 1 1 0 0,0 0 0 0 0,-1 0 0 0 0,1 0 0 0 0,-1 0 0 0 0,1 0-1 0 0,-1 1 1 0 0,-1-1 0 0 0,1 1 0 0 0,1 5 0 0 0,-2-2 0 0 0,0-1 1 0 0,0 1-1 0 0,-1-1 1 0 0,0 1 0 0 0,0-1-1 0 0,-1 1 1 0 0,0-1-1 0 0,-3 11 1 0 0,-1-1 28 0 0,0 0 0 0 0,-2-1-1 0 0,0 1 1 0 0,-1-1 0 0 0,0-1 0 0 0,-20 27 0 0 0,12-24 157 0 0,9-12 64 0 0,9-12 201 0 0,-1 5-465 0 0,0 1 0 0 0,0-1 1 0 0,0 0-1 0 0,0 1 1 0 0,0-1-1 0 0,0 0 0 0 0,0 1 1 0 0,0 0-1 0 0,0-1 1 0 0,1 1-1 0 0,-1-1 0 0 0,0 1 1 0 0,0 0-1 0 0,0 0 1 0 0,1 0-1 0 0,-1 0 0 0 0,1 0 1 0 0,26 1 29 0 0,-20 1 9 0 0,0 1 0 0 0,-1 0 0 0 0,1 0 0 0 0,-1 1 0 0 0,1 0 0 0 0,-1 0 0 0 0,0 0 0 0 0,0 1 0 0 0,-1 0 0 0 0,1 0 0 0 0,-1 1 0 0 0,0 0 0 0 0,-1 0 0 0 0,0 1 0 0 0,0-1 1 0 0,5 9-1 0 0,-7-11 28 0 0,0 1 0 0 0,-1 0 0 0 0,0 0 0 0 0,0 0 0 0 0,0 0 0 0 0,-1 0 0 0 0,1 1 0 0 0,-1-1 0 0 0,0 0 0 0 0,-1 1 0 0 0,1 7 0 0 0,-2-9 36 0 0,1 0 0 0 0,-1 0 1 0 0,0 0-1 0 0,0 0 0 0 0,0 0 1 0 0,0 0-1 0 0,-1-1 0 0 0,0 1 0 0 0,1 0 1 0 0,-1-1-1 0 0,-1 1 0 0 0,1-1 1 0 0,0 0-1 0 0,-1 0 0 0 0,0 0 1 0 0,-4 5-1 0 0,2-4 47 0 0,1-1 0 0 0,-1 1-1 0 0,0-1 1 0 0,0 0 0 0 0,0 0 0 0 0,0-1 0 0 0,-1 1 0 0 0,1-1-1 0 0,0 0 1 0 0,-1-1 0 0 0,0 1 0 0 0,1-1 0 0 0,-1 0 0 0 0,0-1-1 0 0,0 1 1 0 0,-10-1 0 0 0,-3-3 46 0 0,0 0 0 0 0,1-1 1 0 0,-33-11-1 0 0,50 15-198 0 0,-48-18 92 0 0,-12-9-2384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4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1968 0 0,'6'-20'6735'0'0,"-4"19"-6645"0"0,0 0 1 0 0,0 1-1 0 0,0-1 1 0 0,0 0-1 0 0,0 1 1 0 0,0 0-1 0 0,1-1 0 0 0,-1 1 1 0 0,0 0-1 0 0,0 0 1 0 0,1 0-1 0 0,-1 0 1 0 0,0 1-1 0 0,0-1 1 0 0,0 1-1 0 0,3 0 1 0 0,0 1-4 0 0,0 0 0 0 0,0 1 0 0 0,0-1 0 0 0,-1 1 0 0 0,1 0 0 0 0,6 6 0 0 0,-2 0-29 0 0,0-1-1 0 0,0 2 1 0 0,-1-1 0 0 0,-1 2-1 0 0,9 13 1 0 0,-8-10 19 0 0,0 1 0 0 0,-2 0-1 0 0,1 1 1 0 0,-2-1 0 0 0,0 1 0 0 0,-1 0 0 0 0,-1 1 0 0 0,0-1 0 0 0,-2 1 0 0 0,1-1 0 0 0,-2 1 0 0 0,0 0 0 0 0,-1-1-1 0 0,-1 1 1 0 0,-1-1 0 0 0,0 0 0 0 0,-1 1 0 0 0,0-1 0 0 0,-1-1 0 0 0,-1 1 0 0 0,-1-1 0 0 0,0 0 0 0 0,-1 0 0 0 0,-13 17 0 0 0,12-19 27 0 0,3-2 62 0 0,-1 0-1 0 0,-1 0 0 0 0,0 0 0 0 0,-1-1 1 0 0,0 0-1 0 0,0-1 0 0 0,-12 9 0 0 0,20-17-151 0 0,1-1-1 0 0,-1 1 0 0 0,1-1 1 0 0,-1 0-1 0 0,0 1 0 0 0,1-1 1 0 0,-1 1-1 0 0,0-1 0 0 0,1 0 1 0 0,-1 0-1 0 0,0 1 0 0 0,0-1 1 0 0,1 0-1 0 0,-1 0 0 0 0,0 0 1 0 0,0 0-1 0 0,1 0 0 0 0,-1 0 1 0 0,0 0-1 0 0,0 0 1 0 0,1 0-1 0 0,-1 0 0 0 0,0 0 1 0 0,0-1-1 0 0,1 1 0 0 0,-1 0 1 0 0,0 0-1 0 0,0-1 0 0 0,0 0-5 0 0,1 0-1 0 0,-1 0 0 0 0,1 0 0 0 0,-1 0 1 0 0,1 0-1 0 0,-1 0 0 0 0,1 0 0 0 0,0 0 1 0 0,0 0-1 0 0,-1 0 0 0 0,1 0 1 0 0,0-1-1 0 0,0 1 0 0 0,0 0 0 0 0,0 0 1 0 0,1-1-1 0 0,0-7 2 0 0,0 0 0 0 0,1 0 0 0 0,4-11 0 0 0,5-9 2 0 0,1 1 0 0 0,1 0 0 0 0,1 1 1 0 0,2 1-1 0 0,25-33 0 0 0,105-112 9 0 0,-135 160-20 0 0,33-38-52 0 0,-43 48 38 0 0,-15-2-43 0 0,4 8 49 0 0,1-1-1 0 0,1 2 0 0 0,-1-1 1 0 0,1 1-1 0 0,0 0 1 0 0,0 1-1 0 0,1 0 1 0 0,0 0-1 0 0,-11 14 1 0 0,-2 6-18 0 0,-28 48 0 0 0,42-63 20 0 0,-1 1 0 0 0,1-1 0 0 0,1 1 0 0 0,0 0 0 0 0,1 0 0 0 0,1 1 1 0 0,-4 24-1 0 0,6-32 9 0 0,1 0 0 0 0,0 0 1 0 0,0 0-1 0 0,1 0 0 0 0,-1 0 1 0 0,1 0-1 0 0,0 0 0 0 0,1 0 1 0 0,0 0-1 0 0,0 0 1 0 0,0-1-1 0 0,0 1 0 0 0,1-1 1 0 0,0 1-1 0 0,0-1 0 0 0,1 0 1 0 0,-1 0-1 0 0,1-1 0 0 0,0 1 1 0 0,5 4-1 0 0,3 1-408 0 0,0-1-1 0 0,1 0 1 0 0,0-1 0 0 0,0-1-1 0 0,22 10 1 0 0,-18-10-1805 0 0,1-2 0 0 0,21 6 0 0 0,-18-8-1266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18 101 1628 0 0,'-3'-38'9355'0'0,"1"25"-4977"0"0,1 14-4337 0 0,0 0 1 0 0,0 0-1 0 0,0 1 1 0 0,0-1-1 0 0,0 0 1 0 0,0 1-1 0 0,0-1 1 0 0,0 0-1 0 0,1 1 0 0 0,-1-1 1 0 0,0 1-1 0 0,1 0 1 0 0,-1-1-1 0 0,1 1 1 0 0,0-1-1 0 0,0 1 1 0 0,-1 0-1 0 0,1 2 1 0 0,2 37 214 0 0,-2-32-222 0 0,0-4-20 0 0,1 0 0 0 0,-1 0 1 0 0,1 0-1 0 0,0-1 0 0 0,0 1 0 0 0,0 0 1 0 0,1-1-1 0 0,-1 1 0 0 0,1-1 0 0 0,0 1 1 0 0,1-1-1 0 0,-1 0 0 0 0,1 0 0 0 0,-1 0 1 0 0,7 7-1 0 0,-4-8 5 0 0,6 3-14 0 0,-11-5-5 0 0,1-1 1 0 0,-1 1-1 0 0,1-1 1 0 0,-1 0-1 0 0,1 1 1 0 0,-1-1-1 0 0,1 1 1 0 0,0-1-1 0 0,-1 0 1 0 0,1 0-1 0 0,0 1 1 0 0,-1-1-1 0 0,1 0 1 0 0,0 0-1 0 0,-1 0 1 0 0,1 0-1 0 0,0 0 1 0 0,0 0-1 0 0,-1 0 1 0 0,1 0-1 0 0,0 0 1 0 0,1 0-1 0 0,2-1 1 0 0,0 0-1 0 0,0 0-1 0 0,0 0 1 0 0,0 0 0 0 0,0-1-1 0 0,0 1 1 0 0,0-1 0 0 0,0 0-1 0 0,-1 0 1 0 0,1-1 0 0 0,-1 1 0 0 0,1-1-1 0 0,-1 1 1 0 0,0-1 0 0 0,0 0-1 0 0,0 0 1 0 0,3-5 0 0 0,-2 0 0 0 0,1 0 1 0 0,-2 0-1 0 0,1 0 1 0 0,-1 0-1 0 0,3-12 1 0 0,-1 6 4 0 0,13-72 2199 0 0,-17 77-1884 0 0,2-4 170 0 0,-2 22-208 0 0,-5 94 32 0 0,-20 123 0 0 0,8-94-558 0 0,14-77-3174 0 0,4-42 1207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21 148 2896 0 0,'-12'-53'12333'0'0,"7"38"-9682"0"0,1-3-957 0 0,4 17-1674 0 0,1 0 1 0 0,-1 0-1 0 0,1 1 1 0 0,-1-1-1 0 0,0 0 1 0 0,1 0-1 0 0,-1 1 1 0 0,1-1 0 0 0,0 1-1 0 0,-1-1 1 0 0,1 0-1 0 0,-1 1 1 0 0,1-1-1 0 0,0 1 1 0 0,0-1-1 0 0,-1 1 1 0 0,1 0-1 0 0,0-1 1 0 0,0 1-1 0 0,-1 0 1 0 0,1-1 0 0 0,0 1-1 0 0,0 0 1 0 0,1 0-1 0 0,139-33-7 0 0,-47 19-5405 0 0,-74 12 1263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5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72 107 2452 0 0,'-64'50'12266'0'0,"63"-48"-11749"0"0,1-2-480 0 0,-1 0-1 0 0,1 0 1 0 0,0 0 0 0 0,-1 0 0 0 0,1 0 0 0 0,0 0-1 0 0,0 0 1 0 0,-1 0 0 0 0,1 0 0 0 0,0 1 0 0 0,0-1-1 0 0,-1 0 1 0 0,1 0 0 0 0,0 0 0 0 0,0 0 0 0 0,-1 1-1 0 0,1-1 1 0 0,0 0 0 0 0,0 0 0 0 0,0 0 0 0 0,-1 1-1 0 0,1-1 1 0 0,0 0 0 0 0,0 0 0 0 0,0 1 0 0 0,0-1-1 0 0,0 0 1 0 0,0 1 0 0 0,-1-1 0 0 0,1 0 0 0 0,0 0-1 0 0,0 1 1 0 0,0-1 7 0 0,1 1 0 0 0,-1-1 0 0 0,0 0 0 0 0,0 1-1 0 0,0-1 1 0 0,1 0 0 0 0,-1 0 0 0 0,0 1 0 0 0,1-1 0 0 0,-1 0-1 0 0,0 0 1 0 0,0 1 0 0 0,1-1 0 0 0,-1 0 0 0 0,0 0 0 0 0,1 0-1 0 0,-1 0 1 0 0,0 0 0 0 0,1 1 0 0 0,-1-1 0 0 0,1 0 0 0 0,-1 0-1 0 0,0 0 1 0 0,1 0 0 0 0,-1 0 0 0 0,0 0 0 0 0,1 0 0 0 0,-1 0-1 0 0,1 0 1 0 0,-1 0 0 0 0,0 0 0 0 0,1-1 0 0 0,-1 1 0 0 0,0 0 0 0 0,1 0-1 0 0,-1 0 1 0 0,1-1 0 0 0,31-7 229 0 0,0-1-1 0 0,46-20 1 0 0,63-37-5248 0 0,-130 61 4194 0 0,32-19-3587 0 0,0-2-2037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19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98 832 0 0,'0'0'1340'0'0,"31"-32"11284"0"0,-30 31-12100 0 0,0 1 0 0 0,0 0 0 0 0,1-1 1 0 0,-1 1-1 0 0,0 0 0 0 0,2 0 0 0 0,9 5 4033 0 0,-2 3-5476 0 0,-5-6 1066 0 0,0 0 0 0 0,1 0 0 0 0,-1-1 0 0 0,1 0 1 0 0,-1 0-1 0 0,1 0 0 0 0,-1 0 0 0 0,10-1 0 0 0,-13 0-136 0 0,45-1 192 0 0,-1-3 0 0 0,1-1 0 0 0,88-23-1 0 0,-70 14-151 0 0,-6 0-16 0 0,50-8 3495 0 0,-109 23-3515 0 0,0-1 0 0 0,0 0 1 0 0,0 1-1 0 0,0-1 0 0 0,0 0 0 0 0,0 1 1 0 0,0-1-1 0 0,0 0 0 0 0,0 0 1 0 0,0 1-1 0 0,0-1 0 0 0,0 0 1 0 0,0 1-1 0 0,0-1 0 0 0,-1 0 1 0 0,1 0-1 0 0,0 1 0 0 0,0-1 1 0 0,0 0-1 0 0,0 0 0 0 0,-1 1 1 0 0,1-1-1 0 0,0 0 0 0 0,0 0 1 0 0,-1 0-1 0 0,1 1 0 0 0,0-1 1 0 0,0 0-1 0 0,-1 0 0 0 0,1 0 1 0 0,0 0-1 0 0,0 0 0 0 0,-1 0 0 0 0,1 1 1 0 0,-1-1-1 0 0,-10 8 582 0 0,3-4-407 0 0,0 0-1 0 0,1 0 1 0 0,-1 1-1 0 0,1 0 1 0 0,0 0-1 0 0,1 1 1 0 0,-1 0-1 0 0,1 0 1 0 0,0 1-1 0 0,1-1 1 0 0,-1 1 0 0 0,1 1-1 0 0,1-1 1 0 0,-1 1-1 0 0,-5 14 1 0 0,-51 162-122 0 0,45-127-8 0 0,-30 89-132 0 0,-17 59-670 0 0,31-67-8391 0 0,28-96 3738 0 0,5-15-1823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2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86 1464 0 0,'0'0'1586'0'0,"5"-26"5051"0"0,-5 3-3292 0 0,-1 11-1610 0 0,0 10-1534 0 0,0 0 0 0 0,0 0 0 0 0,0 0 0 0 0,-1 1 0 0 0,1-1 0 0 0,-1 0 0 0 0,1 1 0 0 0,-1 0 0 0 0,1-1 0 0 0,-1 1 0 0 0,0 0 0 0 0,0 0 0 0 0,1 0 0 0 0,-5-2 0 0 0,4 2 61 0 0,-1 2-156 0 0,-2 0-58 0 0,1-1 0 0 0,-1 2 0 0 0,1-1 0 0 0,-1 1 0 0 0,1-1 0 0 0,0 1 0 0 0,0 0 0 0 0,-1 1 0 0 0,2-1 0 0 0,-8 6 0 0 0,-3 6 80 0 0,1 0 1 0 0,0 2-1 0 0,1-1 0 0 0,1 1 0 0 0,0 1 0 0 0,1 0 0 0 0,-15 36 0 0 0,4 4 354 0 0,-19 74 0 0 0,32-100-359 0 0,1 1 0 0 0,2 0 0 0 0,1 0 1 0 0,2 0-1 0 0,1 1 0 0 0,1-1 0 0 0,6 42 1 0 0,-4-58-84 0 0,2-1 1 0 0,-1 0-1 0 0,2 0 1 0 0,0 0-1 0 0,1-1 1 0 0,1 1-1 0 0,11 18 0 0 0,-12-24 4 0 0,1 0 0 0 0,-1 0 0 0 0,2-1-1 0 0,-1 0 1 0 0,1 0 0 0 0,1-1 0 0 0,-1 0-1 0 0,1 0 1 0 0,0-1 0 0 0,1-1 0 0 0,15 8-1 0 0,-16-9 23 0 0,0 0-1 0 0,1-1 0 0 0,-1 0 1 0 0,1-1-1 0 0,0 0 0 0 0,-1-1 1 0 0,1 0-1 0 0,0 0 0 0 0,0-1 0 0 0,0 0 1 0 0,0-1-1 0 0,14-2 0 0 0,-12 0 0 0 0,0-1-1 0 0,0 0 0 0 0,0 0 0 0 0,-1-1 0 0 0,1-1 1 0 0,-1 0-1 0 0,-1-1 0 0 0,20-14 0 0 0,-12 4 2 0 0,0 0-1 0 0,0-1 0 0 0,-2-1 0 0 0,-1-1 1 0 0,0 0-1 0 0,-1-1 0 0 0,-1-1 0 0 0,-1 0 1 0 0,11-30-1 0 0,-14 30-15 0 0,-2 0-1 0 0,0-1 1 0 0,-2 0 0 0 0,0 0 0 0 0,-1 0 0 0 0,-2 0-1 0 0,0-1 1 0 0,-2 1 0 0 0,0-1 0 0 0,-2 1 0 0 0,0 0-1 0 0,-2-1 1 0 0,0 1 0 0 0,-2 0 0 0 0,-1 1-1 0 0,0 0 1 0 0,-2 0 0 0 0,0 0 0 0 0,-2 1 0 0 0,-16-25-1 0 0,21 37-159 0 0,0 0 0 0 0,-1 1 0 0 0,-1 0 0 0 0,1 0-1 0 0,-1 1 1 0 0,-1 0 0 0 0,1 1 0 0 0,-1-1 0 0 0,0 2 0 0 0,0-1-1 0 0,-1 1 1 0 0,0 1 0 0 0,0 0 0 0 0,0 0 0 0 0,0 1-1 0 0,-1 0 1 0 0,1 0 0 0 0,-1 2 0 0 0,0-1 0 0 0,1 1-1 0 0,-1 1 1 0 0,-17 1 0 0 0,12 0-640 0 0,0 1 1 0 0,-1 1-1 0 0,1 0 0 0 0,0 1 1 0 0,1 1-1 0 0,-18 8 0 0 0,17-6-882 0 0,1 0-1 0 0,0 2 1 0 0,0 0 0 0 0,1 1-1 0 0,-22 19 1 0 0,15-9-4014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5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19 1576 0 0,'16'-19'11628'0'0,"-12"41"-10516"0"0,34 1991 3646 0 0,-40-1541-4544 0 0,-6 469-99 0 0,-34-1 200 0 0,-23-255 708 0 0,25-305-114 0 0,0 91 1314 0 0,34-331-1364 0 0,1-21-83 0 0,-4 341 1471 0 0,10-334-1461 0 0,5 37 1543 0 0,-6-161-2023 0 0,-3-37-775 0 0,5-38-5021 0 0,-1 22 270 0 0,-1-1-3578 0 0,-1 22 3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72 1908 0 0,'-10'-12'3845'0'0,"-22"-31"1983"0"0,31 42-5375 0 0,-7-8 1489 0 0,-4 2 795 0 0,23 9-2453 0 0,198 26 398 0 0,-109-17-563 0 0,-99-11-119 0 0,0 0 1 0 0,0 0-1 0 0,0 0 1 0 0,1 0-1 0 0,-1 0 0 0 0,0 1 1 0 0,0-1-1 0 0,0 0 1 0 0,0 1-1 0 0,0-1 1 0 0,0 0-1 0 0,0 1 1 0 0,-1 0-1 0 0,1-1 1 0 0,0 1-1 0 0,0-1 1 0 0,0 1-1 0 0,0 0 1 0 0,-1 0-1 0 0,1-1 1 0 0,0 1-1 0 0,0 0 0 0 0,-1 0 1 0 0,2 2-1 0 0,-2-2 2 0 0,0 0-1 0 0,0 1 0 0 0,0-1 0 0 0,0 1 1 0 0,0-1-1 0 0,0 1 0 0 0,0-1 1 0 0,-1 0-1 0 0,1 1 0 0 0,-1-1 0 0 0,1 0 1 0 0,-1 1-1 0 0,1-1 0 0 0,-1 0 0 0 0,0 1 1 0 0,0 0-1 0 0,-6 8 8 0 0,0-1 0 0 0,-1 0-1 0 0,-12 12 1 0 0,15-16-8 0 0,-74 66 630 0 0,-3-3 0 0 0,-108 67 0 0 0,148-106-537 0 0,-6 6 680 0 0,48-35-747 0 0,-1 0 0 0 0,1 1 1 0 0,-1-1-1 0 0,1 0 0 0 0,-1 1 1 0 0,1-1-1 0 0,-1 0 0 0 0,1 1 1 0 0,-1-1-1 0 0,1 0 0 0 0,0 1 0 0 0,-1-1 1 0 0,1 1-1 0 0,0-1 0 0 0,-1 1 1 0 0,1-1-1 0 0,0 1 0 0 0,-1-1 1 0 0,1 1-1 0 0,0-1 0 0 0,0 1 0 0 0,0-1 1 0 0,0 1-1 0 0,-1-1 0 0 0,1 1 1 0 0,0 0-1 0 0,0-1 0 0 0,0 1 0 0 0,0-1 1 0 0,0 1-1 0 0,1 0 3 0 0,0 0 0 0 0,-1-1 1 0 0,1 1-1 0 0,0 0 0 0 0,-1-1 0 0 0,1 1 0 0 0,0-1 1 0 0,0 1-1 0 0,0-1 0 0 0,-1 0 0 0 0,1 1 0 0 0,0-1 0 0 0,0 0 1 0 0,0 1-1 0 0,1-1 0 0 0,33 4 300 0 0,-14-5-253 0 0,1-1 0 0 0,-1-1 0 0 0,1-1 0 0 0,-1 0 0 0 0,24-10-1 0 0,100-43-2682 0 0,-103 39 680 0 0,20-9-1631 0 0,-20 8-1734 0 0,-10 3-1673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10 252 0 0,'-73'29'9634'0'0,"3"-1"-4523"0"0,69-28-4773 0 0,1 1-331 0 0,0-1-1 0 0,0 0 1 0 0,0 1-1 0 0,1-1 1 0 0,-1 0-1 0 0,0 1 0 0 0,1-1 1 0 0,-1 0-1 0 0,0 1 1 0 0,1-1-1 0 0,-1 0 1 0 0,1 1-1 0 0,-1-1 0 0 0,0 0 1 0 0,1 0-1 0 0,-1 1 1 0 0,1-1-1 0 0,-1 0 1 0 0,1 0-1 0 0,-1 0 0 0 0,0 0 1 0 0,1 0-1 0 0,-1 0 1 0 0,2 0-1 0 0,114-29-59 0 0,-37 5-3126 0 0,-53 16 917 0 0,-12 2-944 0 0,0 0-1186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7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43 2100 0 0,'-21'15'4010'0'0,"5"-5"-789"0"0,1 1 0 0 0,-15 15 784 0 0,48-26-3777 0 0,-7-3-415 0 0,-1 0 0 0 0,1 0 0 0 0,-1-1 0 0 0,0 0 0 0 0,0 0-1 0 0,13-9 1 0 0,8-3-1267 0 0,53-24-5724 0 0,-51 25 2739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8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310 111 2120 0 0,'3'-7'1543'0'0,"0"0"0"0"0,-1-1 0 0 0,0 1-1 0 0,0-1 1 0 0,0 1 0 0 0,-1-1 0 0 0,1-13 0 0 0,-2 19-1448 0 0,0 1 0 0 0,0-1 0 0 0,0 1 0 0 0,0 0 0 0 0,0-1 1 0 0,0 1-1 0 0,-1-1 0 0 0,1 1 0 0 0,0 0 0 0 0,-1-1 0 0 0,1 1 0 0 0,-1 0 1 0 0,0-1-1 0 0,1 1 0 0 0,-1 0 0 0 0,0 0 0 0 0,0-1 0 0 0,0 1 0 0 0,0 0 1 0 0,0 0-1 0 0,0 0 0 0 0,0 0 0 0 0,0 0 0 0 0,0 1 0 0 0,0-1 0 0 0,0 0 1 0 0,-1 0-1 0 0,1 1 0 0 0,0-1 0 0 0,-1 1 0 0 0,1-1 0 0 0,0 1 0 0 0,-1-1 1 0 0,1 1-1 0 0,0 0 0 0 0,-1 0 0 0 0,1 0 0 0 0,-1 0 0 0 0,1 0 0 0 0,-1 0 1 0 0,1 0-1 0 0,-3 1 0 0 0,-1-1-72 0 0,-1 1-1 0 0,0 1 1 0 0,0-1 0 0 0,1 1 0 0 0,-1 0 0 0 0,1 0-1 0 0,-1 1 1 0 0,-6 4 0 0 0,-1 3 10 0 0,1 0-1 0 0,0 1 1 0 0,1 0-1 0 0,0 1 1 0 0,1 0-1 0 0,0 1 1 0 0,-12 21-1 0 0,3 0 77 0 0,-29 70 0 0 0,34-66-55 0 0,0 1 0 0 0,-9 53 0 0 0,20-77-43 0 0,0 0 0 0 0,1 0 0 0 0,1 0 0 0 0,1 1 0 0 0,0-1-1 0 0,1 0 1 0 0,1 0 0 0 0,0 1 0 0 0,6 21 0 0 0,-6-32-2 0 0,0 0 0 0 0,0 0 0 0 0,0-1 0 0 0,1 1 0 0 0,-1-1-1 0 0,1 1 1 0 0,0-1 0 0 0,1 0 0 0 0,-1 0 0 0 0,1 0 0 0 0,-1 0 0 0 0,1-1 0 0 0,0 1 0 0 0,0-1 0 0 0,1 0 0 0 0,-1-1 0 0 0,1 1 0 0 0,-1-1 0 0 0,7 3 0 0 0,-2-2-199 0 0,1-1 0 0 0,-1 0 0 0 0,0 0 0 0 0,1-1 0 0 0,-1 0 0 0 0,0-1 0 0 0,1 0 0 0 0,-1-1 0 0 0,19-2 0 0 0,6-4-2117 0 0,34-11 0 0 0,-3-6-3919 0 0,-38 10 1683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8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30 2152 0 0,'-26'-29'14750'0'0,"22"34"-14495"0"0,-1 1 0 0 0,1 0 0 0 0,0 0 0 0 0,1 0 0 0 0,-1 0 0 0 0,1 1 1 0 0,1-1-1 0 0,-5 14 0 0 0,-10 61 246 0 0,13-62-373 0 0,2-8-268 0 0,-40 261 390 0 0,37-153-6922 0 0,5-111 5166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93 115 1920 0 0,'-1'-25'6424'0'0,"0"17"-5226"0"0,1 0-1 0 0,0 0 1 0 0,1 1 0 0 0,1-11 0 0 0,-2 16-1128 0 0,1-1 1 0 0,0 1-1 0 0,0 0 1 0 0,0 0-1 0 0,0 0 1 0 0,0-1-1 0 0,0 1 1 0 0,0 0-1 0 0,1 0 1 0 0,-1 1-1 0 0,1-1 1 0 0,-1 0-1 0 0,1 0 0 0 0,0 1 1 0 0,0-1-1 0 0,0 1 1 0 0,4-3-1 0 0,-4 3-51 0 0,0 1 0 0 0,0-1 0 0 0,0 1 0 0 0,0-1-1 0 0,1 1 1 0 0,-1 0 0 0 0,0 0 0 0 0,0 0-1 0 0,1 0 1 0 0,-1 0 0 0 0,0 0 0 0 0,3 2-1 0 0,-3-2-19 0 0,-1 0 7 0 0,0 0 0 0 0,1 1 1 0 0,-1-1-1 0 0,0 1 0 0 0,0-1 0 0 0,1 1 0 0 0,-1 0 0 0 0,0-1 1 0 0,0 1-1 0 0,0 0 0 0 0,0 0 0 0 0,0 0 0 0 0,0 0 0 0 0,0 0 1 0 0,0 0-1 0 0,0 0 0 0 0,0 0 0 0 0,0 0 0 0 0,-1 0 0 0 0,2 2 1 0 0,8 24 94 0 0,-9-25-95 0 0,1 7 16 0 0,-1 0 0 0 0,1 0-1 0 0,-2 0 1 0 0,1 0-1 0 0,-1 0 1 0 0,-1 0-1 0 0,0 0 1 0 0,0 0-1 0 0,-4 14 1 0 0,-1 2 57 0 0,-2 0 1 0 0,-11 25-1 0 0,18-49-81 0 0,0 0-1 0 0,0 0 1 0 0,1 1 0 0 0,-1-1 0 0 0,0 0 0 0 0,1 1 0 0 0,-1-1-1 0 0,1 1 1 0 0,0-1 0 0 0,0 1 0 0 0,-1-1 0 0 0,1 1-1 0 0,0-1 1 0 0,0 1 0 0 0,0-1 0 0 0,0 1 0 0 0,1-1-1 0 0,-1 1 1 0 0,0-1 0 0 0,1 0 0 0 0,-1 1 0 0 0,0-1 0 0 0,1 1-1 0 0,1 1 1 0 0,-1-2-4 0 0,-1-1-3 0 0,20-1 8 0 0,-1 2 0 0 0,0 0 1 0 0,23 5-1 0 0,-36-4 101 0 0,0-1 1 0 0,0 1-1 0 0,-1 0 0 0 0,1 0 1 0 0,0 1-1 0 0,-1 0 0 0 0,0 0 1 0 0,0 0-1 0 0,0 1 0 0 0,0-1 1 0 0,0 1-1 0 0,-1 1 0 0 0,1-1 1 0 0,5 8-1 0 0,-7-8 103 0 0,0 1 0 0 0,0-1 0 0 0,0 1 0 0 0,-1 0 0 0 0,0 0 1 0 0,0 0-1 0 0,0 0 0 0 0,0 1 0 0 0,-1-1 0 0 0,0 0 0 0 0,0 1 0 0 0,-1-1 0 0 0,1 1 0 0 0,-2 10 0 0 0,0-9 94 0 0,0 1 0 0 0,-1 0 0 0 0,1-1 0 0 0,-2 1 0 0 0,1-1 0 0 0,-1 0 0 0 0,-1 0 0 0 0,1 0 0 0 0,-9 12 0 0 0,6-11-107 0 0,0 0 1 0 0,0 0 0 0 0,-1-1-1 0 0,0 0 1 0 0,0 0 0 0 0,-1-1-1 0 0,0 1 1 0 0,0-2-1 0 0,0 1 1 0 0,-1-1 0 0 0,0-1-1 0 0,0 1 1 0 0,0-1 0 0 0,0-1-1 0 0,-1 0 1 0 0,-17 3 0 0 0,10-4-93 0 0,0-1 0 0 0,0-1 0 0 0,-21-2 0 0 0,33 1-334 0 0,0 1 1 0 0,1-1-1 0 0,-1 0 1 0 0,0 0-1 0 0,1 0 1 0 0,-1-1-1 0 0,0 0 1 0 0,1 0-1 0 0,0 0 1 0 0,-1 0-1 0 0,1-1 1 0 0,0 0-1 0 0,0 1 1 0 0,1-1-1 0 0,-1-1 1 0 0,-4-4-1 0 0,7 6-96 0 0,0 0 0 0 0,-1-1 0 0 0,1 1 0 0 0,0-1 0 0 0,1 1 0 0 0,-1-1 0 0 0,0 0 0 0 0,1 1 0 0 0,-1-1 0 0 0,1 0 0 0 0,0 1 0 0 0,0-1 0 0 0,0 0 0 0 0,0 1 0 0 0,1-1 0 0 0,-1 0 0 0 0,1 1 0 0 0,-1-1 0 0 0,3-4 0 0 0,1-5-2165 0 0,2-1 0 0 0,11-19 0 0 0,-13 25 1178 0 0,14-25-4439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9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16 3304 0 0,'-23'-14'10125'0'0,"23"14"-10055"0"0,0 0-1 0 0,0 0 1 0 0,-1-1 0 0 0,1 1-1 0 0,0 0 1 0 0,-1 0-1 0 0,1 0 1 0 0,0 0 0 0 0,-1 0-1 0 0,1 0 1 0 0,0 0-1 0 0,-1 0 1 0 0,1 0 0 0 0,0 0-1 0 0,-1 0 1 0 0,1 0-1 0 0,-1 0 1 0 0,1 0-1 0 0,0 0 1 0 0,-1 0 0 0 0,1 0-1 0 0,0 0 1 0 0,0 1-1 0 0,-1-1 1 0 0,1 0 0 0 0,0 0-1 0 0,-1 0 1 0 0,1 0-1 0 0,0 1 1 0 0,0-1 0 0 0,-1 0-1 0 0,1 0 1 0 0,0 1-1 0 0,0-1 1 0 0,-1 0 0 0 0,1 1-1 0 0,0-1 1 0 0,0 0-1 0 0,0 0 1 0 0,-1 1-1 0 0,3 18 1426 0 0,14 21-402 0 0,24 24-495 0 0,69 85 0 0 0,2-16-5488 0 0,-71-90-2634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78 1360 0 0,'-42'-74'14120'0'0,"41"72"-13568"0"0,-1 2 89 0 0,1-1-604 0 0,0 1 0 0 0,1 0 1 0 0,-1 0-1 0 0,0 0 0 0 0,0 0 1 0 0,1 0-1 0 0,-1-1 0 0 0,0 1 1 0 0,1 0-1 0 0,-1 1 0 0 0,0-1 0 0 0,1 0 1 0 0,-1 0-1 0 0,0 0 0 0 0,1 0 1 0 0,-1 0-1 0 0,0 1 0 0 0,0-1 1 0 0,-8 9 228 0 0,1 0 1 0 0,0 0 0 0 0,0 1 0 0 0,-11 20 0 0 0,-25 51 102 0 0,20-33-212 0 0,-11 18-280 0 0,2 1 0 0 0,-37 114 0 0 0,66-167-621 0 0,1 0 1 0 0,0 0-1 0 0,-1 17 1 0 0,6 18-7041 0 0,0-35 2073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4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34 16 0 0,'-8'-24'14567'0'0,"-3"15"-10290"0"0,14 31-3236 0 0,-1-7-866 0 0,23 233-1941 0 0,-20-202-783 0 0,1 6-5577 0 0,-6-36 2895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146 138 3572 0 0,'-2'-4'1140'0'0,"-17"-46"9076"0"0,13 21-7204 0 0,6 27-2963 0 0,1 0 0 0 0,-1 1 0 0 0,0 0 1 0 0,1-1-1 0 0,0 1 0 0 0,-1-1 0 0 0,1 1 0 0 0,0 0 1 0 0,0-1-1 0 0,0 1 0 0 0,0 0 0 0 0,0 0 0 0 0,0 0 1 0 0,0 0-1 0 0,2-2 0 0 0,19-12 209 0 0,-17 12-238 0 0,0 1 1 0 0,0-1-1 0 0,1 1 0 0 0,-1 1 1 0 0,1-1-1 0 0,0 1 1 0 0,-1 0-1 0 0,1 0 0 0 0,0 1 1 0 0,0-1-1 0 0,0 1 0 0 0,-1 1 1 0 0,1-1-1 0 0,0 1 0 0 0,0 0 1 0 0,7 2-1 0 0,-10-2-16 0 0,0 1 0 0 0,0-1 0 0 0,0 0 0 0 0,0 1 0 0 0,0 0 0 0 0,0 0 0 0 0,0-1 0 0 0,0 2 0 0 0,-1-1 0 0 0,1 0 0 0 0,-1 0 0 0 0,0 1-1 0 0,0 0 1 0 0,0-1 0 0 0,0 1 0 0 0,0 0 0 0 0,0 0 0 0 0,-1 0 0 0 0,0 0 0 0 0,1 0 0 0 0,-1 0 0 0 0,0 1 0 0 0,0-1 0 0 0,-1 0 0 0 0,1 0 0 0 0,-1 1 0 0 0,0-1 0 0 0,0 4 0 0 0,-1 6 5 0 0,0 0-1 0 0,-1-1 1 0 0,-1 1 0 0 0,0-1 0 0 0,-1 0 0 0 0,0 0 0 0 0,-1 0-1 0 0,0-1 1 0 0,-8 13 0 0 0,-13 31 91 0 0,16-34-56 0 0,9-19-68 0 0,1-2 20 0 0,0 5-1 0 0,2-4 6 0 0,-1-1 0 0 0,1 1 0 0 0,-1-1 0 0 0,1 0 1 0 0,0 0-1 0 0,-1 1 0 0 0,1-1 0 0 0,0 0 0 0 0,-1 0 0 0 0,1-1 0 0 0,2 1 0 0 0,20-3 55 0 0,1 1-1 0 0,0 2 0 0 0,35 3 1 0 0,-52-2 21 0 0,1 1 0 0 0,-1 0 1 0 0,0 0-1 0 0,0 0 0 0 0,0 1 1 0 0,-1 1-1 0 0,1-1 1 0 0,-1 1-1 0 0,1 1 0 0 0,-1-1 1 0 0,-1 1-1 0 0,1 0 0 0 0,11 12 1 0 0,-13-11 92 0 0,0 0 0 0 0,0 1 0 0 0,0-1 0 0 0,-1 1 0 0 0,0 0 0 0 0,-1 0 1 0 0,0 0-1 0 0,0 1 0 0 0,0-1 0 0 0,-1 1 0 0 0,0-1 0 0 0,0 1 0 0 0,-1 0 1 0 0,0 10-1 0 0,-1-7 147 0 0,0 0 0 0 0,-1-1 1 0 0,0 1-1 0 0,-1-1 0 0 0,0 1 1 0 0,0-1-1 0 0,-1 0 0 0 0,-1 0 1 0 0,0 0-1 0 0,-6 11 0 0 0,5-12-57 0 0,0 0 0 0 0,-1-1 0 0 0,0 1 0 0 0,0-1 0 0 0,-1-1 0 0 0,0 1-1 0 0,-1-1 1 0 0,1 0 0 0 0,-1-1 0 0 0,-14 9 0 0 0,15-11-216 0 0,0-1-1 0 0,0 1 1 0 0,0-2 0 0 0,-1 1-1 0 0,1-1 1 0 0,0 0 0 0 0,-1 0 0 0 0,0-1-1 0 0,1 0 1 0 0,-1 0 0 0 0,0-1-1 0 0,0 0 1 0 0,1-1 0 0 0,-15-2-1 0 0,1-2-567 0 0,0-1 0 0 0,0-1 0 0 0,1 0-1 0 0,0-2 1 0 0,-32-19 0 0 0,-18-18-5608 0 0,2-3-5569 0 0,48 33 4564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36 2944 0 0,'-16'-4'5685'0'0,"-35"-6"3249"0"0,60 10-8890 0 0,-1 0 0 0 0,1-1 0 0 0,-1 0 0 0 0,10-3 0 0 0,-8 2-67 0 0,1 0-128 0 0,74-9-2124 0 0,-76 11 1401 0 0,-1-1 0 0 0,1 2 0 0 0,-1-1 1 0 0,1 1-1 0 0,-1 0 0 0 0,1 1 0 0 0,11 4 0 0 0,-9-1-1766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1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30 2044 0 0,'-33'30'3769'0'0,"-51"40"2803"0"0,84-70-6544 0 0,-1 1-1 0 0,0-1 0 0 0,1 1 1 0 0,-1-1-1 0 0,1 0 0 0 0,-1 1 1 0 0,1-1-1 0 0,-1 1 0 0 0,1-1 1 0 0,-1 1-1 0 0,1 0 1 0 0,-1-1-1 0 0,1 1 0 0 0,0-1 1 0 0,-1 1-1 0 0,1 0 0 0 0,-1 1 1 0 0,8 3 431 0 0,17-6-181 0 0,8-10-1000 0 0,0-2 0 0 0,37-20 0 0 0,-25 11-777 0 0,46-22-2935 0 0,-42 23 1322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31 135 1812 0 0,'-26'-54'10065'0'0,"25"53"-10010"0"0,0 1 1 0 0,1-1-1 0 0,0 0 0 0 0,-1 0 1 0 0,1 0-1 0 0,0 1 0 0 0,-1-1 0 0 0,1 0 1 0 0,0 0-1 0 0,0 0 0 0 0,-1 0 1 0 0,1 0-1 0 0,0 0 0 0 0,0 1 0 0 0,0-1 1 0 0,0 0-1 0 0,0 0 0 0 0,1 0 1 0 0,-1 0-1 0 0,0 0 0 0 0,0 0 0 0 0,1 0 1 0 0,-1 1-1 0 0,0-1 0 0 0,1 0 1 0 0,-1 0-1 0 0,1 0 0 0 0,-1 1 0 0 0,1-1 1 0 0,-1 0-1 0 0,1 1 0 0 0,-1-1 1 0 0,1 0-1 0 0,0 1 0 0 0,-1-1 0 0 0,1 1 1 0 0,0-1-1 0 0,0 1 0 0 0,1-2 1 0 0,3 0-61 0 0,1-1 1 0 0,-1 1 0 0 0,1 0-1 0 0,10-2 1 0 0,-12 3 101 0 0,51-10-21 0 0,73-7-1 0 0,-93 15-98 0 0,-33 2 19 0 0,1 1 8 0 0,10-1-6 0 0,-10 1-15 0 0,5 3-11 0 0,-7-3 28 0 0,-1 1 0 0 0,1-1 0 0 0,0 0 0 0 0,0 1 0 0 0,0-1-1 0 0,0 1 1 0 0,-1-1 0 0 0,1 1 0 0 0,0-1 0 0 0,-1 1 0 0 0,1-1 0 0 0,0 1 0 0 0,-1 0 0 0 0,1-1 0 0 0,0 1-1 0 0,-1 0 1 0 0,1-1 0 0 0,-1 1 0 0 0,0 0 0 0 0,1 0 0 0 0,-1 0 0 0 0,0 0 0 0 0,1-1 0 0 0,-1 1 0 0 0,0 0-1 0 0,0 0 1 0 0,0 0 0 0 0,1 0 0 0 0,-1 0 0 0 0,-1 1 0 0 0,2 10 57 0 0,-1 0 0 0 0,-1 0 1 0 0,0-1-1 0 0,-1 1 0 0 0,-3 14 0 0 0,-1 8 113 0 0,-28 126 509 0 0,20-104-781 0 0,-12 111 0 0 0,26-164-94 0 0,0 29-1575 0 0,0-30 1433 0 0,0-1 0 0 0,1 0 0 0 0,-1 0 0 0 0,0 0 0 0 0,1 1-1 0 0,-1-1 1 0 0,1 0 0 0 0,-1 0 0 0 0,1 0 0 0 0,0 0 0 0 0,-1 0 0 0 0,1 0 0 0 0,0 0-1 0 0,0 0 1 0 0,0 0 0 0 0,0 0 0 0 0,0 0 0 0 0,-1-1 0 0 0,2 1 0 0 0,0 1 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1084 0 0,'5'-44'11218'0'0,"-5"43"-11176"0"0,0 1 0 0 0,0 0 0 0 0,0 0-1 0 0,0-1 1 0 0,0 1 0 0 0,0 0-1 0 0,0-1 1 0 0,0 1 0 0 0,0 0-1 0 0,0-1 1 0 0,1 1 0 0 0,-1 0-1 0 0,0 0 1 0 0,0-1 0 0 0,0 1-1 0 0,0 0 1 0 0,1 0 0 0 0,-1-1-1 0 0,0 1 1 0 0,0 0 0 0 0,0 0-1 0 0,1 0 1 0 0,-1-1 0 0 0,0 1 0 0 0,1 0-1 0 0,-1 0 1 0 0,0 0 0 0 0,1 0-1 0 0,38 35 547 0 0,3-2-1 0 0,66 42 0 0 0,-48-35-3004 0 0,-8-7-4504 0 0,-40-27 3390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93 616 0 0,'-3'-8'1229'0'0,"0"0"0"0"0,0 0 0 0 0,-1 0 0 0 0,0 1 0 0 0,0-1 0 0 0,-1 1 0 0 0,0 0 0 0 0,0 1 0 0 0,-1-1 0 0 0,-11-10 0 0 0,15 16-897 0 0,1 1-252 0 0,0 0 1 0 0,-1 1-1 0 0,1-1 0 0 0,-1 0 1 0 0,1 1-1 0 0,0 0 1 0 0,-1-1-1 0 0,1 1 1 0 0,0 0-1 0 0,0 0 0 0 0,0 0 1 0 0,-1 0-1 0 0,1 0 1 0 0,0 0-1 0 0,0 0 1 0 0,0 0-1 0 0,-1 2 0 0 0,-14 23 960 0 0,-13 37-320 0 0,3 0 0 0 0,-25 96 0 0 0,34-103-864 0 0,11-35-928 0 0,0-1 0 0 0,-2 35 0 0 0,6 9-7037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54 408 0 0,'25'-53'18158'0'0,"-27"73"-16142"0"0,-23 109 987 0 0,8-30-2514 0 0,12-78-492 0 0,-25 132-453 0 0,26-123-2577 0 0,0 41 0 0 0,5-46-100 0 0,3-8-2407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6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6 136 1080 0 0,'-3'-35'9625'0'0,"2"29"-8834"0"0,0 0 0 0 0,1 0 0 0 0,0 0 0 0 0,0 0 0 0 0,0 0 0 0 0,1 0 0 0 0,-1 0 0 0 0,3-7 0 0 0,-1 10-745 0 0,0 1-1 0 0,1-1 1 0 0,-1 1-1 0 0,1 0 1 0 0,-1-1-1 0 0,1 1 1 0 0,0 0-1 0 0,0 1 1 0 0,0-1-1 0 0,0 0 1 0 0,0 1-1 0 0,0 0 1 0 0,6-2-1 0 0,5-3 32 0 0,4 1-43 0 0,25 10 11 0 0,-41-5-37 0 0,1 0-1 0 0,-1 1 0 0 0,0-1 1 0 0,1 1-1 0 0,-1 0 1 0 0,0 0-1 0 0,1 0 1 0 0,-1 0-1 0 0,0 0 1 0 0,0 0-1 0 0,0 0 1 0 0,0 1-1 0 0,0-1 1 0 0,0 1-1 0 0,0 0 1 0 0,-1-1-1 0 0,1 1 1 0 0,-1 0-1 0 0,1 0 1 0 0,1 3-1 0 0,-2-2 25 0 0,1 1-1 0 0,-1-1 1 0 0,0 1-1 0 0,-1-1 1 0 0,1 1-1 0 0,-1 0 1 0 0,1-1-1 0 0,-1 1 1 0 0,0 0-1 0 0,0-1 1 0 0,-1 1 0 0 0,0 4-1 0 0,-2 7 67 0 0,-1-1-1 0 0,-1 1 1 0 0,0-1-1 0 0,-1 1 1 0 0,-10 16-1 0 0,-15 29 308 0 0,30-58-352 0 0,1-2-24 0 0,-3 4 0 0 0,11-7 29 0 0,1-3-53 0 0,1 0 0 0 0,-1 1-1 0 0,1 0 1 0 0,-1 1 0 0 0,1 0 0 0 0,1 0 0 0 0,-1 1-1 0 0,0 1 1 0 0,1 0 0 0 0,0 0 0 0 0,-1 1-1 0 0,1 0 1 0 0,21 1 0 0 0,-28 1 70 0 0,-1-1 0 0 0,1 1 1 0 0,-1 0-1 0 0,0 0 0 0 0,0 0 1 0 0,1 0-1 0 0,-1 0 0 0 0,0 1 0 0 0,0-1 1 0 0,0 1-1 0 0,0 0 0 0 0,0 0 1 0 0,-1 0-1 0 0,1 0 0 0 0,-1 1 1 0 0,1-1-1 0 0,-1 1 0 0 0,0-1 0 0 0,0 1 1 0 0,0 0-1 0 0,0 0 0 0 0,0 0 1 0 0,-1 0-1 0 0,1 0 0 0 0,-1 0 0 0 0,1 5 1 0 0,-1-2 67 0 0,0 0 0 0 0,-1-1 0 0 0,0 1 0 0 0,0 0 0 0 0,-1 0 0 0 0,0-1 1 0 0,0 1-1 0 0,0 0 0 0 0,-1-1 0 0 0,1 1 0 0 0,-1-1 0 0 0,-1 0 0 0 0,1 1 0 0 0,-1-1 1 0 0,0 0-1 0 0,0-1 0 0 0,0 1 0 0 0,-1 0 0 0 0,1-1 0 0 0,-1 0 0 0 0,0 0 1 0 0,-1 0-1 0 0,-6 5 0 0 0,0-1-92 0 0,0 0 0 0 0,-1-2 0 0 0,0 1 0 0 0,0-1 1 0 0,-1-1-1 0 0,1 0 0 0 0,-1-1 0 0 0,-25 5 0 0 0,23-7-1256 0 0,0-1 0 0 0,-24-1 0 0 0,9-1-3973 0 0,-3 2-4128 0 0,15 1 3471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6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58 1084 0 0,'-116'80'14299'0'0,"96"-62"-12208"0"0,17-7-1192 0 0,3-11-868 0 0,0 0 1 0 0,0 1-1 0 0,1-1 0 0 0,-1 0 1 0 0,1 1-1 0 0,-1-1 1 0 0,0 0-1 0 0,1 1 0 0 0,-1-1 1 0 0,1 0-1 0 0,-1 0 1 0 0,1 1-1 0 0,-1-1 0 0 0,1 0 1 0 0,-1 0-1 0 0,1 0 1 0 0,-1 0-1 0 0,1 0 0 0 0,-1 0 1 0 0,1 0-1 0 0,-1 0 1 0 0,1 0-1 0 0,-1 0 0 0 0,1 0 1 0 0,0 0-1 0 0,23-1 345 0 0,0-1 0 0 0,0-1 0 0 0,27-7 0 0 0,75-25 26 0 0,-55 14-248 0 0,266-58-265 0 0,-191 60-4866 0 0,-104 19 1500 0 0,-15 2-1620 0 0,-13 1-86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26 1460 0 0,'-63'21'11734'0'0,"61"-20"-10899"0"0,1-1-644 0 0,1 1 1 0 0,-1-1 0 0 0,1 0 0 0 0,-1 0-1 0 0,0 1 1 0 0,1-1 0 0 0,-1 0 0 0 0,0 0-1 0 0,1 0 1 0 0,-1 0 0 0 0,0 0 0 0 0,1 0-1 0 0,-1 0 1 0 0,0 0 0 0 0,1 0 0 0 0,-3 0-1 0 0,3-1-176 0 0,0 0 1 0 0,0 1-1 0 0,0-1 0 0 0,0 0 0 0 0,0 1 1 0 0,0-1-1 0 0,0 0 0 0 0,1 1 0 0 0,-1-1 0 0 0,0 0 1 0 0,0 1-1 0 0,0-1 0 0 0,1 0 0 0 0,-1 1 1 0 0,0-1-1 0 0,1 1 0 0 0,-1-1 0 0 0,0 0 0 0 0,1 1 1 0 0,-1-1-1 0 0,1 1 0 0 0,0-1 0 0 0,20-14 159 0 0,-15 11-159 0 0,0 1 1 0 0,0 1-1 0 0,0-1 1 0 0,0 1-1 0 0,1 0 1 0 0,7-1-1 0 0,-12 3-11 0 0,0 0 0 0 0,0-1-1 0 0,1 1 1 0 0,-1 0 0 0 0,0 0-1 0 0,1 1 1 0 0,-1-1 0 0 0,0 0-1 0 0,1 1 1 0 0,-1-1 0 0 0,0 1-1 0 0,0 0 1 0 0,1 0 0 0 0,-1 0-1 0 0,0 0 1 0 0,0 0 0 0 0,0 0-1 0 0,0 1 1 0 0,0-1 0 0 0,-1 1 0 0 0,1-1-1 0 0,0 1 1 0 0,-1 0 0 0 0,1-1-1 0 0,-1 1 1 0 0,1 0 0 0 0,-1 0-1 0 0,0 0 1 0 0,0 0 0 0 0,0 0-1 0 0,0 0 1 0 0,0 1 0 0 0,0-1-1 0 0,-1 0 1 0 0,1 0 0 0 0,-1 1-1 0 0,0-1 1 0 0,1 5 0 0 0,-1 1 14 0 0,0 0 1 0 0,-1-1 0 0 0,1 1-1 0 0,-1 0 1 0 0,-1 0 0 0 0,0 0-1 0 0,-5 14 1 0 0,-2 0 168 0 0,-16 26 0 0 0,15-30 184 0 0,-15 38 0 0 0,24-54-340 0 0,1-2-31 0 0,0 1 1 0 0,0-1 0 0 0,0 0-1 0 0,0 1 1 0 0,0-1-1 0 0,0 0 1 0 0,0 0 0 0 0,0 1-1 0 0,0-1 1 0 0,1 0-1 0 0,-1 0 1 0 0,0 1 0 0 0,0-1-1 0 0,0 0 1 0 0,0 0 0 0 0,0 1-1 0 0,0-1 1 0 0,1 0-1 0 0,-1 0 1 0 0,0 1 0 0 0,0-1-1 0 0,0 0 1 0 0,0 0-1 0 0,1 0 1 0 0,-1 0 0 0 0,0 1-1 0 0,0-1 1 0 0,1 0-1 0 0,-1 0 1 0 0,0 0 0 0 0,0 0-1 0 0,1 0 1 0 0,-1 0-1 0 0,0 1 1 0 0,1-1 0 0 0,12-1 16 0 0,-8 1-22 0 0,34-6 19 0 0,-30 5-13 0 0,0 0 1 0 0,0 1-1 0 0,0-1 1 0 0,0 2-1 0 0,0-1 1 0 0,11 3-1 0 0,-15-2 13 0 0,0-1-1 0 0,0 1 0 0 0,0 0 1 0 0,-1 1-1 0 0,1-1 0 0 0,0 1 0 0 0,-1 0 1 0 0,1 0-1 0 0,-1 0 0 0 0,0 1 0 0 0,0-1 1 0 0,6 6-1 0 0,-8-6 77 0 0,0 0 0 0 0,0 0 0 0 0,0 0 0 0 0,0 1 1 0 0,-1-1-1 0 0,1 1 0 0 0,-1-1 0 0 0,0 1 0 0 0,1 0 0 0 0,-1-1 0 0 0,0 1 1 0 0,-1 0-1 0 0,1 0 0 0 0,0 0 0 0 0,-1 0 0 0 0,0-1 0 0 0,0 1 0 0 0,0 0 1 0 0,0 0-1 0 0,0 0 0 0 0,-1 6 0 0 0,-2 4 179 0 0,-1-1 1 0 0,0 1-1 0 0,-1-1 0 0 0,0 0 0 0 0,-1 0 1 0 0,0 0-1 0 0,-1-1 0 0 0,-1 0 1 0 0,1 0-1 0 0,-2-1 0 0 0,1 0 1 0 0,-2 0-1 0 0,1-1 0 0 0,-15 11 0 0 0,13-11-212 0 0,-1-1-1 0 0,0 0 1 0 0,-1 0-1 0 0,1-1 1 0 0,-1-1-1 0 0,-1 0 1 0 0,1-1-1 0 0,-1-1 1 0 0,0 0-1 0 0,0 0 1 0 0,0-2-1 0 0,0 0 1 0 0,-15 1-1 0 0,23-3-229 0 0,0-1-1 0 0,-1 1 1 0 0,1-1-1 0 0,0 0 0 0 0,0 0 1 0 0,0-1-1 0 0,0 0 0 0 0,0 0 1 0 0,0 0-1 0 0,1-1 0 0 0,-1 1 1 0 0,1-2-1 0 0,-10-6 1 0 0,12 8-60 0 0,0-1 1 0 0,0 0-1 0 0,1 0 1 0 0,-1 0-1 0 0,1-1 1 0 0,-1 1-1 0 0,1-1 1 0 0,0 1-1 0 0,1-1 1 0 0,-1 0 0 0 0,1 1-1 0 0,-1-1 1 0 0,1 0-1 0 0,0 0 1 0 0,0 0-1 0 0,1 0 1 0 0,-1 0-1 0 0,1 0 1 0 0,0 0-1 0 0,0 0 1 0 0,1 0-1 0 0,0-5 1 0 0,4-15-1439 0 0,2 1 1 0 0,0 0-1 0 0,1 0 1 0 0,2 1-1 0 0,15-28 0 0 0,0 1-4528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54 1596 0 0,'-121'0'9813'0'0,"64"0"-6291"0"0,54 0-3210 0 0,0 0-74 0 0,-11 0-36 0 0,11 0 354 0 0,6 0-458 0 0,17 0-118 0 0,1-1 0 0 0,-1-1 1 0 0,0-1-1 0 0,39-11 0 0 0,-17 4-1013 0 0,-14 4 51 0 0,42-8-5646 0 0,-47 10 1437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8 712 0 0,'-14'8'2652'0'0,"1"1"1"0"0,0 0-1 0 0,-13 13 1 0 0,25-21-2239 0 0,0 0-383 0 0,1-1 0 0 0,0 0 0 0 0,-1 1 0 0 0,1-1-1 0 0,0 0 1 0 0,-1 1 0 0 0,1-1 0 0 0,0 0 0 0 0,0 1 0 0 0,0-1 0 0 0,-1 1 0 0 0,1-1 0 0 0,0 1 0 0 0,0-1 0 0 0,0 0 0 0 0,0 1 0 0 0,0-1 0 0 0,0 1 0 0 0,0-1 0 0 0,0 1 0 0 0,0-1-1 0 0,0 0 1 0 0,0 1 0 0 0,0-1 0 0 0,0 1 0 0 0,0-1 0 0 0,0 1 0 0 0,0-1 0 0 0,1 0 0 0 0,-1 1 0 0 0,0-1 0 0 0,0 1 0 0 0,0-1 0 0 0,1 0 0 0 0,-1 1 0 0 0,0-1 0 0 0,1 0 0 0 0,-1 1-1 0 0,0-1 1 0 0,1 0 0 0 0,-1 1 0 0 0,0-1 0 0 0,1 0 0 0 0,-1 0 0 0 0,0 0 0 0 0,1 1 0 0 0,-1-1 0 0 0,2 0 0 0 0,5 1 58 0 0,1 0 0 0 0,0 0 0 0 0,-1-1 0 0 0,1 0 0 0 0,0 0 0 0 0,0-1 0 0 0,8-2 0 0 0,61-16-412 0 0,-45 11-227 0 0,106-29-6158 0 0,-100 28 2729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76 2176 0 0,'0'-16'6355'0'0,"0"14"-5904"0"0,0-1 0 0 0,0 1 0 0 0,-1 0 0 0 0,1-1 0 0 0,-1 1 0 0 0,1 0 0 0 0,-1 0 0 0 0,0-1 0 0 0,1 1 0 0 0,-1 0 0 0 0,0 0 0 0 0,0 0 0 0 0,-1 0 0 0 0,1 0 0 0 0,0 0 0 0 0,-3-2 0 0 0,2 2-195 0 0,-1 0 0 0 0,1 0 0 0 0,-1 0 0 0 0,1 1 0 0 0,-1-1 0 0 0,0 1 1 0 0,1 0-1 0 0,-1-1 0 0 0,0 1 0 0 0,0 1 0 0 0,-4-2 0 0 0,0 1-166 0 0,0 0 1 0 0,0 1-1 0 0,-1 0 0 0 0,1 0 0 0 0,0 0 0 0 0,0 1 1 0 0,0 0-1 0 0,0 1 0 0 0,0-1 0 0 0,-12 6 0 0 0,4 0-77 0 0,0 0 0 0 0,1 1 1 0 0,0 1-1 0 0,1 0 0 0 0,-1 1 0 0 0,2 1 0 0 0,0 0 0 0 0,-14 16 0 0 0,17-17-6 0 0,1 1 0 0 0,0 0 0 0 0,0 0 1 0 0,1 1-1 0 0,1 0 0 0 0,0 0 0 0 0,0 1 0 0 0,2-1 0 0 0,-1 1 0 0 0,-2 18 0 0 0,6-28-6 0 0,0 0 0 0 0,1 0 0 0 0,-1 0-1 0 0,1-1 1 0 0,0 1 0 0 0,0 0 0 0 0,0 0 0 0 0,0 0-1 0 0,1 0 1 0 0,-1 0 0 0 0,1 0 0 0 0,0-1-1 0 0,-1 1 1 0 0,1 0 0 0 0,1-1 0 0 0,-1 1 0 0 0,0 0-1 0 0,1-1 1 0 0,-1 1 0 0 0,1-1 0 0 0,0 0 0 0 0,-1 1-1 0 0,1-1 1 0 0,1 0 0 0 0,-1 0 0 0 0,0-1 0 0 0,0 1-1 0 0,1 0 1 0 0,-1-1 0 0 0,1 1 0 0 0,-1-1 0 0 0,1 0-1 0 0,-1 1 1 0 0,1-1 0 0 0,0-1 0 0 0,0 1-1 0 0,4 0 1 0 0,0 1 3 0 0,0-1-1 0 0,1-1 0 0 0,-1 0 1 0 0,0 0-1 0 0,1 0 1 0 0,-1-1-1 0 0,0 0 0 0 0,1 0 1 0 0,-1-1-1 0 0,0 0 0 0 0,0 0 1 0 0,0-1-1 0 0,-1 0 1 0 0,9-4-1 0 0,-7 1 0 0 0,1 0 1 0 0,-1 0-1 0 0,0-1 0 0 0,-1 0 1 0 0,0 0-1 0 0,0-1 1 0 0,0 0-1 0 0,8-15 0 0 0,3-8 281 0 0,18-44 0 0 0,-23 45 199 0 0,-13 30-481 0 0,0 0 0 0 0,1 0 1 0 0,-1 0-1 0 0,0 0 0 0 0,0 0 1 0 0,0 0-1 0 0,0 0 0 0 0,0 0 1 0 0,0 1-1 0 0,0-1 0 0 0,0 0 0 0 0,0 0 1 0 0,0 0-1 0 0,1 0 0 0 0,-1 0 1 0 0,0 0-1 0 0,0 0 0 0 0,0 0 1 0 0,0 0-1 0 0,0 0 0 0 0,0 0 1 0 0,0 0-1 0 0,0 0 0 0 0,1 0 1 0 0,-1 0-1 0 0,0 0 0 0 0,0 0 1 0 0,0 0-1 0 0,0 0 0 0 0,0 0 1 0 0,0 0-1 0 0,0 0 0 0 0,1 0 0 0 0,-1 0 1 0 0,0 0-1 0 0,0 0 0 0 0,0 0 1 0 0,0 0-1 0 0,0-1 0 0 0,0 1 1 0 0,0 0-1 0 0,0 0 0 0 0,0 0 1 0 0,0 0-1 0 0,1 0 0 0 0,-1 0 1 0 0,0 0-1 0 0,0 0 0 0 0,0 0 1 0 0,0 0-1 0 0,0-1 0 0 0,0 1 1 0 0,0 0-1 0 0,0 0 0 0 0,0 0 0 0 0,0 0 1 0 0,0 0-1 0 0,0 0 0 0 0,2 16 39 0 0,-3 23-18 0 0,-3-3-52 0 0,-6 46-198 0 0,2 125 0 0 0,8-197-327 0 0,1-1 0 0 0,0 0 0 0 0,1 0 1 0 0,4 17-1 0 0,-4-22 51 0 0,-1-1 1 0 0,0 1-1 0 0,1-1 1 0 0,0 0-1 0 0,0 1 1 0 0,0-1-1 0 0,0 0 1 0 0,0 0-1 0 0,1-1 1 0 0,-1 1-1 0 0,1 0 1 0 0,0-1-1 0 0,0 0 1 0 0,4 4-1 0 0,16-5-8124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39 105 2976 0 0,'25'-105'18550'0'0,"-29"184"-14787"0"0,-13 39-2500 0 0,3-16-1233 0 0,13-96-248 0 0,-12 92-4701 0 0,-2-33-7250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148 172 2944 0 0,'-90'39'10862'0'0,"34"-15"-6382"0"0,54-23-4089 0 0,24-14 27 0 0,66-34-254 0 0,85-44 119 0 0,-55 36-3792 0 0,-58 31-4575 0 0,-43 18 2539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59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0 296 0 0,'-122'70'17379'0'0,"120"-69"-16949"0"0,-5 1 712 0 0,15-6-784 0 0,8-4-212 0 0,0 0 0 0 0,1 1 0 0 0,0 0 0 0 0,0 1 0 0 0,0 1 0 0 0,27-4 0 0 0,-42 9-144 0 0,0 0 1 0 0,-1 0-1 0 0,1 0 0 0 0,-1 0 0 0 0,1 0 0 0 0,0 0 1 0 0,-1 0-1 0 0,1 0 0 0 0,-1 1 0 0 0,1-1 1 0 0,0 1-1 0 0,-1-1 0 0 0,1 1 0 0 0,-1 0 0 0 0,0-1 1 0 0,1 1-1 0 0,-1 0 0 0 0,1 0 0 0 0,-1 0 0 0 0,0 0 1 0 0,0 0-1 0 0,0 0 0 0 0,0 0 0 0 0,1 1 0 0 0,-1-1 1 0 0,-1 0-1 0 0,1 0 0 0 0,0 1 0 0 0,0-1 1 0 0,0 1-1 0 0,-1-1 0 0 0,1 1 0 0 0,-1-1 0 0 0,1 1 1 0 0,-1-1-1 0 0,0 1 0 0 0,0 0 0 0 0,1-1 0 0 0,-1 1 1 0 0,0 0-1 0 0,-1 2 0 0 0,1 4 5 0 0,0-1 0 0 0,-1 1 0 0 0,0 0 0 0 0,-1-1 0 0 0,0 1 0 0 0,0-1 0 0 0,-3 8 0 0 0,-12 20 8 0 0,-35 53 1 0 0,48-81-2 0 0,-19 30 158 0 0,23-36-154 0 0,-3 4 13 0 0,3-5-31 0 0,0 0 1 0 0,0 0-1 0 0,0 0 0 0 0,0 0 1 0 0,0 0-1 0 0,0 0 1 0 0,0 0-1 0 0,0 0 0 0 0,0 0 1 0 0,0 1-1 0 0,-1-1 0 0 0,1 0 1 0 0,0 0-1 0 0,0 0 1 0 0,0 0-1 0 0,0 0 0 0 0,0 0 1 0 0,0 0-1 0 0,0 0 1 0 0,0 0-1 0 0,0 0 0 0 0,0 0 1 0 0,0 0-1 0 0,0 1 1 0 0,0-1-1 0 0,0 0 0 0 0,0 0 1 0 0,0 0-1 0 0,0 0 0 0 0,0 0 1 0 0,0 0-1 0 0,0 0 1 0 0,0 0-1 0 0,0 0 0 0 0,0 0 1 0 0,0 0-1 0 0,0 1 1 0 0,1-1-1 0 0,-1 0 0 0 0,0 0 1 0 0,0 0-1 0 0,0 0 0 0 0,0 0 1 0 0,0 0-1 0 0,0 0 1 0 0,0 0-1 0 0,0 0 0 0 0,0 0 1 0 0,0 0-1 0 0,0 0 1 0 0,0 0-1 0 0,0 0 0 0 0,0 0 1 0 0,1 0-1 0 0,-1 0 1 0 0,0 0-1 0 0,0 0 0 0 0,0 0 1 0 0,0 0-1 0 0,0 0 0 0 0,0 0 1 0 0,0 0-1 0 0,0 0 1 0 0,0 0-1 0 0,0 0 0 0 0,0 0 1 0 0,0 0-1 0 0,1 0 1 0 0,7-3 0 0 0,1 0 0 0 0,0 1 0 0 0,0 0 0 0 0,0 1 0 0 0,0-1 0 0 0,0 2 0 0 0,1-1 0 0 0,13 2 0 0 0,-19 0 10 0 0,0 0 1 0 0,0 0-1 0 0,0 0 0 0 0,0 1 0 0 0,0-1 0 0 0,0 1 0 0 0,0 0 0 0 0,0 0 0 0 0,-1 0 0 0 0,1 0 0 0 0,-1 1 1 0 0,0 0-1 0 0,1 0 0 0 0,-1-1 0 0 0,0 2 0 0 0,-1-1 0 0 0,1 0 0 0 0,-1 1 0 0 0,1-1 0 0 0,-1 1 1 0 0,2 5-1 0 0,1 0 252 0 0,-1 1 0 0 0,-1 0 1 0 0,0 0-1 0 0,0 1 1 0 0,-1-1-1 0 0,0 0 1 0 0,-1 1-1 0 0,0 0 1 0 0,-1-1-1 0 0,0 1 0 0 0,-3 18 1 0 0,1-15 59 0 0,-1-1 1 0 0,0 0-1 0 0,-1-1 0 0 0,0 1 1 0 0,-1-1-1 0 0,-1 0 1 0 0,0 0-1 0 0,0 0 0 0 0,-10 11 1 0 0,10-14-184 0 0,0-1 0 0 0,-1 0 0 0 0,-1 0 0 0 0,1-1 0 0 0,-1 0 0 0 0,0-1 1 0 0,-1 1-1 0 0,1-2 0 0 0,-1 1 0 0 0,-1-1 0 0 0,-14 6 0 0 0,16-8-233 0 0,0-1-1 0 0,-1 0 1 0 0,1 0-1 0 0,0-1 0 0 0,-1 0 1 0 0,1-1-1 0 0,-1 0 1 0 0,1 0-1 0 0,-1 0 1 0 0,1-1-1 0 0,0-1 1 0 0,-1 1-1 0 0,1-2 1 0 0,0 1-1 0 0,-12-6 1 0 0,6 2-848 0 0,0-1 0 0 0,1 0 0 0 0,1-1 0 0 0,-1 0 0 0 0,1-1 0 0 0,0-1 0 0 0,1 0 0 0 0,-16-18 0 0 0,14 12-1509 0 0,1-1 1 0 0,0 0-1 0 0,-11-22 1 0 0,1-7-4783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3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 1100 0 0,'-198'54'10345'0'0,"132"-35"-6069"0"0,64-18-3966 0 0,14-1 2815 0 0,65 0-2871 0 0,967-12 349 0 0,-768 5-565 0 0,165 5-36 0 0,-307 10 8 0 0,212 6 47 0 0,388-5-58 0 0,581-18 15 0 0,-1290 9-19 0 0,679 5-22 0 0,-198 1 45 0 0,519-21 0 0 0,-724 9-24 0 0,-101 2 16 0 0,810 1-41 0 0,-328 16 38 0 0,-269-7-34 0 0,335-5 72 0 0,-342-4-60 0 0,-253 3 7 0 0,244 2 15 0 0,-37-3-19 0 0,-19 0 2 0 0,127-5 8 0 0,-230 0-1 0 0,740-19-2 0 0,850 21 15 0 0,-466 17-10 0 0,-610-9 8 0 0,-43 0 26 0 0,-627-3-33 0 0,1515 34-26 0 0,-143 34-20 0 0,-1332-61-43 0 0,684 56-1016 0 0,-713-54-257 0 0,-90-10 790 0 0,9 0-631 0 0,-49-7-8433 0 0,11 4 5930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4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31 788 0 0,'0'0'1806'0'0,"20"-31"10876"0"0,-19 33-12665 0 0,0 0-1 0 0,0 1 0 0 0,-1-1 1 0 0,1 0-1 0 0,0 0 1 0 0,-1 0-1 0 0,0 1 1 0 0,0-1-1 0 0,0 3 1 0 0,-13 340 2055 0 0,0-53-1305 0 0,8-44-466 0 0,-2 347-170 0 0,55 273-225 0 0,6 1 1695 0 0,-54-278 384 0 0,-19-184-185 0 0,2-49-484 0 0,-9-57-186 0 0,26-298-1130 0 0,0 4-2815 0 0,-2-15 892 0 0,1-18-1615 0 0,6-19-4372 0 0,2 12 50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82 792 0 0,'-74'-56'9689'0'0,"73"55"-9210"0"0,-19-9 1837 0 0,13 3-534 0 0,7 6-1743 0 0,0 1-1 0 0,0 0 1 0 0,0 0 0 0 0,0 0 0 0 0,0 0 0 0 0,0-1 0 0 0,0 1 0 0 0,0 0 0 0 0,0 0 0 0 0,0 0 0 0 0,0 0 0 0 0,0 0 0 0 0,0-1 0 0 0,0 1-1 0 0,0 0 1 0 0,0 0 0 0 0,1 0 0 0 0,-1 0 0 0 0,0 0 0 0 0,0 0 0 0 0,0-1 0 0 0,0 1 0 0 0,0 0 0 0 0,0 0 0 0 0,1 0 0 0 0,-1 0 0 0 0,0 0-1 0 0,0 0 1 0 0,0 0 0 0 0,0 0 0 0 0,1 0 0 0 0,-1 0 0 0 0,0 0 0 0 0,0 0 0 0 0,0 0 0 0 0,0 0 0 0 0,1 0 0 0 0,-1 0 0 0 0,0 0 0 0 0,0 0-1 0 0,0 0 1 0 0,0 0 0 0 0,0 0 0 0 0,1 0 0 0 0,-1 0 0 0 0,0 0 0 0 0,0 0 0 0 0,0 0 0 0 0,85-2 74 0 0,-37 0-14 0 0,1 2 1 0 0,53 7-1 0 0,-93-6-102 0 0,-8-1 2 0 0,0 0 1 0 0,0 1-1 0 0,0-1 0 0 0,0 0 0 0 0,-1 0 1 0 0,1 1-1 0 0,0-1 0 0 0,0 0 0 0 0,0 1 1 0 0,0-1-1 0 0,-1 0 0 0 0,1 1 0 0 0,0-1 0 0 0,0 1 1 0 0,0 0-1 0 0,8 7 2 0 0,-2 2-4 0 0,-7-7 1 0 0,0-1 0 0 0,1 1 0 0 0,-1 0 0 0 0,0-1 0 0 0,-1 1 0 0 0,1-1 0 0 0,0 1 0 0 0,-1-1 0 0 0,0 1 0 0 0,1-1 0 0 0,-1 0 0 0 0,0 1 0 0 0,0-1 0 0 0,0 0 0 0 0,-1 0 0 0 0,-1 4 0 0 0,-29 35 4 0 0,23-31 5 0 0,-103 107-60 0 0,19-21 10 0 0,90-93 49 0 0,0 0 1 0 0,0 0-1 0 0,0 0 1 0 0,1 1-1 0 0,-1 0 1 0 0,1-1-1 0 0,0 1 1 0 0,-4 7-1 0 0,6-9 30 0 0,1 1 15 0 0,-2-2-49 0 0,1-1 1 0 0,0 1-1 0 0,0-1 1 0 0,0 0-1 0 0,0 1 0 0 0,0-1 1 0 0,0 1-1 0 0,0-1 1 0 0,0 0-1 0 0,0 1 0 0 0,1-1 1 0 0,-1 1-1 0 0,0-1 0 0 0,0 0 1 0 0,0 1-1 0 0,0-1 1 0 0,0 0-1 0 0,1 1 0 0 0,-1-1 1 0 0,0 0-1 0 0,0 1 0 0 0,1-1 1 0 0,-1 1-1 0 0,5 0 8 0 0,-1 0 0 0 0,1 0 0 0 0,-1 0 0 0 0,1 0 0 0 0,-1-1 0 0 0,1 1 1 0 0,0-1-1 0 0,-1 0 0 0 0,6-1 0 0 0,46-7 76 0 0,231-42-11626 0 0,-274 47 7857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6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30 2004 0 0,'-7'-25'12741'0'0,"7"25"-12688"0"0,0 0-1 0 0,0 0 0 0 0,0 0 0 0 0,0 0 0 0 0,0-1 0 0 0,0 1 1 0 0,0 0-1 0 0,0 0 0 0 0,0 0 0 0 0,0-1 0 0 0,0 1 0 0 0,0 0 1 0 0,-1 0-1 0 0,1 0 0 0 0,0 0 0 0 0,0 0 0 0 0,0-1 1 0 0,0 1-1 0 0,0 0 0 0 0,0 0 0 0 0,0 0 0 0 0,0 0 0 0 0,-1 0 1 0 0,1-1-1 0 0,0 1 0 0 0,0 0 0 0 0,0 0 0 0 0,0 0 0 0 0,-1 0 1 0 0,1 0-1 0 0,0 0 0 0 0,0 0 0 0 0,0 0 0 0 0,0 0 0 0 0,-1 0 1 0 0,1 0-1 0 0,0 0 0 0 0,0 0 0 0 0,0 0 0 0 0,-1 0 1 0 0,-3 8 1150 0 0,-2 22-196 0 0,4-22-624 0 0,-25 141 2617 0 0,18-90-2011 0 0,-2 0 1 0 0,-3-1-1 0 0,-22 57 0 0 0,33-109-836 0 0,0 2 202 0 0,0 1 0 0 0,-1-1-1 0 0,-10 16 1 0 0,12-21-277 0 0,-1 0-1 0 0,0 0 1 0 0,0 0 0 0 0,0 0 0 0 0,0-1 0 0 0,0 1-1 0 0,0-1 1 0 0,-1 0 0 0 0,1 0 0 0 0,-1 0-1 0 0,0 0 1 0 0,-6 1 0 0 0,5-1-103 0 0,0-1-1 0 0,0 0 1 0 0,-1 0-1 0 0,1-1 1 0 0,0 0-1 0 0,-1 0 1 0 0,1 0 0 0 0,0 0-1 0 0,-1-1 1 0 0,1 0-1 0 0,0 0 1 0 0,0 0 0 0 0,0-1-1 0 0,-8-3 1 0 0,8 3-382 0 0,0 0 1 0 0,1-1 0 0 0,-1 0 0 0 0,0 0 0 0 0,1-1 0 0 0,0 1-1 0 0,0-1 1 0 0,0 0 0 0 0,-5-6 0 0 0,6 6-122 0 0,1 0 1 0 0,-1 1 0 0 0,1-1-1 0 0,0 0 1 0 0,0-1-1 0 0,1 1 1 0 0,-1 0-1 0 0,1-1 1 0 0,0 1-1 0 0,0 0 1 0 0,0-1 0 0 0,1 1-1 0 0,0-1 1 0 0,0-8-1 0 0,2 0-1271 0 0,0 1 0 0 0,0-1 0 0 0,1 1 0 0 0,6-14-1 0 0,2-5-3463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2460 0 0,'5'-15'4855'0'0,"-1"-1"0"0"0,4-32 0 0 0,-6 14-2153 0 0,-2 32-2458 0 0,-1-3 1184 0 0,2-4-4014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8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93 172 0 0,'1'-34'6035'0'0,"-1"29"-5337"0"0,-1 0 0 0 0,-1 1 0 0 0,1-1 0 0 0,-1 0 0 0 0,0 1 0 0 0,-4-9 0 0 0,5 12-646 0 0,0-1 1 0 0,1 1-1 0 0,-1 0 0 0 0,0 0 0 0 0,0 0 1 0 0,0 0-1 0 0,0 0 0 0 0,0 0 0 0 0,0 0 1 0 0,0 0-1 0 0,-1 1 0 0 0,1-1 0 0 0,0 0 1 0 0,0 1-1 0 0,-1-1 0 0 0,1 1 0 0 0,0-1 1 0 0,-1 1-1 0 0,1-1 0 0 0,0 1 0 0 0,-1 0 1 0 0,1 0-1 0 0,-1 0 0 0 0,1 0 0 0 0,0 0 0 0 0,-1 0 1 0 0,1 0-1 0 0,-1 0 0 0 0,1 1 0 0 0,0-1 1 0 0,-1 0-1 0 0,-1 2 0 0 0,-12 4-20 0 0,1 2 0 0 0,0 0 0 0 0,1 0 0 0 0,0 1 0 0 0,0 1 0 0 0,1 0 0 0 0,-19 20 0 0 0,15-12-34 0 0,0 1 0 0 0,0 1-1 0 0,2 0 1 0 0,-16 30 0 0 0,23-38 7 0 0,1 0 0 0 0,0 1 0 0 0,1 0 1 0 0,0 0-1 0 0,1 0 0 0 0,1 0 0 0 0,0 0 0 0 0,1 1 1 0 0,0 0-1 0 0,1-1 0 0 0,0 1 0 0 0,1 0 0 0 0,3 21 1 0 0,-2-32-2 0 0,0 0 0 0 0,0 0 0 0 0,0 0 1 0 0,0 0-1 0 0,0 0 0 0 0,1 0 1 0 0,-1 0-1 0 0,1-1 0 0 0,0 1 0 0 0,-1-1 1 0 0,1 1-1 0 0,0-1 0 0 0,1 0 1 0 0,-1 0-1 0 0,3 3 0 0 0,-1-2 4 0 0,1-1-1 0 0,0 1 0 0 0,-1-1 1 0 0,1 1-1 0 0,0-1 1 0 0,0-1-1 0 0,1 1 1 0 0,4 0-1 0 0,10 1-9 0 0,-1-1 1 0 0,0-1-1 0 0,34-3 0 0 0,-46 2-12 0 0,16-2-1209 0 0,40-8-1 0 0,-7-5-4669 0 0,-41 10 3388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8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54 1500 0 0,'-4'-40'11389'0'0,"3"26"-8925"0"0,-3 18-1111 0 0,-3 22-280 0 0,-7 75 1746 0 0,-28 144 1137 0 0,8-132-873 0 0,33-111-3054 0 0,0 0 0 0 0,0-1-1 0 0,1 0 1 0 0,-1 1 0 0 0,-1-1 0 0 0,1 1 0 0 0,0-1-1 0 0,0 0 1 0 0,0 0 0 0 0,-1 0 0 0 0,1 0-1 0 0,-1 0 1 0 0,1 0 0 0 0,-1 0 0 0 0,1 0-1 0 0,-1 0 1 0 0,1-1 0 0 0,-1 1 0 0 0,0-1-1 0 0,1 1 1 0 0,-1-1 0 0 0,0 0 0 0 0,1 1 0 0 0,-1-1-1 0 0,0 0 1 0 0,0 0 0 0 0,1 0 0 0 0,-1 0-1 0 0,0-1 1 0 0,1 1 0 0 0,-1 0 0 0 0,-2-2-1 0 0,-5 0-100 0 0,1 0-1 0 0,0-1 0 0 0,0 0 0 0 0,0 0 1 0 0,-8-6-1 0 0,7 4-681 0 0,1 0 0 0 0,0 0 0 0 0,1-1 0 0 0,0 0 1 0 0,0-1-1 0 0,0 0 0 0 0,-6-8 0 0 0,9 11-247 0 0,1-1 0 0 0,0 0 0 0 0,0 0 0 0 0,0 0 0 0 0,1 0 0 0 0,0-1 0 0 0,0 1-1 0 0,0 0 1 0 0,1-1 0 0 0,-1 0 0 0 0,1 1 0 0 0,1-1 0 0 0,-1-6 0 0 0,1-8-4699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8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2920 0 0,'4'-19'3199'0'0,"10"-43"4854"0"0,-4 23-6653 0 0,-8 36-2063 0 0,9 2-2997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1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1280 0 0,'0'0'2836'0'0,"14"-5"-819"0"0,-2 7-2397 0 0,-11 8-2137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1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1 848 0 0,'19'1'1860'0'0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91 744 0 0,'-2'-14'4437'0'0,"-10"-27"3309"0"0,12 41-7646 0 0,0-1 0 0 0,0 1 1 0 0,-1-1-1 0 0,1 1 1 0 0,0-1-1 0 0,0 1 1 0 0,0-1-1 0 0,0 1 0 0 0,0-1 1 0 0,0 1-1 0 0,0-1 1 0 0,0 1-1 0 0,0-1 1 0 0,0 1-1 0 0,0-1 0 0 0,0 1 1 0 0,0-1-1 0 0,0 1 1 0 0,0-1-1 0 0,0 1 1 0 0,1-1-1 0 0,-1 1 0 0 0,0 0 1 0 0,0-1-1 0 0,1 1 1 0 0,-1-1-1 0 0,0 1 1 0 0,1-1-1 0 0,-1 1 0 0 0,0 0 1 0 0,1-1-1 0 0,-1 1 1 0 0,0 0-1 0 0,1-1 1 0 0,-1 1-1 0 0,1 0 0 0 0,-1 0 1 0 0,1 0-1 0 0,-1-1 1 0 0,1 1-1 0 0,245-4 795 0 0,-84-9-6464 0 0,-141 11 3057 0 0,2 2-4942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3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0 1556 0 0,'-4'0'1590'0'0,"-6"0"-950"0"0,0 0 0 0 0,0 1 0 0 0,0 0 1 0 0,0 0-1 0 0,1 1 0 0 0,-1 0 0 0 0,0 1 0 0 0,1 0 0 0 0,0 0 0 0 0,0 1 0 0 0,0 0 0 0 0,0 1 0 0 0,-11 8 0 0 0,13-8-455 0 0,1 0-1 0 0,0 0 1 0 0,0 1-1 0 0,0 0 1 0 0,1 0-1 0 0,-1 0 1 0 0,1 1 0 0 0,1 0-1 0 0,0 0 1 0 0,0 0-1 0 0,0 0 1 0 0,1 1-1 0 0,0-1 1 0 0,0 1-1 0 0,-2 13 1 0 0,5-21-148 0 0,0 1 0 0 0,0 0 0 0 0,-1-1 0 0 0,2 1 0 0 0,-1 0-1 0 0,0 0 1 0 0,0-1 0 0 0,0 1 0 0 0,0 0 0 0 0,0-1 0 0 0,0 1 0 0 0,1 0 0 0 0,-1-1 0 0 0,0 1 0 0 0,1 0-1 0 0,-1-1 1 0 0,0 1 0 0 0,1-1 0 0 0,-1 1 0 0 0,1-1 0 0 0,-1 1 0 0 0,1-1 0 0 0,-1 1 0 0 0,1-1 0 0 0,-1 1-1 0 0,1-1 1 0 0,0 1 0 0 0,2 0 34 0 0,-1 0-1 0 0,0 0 1 0 0,1-1-1 0 0,-1 1 1 0 0,0 0 0 0 0,1-1-1 0 0,-1 0 1 0 0,4 1-1 0 0,3-1 39 0 0,0-1-1 0 0,1 1 1 0 0,9-3-1 0 0,3-2-68 0 0,0 1-1 0 0,-1 2 1 0 0,1 0 0 0 0,0 1-1 0 0,0 1 1 0 0,26 4 0 0 0,-41-3-42 0 0,-1 1 1 0 0,1-1 0 0 0,-1 1 0 0 0,0 0 0 0 0,0 1 0 0 0,1 0-1 0 0,-2 0 1 0 0,1 0 0 0 0,0 1 0 0 0,8 6 0 0 0,-10-6 14 0 0,0 0 1 0 0,-1 0-1 0 0,1 0 1 0 0,-1 1-1 0 0,0-1 1 0 0,-1 1-1 0 0,1 0 1 0 0,-1 0-1 0 0,0 0 1 0 0,0 0-1 0 0,0 0 1 0 0,0 0-1 0 0,-1 1 0 0 0,1 9 1 0 0,-1-8 70 0 0,0 1 1 0 0,-1-1-1 0 0,0 1 0 0 0,-1 0 1 0 0,1-1-1 0 0,-1 1 0 0 0,-1-1 1 0 0,1 0-1 0 0,-1 1 0 0 0,-1-1 1 0 0,1 0-1 0 0,-5 8 0 0 0,0-4 121 0 0,0 1-1 0 0,-1-1 1 0 0,-1 0-1 0 0,0-1 1 0 0,-18 18-1 0 0,11-13 94 0 0,-1-1-1 0 0,-24 17 1 0 0,33-27-191 0 0,0 1 1 0 0,0-1-1 0 0,0 0 1 0 0,0 0-1 0 0,-1-1 1 0 0,1-1 0 0 0,-1 1-1 0 0,-10 1 1 0 0,12-4-58 0 0,-1 0-1 0 0,1-1 1 0 0,0 1 0 0 0,0-1 0 0 0,0 0 0 0 0,1-1 0 0 0,-1 0 0 0 0,0 0 0 0 0,0 0 0 0 0,-11-7 0 0 0,13 7-174 0 0,0-1 1 0 0,0 0 0 0 0,0 0 0 0 0,1 0-1 0 0,-1 0 1 0 0,1-1 0 0 0,0 0 0 0 0,0 0-1 0 0,0 0 1 0 0,1 0 0 0 0,-1-1-1 0 0,1 1 1 0 0,-4-8 0 0 0,7 10-82 0 0,-1 0 0 0 0,1 1-1 0 0,0-1 1 0 0,-1 0 0 0 0,1 0 0 0 0,0 0 0 0 0,0 0 0 0 0,1 0 0 0 0,-1 0-1 0 0,0 0 1 0 0,1 0 0 0 0,-1 0 0 0 0,1 0 0 0 0,-1 0 0 0 0,1 1-1 0 0,0-1 1 0 0,0 0 0 0 0,0 0 0 0 0,0 1 0 0 0,0-1 0 0 0,0 1 0 0 0,0-1-1 0 0,1 1 1 0 0,-1-1 0 0 0,2 0 0 0 0,4-5-1608 0 0,1 0 1 0 0,0 1-1 0 0,11-7 0 0 0,-18 13 1574 0 0,18-12-5169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4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96 904 0 0,'9'-6'12972'0'0,"9"0"-12326"0"0,0 0-1 0 0,0 1 1 0 0,0 0-1 0 0,28-2 1 0 0,-1-1-252 0 0,210-41 749 0 0,-252 49-1008 0 0,11-2 104 0 0,-13 2-228 0 0,0-1-1 0 0,0 1 1 0 0,0 0-1 0 0,0 0 1 0 0,0 0-1 0 0,0-1 1 0 0,0 1-1 0 0,0 0 0 0 0,0 0 1 0 0,0 1-1 0 0,0-1 1 0 0,0 0-1 0 0,0 0 1 0 0,0 0-1 0 0,0 1 1 0 0,0-1-1 0 0,0 0 1 0 0,0 1-1 0 0,0-1 0 0 0,0 1 1 0 0,0 0-1 0 0,1 0 1 0 0,-2 1 9 0 0,1 0 1 0 0,-1 1-1 0 0,0-1 1 0 0,-1 0 0 0 0,1 0-1 0 0,0 0 1 0 0,-1 0-1 0 0,1 1 1 0 0,-1-1 0 0 0,1 0-1 0 0,-1 0 1 0 0,0 0-1 0 0,0 0 1 0 0,0 0-1 0 0,-2 2 1 0 0,2-2 23 0 0,-101 206 1462 0 0,-47 105-652 0 0,132-278-836 0 0,-4 9-816 0 0,12-16-4619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5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320 147 140 0 0,'1'-2'1938'0'0,"2"-1"-1038"0"0,0 0-1 0 0,-1-1 0 0 0,1 1 1 0 0,-1-1-1 0 0,0 1 1 0 0,0-1-1 0 0,0 0 1 0 0,1-6-1 0 0,-2 9-214 0 0,-5-13 1474 0 0,2 14-2061 0 0,0-1-1 0 0,0 0 0 0 0,0 1 1 0 0,0-1-1 0 0,0 1 0 0 0,0-1 1 0 0,0 1-1 0 0,0 0 0 0 0,0 0 1 0 0,0 0-1 0 0,0 0 0 0 0,0 1 1 0 0,0-1-1 0 0,0 0 0 0 0,0 1 1 0 0,0 0-1 0 0,0-1 0 0 0,0 1 1 0 0,0 0-1 0 0,0 0 0 0 0,0 0 0 0 0,1 0 1 0 0,-1 0-1 0 0,0 0 0 0 0,-2 3 1 0 0,-7 5 265 0 0,-1 1 1 0 0,-13 15-1 0 0,21-21-232 0 0,-33 35 479 0 0,-73 80 517 0 0,97-103-1014 0 0,1 0 0 0 0,1 1 0 0 0,0 1 0 0 0,2-1 0 0 0,-14 35 0 0 0,21-47-67 0 0,0 0 0 0 0,1 0 0 0 0,0 0-1 0 0,0 1 1 0 0,0-1 0 0 0,1 0 0 0 0,0 1-1 0 0,0-1 1 0 0,0 0 0 0 0,1 1-1 0 0,-1-1 1 0 0,1 0 0 0 0,1 0 0 0 0,-1 1-1 0 0,1-1 1 0 0,0 0 0 0 0,0 0 0 0 0,0 0-1 0 0,0-1 1 0 0,1 1 0 0 0,0-1 0 0 0,0 1-1 0 0,1-1 1 0 0,-1 0 0 0 0,1 0-1 0 0,0 0 1 0 0,0-1 0 0 0,0 1 0 0 0,0-1-1 0 0,0 0 1 0 0,1 0 0 0 0,0-1 0 0 0,-1 1-1 0 0,1-1 1 0 0,0 0 0 0 0,0 0-1 0 0,0-1 1 0 0,10 3 0 0 0,0-2 6 0 0,0 0 1 0 0,0-1-1 0 0,0 0 0 0 0,0-1 1 0 0,1-1-1 0 0,-1-1 0 0 0,0 0 1 0 0,0-1-1 0 0,0 0 0 0 0,-1-1 1 0 0,1-1-1 0 0,-1 0 0 0 0,0-1 1 0 0,0-1-1 0 0,-1 0 1 0 0,14-9-1 0 0,-11 4 16 0 0,0 0 0 0 0,0-1 0 0 0,-2-1 0 0 0,1 0 0 0 0,-2-1 0 0 0,0 0 0 0 0,-1-1 0 0 0,0 0 1 0 0,-1-1-1 0 0,-1-1 0 0 0,13-30 0 0 0,-15 28 43 0 0,0-1 0 0 0,-1 0 1 0 0,9-43-1 0 0,-15 57-102 0 0,-1 1-1 0 0,0-1 1 0 0,1 0 0 0 0,-2 0 0 0 0,1 1-1 0 0,-1-1 1 0 0,0 0 0 0 0,-1 1-1 0 0,1-1 1 0 0,-1 1 0 0 0,-1 0 0 0 0,1-1-1 0 0,-1 1 1 0 0,0 0 0 0 0,0 1-1 0 0,-1-1 1 0 0,-6-8 0 0 0,1 5-138 0 0,0 0 0 0 0,-1 1 0 0 0,0-1 0 0 0,-1 2 0 0 0,1 0 0 0 0,-1 0 0 0 0,-1 1 0 0 0,1 0 0 0 0,-1 1 0 0 0,0 0 0 0 0,-1 1 0 0 0,1 0 1 0 0,-1 1-1 0 0,-17-2 0 0 0,25 4-384 0 0,1 1-1 0 0,-1 0 1 0 0,0 0 0 0 0,0 0 0 0 0,-8 2 0 0 0,12-1 199 0 0,-1-1 0 0 0,0 0 0 0 0,1 1 1 0 0,-1-1-1 0 0,1 1 0 0 0,-1 0 0 0 0,1-1 0 0 0,-1 1 1 0 0,1 0-1 0 0,0 0 0 0 0,-1 0 0 0 0,1 0 0 0 0,0 0 0 0 0,0 0 1 0 0,0 0-1 0 0,0 1 0 0 0,-2 2 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1 156 0 0,'0'0'324'0'0,"14"0"844"0"0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8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11 640 0 0,'0'0'520'0'0,"11"-11"1710"0"0,-26 28-2223 0 0,14-16-5 0 0,-6 6-1710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1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92 772 0 0,'11'-21'4453'0'0,"-8"14"-3378"0"0,0 0 0 0 0,0 0-1 0 0,8-11 1 0 0,0-1 829 0 0,-10 17-1616 0 0,5-6 1281 0 0,-6 8-1529 0 0,0 0 0 0 0,0 0 0 0 0,1-1 0 0 0,-1 1 0 0 0,0 0 0 0 0,0 0-1 0 0,0 0 1 0 0,0 0 0 0 0,1-1 0 0 0,-1 1 0 0 0,0 0 0 0 0,0 0 0 0 0,0 0 0 0 0,0 0 0 0 0,1 0 0 0 0,-1 0-1 0 0,0 0 1 0 0,0 0 0 0 0,0 0 0 0 0,1-1 0 0 0,-1 1 0 0 0,0 0 0 0 0,0 0 0 0 0,1 0 0 0 0,-1 0 0 0 0,0 0-1 0 0,0 0 1 0 0,0 0 0 0 0,1 0 0 0 0,-1 1 0 0 0,0-1 0 0 0,0 0 0 0 0,1 0 0 0 0,-1 0 0 0 0,0 0-1 0 0,0 0 1 0 0,0 0 0 0 0,1 0 0 0 0,-1 0 0 0 0,0 1 0 0 0,0-1 0 0 0,5 12 1099 0 0,-4 20 108 0 0,-1-31-1221 0 0,-4 88 929 0 0,-27 140 0 0 0,13-109-780 0 0,-26 402 186 0 0,40 4 297 0 0,-26 662 399 0 0,-3-328-9 0 0,27-686-821 0 0,3 833 2075 0 0,-4-589-1400 0 0,3-361-811 0 0,-1 60 27 0 0,5-115-160 0 0,0 5 600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91 296 0 0,'8'-21'3239'0'0,"-1"0"1"0"0,4-28 2419 0 0,-15 73-3753 0 0,-3 21-751 0 0,-49 238 905 0 0,5-82-4144 0 0,47-161-6511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61 296 0 0,'25'-60'14547'0'0,"-33"92"-12594"0"0,3-18-1808 0 0,1 1 1 0 0,1-1 0 0 0,1 1 0 0 0,0 0 0 0 0,1 0 0 0 0,1 24 0 0 0,0-34-142 0 0,0-1 1 0 0,1 1-1 0 0,0-1 1 0 0,0 0-1 0 0,0 0 1 0 0,0 1-1 0 0,1-1 1 0 0,-1 0-1 0 0,1 0 1 0 0,0 0-1 0 0,0-1 1 0 0,1 1-1 0 0,-1 0 1 0 0,1-1-1 0 0,0 0 1 0 0,0 1-1 0 0,0-1 1 0 0,0 0-1 0 0,0-1 0 0 0,1 1 1 0 0,0 0-1 0 0,-1-1 1 0 0,1 0-1 0 0,0 0 1 0 0,0 0-1 0 0,0 0 1 0 0,6 1-1 0 0,-3-1-73 0 0,0-1 1 0 0,0 0-1 0 0,0 0 0 0 0,1-1 0 0 0,-1 0 0 0 0,0 0 0 0 0,0 0 0 0 0,0-1 0 0 0,0 0 0 0 0,0-1 1 0 0,0 0-1 0 0,0 0 0 0 0,0 0 0 0 0,-1-1 0 0 0,1 0 0 0 0,-1 0 0 0 0,0 0 0 0 0,6-5 0 0 0,-2 1 264 0 0,0 0-1 0 0,-1-1 1 0 0,0-1-1 0 0,0 1 1 0 0,-1-1-1 0 0,0 0 0 0 0,-1-1 1 0 0,0 0-1 0 0,10-19 1 0 0,-2 5 1266 0 0,-14 27-1103 0 0,-6 13-184 0 0,-32 101 396 0 0,8-21-433 0 0,6-31-66 0 0,-13 40-1320 0 0,16-34-3804 0 0,15-21-3668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9 1468 0 0,'-4'-9'10119'0'0,"0"10"-9794"0"0,0 0 0 0 0,0 1 1 0 0,0-1-1 0 0,1 1 0 0 0,-1-1 0 0 0,0 1 1 0 0,1 0-1 0 0,-1 0 0 0 0,1 1 0 0 0,0-1 0 0 0,0 1 1 0 0,0 0-1 0 0,-4 4 0 0 0,-118 139 3267 0 0,-49 88-3145 0 0,142-185-2239 0 0,5 0-5237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5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75 154 852 0 0,'15'-32'6774'0'0,"-9"19"-4081"0"0,0-1 0 0 0,16-23 0 0 0,-18 32-2416 0 0,0 0 0 0 0,1 1 0 0 0,-1-1 0 0 0,1 1 1 0 0,-1 0-1 0 0,1 1 0 0 0,0-1 0 0 0,1 1 0 0 0,-1 0 1 0 0,9-4-1 0 0,-10 5-219 0 0,1 0-1 0 0,-1 1 1 0 0,1 0 0 0 0,0-1 0 0 0,-1 1 0 0 0,1 1 0 0 0,0-1 0 0 0,0 1-1 0 0,0 0 1 0 0,0 0 0 0 0,0 0 0 0 0,-1 1 0 0 0,1 0 0 0 0,0-1-1 0 0,0 2 1 0 0,-1-1 0 0 0,1 1 0 0 0,-1-1 0 0 0,1 1 0 0 0,-1 0 0 0 0,8 5-1 0 0,-9-4-50 0 0,0-1 0 0 0,0 1 0 0 0,-1 0-1 0 0,1-1 1 0 0,-1 1 0 0 0,1 1-1 0 0,-1-1 1 0 0,0 0 0 0 0,0 0 0 0 0,-1 1-1 0 0,1-1 1 0 0,-1 1 0 0 0,1-1-1 0 0,-1 1 1 0 0,0 0 0 0 0,0-1 0 0 0,-1 1-1 0 0,1 0 1 0 0,-1 0 0 0 0,0 0-1 0 0,0 0 1 0 0,0-1 0 0 0,0 1 0 0 0,-1 0-1 0 0,0 0 1 0 0,0 0 0 0 0,-1 4 0 0 0,-5 12 16 0 0,-1 0 1 0 0,-1-1 0 0 0,-20 33 0 0 0,-42 51 29 0 0,68-99-46 0 0,-29 38 1034 0 0,48-44-862 0 0,1-3 7 0 0,-14 4-177 0 0,0 0 1 0 0,-1 0-1 0 0,1 0 0 0 0,0 0 1 0 0,0 1-1 0 0,0-1 0 0 0,0 1 1 0 0,0 0-1 0 0,0-1 0 0 0,0 2 1 0 0,0-1-1 0 0,0 0 0 0 0,3 1 1 0 0,-1 0 9 0 0,0-1 0 0 0,0 1 0 0 0,0 0 0 0 0,0 0 0 0 0,-1 1 1 0 0,1 0-1 0 0,0 0 0 0 0,-1 0 0 0 0,1 0 0 0 0,-1 1 0 0 0,0-1 1 0 0,0 1-1 0 0,0 0 0 0 0,0 0 0 0 0,-1 1 0 0 0,1-1 0 0 0,-1 1 1 0 0,0 0-1 0 0,0 0 0 0 0,0 0 0 0 0,0 0 0 0 0,-1 0 0 0 0,1 1 1 0 0,-1-1-1 0 0,0 1 0 0 0,-1-1 0 0 0,1 1 0 0 0,-1 0 0 0 0,0 0 1 0 0,0 0-1 0 0,0-1 0 0 0,-1 1 0 0 0,0 0 0 0 0,0 0 0 0 0,0 0 1 0 0,0 0-1 0 0,-1 0 0 0 0,0 0 0 0 0,0 0 0 0 0,0 0 0 0 0,-1-1 1 0 0,-3 9-1 0 0,1-5 47 0 0,0 0 0 0 0,0-1 0 0 0,-1 1 0 0 0,0-1 1 0 0,0 0-1 0 0,-1-1 0 0 0,1 1 0 0 0,-2-1 0 0 0,1-1 1 0 0,-1 1-1 0 0,1-1 0 0 0,-2 0 0 0 0,1 0 0 0 0,0-1 1 0 0,-1 0-1 0 0,0 0 0 0 0,0-1 0 0 0,0 0 0 0 0,0 0 0 0 0,-1-1 1 0 0,1 0-1 0 0,-1-1 0 0 0,1 0 0 0 0,-1 0 0 0 0,-13-1 1 0 0,-3-1-323 0 0,-49-10 0 0 0,49 7-1119 0 0,24 3 1207 0 0,0 1 0 0 0,0 0 0 0 0,0 0 0 0 0,0-1 0 0 0,0 1 0 0 0,0-1 0 0 0,0 1 0 0 0,0-1 0 0 0,0 1 0 0 0,0-1 0 0 0,0 0 0 0 0,0 1 0 0 0,1-1 0 0 0,-1 0 0 0 0,0 0 0 0 0,0 0 0 0 0,1 1 0 0 0,-1-1 0 0 0,0 0 0 0 0,1 0 0 0 0,-1 0 0 0 0,1 0 0 0 0,0 0 0 0 0,-1 0 0 0 0,1 0 0 0 0,-1-2 0 0 0,1 1-292 0 0,-1 0 1 0 0,1 0-1 0 0,0-1 0 0 0,0 1 1 0 0,0 0-1 0 0,0 0 0 0 0,0-1 1 0 0,1 1-1 0 0,-1 0 0 0 0,2-4 1 0 0,5-8-3795 0 0,2-3-2061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95 159 512 0 0,'-3'-10'4136'0'0,"-2"0"-3124"0"0,0 1-1 0 0,-1 0 0 0 0,-1 0 1 0 0,0 0-1 0 0,0 1 0 0 0,0 0 0 0 0,-1 0 1 0 0,0 0-1 0 0,-15-9 0 0 0,21 16-881 0 0,-4-5 331 0 0,14 9-440 0 0,1 1 0 0 0,0-2 0 0 0,-1 0 0 0 0,1 0 0 0 0,0 0 0 0 0,0-1 0 0 0,15 0 0 0 0,71-5 26 0 0,-65 2-34 0 0,122-14 4 0 0,-66 6 1094 0 0,-80 10-784 0 0,-1 0 0 0 0,1 0 0 0 0,0-1 1 0 0,-1 0-1 0 0,1 0 0 0 0,-1-1 0 0 0,0 0 0 0 0,1 0 1 0 0,-1 0-1 0 0,6-3 0 0 0,-10 4-31 0 0,7-14 276 0 0,-27 79-643 0 0,-30 64 0 0 0,1 0 105 0 0,4 0-37 0 0,-55 184-728 0 0,84-259-1049 0 0,0-1-2534 0 0,7-19-2848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68 0 0,'0'0'592'0'0,"0"17"-200"0"0,-5-2-572 0 0,1-4-124 0 0,-3-1 108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8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1116 0 0,'35'-30'7103'0'0,"-30"26"-6838"0"0,0 1-1 0 0,1 0 1 0 0,-1 1-1 0 0,1-1 1 0 0,0 1 0 0 0,0 0-1 0 0,0 0 1 0 0,0 1-1 0 0,0-1 1 0 0,6 1 0 0 0,27-3 212 0 0,126-7 570 0 0,-161 11-1027 0 0,23 0 60 0 0,-24 0-51 0 0,9 6 16 0 0,-11-2 63 0 0,0 0 0 0 0,0 0 0 0 0,0 0-1 0 0,-1 0 1 0 0,1 1 0 0 0,-1-1 0 0 0,0 0 0 0 0,-1 0 0 0 0,1 0 0 0 0,-2 5 0 0 0,-12 46 632 0 0,8-36-536 0 0,-63 188 1033 0 0,37-119-2108 0 0,-25 110 0 0 0,57-195 601 0 0,-1 0 1 0 0,1 1-1 0 0,-1-1 0 0 0,1 0 0 0 0,0 1 1 0 0,1-1-1 0 0,-1 0 0 0 0,1 5 0 0 0,8 13-4700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21 1160 0 0,'5'-20'9476'0'0,"-16"26"-8824"0"0,0 1 0 0 0,1 0 0 0 0,0 1-1 0 0,1 0 1 0 0,0 0 0 0 0,0 1 0 0 0,-13 17-1 0 0,-7 5-149 0 0,-34 30-19 0 0,19-19-1025 0 0,1 2 1 0 0,-52 69 0 0 0,67-68-2524 0 0,14-13-2568 0 0,11-21 1524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39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2708 0 0,'6'-14'5452'0'0,"-4"6"-4075"0"0,2 1 0 0 0,-1-1 1 0 0,1 1-1 0 0,6-9 0 0 0,-3 8-1141 0 0,1 1-1 0 0,0 0 1 0 0,0 1-1 0 0,0 0 1 0 0,1 0 0 0 0,0 1-1 0 0,0 0 1 0 0,0 0-1 0 0,0 1 1 0 0,1 0-1 0 0,0 1 1 0 0,14-4 0 0 0,-6 4-205 0 0,0-1 1 0 0,0 2-1 0 0,0 1 1 0 0,0 0 0 0 0,0 1-1 0 0,20 3 1 0 0,-35-3-30 0 0,0 0 0 0 0,-1 0 0 0 0,1 1 0 0 0,0-1 0 0 0,0 1 0 0 0,-1 0 1 0 0,1 0-1 0 0,-1 0 0 0 0,1 0 0 0 0,0 0 0 0 0,-1 0 0 0 0,0 1 0 0 0,1-1 0 0 0,-1 1 1 0 0,0 0-1 0 0,0 0 0 0 0,0 0 0 0 0,0 0 0 0 0,0 0 0 0 0,0 0 0 0 0,-1 0 0 0 0,1 0 1 0 0,1 5-1 0 0,-2-4 1 0 0,0 0 1 0 0,-1 1 0 0 0,1-1 0 0 0,-1 1 0 0 0,0-1-1 0 0,0 0 1 0 0,0 1 0 0 0,0-1 0 0 0,-1 1-1 0 0,1-1 1 0 0,-1 0 0 0 0,0 1 0 0 0,0-1 0 0 0,0 0-1 0 0,-1 0 1 0 0,1 0 0 0 0,-1 0 0 0 0,-2 4-1 0 0,-8 11 9 0 0,-1 0-1 0 0,-27 29 0 0 0,23-28-7 0 0,-12 15 13 0 0,28-33 14 0 0,1 0-35 0 0,1 5 0 0 0,0-5 3 0 0,-1-1 1 0 0,0 0 0 0 0,1 1-1 0 0,0-1 1 0 0,-1 0-1 0 0,1 0 1 0 0,-1 1 0 0 0,1-1-1 0 0,-1 0 1 0 0,1 0 0 0 0,-1 0-1 0 0,1 0 1 0 0,0 0-1 0 0,-1 0 1 0 0,1 1 0 0 0,-1-1-1 0 0,1-1 1 0 0,0 1 0 0 0,0 0-1 0 0,5 1-13 0 0,18 1 7 0 0,-15-1-7 0 0,0 1 0 0 0,0-1-1 0 0,0 2 1 0 0,10 3 0 0 0,-12-4 16 0 0,1 1 1 0 0,-1 0-1 0 0,0 0 0 0 0,0 0 1 0 0,0 1-1 0 0,0 1 1 0 0,-1-1-1 0 0,8 6 1 0 0,-11-7 124 0 0,0 0 0 0 0,0 1 0 0 0,0-1 0 0 0,0 1 0 0 0,-1-1 0 0 0,1 1 0 0 0,-1 0 0 0 0,0 0 1 0 0,0 0-1 0 0,0 0 0 0 0,-1 0 0 0 0,0 0 0 0 0,1 1 0 0 0,-1-1 0 0 0,0 5 0 0 0,-1-6-52 0 0,0 0 1 0 0,0-1-1 0 0,-1 1 0 0 0,1 0 0 0 0,-1-1 1 0 0,0 1-1 0 0,1-1 0 0 0,-1 1 0 0 0,0-1 1 0 0,-1 1-1 0 0,1-1 0 0 0,0 0 0 0 0,-1 0 1 0 0,-2 4-1 0 0,1-2 43 0 0,-1 0 0 0 0,1 0 0 0 0,-1 0 0 0 0,0-1 1 0 0,-8 6-1 0 0,4-5-90 0 0,0 0 0 0 0,0 0-1 0 0,-1-1 1 0 0,1 0 0 0 0,-1 0 0 0 0,0-1 0 0 0,0 0 0 0 0,0-1 0 0 0,-14 1 0 0 0,13-1-632 0 0,-1-2 0 0 0,0 1 0 0 0,1-1 0 0 0,-17-4 0 0 0,24 4 145 0 0,0 0 0 0 0,0 0-1 0 0,1 0 1 0 0,-1 0-1 0 0,0 0 1 0 0,0-1-1 0 0,1 1 1 0 0,-1-1-1 0 0,-4-3 1 0 0,5 2-817 0 0,1 2 851 0 0,0 0 0 0 0,0 0-1 0 0,0-1 1 0 0,1 1 0 0 0,-1 0 0 0 0,1 0-1 0 0,-1 0 1 0 0,1-1 0 0 0,0 1 0 0 0,-1 0 0 0 0,1-1-1 0 0,0 0 1 0 0,-1-12-5355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4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451 167 2352 0 0,'2'-17'4621'0'0,"-3"6"-3699"0"0,1 1 0 0 0,-2-1 0 0 0,1 1-1 0 0,-1 0 1 0 0,-1-1 0 0 0,0 1 0 0 0,0 0 0 0 0,-1 0-1 0 0,0 1 1 0 0,-8-13 0 0 0,11 21-907 0 0,1 0 0 0 0,-1 1 0 0 0,1-1 0 0 0,-1 1 0 0 0,0-1 0 0 0,1 1 0 0 0,-1 0 0 0 0,0-1 0 0 0,1 1 0 0 0,-1-1 0 0 0,0 1 0 0 0,1 0 0 0 0,-1 0 0 0 0,0-1 0 0 0,0 1 0 0 0,1 0 0 0 0,-1 0 0 0 0,0 0 0 0 0,0 0 0 0 0,1 0 0 0 0,-1 0 0 0 0,0 0 0 0 0,0 0 0 0 0,0 0 0 0 0,1 0 0 0 0,-1 1 0 0 0,-1-1 0 0 0,-18 9 207 0 0,8-1-35 0 0,0 1 0 0 0,0 0 0 0 0,1 1 1 0 0,0 0-1 0 0,0 1 0 0 0,1 0 0 0 0,1 1 0 0 0,-11 17 0 0 0,2 0 152 0 0,0 2 0 0 0,-18 46 1 0 0,31-63-259 0 0,-1 1 1 0 0,2-1-1 0 0,0 1 1 0 0,1 0-1 0 0,1 0 1 0 0,0 1-1 0 0,0-1 1 0 0,2 0-1 0 0,0 1 1 0 0,3 15-1 0 0,-2-23-54 0 0,0-1 0 0 0,0 0-1 0 0,1 1 1 0 0,1-1 0 0 0,-1 0-1 0 0,1 0 1 0 0,0-1 0 0 0,1 1-1 0 0,-1-1 1 0 0,1 1 0 0 0,1-1-1 0 0,-1 0 1 0 0,1-1 0 0 0,0 1-1 0 0,0-1 1 0 0,1 0 0 0 0,-1 0-1 0 0,1 0 1 0 0,0-1 0 0 0,1 0-1 0 0,-1 0 1 0 0,11 4 0 0 0,-4-3 41 0 0,-1-1 0 0 0,1-1 1 0 0,0 0-1 0 0,0 0 1 0 0,0-1-1 0 0,0-1 0 0 0,0 0 1 0 0,0-1-1 0 0,0-1 1 0 0,0 0-1 0 0,0 0 0 0 0,0-1 1 0 0,0-1-1 0 0,0 0 1 0 0,0-1-1 0 0,-1 0 0 0 0,0-1 1 0 0,0-1-1 0 0,23-13 1 0 0,-22 10 99 0 0,0 0 0 0 0,0-1 0 0 0,0 0 0 0 0,-2-1 1 0 0,1-1-1 0 0,-1 0 0 0 0,-1 0 0 0 0,0-1 0 0 0,-1-1 1 0 0,0 1-1 0 0,-1-1 0 0 0,-1-1 0 0 0,0 1 0 0 0,-1-1 1 0 0,8-31-1 0 0,-11 33-73 0 0,-1-1 0 0 0,0 0 0 0 0,-1 0 0 0 0,0 1 0 0 0,-1-1 0 0 0,-1 0 1 0 0,0 0-1 0 0,-1 0 0 0 0,0 0 0 0 0,-1 1 0 0 0,-1-1 0 0 0,-8-20 0 0 0,8 25-108 0 0,-1 1 0 0 0,1-1 0 0 0,-1 1-1 0 0,-1 0 1 0 0,0 0 0 0 0,0 1 0 0 0,-1 0-1 0 0,1 0 1 0 0,-1 0 0 0 0,-1 1-1 0 0,1 0 1 0 0,-1 0 0 0 0,-1 1 0 0 0,1 0-1 0 0,0 1 1 0 0,-1 0 0 0 0,0 0 0 0 0,-18-5-1 0 0,9 5-458 0 0,-1 0 0 0 0,-1 2 0 0 0,1 0-1 0 0,0 1 1 0 0,-1 0 0 0 0,1 2 0 0 0,0 1-1 0 0,-1 0 1 0 0,-24 7 0 0 0,-13 7-4107 0 0,-94 39 0 0 0,105-37 1505 0 0,-37 15-4578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0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48 1920 0 0,'-3'-24'5989'0'0,"1"12"-3170"0"0,-2 1-1297 0 0,1 11-867 0 0,-5 20-537 0 0,3-6 103 0 0,-85 195 646 0 0,32-80-1219 0 0,49-110-375 0 0,-7 17-888 0 0,9-10-3951 0 0,6-18 2119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10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86 1680 0 0,'-25'-78'10261'0'0,"24"77"-9788"0"0,-1-6 145 0 0,8 17-18 0 0,126 179 1358 0 0,-93-138-1671 0 0,33 61-1 0 0,-62-95-26 0 0,-1 0-1 0 0,-1 1 0 0 0,-1-1 1 0 0,0 1-1 0 0,-2 1 1 0 0,0-1-1 0 0,-1 1 0 0 0,2 24 1 0 0,-5-37-43 0 0,-1 1 0 0 0,-1-1 0 0 0,1 1 0 0 0,-1-1 0 0 0,0 0 0 0 0,0 1 0 0 0,-1-1 0 0 0,0 0 0 0 0,0 0 1 0 0,0 0-1 0 0,-1 0 0 0 0,0 0 0 0 0,0-1 0 0 0,0 1 0 0 0,-1-1 0 0 0,0 0 0 0 0,0 0 0 0 0,0 0 0 0 0,-1-1 0 0 0,-8 8 0 0 0,5-6-78 0 0,0-1 0 0 0,-1 0 0 0 0,0 0 0 0 0,1-1 0 0 0,-1 0 0 0 0,-1-1-1 0 0,1 0 1 0 0,-1 0 0 0 0,1-1 0 0 0,-1 0 0 0 0,0 0 0 0 0,1-1-1 0 0,-12-1 1 0 0,-19-2-59 0 0,1-2 0 0 0,0-1-1 0 0,0-2 1 0 0,0-2 0 0 0,-44-16-1 0 0,76 23-648 0 0,-13-6-188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1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33 16 0 0,'-17'-33'19588'0'0,"13"44"-19264"0"0,0 1-1 0 0,1 0 0 0 0,0 0 0 0 0,1 0 0 0 0,-1 19 0 0 0,-1 0 184 0 0,-7 51 624 0 0,-31 174 749 0 0,29-192-391 0 0,-43 120 0 0 0,52-174-1224 0 0,0-1 0 0 0,0 0 1 0 0,-1 0-1 0 0,0-1 0 0 0,0 1 0 0 0,-1-1 0 0 0,-12 14 0 0 0,14-20-220 0 0,1 1 1 0 0,0 0-1 0 0,0-1 0 0 0,-1 1 0 0 0,0-1 0 0 0,1 0 0 0 0,-1 0 1 0 0,0 0-1 0 0,0-1 0 0 0,0 1 0 0 0,0-1 0 0 0,0 0 0 0 0,0 0 1 0 0,0-1-1 0 0,-1 1 0 0 0,1-1 0 0 0,0 0 0 0 0,0 0 1 0 0,-1 0-1 0 0,-6-2 0 0 0,-6-1-232 0 0,0-2 1 0 0,1 0-1 0 0,-1-1 0 0 0,1-1 1 0 0,0 0-1 0 0,-20-14 0 0 0,20 11-904 0 0,0-1-1 0 0,1 0 1 0 0,0-1-1 0 0,1-1 0 0 0,-21-24 1 0 0,29 28 87 0 0,-1 0 1 0 0,1 0 0 0 0,0-1-1 0 0,1 0 1 0 0,-6-16-1 0 0,8 18-295 0 0,1 1 0 0 0,0-1 0 0 0,1 0 0 0 0,-1 0 0 0 0,1-9 0 0 0,2-13-5735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1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1676 0 0,'17'-64'18137'0'0,"-12"32"-13015"0"0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44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29 1060 0 0,'0'0'6171'0'0,"-1"0"-6050"0"0,1-1 0 0 0,-1 1 0 0 0,1 0 0 0 0,0 0 0 0 0,-1 0 0 0 0,1 0-1 0 0,-1-1 1 0 0,1 1 0 0 0,0 0 0 0 0,-1 0 0 0 0,1-1 0 0 0,0 1 0 0 0,0 0-1 0 0,-1 0 1 0 0,1-1 0 0 0,0 1 0 0 0,-1 0 0 0 0,1-1 0 0 0,0 1 0 0 0,-1-1 0 0 0,7-3-115 0 0,-1 3 0 0 0,81-2-58 0 0,507-5 59 0 0,237 2 0 0 0,-122 8-28 0 0,-6-1 9 0 0,618 46 31 0 0,-323 0-13 0 0,-379-20-5 0 0,1620 32-48 0 0,-2101-58 57 0 0,1875-1-15 0 0,-1636-7 50 0 0,636-15-33 0 0,-885 17 16 0 0,244-4-14 0 0,-315 7-58 0 0,-53 2 57 0 0,17 0-38 0 0,23-1 35 0 0,-40 1-36 0 0,12-1-2594 0 0,21-6-87 0 0,-34 6 2660 0 0,0 1-27 0 0,398-50 3245 0 0,-105 33-2239 0 0,-225 14-697 0 0,-68 3-214 0 0,2 0-14 0 0,26 0 18 0 0,-27 0-25 0 0,-1 0-17 0 0,10 0 27 0 0,-9 0 11 0 0,-1-1-23 0 0,38-3-346 0 0,-38 3 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49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58 468 0 0,'15'-21'5975'0'0,"-6"7"-3961"0"0,-9 13-1510 0 0,18-21 1435 0 0,-16 25-1888 0 0,0 0 0 0 0,0 0-1 0 0,0 0 1 0 0,-1 0 0 0 0,1 0 0 0 0,-1 0-1 0 0,0 1 1 0 0,0-1 0 0 0,0 1 0 0 0,0-1-1 0 0,0 4 1 0 0,3 46 562 0 0,-3-43-571 0 0,-4 320 1806 0 0,-23 2-249 0 0,23-307-1510 0 0,-31 306 1072 0 0,-18 229-149 0 0,22 337-366 0 0,16-352-372 0 0,-63 538 2237 0 0,20-389-1782 0 0,67 511-473 0 0,14-560-140 0 0,-21 1-91 0 0,-4-453-10 0 0,-2 400 807 0 0,-4 665 94 0 0,7-1169-861 0 0,10 391-5 0 0,-8-436-29 0 0,7 110 81 0 0,-6-66-15 0 0,-3-86-63 0 0,0 32-20 0 0,0 10-260 0 0,0-42 248 0 0,1 1 1 0 0,0 20 4 0 0,-1-21 27 0 0,0 0-30 0 0,0 6 0 0 0,0-6 0 0 0,0 20 29 0 0,0-20-30 0 0,0 13 2143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4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1808 0 0,'4'-12'10866'0'0,"-2"11"-10506"0"0,80 13 830 0 0,34 4-2234 0 0,-41-12-4118 0 0,-53-1-452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47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6 452 0 0,'-2'0'3450'0'0,"-3"-1"-2960"0"0,3 0-137 0 0,0 0 1 0 0,0 1-1 0 0,-1-1 1 0 0,1 1-1 0 0,0-1 1 0 0,0 1-1 0 0,-1 0 1 0 0,1 0-1 0 0,0 0 1 0 0,0 0-1 0 0,-1 0 1 0 0,1 1-1 0 0,0-1 1 0 0,-5 2-1 0 0,-2 4-90 0 0,0 1-1 0 0,0 0 1 0 0,0 1-1 0 0,1-1 1 0 0,0 2-1 0 0,1-1 1 0 0,0 1-1 0 0,-7 11 1 0 0,-3 6 237 0 0,-23 51 0 0 0,35-66-413 0 0,2-5-15 0 0,0-1-1 0 0,0 1 1 0 0,1 0-1 0 0,0 0 1 0 0,0 0-1 0 0,1 0 0 0 0,-2 10 1 0 0,3-16-29 0 0,0 1 1 0 0,1 0-1 0 0,-1 0 0 0 0,0 0 0 0 0,1 0 1 0 0,-1 0-1 0 0,1 0 0 0 0,-1 0 1 0 0,1 0-1 0 0,-1-1 0 0 0,1 1 1 0 0,-1 0-1 0 0,1 0 0 0 0,0-1 1 0 0,0 1-1 0 0,-1-1 0 0 0,1 1 1 0 0,0 0-1 0 0,0-1 0 0 0,0 1 1 0 0,0-1-1 0 0,-1 0 0 0 0,1 1 0 0 0,0-1 1 0 0,0 0-1 0 0,0 1 0 0 0,0-1 1 0 0,1 0-1 0 0,0 0 83 0 0,2 0-16 0 0,13 0 9 0 0,13 0 30 0 0,1 1 0 0 0,40 6 0 0 0,-60-5-130 0 0,-1 1 0 0 0,1 0 0 0 0,-1 0 0 0 0,0 1 1 0 0,0 0-1 0 0,0 1 0 0 0,-1 0 0 0 0,0 1 0 0 0,0 0 0 0 0,14 11 0 0 0,-16-11 86 0 0,0 1 0 0 0,0 0 0 0 0,-1 1 0 0 0,0-1 0 0 0,-1 1 0 0 0,1 0 0 0 0,-1 0 0 0 0,-1 1 0 0 0,0 0 0 0 0,0 0 0 0 0,0 0-1 0 0,-1 0 1 0 0,2 15 0 0 0,-4-17 34 0 0,0 0 0 0 0,0-1 0 0 0,-1 1 0 0 0,0 0-1 0 0,-1 0 1 0 0,0 0 0 0 0,0 0 0 0 0,0 0-1 0 0,-1 0 1 0 0,0-1 0 0 0,0 1 0 0 0,-1-1 0 0 0,1 1-1 0 0,-1-1 1 0 0,-1 0 0 0 0,1 0 0 0 0,-1 0 0 0 0,0-1-1 0 0,-8 9 1 0 0,1-2 62 0 0,-1-1 0 0 0,1 0 0 0 0,-2-1 0 0 0,1-1 1 0 0,-2 0-1 0 0,1 0 0 0 0,-1-1 0 0 0,-17 7 0 0 0,25-13-203 0 0,0 0 1 0 0,0 0-1 0 0,0-1 0 0 0,0 1 1 0 0,0-1-1 0 0,0-1 1 0 0,0 1-1 0 0,0-1 0 0 0,-1 0 1 0 0,1 0-1 0 0,0-1 1 0 0,0 0-1 0 0,0 0 0 0 0,0 0 1 0 0,0-1-1 0 0,0 0 1 0 0,0 0-1 0 0,1-1 0 0 0,-1 1 1 0 0,1-1-1 0 0,-1 0 0 0 0,1-1 1 0 0,0 1-1 0 0,-5-6 1 0 0,1 1-804 0 0,1 0 0 0 0,-1 0 0 0 0,2-2 0 0 0,-1 1 0 0 0,1-1 0 0 0,-8-14 0 0 0,-12-39-7996 0 0,19 40 3642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0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1 464 0 0,'-33'32'13170'0'0,"33"-32"-13079"0"0,-1 0 0 0 0,1 0 1 0 0,-1 1-1 0 0,1-1 0 0 0,-1 0 0 0 0,1 0 0 0 0,0 0 1 0 0,-1 0-1 0 0,1 1 0 0 0,-1-1 0 0 0,1 0 0 0 0,0 0 1 0 0,-1 1-1 0 0,1-1 0 0 0,0 0 0 0 0,-1 0 0 0 0,1 1 1 0 0,0-1-1 0 0,0 1 0 0 0,-1-1 0 0 0,1 0 0 0 0,0 1 1 0 0,0-1-1 0 0,-1 0 0 0 0,1 1 0 0 0,0-1 1 0 0,0 1-1 0 0,0-1 0 0 0,0 1 0 0 0,0-1 0 0 0,0 0 1 0 0,0 1-1 0 0,0-1 0 0 0,0 1 0 0 0,0-1 0 0 0,0 1 1 0 0,0-1-1 0 0,0 1 0 0 0,0-1 0 0 0,0 0 0 0 0,0 1 1 0 0,0-1-1 0 0,1 1 0 0 0,-1-1 0 0 0,0 1 0 0 0,0-1 1 0 0,0 0-1 0 0,1 1 0 0 0,-1-1 0 0 0,0 0 1 0 0,1 1-1 0 0,-1-1 0 0 0,0 0 0 0 0,1 1 0 0 0,-1-1 1 0 0,0 0-1 0 0,1 0 0 0 0,-1 1 0 0 0,1-1 0 0 0,19 6-39 0 0,0-1 0 0 0,1 0 0 0 0,-1-2 0 0 0,1 0 0 0 0,38 0 0 0 0,16 2 0 0 0,1-2 134 0 0,-74-3-158 0 0,1 0 4 0 0,8 0 10 0 0,-8 0-73 0 0,2 0-81 0 0,4 1-491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0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35 1816 0 0,'22'-34'13076'0'0,"-22"34"-13024"0"0,0 0 0 0 0,0 1 1 0 0,0-1-1 0 0,0 0 0 0 0,0 1 0 0 0,0-1 0 0 0,1 0 0 0 0,-1 0 1 0 0,0 1-1 0 0,0-1 0 0 0,0 0 0 0 0,0 0 0 0 0,0 0 1 0 0,1 1-1 0 0,-1-1 0 0 0,0 0 0 0 0,0 0 0 0 0,0 0 0 0 0,1 1 1 0 0,-1-1-1 0 0,0 0 0 0 0,0 0 0 0 0,0 0 0 0 0,1 0 0 0 0,-1 0 1 0 0,0 0-1 0 0,0 1 0 0 0,1-1 0 0 0,-1 0 0 0 0,0 0 1 0 0,0 0-1 0 0,1 0 0 0 0,-1 0 0 0 0,0 0 0 0 0,1 0 0 0 0,-1 0 1 0 0,0 0-1 0 0,0 0 0 0 0,1 0 0 0 0,-1 0 0 0 0,0 0 0 0 0,0-1 1 0 0,1 1-1 0 0,-1 0 0 0 0,0 0 0 0 0,0 0 0 0 0,1 0 1 0 0,-1 0-1 0 0,0 0 0 0 0,0-1 0 0 0,0 1 0 0 0,1 0 0 0 0,-1 0 1 0 0,0 0-1 0 0,0-1 0 0 0,0 1 0 0 0,0 0 0 0 0,1 0 0 0 0,-1-1 1 0 0,0 1-1 0 0,0 0 0 0 0,3 41 2204 0 0,-2-27-1815 0 0,0 0 0 0 0,-1-1 1 0 0,-2 21-1 0 0,-52 261 874 0 0,44-216-1723 0 0,3-21-5735 0 0,7-50 3676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1648 0 0,'6'-18'3834'0'0,"0"0"-1"0"0,-1 0 1 0 0,5-33-1 0 0,-10 49-3438 0 0,3-4 1517 0 0,-5 16-1759 0 0,1 0 0 0 0,0 1 0 0 0,1-1 0 0 0,0 0 0 0 0,1 0 0 0 0,0 0 1 0 0,0 0-1 0 0,1 0 0 0 0,0 0 0 0 0,1 0 0 0 0,4 12 0 0 0,-4-16-140 0 0,-1 0 1 0 0,1 0-1 0 0,0 0 1 0 0,1 0 0 0 0,-1-1-1 0 0,1 1 1 0 0,0-1-1 0 0,0 0 1 0 0,1 0-1 0 0,0 0 1 0 0,0-1-1 0 0,0 0 1 0 0,0 0 0 0 0,0 0-1 0 0,1 0 1 0 0,0-1-1 0 0,0 0 1 0 0,8 3-1 0 0,-9-5-3 0 0,0 1 0 0 0,0-2 0 0 0,0 1 1 0 0,1 0-1 0 0,-1-1 0 0 0,0 0 0 0 0,0-1 0 0 0,0 1 0 0 0,0-1 0 0 0,1 0 0 0 0,-1 0 0 0 0,0 0 0 0 0,0-1 0 0 0,-1 1 0 0 0,1-1 0 0 0,0-1 0 0 0,-1 1 0 0 0,1-1 0 0 0,-1 1 0 0 0,0-1 1 0 0,1-1-1 0 0,-1 1 0 0 0,-1 0 0 0 0,5-5 0 0 0,8-11 245 0 0,0 0-1 0 0,-1-1 1 0 0,22-40 0 0 0,-19 30 645 0 0,-4 7-562 0 0,-14 22-336 0 0,0 1-1 0 0,1-1 0 0 0,-1 1 1 0 0,0-1-1 0 0,1 0 0 0 0,-1 1 1 0 0,0-1-1 0 0,1 1 0 0 0,-1-1 1 0 0,1 1-1 0 0,-1-1 1 0 0,1 1-1 0 0,-1-1 0 0 0,1 1 1 0 0,-1-1-1 0 0,1 1 0 0 0,-1 0 1 0 0,1-1-1 0 0,0 1 0 0 0,-1 0 1 0 0,1 0-1 0 0,1-1 1 0 0,1 13 424 0 0,-8 30 378 0 0,4-39-802 0 0,-11 50 345 0 0,-35 97-1 0 0,27-90-278 0 0,-25 91-4011 0 0,19-49-7793 0 0,26-100 11296 0 0,-6 19-6954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1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14 2164 0 0,'-266'22'19727'0'0,"264"-22"-19318"0"0,-9 0 1462 0 0,18-2-999 0 0,34-1-590 0 0,-20 1 17 0 0,516-26 370 0 0,2 29-639 0 0,-181 2 35 0 0,-166-1-557 0 0,-188-2 90 0 0,-3 0 763 0 0,9-1-4097 0 0,-73 33-11659 0 0,49-25 11075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2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1 260 0 0,'-62'22'11777'0'0,"36"-13"-5861"0"0,17-7-2526 0 0,23-7-3621 0 0,12-1 263 0 0,1 1-1 0 0,0 2 1 0 0,0 0-1 0 0,0 2 1 0 0,1 0 0 0 0,48 7-1 0 0,-72-6-34 0 0,0 1 0 0 0,0-1 0 0 0,1 1 0 0 0,-1 0 0 0 0,0 0 0 0 0,-1 1 0 0 0,1-1 0 0 0,0 1 0 0 0,0 0 0 0 0,-1 0 0 0 0,1 0 0 0 0,-1 0 0 0 0,1 1 0 0 0,2 2 0 0 0,-5-3 9 0 0,0 0 0 0 0,-1 0 1 0 0,1 0-1 0 0,-1 0 0 0 0,0 1 1 0 0,1-1-1 0 0,-1 0 0 0 0,0 0 0 0 0,0 0 1 0 0,0 0-1 0 0,-1 1 0 0 0,1-1 0 0 0,-1 0 1 0 0,1 0-1 0 0,-1 0 0 0 0,1 0 0 0 0,-1 0 1 0 0,0 0-1 0 0,-2 4 0 0 0,-6 6 68 0 0,-1 0 0 0 0,0 0 1 0 0,-1 0-1 0 0,0-2 0 0 0,-1 1 0 0 0,0-1 0 0 0,-20 12 0 0 0,-66 41 647 0 0,97-62-673 0 0,-1 4 37 0 0,2-1-25 0 0,9-1-33 0 0,9 2 46 0 0,-1 0 1 0 0,0 1-1 0 0,0 0 1 0 0,28 16-1 0 0,-37-17 140 0 0,0 0-1 0 0,0 1 1 0 0,0 0-1 0 0,-1 1 1 0 0,0 0-1 0 0,0 0 1 0 0,-1 0-1 0 0,0 1 1 0 0,0 0-1 0 0,8 14 1 0 0,-13-17-12 0 0,1-1 0 0 0,-1 0 1 0 0,1 1-1 0 0,-2-1 0 0 0,1 0 1 0 0,0 1-1 0 0,-1-1 0 0 0,0 1 1 0 0,0 0-1 0 0,0-1 0 0 0,0 1 1 0 0,-1-1-1 0 0,0 1 0 0 0,1-1 1 0 0,-2 0-1 0 0,1 1 0 0 0,-3 4 1 0 0,2-3 28 0 0,0-1 0 0 0,-1 1 0 0 0,0-1 0 0 0,0 0 0 0 0,0 0 0 0 0,-1 0 1 0 0,1 0-1 0 0,-1-1 0 0 0,0 1 0 0 0,-1-1 0 0 0,1 0 0 0 0,-7 4 1 0 0,7-6-23 0 0,-11 4 29 0 0,-4-2-183 0 0,-1-2-54 0 0,-1-2 0 0 0,-1-3 0 0 0,1-2 0 0 0,1 0 0 0 0,-10 0 6 0 0,16 0-15 0 0,-2-4-23 0 0,13 7-109 0 0,-43-22-6869 0 0,12 10-6617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2320 0 0,'33'-2'9237'0'0,"0"-1"-2123"0"0,-31 3-6185 0 0,25-3 1643 0 0,-24 3-2017 0 0,0-1-1037 0 0,6-1 747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78 141 172 0 0,'10'-12'5847'0'0,"-8"8"-5120"0"0,0 1 0 0 0,0-1 0 0 0,0 0 1 0 0,0 0-1 0 0,-1-1 0 0 0,1 1 0 0 0,-1 0 0 0 0,0 0 1 0 0,-1-1-1 0 0,1 1 0 0 0,-1 0 0 0 0,0-7 1 0 0,0 7-594 0 0,0-1 0 0 0,-1 1 1 0 0,0 0-1 0 0,0-1 0 0 0,0 1 0 0 0,0 0 1 0 0,-1 0-1 0 0,0 0 0 0 0,0 0 0 0 0,0 0 1 0 0,0 0-1 0 0,-4-5 0 0 0,5 8-178 0 0,0 0-5 0 0,1 1 1 0 0,0-1-1 0 0,0 1 1 0 0,-1-1-1 0 0,1 1 1 0 0,0-1-1 0 0,-1 1 1 0 0,1 0-1 0 0,0-1 1 0 0,-1 1-1 0 0,1 0 1 0 0,-1-1-1 0 0,1 1 1 0 0,0 0-1 0 0,-1-1 1 0 0,1 1 0 0 0,-1 0-1 0 0,1 0 1 0 0,-1-1-1 0 0,1 1 1 0 0,-1 0-1 0 0,1 0 1 0 0,-1 0-1 0 0,1 0 1 0 0,-1 0-1 0 0,0 0 1 0 0,1 0-1 0 0,-1 0 1 0 0,1 0-1 0 0,-1 0 1 0 0,1 0-1 0 0,-1 0 1 0 0,1 0-1 0 0,-2 0 1 0 0,-17 4-1810 0 0,16-2 1218 0 0,-1 0 0 0 0,1 1 0 0 0,0-1 0 0 0,-1 1 0 0 0,1-1 0 0 0,0 1 0 0 0,-4 6 0 0 0,2-4-1190 0 0,-5 6-2435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96 0 0,'0'0'8332'0'0,"-1"2"-8242"0"0,-4 19 8470 0 0,5-16-7304 0 0,0-4-1253 0 0,3-1-1 0 0,24 3 7 0 0,-24-3-9 0 0,1 0 3 0 0,116 4-1 0 0,-113-4-3 0 0,6 0 6 0 0,-6 0-1 0 0,4 0-2 0 0,-8 0 3 0 0,0 0-5 0 0,22 1 69 0 0,-22-1-30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3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48 105 244 0 0,'-8'-6'8205'0'0,"-9"-5"-2042"0"0,1 0-2821 0 0,14 9-2994 0 0,2 2-336 0 0,-1 0 0 0 0,1 0 1 0 0,0 0-1 0 0,0 0 0 0 0,-1 0 0 0 0,1-1 0 0 0,0 1 0 0 0,0 0 0 0 0,0 0 1 0 0,-1 0-1 0 0,1 0 0 0 0,0-1 0 0 0,0 1 0 0 0,0 0 0 0 0,-1 0 1 0 0,1 0-1 0 0,0-1 0 0 0,0 1 0 0 0,0 0 0 0 0,0 0 0 0 0,0-1 0 0 0,-1 1 1 0 0,1 0-1 0 0,0 0 0 0 0,0-1 0 0 0,0 1 0 0 0,0 0 0 0 0,0 0 1 0 0,0-1-1 0 0,0 1 0 0 0,0 0 0 0 0,0-1 0 0 0,0 1 0 0 0,0 0 0 0 0,0 0 1 0 0,0-1-1 0 0,0 1 0 0 0,0 0 0 0 0,1 0 0 0 0,-1-1 0 0 0,0 1 1 0 0,0 0-1 0 0,0 0 0 0 0,0-1 0 0 0,0 1 0 0 0,1 0 0 0 0,-1 0 0 0 0,0 0 1 0 0,0-1-1 0 0,0 1 0 0 0,1 0 0 0 0,-1 0 0 0 0,0 0 0 0 0,0 0 1 0 0,0-1-1 0 0,1 1 0 0 0,-1 0 0 0 0,0 0 0 0 0,1 0 0 0 0,-1 0 0 0 0,0 0 1 0 0,1 0-1 0 0,109-21-40 0 0,28-7 37 0 0,-104 23 33 0 0,-32 4-29 0 0,1 1-6 0 0,10-2 6 0 0,-10 1 11 0 0,13-1 126 0 0,2 0 307 0 0,-6 3-195 0 0,-12-1-263 0 0,0 0-1 0 0,0 1 0 0 0,1-1 0 0 0,-1 0 0 0 0,0 0 0 0 0,0 0 0 0 0,0 0 0 0 0,0 0 0 0 0,1 0 0 0 0,-1 0 0 0 0,0 0 0 0 0,0 1 0 0 0,0-1 0 0 0,0 0 0 0 0,0 0 0 0 0,1 0 0 0 0,-1 0 1 0 0,0 1-1 0 0,0-1 0 0 0,0 0 0 0 0,0 0 0 0 0,0 0 0 0 0,0 1 0 0 0,0-1 0 0 0,0 0 0 0 0,0 0 0 0 0,0 0 0 0 0,0 1 0 0 0,0-1 0 0 0,0 0 0 0 0,0 0 0 0 0,0 0 0 0 0,0 1 0 0 0,0-1 1 0 0,0 0-1 0 0,0 0 0 0 0,0 0 0 0 0,0 1 0 0 0,0-1 0 0 0,-93 206 83 0 0,39-93-24 0 0,32-69-53 0 0,13-28-1098 0 0,0 1-1 0 0,-11 35 1 0 0,15-36-2066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4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0 1536 0 0,'0'0'9606'0'0,"-8"10"-7265"0"0,-91 105 3999 0 0,10-10-5045 0 0,6-23-818 0 0,-24 25-1340 0 0,101-101-254 0 0,-7 7-1553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4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22 1760 0 0,'0'0'14301'0'0,"0"0"-14281"0"0,0-1-1 0 0,0 1 1 0 0,0-1-1 0 0,0 1 1 0 0,0-1-1 0 0,0 0 1 0 0,0 1-1 0 0,0-1 1 0 0,1 1-1 0 0,-1-1 1 0 0,0 1-1 0 0,0-1 1 0 0,1 1-1 0 0,-1-1 1 0 0,0 1-1 0 0,0-1 1 0 0,1 1-1 0 0,0-1 1 0 0,11-3 59 0 0,-8 2-70 0 0,1 1 0 0 0,0 0 1 0 0,0 0-1 0 0,0 0 1 0 0,0 0-1 0 0,0 1 1 0 0,0 0-1 0 0,0 0 0 0 0,7 1 1 0 0,-9-1-8 0 0,-1 0-1 0 0,1 0 1 0 0,0 0 0 0 0,0 0 0 0 0,-1 1-1 0 0,1-1 1 0 0,0 1 0 0 0,-1-1 0 0 0,1 1-1 0 0,0 0 1 0 0,-1 0 0 0 0,1 0 0 0 0,-1 1-1 0 0,0-1 1 0 0,1 1 0 0 0,-1-1 0 0 0,0 1-1 0 0,3 2 1 0 0,-4-2 4 0 0,1 0-1 0 0,-1 0 0 0 0,0 0 1 0 0,0 0-1 0 0,-1 0 1 0 0,1 0-1 0 0,0 0 0 0 0,-1 0 1 0 0,1 0-1 0 0,-1 0 1 0 0,0 1-1 0 0,1-1 0 0 0,-1 0 1 0 0,0 0-1 0 0,0 0 1 0 0,-1 0-1 0 0,1 1 0 0 0,0-1 1 0 0,-1 0-1 0 0,1 0 1 0 0,-1 0-1 0 0,0 0 1 0 0,1 0-1 0 0,-1 0 0 0 0,-3 3 1 0 0,-2 6 7 0 0,-1 0 0 0 0,0-1 0 0 0,-14 14 0 0 0,4-3 27 0 0,16-20-22 0 0,-1 1-4 0 0,1 0-1 0 0,-1 0 1 0 0,0 0 0 0 0,1 0 0 0 0,-1 0-1 0 0,1 1 1 0 0,-3 4 0 0 0,11-8-52 0 0,-4 0 25 0 0,-1 1-1 0 0,1 0 1 0 0,0 0 0 0 0,-1-1 0 0 0,1 2 0 0 0,0-1-1 0 0,5 1 1 0 0,-3 1 4 0 0,0 0 1 0 0,-1 0-1 0 0,1 1 1 0 0,0 0-1 0 0,7 5 1 0 0,-7-3 38 0 0,0 1 0 0 0,0 0 1 0 0,-1-1-1 0 0,1 1 1 0 0,-1 1-1 0 0,-1-1 0 0 0,1 0 1 0 0,-1 1-1 0 0,-1 0 1 0 0,4 9-1 0 0,-4-11 128 0 0,-1-3-33 0 0,-1 0-1 0 0,1 1 0 0 0,0-1 0 0 0,-1 1 1 0 0,1-1-1 0 0,-1 0 0 0 0,0 1 0 0 0,0-1 1 0 0,1 1-1 0 0,-2-1 0 0 0,1 1 0 0 0,0-1 1 0 0,0 1-1 0 0,-1-1 0 0 0,0 0 0 0 0,1 1 1 0 0,-1-1-1 0 0,0 0 0 0 0,-1 3 0 0 0,0-2-17 0 0,-1 0 0 0 0,1 0-1 0 0,0 0 1 0 0,-1-1 0 0 0,0 1 0 0 0,0-1-1 0 0,1 0 1 0 0,-2 1 0 0 0,1-1-1 0 0,0 0 1 0 0,-5 1 0 0 0,-3 2-8 0 0,-1 0 1 0 0,0-2-1 0 0,0 1 0 0 0,0-2 1 0 0,-24 3-1 0 0,24-4-153 0 0,1-1 0 0 0,-1 0 0 0 0,0-1 0 0 0,1 0 1 0 0,-1-1-1 0 0,-20-6 0 0 0,19 5-517 0 0,10 2 234 0 0,1 1 0 0 0,0-1 0 0 0,0 0 0 0 0,0 1 0 0 0,0-1 0 0 0,0 0 0 0 0,0 0 0 0 0,0-1 0 0 0,0 1 0 0 0,0 0 0 0 0,1-1 0 0 0,-1 1 0 0 0,0-1 0 0 0,1 1 0 0 0,-1-1 0 0 0,-2-3 0 0 0,4 3-254 0 0,-1 1 0 0 0,0-1 0 0 0,0 0 0 0 0,1 0 0 0 0,-1 0 0 0 0,1 1 0 0 0,0-1 0 0 0,-1 0-1 0 0,1 0 1 0 0,0 0 0 0 0,0-3 0 0 0,2-8-4893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97 668 0 0,'0'-31'7797'0'0,"-1"27"-7340"0"0,1 1 1 0 0,-1-1-1 0 0,0 1 0 0 0,0 0 1 0 0,0-1-1 0 0,-1 1 0 0 0,1 0 1 0 0,-1 0-1 0 0,0 0 1 0 0,-2-4-1 0 0,3 6-44 0 0,-3-3 200 0 0,3 4-563 0 0,0-1 0 0 0,1 0 1 0 0,-1 0-1 0 0,0 1 1 0 0,0-1-1 0 0,1 1 1 0 0,-1-1-1 0 0,0 0 1 0 0,0 1-1 0 0,0 0 1 0 0,0-1-1 0 0,0 1 1 0 0,0-1-1 0 0,0 1 0 0 0,0 0 1 0 0,-1-1-1 0 0,-3 1-7 0 0,0 0 0 0 0,0 0-1 0 0,0 0 1 0 0,0 1-1 0 0,0 0 1 0 0,1 0-1 0 0,-1 0 1 0 0,0 0 0 0 0,0 1-1 0 0,1 0 1 0 0,-1 0-1 0 0,-5 4 1 0 0,1-1 32 0 0,0 1 0 0 0,1 0-1 0 0,0 1 1 0 0,1 0 0 0 0,-11 12 0 0 0,-2 7 361 0 0,1 0-1 0 0,-27 52 1 0 0,36-58-278 0 0,0 0 1 0 0,2 1-1 0 0,0 1 0 0 0,1 0 1 0 0,-4 25-1 0 0,8-37-104 0 0,2 1 1 0 0,-1 0-1 0 0,2 0 0 0 0,-1 0 1 0 0,1 0-1 0 0,1 0 0 0 0,0 0 1 0 0,1 0-1 0 0,0 0 0 0 0,1 0 0 0 0,0-1 1 0 0,6 17-1 0 0,-6-22-13 0 0,0 0 0 0 0,0 0 0 0 0,0-1 0 0 0,0 1 0 0 0,1-1 0 0 0,-1 0 0 0 0,1 0 0 0 0,1 0 0 0 0,-1 0 0 0 0,0-1 0 0 0,1 1 0 0 0,0-1 0 0 0,-1 0 0 0 0,11 4 0 0 0,-7-4 20 0 0,1-1 0 0 0,-1 0 0 0 0,0 0 0 0 0,1-1 0 0 0,-1 1 0 0 0,1-2 0 0 0,-1 0 0 0 0,1 0 0 0 0,9-1 1 0 0,0-2 29 0 0,0 0 1 0 0,-1-1-1 0 0,1-1 1 0 0,-1-1 0 0 0,0-1-1 0 0,0 0 1 0 0,-1-1 0 0 0,25-16-1 0 0,-26 12 61 0 0,0 0-1 0 0,-1-1 0 0 0,0 0 0 0 0,-1-2 1 0 0,-1 1-1 0 0,-1-1 0 0 0,0-1 0 0 0,-1 0 1 0 0,0-1-1 0 0,-1 0 0 0 0,-1 0 0 0 0,-1-1 1 0 0,0 0-1 0 0,-2 0 0 0 0,0-1 0 0 0,-1 1 1 0 0,0-1-1 0 0,-2 0 0 0 0,0 0 0 0 0,-2-35 1 0 0,-1 47-124 0 0,0 1 0 0 0,0 0 1 0 0,0 0-1 0 0,-1-1 0 0 0,0 1 1 0 0,0 0-1 0 0,-1 0 1 0 0,0 1-1 0 0,1-1 0 0 0,-2 1 1 0 0,1-1-1 0 0,-1 1 1 0 0,0 0-1 0 0,0 0 0 0 0,0 0 1 0 0,-1 1-1 0 0,-9-8 0 0 0,6 7-54 0 0,0 0-1 0 0,-1 0 0 0 0,0 1 1 0 0,0 0-1 0 0,0 1 0 0 0,0 0 0 0 0,0 0 1 0 0,-1 1-1 0 0,1 0 0 0 0,-1 1 0 0 0,-11 0 1 0 0,-49 1-3042 0 0,0 4 0 0 0,-110 19 0 0 0,86-9-2181 0 0,-4-2-2656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5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35 180 0 0,'0'0'2320'0'0,"-2"-11"402"0"0,1 8-2448 0 0,-3-18 4916 0 0,4 29-2227 0 0,1 27-1699 0 0,-1-1 0 0 0,-10 64 0 0 0,2-22-473 0 0,-15 103 29 0 0,13-116-684 0 0,10-60-857 0 0,-2 10 1480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0 2636 0 0,'15'17'14622'0'0,"-18"-8"-15516"0"0,-54 106 8188 0 0,-47 48-4831 0 0,90-142-2292 0 0,-40 57-861 0 0,49-70-1191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56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79 2824 0 0,'-15'-14'17752'0'0,"12"8"-16465"0"0,12-1-1137 0 0,1-1 0 0 0,-1 2-1 0 0,1-1 1 0 0,1 2 0 0 0,-1-1-1 0 0,1 1 1 0 0,18-5 0 0 0,-26 9-146 0 0,0 0 0 0 0,0 0 0 0 0,1 0 0 0 0,-1 1 0 0 0,0 0 0 0 0,0-1 0 0 0,1 1 0 0 0,-1 0 0 0 0,0 1 0 0 0,0-1 0 0 0,4 1 0 0 0,-5 0 17 0 0,-1-1 0 0 0,1 1 0 0 0,-1 0 0 0 0,1-1 0 0 0,-1 1 0 0 0,1 0 0 0 0,-1 0 0 0 0,1 0 0 0 0,-1 0 0 0 0,0 0 0 0 0,0 1 0 0 0,1-1 0 0 0,-1 0 1 0 0,0 1-1 0 0,1 2 0 0 0,0-1 32 0 0,0 1 0 0 0,-1 0 0 0 0,0 0 0 0 0,0 0 1 0 0,0 0-1 0 0,-1 0 0 0 0,1 0 0 0 0,-1 0 0 0 0,0 0 1 0 0,0 1-1 0 0,0-1 0 0 0,-1 0 0 0 0,1 0 0 0 0,-3 6 1 0 0,-3 11 44 0 0,-1 1 1 0 0,-1-1 0 0 0,-1 0 0 0 0,-12 21 0 0 0,-52 76 32 0 0,50-80 136 0 0,22-36 327 0 0,21-5-273 0 0,-13 1-282 0 0,1 0 1 0 0,-1 0-1 0 0,1 1 0 0 0,0 0 0 0 0,0 1 1 0 0,0 0-1 0 0,-1 0 0 0 0,1 0 1 0 0,0 1-1 0 0,0 0 0 0 0,-1 1 0 0 0,14 4 1 0 0,-16-5 137 0 0,1 1 1 0 0,-1 0-1 0 0,1 1 1 0 0,-1-1 0 0 0,0 1-1 0 0,0 0 1 0 0,0 0-1 0 0,0 1 1 0 0,-1-1-1 0 0,1 1 1 0 0,-1 0 0 0 0,0 1-1 0 0,0-1 1 0 0,0 1-1 0 0,-1-1 1 0 0,1 1-1 0 0,3 9 1 0 0,-5-9-81 0 0,-1-1 0 0 0,1 1 0 0 0,-1-1 0 0 0,0 1 0 0 0,-1 0 0 0 0,1-1 1 0 0,-1 1-1 0 0,0 0 0 0 0,0-1 0 0 0,-1 1 0 0 0,1 0 0 0 0,-1-1 0 0 0,0 1 0 0 0,0 0 0 0 0,-1-1 0 0 0,1 0 0 0 0,-1 1 0 0 0,0-1 0 0 0,0 0 0 0 0,0 0 0 0 0,-1 0 0 0 0,0 0 1 0 0,0 0-1 0 0,0 0 0 0 0,0-1 0 0 0,0 0 0 0 0,0 1 0 0 0,-1-1 0 0 0,0 0 0 0 0,-7 4 0 0 0,0-2-97 0 0,-8 1 0 0 0,-4-4 0 0 0,15-1 0 0 0,1 0 0 0 0,-1-1 0 0 0,0 0 0 0 0,1 0 0 0 0,-9-2 0 0 0,2-1 0 0 0,-49-13-3890 0 0,33 6-666 0 0,1-1 0 0 0,0-2 0 0 0,-27-16-1 0 0,35 15-3691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1 240 0 0,'0'0'568'0'0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08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0,'0'0'1348'0'0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0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64 0 0,'-6'7'7664'0'0,"0"-4"-7526"0"0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1348 0 0,'-2'10'1704'0'0,"-3"0"-996"0"0,2-1-792 0 0,1-19-1608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1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36 1012 0 0,'0'0'1016'0'0,"2"-15"332"0"0,-2 6-148 0 0,0-3-1156 0 0,-7 23-984 0 0,2 4-336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1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0 496 0 0,'-1'15'872'0'0,"-1"-4"-284"0"0,0-1-400 0 0,-1 2-1356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6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44 508 0 0,'-18'-44'20143'0'0,"17"61"-17532"0"0,4 29-1065 0 0,13 223 2420 0 0,-15-226-3745 0 0,-3 55-298 0 0,-21 135 1 0 0,-2 24-6757 0 0,24-243 6064 0 0,-1 56-3836 0 0,2-22-1530 0 0,2-10-1961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56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5721 0 0,'124'31'12160'0'0,"-5"-2"-5707"0"0,-95-23-5144 0 0,-35-4-1713 0 0,-37-6-3612 0 0,6-5-5129 0 0,17 4-529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21 105 416 0 0,'-19'-82'12185'0'0,"19"81"-12036"0"0,-1 0 1 0 0,1 0-1 0 0,0 0 0 0 0,0 0 0 0 0,-1 0 0 0 0,1-1 1 0 0,0 1-1 0 0,0 0 0 0 0,0 0 0 0 0,0 0 0 0 0,0 0 1 0 0,1-1-1 0 0,-1 1 0 0 0,0 0 0 0 0,1 0 0 0 0,-1 0 1 0 0,1-2-1 0 0,1 3-112 0 0,-1 1 1 0 0,0 0 0 0 0,0 0 0 0 0,0-1-1 0 0,1 1 1 0 0,-1 0 0 0 0,0 0-1 0 0,0 0 1 0 0,0 0 0 0 0,0 0 0 0 0,0 0-1 0 0,0 1 1 0 0,0 1 0 0 0,163 176 1152 0 0,-44-71-3395 0 0,-114-102 1388 0 0,0-1 1 0 0,1 1-1 0 0,0-1 0 0 0,0-1 1 0 0,0 1-1 0 0,1-1 0 0 0,0-1 1 0 0,-1 1-1 0 0,11 1 0 0 0,-12-5-1194 0 0,8-2-207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3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309 267 3076 0 0,'38'-217'10570'0'0,"-32"167"-6004"0"0,-18 77-3089 0 0,5-14-1018 0 0,-48 103 820 0 0,-93 144 0 0 0,57-107-1660 0 0,82-137-1163 0 0,0 1-1 0 0,2-1 0 0 0,-6 19 0 0 0,12-22-1505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2:4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45 496 0 0,'44'-45'18220'0'0,"-43"46"-18167"0"0,-1-1-1 0 0,0 1 1 0 0,0-1 0 0 0,0 1 0 0 0,1 0 0 0 0,-1-1 0 0 0,0 1-1 0 0,0-1 1 0 0,0 1 0 0 0,0-1 0 0 0,0 1 0 0 0,0-1 0 0 0,0 1 0 0 0,0-1-1 0 0,0 1 1 0 0,0 0 0 0 0,0-1 0 0 0,0 1 0 0 0,0-1 0 0 0,-1 1-1 0 0,1-1 1 0 0,0 1 0 0 0,-1 0 0 0 0,-5 19 374 0 0,6-17-315 0 0,-7 16 111 0 0,2 1 0 0 0,1 0 1 0 0,0 0-1 0 0,-2 38 1 0 0,6-53-218 0 0,1 1 1 0 0,-1-1-1 0 0,1 1 1 0 0,0-1 0 0 0,0 0-1 0 0,1 1 1 0 0,-1-1-1 0 0,1 0 1 0 0,1 0-1 0 0,2 5 1 0 0,-3-7 0 0 0,0 0-1 0 0,1 1 1 0 0,-1-1 0 0 0,1-1-1 0 0,0 1 1 0 0,0 0 0 0 0,0-1-1 0 0,0 1 1 0 0,0-1 0 0 0,0 0-1 0 0,1 0 1 0 0,-1-1 0 0 0,1 1-1 0 0,0 0 1 0 0,5 0 0 0 0,-4 0 1 0 0,-1-1 0 0 0,0-1 0 0 0,1 1 0 0 0,-1 0-1 0 0,1-1 1 0 0,-1 0 0 0 0,1 0 0 0 0,-1-1 0 0 0,1 1 0 0 0,-1-1 0 0 0,0 0 0 0 0,1 0 0 0 0,-1 0 0 0 0,5-3 0 0 0,-3 1-17 0 0,0 0 0 0 0,1-1 0 0 0,-1 0 0 0 0,-1 0-1 0 0,1-1 1 0 0,-1 1 0 0 0,10-12 0 0 0,0-3 458 0 0,-1 0 1 0 0,0-2-1 0 0,19-42 1 0 0,-1 6 1334 0 0,-31 56-1545 0 0,3 15 469 0 0,-8 44-98 0 0,-21 110-1 0 0,14-108-1089 0 0,-33 141-4091 0 0,7-68-5611 0 0,18-70 206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98 1444 0 0,'0'-33'9623'0'0,"-1"29"-9202"0"0,1 0-1 0 0,-1 0 1 0 0,0 1 0 0 0,0-1 0 0 0,0 0-1 0 0,0 1 1 0 0,-1-1 0 0 0,1 0-1 0 0,-1 1 1 0 0,0 0 0 0 0,-3-5-1 0 0,4 6-377 0 0,0 1-1 0 0,0 0 0 0 0,0 0 0 0 0,0 0 1 0 0,0 0-1 0 0,0 0 0 0 0,0 0 0 0 0,-1 0 1 0 0,1 0-1 0 0,0 0 0 0 0,0 0 0 0 0,-1 1 0 0 0,1-1 1 0 0,-1 0-1 0 0,1 1 0 0 0,0-1 0 0 0,-1 1 1 0 0,1 0-1 0 0,-4-1 0 0 0,2 1-18 0 0,0 0 1 0 0,0 0-1 0 0,0 1 1 0 0,0-1-1 0 0,1 1 0 0 0,-1 0 1 0 0,0 0-1 0 0,0 0 1 0 0,-4 2-1 0 0,-2 1-22 0 0,1 1-1 0 0,0 0 1 0 0,1 1 0 0 0,-1 0 0 0 0,-8 9-1 0 0,-16 17 10 0 0,0 2-1 0 0,3 1 0 0 0,1 2 1 0 0,1 0-1 0 0,2 2 1 0 0,2 1-1 0 0,-24 57 1 0 0,44-88 61 0 0,0 0 0 0 0,0 0 0 0 0,1 0 0 0 0,0 0 0 0 0,0 1 0 0 0,1-1 0 0 0,1 1 0 0 0,-1-1 0 0 0,2 1 0 0 0,-1-1 0 0 0,1 1 0 0 0,4 13 0 0 0,-4-17-29 0 0,1-1 0 0 0,0 0 0 0 0,1 1 0 0 0,-1-1-1 0 0,1 0 1 0 0,0 0 0 0 0,0 0 0 0 0,1-1 0 0 0,0 1 0 0 0,-1-1-1 0 0,1 1 1 0 0,1-1 0 0 0,-1-1 0 0 0,1 1 0 0 0,-1-1-1 0 0,1 1 1 0 0,0-1 0 0 0,0-1 0 0 0,1 1 0 0 0,-1-1 0 0 0,10 3-1 0 0,-2-1 76 0 0,1-1-1 0 0,-1 0 1 0 0,1-1-1 0 0,0 0 1 0 0,0-1-1 0 0,0-1 1 0 0,0 0-1 0 0,0-1 0 0 0,18-4 1 0 0,-13 1 15 0 0,0-1 1 0 0,-1-1-1 0 0,0 0 1 0 0,0-1-1 0 0,-1-1 1 0 0,22-14-1 0 0,-16 7 156 0 0,0-1-1 0 0,-1-1 1 0 0,-1-1-1 0 0,-1-1 0 0 0,0-1 1 0 0,-2 0-1 0 0,0-1 1 0 0,-2-2-1 0 0,23-37 1 0 0,-34 51-193 0 0,-1 1 0 0 0,0-1 0 0 0,0 0 0 0 0,-1-1 0 0 0,0 1 0 0 0,-1 0 1 0 0,0-1-1 0 0,-1 1 0 0 0,1-1 0 0 0,-1-12 0 0 0,-2 16-85 0 0,1 0 0 0 0,-1 0 0 0 0,0 0-1 0 0,0 1 1 0 0,-1-1 0 0 0,0 0 0 0 0,0 0 0 0 0,0 1-1 0 0,-1-1 1 0 0,0 1 0 0 0,0 0 0 0 0,0 0 0 0 0,0 0-1 0 0,-1 0 1 0 0,0 0 0 0 0,0 1 0 0 0,-7-6 0 0 0,0 1-5 0 0,-2 1-1 0 0,1 0 1 0 0,-1 1 0 0 0,0 0 0 0 0,0 1 0 0 0,-1 0 0 0 0,0 1 0 0 0,0 1 0 0 0,0 0 0 0 0,-22-2 0 0 0,-13 0-1128 0 0,-87 1 1 0 0,-42 17-6307 0 0,132-8 2275 0 0,-1-1-3106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6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23 3696 0 0,'0'0'4617'0'0,"10"-4"-1989"0"0,-20-4-5484 0 0,1 3 312 0 0,-4-1-593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2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0 984 0 0,'0'0'17552'0'0,"0"1"-17544"0"0,1-1 0 0 0,-1 1 0 0 0,0-1 0 0 0,1 1 0 0 0,-1-1 0 0 0,1 1 0 0 0,-1-1 1 0 0,1 0-1 0 0,-1 1 0 0 0,1-1 0 0 0,-1 0 0 0 0,1 1 0 0 0,-1-1 0 0 0,1 0 0 0 0,-1 0 1 0 0,1 1-1 0 0,0-1 0 0 0,72-5 59 0 0,115 6 1 0 0,-102 1-63 0 0,498 20 39 0 0,-491-18-32 0 0,-90-4-13 0 0,15 0-68 0 0,-12 1 595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2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51 832 0 0,'2'-7'2387'0'0,"0"1"-304"0"0,0 1 0 0 0,0-1 0 0 0,-1 0 1 0 0,0 0-1 0 0,1-8 1322 0 0,11 29-2812 0 0,-1 19-185 0 0,-2 0 0 0 0,-1 0 0 0 0,5 43 0 0 0,6 111-118 0 0,-19-172-286 0 0,66 1026 141 0 0,-57-857-109 0 0,5 459 103 0 0,-27 2 873 0 0,-11 3-559 0 0,-53 336 704 0 0,48-789-1002 0 0,-58 465 122 0 0,9 224-127 0 0,22 36 347 0 0,31 3-325 0 0,22-593 207 0 0,15 534 253 0 0,14-473-145 0 0,-13-240 83 0 0,-11-92 179 0 0,-3-58-688 0 0,0 0-37 0 0,0 5 44 0 0,7 291 371 0 0,-10 256 530 0 0,-16-266-142 0 0,11-148-643 0 0,5 5-201 0 0,4-106-1129 0 0,-1-39 1014 0 0,-1 1 1 0 0,1 0-1 0 0,0-1 0 0 0,0 1 1 0 0,0-1-1 0 0,1 1 0 0 0,-1 0 1 0 0,0-1-1 0 0,0 1 0 0 0,0-1 1 0 0,0 1-1 0 0,0-1 0 0 0,1 1 1 0 0,-1 0-1 0 0,0-1 0 0 0,0 1 1 0 0,1-1-1 0 0,-1 1 0 0 0,1-1 0 0 0,-1 1 1 0 0,0-1-1 0 0,1 0 0 0 0,-1 1 1 0 0,1-1-1 0 0,-1 0 0 0 0,1 1 1 0 0,-1-1-1 0 0,1 0 0 0 0,-1 1 1 0 0,1-1-1 0 0,-1 0 0 0 0,1 0 1 0 0,-1 1-1 0 0,1-1 0 0 0,0 0 1 0 0,-1 0-1 0 0,1 0 0 0 0,-1 0 1 0 0,1 0-1 0 0,0 0 0 0 0,-1 0 1 0 0,1 0-1 0 0,-1 0 0 0 0,2-1 1 0 0,1 1-1100 0 0,0-1 1 0 0,0 0 0 0 0,0 0-1 0 0,0 0 1 0 0,0 0 0 0 0,7-6-1231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92 452 0 0,'12'-22'6318'0'0,"2"-14"-1496"0"0,-13 34-4238 0 0,-1-1-129 0 0,0 0 0 0 0,1 0-1 0 0,-1-1 1 0 0,1 1-1 0 0,0 0 1 0 0,2-5-1 0 0,-2 4-156 0 0,-4 46-194 0 0,-1 1 0 0 0,-21 82 0 0 0,-4 23-891 0 0,24-108-404 0 0,-3 20-1610 0 0,6-20-2395 0 0,2-31 1607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1 349 2012 0 0,'18'-115'6795'0'0,"3"-9"-1784"0"0,-20 120-4837 0 0,8-22 444 0 0,-9 25-592 0 0,1 1-1 0 0,-1-1 0 0 0,1 0 0 0 0,-1 1 0 0 0,1-1 1 0 0,-1 1-1 0 0,1-1 0 0 0,-1 1 0 0 0,1-1 0 0 0,0 1 1 0 0,-1 0-1 0 0,1-1 0 0 0,-1 1 0 0 0,1 0 0 0 0,0-1 1 0 0,-1 1-1 0 0,1 0 0 0 0,0 0 0 0 0,0 0 1 0 0,-1-1-1 0 0,1 1 0 0 0,0 0 0 0 0,0 0 0 0 0,-1 0 1 0 0,1 0-1 0 0,0 0 0 0 0,-1 0 0 0 0,1 1 0 0 0,0-1 1 0 0,0 0-1 0 0,-1 0 0 0 0,1 0 0 0 0,0 1 0 0 0,-1-1 1 0 0,1 0-1 0 0,0 1 0 0 0,-1-1 0 0 0,2 1 0 0 0,6 5 127 0 0,0 0-1 0 0,0 1 0 0 0,0-1 0 0 0,-1 1 1 0 0,0 1-1 0 0,0-1 0 0 0,5 10 0 0 0,40 67 318 0 0,-20-29-341 0 0,-13-23-72 0 0,-15-24 59 0 0,0 0-1 0 0,0 0 0 0 0,1-1 0 0 0,0 1 0 0 0,7 6 1 0 0,-11-13 125 0 0,0-1-228 0 0,0 0-1 0 0,0-1 0 0 0,0 1 0 0 0,0 0 0 0 0,0-1 0 0 0,0 1 1 0 0,0-1-1 0 0,0 1 0 0 0,0-1 0 0 0,0 1 0 0 0,-1-1 1 0 0,1 0-1 0 0,0 1 0 0 0,0-1 0 0 0,-1 0 0 0 0,1 0 1 0 0,0 0-1 0 0,-1 1 0 0 0,1-1 0 0 0,-1 0 0 0 0,1 0 1 0 0,-1 0-1 0 0,1-1 0 0 0,10-28 32 0 0,-8 21-14 0 0,10-29-10 0 0,66-167-124 0 0,-78 203 103 0 0,22-39-107 0 0,-22 39 101 0 0,1 0 0 0 0,-1 0 0 0 0,1 1 0 0 0,0-1 0 0 0,-1 0 0 0 0,1 1 0 0 0,0 0 0 0 0,0-1 0 0 0,0 1 0 0 0,0 0 0 0 0,0 0 0 0 0,0 0 0 0 0,0 0 0 0 0,0 0 0 0 0,1 0 0 0 0,3 0 0 0 0,-3 1 5 0 0,-1 1 0 0 0,1 0 0 0 0,0-1 0 0 0,-1 1 0 0 0,1 0 0 0 0,-1 0 0 0 0,1 1 0 0 0,-1-1 0 0 0,0 0 0 0 0,1 1 0 0 0,-1-1 0 0 0,0 1 0 0 0,0 0 0 0 0,0 0 0 0 0,0 0 0 0 0,0 0 0 0 0,-1 0 0 0 0,1 0 0 0 0,2 4 0 0 0,0 4 56 0 0,1-1 0 0 0,-1 0 0 0 0,-1 1 0 0 0,1 0 0 0 0,-2 0 0 0 0,1 0 0 0 0,-2 0 0 0 0,1 1 0 0 0,-1 19 0 0 0,-2 4 157 0 0,-9 55 0 0 0,7-71-210 0 0,-4 19 22 0 0,-14 41 0 0 0,-2 10-4063 0 0,23-86 3750 0 0,0 0 0 0 0,0 0 0 0 0,0 0 0 0 0,0 0 0 0 0,0-1 0 0 0,0 1 0 0 0,1 0 0 0 0,-1 0 0 0 0,1 0 0 0 0,0 2 0 0 0,0-3 121 0 0,-1-1 1 0 0,0 1-1 0 0,0-1 0 0 0,0 1 1 0 0,1-1-1 0 0,-1 1 0 0 0,0 0 1 0 0,1-1-1 0 0,-1 0 0 0 0,0 1 0 0 0,1-1 1 0 0,-1 1-1 0 0,1-1 0 0 0,-1 1 1 0 0,1-1-1 0 0,-1 0 0 0 0,1 1 1 0 0,-1-1-1 0 0,1 0 0 0 0,-1 0 1 0 0,1 1-1 0 0,-1-1 0 0 0,1 0 1 0 0,-1 0-1 0 0,1 0 0 0 0,-1 1 0 0 0,1-1 1 0 0,0 0-1 0 0,-1 0 0 0 0,1 0 1 0 0,-1 0-1 0 0,1 0 0 0 0,0 0 1 0 0,-1-1-1 0 0,1 1 0 0 0,-1 0 1 0 0,2 0-1 0 0,12-6-3060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4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0 100 672 0 0,'8'-10'2503'0'0,"-2"0"0"0"0,1-1-1 0 0,7-18 1 0 0,4-6 1931 0 0,-17 34-3867 0 0,0 0-95 0 0,2-1 499 0 0,-3 12-403 0 0,-11 56 687 0 0,5-41-1495 0 0,2 1-1 0 0,0 0 1 0 0,2 1 0 0 0,1-1 0 0 0,2 30-1 0 0,0-52-115 0 0,-1 0 0 0 0,1-1 0 0 0,0 1 0 0 0,0-1 0 0 0,0 1-1 0 0,1-1 1 0 0,-1 1 0 0 0,1-1 0 0 0,0 0 0 0 0,0 0 0 0 0,4 5-1 0 0,-4-5-449 0 0,0-1-1 0 0,0 0 1 0 0,0 0-1 0 0,1-1 1 0 0,-1 1-1 0 0,1 0 1 0 0,-1-1-1 0 0,6 2 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2148 0 0,'10'-24'3635'0'0,"-5"11"-522"0"0,0 0 1 0 0,6-27-1 0 0,-11 39-2714 0 0,0 0-294 0 0,0 1-1 0 0,0 0 1 0 0,0 0-1 0 0,3-5 1986 0 0,-3 5-1985 0 0,0-1-1 0 0,1 1 1 0 0,2 13 313 0 0,-1-1 0 0 0,0 1 0 0 0,-1-1 0 0 0,-1 1 0 0 0,0 16 0 0 0,-11 68-1 0 0,8-70-285 0 0,-12 68 117 0 0,15-93-195 0 0,5-28-211 0 0,2 0 58 0 0,0 0-1 0 0,2 1 1 0 0,19-40 0 0 0,-20 49 71 0 0,1 0-1 0 0,0 1 1 0 0,2 0-1 0 0,-1 1 1 0 0,2 0-1 0 0,17-17 1 0 0,-26 28 16 0 0,0 1 0 0 0,1-1 0 0 0,-1 1 0 0 0,1-1 0 0 0,-1 1 1 0 0,1 0-1 0 0,0 0 0 0 0,0 1 0 0 0,0-1 0 0 0,0 1 0 0 0,0 0 1 0 0,0 0-1 0 0,0 0 0 0 0,0 0 0 0 0,7 0 0 0 0,-8 2 11 0 0,0-1-1 0 0,0 1 0 0 0,0-1 1 0 0,0 1-1 0 0,0 0 1 0 0,0 0-1 0 0,0 0 0 0 0,0 1 1 0 0,-1-1-1 0 0,1 1 1 0 0,0-1-1 0 0,-1 1 0 0 0,1 0 1 0 0,-1 0-1 0 0,0 0 1 0 0,0 0-1 0 0,1 1 0 0 0,-1-1 1 0 0,-1 0-1 0 0,1 1 1 0 0,3 5-1 0 0,1 6 115 0 0,0 0 0 0 0,0 0 1 0 0,-2 1-1 0 0,0 0 0 0 0,0 0 0 0 0,-2 0 0 0 0,3 30 1 0 0,-4-26-54 0 0,1 0 0 0 0,1 0 0 0 0,1 0 0 0 0,9 26 0 0 0,-12-43-56 0 0,-1-1 0 0 0,1 1-1 0 0,0-1 1 0 0,-1 1 0 0 0,1-1 0 0 0,0 1 0 0 0,0-1-1 0 0,0 0 1 0 0,0 1 0 0 0,0-1 0 0 0,0 0 0 0 0,1 0-1 0 0,-1 0 1 0 0,0 0 0 0 0,0 0 0 0 0,1 0-1 0 0,-1 0 1 0 0,1 0 0 0 0,-1 0 0 0 0,1-1 0 0 0,-1 1-1 0 0,1-1 1 0 0,0 1 0 0 0,-1-1 0 0 0,1 1 0 0 0,-1-1-1 0 0,1 0 1 0 0,0 0 0 0 0,-1 0 0 0 0,1 0 0 0 0,3 0-1 0 0,0-2-104 0 0,-1 1 0 0 0,1 0 0 0 0,0-1 0 0 0,-1 0 0 0 0,1 0-1 0 0,-1-1 1 0 0,1 1 0 0 0,-1-1 0 0 0,7-6 0 0 0,4-3-680 0 0,-1-2 0 0 0,-1 0 0 0 0,0 0 0 0 0,13-20 0 0 0,-19 24-341 0 0,-1 1 0 0 0,0-1-1 0 0,-1-1 1 0 0,0 1 0 0 0,-1-1 0 0 0,0 1 0 0 0,0-1 0 0 0,2-17 0 0 0,-5 10-3512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57 2264 0 0,'-40'-24'8402'0'0,"-5"-2"-3513"0"0,44 26-4766 0 0,1-1-170 0 0,-1 1-1 0 0,1 0 0 0 0,0-1 1 0 0,0 1-1 0 0,0 0 1 0 0,-1-1-1 0 0,1 1 1 0 0,0 0-1 0 0,0-1 0 0 0,0 1 1 0 0,-1 0-1 0 0,1 0 1 0 0,0-1-1 0 0,-1 1 1 0 0,1 0-1 0 0,0 0 0 0 0,-1-1 1 0 0,1 1-1 0 0,0 0 1 0 0,-1 0-1 0 0,1 0 1 0 0,0 0-1 0 0,-1 0 1 0 0,1 0-1 0 0,-1-1 0 0 0,1 1 1 0 0,0 0-1 0 0,-1 0 1 0 0,1 0-1 0 0,-1 0 1 0 0,1 0-1 0 0,0 0 0 0 0,-1 1 1 0 0,1-1-1 0 0,0 0 1 0 0,-1 0-1 0 0,1 0 1 0 0,-1 0-1 0 0,1 0 0 0 0,0 0 1 0 0,-1 1-1 0 0,1-1 1 0 0,-1 0-1 0 0,-17 8-2035 0 0,0 5-2731 0 0,3-3 530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86 184 0 0,'4'-16'5185'0'0,"-2"3"-3524"0"0,2 0-1 0 0,0 0 1 0 0,7-16-1 0 0,-11 27-1262 0 0,4 2-175 0 0,-2 1-157 0 0,0-1-1 0 0,-1 0 1 0 0,1 0-1 0 0,0 1 0 0 0,0-1 1 0 0,0 1-1 0 0,0 0 0 0 0,0-1 1 0 0,-1 1-1 0 0,1 0 0 0 0,0 0 1 0 0,-1 0-1 0 0,1 0 0 0 0,-1 1 1 0 0,1-1-1 0 0,2 3 0 0 0,-1 0 96 0 0,1 0 1 0 0,-1 1-1 0 0,0-1 0 0 0,0 1 0 0 0,4 9 0 0 0,0 3 215 0 0,-1 1-1 0 0,7 31 1 0 0,-11-37-268 0 0,0 0-1 0 0,-1-1 1 0 0,0 1 0 0 0,0 0 0 0 0,-1 0 0 0 0,-1-1-1 0 0,0 1 1 0 0,-1 0 0 0 0,-4 16 0 0 0,5-24 41 0 0,0-1 0 0 0,0 1 0 0 0,0-1 0 0 0,1 1 0 0 0,0 0 0 0 0,-1 4 0 0 0,0 7 791 0 0,1-13-584 0 0,-3 5 596 0 0,7-17-672 0 0,8-21-274 0 0,0 1 0 0 0,3 1 0 0 0,0 0-1 0 0,2 1 1 0 0,35-46 0 0 0,-48 70-243 0 0,0-1-1 0 0,0 1 1 0 0,0 0-1 0 0,0 0 1 0 0,1 0-1 0 0,-1 0 1 0 0,1 1-1 0 0,10-6 1 0 0,-13 8 34 0 0,0 1-1 0 0,0-1 1 0 0,0 0 0 0 0,0 1 0 0 0,0 0 0 0 0,0-1 0 0 0,1 1 0 0 0,-1 0 0 0 0,0 0-1 0 0,0 0 1 0 0,0 0 0 0 0,0 1 0 0 0,0-1 0 0 0,0 1 0 0 0,0-1 0 0 0,0 1 0 0 0,0 0-1 0 0,0-1 1 0 0,0 1 0 0 0,-1 0 0 0 0,1 0 0 0 0,0 0 0 0 0,0 1 0 0 0,-1-1 0 0 0,1 0 0 0 0,-1 1-1 0 0,1-1 1 0 0,2 3 0 0 0,20 25-6080 0 0,-16-20 2477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222 341 120 0 0,'9'-7'6603'0'0,"-8"4"-6220"0"0,0 0 1 0 0,0 0 0 0 0,0-1 0 0 0,-1 1 0 0 0,1 0 0 0 0,-1-1 0 0 0,0 1-1 0 0,0 0 1 0 0,0-1 0 0 0,0 1 0 0 0,0 0 0 0 0,-1-1 0 0 0,0 1-1 0 0,1 0 1 0 0,-4-6 0 0 0,2 3-96 0 0,0 0-1 0 0,-1 0 1 0 0,0 1-1 0 0,0 0 1 0 0,0-1 0 0 0,-1 1-1 0 0,-6-7 1 0 0,8 11-272 0 0,1 0 0 0 0,0 0 0 0 0,0 0 1 0 0,-1 0-1 0 0,1 1 0 0 0,0-1 0 0 0,-1 1 0 0 0,1-1 1 0 0,0 1-1 0 0,-1 0 0 0 0,1-1 0 0 0,-1 1 0 0 0,1 0 1 0 0,-1 0-1 0 0,1 0 0 0 0,-1 0 0 0 0,1 0 1 0 0,0 0-1 0 0,-1 0 0 0 0,1 1 0 0 0,-1-1 0 0 0,1 0 1 0 0,-1 1-1 0 0,1-1 0 0 0,0 1 0 0 0,-1 0 0 0 0,1-1 1 0 0,-2 3-1 0 0,-3 0 3 0 0,0 1-1 0 0,0 0 1 0 0,1 0 0 0 0,-7 7 0 0 0,-8 9 66 0 0,2 1 0 0 0,-28 38-1 0 0,41-52-68 0 0,0 0 0 0 0,1 1 0 0 0,0-1-1 0 0,0 1 1 0 0,1 0 0 0 0,0 0 0 0 0,0 1-1 0 0,1-1 1 0 0,0 0 0 0 0,1 1 0 0 0,-1-1-1 0 0,1 18 1 0 0,1-22 0 0 0,0-3-12 0 0,0 1 0 0 0,1 0 1 0 0,-1-1-1 0 0,0 1 0 0 0,0-1 0 0 0,1 1 0 0 0,-1 0 0 0 0,1-1 0 0 0,-1 1 1 0 0,1-1-1 0 0,-1 1 0 0 0,1-1 0 0 0,0 0 0 0 0,0 1 0 0 0,0-1 0 0 0,0 0 1 0 0,0 1-1 0 0,0-1 0 0 0,0 0 0 0 0,0 0 0 0 0,1 0 0 0 0,-1 0 1 0 0,0 0-1 0 0,1 0 0 0 0,-1 0 0 0 0,3 0 0 0 0,-1 1 2 0 0,1 0-1 0 0,-1-1 0 0 0,1 0 1 0 0,-1 0-1 0 0,1 0 0 0 0,0 0 1 0 0,-1 0-1 0 0,1-1 0 0 0,0 0 1 0 0,0 0-1 0 0,-1 0 0 0 0,1 0 1 0 0,0 0-1 0 0,0-1 1 0 0,-1 1-1 0 0,5-3 0 0 0,-2 1 0 0 0,0 0-1 0 0,0-1 1 0 0,0 0-1 0 0,-1-1 0 0 0,1 1 1 0 0,-1-1-1 0 0,0 0 1 0 0,8-8-1 0 0,1-4 4 0 0,0-1-1 0 0,-1 0 1 0 0,-1 0 0 0 0,17-35 0 0 0,-9 12 364 0 0,21-60 0 0 0,-40 98-370 0 0,-9 16 7 0 0,2 0 12 0 0,0 0 0 0 0,0 1 0 0 0,2-1 0 0 0,0 1 0 0 0,1 0 0 0 0,0 0 0 0 0,-1 27 0 0 0,4-36-31 0 0,0 0-1 0 0,0-1 1 0 0,1 1-1 0 0,0 0 1 0 0,0 0-1 0 0,1-1 1 0 0,-1 1-1 0 0,1-1 1 0 0,0 1-1 0 0,5 8 1 0 0,-4-11-51 0 0,-1 1 0 0 0,1-1 1 0 0,-1 0-1 0 0,1 0 0 0 0,0 0 0 0 0,0-1 1 0 0,1 1-1 0 0,-1-1 0 0 0,0 1 0 0 0,1-1 1 0 0,-1 0-1 0 0,1-1 0 0 0,0 1 0 0 0,0 0 0 0 0,0-1 1 0 0,-1 0-1 0 0,6 1 0 0 0,-5-1-46 0 0,1-1 0 0 0,-1 1 0 0 0,1-1 0 0 0,-1 1 0 0 0,1-1 0 0 0,-1-1 0 0 0,1 1 0 0 0,-1-1 0 0 0,1 0 0 0 0,-1 0-1 0 0,1 0 1 0 0,-1 0 0 0 0,0-1 0 0 0,1 1 0 0 0,-1-1 0 0 0,6-4 0 0 0,-4 1 16 0 0,0 0 0 0 0,0 0 0 0 0,0 0 0 0 0,-1-1 1 0 0,1 0-1 0 0,-1 0 0 0 0,-1 0 0 0 0,8-14 0 0 0,1-4 92 0 0,-2-2 0 0 0,-1 1-1 0 0,-2-1 1 0 0,10-42 0 0 0,17-169 2707 0 0,-35 234-2689 0 0,1 1 33 0 0,-10 23 6 0 0,-4 29 339 0 0,1 0 0 0 0,-7 86 0 0 0,17-112-349 0 0,1 1-1 0 0,3 30 1 0 0,-1-47-310 0 0,0 1 1 0 0,1-1-1 0 0,0 0 1 0 0,0 0-1 0 0,0 0 1 0 0,1 0-1 0 0,0 0 1 0 0,1 0-1 0 0,0-1 1 0 0,5 9-1 0 0,-6-13-123 0 0,-1-1-1 0 0,1 1 1 0 0,0-1 0 0 0,-1 0 0 0 0,1 1-1 0 0,0-1 1 0 0,0 0 0 0 0,1-1 0 0 0,-1 1-1 0 0,0-1 1 0 0,1 1 0 0 0,-1-1 0 0 0,0 0-1 0 0,1 0 1 0 0,0-1 0 0 0,-1 1 0 0 0,1-1-1 0 0,-1 1 1 0 0,1-1 0 0 0,0 0-1 0 0,-1-1 1 0 0,1 1 0 0 0,-1 0 0 0 0,1-1-1 0 0,5-2 1 0 0,3-1-2054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2980 0 0,'37'-102'8378'0'0,"-26"68"-4819"0"0,-14 42-3179 0 0,0 0 0 0 0,1-1 0 0 0,0 1-1 0 0,1 0 1 0 0,-1 10 0 0 0,-2 8 108 0 0,0-4-132 0 0,-3 43 1 0 0,6-58-368 0 0,1 1 1 0 0,1-1-1 0 0,-1 0 0 0 0,1 0 0 0 0,1 1 0 0 0,-1-1 1 0 0,1 0-1 0 0,0 0 0 0 0,6 12 0 0 0,-6-16-107 0 0,0 0 0 0 0,0-1 0 0 0,0 1 0 0 0,1-1 0 0 0,-1 0 0 0 0,1 0 0 0 0,-1 0 0 0 0,1 0 0 0 0,0 0 0 0 0,0 0 0 0 0,-1-1 0 0 0,1 1 0 0 0,0-1 0 0 0,1 0 0 0 0,-1 0 0 0 0,0 0 0 0 0,0 0-1 0 0,0 0 1 0 0,1-1 0 0 0,-1 0 0 0 0,0 1 0 0 0,0-1 0 0 0,1 0 0 0 0,3-1 0 0 0,5 0-211 0 0,0-1 0 0 0,-1 0-1 0 0,1 0 1 0 0,-1-1 0 0 0,17-8 0 0 0,-17 7 251 0 0,-1-1 1 0 0,-1-1 0 0 0,1 0 0 0 0,-1 0-1 0 0,0-1 1 0 0,0 0 0 0 0,-1-1 0 0 0,9-9 0 0 0,5-9 1171 0 0,24-38 0 0 0,-29 40 157 0 0,5-17 502 0 0,-21 40-1543 0 0,1 12 76 0 0,-5 8 49 0 0,0 0-1 0 0,2 0 0 0 0,0 1 0 0 0,1-1 0 0 0,1 0 1 0 0,3 23-1 0 0,-3-39-302 0 0,0-1 0 0 0,0 1 0 0 0,0-1-1 0 0,0 1 1 0 0,0-1 0 0 0,1 0 0 0 0,-1 1 0 0 0,0-1 0 0 0,1 0 0 0 0,0 0 0 0 0,0 0 0 0 0,0 0-1 0 0,-1 0 1 0 0,2-1 0 0 0,-1 1 0 0 0,0-1 0 0 0,0 1 0 0 0,0-1 0 0 0,1 0 0 0 0,-1 0 0 0 0,1 0-1 0 0,-1 0 1 0 0,1 0 0 0 0,-1 0 0 0 0,1-1 0 0 0,-1 1 0 0 0,1-1 0 0 0,3 0 0 0 0,-1 0-12 0 0,1-1 0 0 0,-1 0-1 0 0,0-1 1 0 0,0 1 0 0 0,0-1 0 0 0,0 0 0 0 0,-1 0 0 0 0,1 0 0 0 0,-1-1 0 0 0,1 0 0 0 0,-1 0 0 0 0,4-3 0 0 0,0-2 21 0 0,0 0 0 0 0,-1 0 0 0 0,0-1 0 0 0,0 0 1 0 0,-1 0-1 0 0,-1 0 0 0 0,1-1 0 0 0,-1 0 0 0 0,-1 0 0 0 0,0 0 0 0 0,0 0 0 0 0,2-16 0 0 0,-4 18-19 0 0,0 1 0 0 0,-1-1-1 0 0,0 0 1 0 0,0 0-1 0 0,-1 0 1 0 0,0 0 0 0 0,0 0-1 0 0,-1 0 1 0 0,0 0 0 0 0,-1 0-1 0 0,1 0 1 0 0,-2 1-1 0 0,1-1 1 0 0,-1 1 0 0 0,0-1-1 0 0,0 1 1 0 0,-7-10-1 0 0,8 15-70 0 0,0 0-1 0 0,-1-1 0 0 0,1 1 1 0 0,-1 0-1 0 0,1 0 0 0 0,-1 0 1 0 0,0 1-1 0 0,0-1 0 0 0,0 1 0 0 0,0-1 1 0 0,0 1-1 0 0,0 0 0 0 0,0 0 1 0 0,0 0-1 0 0,0 1 0 0 0,0-1 1 0 0,-1 1-1 0 0,1 0 0 0 0,0 0 0 0 0,0 0 1 0 0,-1 0-1 0 0,1 0 0 0 0,-4 2 1 0 0,-5 0-1296 0 0,0 1 0 0 0,0 0 0 0 0,1 1 0 0 0,-1 0 0 0 0,-13 8 0 0 0,21-10 729 0 0,-1 1-197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8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54 224 0 0,'-44'-22'11839'0'0,"2"0"-6768"0"0,41 22-4807 0 0,-14-10-708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38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19 244 0 0,'-120'40'15685'0'0,"135"-36"-14986"0"0,-4-3-571 0 0,0-1 1 0 0,-1 0 0 0 0,1 0-1 0 0,18-4 1 0 0,6 0 6 0 0,230-23-1892 0 0,-87 6-5907 0 0,-120 14 2083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0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91 556 0 0,'-6'-25'6104'0'0,"-9"-14"-1114"0"0,14 38-4462 0 0,1-1-303 0 0,0 0-1 0 0,0 0 0 0 0,-1 1 0 0 0,1-1 0 0 0,0 0 1 0 0,-1 1-1 0 0,1-1 0 0 0,-1 0 0 0 0,0 1 0 0 0,0-3 0 0 0,-4-1 760 0 0,4 16-1100 0 0,10 80 646 0 0,1 28-219 0 0,-13 60 232 0 0,-2-52-4104 0 0,5-125 3036 0 0,0 0 0 0 0,0-1 0 0 0,0 1 0 0 0,0-1 0 0 0,1 1 0 0 0,-1-1 0 0 0,0 1 0 0 0,1-1 0 0 0,-1 1 0 0 0,1-1 0 0 0,0 1 0 0 0,1 2 0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14 118 1824 0 0,'-6'-33'8251'0'0,"-2"-13"-1398"0"0,9 45-6818 0 0,-1-1 0 0 0,1 1-1 0 0,0 0 1 0 0,0 0 0 0 0,0-1 0 0 0,0 1-1 0 0,0 0 1 0 0,0 0 0 0 0,0 0-1 0 0,0 0 1 0 0,0 0 0 0 0,1 1 0 0 0,-1-1-1 0 0,0 0 1 0 0,1 0 0 0 0,-1 1-1 0 0,0-1 1 0 0,1 1 0 0 0,2-1 0 0 0,35-8 64 0 0,-29 7-48 0 0,1 0-34 0 0,0 0-1 0 0,0 0 1 0 0,0 1 0 0 0,0 0 0 0 0,0 1-1 0 0,0 0 1 0 0,0 1 0 0 0,0 0-1 0 0,-1 1 1 0 0,1 0 0 0 0,0 0 0 0 0,15 7-1 0 0,-24-9-10 0 0,-1 1 1 0 0,1 0-1 0 0,0 0 0 0 0,0 0 0 0 0,0 0 0 0 0,0 1 0 0 0,-1-1 1 0 0,1 0-1 0 0,0 1 0 0 0,-1-1 0 0 0,0 1 0 0 0,1-1 0 0 0,-1 1 1 0 0,0 0-1 0 0,1 0 0 0 0,-1-1 0 0 0,0 1 0 0 0,-1 0 0 0 0,1 0 1 0 0,0 0-1 0 0,0 0 0 0 0,-1 0 0 0 0,1 0 0 0 0,-1 1 0 0 0,0-1 0 0 0,0 0 1 0 0,1 0-1 0 0,-1 0 0 0 0,-1 0 0 0 0,1 0 0 0 0,0 0 0 0 0,0 0 1 0 0,-1 1-1 0 0,1-1 0 0 0,-3 3 0 0 0,-1 7 13 0 0,-1 0 0 0 0,0-1 0 0 0,-1 0 0 0 0,-11 17 0 0 0,15-24-16 0 0,-64 87 1199 0 0,65-89-1014 0 0,-4 3 279 0 0,-2 2 29 0 0,15-14-412 0 0,-2 3-82 0 0,0 0 0 0 0,1 0 0 0 0,-1 1 1 0 0,0 0-1 0 0,1 0 0 0 0,0 1 1 0 0,0 0-1 0 0,0 0 0 0 0,0 0 1 0 0,0 1-1 0 0,0 0 0 0 0,0 0 1 0 0,0 1-1 0 0,0 0 0 0 0,9 1 1 0 0,-4 0-4 0 0,-1 0 0 0 0,0 1 1 0 0,1 1-1 0 0,-1-1 1 0 0,0 2-1 0 0,0 0 1 0 0,0 0-1 0 0,18 11 1 0 0,-26-13 29 0 0,1 1 1 0 0,0-1 0 0 0,-1 1 0 0 0,1 0-1 0 0,-1 0 1 0 0,0 0 0 0 0,0 0 0 0 0,0 1 0 0 0,0-1-1 0 0,-1 1 1 0 0,1-1 0 0 0,-1 1 0 0 0,0 0 0 0 0,0 0-1 0 0,0 0 1 0 0,-1 1 0 0 0,1-1 0 0 0,-1 0-1 0 0,0 0 1 0 0,0 1 0 0 0,-1-1 0 0 0,1 1 0 0 0,-1-1-1 0 0,0 1 1 0 0,0-1 0 0 0,-1 0 0 0 0,1 1 0 0 0,-1-1-1 0 0,0 1 1 0 0,0-1 0 0 0,-3 6 0 0 0,0 0 128 0 0,0 0-1 0 0,-1 0 1 0 0,0 0 0 0 0,-1-1 0 0 0,0 0 0 0 0,0 0 0 0 0,-1-1 0 0 0,0 1 0 0 0,-1-2-1 0 0,0 1 1 0 0,-16 11 0 0 0,14-12-58 0 0,-1 0 0 0 0,0-1 0 0 0,0 0 0 0 0,-1-1 0 0 0,1 0 0 0 0,-1-1-1 0 0,0-1 1 0 0,0 0 0 0 0,-14 2 0 0 0,18-4-257 0 0,-1 0 0 0 0,1-1-1 0 0,-1 0 1 0 0,0 0 0 0 0,1-1-1 0 0,-1 0 1 0 0,1-1 0 0 0,-1 0 0 0 0,1 0-1 0 0,0 0 1 0 0,0-1 0 0 0,0-1 0 0 0,-14-7-1 0 0,20 10-318 0 0,0-1-1 0 0,-1 1 1 0 0,1-1-1 0 0,0 0 0 0 0,0 0 1 0 0,0 0-1 0 0,0 0 0 0 0,0 0 1 0 0,0 0-1 0 0,1-1 1 0 0,-1 1-1 0 0,1-1 0 0 0,0 1 1 0 0,0-1-1 0 0,-1 1 0 0 0,0-5 1 0 0,-1-12-6702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1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0 2340 0 0,'-354'182'15736'0'0,"352"-181"-15777"0"0,-20 11 1270 0 0,20-7-338 0 0,14-1-515 0 0,-3-4-233 0 0,1-1 0 0 0,-1 1 0 0 0,0-1 0 0 0,0-1 0 0 0,1 0 0 0 0,8-3 0 0 0,13-3 65 0 0,16-1-36 0 0,359-67 692 0 0,5 28-662 0 0,-180 43-430 0 0,-77 15-3743 0 0,-150-10 3595 0 0,-1 1-1 0 0,1 0 1 0 0,0-1-1 0 0,-1 1 1 0 0,1 1-1 0 0,4 1 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1 512 0 0,'-45'21'7927'0'0,"-86"26"0"0"0,102-37-6067 0 0,16-5-1251 0 0,18-4 132 0 0,21-4 89 0 0,-21 3-991 0 0,28-4 285 0 0,-1 2 0 0 0,37 2-1 0 0,-56 0-112 0 0,-1 2-1 0 0,1-1 0 0 0,-1 2 0 0 0,0 0 1 0 0,1 0-1 0 0,-1 1 0 0 0,-1 0 0 0 0,17 9 1 0 0,-25-12-5 0 0,-1 1 1 0 0,1 0-1 0 0,0 0 1 0 0,-1-1-1 0 0,1 1 1 0 0,-1 1 0 0 0,0-1-1 0 0,0 0 1 0 0,1 1-1 0 0,-2-1 1 0 0,1 1-1 0 0,0-1 1 0 0,0 1-1 0 0,-1 0 1 0 0,1 0 0 0 0,-1 0-1 0 0,0 0 1 0 0,1 4-1 0 0,-1-2 4 0 0,-1-1-1 0 0,0 0 0 0 0,0 0 1 0 0,0 0-1 0 0,-1 0 0 0 0,1 1 1 0 0,-1-1-1 0 0,0 0 0 0 0,0 0 1 0 0,-1 0-1 0 0,1 0 0 0 0,-3 5 1 0 0,-3 2 59 0 0,0 0 1 0 0,0 0-1 0 0,-1-1 1 0 0,0 0-1 0 0,0 0 1 0 0,-1-1 0 0 0,-1 0-1 0 0,-10 8 1 0 0,-37 28 1747 0 0,55-43-1636 0 0,2-2-173 0 0,0 0-1 0 0,0 0 1 0 0,0 0 0 0 0,0 1 0 0 0,0-1-1 0 0,0 0 1 0 0,0 0 0 0 0,0 1 0 0 0,0-1-1 0 0,0 0 1 0 0,0 0 0 0 0,0 0 0 0 0,-1 0-1 0 0,1 1 1 0 0,0-1 0 0 0,0 0 0 0 0,0 0-1 0 0,0 0 1 0 0,0 1 0 0 0,-1-1 0 0 0,1 0-1 0 0,0 0 1 0 0,0 0 0 0 0,0 0 0 0 0,0 0-1 0 0,-1 0 1 0 0,1 0 0 0 0,0 1 0 0 0,0-1-1 0 0,-1 0 1 0 0,1 0 0 0 0,0 0 0 0 0,0 0-1 0 0,0 0 1 0 0,-1 0 0 0 0,1 0 0 0 0,0 0-1 0 0,0 0 1 0 0,0 0 0 0 0,-1 0 0 0 0,1 0-1 0 0,0 0 1 0 0,0 0 0 0 0,-1-1 0 0 0,1 1-1 0 0,0 0 1 0 0,-1 0 0 0 0,0-4 192 0 0,7-1-101 0 0,2 2-97 0 0,1 1 1 0 0,-1-1 0 0 0,0 1-1 0 0,1 1 1 0 0,0 0 0 0 0,-1 0 0 0 0,1 0-1 0 0,0 1 1 0 0,9 1 0 0 0,-6 1 2 0 0,0 0 0 0 0,0 0 0 0 0,0 1 0 0 0,-1 1-1 0 0,1 0 1 0 0,-1 0 0 0 0,0 1 0 0 0,20 13 0 0 0,-24-13 15 0 0,1 1 1 0 0,-1 0-1 0 0,0 0 0 0 0,-1 0 1 0 0,1 1-1 0 0,-1 0 0 0 0,0 1 0 0 0,-1-1 1 0 0,0 1-1 0 0,0 0 0 0 0,-1 0 1 0 0,4 11-1 0 0,-5-12 103 0 0,-1 1 0 0 0,0 0 0 0 0,0 0 0 0 0,-1 0 0 0 0,0 0-1 0 0,0 0 1 0 0,-1 0 0 0 0,0 0 0 0 0,0 0 0 0 0,-1 0 0 0 0,0 0 0 0 0,-1 0 0 0 0,1 0 0 0 0,-2 0 0 0 0,1 0 0 0 0,-1-1 0 0 0,0 1-1 0 0,-1-1 1 0 0,1 0 0 0 0,-1 0 0 0 0,-1 0 0 0 0,0 0 0 0 0,0-1 0 0 0,0 0 0 0 0,0 0 0 0 0,-1 0 0 0 0,0-1 0 0 0,0 1 0 0 0,-1-1-1 0 0,0-1 1 0 0,0 0 0 0 0,0 0 0 0 0,0 0 0 0 0,0-1 0 0 0,-1 1 0 0 0,1-2 0 0 0,-1 1 0 0 0,-9 1 0 0 0,0-1-19 0 0,1-1 0 0 0,-1 0 0 0 0,0-1 0 0 0,0-1 1 0 0,-28-3-1 0 0,35 2-426 0 0,0-1-1 0 0,0 0 1 0 0,0-1 0 0 0,1 1 0 0 0,-1-2-1 0 0,1 1 1 0 0,0-2 0 0 0,0 1 0 0 0,0-1-1 0 0,-14-10 1 0 0,20 12-105 0 0,1 1 1 0 0,0 0-1 0 0,-1 0 1 0 0,1-1-1 0 0,0 1 0 0 0,0-1 1 0 0,1 0-1 0 0,-1 0 1 0 0,1 1-1 0 0,-1-1 0 0 0,1 0 1 0 0,0 0-1 0 0,0-1 1 0 0,0 1-1 0 0,0 0 0 0 0,1 0 1 0 0,-1-7-1 0 0,1 5-806 0 0,0 0 0 0 0,1 0-1 0 0,-1 0 1 0 0,1 0 0 0 0,0 0-1 0 0,4-9 1 0 0,6-11-6510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37 1868 0 0,'0'0'1702'0'0,"0"-12"3361"0"0,-1 7-4686 0 0,0 4-82 0 0,1 0-1 0 0,0 0 1 0 0,-1 0-1 0 0,1 0 0 0 0,0 0 1 0 0,0 0-1 0 0,0 0 0 0 0,0-1 1 0 0,0 1-1 0 0,0 0 0 0 0,0 0 1 0 0,1 0-1 0 0,-1 0 0 0 0,0 0 1 0 0,1-1-1 0 0,0 0-241 0 0,35 16 46 0 0,-32-12-96 0 0,-1 0-1 0 0,1 0 1 0 0,-1 0 0 0 0,1 1-1 0 0,-1 0 1 0 0,0 0 0 0 0,0 0-1 0 0,-1 0 1 0 0,1 0 0 0 0,0 0-1 0 0,-1 1 1 0 0,0-1 0 0 0,0 1 0 0 0,0-1-1 0 0,0 1 1 0 0,-1 0 0 0 0,3 7-1 0 0,-3-5 14 0 0,-1 0 1 0 0,1 0-1 0 0,-1 0 0 0 0,0 0 0 0 0,-1 1 0 0 0,1-1 0 0 0,-1 0 0 0 0,0 0 0 0 0,-1 0 0 0 0,-3 10 1 0 0,-4 4 29 0 0,0 0 0 0 0,-1-1 0 0 0,-1-1 1 0 0,-1 0-1 0 0,-25 30 0 0 0,0-8 35 0 0,-1-2-1 0 0,-2-2 1 0 0,-45 33-1 0 0,75-64-39 0 0,11-12-16 0 0,12-13-29 0 0,10-4-20 0 0,0 2-1 0 0,2 0 0 0 0,34-23 1 0 0,-8 6 3 0 0,1 0 24 0 0,-32 26-1 0 0,-1-1-1 0 0,0-1 0 0 0,23-25 1 0 0,-37 33-10 0 0,4-8-7 0 0,-10 13 12 0 0,2 1-9 0 0,-6-9-45 0 0,5 9 55 0 0,-1 1-1 0 0,1 0 1 0 0,-1-1 0 0 0,0 1 0 0 0,1 0-1 0 0,-1 0 1 0 0,1-1 0 0 0,-1 1 0 0 0,1 0-1 0 0,-1 0 1 0 0,0 0 0 0 0,1 0-1 0 0,-1 0 1 0 0,0-1 0 0 0,1 1 0 0 0,-1 0-1 0 0,1 1 1 0 0,-1-1 0 0 0,0 0 0 0 0,1 0-1 0 0,-1 0 1 0 0,1 0 0 0 0,-2 1 0 0 0,-19 10-15 0 0,-18 23 16 0 0,34-30-5 0 0,-7 8 15 0 0,1 0 0 0 0,0 0 1 0 0,0 1-1 0 0,1 1 0 0 0,1 0 0 0 0,0 0 1 0 0,-8 21-1 0 0,12-25-3 0 0,2 0 0 0 0,-1 1 0 0 0,1-1 0 0 0,1 1 0 0 0,0 0 0 0 0,0 0 0 0 0,1 0 0 0 0,0 0 0 0 0,1 0 0 0 0,0 0 1 0 0,1 0-1 0 0,2 11 0 0 0,-2-19-2 0 0,0 1 0 0 0,0-1 0 0 0,0 0-1 0 0,0 0 1 0 0,1 0 0 0 0,-1-1 0 0 0,1 1 0 0 0,0 0 0 0 0,0 0 0 0 0,0-1 0 0 0,0 1 0 0 0,0-1 0 0 0,5 4 0 0 0,-2-2-58 0 0,1 0 0 0 0,-1-1 0 0 0,1 1 0 0 0,0-1 1 0 0,-1-1-1 0 0,11 4 0 0 0,4-1-859 0 0,0 0 0 0 0,1-1 0 0 0,25 1 0 0 0,-6-4-3482 0 0,-21-1 539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59 1700 0 0,'-21'-11'6981'0'0,"20"10"-6854"0"0,0 1 0 0 0,0 0 0 0 0,1-1 0 0 0,-1 1 0 0 0,0-1 0 0 0,0 1 0 0 0,0-1 0 0 0,0 1-1 0 0,1-1 1 0 0,-1 0 0 0 0,0 0 0 0 0,1 1 0 0 0,-1-1 0 0 0,0 0 0 0 0,1 0 0 0 0,-1 0 0 0 0,1 1 0 0 0,-1-1-1 0 0,1 0 1 0 0,-1 0 0 0 0,1 0 0 0 0,0 0 0 0 0,0 0 0 0 0,-1 0 0 0 0,1 0 0 0 0,0-2 0 0 0,1 2-51 0 0,0 0 1 0 0,0-1 0 0 0,0 1 0 0 0,0 0 0 0 0,0-1 0 0 0,0 1 0 0 0,0 0 0 0 0,0 0 0 0 0,0 0-1 0 0,1 0 1 0 0,-1 0 0 0 0,1 0 0 0 0,-1 1 0 0 0,0-1 0 0 0,1 0 0 0 0,0 1 0 0 0,-1-1-1 0 0,1 1 1 0 0,2-1 0 0 0,1-1-16 0 0,0 1-1 0 0,1 0 0 0 0,-1 0 0 0 0,1 0 1 0 0,-1 1-1 0 0,1 0 0 0 0,-1 0 0 0 0,8 1 1 0 0,-11-1-55 0 0,0 1 0 0 0,0-1 1 0 0,0 0-1 0 0,0 1 0 0 0,-1 0 1 0 0,1-1-1 0 0,0 1 1 0 0,0 0-1 0 0,-1 0 0 0 0,1 0 1 0 0,0 0-1 0 0,-1 0 0 0 0,1 0 1 0 0,-1 0-1 0 0,0 0 1 0 0,1 1-1 0 0,-1-1 0 0 0,0 1 1 0 0,0-1-1 0 0,0 1 1 0 0,0-1-1 0 0,0 1 0 0 0,0 0 1 0 0,0-1-1 0 0,0 1 0 0 0,-1 0 1 0 0,1 0-1 0 0,-1-1 1 0 0,1 1-1 0 0,-1 3 0 0 0,0 1 29 0 0,0 1 0 0 0,-1-1-1 0 0,1 0 1 0 0,-2 0 0 0 0,1 0-1 0 0,-1 0 1 0 0,0 0 0 0 0,0-1-1 0 0,0 1 1 0 0,-6 9 0 0 0,-4 6 79 0 0,-21 26 0 0 0,-12 7 55 0 0,27-34-98 0 0,-29 43-1 0 0,16-25 102 0 0,30-36-92 0 0,24-11-42 0 0,142-80-1875 0 0,-93 53-4554 0 0,-47 24 1428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76 2360 0 0,'-3'-1'2188'0'0,"-45"-19"7694"0"0,46 19-9287 0 0,-3-2 258 0 0,-8-2 107 0 0,13 1-711 0 0,9-1-223 0 0,18-4-613 0 0,0 2-1 0 0,0 0 1 0 0,0 2-1 0 0,41-3 1 0 0,-45 10-1396 0 0,-22-1 1872 0 0,0-1-1 0 0,-1 0 0 0 0,1 0 1 0 0,0 0-1 0 0,0 1 1 0 0,-1-1-1 0 0,1 0 1 0 0,0 1-1 0 0,-1-1 0 0 0,1 0 1 0 0,0 1-1 0 0,-1-1 1 0 0,1 1-1 0 0,-1-1 1 0 0,1 1-1 0 0,-1-1 0 0 0,1 1 1 0 0,0 0-1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3:03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0 716 0 0,'-13'10'2231'0'0,"-5"2"2121"0"0,-23 21 1451 0 0,50-31-4265 0 0,-8-2-1472 0 0,0 1 0 0 0,0-1 0 0 0,0 0 0 0 0,0 0 0 0 0,0 1 1 0 0,0-1-1 0 0,0 0 0 0 0,0 0 0 0 0,0 0 0 0 0,0 0 0 0 0,0 0 1 0 0,0 0-1 0 0,0-1 0 0 0,2 1 0 0 0,34-8 81 0 0,6-2 310 0 0,52-5 1 0 0,-78 14-1266 0 0,0 0 0 0 0,19 3 1 0 0,-24-1-860 0 0,0 1-1 0 0,-1 0 1 0 0,23 8 0 0 0,-18-4-3531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7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16 788 0 0,'5'-9'2460'0'0,"0"2"-1056"0"0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7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0 940 0 0,'0'0'1348'0'0,"-4"12"-944"0"0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15 1552 0 0,'7'-12'8741'0'0,"-6"11"-8608"0"0,-1 1 1 0 0,0 0 0 0 0,1 0 0 0 0,-1 0 0 0 0,0-1 0 0 0,1 1 0 0 0,-1 0 0 0 0,0 0 0 0 0,1 0-1 0 0,-1 0 1 0 0,1 0 0 0 0,-1 0 0 0 0,0 0 0 0 0,1 0 0 0 0,-1 0 0 0 0,0 0 0 0 0,1 0-1 0 0,0 0 1 0 0,4 11 1402 0 0,-4 23-605 0 0,-25 66 453 0 0,0 1-1434 0 0,22-83-1565 0 0,-2 32 0 0 0,7-30-889 0 0,6 2-5995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0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118 149 416 0 0,'-1'-5'987'0'0,"1"-1"0"0"0,-1 0 0 0 0,1 1-1 0 0,0-1 1 0 0,1 1 0 0 0,-1-1 0 0 0,1 0 0 0 0,3-10 0 0 0,-3 12-769 0 0,1-1 1 0 0,0 1 0 0 0,1-1-1 0 0,-1 1 1 0 0,1-1-1 0 0,0 1 1 0 0,0 0-1 0 0,0 1 1 0 0,0-1 0 0 0,1 0-1 0 0,-1 1 1 0 0,1 0-1 0 0,0-1 1 0 0,0 2 0 0 0,9-6-1 0 0,-7 5-52 0 0,1-1-1 0 0,0 1 1 0 0,0 1-1 0 0,1 0 1 0 0,-1 0-1 0 0,1 0 1 0 0,9-1-1 0 0,-14 3-104 0 0,0 0 0 0 0,0 0 0 0 0,0 0 0 0 0,0 0-1 0 0,0 0 1 0 0,0 1 0 0 0,0-1 0 0 0,0 1 0 0 0,0 0 0 0 0,0 0-1 0 0,0 0 1 0 0,-1 0 0 0 0,1 0 0 0 0,0 1 0 0 0,-1-1-1 0 0,1 1 1 0 0,-1 0 0 0 0,1 0 0 0 0,-1 0 0 0 0,0 0 0 0 0,4 4-1 0 0,-5-3-19 0 0,0-1-1 0 0,0 1 1 0 0,0-1-1 0 0,0 1 1 0 0,0-1-1 0 0,-1 1 1 0 0,1 0-1 0 0,-1-1 1 0 0,0 1-1 0 0,0 0 1 0 0,0 0-1 0 0,0-1 1 0 0,0 1-1 0 0,-1 0 1 0 0,1-1-1 0 0,-1 1 0 0 0,1 0 1 0 0,-1-1-1 0 0,0 1 1 0 0,0-1-1 0 0,0 1 1 0 0,-1-1-1 0 0,1 0 1 0 0,-3 4-1 0 0,-3 6 31 0 0,-1-1 0 0 0,-1 0-1 0 0,-12 14 1 0 0,8-11-24 0 0,-11 12 49 0 0,-30 25 0 0 0,53-50-84 0 0,0 0-1 0 0,0-1 1 0 0,0 1 0 0 0,0 0 0 0 0,0 0 0 0 0,0 0-1 0 0,0 1 1 0 0,0-1 0 0 0,0 0 0 0 0,0 0-1 0 0,1 0 1 0 0,-2 3 0 0 0,2-4-11 0 0,0 0 0 0 0,0 0 0 0 0,0 1 0 0 0,0-1 0 0 0,1 0 1 0 0,-1 1-1 0 0,0-1 0 0 0,0 0 0 0 0,0 0 0 0 0,0 1 0 0 0,0-1 0 0 0,0 0 0 0 0,0 0 0 0 0,0 1 0 0 0,1-1 0 0 0,-1 0 1 0 0,0 0-1 0 0,0 0 0 0 0,0 1 0 0 0,1-1 0 0 0,-1 0 0 0 0,0 0 0 0 0,0 0 0 0 0,1 1 0 0 0,-1-1 0 0 0,0 0 0 0 0,0 0 1 0 0,1 0-1 0 0,-1 0 0 0 0,0 0 0 0 0,0 0 0 0 0,1 0 0 0 0,-1 0 0 0 0,1 0 0 0 0,29 1-33 0 0,-26-1 48 0 0,1 0-8 0 0,0 0 0 0 0,-1 0 1 0 0,1 1-1 0 0,0-1 1 0 0,-1 1-1 0 0,1 1 0 0 0,-1-1 1 0 0,1 1-1 0 0,-1-1 1 0 0,1 1-1 0 0,4 3 1 0 0,-7-3 25 0 0,0 0 1 0 0,0-1-1 0 0,0 1 1 0 0,0 0-1 0 0,0 0 1 0 0,0 0-1 0 0,-1 0 1 0 0,1 0 0 0 0,-1 0-1 0 0,1 0 1 0 0,-1 1-1 0 0,0-1 1 0 0,0 0-1 0 0,0 1 1 0 0,0-1 0 0 0,-1 1-1 0 0,1-1 1 0 0,-1 1-1 0 0,1 0 1 0 0,-1-1-1 0 0,0 5 1 0 0,-1-3 22 0 0,0 0-1 0 0,0 0 1 0 0,0 1-1 0 0,0-1 1 0 0,-1 0-1 0 0,0 0 1 0 0,0 0-1 0 0,0-1 1 0 0,0 1-1 0 0,-6 6 1 0 0,1-1 4 0 0,-1-1 0 0 0,0 0 0 0 0,-1-1 0 0 0,0 0 0 0 0,0 0 0 0 0,0-1-1 0 0,-1 0 1 0 0,0-1 0 0 0,-15 7 0 0 0,2-4-42 0 0,0 0 0 0 0,0-2 0 0 0,-30 5 0 0 0,32-6-615 0 0,9-2-1980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18 2156 0 0,'26'-18'17000'0'0,"-29"26"-16670"0"0,-1-1 1 0 0,0 0-1 0 0,0-1 1 0 0,-1 1-1 0 0,0-1 1 0 0,0 0-1 0 0,0 0 0 0 0,-7 6 1 0 0,-8 9 36 0 0,-19 26-176 0 0,-53 68 779 0 0,79-98-2154 0 0,2 2-1 0 0,0-1 1 0 0,1 1 0 0 0,-13 35-1 0 0,22-49 196 0 0,-4 12-404 0 0,4 13-11557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71 772 0 0,'6'-12'6309'0'0,"13"-26"1481"0"0,-17 36-7627 0 0,-1 0-1 0 0,1 0 1 0 0,-1 0-1 0 0,1 1 1 0 0,0-1-1 0 0,0 1 1 0 0,-1-1-1 0 0,1 1 1 0 0,3-2-1 0 0,-4 2 3 0 0,2 1-7 0 0,-1 0-135 0 0,0-1 1 0 0,0 1-1 0 0,0 0 0 0 0,0 0 0 0 0,0 0 1 0 0,0 0-1 0 0,0 0 0 0 0,0 1 1 0 0,0-1-1 0 0,0 0 0 0 0,0 1 1 0 0,0 0-1 0 0,0-1 0 0 0,0 1 1 0 0,0 0-1 0 0,-1 0 0 0 0,1 0 1 0 0,0 0-1 0 0,0 1 0 0 0,-1-1 1 0 0,1 0-1 0 0,-1 1 0 0 0,1-1 1 0 0,0 3-1 0 0,-1-2-1 0 0,0 0 0 0 0,0 0 0 0 0,0 0 0 0 0,-1 0-1 0 0,1 1 1 0 0,-1-1 0 0 0,1 0 0 0 0,-1 0 0 0 0,0 1 0 0 0,0-1 0 0 0,0 0 0 0 0,0 1 0 0 0,-1-1 0 0 0,1 0 0 0 0,0 0 0 0 0,-1 1 0 0 0,0-1 0 0 0,1 0 0 0 0,-1 0 0 0 0,0 0-1 0 0,0 0 1 0 0,-2 3 0 0 0,-9 15 69 0 0,-2-1-1 0 0,0 0 0 0 0,0 0 0 0 0,-19 16 1 0 0,32-34-71 0 0,2 1-8 0 0,4 5-3 0 0,12-6-13 0 0,-9-1 114 0 0,0 0 0 0 0,-1 1-1 0 0,1 0 1 0 0,0 0 0 0 0,-1 1 0 0 0,1-1 0 0 0,-1 2 0 0 0,0-1-1 0 0,0 1 1 0 0,0 0 0 0 0,0 1 0 0 0,0-1 0 0 0,0 1 0 0 0,-1 1-1 0 0,0-1 1 0 0,0 1 0 0 0,6 6 0 0 0,-11-9 6 0 0,0-1 0 0 0,0 0 0 0 0,0 1 0 0 0,0-1 0 0 0,0 1 0 0 0,0-1 0 0 0,0 1 0 0 0,-1-1 0 0 0,1 1 0 0 0,-1-1 0 0 0,1 1 0 0 0,-1 0-1 0 0,0-1 1 0 0,1 1 0 0 0,-1 0 0 0 0,0-1 0 0 0,0 1 0 0 0,0 0 0 0 0,-1 0 0 0 0,1-1 0 0 0,0 1 0 0 0,0 0 0 0 0,-1-1 0 0 0,1 1 0 0 0,-1-1 0 0 0,0 1 0 0 0,1-1 0 0 0,-3 3 0 0 0,1 1 199 0 0,-1-1 0 0 0,0 1 0 0 0,0-1 0 0 0,-1 1 0 0 0,0-1 1 0 0,1 0-1 0 0,-9 6 0 0 0,7-6-215 0 0,0-1 0 0 0,-1 1 1 0 0,1-1-1 0 0,-1 1 0 0 0,0-2 1 0 0,0 1-1 0 0,0-1 0 0 0,0 0 1 0 0,-1 0-1 0 0,1 0 0 0 0,-1-1 1 0 0,1 0-1 0 0,-1 0 0 0 0,1-1 1 0 0,-1 0-1 0 0,1 0 0 0 0,-1-1 1 0 0,-8-1-1 0 0,8 1-325 0 0,0-2 1 0 0,0 1-1 0 0,0-1 0 0 0,1 0 0 0 0,-1 0 1 0 0,-8-6-1 0 0,10 3-1883 0 0,-1-10-4829 0 0,6 16 6862 0 0,5-9-2219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743 109 1908 0 0,'3'-12'1989'0'0,"1"0"-1"0"0,-2 1 1 0 0,0-1 0 0 0,0 0-1 0 0,-1 0 1 0 0,-1 0-1 0 0,0-14 1 0 0,-18 48-1294 0 0,-79 214 1845 0 0,58-134-1815 0 0,32-85-628 0 0,-302 780 2048 0 0,60-130-1512 0 0,213-572-198 0 0,35-93-370 0 0,1-6-951 0 0,1-1 419 0 0,0 1 1 0 0,0 0 0 0 0,0-1-1 0 0,0 1 1 0 0,1 0 0 0 0,0 0-1 0 0,-1 0 1 0 0,2 0-1 0 0,1-4 1 0 0,32-40-4262 0 0,-22 29 2196 0 0,5-5-1557 0 0,1-3-1760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110 112 996 0 0,'0'-2'2190'0'0,"-13"-46"6978"0"0,13 47-8453 0 0,-1-1-574 0 0,0 1 1 0 0,1-1-1 0 0,-1 1 1 0 0,1-1 0 0 0,0 0-1 0 0,-1 1 1 0 0,1-1 0 0 0,0 1-1 0 0,0-1 1 0 0,0 0-1 0 0,0 1 1 0 0,0-1 0 0 0,0 1-1 0 0,1-1 1 0 0,-1 0 0 0 0,0 1-1 0 0,1-1 1 0 0,1-2-1 0 0,1 2-110 0 0,0 0 0 0 0,0 0 0 0 0,1 0-1 0 0,-1 1 1 0 0,1-1 0 0 0,-1 1-1 0 0,1 0 1 0 0,0 0 0 0 0,-1 0 0 0 0,8-1-1 0 0,-9 2-25 0 0,1 0-1 0 0,-1 0 1 0 0,1 0-1 0 0,0 0 1 0 0,-1 0-1 0 0,1 0 1 0 0,-1 1-1 0 0,1-1 1 0 0,-1 1-1 0 0,1 0 1 0 0,-1 0-1 0 0,1 0 1 0 0,-1 0-1 0 0,0 0 1 0 0,1 0-1 0 0,-1 0 1 0 0,4 4-1 0 0,-5-3 35 0 0,1 0-1 0 0,-1 0 1 0 0,1 0 0 0 0,-1 1-1 0 0,0-1 1 0 0,0 0-1 0 0,0 0 1 0 0,-1 1 0 0 0,1-1-1 0 0,0 1 1 0 0,-1-1-1 0 0,0 1 1 0 0,1-1 0 0 0,-1 1-1 0 0,0-1 1 0 0,0 1 0 0 0,-1-1-1 0 0,1 1 1 0 0,0-1-1 0 0,-1 0 1 0 0,1 1 0 0 0,-1-1-1 0 0,0 1 1 0 0,-2 3-1 0 0,-2 6 255 0 0,-1 0 0 0 0,0-1-1 0 0,-9 14 1 0 0,14-24-275 0 0,-81 109 1430 0 0,33-47-1056 0 0,39-53-347 0 0,8-8-32 0 0,0 0 1 0 0,0 0 0 0 0,0 0-1 0 0,1 0 1 0 0,-1 0 0 0 0,0 1-1 0 0,1-1 1 0 0,-1 0-1 0 0,1 1 1 0 0,0 0 0 0 0,0-1-1 0 0,-2 5 1 0 0,4-6-11 0 0,-1-1 0 0 0,0 1 0 0 0,0 0 0 0 0,1-1-1 0 0,-1 0 1 0 0,0 1 0 0 0,1-1 0 0 0,-1 1 0 0 0,1-1 0 0 0,-1 1 0 0 0,1-1 0 0 0,-1 0 0 0 0,1 1 0 0 0,-1-1 0 0 0,1 0 0 0 0,-1 1-1 0 0,1-1 1 0 0,-1 0 0 0 0,1 0 0 0 0,-1 0 0 0 0,1 0 0 0 0,0 1 0 0 0,-1-1 0 0 0,1 0 0 0 0,-1 0 0 0 0,1 0 0 0 0,-1 0 0 0 0,1 0-1 0 0,0 0 1 0 0,-1 0 0 0 0,1-1 0 0 0,-1 1 0 0 0,1 0 0 0 0,0 0 0 0 0,0-1 0 0 0,23-4-20 0 0,10-7-1217 0 0,-2-1-1 0 0,0-1 1 0 0,39-24 0 0 0,83-67-6025 0 0,-125 81 5695 0 0,48-48 1 0 0,-16 3 8172 0 0,-41 48 1327 0 0,-28 34-6698 0 0,0-2-924 0 0,-136 203 2846 0 0,61-63-6367 0 0,62-101-424 0 0,14-15-4358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76 224 0 0,'16'-39'14261'0'0,"-15"36"-13955"0"0,0 0 0 0 0,1 1 0 0 0,-1-1 0 0 0,1 0 0 0 0,0 1 0 0 0,0-1 0 0 0,0 1 0 0 0,0-1 0 0 0,1 1 1 0 0,2-2-1 0 0,-3 3-227 0 0,30-4 133 0 0,-23 8-194 0 0,-8-3-15 0 0,-1 0-1 0 0,1 0 1 0 0,0 0 0 0 0,0 0-1 0 0,-1 0 1 0 0,1 1-1 0 0,0-1 1 0 0,-1 0 0 0 0,1 0-1 0 0,0 1 1 0 0,-1-1 0 0 0,1 1-1 0 0,-1-1 1 0 0,1 0 0 0 0,0 1-1 0 0,-1-1 1 0 0,1 1 0 0 0,-1-1-1 0 0,1 1 1 0 0,-1-1-1 0 0,0 1 1 0 0,1 0 0 0 0,0 0-1 0 0,-1 2 63 0 0,1 1 0 0 0,0 0-1 0 0,-1-1 1 0 0,0 1 0 0 0,0-1 0 0 0,0 1-1 0 0,0-1 1 0 0,-1 1 0 0 0,1 0-1 0 0,-1-1 1 0 0,0 1 0 0 0,0-1-1 0 0,0 0 1 0 0,-1 1 0 0 0,1-1-1 0 0,-1 0 1 0 0,1 0 0 0 0,-1 0 0 0 0,0 0-1 0 0,-5 5 1 0 0,-7 10 192 0 0,-1-1 0 0 0,-17 17-1 0 0,22-25-193 0 0,-57 62 274 0 0,66-70-320 0 0,8 14 42 0 0,1-10-63 0 0,1-1 1 0 0,0 0-1 0 0,0-1 0 0 0,17 4 0 0 0,-20-6 204 0 0,0 1 0 0 0,0-1 0 0 0,0 1 0 0 0,-1 0 0 0 0,1 1 0 0 0,-1-1 0 0 0,1 1 0 0 0,-1 0 0 0 0,0 1-1 0 0,9 6 1 0 0,-14-9-104 0 0,1 0 0 0 0,0 0 0 0 0,-1 1 0 0 0,1-1-1 0 0,-1 0 1 0 0,1 0 0 0 0,-1 0 0 0 0,0 0 0 0 0,1 0-1 0 0,-1 0 1 0 0,0 1 0 0 0,0-1 0 0 0,0 0 0 0 0,0 0-1 0 0,0 0 1 0 0,0 1 0 0 0,0-1 0 0 0,0 0-1 0 0,0 0 1 0 0,-1 0 0 0 0,1 0 0 0 0,0 1 0 0 0,-1-1-1 0 0,1 0 1 0 0,-1 0 0 0 0,1 0 0 0 0,-1 0 0 0 0,0 0-1 0 0,-1 2 1 0 0,-1 1 45 0 0,0 0 0 0 0,0 0 0 0 0,0 0 0 0 0,-1 0 0 0 0,-7 5 0 0 0,6-6-66 0 0,1 1 0 0 0,-1-2-1 0 0,0 1 1 0 0,-1-1 0 0 0,-8 4-1 0 0,-32 3-3038 0 0,18-8-2474 0 0,-41-2-1 0 0,52 0 1037 0 0,0 1-2128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32 1636 0 0,'-14'-8'10359'0'0,"3"0"-6061"0"0,25 7-4477 0 0,131-12 242 0 0,-96 12-2966 0 0,-3 2-3622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4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1576 0 0,'-112'66'12038'0'0,"110"-65"-11823"0"0,2 0-196 0 0,1-1 0 0 0,-1 1 0 0 0,0 0 1 0 0,0-1-1 0 0,0 1 0 0 0,0 0 0 0 0,1-1 1 0 0,-1 1-1 0 0,0-1 0 0 0,1 1 0 0 0,-1 0 1 0 0,0-1-1 0 0,1 1 0 0 0,-1-1 0 0 0,1 1 0 0 0,-1-1 1 0 0,1 1-1 0 0,-1-1 0 0 0,1 0 0 0 0,-1 1 1 0 0,1-1-1 0 0,-1 0 0 0 0,1 1 0 0 0,0-1 1 0 0,-1 0-1 0 0,1 0 0 0 0,0 1 0 0 0,-1-1 1 0 0,1 0-1 0 0,-1 0 0 0 0,1 0 0 0 0,0 0 1 0 0,-1 0-1 0 0,1 0 0 0 0,1 0 0 0 0,32-2 48 0 0,-23 0-26 0 0,248-33-4768 0 0,-212 28 1888 0 0,9-2-1820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7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139 118 1712 0 0,'2'-16'4677'0'0,"3"-63"5137"0"0,-5 78-9246 0 0,-2-10 602 0 0,1 1-88 0 0,1 10-1071 0 0,0 0 0 0 0,0 0 0 0 0,-1 0 0 0 0,1 0-1 0 0,0 0 1 0 0,0 0 0 0 0,-1 0 0 0 0,1 0 0 0 0,0 0 0 0 0,0 0 0 0 0,-1 0 0 0 0,1 0 0 0 0,0 0 0 0 0,0 0 0 0 0,0 1 0 0 0,-1-1 0 0 0,1 0 0 0 0,0 0 0 0 0,0 0 0 0 0,0 0 0 0 0,-1 0 0 0 0,1 1 0 0 0,0-1 0 0 0,0 0 0 0 0,0 0-1 0 0,-1 0 1 0 0,1 0 0 0 0,0 1 0 0 0,0-1 0 0 0,0 0 0 0 0,0 0 0 0 0,0 1 0 0 0,0-1 0 0 0,0 0 0 0 0,0 0 0 0 0,-1 0 0 0 0,1 1 0 0 0,0-1 0 0 0,0 0 0 0 0,0 1 0 0 0,-7 13 411 0 0,0 0-1 0 0,1 0 1 0 0,0 1 0 0 0,-6 23 0 0 0,0 1-52 0 0,-8 16-230 0 0,-2 7-1008 0 0,-16 71 0 0 0,37-131 538 0 0,-3 28-3310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7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102 107 156 0 0,'11'-40'9101'0'0,"1"-17"-3675"0"0,-11 57-5406 0 0,-1-1 0 0 0,1 0 0 0 0,-1 1 0 0 0,1-1 0 0 0,-1 0 0 0 0,1 1 0 0 0,-1-1 0 0 0,1 1 0 0 0,-1-1 0 0 0,1 1-1 0 0,0-1 1 0 0,-1 1 0 0 0,1-1 0 0 0,0 1 0 0 0,0 0 0 0 0,-1-1 0 0 0,1 1 0 0 0,0 0 0 0 0,0 0 0 0 0,-1-1 0 0 0,1 1 0 0 0,0 0 0 0 0,0 0-1 0 0,0 0 1 0 0,-1 0 0 0 0,1 0 0 0 0,2 0 0 0 0,13 2 26 0 0,-13-2-18 0 0,1 1-1 0 0,0-1 1 0 0,0 1 0 0 0,0 0 0 0 0,-1 0 0 0 0,1 0 0 0 0,0 1 0 0 0,-1 0 0 0 0,1-1 0 0 0,-1 1-1 0 0,0 0 1 0 0,1 1 0 0 0,-1-1 0 0 0,0 0 0 0 0,0 1 0 0 0,-1 0 0 0 0,1 0 0 0 0,0 0-1 0 0,-1 0 1 0 0,0 0 0 0 0,0 0 0 0 0,0 0 0 0 0,0 1 0 0 0,0-1 0 0 0,-1 1 0 0 0,1 0-1 0 0,-1-1 1 0 0,0 1 0 0 0,0 0 0 0 0,-1 0 0 0 0,1 0 0 0 0,-1 0 0 0 0,1-1 0 0 0,-1 1 0 0 0,-1 0-1 0 0,1 0 1 0 0,0 0 0 0 0,-1 0 0 0 0,0 0 0 0 0,0-1 0 0 0,0 1 0 0 0,-3 6 0 0 0,-2 2 87 0 0,-1-1 0 0 0,0 0 0 0 0,-1 0 0 0 0,0 0 0 0 0,-16 15 0 0 0,-52 41 381 0 0,75-66-462 0 0,40-14-80 0 0,-35 11 43 0 0,8-2-11 0 0,22 8-13 0 0,-29-3 29 0 0,0 0 1 0 0,0 0 0 0 0,0 0-1 0 0,-1 1 1 0 0,1 0 0 0 0,-1 0 0 0 0,1 0-1 0 0,-1 1 1 0 0,0-1 0 0 0,0 1 0 0 0,5 4-1 0 0,-7-5 88 0 0,0 0 0 0 0,1 1 0 0 0,-1 0-1 0 0,0-1 1 0 0,-1 1 0 0 0,1 0 0 0 0,0 0 0 0 0,-1 0-1 0 0,1 0 1 0 0,-1 0 0 0 0,0 0 0 0 0,0 0 0 0 0,0 1-1 0 0,-1-1 1 0 0,1 0 0 0 0,-1 1 0 0 0,0-1 0 0 0,0 5-1 0 0,-1-2 54 0 0,0 0 0 0 0,0-1 0 0 0,-1 1-1 0 0,1-1 1 0 0,-2 1 0 0 0,1-1-1 0 0,0 0 1 0 0,-1 0 0 0 0,0 0-1 0 0,-4 5 1 0 0,-2 2 61 0 0,0-1 0 0 0,-1 0-1 0 0,0-1 1 0 0,-1 0 0 0 0,0-1 0 0 0,-1 0-1 0 0,-22 13 1 0 0,26-17-307 0 0,1-1 0 0 0,-1 0 0 0 0,0 0 0 0 0,-1-1 0 0 0,1 0 0 0 0,-1 0-1 0 0,1-1 1 0 0,-1 0 0 0 0,0-1 0 0 0,1 1 0 0 0,-1-2 0 0 0,-11 1 0 0 0,19-2-100 0 0,0 1 0 0 0,0 0 1 0 0,0 0-1 0 0,0 0 0 0 0,0 0 1 0 0,1-1-1 0 0,-1 1 0 0 0,0 0 0 0 0,0-1 1 0 0,0 1-1 0 0,1 0 0 0 0,-1-1 0 0 0,0 0 1 0 0,0 1-1 0 0,1-1 0 0 0,-1 1 0 0 0,0-1 1 0 0,1 0-1 0 0,-1 1 0 0 0,1-1 0 0 0,-1 0 1 0 0,0-1-1 0 0,1 1-193 0 0,-1 0 0 0 0,1 0 1 0 0,0 0-1 0 0,0 0 0 0 0,0 0 0 0 0,0 0 0 0 0,0 0 0 0 0,0 0 1 0 0,0 0-1 0 0,0 0 0 0 0,0 0 0 0 0,1 0 0 0 0,-1 0 1 0 0,0 0-1 0 0,1 0 0 0 0,-1 0 0 0 0,1 0 0 0 0,1-3-791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8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29 1168 0 0,'20'-11'6656'0'0,"12"-6"4340"0"0,-32 17-10856 0 0,1 1 0 0 0,-1 0 0 0 0,1 0 0 0 0,-1 0 0 0 0,0-1 0 0 0,1 1 0 0 0,-1 0 0 0 0,0 0 0 0 0,0 0 0 0 0,1 0 0 0 0,-1 0 0 0 0,0 0 0 0 0,0-1-1 0 0,0 1 1 0 0,0 0 0 0 0,0 0 0 0 0,0 0 0 0 0,0 0 0 0 0,0 0 0 0 0,-1 0 0 0 0,1 0 0 0 0,0 0 0 0 0,-1-1 0 0 0,1 1 0 0 0,0 0 0 0 0,-1 0 0 0 0,0 1 0 0 0,-17 30 2032 0 0,11-22-1619 0 0,-102 146 2220 0 0,61-92-2533 0 0,7-12-249 0 0,-27 40-124 0 0,61-80-1080 0 0,1 0-1 0 0,-1 1 1 0 0,-5 17-1 0 0,8-8-3197 0 0,7-13 1022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8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2664 0 0,'7'-11'6932'0'0,"2"-2"-3421"0"0,-3 9-3172 0 0,-1-1 1 0 0,1 1 0 0 0,0 0 0 0 0,0 0 0 0 0,0 1 0 0 0,0 0-1 0 0,1 0 1 0 0,-1 0 0 0 0,14-3 0 0 0,-18 5-264 0 0,11 3 40 0 0,-11-2-70 0 0,-1 0 1 0 0,1 0-1 0 0,-1 0 0 0 0,1 0 1 0 0,-1 0-1 0 0,1 1 0 0 0,-1-1 0 0 0,1 0 1 0 0,-1 1-1 0 0,1-1 0 0 0,-1 1 1 0 0,2 1-1 0 0,-2-2 40 0 0,0 1 1 0 0,0-1-1 0 0,0 1 0 0 0,0 0 1 0 0,0-1-1 0 0,-1 1 0 0 0,1 0 1 0 0,0 0-1 0 0,-1 0 0 0 0,1 0 1 0 0,0-1-1 0 0,-1 1 1 0 0,1 0-1 0 0,-1 0 0 0 0,1 0 1 0 0,-1 0-1 0 0,0 0 0 0 0,0 0 1 0 0,1 0-1 0 0,-1 1 0 0 0,0-1 1 0 0,0 0-1 0 0,0 1 0 0 0,0 1 76 0 0,0 0-1 0 0,-1 0 1 0 0,0 0-1 0 0,1 0 0 0 0,-1 0 1 0 0,0 0-1 0 0,0 0 0 0 0,-3 3 1 0 0,-3 7 372 0 0,-1-1 1 0 0,-17 20-1 0 0,21-27-384 0 0,-71 86 846 0 0,74-90-988 0 0,0 0 0 0 0,0 0 0 0 0,0-1 0 0 0,1 1 0 0 0,-1 0 0 0 0,0 0 1 0 0,1 0-1 0 0,-1 0 0 0 0,1 0 0 0 0,-1 0 0 0 0,1 0 0 0 0,0 0 0 0 0,-1 0 0 0 0,1 0 0 0 0,0 0 0 0 0,-1 0 0 0 0,1 0 1 0 0,0 0-1 0 0,0 0 0 0 0,0 0 0 0 0,0 0 0 0 0,0 0 0 0 0,0 1 0 0 0,1-1 0 0 0,-1 1 0 0 0,1-1-4 0 0,0-1 1 0 0,0 1-1 0 0,0-1 0 0 0,0 1 0 0 0,0-1 0 0 0,0 1 0 0 0,0-1 0 0 0,0 0 0 0 0,0 1 0 0 0,0-1 0 0 0,0 0 0 0 0,0 0 0 0 0,0 0 0 0 0,1 0 1 0 0,-1 0-1 0 0,0 0 0 0 0,0 0 0 0 0,0 0 0 0 0,1 0 0 0 0,10-2-70 0 0,0-1 0 0 0,0 0 0 0 0,13-5 0 0 0,18-9-1122 0 0,0-3 0 0 0,40-25-1 0 0,78-58-4746 0 0,-104 66 2968 0 0,-16 9-692 0 0,-1-1-1412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59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80 872 0 0,'0'0'8616'0'0,"20"12"-347"0"0,-11-8-8226 0 0,17-1 238 0 0,0 0 1 0 0,0-2-1 0 0,26-2 0 0 0,86-10 24 0 0,-43 2-130 0 0,229-17 27 0 0,350-19-211 0 0,281 35 31 0 0,-444 10-16 0 0,1572 66-102 0 0,-793 38 76 0 0,-6 33-1146 0 0,-173 22-1859 0 0,-1104-157 2961 0 0,71 13-1080 0 0,81 5 0 0 0,-87-18-3888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80 0 0,'0'0'548'0'0,"13"4"-768"0"0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2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41 1676 0 0,'2'-2'1960'0'0,"27"-36"9121"0"0,-30 48-10448 0 0,-82 151 525 0 0,72-135-1292 0 0,0 1-1 0 0,-9 38 1 0 0,18-58-274 0 0,1 0 1 0 0,-1 0-1 0 0,1 0 1 0 0,1 0-1 0 0,-1 0 1 0 0,1 0-1 0 0,0 0 0 0 0,1 0 1 0 0,0 0-1 0 0,0 0 1 0 0,0 0-1 0 0,1 0 1 0 0,0 0-1 0 0,1 0 1 0 0,3 8-1 0 0,4-4-2663 0 0,0 1-1038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85 174 2156 0 0,'3'-43'8048'0'0,"-3"41"-7402"0"0,-1-1 119 0 0,1 2-736 0 0,0 1 0 0 0,0 0 0 0 0,0 0 0 0 0,0 0 0 0 0,0-1 0 0 0,0 1 0 0 0,0 0 0 0 0,0 0 0 0 0,0 0 0 0 0,0-1 0 0 0,0 1 0 0 0,0 0 0 0 0,0 0 0 0 0,0-1 0 0 0,0 1 0 0 0,0 0 0 0 0,-1 0 0 0 0,1 0 0 0 0,0-1 0 0 0,0 1 0 0 0,0 0 0 0 0,0 0 0 0 0,0 0 0 0 0,-1 0 0 0 0,1 0 0 0 0,0-1 0 0 0,0 1 0 0 0,0 0 0 0 0,0 0 0 0 0,-1 0 0 0 0,1 0 0 0 0,0 0 0 0 0,0 0 0 0 0,0 0 0 0 0,-1-1 0 0 0,1 1 0 0 0,-3 2 107 0 0,0-1 1 0 0,-1 1-1 0 0,1 0 0 0 0,1 0 1 0 0,-1 0-1 0 0,0 0 1 0 0,0 0-1 0 0,1 1 1 0 0,-1-1-1 0 0,1 1 0 0 0,0 0 1 0 0,0-1-1 0 0,0 1 1 0 0,-3 5-1 0 0,-24 48 735 0 0,26-51-831 0 0,2 0 0 0 0,-1 0 0 0 0,0 1 0 0 0,1-1 0 0 0,0 0 0 0 0,0 1 1 0 0,1-1-1 0 0,0 1 0 0 0,0-1 0 0 0,1 10 0 0 0,-1-13-29 0 0,0 1 0 0 0,1-1-1 0 0,0 1 1 0 0,0-1 0 0 0,0 1 0 0 0,0-1 0 0 0,0 1 0 0 0,0-1-1 0 0,0 0 1 0 0,1 1 0 0 0,-1-1 0 0 0,1 0 0 0 0,0 0-1 0 0,0 0 1 0 0,-1 0 0 0 0,1-1 0 0 0,0 1 0 0 0,1 0-1 0 0,-1-1 1 0 0,0 1 0 0 0,0-1 0 0 0,1 0 0 0 0,4 2-1 0 0,-2-1 6 0 0,1-1 0 0 0,-1 1 0 0 0,1-1 0 0 0,0 0 0 0 0,0-1 0 0 0,-1 1 0 0 0,1-1 0 0 0,0 0 0 0 0,0-1 0 0 0,-1 1-1 0 0,1-1 1 0 0,0-1 0 0 0,6-1 0 0 0,-4 0 22 0 0,0 0 0 0 0,-1-1 0 0 0,1 1 0 0 0,-1-2 0 0 0,1 1 0 0 0,-1-1-1 0 0,-1 0 1 0 0,10-9 0 0 0,-8 5 61 0 0,0 1 0 0 0,0-2 0 0 0,-1 1 1 0 0,0-1-1 0 0,0 0 0 0 0,-1 0 0 0 0,-1-1 0 0 0,0 1 0 0 0,0-2 0 0 0,-1 1 0 0 0,-1 0 0 0 0,0-1 0 0 0,2-13 0 0 0,-4 19-66 0 0,0 0-1 0 0,-1-1 1 0 0,0 1 0 0 0,-1-1-1 0 0,1 1 1 0 0,-1-1-1 0 0,0 1 1 0 0,-1-1-1 0 0,0 1 1 0 0,-2-6-1 0 0,2 8-17 0 0,1 1 0 0 0,-1 0 1 0 0,0 0-1 0 0,0-1 0 0 0,-1 1 0 0 0,1 1 0 0 0,-1-1 0 0 0,1 0 0 0 0,-1 1 0 0 0,0-1 0 0 0,0 1 0 0 0,0 0 0 0 0,0 0 0 0 0,0 0 0 0 0,-1 0 0 0 0,1 1 0 0 0,0-1 0 0 0,-7-1 0 0 0,7 2-147 0 0,-1 0 0 0 0,1 0 0 0 0,0 1 0 0 0,-1 0 0 0 0,1-1 0 0 0,-1 1 0 0 0,1 0 0 0 0,0 0 0 0 0,-1 1 0 0 0,1-1 0 0 0,-1 1 0 0 0,1 0 0 0 0,0 0 0 0 0,0 0 0 0 0,-1 0 0 0 0,1 0 0 0 0,0 1 0 0 0,0-1 0 0 0,0 1 0 0 0,0 0 0 0 0,1 0 0 0 0,-1 0 0 0 0,0 0 0 0 0,1 1 0 0 0,-1-1 0 0 0,1 1 0 0 0,0-1 0 0 0,0 1-1 0 0,0 0 1 0 0,0 0 0 0 0,1 0 0 0 0,-3 5 0 0 0,3-6-230 0 0,1-1-1 0 0,0 1 1 0 0,0 0-1 0 0,0-1 1 0 0,0 1-1 0 0,1-1 1 0 0,-1 1-1 0 0,0-1 1 0 0,1 1-1 0 0,-1-1 1 0 0,1 1-1 0 0,-1-1 1 0 0,1 1-1 0 0,-1-1 1 0 0,1 0-1 0 0,0 1 1 0 0,0-1 0 0 0,1 2-1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2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27 2288 0 0,'20'-26'12843'0'0,"-21"27"-12127"0"0,-12 12 149 0 0,2 0 0 0 0,0 0 0 0 0,0 1 1 0 0,-10 19-1 0 0,-1 0-161 0 0,-75 103 749 0 0,-222 350-1176 0 0,291-431-3265 0 0,15-19-4117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3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2528 0 0,'8'-24'8738'0'0,"-7"21"-8519"0"0,0 0 1 0 0,1 0-1 0 0,-1 0 0 0 0,1 0 0 0 0,-1 1 0 0 0,1-1 0 0 0,0 0 0 0 0,0 1 0 0 0,0-1 0 0 0,0 1 0 0 0,1 0 1 0 0,-1 0-1 0 0,1 0 0 0 0,-1 0 0 0 0,1 0 0 0 0,0 1 0 0 0,0-1 0 0 0,0 1 0 0 0,0-1 0 0 0,0 1 1 0 0,0 0-1 0 0,0 0 0 0 0,5 0 0 0 0,0-1-169 0 0,1 1 0 0 0,-1 1 0 0 0,0-1 0 0 0,0 1 1 0 0,0 1-1 0 0,0-1 0 0 0,1 2 0 0 0,11 2 0 0 0,-19-4 3 0 0,1 1-1 0 0,0-1 0 0 0,-1 1 1 0 0,1 0-1 0 0,0-1 0 0 0,-1 1 1 0 0,1 0-1 0 0,-1 0 1 0 0,1 0-1 0 0,-1 0 0 0 0,1 0 1 0 0,-1 0-1 0 0,0 0 0 0 0,0 1 1 0 0,1-1-1 0 0,-1 0 1 0 0,0 1-1 0 0,0-1 0 0 0,0 1 1 0 0,-1-1-1 0 0,1 1 0 0 0,0 0 1 0 0,-1-1-1 0 0,1 1 1 0 0,-1 0-1 0 0,1-1 0 0 0,-1 1 1 0 0,0 0-1 0 0,1 0 0 0 0,-1-1 1 0 0,0 1-1 0 0,0 0 0 0 0,0 0 1 0 0,-1 2-1 0 0,0 1 68 0 0,0 0 0 0 0,0 0 0 0 0,-1 1 0 0 0,0-1 0 0 0,0 0 0 0 0,0-1 0 0 0,-1 1 0 0 0,1 0 0 0 0,-6 6 0 0 0,-89 101 606 0 0,97-112-725 0 0,-1 1 0 0 0,1 0 0 0 0,-1-1 0 0 0,1 1 0 0 0,0 0 0 0 0,-1-1 0 0 0,1 1-1 0 0,0 0 1 0 0,0-1 0 0 0,-1 1 0 0 0,1 0 0 0 0,0 0 0 0 0,0-1 0 0 0,0 1 0 0 0,0 0 0 0 0,0 0 0 0 0,0-1-1 0 0,0 1 1 0 0,0 0 0 0 0,0 0 0 0 0,0-1 0 0 0,1 1 0 0 0,-1 0 0 0 0,0 0 0 0 0,0-1 0 0 0,1 1-1 0 0,-1 0 1 0 0,0-1 0 0 0,1 1 0 0 0,-1-1 0 0 0,1 1 0 0 0,-1 0 0 0 0,1-1 0 0 0,-1 1 0 0 0,1-1 0 0 0,-1 1-1 0 0,1-1 1 0 0,-1 1 0 0 0,1-1 0 0 0,0 0 0 0 0,-1 1 0 0 0,1-1 0 0 0,1 1 0 0 0,4 2 7 0 0,-1-1 1 0 0,0 0-1 0 0,1 0 1 0 0,10 3-1 0 0,16 3-13 0 0,-29-7 6 0 0,19 4-1 0 0,32 13 0 0 0,-53-17 32 0 0,0-1 1 0 0,0 1-1 0 0,0-1 1 0 0,0 1-1 0 0,0-1 1 0 0,-1 1 0 0 0,1 0-1 0 0,0 0 1 0 0,0-1-1 0 0,0 1 1 0 0,-1 0-1 0 0,1 0 1 0 0,0 0 0 0 0,-1 0-1 0 0,1 0 1 0 0,-1 0-1 0 0,1 0 1 0 0,-1 0-1 0 0,1 0 1 0 0,-1 0 0 0 0,0 0-1 0 0,0 0 1 0 0,1 0-1 0 0,-1 0 1 0 0,0 0-1 0 0,0 0 1 0 0,0 0 0 0 0,0 1-1 0 0,0-1 1 0 0,0 0-1 0 0,-1 0 1 0 0,1 0-1 0 0,0 0 1 0 0,-1 0-1 0 0,1 0 1 0 0,0 0 0 0 0,-1 1-1 0 0,-1 2 84 0 0,0 0 0 0 0,0 0 0 0 0,0-1 0 0 0,0 1 0 0 0,-1-1 0 0 0,1 0 0 0 0,-6 6-1 0 0,-4 0-55 0 0,0 0-1 0 0,0 0 1 0 0,-1-1-1 0 0,0-1 1 0 0,-1 0-1 0 0,0-1 0 0 0,-21 7 1 0 0,34-13-203 0 0,1 1 1 0 0,-1-1-1 0 0,0 0 1 0 0,0 1-1 0 0,0-1 1 0 0,0 0-1 0 0,0 0 1 0 0,0 0-1 0 0,1 0 1 0 0,-1 0-1 0 0,0 0 1 0 0,0 0-1 0 0,0 0 1 0 0,0 0-1 0 0,0 0 1 0 0,0 0 0 0 0,0 0-1 0 0,0-1 1 0 0,1 1-1 0 0,-1 0 1 0 0,0-1-1 0 0,0 1 1 0 0,0 0-1 0 0,0-1 1 0 0,1 1-1 0 0,-1-1 1 0 0,0 0-1 0 0,1 1 1 0 0,-1-1-1 0 0,0 1 1 0 0,1-1-1 0 0,-1 0 1 0 0,1 0-1 0 0,-1 1 1 0 0,1-1-1 0 0,-1 0 1 0 0,1 0-1 0 0,-1 0 1 0 0,1 1-1 0 0,0-1 1 0 0,-1-2-1 0 0,1 0-592 0 0,-1 1 0 0 0,1-1-1 0 0,0 0 1 0 0,0 1-1 0 0,0-1 1 0 0,0 0-1 0 0,0 0 1 0 0,0 1 0 0 0,1-1-1 0 0,0 0 1 0 0,1-3-1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563 143 1452 0 0,'-3'-60'7776'0'0,"3"40"-4412"0"0,-1 0 0 0 0,-5-23 628 0 0,-20 151 867 0 0,-87 399-104 0 0,-39-13-2978 0 0,111-388-1816 0 0,-119 290 328 0 0,100-268-1282 0 0,151-209-20044 0 0,-65 57 13882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94 1308 0 0,'6'-19'3298'0'0,"-4"13"-2204"0"0,0 0 0 0 0,0-1 0 0 0,-1 1 0 0 0,0 0 0 0 0,0-1 0 0 0,-1 1 0 0 0,1-1 0 0 0,-3-14 983 0 0,-13 19-768 0 0,10 4-1181 0 0,1 0 1 0 0,0 1-1 0 0,0-1 0 0 0,0 1 0 0 0,0 0 0 0 0,1 0 0 0 0,-1 0 1 0 0,1 1-1 0 0,0 0 0 0 0,0-1 0 0 0,0 1 0 0 0,0 0 0 0 0,1 0 1 0 0,-4 8-1 0 0,4-6 7 0 0,0 0 0 0 0,0 1 0 0 0,1 0-1 0 0,-1-1 1 0 0,1 1 0 0 0,1 0 0 0 0,0-1 0 0 0,0 1 0 0 0,1 9 0 0 0,3 10 218 0 0,2-1-1 0 0,1 0 1 0 0,0 0 0 0 0,16 31-1 0 0,-18-43-203 0 0,-4-9-80 0 0,1 0 1 0 0,-1-1-1 0 0,0 1 0 0 0,0 0 0 0 0,0 0 1 0 0,0 0-1 0 0,-1 0 0 0 0,0 0 0 0 0,0 0 1 0 0,0 0-1 0 0,0 0 0 0 0,0 0 0 0 0,-1 0 1 0 0,0 0-1 0 0,0 0 0 0 0,-1 4 0 0 0,0-4-30 0 0,-1 0-1 0 0,1 0 1 0 0,0 0-1 0 0,-1-1 1 0 0,0 1-1 0 0,0-1 1 0 0,0 0-1 0 0,0 0 1 0 0,-1 0-1 0 0,1 0 1 0 0,-1 0-1 0 0,0-1 1 0 0,0 1-1 0 0,-6 2 1 0 0,3-2-334 0 0,-1 0 1 0 0,1 0 0 0 0,0 0-1 0 0,-1-1 1 0 0,0 0 0 0 0,0-1-1 0 0,-14 2 1 0 0,16-3-438 0 0,1-1 0 0 0,0 1 1 0 0,-1-1-1 0 0,1 1 0 0 0,-6-3 0 0 0,7 1-278 0 0,0 1-1 0 0,0-1 1 0 0,0 1 0 0 0,0-1-1 0 0,1 0 1 0 0,-1-1 0 0 0,-3-2-1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4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1024 0 0,'42'-60'11083'0'0,"-30"45"-8718"0"0,24-21 1 0 0,-24 25-2099 0 0,1 1-1 0 0,0 0 1 0 0,1 1-1 0 0,0 0 1 0 0,0 2-1 0 0,28-12 1 0 0,64-13-2918 0 0,-34 15-5771 0 0,-54 13 3195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7 364 0 0,'14'-6'10865'0'0,"-14"6"-10707"0"0,0 0 1 0 0,1 0-1 0 0,-1 0 0 0 0,1 0 0 0 0,-1 0 1 0 0,0-1-1 0 0,1 1 0 0 0,-1 0 0 0 0,1 0 1 0 0,-1 0-1 0 0,1 0 0 0 0,-1 0 0 0 0,7 5 3008 0 0,-6-5-3008 0 0,-1 0 0 0 0,0 1 1 0 0,0-1-1 0 0,1 1 0 0 0,-1 22 2525 0 0,-14 27-316 0 0,14-47-1992 0 0,-51 142 3870 0 0,28-87-3386 0 0,-52 94 0 0 0,-173 219-378 0 0,240-360-822 0 0,-39 57-3833 0 0,42-59 1311 0 0,0 0 0 0 0,-7 20-1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66 115 2204 0 0,'3'-7'3429'0'0,"10"-24"6266"0"0,4 2-5372 0 0,-14 25-4164 0 0,0 1 1 0 0,-1-1 0 0 0,2 1-1 0 0,-1 0 1 0 0,0 0 0 0 0,1 0 0 0 0,-1 1-1 0 0,1-1 1 0 0,0 1 0 0 0,0 0-1 0 0,0 0 1 0 0,0 0 0 0 0,0 1-1 0 0,5-2 1 0 0,-6 2-134 0 0,1-1 8 0 0,0 1 1 0 0,0 0-1 0 0,0 0 1 0 0,0 1-1 0 0,0-1 1 0 0,0 1-1 0 0,0-1 1 0 0,0 1-1 0 0,1 1 0 0 0,-1-1 1 0 0,5 2-1 0 0,-8-2-26 0 0,0 0-1 0 0,0 1 1 0 0,0-1-1 0 0,0 1 0 0 0,0-1 1 0 0,-1 1-1 0 0,1-1 0 0 0,0 1 1 0 0,0 0-1 0 0,-1-1 1 0 0,1 1-1 0 0,-1 0 0 0 0,1-1 1 0 0,0 1-1 0 0,-1 0 0 0 0,1 0 1 0 0,-1 0-1 0 0,0 0 1 0 0,1 0-1 0 0,-1-1 0 0 0,0 1 1 0 0,1 0-1 0 0,-1 0 0 0 0,0 0 1 0 0,0 0-1 0 0,0 0 1 0 0,0 2-1 0 0,0 0 5 0 0,-1 0 0 0 0,1 0 0 0 0,-1 0 0 0 0,0 0 0 0 0,0 0 0 0 0,0 0 0 0 0,-1 0 0 0 0,-2 5 0 0 0,-3 3 22 0 0,-1 0-1 0 0,-1 0 0 0 0,-12 12 0 0 0,8-9-25 0 0,0 0 1 0 0,1 0 0 0 0,-11 16-1 0 0,23-28-8 0 0,-1-1 0 0 0,1 0 0 0 0,-1 0 0 0 0,1 1 0 0 0,0-1-1 0 0,0 0 1 0 0,0 1 0 0 0,-1-1 0 0 0,1 1 0 0 0,1-1 0 0 0,-1 0-1 0 0,0 1 1 0 0,0-1 0 0 0,0 0 0 0 0,1 1 0 0 0,-1-1 0 0 0,1 0-1 0 0,-1 1 1 0 0,1-1 0 0 0,-1 0 0 0 0,1 0 0 0 0,0 0 0 0 0,-1 0-1 0 0,1 1 1 0 0,0-1 0 0 0,0 0 0 0 0,2 1 0 0 0,30 27-9 0 0,23 19 39 0 0,-54-46 110 0 0,0 0-1 0 0,0 1 0 0 0,-1-1 1 0 0,0 1-1 0 0,1-1 1 0 0,-1 1-1 0 0,0-1 1 0 0,0 1-1 0 0,0 0 1 0 0,-1 0-1 0 0,1-1 0 0 0,0 1 1 0 0,-1 4-1 0 0,0-5-34 0 0,0 0-1 0 0,0 0 0 0 0,0 0 1 0 0,-1 0-1 0 0,1 0 0 0 0,-1-1 1 0 0,1 1-1 0 0,-1 0 0 0 0,0 0 0 0 0,0 0 1 0 0,0-1-1 0 0,0 1 0 0 0,0 0 1 0 0,0-1-1 0 0,0 1 0 0 0,0-1 1 0 0,-1 1-1 0 0,-1 1 0 0 0,0-1 2 0 0,0 1 0 0 0,-1-1 0 0 0,1 0 0 0 0,-1 0 0 0 0,0-1 0 0 0,1 1 0 0 0,-1-1 0 0 0,-7 2 0 0 0,3-1-70 0 0,0-1 0 0 0,-1 0 1 0 0,1 0-1 0 0,0-1 0 0 0,-1 0 0 0 0,1 0 0 0 0,-1-1 1 0 0,-13-3-1 0 0,15 2-443 0 0,1 1 0 0 0,-1-2-1 0 0,1 1 1 0 0,0-1 0 0 0,-1 0 0 0 0,2 0 0 0 0,-1-1 0 0 0,-7-5-1 0 0,11 8 5 0 0,0-1 0 0 0,1 0 0 0 0,-1 0 0 0 0,1 0 0 0 0,-1 0 0 0 0,1 0-1 0 0,0 0 1 0 0,0 0 0 0 0,0 0 0 0 0,0-1 0 0 0,0 1 0 0 0,1 0 0 0 0,-1-1-1 0 0,0 1 1 0 0,1 0 0 0 0,0-1 0 0 0,0 1 0 0 0,0-1 0 0 0,0 1 0 0 0,0-1-1 0 0,0 1 1 0 0,0 0 0 0 0,1-1 0 0 0,-1 1 0 0 0,1-1 0 0 0,1-3 0 0 0,7-15-4176 0 0,4-3-2087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5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1788 0 0,'2'-12'5793'0'0,"2"5"-3811"0"0,-4 5-1762 0 0,1 1 0 0 0,-1-1 0 0 0,1 1 0 0 0,0-1 1 0 0,0 1-1 0 0,-1-1 0 0 0,1 1 0 0 0,0-1 1 0 0,0 1-1 0 0,1 0 0 0 0,-1-1 0 0 0,0 1 1 0 0,0 0-1 0 0,1 0 0 0 0,-1 0 0 0 0,1 0 1 0 0,-1 0-1 0 0,1 0 0 0 0,-1 0 0 0 0,1 1 1 0 0,-1-1-1 0 0,3 0 0 0 0,18-3-909 0 0,29-2 0 0 0,23-4-6446 0 0,-56 5 3424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 1864 0 0,'-41'29'11439'0'0,"26"-16"-8293"0"0,24-12-3088 0 0,-1 0 1 0 0,1 0 0 0 0,-1-1-1 0 0,1 0 1 0 0,-1 0-1 0 0,17-4 1 0 0,55-14-2112 0 0,-58 12 1091 0 0,40-9-4810 0 0,-29 6 104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38 1024 0 0,'-19'-14'8601'0'0,"-4"-10"88"0"0,10 29-6404 0 0,6 9-1636 0 0,0 1 0 0 0,1 0 0 0 0,1 0 0 0 0,0 0 0 0 0,1 0 0 0 0,-4 32 0 0 0,-9 34-149 0 0,2-42-475 0 0,-1 0 0 0 0,-3-1-1 0 0,-1-1 1 0 0,-39 54-1 0 0,3-2-4159 0 0,53-84 3126 0 0,-13 27-1389 0 0,15-10-7012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6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126 140 1264 0 0,'2'-6'1608'0'0,"-2"5"-1144"0"0,1 0-1 0 0,0 0 0 0 0,-1-1 1 0 0,1 1-1 0 0,-1 0 1 0 0,0 0-1 0 0,1-1 0 0 0,-1 1 1 0 0,0-1-1 0 0,0 1 1 0 0,0 0-1 0 0,0-1 0 0 0,0 1 1 0 0,0 0-1 0 0,0-1 1 0 0,0 1-1 0 0,-1 0 0 0 0,1-1 1 0 0,0 1-1 0 0,-1 0 1 0 0,1-1-1 0 0,-1 1 0 0 0,0 0 1 0 0,1 0-1 0 0,-3-3 1 0 0,2 4-315 0 0,0 0 1 0 0,0 0 0 0 0,0 0-1 0 0,0-1 1 0 0,0 1 0 0 0,0 0-1 0 0,0 0 1 0 0,0 1 0 0 0,0-1-1 0 0,0 0 1 0 0,0 0 0 0 0,0 0-1 0 0,0 1 1 0 0,0-1 0 0 0,0 0-1 0 0,0 1 1 0 0,0-1 0 0 0,0 1-1 0 0,-2 0 1 0 0,-17 12 807 0 0,13-8-766 0 0,0 1 0 0 0,0 0 0 0 0,0 1-1 0 0,1-1 1 0 0,0 1 0 0 0,0 0 0 0 0,1 1 0 0 0,0 0 0 0 0,0-1-1 0 0,1 1 1 0 0,0 1 0 0 0,-5 13 0 0 0,8-19-173 0 0,0 1-1 0 0,0-1 1 0 0,1 1-1 0 0,-1-1 1 0 0,0 0 0 0 0,1 1-1 0 0,0-1 1 0 0,0 1 0 0 0,0-1-1 0 0,1 1 1 0 0,-1-1-1 0 0,1 1 1 0 0,-1-1 0 0 0,1 0-1 0 0,0 1 1 0 0,1-1 0 0 0,-1 0-1 0 0,0 0 1 0 0,1 0 0 0 0,0 0-1 0 0,0 0 1 0 0,0 0-1 0 0,0 0 1 0 0,0-1 0 0 0,0 1-1 0 0,1-1 1 0 0,0 1 0 0 0,-1-1-1 0 0,1 0 1 0 0,0 0 0 0 0,0 0-1 0 0,0 0 1 0 0,0-1-1 0 0,0 1 1 0 0,5 1 0 0 0,2 0 31 0 0,0 0 1 0 0,0-1-1 0 0,0 0 1 0 0,0 0-1 0 0,1-1 1 0 0,-1-1 0 0 0,1 1-1 0 0,-1-2 1 0 0,1 1-1 0 0,-1-2 1 0 0,1 1-1 0 0,-1-1 1 0 0,0-1 0 0 0,0 0-1 0 0,15-7 1 0 0,-8 3 63 0 0,0-1 1 0 0,-1-1-1 0 0,0 0 1 0 0,-1-1-1 0 0,0-1 0 0 0,-1 0 1 0 0,0-1-1 0 0,13-15 1 0 0,-19 19 10 0 0,-1 0 0 0 0,-1-1 0 0 0,0 0 0 0 0,0 0-1 0 0,0-1 1 0 0,-1 1 0 0 0,-1-1 0 0 0,7-21 0 0 0,-10 28-112 0 0,0 0 1 0 0,-1 0-1 0 0,1 0 0 0 0,-1 0 0 0 0,0-1 1 0 0,1 1-1 0 0,-2 0 0 0 0,1 0 0 0 0,0-1 1 0 0,-1 1-1 0 0,1 0 0 0 0,-1 0 0 0 0,0 0 1 0 0,0 0-1 0 0,0 0 0 0 0,-1 0 1 0 0,1 0-1 0 0,-1 0 0 0 0,1 0 0 0 0,-1 0 1 0 0,0 1-1 0 0,0-1 0 0 0,0 1 0 0 0,0 0 1 0 0,-1-1-1 0 0,1 1 0 0 0,-1 0 0 0 0,1 0 1 0 0,-1 0-1 0 0,0 1 0 0 0,0-1 0 0 0,0 1 1 0 0,-6-3-1 0 0,0 1-258 0 0,0 0 0 0 0,0 0 0 0 0,-1 0-1 0 0,1 1 1 0 0,-1 1 0 0 0,0 0 0 0 0,0 0 0 0 0,1 1 0 0 0,-1 0-1 0 0,0 1 1 0 0,0 0 0 0 0,1 0 0 0 0,-14 4 0 0 0,14-2-959 0 0,1 0 0 0 0,1 0 0 0 0,-15 8 0 0 0,15-7-417 0 0,1 1 1 0 0,0-1 0 0 0,0 1-1 0 0,-8 9 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1048 7 932 0 0,'-3'0'4655'0'0,"-1"-2"-3776"0"0,-1 1 1 0 0,1 0-1 0 0,-1 0 1 0 0,0 0 0 0 0,0 1-1 0 0,0-1 1 0 0,-6 2-1 0 0,2-1 16 0 0,0 2-1 0 0,-1-1 0 0 0,-10 4 1 0 0,-8 5 248 0 0,-39 18 0 0 0,45-18-522 0 0,-54 27 315 0 0,-79 51 1 0 0,-65 57-471 0 0,182-119-397 0 0,-260 206-178 0 0,264-199-1622 0 0,20-8-2790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6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14 1408 0 0,'35'-13'14832'0'0,"-52"27"-13734"0"0,0-1-1 0 0,0-1 0 0 0,-24 14 1 0 0,-8 4-411 0 0,44-27-637 0 0,-16 12 173 0 0,-29 25 0 0 0,46-36-204 0 0,0-1 0 0 0,0 2 1 0 0,0-1-1 0 0,0 0 0 0 0,1 1 1 0 0,0-1-1 0 0,0 1 0 0 0,0 0 1 0 0,0 0-1 0 0,1 0 0 0 0,0 1 1 0 0,0-1-1 0 0,-1 6 0 0 0,3-7-11 0 0,0 0 0 0 0,0-1 0 0 0,0 1 1 0 0,0 0-1 0 0,1-1 0 0 0,0 1 0 0 0,-1-1 0 0 0,2 1 0 0 0,-1-1 0 0 0,0 1 0 0 0,1-1 0 0 0,-1 1 0 0 0,1-1 0 0 0,0 0 0 0 0,0 0 0 0 0,0 0 0 0 0,0 0 0 0 0,5 4 0 0 0,4 4 6 0 0,1-1 1 0 0,26 19-1 0 0,-26-20-12 0 0,14 8 78 0 0,-15-10 95 0 0,-1 1 0 0 0,1 0 0 0 0,-2 0 1 0 0,14 14-1 0 0,-22-21-80 0 0,-1 0 1 0 0,1 0 0 0 0,0 0-1 0 0,-1 0 1 0 0,1 1 0 0 0,-1-1-1 0 0,1 0 1 0 0,-1 0-1 0 0,1 0 1 0 0,-1 0 0 0 0,0 1-1 0 0,0-1 1 0 0,1 0 0 0 0,-1 1-1 0 0,0-1 1 0 0,0 0-1 0 0,0 0 1 0 0,-1 1 0 0 0,1-1-1 0 0,0 0 1 0 0,0 0-1 0 0,-1 1 1 0 0,1-1 0 0 0,0 0-1 0 0,-1 0 1 0 0,1 0 0 0 0,-1 0-1 0 0,0 0 1 0 0,1 0-1 0 0,-1 0 1 0 0,0 0 0 0 0,0 0-1 0 0,0 0 1 0 0,0 0 0 0 0,0 0-1 0 0,-1 1 1 0 0,-4 3 176 0 0,0 0 0 0 0,0 0 0 0 0,-1-1 0 0 0,-9 5 0 0 0,14-8-227 0 0,-13 7 169 0 0,-1 0 0 0 0,0-2 0 0 0,0 0 0 0 0,-28 6 0 0 0,32-9-640 0 0,1-2 0 0 0,-24 2 0 0 0,28-4-484 0 0,-1 1 0 0 0,1-1 0 0 0,0 0 0 0 0,0 0 1 0 0,-11-4-1 0 0,16 4 526 0 0,0 0 1 0 0,0 1-1 0 0,0-1 0 0 0,1 0 1 0 0,-1 0-1 0 0,1 0 0 0 0,-1 0 1 0 0,0-1-1 0 0,1 1 1 0 0,0 0-1 0 0,-1-1 0 0 0,1 1 1 0 0,-1-2-1 0 0,-4-17-6732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1348 0 0,'7'-11'3647'0'0,"12"-23"3941"0"0,2 7-3916 0 0,-17 22-3504 0 0,1 0 0 0 0,0 1 0 0 0,1 0 0 0 0,-1 0 0 0 0,0 0 0 0 0,1 1 0 0 0,0-1 1 0 0,0 1-1 0 0,8-2 0 0 0,22-8-469 0 0,72-13 0 0 0,-9 9-3066 0 0,-20 4-2339 0 0,-37 4-151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2004 0 0,'-16'2'11581'0'0,"-2"1"-6315"0"0,27 0-3090 0 0,39 0-2443 0 0,-41-2 88 0 0,5-1-652 0 0,40 4-1984 0 0,-13 2-6623 0 0,-25-3 4345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9 652 0 0,'-64'33'13022'0'0,"34"-19"-8019"0"0,28-13-4388 0 0,-7 4 1335 0 0,10-4-1926 0 0,0-1 0 0 0,1 1 1 0 0,-1 0-1 0 0,1 0 0 0 0,-1-1 0 0 0,1 1 0 0 0,-1-1 0 0 0,1 1 1 0 0,-1-1-1 0 0,1 0 0 0 0,-1 1 0 0 0,1-1 0 0 0,0 0 1 0 0,-1 0-1 0 0,1 0 0 0 0,-1 0 0 0 0,3-1 0 0 0,37-4 20 0 0,-27 2-102 0 0,20-2-1779 0 0,55-15 0 0 0,-10-5-6806 0 0,-52 15 1701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8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160 133 808 0 0,'-5'-46'13095'0'0,"1"1"-3870"0"0,4 43-9132 0 0,1 1-1 0 0,-1-1 0 0 0,0 1 1 0 0,1 0-1 0 0,0-1 1 0 0,-1 1-1 0 0,1-1 1 0 0,-1 1-1 0 0,1 0 1 0 0,0 0-1 0 0,0-1 0 0 0,0 1 1 0 0,0 0-1 0 0,0 0 1 0 0,0 0-1 0 0,0 0 1 0 0,0 0-1 0 0,0 0 0 0 0,1 0 1 0 0,-1 0-1 0 0,0 1 1 0 0,1-1-1 0 0,-1 0 1 0 0,0 1-1 0 0,1-1 1 0 0,2 0-1 0 0,37-7 290 0 0,-26 6-345 0 0,1 1 0 0 0,-1 1 0 0 0,0 0 0 0 0,1 1 0 0 0,-1 1 0 0 0,0 0 0 0 0,0 1 0 0 0,0 0 0 0 0,0 2 0 0 0,-1 0 0 0 0,0 0-1 0 0,19 10 1 0 0,-30-13-28 0 0,-1-1-1 0 0,0 1 1 0 0,1 0-1 0 0,-1 0 1 0 0,0 0-1 0 0,0 0 1 0 0,0 0-1 0 0,0 0 1 0 0,0 1-1 0 0,0-1 1 0 0,-1 1-1 0 0,1-1 1 0 0,-1 1-1 0 0,1-1 1 0 0,-1 1-1 0 0,0 0 1 0 0,1 5-1 0 0,-2-4 4 0 0,1 0-1 0 0,-1 0 1 0 0,0 0 0 0 0,-1 0-1 0 0,1 0 1 0 0,-1 0 0 0 0,1 0-1 0 0,-1 0 1 0 0,-1 0 0 0 0,1-1 0 0 0,-3 8-1 0 0,-2 0 11 0 0,-1-1 0 0 0,0 1 0 0 0,0-1 0 0 0,-1 0 0 0 0,0-1 0 0 0,-1 1 0 0 0,-12 9-1 0 0,-32 22 556 0 0,-3-3-1 0 0,-83 44 0 0 0,38-24 382 0 0,97-56-904 0 0,0 1 0 0 0,0 0 0 0 0,0 0 0 0 0,0 0 0 0 0,1 0 0 0 0,-1 0 0 0 0,-4 7 0 0 0,8-9-49 0 0,0 0-1 0 0,1-1 1 0 0,-1 1-1 0 0,0-1 0 0 0,1 1 1 0 0,-1-1-1 0 0,1 1 0 0 0,-1-1 1 0 0,1 1-1 0 0,-1-1 1 0 0,1 1-1 0 0,-1-1 0 0 0,1 1 1 0 0,-1-1-1 0 0,1 0 0 0 0,0 1 1 0 0,-1-1-1 0 0,1 0 1 0 0,0 0-1 0 0,0 1 0 0 0,0-1 2 0 0,9 4 0 0 0,1-1 0 0 0,0-1 1 0 0,1 0-1 0 0,-1 0 0 0 0,0-1 1 0 0,12 0-1 0 0,2 0-76 0 0,77 4-1445 0 0,159-12 0 0 0,100-43-6679 0 0,-300 37 5407 0 0,-2 1-1994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2356 0 0,'0'0'1840'0'0,"16"27"9141"0"0,-16-26-10899 0 0,1 0 0 0 0,0 0-1 0 0,-1 0 1 0 0,1 0-1 0 0,0 0 1 0 0,0 0 0 0 0,-1 0-1 0 0,1-1 1 0 0,0 1-1 0 0,0 0 1 0 0,0 0 0 0 0,0-1-1 0 0,0 1 1 0 0,0-1-1 0 0,0 1 1 0 0,0-1 0 0 0,0 1-1 0 0,2-1 1 0 0,26 0-33 0 0,94-16 112 0 0,-57 7-1867 0 0,78-2 1 0 0,-113 16-5721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45 1068 0 0,'-115'55'15316'0'0,"151"-69"-15684"0"0,0 1 0 0 0,1 2 1 0 0,64-10-1 0 0,-71 15-363 0 0,83-17-5296 0 0,-57 11 276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09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14 312 0 0,'-11'-12'13778'0'0,"9"11"-13308"0"0,-4 2-389 0 0,0 0 0 0 0,0 1-1 0 0,0 0 1 0 0,0 0 0 0 0,0 1 0 0 0,1 0-1 0 0,-1 0 1 0 0,-8 6 0 0 0,-44 37 441 0 0,35-27-298 0 0,-120 107 600 0 0,123-106-733 0 0,1 1-1 0 0,1 1 0 0 0,1 0 1 0 0,-25 45-1 0 0,39-60-78 0 0,-1 0 0 0 0,1 0 0 0 0,1 0 0 0 0,-1 0 0 0 0,1 1 0 0 0,1-1 0 0 0,-1 1 0 0 0,1-1 1 0 0,0 1-1 0 0,1 0 0 0 0,0-1 0 0 0,0 1 0 0 0,1 0 0 0 0,2 11 0 0 0,-2-14-7 0 0,1 1-1 0 0,0-1 1 0 0,1 0 0 0 0,-1 0-1 0 0,1 0 1 0 0,0 0 0 0 0,0 0-1 0 0,0 0 1 0 0,1-1 0 0 0,0 1-1 0 0,-1-1 1 0 0,2 0 0 0 0,-1 0 0 0 0,0-1-1 0 0,1 1 1 0 0,0-1 0 0 0,0 0-1 0 0,0 0 1 0 0,0-1 0 0 0,5 3-1 0 0,4 0-3 0 0,0 0 0 0 0,0-1 0 0 0,0-1 0 0 0,0 0 0 0 0,0-1 0 0 0,1-1-1 0 0,27 0 1 0 0,-36-1 61 0 0,0 0 0 0 0,0-1 0 0 0,0 0 0 0 0,1 0 0 0 0,-1 0 0 0 0,0-1 0 0 0,0 0 0 0 0,-1 0 1 0 0,1 0-1 0 0,0-1 0 0 0,-1 0 0 0 0,1 0 0 0 0,-1 0 0 0 0,0-1 0 0 0,0 0 0 0 0,0 0 0 0 0,-1 0 0 0 0,1 0 0 0 0,-1-1 0 0 0,6-8 0 0 0,-8 10-22 0 0,-1 1 0 0 0,0-1 0 0 0,0 1 0 0 0,0-1 0 0 0,0 0 0 0 0,0 1 0 0 0,-1-1 0 0 0,1 0 0 0 0,-1 0 0 0 0,0 1 0 0 0,0-1 0 0 0,0 0 0 0 0,0 0 1 0 0,0 1-1 0 0,-1-1 0 0 0,1 0 0 0 0,-1 0 0 0 0,0 1 0 0 0,1-1 0 0 0,-1 0 0 0 0,-1 1 0 0 0,1-1 0 0 0,0 1 0 0 0,0-1 0 0 0,-1 1 0 0 0,0 0 0 0 0,1 0 0 0 0,-1-1 0 0 0,0 1 0 0 0,0 0 1 0 0,0 1-1 0 0,-4-4 0 0 0,0 0-28 0 0,0 1 1 0 0,0 0 0 0 0,-1 0-1 0 0,1 0 1 0 0,-1 1-1 0 0,0 0 1 0 0,0 0 0 0 0,0 1-1 0 0,0-1 1 0 0,0 2 0 0 0,-15-3-1 0 0,-14 4-948 0 0,32 0 379 0 0,1 0 0 0 0,0 1 0 0 0,-1-1 0 0 0,1 1 0 0 0,0 0-1 0 0,-1 0 1 0 0,1 0 0 0 0,0 0 0 0 0,0 0 0 0 0,-5 3 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0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21 150 2260 0 0,'-3'-133'18384'0'0,"3"117"-16654"0"0,2 39-1136 0 0,-1-14-492 0 0,0 36 224 0 0,-3-1-1 0 0,-7 53 1 0 0,-1 17-2776 0 0,10-111 2217 0 0,0 56-3715 0 0,1-53 2601 0 0,0-1-1 0 0,0 0 1 0 0,0 0-1 0 0,1 0 1 0 0,2 7 0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0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43 948 0 0,'17'-33'16256'0'0,"-15"23"-14802"0"0,-5 11-930 0 0,-6 2-210 0 0,0 0 1 0 0,1 1-1 0 0,-1 0 1 0 0,1 0-1 0 0,-14 11 1 0 0,-41 34 291 0 0,53-40-540 0 0,-27 21 143 0 0,-48 54 0 0 0,68-64-1157 0 0,-17 26 0 0 0,24-30-1189 0 0,0 1 0 0 0,-10 24 0 0 0,16-27-2391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0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50 3408 0 0,'6'-8'11251'0'0,"-4"4"-10696"0"0,1 1-1 0 0,0 1 1 0 0,0-1-1 0 0,0 0 1 0 0,1 1 0 0 0,-1-1-1 0 0,4-1 1 0 0,-2 1-334 0 0,0 1 1 0 0,1 0-1 0 0,-1 0 1 0 0,10-2-1 0 0,-3 2-217 0 0,1 1-1 0 0,-1 0 0 0 0,1 0 1 0 0,19 3-1 0 0,-27-1 9 0 0,0 0 1 0 0,0 0-1 0 0,0 0 1 0 0,-1 1-1 0 0,1-1 1 0 0,0 1-1 0 0,-1 0 0 0 0,7 5 1 0 0,-10-6 8 0 0,0 0 1 0 0,0 0-1 0 0,-1 0 1 0 0,1 0-1 0 0,0 0 0 0 0,-1 0 1 0 0,1 0-1 0 0,-1 1 1 0 0,1-1-1 0 0,-1 0 1 0 0,0 0-1 0 0,1 1 0 0 0,-1-1 1 0 0,0 0-1 0 0,0 1 1 0 0,0-1-1 0 0,0 0 0 0 0,0 1 1 0 0,0-1-1 0 0,0 0 1 0 0,0 0-1 0 0,-1 1 1 0 0,1-1-1 0 0,-1 0 0 0 0,0 2 1 0 0,-14 30 552 0 0,0-13-187 0 0,0 0 0 0 0,-2-1 0 0 0,0-1-1 0 0,-1-1 1 0 0,-22 17 0 0 0,-26 25 466 0 0,56-51-700 0 0,10-7-136 0 0,-1-1 0 0 0,0 1 1 0 0,0-1-1 0 0,0 1 0 0 0,0-1 0 0 0,1 1 0 0 0,-1 0 0 0 0,0-1 0 0 0,1 1 1 0 0,-1 0-1 0 0,0-1 0 0 0,1 1 0 0 0,-1 0 0 0 0,1 0 0 0 0,-1 0 1 0 0,1 0-1 0 0,-1 0 0 0 0,1-1 0 0 0,0 1 0 0 0,-1 0 0 0 0,1 0 1 0 0,0 0-1 0 0,0 0 0 0 0,0 0 0 0 0,0 0 0 0 0,0 0 0 0 0,0 0 1 0 0,0 2-1 0 0,4-1 38 0 0,129-9-10 0 0,134-24-1 0 0,-210 24-352 0 0,161-27-4042 0 0,-71 7-6207 0 0,-100 17 2744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1 808 0 0,'0'0'956'0'0,"5"9"796"0"0,4-3-2156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2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0 296 0 0,'0'0'584'0'0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5 156 0 0,'0'0'1728'0'0,"-12"-5"-1088"0"0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2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0 556 0 0,'0'0'2508'0'0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1 640 0 0,'-12'5'2256'0'0,"2"1"-196"0"0,-28 11 880 0 0,36-16-2769 0 0,1 0-112 0 0,-1 1-1 0 0,1-1 0 0 0,-1 0 1 0 0,1 0-1 0 0,-1 0 1 0 0,0 0-1 0 0,1 0 0 0 0,-1 0 1 0 0,0-1-1 0 0,-2 2 0 0 0,-13 6 232 0 0,-29 33 240 0 0,45-40-511 0 0,-9 7 39 0 0,10-8-58 0 0,-1 1 4 0 0,1-1 0 0 0,-1 1 0 0 0,1 0 0 0 0,-1-1 0 0 0,1 1 1 0 0,-1-1-1 0 0,1 1 0 0 0,-1 0 0 0 0,1-1 0 0 0,-1 1 0 0 0,1 0 1 0 0,0 0-1 0 0,0-1 0 0 0,-1 1 0 0 0,1 0 0 0 0,0 0 0 0 0,0 0 1 0 0,0-1-1 0 0,0 1 0 0 0,0 0 0 0 0,0 0 0 0 0,0 0 0 0 0,0-1 1 0 0,0 1-1 0 0,0 0 0 0 0,0 0 0 0 0,1 1 0 0 0,0-1 23 0 0,23 15 126 0 0,0-8-51 0 0,94 28 456 0 0,-45-23-308 0 0,135 7 1 0 0,-123-14-206 0 0,112 9-34 0 0,364 36 58 0 0,-557-50-68 0 0,583 49 18 0 0,336-18-1 0 0,-345 22-13 0 0,-468-42 10 0 0,72 2-44 0 0,-67-12 50 0 0,-78-4-17 0 0,34-1 4 0 0,59-5-7 0 0,56-2-6 0 0,-41 6-1 0 0,48 0 2 0 0,55 5 4 0 0,-128-2-13 0 0,1118-24 108 0 0,-1145 23-93 0 0,698-6-35 0 0,-654 8 32 0 0,793-11 19 0 0,-821 9-32 0 0,361 10 21 0 0,-232-1 13 0 0,476 12-65 0 0,-278-15 103 0 0,-346-5-53 0 0,260-12-25 0 0,60 1 27 0 0,-188 17-3 0 0,846 21-78 0 0,-645-20-169 0 0,-87-2-182 0 0,-177 3 37 0 0,54 0-643 0 0,-184-11 155 0 0,-9 1-3715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0 608 0 0,'0'0'4492'0'0,"-9"5"-4512"0"0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11 120 0 0,'0'0'3376'0'0,"-9"-7"-1331"0"0,1 4-2029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1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1 260 0 0,'15'0'2668'0'0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21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2677 348 0 0,'0'0'2547'0'0,"16"-2"-2074"0"0,-2 1 983 0 0,-3-2 1335 0 0,-22-7-1206 0 0,10 9-1305 0 0,-15-27 1206 0 0,-1-43-735 0 0,-16-146 0 0 0,30 162-704 0 0,2 0-1 0 0,6-57 1 0 0,24-109 254 0 0,13 12-94 0 0,-31 169-214 0 0,2 1-1 0 0,1 1 1 0 0,25-45 0 0 0,-14 38 5 0 0,3 1 0 0 0,2 1 0 0 0,1 1 0 0 0,3 2 0 0 0,1 1 1 0 0,1 2-1 0 0,80-62 0 0 0,-51 54 1 0 0,2 3 0 0 0,2 3 0 0 0,90-37 1 0 0,-29 22 60 0 0,250-67 0 0 0,149 21 0 0 0,-93 65 13 0 0,-236 23-30 0 0,420-27-38 0 0,-170 18 37 0 0,29-1-58 0 0,34-11 43 0 0,-154 12 1 0 0,72-6-90 0 0,77 0 58 0 0,-302 19-10 0 0,962-36 20 0 0,-207-12-80 0 0,-169 7 80 0 0,-496 34-15 0 0,1056-38-91 0 0,-720 50 155 0 0,-400 4-77 0 0,218-25-22 0 0,-195-16 50 0 0,-120 18-8 0 0,121-14-21 0 0,2 11 1 0 0,290 10-1 0 0,174 43-229 0 0,-680-26 277 0 0,0 3-1 0 0,-1 1 1 0 0,0 1 0 0 0,0 3-1 0 0,-1 1 1 0 0,0 2-1 0 0,-1 2 1 0 0,46 24 0 0 0,-27-7 8 0 0,-1 2 1 0 0,-2 3-1 0 0,63 55 1 0 0,-83-61-75 0 0,-1 2 1 0 0,-2 1-1 0 0,-2 1 0 0 0,-1 2 1 0 0,36 59-1 0 0,-44-54-30 0 0,-2 0 0 0 0,20 63-1 0 0,-25-66 58 0 0,6 27 32 0 0,-2 1 0 0 0,-4 0 0 0 0,-2 1 0 0 0,-3 0 0 0 0,-3 0 0 0 0,-4 1 0 0 0,-7 97 0 0 0,-10-9-144 0 0,-6-1 1 0 0,-60 222 0 0 0,62-312 194 0 0,-2-1-1 0 0,-3-1 1 0 0,-54 104 0 0 0,61-139-86 0 0,-2 0 0 0 0,0-1 0 0 0,-2-1 0 0 0,-1 0 0 0 0,-1-2 0 0 0,-1-1 0 0 0,-1-1 0 0 0,-1-1 0 0 0,-41 27 0 0 0,28-26-118 0 0,-1-1 1 0 0,0-3 0 0 0,-2-1-1 0 0,0-2 1 0 0,-57 14 0 0 0,51-19-2016 0 0,-1-3 1 0 0,-72 5 0 0 0,68-10-823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22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1428 0 0,'0'0'2280'0'0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2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3384 340 0 0,'-4'-8'9599'0'0,"5"6"-9577"0"0,1 1 0 0 0,-1-1-1 0 0,1 1 1 0 0,0 0 0 0 0,0-1 0 0 0,0 1 0 0 0,0 0-1 0 0,0 0 1 0 0,0 0 0 0 0,0 0 0 0 0,0 1 0 0 0,0-1-1 0 0,0 1 1 0 0,3-1 0 0 0,39-4 109 0 0,2 5-46 0 0,170 3 67 0 0,277 33-36 0 0,-246-12-104 0 0,541 39-20 0 0,-171-15 18 0 0,-304-20-24 0 0,164 14 5 0 0,348 25-201 0 0,-334-30 229 0 0,232 14-170 0 0,-1-27 161 0 0,181-43-81 0 0,-774 13 52 0 0,665-45 645 0 0,-738 45-600 0 0,29-2 390 0 0,134-30-1 0 0,-170 25-1 0 0,-2-3 0 0 0,69-31-1 0 0,-86 32-177 0 0,-2-1 1 0 0,0-1-1 0 0,-1-2 0 0 0,46-40 1 0 0,-34 20 98 0 0,-2-1 1 0 0,-2-1 0 0 0,-2-2-1 0 0,49-83 1 0 0,-39 47-39 0 0,-4-2-1 0 0,32-94 1 0 0,367-1241 444 0 0,-374 1178-809 0 0,154-535 400 0 0,-101 457-628 0 0,-87 243 172 0 0,-29 71 103 0 0,2-3-1687 0 0,-10 14-417 0 0,-10 30-4758 0 0,10-27 2646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0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41 1860 0 0,'-8'-23'6535'0'0,"8"23"-6444"0"0,-1-1-1 0 0,1 0 1 0 0,-1 0-1 0 0,1 1 0 0 0,0-1 1 0 0,-1 0-1 0 0,1 0 1 0 0,0 0-1 0 0,0 1 0 0 0,0-1 1 0 0,-1 0-1 0 0,1 0 1 0 0,0 0-1 0 0,0 0 0 0 0,0 1 1 0 0,0-1-1 0 0,1-2 1 0 0,-1 3-60 0 0,0 0 0 0 0,1 0 0 0 0,-1 0 1 0 0,0-1-1 0 0,0 1 0 0 0,1 0 1 0 0,-1 0-1 0 0,0 0 0 0 0,1 0 0 0 0,-1 0 1 0 0,1 0-1 0 0,-1 0 0 0 0,0 0 0 0 0,1 0 1 0 0,-1 0-1 0 0,0 0 0 0 0,1 0 1 0 0,-1 0-1 0 0,0 0 0 0 0,1 0 0 0 0,-1 0 1 0 0,0 0-1 0 0,1 0 0 0 0,-1 0 1 0 0,0 0-1 0 0,1 0 0 0 0,-1 1 0 0 0,28 15 257 0 0,-11-4-264 0 0,227 150 59 0 0,-229-153-524 0 0,23 13-1018 0 0,-8-9-3784 0 0,-19-9 3497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0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220 171 644 0 0,'12'-34'4040'0'0,"-2"0"0"0"0,11-67 1 0 0,-21 100-3673 0 0,-19 29 406 0 0,-46 86 265 0 0,-86 214 0 0 0,146-314-1429 0 0,-13 40-932 0 0,17-49 506 0 0,0 0 0 0 0,0-1 0 0 0,0 1 0 0 0,1 0 0 0 0,-1 0 1 0 0,1 0-1 0 0,0 0 0 0 0,2 8 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45 2288 0 0,'28'-43'11005'0'0,"-27"42"-10428"0"0,-1 1-531 0 0,0 0 1 0 0,0 0-1 0 0,0 1 0 0 0,0-1 0 0 0,0 0 1 0 0,0 0-1 0 0,0 0 0 0 0,0 1 1 0 0,0-1-1 0 0,0 0 0 0 0,0 0 0 0 0,0 1 1 0 0,0-1-1 0 0,0 0 0 0 0,0 0 1 0 0,0 0-1 0 0,0 1 0 0 0,1-1 0 0 0,-1 0 1 0 0,0 0-1 0 0,0 0 0 0 0,0 1 1 0 0,0-1-1 0 0,0 0 0 0 0,1 0 0 0 0,-1 0 1 0 0,0 0-1 0 0,0 1 0 0 0,0-1 1 0 0,1 0-1 0 0,-1 0 0 0 0,0 0 0 0 0,0 0 1 0 0,0 0-1 0 0,1 0 0 0 0,-1 0 1 0 0,0 0-1 0 0,0 0 0 0 0,1 0 0 0 0,-1 0 1 0 0,0 0-1 0 0,0 0 0 0 0,1 0 1 0 0,-1 0-1 0 0,0 0 0 0 0,0 0 0 0 0,0 0 1 0 0,1 0-1 0 0,-1 0 0 0 0,0 0 1 0 0,0 0-1 0 0,1 0 0 0 0,-1 0 0 0 0,0 0 1 0 0,0 0-1 0 0,0-1 0 0 0,1 1 1 0 0,-1 0-1 0 0,0 0 0 0 0,0 0 0 0 0,0 0 1 0 0,0-1-1 0 0,1 1 0 0 0,-1 0 1 0 0,0 0-1 0 0,-7 33 247 0 0,-1 0 0 0 0,-2 0 0 0 0,-22 50 0 0 0,3-7-243 0 0,22-54-123 0 0,-13 38-1738 0 0,15-21-3395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5 309 1428 0 0,'-2'-32'10206'0'0,"-1"13"-7291"0"0,15 14-2342 0 0,13 7-283 0 0,0-2 1 0 0,0 0-1 0 0,41-6 0 0 0,-51 3-445 0 0,0 1-1 0 0,-1-2 0 0 0,1 0 0 0 0,-1-1 1 0 0,0 0-1 0 0,0-1 0 0 0,21-13 0 0 0,-31 16-2 0 0,0 0-1 0 0,0 0 1 0 0,0 0-1 0 0,0 0 1 0 0,-1-1-1 0 0,1 0 1 0 0,-1 1-1 0 0,0-1 1 0 0,0-1-1 0 0,-1 1 1 0 0,1 0-1 0 0,-1-1 1 0 0,0 1-1 0 0,0-1 1 0 0,0 0-1 0 0,0 0 1 0 0,-1 1-1 0 0,0-1 1 0 0,0 0-1 0 0,0 0 1 0 0,-1 0-1 0 0,0 0 1 0 0,0 0 0 0 0,-1-9-1 0 0,-13-62 1014 0 0,13 75-747 0 0,1 0-92 0 0,0 1 0 0 0,0 0 0 0 0,0 0 0 0 0,0 0-1 0 0,0-1 1 0 0,0 1 0 0 0,0 0 0 0 0,0 0-1 0 0,0-1 1 0 0,0 1 0 0 0,0 0 0 0 0,0 0-1 0 0,0-1 1 0 0,0 1 0 0 0,0 0 0 0 0,0 0 0 0 0,0-1-1 0 0,0 1 1 0 0,0 0 0 0 0,0 0 0 0 0,0 0-1 0 0,0-1 1 0 0,0 1 0 0 0,0 0 0 0 0,1 0-1 0 0,-1 0 1 0 0,0-1 0 0 0,0 1 0 0 0,0 0 0 0 0,0 0-1 0 0,1 0 1 0 0,-1 0 0 0 0,0-1 0 0 0,0 1-1 0 0,0 0 1 0 0,1 0 0 0 0,-1 0 0 0 0,0 0-1 0 0,0 0 1 0 0,0 0 0 0 0,1 0 0 0 0,-1 0 0 0 0,0 0-1 0 0,0-1 1 0 0,1 1 0 0 0,-1 0 0 0 0,0 0-1 0 0,0 0 1 0 0,1 0 0 0 0,-1 0 0 0 0,0 1-1 0 0,0-1 1 0 0,1 0 0 0 0,13 12 539 0 0,13 25 162 0 0,-23-31-660 0 0,-1 0 0 0 0,0 0 0 0 0,-1 1 0 0 0,1-1 0 0 0,-1 1 0 0 0,-1 0 0 0 0,1-1 0 0 0,-1 1 0 0 0,0 0 0 0 0,0 0 1 0 0,-1 0-1 0 0,0 0 0 0 0,-1 0 0 0 0,1 0 0 0 0,-3 9 0 0 0,-2 4-29 0 0,-2 0 0 0 0,0-1-1 0 0,-17 33 1 0 0,-11 28-2457 0 0,29-51-2823 0 0,6-16 151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1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32 572 0 0,'-17'-20'7103'0'0,"16"19"-6821"0"0,0 0 1 0 0,1 0 0 0 0,-1 0-1 0 0,0 0 1 0 0,0 0-1 0 0,0 1 1 0 0,0-1 0 0 0,0 0-1 0 0,-1 1 1 0 0,1-1 0 0 0,0 1-1 0 0,0-1 1 0 0,0 1-1 0 0,-3-1 1 0 0,3 1-207 0 0,1 0 0 0 0,-1 1 0 0 0,0-1 0 0 0,1 0-1 0 0,-1 1 1 0 0,0-1 0 0 0,1 1 0 0 0,-1-1 0 0 0,1 1 0 0 0,-1-1 0 0 0,0 1 0 0 0,1-1 0 0 0,-1 1-1 0 0,1 0 1 0 0,0-1 0 0 0,-1 1 0 0 0,1 0 0 0 0,-1-1 0 0 0,1 1 0 0 0,0 0 0 0 0,0-1-1 0 0,-1 1 1 0 0,1 0 0 0 0,0 0 0 0 0,0-1 0 0 0,0 1 0 0 0,0 0 0 0 0,0 1 0 0 0,-36 157 3262 0 0,-10 0-4531 0 0,40-139-245 0 0,3-9-514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1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2012 0 0,'1'-58'5672'0'0,"10"-69"0"0"0,-10 125-5406 0 0,7 35-3530 0 0,-4-13-1368 0 0,-1-8 1310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27 316 0 0,'7'10'4497'0'0,"0"4"-2448"0"0,-2 1 0 0 0,6 17-1 0 0,10 67 510 0 0,-20-90-2435 0 0,-1-1 0 0 0,0 1 0 0 0,0-1 0 0 0,0 1 0 0 0,-1-1 0 0 0,-1 1 1 0 0,0-1-1 0 0,0 0 0 0 0,0 1 0 0 0,-1-1 0 0 0,0 0 0 0 0,-1-1 1 0 0,-6 12-1 0 0,9-17 68 0 0,-1-10-51 0 0,0-5-77 0 0,5 1-36 0 0,1 0 0 0 0,0 0 0 0 0,1 0 1 0 0,0 1-1 0 0,0-1 0 0 0,12-16 0 0 0,2 1-32 0 0,28-32-1 0 0,-31 41-2 0 0,0 0 0 0 0,1 2 0 0 0,1 0 1 0 0,0 1-1 0 0,24-15 0 0 0,-41 30 8 0 0,0-1 1 0 0,0 0-1 0 0,1 0 1 0 0,-1 1-1 0 0,1-1 1 0 0,-1 0-1 0 0,0 1 1 0 0,1-1-1 0 0,-1 1 1 0 0,1 0-1 0 0,-1-1 1 0 0,1 1-1 0 0,-1 0 1 0 0,1 0-1 0 0,-1 0 1 0 0,1 0-1 0 0,-1 0 1 0 0,1 1-1 0 0,-1-1 1 0 0,1 0-1 0 0,-1 1 1 0 0,1-1-1 0 0,-1 1 1 0 0,1-1-1 0 0,-1 1 1 0 0,0 0-1 0 0,1-1 1 0 0,-1 1-1 0 0,0 0 1 0 0,0 0-1 0 0,0 0 1 0 0,0 0-1 0 0,0 0 1 0 0,1 0-1 0 0,-2 1 1 0 0,1-1-1 0 0,0 0 1 0 0,1 2-1 0 0,0 1 16 0 0,0 0-1 0 0,0 0 0 0 0,-1 0 1 0 0,1 1-1 0 0,-1-1 0 0 0,0 0 1 0 0,0 1-1 0 0,0-1 0 0 0,-1 1 1 0 0,0 0-1 0 0,0 5 0 0 0,-5 31-110 0 0,2-22-1057 0 0,-1 34-1 0 0,4-48 196 0 0,0 0 0 0 0,0 0-1 0 0,1 0 1 0 0,0 0-1 0 0,0 0 1 0 0,3 8 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3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173 163 476 0 0,'10'-27'7240'0'0,"11"-46"1034"0"0,-24 74-7998 0 0,-4 4-109 0 0,-1 0-1 0 0,0 1 1 0 0,1-1-1 0 0,0 1 1 0 0,0 1-1 0 0,1 0 1 0 0,-8 9-1 0 0,-40 61 243 0 0,42-59-348 0 0,-1 2-24 0 0,1 0 0 0 0,-11 26 0 0 0,19-36-33 0 0,0 0 1 0 0,1 0-1 0 0,0 1 0 0 0,0-1 1 0 0,1 1-1 0 0,1 0 0 0 0,-1 12 1 0 0,2-21-38 0 0,0 0 0 0 0,0 0 0 0 0,0 0 0 0 0,0 0 1 0 0,1 0-1 0 0,-1 0 0 0 0,1 0 0 0 0,-1 0 0 0 0,1-1 0 0 0,0 1 1 0 0,0 0-1 0 0,-1 0 0 0 0,1 0 0 0 0,1-1 0 0 0,-1 1 0 0 0,0-1 1 0 0,0 1-1 0 0,0-1 0 0 0,1 1 0 0 0,-1-1 0 0 0,1 0 0 0 0,-1 1 1 0 0,1-1-1 0 0,0 0 0 0 0,-1 0 0 0 0,1 0 0 0 0,0 0 0 0 0,0-1 1 0 0,0 1-1 0 0,0 0 0 0 0,-1-1 0 0 0,5 1 0 0 0,0 0-212 0 0,-1-1-1 0 0,0 0 0 0 0,1 0 1 0 0,-1 0-1 0 0,0 0 1 0 0,1-1-1 0 0,-1 0 1 0 0,0 0-1 0 0,0-1 0 0 0,1 1 1 0 0,7-5-1 0 0,5-4-177 0 0,-1 0-1 0 0,0-1 0 0 0,0-1 1 0 0,-1-1-1 0 0,-1-1 1 0 0,0 0-1 0 0,-1 0 0 0 0,19-26 1 0 0,-4 1 677 0 0,-3-2 0 0 0,33-65-1 0 0,-34 58 911 0 0,-24 46-593 0 0,-11 17 149 0 0,1 3-486 0 0,1 1 0 0 0,0 0 0 0 0,2 0-1 0 0,-5 23 1 0 0,9-36-218 0 0,1 1 0 0 0,0 0 0 0 0,0-1-1 0 0,1 1 1 0 0,0 0 0 0 0,0 0 0 0 0,0 0 0 0 0,1-1-1 0 0,0 1 1 0 0,0 0 0 0 0,1-1 0 0 0,0 1 0 0 0,0-1-1 0 0,1 1 1 0 0,0-1 0 0 0,4 7 0 0 0,-4-9-3 0 0,0-1-1 0 0,0 1 1 0 0,1-1 0 0 0,-1 0 0 0 0,1-1 0 0 0,0 1 0 0 0,-1 0 0 0 0,1-1 0 0 0,1 0 0 0 0,-1 0-1 0 0,0 0 1 0 0,0-1 0 0 0,1 1 0 0 0,-1-1 0 0 0,1 0 0 0 0,-1 0 0 0 0,1-1 0 0 0,-1 1 0 0 0,9-1-1 0 0,-1-1 12 0 0,0 1 0 0 0,0-1 0 0 0,0-1 0 0 0,0 0 0 0 0,0-1 0 0 0,15-6-1 0 0,-14 4-3 0 0,-1-1-1 0 0,0 0 0 0 0,-1-1 0 0 0,1 0 1 0 0,-1-1-1 0 0,-1 0 0 0 0,0-1 0 0 0,0 0 1 0 0,10-13-1 0 0,-13 15 16 0 0,-1-1 0 0 0,0 0 0 0 0,0-1 0 0 0,-1 1 0 0 0,0-1 0 0 0,-1 0 0 0 0,1-1 0 0 0,-2 1 0 0 0,0-1 0 0 0,0 1 0 0 0,0-1 0 0 0,1-18 0 0 0,-3 24-28 0 0,-1-1 0 0 0,0 1 0 0 0,0 0 0 0 0,0-1 0 0 0,-1 1 0 0 0,1 0 0 0 0,-1 0 0 0 0,0-1-1 0 0,0 1 1 0 0,-1 0 0 0 0,1 0 0 0 0,-1 0 0 0 0,0 0 0 0 0,0 1 0 0 0,0-1 0 0 0,-1 0-1 0 0,1 1 1 0 0,-1-1 0 0 0,0 1 0 0 0,0 0 0 0 0,0 0 0 0 0,0 0 0 0 0,0 1 0 0 0,-1-1 0 0 0,1 1-1 0 0,-1-1 1 0 0,0 1 0 0 0,0 0 0 0 0,1 1 0 0 0,-1-1 0 0 0,-1 1 0 0 0,1-1 0 0 0,0 1 0 0 0,0 0-1 0 0,0 1 1 0 0,-1-1 0 0 0,1 1 0 0 0,0 0 0 0 0,-7 0 0 0 0,-1 1-10 0 0,0 1 1 0 0,1 0-1 0 0,-1 1 1 0 0,1 0-1 0 0,-1 0 1 0 0,1 1-1 0 0,0 1 1 0 0,0 0-1 0 0,1 0 1 0 0,0 1-1 0 0,0 1 0 0 0,-14 10 1 0 0,14-8-398 0 0,1-1 0 0 0,0 1 1 0 0,0 1-1 0 0,1 0 0 0 0,0 0 0 0 0,1 0 1 0 0,-6 13-1 0 0,13-23 303 0 0,-10 26-2012 0 0,10-12-2483 0 0,3 0 652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3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68 1380 0 0,'5'-9'1761'0'0,"10"-15"5677"0"0,-20 36-6879 0 0,-51 97 1948 0 0,-10 25-1745 0 0,64-128-748 0 0,0-2 117 0 0,0 1 1 0 0,0 0-1 0 0,0-1 0 0 0,-1 1 0 0 0,1-1 0 0 0,-6 6 0 0 0,7-9-28 0 0,13-23 154 0 0,51-89-184 0 0,-55 99-81 0 0,1 0 0 0 0,0 0 1 0 0,1 1-1 0 0,0 0 0 0 0,1 1 0 0 0,17-14 0 0 0,-25 22 6 0 0,-1 0-1 0 0,0 1 0 0 0,1-1 0 0 0,0 0 0 0 0,-1 1 1 0 0,1 0-1 0 0,0 0 0 0 0,0 0 0 0 0,-1 0 0 0 0,1 0 0 0 0,0 0 1 0 0,0 1-1 0 0,0-1 0 0 0,0 1 0 0 0,0 0 0 0 0,0 0 0 0 0,0 0 1 0 0,0 0-1 0 0,0 1 0 0 0,0-1 0 0 0,0 1 0 0 0,0 0 1 0 0,0 0-1 0 0,0 0 0 0 0,0 0 0 0 0,-1 0 0 0 0,1 0 0 0 0,4 4 1 0 0,-3-1 5 0 0,0 0 1 0 0,0 0-1 0 0,0 0 1 0 0,0 1-1 0 0,-1-1 1 0 0,0 1-1 0 0,0 0 1 0 0,0 0-1 0 0,-1 0 1 0 0,1 1-1 0 0,-1-1 1 0 0,0 0-1 0 0,-1 1 1 0 0,2 7-1 0 0,0 1 8 0 0,-1 1 0 0 0,-1 0 0 0 0,0 0-1 0 0,-1 17 1 0 0,-1 9 126 0 0,1-41-135 0 0,0 0 0 0 0,0 0-1 0 0,0 0 1 0 0,0 0-1 0 0,0 0 1 0 0,0 0-1 0 0,0 1 1 0 0,0-1 0 0 0,0 0-1 0 0,0 0 1 0 0,0 0-1 0 0,0 0 1 0 0,0 0-1 0 0,0 0 1 0 0,0 0-1 0 0,0 0 1 0 0,0 1 0 0 0,0-1-1 0 0,0 0 1 0 0,1 0-1 0 0,-1 0 1 0 0,0 0-1 0 0,0 0 1 0 0,0 0-1 0 0,0 0 1 0 0,0 0 0 0 0,0 1-1 0 0,0-1 1 0 0,0 0-1 0 0,0 0 1 0 0,0 0-1 0 0,0 0 1 0 0,1 0 0 0 0,-1 0-1 0 0,0 0 1 0 0,0 0-1 0 0,0 0 1 0 0,0 0-1 0 0,0 0 1 0 0,0 0-1 0 0,0 0 1 0 0,0 0 0 0 0,1 0-1 0 0,-1 0 1 0 0,0 0-1 0 0,0 0 1 0 0,0 0-1 0 0,0 0 1 0 0,0 0 0 0 0,0 0-1 0 0,0 0 1 0 0,1 0-1 0 0,-1 0 1 0 0,0 0-1 0 0,0 0 1 0 0,0 0-1 0 0,0 0 1 0 0,0 0 0 0 0,0 0-1 0 0,0 0 1 0 0,0 0-1 0 0,1-1 1 0 0,-1 1-1 0 0,10-9 31 0 0,13-21-37 0 0,-19 25 16 0 0,39-57-2 0 0,15-18-23 0 0,-49 69 1 0 0,0 1 1 0 0,1 0-1 0 0,0 1 0 0 0,0 0 1 0 0,14-8-1 0 0,-22 15 11 0 0,0 1 0 0 0,1 0 0 0 0,-1-1-1 0 0,0 1 1 0 0,0 0 0 0 0,0 0 0 0 0,1 0 0 0 0,-1 1-1 0 0,0-1 1 0 0,1 1 0 0 0,-1-1 0 0 0,1 1 0 0 0,-1 0-1 0 0,1 0 1 0 0,-1 0 0 0 0,1 0 0 0 0,-1 0 0 0 0,0 1-1 0 0,4 0 1 0 0,-5 0 3 0 0,1 0 1 0 0,-1 0-1 0 0,1 1 0 0 0,-1-1 0 0 0,0 0 1 0 0,0 1-1 0 0,1-1 0 0 0,-1 1 1 0 0,0 0-1 0 0,0-1 0 0 0,-1 1 0 0 0,1 0 1 0 0,0 0-1 0 0,0-1 0 0 0,-1 1 0 0 0,1 0 1 0 0,-1 0-1 0 0,0 0 0 0 0,0 0 1 0 0,1 3-1 0 0,-1 4 6 0 0,-1 0 0 0 0,0 0 1 0 0,0 0-1 0 0,-3 12 0 0 0,2-15 0 0 0,0 0-1 0 0,1 1 0 0 0,0-1 1 0 0,1 1-1 0 0,-1-1 0 0 0,1 1 1 0 0,0-1-1 0 0,1 1 0 0 0,1 6 1 0 0,-1-10-123 0 0,0 0 0 0 0,1 0 0 0 0,-1 0-1 0 0,1 0 1 0 0,0-1 0 0 0,0 1 0 0 0,0 0 0 0 0,0-1 0 0 0,1 1 0 0 0,-1-1 0 0 0,0 0 0 0 0,1 0 0 0 0,0 0 0 0 0,0 0 0 0 0,-1 0 0 0 0,1-1-1 0 0,0 1 1 0 0,0-1 0 0 0,0 0 0 0 0,1 0 0 0 0,-1 0 0 0 0,0 0 0 0 0,0 0 0 0 0,1-1 0 0 0,-1 1 0 0 0,4-1 0 0 0,3 1-354 0 0,0-1 0 0 0,1 0-1 0 0,-1 0 1 0 0,0-1 0 0 0,1-1 0 0 0,-1 0 0 0 0,12-3 0 0 0,-9 0 283 0 0,-1 0 0 0 0,1-1 0 0 0,-1 0 0 0 0,0-1 0 0 0,0 0-1 0 0,-1-1 1 0 0,0-1 0 0 0,-1 0 0 0 0,18-18 0 0 0,-12 9 1090 0 0,-1-2 0 0 0,0 0 0 0 0,-1-1 0 0 0,16-33 0 0 0,-11 14 2733 0 0,-43 76-2345 0 0,8-10-1011 0 0,2 1 0 0 0,1 1 0 0 0,0 0 0 0 0,3 1 0 0 0,0 0 1 0 0,-9 50-1 0 0,19-77-368 0 0,-1 1 0 0 0,1-1 0 0 0,1 0 1 0 0,-1 1-1 0 0,0-1 0 0 0,1 1 0 0 0,-1-1 1 0 0,1 1-1 0 0,0-1 0 0 0,-1 0 0 0 0,1 1 1 0 0,0-1-1 0 0,1 0 0 0 0,-1 0 0 0 0,0 0 1 0 0,1 0-1 0 0,-1 0 0 0 0,1 0 0 0 0,-1 0 1 0 0,1 0-1 0 0,0-1 0 0 0,2 3 0 0 0,-1-3-579 0 0,-1 1 0 0 0,1-1-1 0 0,-1 1 1 0 0,1-1 0 0 0,-1 0 0 0 0,1 0-1 0 0,0 0 1 0 0,0 0 0 0 0,-1-1-1 0 0,1 1 1 0 0,0-1 0 0 0,0 0 0 0 0,6 0-1 0 0,18-1-4223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39 936 0 0,'4'-20'9544'0'0,"-5"20"-9358"0"0,-2 1 27 0 0,0 1 0 0 0,0-1 0 0 0,1 1-1 0 0,-1-1 1 0 0,1 1 0 0 0,-1 0 0 0 0,1 0 0 0 0,-1 0-1 0 0,1 1 1 0 0,0-1 0 0 0,-4 5 0 0 0,-24 38 1675 0 0,21-32-1493 0 0,-51 94 1195 0 0,13-20-999 0 0,42-77-437 0 0,8-13-24 0 0,9-13-68 0 0,2-10-64 0 0,10-17-17 0 0,40-56 0 0 0,-55 86 4 0 0,1 1-1 0 0,1 1 1 0 0,0 0 0 0 0,0 0 0 0 0,1 1 0 0 0,0 0 0 0 0,1 1 0 0 0,22-11 0 0 0,-32 17 9 0 0,21-3-14 0 0,-19 4 18 0 0,-4 2 2 0 0,0-1-1 0 0,0 1 1 0 0,1 0 0 0 0,-1-1-1 0 0,0 1 1 0 0,0 0 0 0 0,1 0-1 0 0,-1 0 1 0 0,0 0-1 0 0,0 0 1 0 0,1 0 0 0 0,-1 0-1 0 0,2 1 1 0 0,0-1 13 0 0,0 1 0 0 0,0-1 0 0 0,0 1 0 0 0,0 0 0 0 0,0 0 0 0 0,0 0 0 0 0,0 0 0 0 0,-1 1 0 0 0,1-1 0 0 0,0 1 0 0 0,-1 0 0 0 0,1 0 0 0 0,-1-1 0 0 0,1 2 0 0 0,-1-1 0 0 0,0 0 0 0 0,0 0 0 0 0,0 1 0 0 0,0-1-1 0 0,0 1 1 0 0,-1 0 0 0 0,1-1 0 0 0,-1 1 0 0 0,0 0 0 0 0,0 0 0 0 0,0 0 0 0 0,0 0 0 0 0,0 0 0 0 0,-1 0 0 0 0,1 0 0 0 0,-1 6 0 0 0,0 3 72 0 0,-1-1 1 0 0,0 1-1 0 0,-1 0 0 0 0,-1 0 1 0 0,0-1-1 0 0,-4 13 0 0 0,4-15-86 0 0,-3 8 200 0 0,3-10-390 0 0,0 0 1 0 0,1 0-1 0 0,0 0 0 0 0,1 0 1 0 0,-2 13-1 0 0,3-18 40 0 0,0-1 0 0 0,1 1 1 0 0,-1 0-1 0 0,0-1 0 0 0,0 1 0 0 0,1-1 0 0 0,-1 1 0 0 0,1-1 0 0 0,0 1 0 0 0,-1 0 0 0 0,1-1 0 0 0,0 0 0 0 0,0 1 0 0 0,0-1 0 0 0,0 0 0 0 0,0 1 1 0 0,0-1-1 0 0,0 0 0 0 0,0 0 0 0 0,0 0 0 0 0,1 0 0 0 0,-1 0 0 0 0,0 0 0 0 0,1 0 0 0 0,-1 0 0 0 0,1-1 0 0 0,-1 1 0 0 0,1 0 0 0 0,-1-1 0 0 0,4 1 1 0 0,2 1-985 0 0,0 0 1 0 0,1-1-1 0 0,-1 0 1 0 0,1 0-1 0 0,12-1 1 0 0,7-1-2864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4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700 68 760 0 0,'0'0'212'0'0,"3"-2"330"0"0,1-1 0 0 0,-1 0 0 0 0,0 1 0 0 0,0-1 1 0 0,0-1-1 0 0,0 1 0 0 0,-1 0 0 0 0,1-1 0 0 0,-1 1 0 0 0,0-1 1 0 0,0 0-1 0 0,2-5 0 0 0,-4 8-479 0 0,0 1-1 0 0,0-1 1 0 0,0 0 0 0 0,1 1-1 0 0,-1-1 1 0 0,0 0-1 0 0,0 0 1 0 0,-1 1 0 0 0,1-1-1 0 0,0 0 1 0 0,0 1 0 0 0,0-1-1 0 0,0 0 1 0 0,-1 1 0 0 0,1-1-1 0 0,0 0 1 0 0,-1 1-1 0 0,1-1 1 0 0,0 0 0 0 0,-1 1-1 0 0,1-1 1 0 0,-1 1 0 0 0,1-1-1 0 0,-1 1 1 0 0,1-1-1 0 0,-1 1 1 0 0,1-1 0 0 0,-1 1-1 0 0,1 0 1 0 0,-1-1 0 0 0,0 1-1 0 0,1 0 1 0 0,-1-1 0 0 0,0 1-1 0 0,1 0 1 0 0,-1 0-1 0 0,0 0 1 0 0,1-1 0 0 0,-1 1-1 0 0,0 0 1 0 0,0 0 0 0 0,1 0-1 0 0,-1 0 1 0 0,0 0 0 0 0,-1 1-1 0 0,-28 3 765 0 0,15 0-641 0 0,0 1 0 0 0,0 1 0 0 0,0 0 0 0 0,0 1 0 0 0,1 0 0 0 0,0 2 0 0 0,1-1-1 0 0,0 2 1 0 0,0 0 0 0 0,1 0 0 0 0,0 1 0 0 0,1 0 0 0 0,-15 21 0 0 0,25-31-171 0 0,0 0 1 0 0,0 1-1 0 0,0 0 0 0 0,0-1 0 0 0,0 1 0 0 0,0-1 0 0 0,0 1 1 0 0,1 0-1 0 0,-1 0 0 0 0,1-1 0 0 0,-1 1 0 0 0,1 0 0 0 0,0 0 0 0 0,0 0 1 0 0,0 0-1 0 0,0-1 0 0 0,0 1 0 0 0,0 2 0 0 0,1-3-6 0 0,0 0 1 0 0,-1 0-1 0 0,1 1 0 0 0,0-1 0 0 0,-1 0 0 0 0,1 0 1 0 0,0 0-1 0 0,0 0 0 0 0,0 0 0 0 0,0-1 0 0 0,0 1 1 0 0,0 0-1 0 0,0 0 0 0 0,0-1 0 0 0,1 1 0 0 0,-1 0 1 0 0,0-1-1 0 0,0 1 0 0 0,0-1 0 0 0,1 0 0 0 0,-1 1 0 0 0,3-1 1 0 0,-1 0-1 0 0,0 0 1 0 0,1 0 0 0 0,-1 0-1 0 0,1-1 1 0 0,-1 0-1 0 0,0 0 1 0 0,0 0 0 0 0,1 0-1 0 0,-1 0 1 0 0,5-3 0 0 0,0 1 12 0 0,43-18 81 0 0,-27 10 143 0 0,27-8 0 0 0,-49 19-207 0 0,-1 0-11 0 0,1 0-1 0 0,-1 0 1 0 0,0 0 0 0 0,0 1 0 0 0,0-1 0 0 0,0 0-1 0 0,0 1 1 0 0,0-1 0 0 0,0 1 0 0 0,0-1-1 0 0,0 1 1 0 0,-1 0 0 0 0,1-1 0 0 0,0 1 0 0 0,0 0-1 0 0,0 0 1 0 0,-1 0 0 0 0,1-1 0 0 0,0 1 0 0 0,-1 0-1 0 0,1 0 1 0 0,-1 0 0 0 0,1 0 0 0 0,-1 0 0 0 0,1 0-1 0 0,-1 0 1 0 0,0 0 0 0 0,1 0 0 0 0,-1 0-1 0 0,0 0 1 0 0,0 1 0 0 0,0-1 0 0 0,0 0 0 0 0,0 0-1 0 0,0 0 1 0 0,0 2 0 0 0,-1 6 253 0 0,1 1 1 0 0,-1-1-1 0 0,-3 11 0 0 0,3-14-129 0 0,-14 57 545 0 0,-2-1 0 0 0,-3 0-1 0 0,-3-1 1 0 0,-38 73 0 0 0,45-104-370 0 0,0-1-1 0 0,-2-1 1 0 0,-33 39-1 0 0,39-53-177 0 0,0 0 0 0 0,-1-1-1 0 0,-1-1 1 0 0,0 0 0 0 0,-1-1-1 0 0,0-1 1 0 0,-32 17 0 0 0,39-24-201 0 0,1-1 0 0 0,-1 1 1 0 0,1-1-1 0 0,-1 0 0 0 0,0-1 1 0 0,0 1-1 0 0,1-2 1 0 0,-1 1-1 0 0,0-1 0 0 0,0 0 1 0 0,0-1-1 0 0,0 0 1 0 0,0 0-1 0 0,0-1 0 0 0,1 0 1 0 0,-1 0-1 0 0,1-1 0 0 0,-1 1 1 0 0,1-2-1 0 0,0 1 1 0 0,0-1-1 0 0,-10-7 0 0 0,7 3-702 0 0,-1 0 0 0 0,2-1 0 0 0,-1 0 0 0 0,1 0 0 0 0,-12-17 0 0 0,13 14-964 0 0,0 0 0 0 0,0-1-1 0 0,1 0 1 0 0,-8-22-1 0 0,2-4-5451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86 165 1384 0 0,'-15'-41'5010'0'0,"8"22"-2496"0"0,0 0 0 0 0,-19-35 0 0 0,23 49-2474 0 0,-13-17 1104 0 0,5 18-3282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6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1 149 892 0 0,'3'-16'4872'0'0,"6"-25"1279"0"0,2 67-5071 0 0,1 36 89 0 0,-9-41-883 0 0,1 0-1 0 0,10 31 1 0 0,-7-34-215 0 0,-1 0 57 0 0,1 0 1 0 0,15 26-1 0 0,-22-44-121 0 0,1 1 1 0 0,0 0 0 0 0,-1 0 0 0 0,1-1-1 0 0,0 1 1 0 0,0 0 0 0 0,-1-1-1 0 0,1 1 1 0 0,0-1 0 0 0,0 1 0 0 0,0-1-1 0 0,-1 1 1 0 0,1-1 0 0 0,0 0-1 0 0,0 0 1 0 0,0 1 0 0 0,0-1 0 0 0,0 0-1 0 0,0 0 1 0 0,0 0 0 0 0,0 0 0 0 0,0 0-1 0 0,0 0 1 0 0,0 0 0 0 0,1 0-1 0 0,20-9 85 0 0,-14 3-75 0 0,-1 0 0 0 0,-1 0 0 0 0,1-1 0 0 0,-1 0 0 0 0,0 0 0 0 0,5-9 0 0 0,28-51-24 0 0,-18 29-1 0 0,-3 7 9 0 0,-11 16-12 0 0,0 1 0 0 0,2 1-1 0 0,0-1 1 0 0,0 2 0 0 0,1-1 0 0 0,14-13-1 0 0,-22 25 9 0 0,1-1 0 0 0,0 0 0 0 0,-1 1 0 0 0,1 0 0 0 0,0-1 0 0 0,-1 1 0 0 0,1 0 0 0 0,0 1 0 0 0,0-1 0 0 0,0 0 0 0 0,0 1 0 0 0,0 0 0 0 0,0-1 0 0 0,0 1 0 0 0,0 0 0 0 0,0 1 0 0 0,0-1 0 0 0,0 0 0 0 0,0 1 0 0 0,-1 0 0 0 0,5 1 0 0 0,5 2 1 0 0,1 2 0 0 0,0 0 0 0 0,17 11 0 0 0,10 4 4 0 0,-20-13 16 0 0,0 0 0 0 0,41 8-1 0 0,-54-15-10 0 0,0 0-1 0 0,0 0 1 0 0,0 0-1 0 0,0-1 0 0 0,-1 0 1 0 0,1-1-1 0 0,0 1 1 0 0,0-1-1 0 0,0-1 0 0 0,0 1 1 0 0,0-1-1 0 0,-1 0 1 0 0,8-4-1 0 0,-10 3-5 0 0,0 0-1 0 0,0 0 1 0 0,0-1 0 0 0,0 1-1 0 0,-1-1 1 0 0,0 0-1 0 0,1 0 1 0 0,-1 0 0 0 0,-1-1-1 0 0,1 1 1 0 0,-1-1-1 0 0,0 1 1 0 0,0-1 0 0 0,0 0-1 0 0,0 0 1 0 0,-1 0 0 0 0,0 0-1 0 0,0 0 1 0 0,0 0-1 0 0,-1 0 1 0 0,1 0 0 0 0,-1 0-1 0 0,-1-8 1 0 0,0 11-2 0 0,1 1 0 0 0,0 0 0 0 0,0 0 0 0 0,-1 0 1 0 0,1-1-1 0 0,0 1 0 0 0,-1 0 0 0 0,1 0 0 0 0,-1 0 0 0 0,0 0 0 0 0,1 0 1 0 0,-1 0-1 0 0,0 0 0 0 0,1 0 0 0 0,-1 0 0 0 0,0 0 0 0 0,0 0 0 0 0,0 1 1 0 0,0-1-1 0 0,0 0 0 0 0,0 0 0 0 0,0 1 0 0 0,0-1 0 0 0,0 1 1 0 0,0-1-1 0 0,-1 1 0 0 0,1 0 0 0 0,-2-1 0 0 0,-2 0-1 0 0,0 1-1 0 0,0 0 0 0 0,1 1 1 0 0,-1-1-1 0 0,0 1 1 0 0,0 0-1 0 0,1 0 0 0 0,-1 0 1 0 0,0 1-1 0 0,1-1 1 0 0,0 1-1 0 0,-1 0 1 0 0,1 1-1 0 0,0-1 0 0 0,0 1 1 0 0,0-1-1 0 0,0 1 1 0 0,-3 4-1 0 0,0-1 1 0 0,-8 6 8 0 0,0 1 0 0 0,1 1-1 0 0,1 0 1 0 0,0 0-1 0 0,-15 24 1 0 0,24-31-7 0 0,-1-1 0 0 0,1 1 0 0 0,1 0 0 0 0,-1 0 0 0 0,1 1 0 0 0,0-1 0 0 0,1 1 1 0 0,0-1-1 0 0,0 1 0 0 0,1 0 0 0 0,-1 0 0 0 0,2-1 0 0 0,-1 1 0 0 0,1 0 0 0 0,2 15 0 0 0,-1-18-124 0 0,1-1 1 0 0,0 0-1 0 0,0 1 0 0 0,0-1 0 0 0,0 0 1 0 0,1 0-1 0 0,0 0 0 0 0,0-1 0 0 0,0 1 0 0 0,0-1 1 0 0,0 1-1 0 0,1-1 0 0 0,-1 0 0 0 0,1 0 1 0 0,0-1-1 0 0,0 1 0 0 0,0-1 0 0 0,0 0 1 0 0,0 0-1 0 0,1 0 0 0 0,-1 0 0 0 0,8 1 0 0 0,6 2-662 0 0,1-1-1 0 0,-1-1 0 0 0,1-1 1 0 0,23 0-1 0 0,-22-1-706 0 0,-1-1-1 0 0,37-6 1 0 0,-24-2-635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230 152 740 0 0,'6'-6'630'0'0,"-1"-1"-1"0"0,0 0 1 0 0,-1-1-1 0 0,1 1 1 0 0,-2-1-1 0 0,1 0 1 0 0,-1 0-1 0 0,0 0 1 0 0,-1-1-1 0 0,1 1 0 0 0,-2 0 1 0 0,2-11-1 0 0,-3 17-576 0 0,0 1 0 0 0,0-1 0 0 0,0 1 0 0 0,0-1-1 0 0,0 1 1 0 0,0-1 0 0 0,0 1 0 0 0,0-1-1 0 0,-1 1 1 0 0,1 0 0 0 0,-1-1 0 0 0,1 1 0 0 0,-1-1-1 0 0,1 1 1 0 0,-1 0 0 0 0,0 0 0 0 0,0-1-1 0 0,0 1 1 0 0,0 0 0 0 0,0 0 0 0 0,0 0-1 0 0,0 0 1 0 0,0 0 0 0 0,0 0 0 0 0,0 0 0 0 0,0 0-1 0 0,-1 0 1 0 0,1 1 0 0 0,0-1 0 0 0,-1 0-1 0 0,1 1 1 0 0,0-1 0 0 0,-1 1 0 0 0,1-1-1 0 0,-1 1 1 0 0,1 0 0 0 0,-1 0 0 0 0,1 0 0 0 0,-1 0-1 0 0,1 0 1 0 0,-1 0 0 0 0,1 0 0 0 0,-1 0-1 0 0,1 0 1 0 0,0 1 0 0 0,-1-1 0 0 0,-1 1-1 0 0,-6 2 98 0 0,0 0 0 0 0,1 0 0 0 0,-1 0 0 0 0,1 1 0 0 0,0 1-1 0 0,-9 5 1 0 0,-1 3 47 0 0,1 0 1 0 0,1 2-1 0 0,0-1 0 0 0,-17 23 1 0 0,26-29-160 0 0,0 1 1 0 0,0 0 0 0 0,1 0 0 0 0,1 0 0 0 0,-1 1 0 0 0,2 0 0 0 0,-1 0 0 0 0,2 1 0 0 0,-1-1-1 0 0,-2 14 1 0 0,5-20-36 0 0,1 1-1 0 0,0-1 0 0 0,-1 0 0 0 0,1 1 1 0 0,1-1-1 0 0,-1 0 0 0 0,1 1 0 0 0,-1-1 1 0 0,1 0-1 0 0,0 1 0 0 0,1-1 0 0 0,-1 0 1 0 0,1 0-1 0 0,0 0 0 0 0,0 0 0 0 0,5 6 1 0 0,-4-5-49 0 0,1-1 1 0 0,0-1 0 0 0,0 1 0 0 0,1 0-1 0 0,-1-1 1 0 0,1 0 0 0 0,0 0 0 0 0,-1 0-1 0 0,1-1 1 0 0,0 0 0 0 0,10 3-1 0 0,-1-1-690 0 0,0-1-1 0 0,0-1 0 0 0,0 0 0 0 0,1-1 0 0 0,-1-1 0 0 0,0 0 0 0 0,1 0 1 0 0,-1-2-1 0 0,20-4 0 0 0,-2-3-2905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279 161 36 0 0,'0'-15'1466'0'0,"1"-7"958"0"0,-5-33 1 0 0,4 50-2154 0 0,-1 1-1 0 0,0-1 0 0 0,0 0 0 0 0,0 0 1 0 0,-1 0-1 0 0,0 1 0 0 0,0-1 1 0 0,0 1-1 0 0,0-1 0 0 0,-1 1 0 0 0,1 0 1 0 0,-6-6-1 0 0,7 10-226 0 0,1-1-1 0 0,-1 1 1 0 0,0-1 0 0 0,0 1 0 0 0,0-1-1 0 0,0 1 1 0 0,0 0 0 0 0,0 0 0 0 0,0 0 0 0 0,0-1-1 0 0,0 1 1 0 0,-1 0 0 0 0,1 0 0 0 0,0 0-1 0 0,0 0 1 0 0,0 1 0 0 0,0-1 0 0 0,0 0-1 0 0,0 0 1 0 0,0 1 0 0 0,0-1 0 0 0,0 0-1 0 0,0 1 1 0 0,0-1 0 0 0,1 1 0 0 0,-1-1-1 0 0,0 1 1 0 0,-1 1 0 0 0,-23 17 836 0 0,12-5-507 0 0,0 1-1 0 0,1 0 0 0 0,0 1 0 0 0,1 0 0 0 0,1 0 1 0 0,1 1-1 0 0,-14 35 0 0 0,-34 133 714 0 0,54-173-1043 0 0,-8 31 112 0 0,-5 50 0 0 0,13-72-144 0 0,2 0-1 0 0,0 0 1 0 0,1 0 0 0 0,6 34-1 0 0,-5-49-230 0 0,0 0 0 0 0,0-1 0 0 0,1 1 1 0 0,0-1-1 0 0,0 1 0 0 0,1-1 0 0 0,-1 0 0 0 0,1 0 0 0 0,0 0 0 0 0,0 0 0 0 0,1-1 0 0 0,0 1 0 0 0,0-1 1 0 0,0 0-1 0 0,0 0 0 0 0,5 3 0 0 0,-4-3-439 0 0,0-1 0 0 0,0 0 0 0 0,1 0 0 0 0,-1-1 0 0 0,1 0 0 0 0,0 0 0 0 0,-1 0 0 0 0,1-1 0 0 0,11 2 0 0 0,6-1-3093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6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122 142 1916 0 0,'43'-93'13037'0'0,"-46"94"-12917"0"0,1 0-1 0 0,0 0 0 0 0,0 0 0 0 0,0 0 0 0 0,0 0 0 0 0,0 1 1 0 0,0-1-1 0 0,1 1 0 0 0,-1-1 0 0 0,0 1 0 0 0,1-1 1 0 0,-1 1-1 0 0,1 0 0 0 0,0 0 0 0 0,-3 3 0 0 0,1 0 29 0 0,-11 12 145 0 0,2 1 0 0 0,1 0 0 0 0,0 1 0 0 0,-8 20 0 0 0,14-28-242 0 0,1 1-1 0 0,0-1 1 0 0,1 1-1 0 0,0 0 1 0 0,1 0-1 0 0,0 1 1 0 0,1-1-1 0 0,0 18 1 0 0,2-27-45 0 0,-1 0 0 0 0,0 0 0 0 0,1 1 0 0 0,-1-1 1 0 0,1 0-1 0 0,0 0 0 0 0,0 0 0 0 0,1 0 0 0 0,-1 0 1 0 0,0 0-1 0 0,1-1 0 0 0,0 1 0 0 0,-1 0 0 0 0,1-1 0 0 0,0 1 1 0 0,1-1-1 0 0,-1 1 0 0 0,4 2 0 0 0,-2-2-8 0 0,1-1 0 0 0,-1 1-1 0 0,1-1 1 0 0,-1 0 0 0 0,1 0 0 0 0,0 0-1 0 0,0-1 1 0 0,0 1 0 0 0,0-1 0 0 0,9 0-1 0 0,-3 0-11 0 0,-1-1 0 0 0,0 0-1 0 0,0-1 1 0 0,1 0 0 0 0,-1-1-1 0 0,0 0 1 0 0,0 0 0 0 0,0-1-1 0 0,0-1 1 0 0,-1 1 0 0 0,12-7-1 0 0,-8 1 34 0 0,-1-1 0 0 0,-1 0 0 0 0,0 0 0 0 0,0-1 0 0 0,-1-1 0 0 0,0 0 0 0 0,-1 0 0 0 0,0-1 0 0 0,-1 0-1 0 0,-1 0 1 0 0,0-1 0 0 0,-1 0 0 0 0,0 0 0 0 0,-1 0 0 0 0,0-1 0 0 0,-2 0 0 0 0,0 0 0 0 0,0 0 0 0 0,0-22-1 0 0,-3 34-18 0 0,0-1 0 0 0,0 0 0 0 0,0 1 0 0 0,0-1 0 0 0,-1 1-1 0 0,0-1 1 0 0,0 0 0 0 0,0 1 0 0 0,0 0 0 0 0,0-1 0 0 0,-1 1 0 0 0,0 0-1 0 0,1-1 1 0 0,-1 1 0 0 0,0 0 0 0 0,-1 0 0 0 0,1 1 0 0 0,0-1-1 0 0,-1 0 1 0 0,0 1 0 0 0,-3-3 0 0 0,2 3 2 0 0,0-1-1 0 0,0 1 1 0 0,-1 1-1 0 0,1-1 1 0 0,-1 1-1 0 0,1-1 1 0 0,-1 1 0 0 0,0 1-1 0 0,0-1 1 0 0,1 1-1 0 0,-1-1 1 0 0,0 1 0 0 0,0 1-1 0 0,1-1 1 0 0,-9 2-1 0 0,-5 2-37 0 0,0 1-1 0 0,0 0 0 0 0,0 1 0 0 0,1 1 0 0 0,-1 0 1 0 0,2 2-1 0 0,-1 0 0 0 0,1 1 0 0 0,1 0 1 0 0,0 1-1 0 0,0 1 0 0 0,1 0 0 0 0,1 1 0 0 0,0 1 1 0 0,1 0-1 0 0,-17 25 0 0 0,27-35-127 0 0,0-1 0 0 0,0 1 0 0 0,0-1 0 0 0,1 1 0 0 0,-1 0 0 0 0,1 0 0 0 0,0 0-1 0 0,0 0 1 0 0,1-1 0 0 0,-1 1 0 0 0,1 0 0 0 0,0 0 0 0 0,0 0 0 0 0,0 0 0 0 0,0 0 0 0 0,2 6 0 0 0,-1-7-59 0 0,0-1 0 0 0,0 1 0 0 0,0-1 0 0 0,0 1 0 0 0,1 0 0 0 0,-1-1 0 0 0,1 0 0 0 0,0 1 0 0 0,0-1 0 0 0,0 0 0 0 0,0 0 0 0 0,0 0 0 0 0,0 0 1 0 0,1-1-1 0 0,-1 1 0 0 0,0-1 0 0 0,1 1 0 0 0,-1-1 0 0 0,1 0 0 0 0,0 0 0 0 0,0 0 0 0 0,-1 0 0 0 0,6 1 0 0 0,2 0-1039 0 0,1 0 0 0 0,-1 0 0 0 0,15-1 0 0 0,-2-1-1769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7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1 318 872 0 0,'55'-39'4502'0'0,"14"-9"-18"0"0,-67 48-4410 0 0,-1-1-1 0 0,0 1 0 0 0,0-1 0 0 0,0 1 1 0 0,0 0-1 0 0,0-1 0 0 0,0 1 0 0 0,1 0 1 0 0,-1 0-1 0 0,0-1 0 0 0,0 1 1 0 0,0 0-1 0 0,1 0 0 0 0,-1 1 0 0 0,0-1 1 0 0,0 0-1 0 0,0 0 0 0 0,1 0 0 0 0,-1 1 1 0 0,0-1-1 0 0,0 1 0 0 0,0-1 0 0 0,0 1 1 0 0,0-1-1 0 0,0 1 0 0 0,0 0 1 0 0,0-1-1 0 0,0 1 0 0 0,0 0 0 0 0,0 0 1 0 0,0 0-1 0 0,0 0 0 0 0,-1 0 0 0 0,1 0 1 0 0,0 0-1 0 0,-1 0 0 0 0,1 0 1 0 0,-1 0-1 0 0,1 0 0 0 0,0 1 0 0 0,1 3 201 0 0,-1-1 0 0 0,1 0 1 0 0,-1 1-1 0 0,1 0 0 0 0,-1-1 0 0 0,-1 1 0 0 0,1-1 0 0 0,0 9 0 0 0,-2-4-70 0 0,-1 1 1 0 0,0-1-1 0 0,0 1 1 0 0,-1-1-1 0 0,0 0 1 0 0,0 0 0 0 0,-1 0-1 0 0,-1-1 1 0 0,1 1-1 0 0,-1-1 1 0 0,-1 0-1 0 0,-5 7 1 0 0,-2-1 202 0 0,0 0-1 0 0,-1 0 1 0 0,0-2 0 0 0,-1 1 0 0 0,-18 10 767 0 0,33-24-1148 0 0,0-1 0 0 0,0 0 0 0 0,1 1 0 0 0,-1-1 0 0 0,0 0 1 0 0,1 1-1 0 0,-1-1 0 0 0,1 1 0 0 0,0-1 0 0 0,0 1 0 0 0,-1-1 0 0 0,1 1 0 0 0,0-1 0 0 0,0 1 0 0 0,0 0 0 0 0,0-1 1 0 0,1 1-1 0 0,-1 0 0 0 0,0 0 0 0 0,2-1 0 0 0,-2 1-19 0 0,52-49 284 0 0,3 2-1 0 0,108-70 1 0 0,139-57-2426 0 0,-272 159 1146 0 0,40-22-2710 0 0,-27 7-4105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11 1148 0 0,'-55'2'2662'0'0,"-163"10"7027"0"0,425-27-8541 0 0,-68 10-4618 0 0,-77 2-90 0 0,-13 2-1653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8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58 152 0 0,'-1'-15'5541'0'0,"-2"-27"2923"0"0,12 56-7171 0 0,13 48-377 0 0,39 77 1 0 0,-50-114-823 0 0,0-4-208 0 0,0 0 0 0 0,1-1-1 0 0,20 26 1 0 0,12 0-2615 0 0,-35-37 959 0 0,1-2 0 0 0,0 0 0 0 0,11 7 0 0 0,-7-7-2937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71 392 0 0,'1'-14'1817'0'0,"-1"9"-965"0"0,0-1-1 0 0,0 1 1 0 0,0-1-1 0 0,0 1 1 0 0,-1-1-1 0 0,0 1 0 0 0,0-1 1 0 0,-3-5-1 0 0,3 9-433 0 0,-2 3-268 0 0,0-1 0 0 0,0 1 0 0 0,0 0-1 0 0,1 0 1 0 0,-1 0 0 0 0,0 0 0 0 0,0 1-1 0 0,0-1 1 0 0,1 1 0 0 0,-1-1 0 0 0,1 1-1 0 0,-1 0 1 0 0,1 0 0 0 0,0 0 0 0 0,0 0-1 0 0,-3 4 1 0 0,-34 47 1373 0 0,26-33-1051 0 0,-64 88 729 0 0,-112 216 0 0 0,159-255-2708 0 0,20-33-992 0 0,9 1-3354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9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37 1100 0 0,'18'-36'11050'0'0,"-25"46"-9282"0"0,-9 17-204 0 0,-21 49-1 0 0,31-62-1442 0 0,0 2 1 0 0,1-1-1 0 0,1 0 0 0 0,1 1 0 0 0,-3 21 0 0 0,6-34-114 0 0,0 0 0 0 0,0 0 0 0 0,0 0 1 0 0,0 1-1 0 0,1-1 0 0 0,-1 0 0 0 0,1 0 0 0 0,0 0 0 0 0,0 0 0 0 0,0 0 0 0 0,0 0 0 0 0,0 0 0 0 0,1 0 0 0 0,-1 0 0 0 0,1 0 0 0 0,0-1 0 0 0,-1 1 0 0 0,4 2 0 0 0,-2-3-29 0 0,0 1-1 0 0,0-1 1 0 0,1 1-1 0 0,-1-1 1 0 0,1 0-1 0 0,-1 0 1 0 0,1-1-1 0 0,0 1 1 0 0,0-1-1 0 0,0 0 1 0 0,-1 0-1 0 0,8 1 1 0 0,-2-1-29 0 0,0-1 0 0 0,-1 0 0 0 0,1 0 0 0 0,0-1 0 0 0,0 0 1 0 0,-1 0-1 0 0,1-1 0 0 0,-1 0 0 0 0,1-1 0 0 0,-1 1 1 0 0,0-2-1 0 0,13-6 0 0 0,-12 3 47 0 0,0-1 0 0 0,0 0 1 0 0,-1-1-1 0 0,1 0 0 0 0,-2 0 1 0 0,0-1-1 0 0,0 0 0 0 0,0 0 0 0 0,5-14 1 0 0,-1 6 391 0 0,17-25 0 0 0,-27 42-148 0 0,0 3-195 0 0,-1-1 1 0 0,-1 1-1 0 0,1 0 1 0 0,0 0-1 0 0,0-1 1 0 0,-1 1-1 0 0,1 0 1 0 0,-1-1-1 0 0,1 1 1 0 0,-2 2-1 0 0,-44 95 1290 0 0,28-64-1324 0 0,1 1 0 0 0,2 1 1 0 0,-20 73-1 0 0,34-103-385 0 0,0 0 0 0 0,0-1 0 0 0,1 1 0 0 0,0 0 1 0 0,1 8-1 0 0,-1-12-68 0 0,0-1 0 0 0,1 0 1 0 0,-1 0-1 0 0,1 0 0 0 0,-1 0 0 0 0,1 0 1 0 0,0-1-1 0 0,0 1 0 0 0,0 0 1 0 0,0 0-1 0 0,0 0 0 0 0,0-1 0 0 0,0 1 1 0 0,0 0-1 0 0,1-1 0 0 0,-1 1 1 0 0,1-1-1 0 0,-1 0 0 0 0,1 1 0 0 0,2 1 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39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1 312 792 0 0,'23'-48'10467'0'0,"-22"46"-9943"0"0,6-7 800 0 0,3 5-1076 0 0,0 2 1 0 0,1 0 0 0 0,-1 0 0 0 0,0 0-1 0 0,19 1 1 0 0,14-2-53 0 0,-31 1-157 0 0,11-1 0 0 0,0 0 0 0 0,0-2 0 0 0,-1 0 0 0 0,0-2-1 0 0,27-11 1 0 0,-46 17-153 0 0,0-1 0 0 0,0 0-1 0 0,0 0 1 0 0,0 0 0 0 0,0 0-1 0 0,-1 0 1 0 0,1-1 0 0 0,-1 0-1 0 0,1 1 1 0 0,-1-1 0 0 0,0 0-1 0 0,0 0 1 0 0,-1 0 0 0 0,1 0 0 0 0,0 0-1 0 0,-1 0 1 0 0,0-1 0 0 0,0 1-1 0 0,1-6 1 0 0,0-4-28 0 0,-1 1 0 0 0,0-1 0 0 0,-1 0 0 0 0,-2-14-1 0 0,1-7 843 0 0,1 32-526 0 0,0 0-109 0 0,0 1 1 0 0,0-1-1 0 0,0 1 1 0 0,0-1-1 0 0,0 1 1 0 0,0-1-1 0 0,1 1 0 0 0,-1 0 1 0 0,1-1-1 0 0,-1 1 1 0 0,1 0-1 0 0,1-3 1 0 0,1 9 60 0 0,0 0 0 0 0,0 0 0 0 0,0 1 0 0 0,-1-1 0 0 0,0 1 0 0 0,0-1 0 0 0,0 1 1 0 0,0 0-1 0 0,-1 0 0 0 0,0 0 0 0 0,-1 0 0 0 0,1 0 0 0 0,-1 0 0 0 0,0 0 0 0 0,0 0 0 0 0,-1 0 1 0 0,0 0-1 0 0,0 0 0 0 0,0 0 0 0 0,-4 8 0 0 0,-1 3 18 0 0,0 1 0 0 0,-1-2 0 0 0,-1 1 0 0 0,-1-1 0 0 0,-17 25 1 0 0,-35 30 217 0 0,7-9-4915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8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52 1140 0 0,'0'0'1298'0'0,"5"-12"2339"0"0,3-26 558 0 0,-8 36-4107 0 0,-12 30 17 0 0,-9 33-66 0 0,20-60-33 0 0,0 0 16 0 0,-1 6 24 0 0,-1 10 402 0 0,4-17-413 0 0,-1 1 1 0 0,0-1-1 0 0,0 0 0 0 0,0 1 0 0 0,1-1 0 0 0,-1 1 0 0 0,0-1 1 0 0,0 0-1 0 0,1 1 0 0 0,-1-1 0 0 0,0 0 0 0 0,1 1 1 0 0,-1-1-1 0 0,0 0 0 0 0,1 0 0 0 0,-1 1 0 0 0,1-1 0 0 0,-1 0 1 0 0,1 0-1 0 0,-1 0 0 0 0,0 0 0 0 0,1 1 0 0 0,-1-1 1 0 0,1 0-1 0 0,1 0 282 0 0,18 2 403 0 0,100-25 1328 0 0,-114 21-2033 0 0,1 1 0 0 0,0 0 0 0 0,-1 1 0 0 0,1 0-1 0 0,0 0 1 0 0,0 0 0 0 0,-1 1 0 0 0,1 0 0 0 0,0 0 0 0 0,-1 1-1 0 0,1 0 1 0 0,-1 0 0 0 0,1 0 0 0 0,-1 1 0 0 0,0 0-1 0 0,0 0 1 0 0,7 6 0 0 0,-10-7 33 0 0,-1-1 0 0 0,0 1-1 0 0,0 0 1 0 0,0 0 0 0 0,0 0 0 0 0,0 0 0 0 0,-1 0-1 0 0,1 1 1 0 0,0-1 0 0 0,-1 0 0 0 0,0 1-1 0 0,0-1 1 0 0,1 1 0 0 0,-2 0 0 0 0,1-1 0 0 0,0 1-1 0 0,0 4 1 0 0,0-2 30 0 0,-1 0-1 0 0,0 0 0 0 0,-1-1 1 0 0,1 1-1 0 0,-1 0 1 0 0,0 0-1 0 0,0-1 0 0 0,0 1 1 0 0,-4 6-1 0 0,0 1 35 0 0,-1 0-1 0 0,-1-1 1 0 0,0 0-1 0 0,-1 0 0 0 0,0-1 1 0 0,-13 14-1 0 0,9-13-147 0 0,-1 0 0 0 0,0-2 0 0 0,-1 1 0 0 0,0-2-1 0 0,-1 0 1 0 0,-27 12 0 0 0,40-20-263 0 0,1 1 0 0 0,0-1-1 0 0,0 0 1 0 0,-1 1 0 0 0,1-1 0 0 0,0 0 0 0 0,-1 0-1 0 0,1 0 1 0 0,0 0 0 0 0,0 0 0 0 0,-1 0 0 0 0,1 0 0 0 0,0-1-1 0 0,-1 1 1 0 0,1 0 0 0 0,0-1 0 0 0,0 1 0 0 0,0-1 0 0 0,-1 1-1 0 0,1-1 1 0 0,0 1 0 0 0,0-1 0 0 0,0 0 0 0 0,0 0-1 0 0,0 1 1 0 0,0-1 0 0 0,0 0 0 0 0,0 0 0 0 0,0 0 0 0 0,1 0-1 0 0,-1 0 1 0 0,-1-2 0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61 141 1012 0 0,'-11'-11'2302'0'0,"-38"-34"6390"0"0,49 44-8642 0 0,0 0 0 0 0,0 0 0 0 0,0 0 0 0 0,1 1 0 0 0,-1-1 0 0 0,0 0 0 0 0,1 0 0 0 0,-1 1 0 0 0,1-1 0 0 0,-1 0 0 0 0,1 1 0 0 0,-1-1 0 0 0,1 0 0 0 0,-1 1 0 0 0,1-1 0 0 0,0 1 0 0 0,0-2 1 0 0,156-46 1328 0 0,-126 41-1676 0 0,0 1-1 0 0,0 2 0 0 0,43-2 0 0 0,-23 10-2310 0 0,-17 2-1958 0 0,-18-2 1049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 1412 0 0,'-6'19'18498'0'0,"3"-10"-19659"0"0,-11 18 1557 0 0,-2 0 0 0 0,-1-1-1 0 0,-22 26 1 0 0,11-15-210 0 0,-67 83 394 0 0,46-60-1407 0 0,2 1-3697 0 0,41-50 2768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9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6 124 212 0 0,'-4'-36'10556'0'0,"3"34"-10357"0"0,1 0 0 0 0,0 0 0 0 0,0 0 0 0 0,0 0 0 0 0,0 0 0 0 0,0 0 0 0 0,0 0 0 0 0,1 0 0 0 0,-1 0 0 0 0,1 0 1 0 0,-1 0-1 0 0,1 0 0 0 0,0 0 0 0 0,0 0 0 0 0,0 0 0 0 0,0 0 0 0 0,0 1 0 0 0,0-1 0 0 0,2-2 0 0 0,0 1-65 0 0,0 0 0 0 0,1 1 0 0 0,-1-1 0 0 0,1 0 0 0 0,-1 1 0 0 0,1 0 0 0 0,0 0 0 0 0,7-3 0 0 0,7 0-145 0 0,-1 0 1 0 0,1 1-1 0 0,26-2 0 0 0,-37 5 184 0 0,-1 1-160 0 0,0 0-1 0 0,1 0 0 0 0,-1 0 0 0 0,0 1 1 0 0,0 0-1 0 0,0 0 0 0 0,0 1 0 0 0,0-1 1 0 0,-1 1-1 0 0,1 1 0 0 0,0-1 0 0 0,-1 1 1 0 0,6 3-1 0 0,-10-5-2 0 0,0 0 1 0 0,-1-1 0 0 0,1 1-1 0 0,-1 0 1 0 0,1 0 0 0 0,-1-1-1 0 0,1 1 1 0 0,-1 0-1 0 0,1 0 1 0 0,-1 0 0 0 0,0 0-1 0 0,0 0 1 0 0,1 0-1 0 0,-1-1 1 0 0,0 1 0 0 0,0 0-1 0 0,0 0 1 0 0,0 0 0 0 0,0 0-1 0 0,0 0 1 0 0,0 0-1 0 0,0 0 1 0 0,0 0 0 0 0,-1 0-1 0 0,1 0 1 0 0,0-1-1 0 0,0 1 1 0 0,-1 1 0 0 0,-15 25 110 0 0,11-19-89 0 0,-24 33 38 0 0,28-40-70 0 0,1 0 1 0 0,0-1 1 0 0,0 1-1 0 0,-1 0 0 0 0,1-1 0 0 0,0 1 0 0 0,0-1 1 0 0,0 1-1 0 0,1 0 0 0 0,-1-1 0 0 0,0 1 0 0 0,0-1 1 0 0,0 1-1 0 0,0-1 0 0 0,0 1 0 0 0,1 0 0 0 0,-1-1 0 0 0,0 1 1 0 0,1 0-1 0 0,47 27-19 0 0,-33-21-2 0 0,-1 2 0 0 0,0-1 1 0 0,19 16-1 0 0,-29-21 113 0 0,0 1 0 0 0,1 0 0 0 0,-2 1 0 0 0,1-1 0 0 0,0 1 0 0 0,-1-1 0 0 0,0 1 0 0 0,0 0 0 0 0,4 10 0 0 0,-6-12 30 0 0,0 0 0 0 0,-1 0 1 0 0,1 0-1 0 0,-1 0 0 0 0,0 0 0 0 0,0-1 0 0 0,0 1 0 0 0,0 0 1 0 0,0 0-1 0 0,-1 0 0 0 0,0 0 0 0 0,1 0 0 0 0,-1-1 1 0 0,0 1-1 0 0,0 0 0 0 0,0-1 0 0 0,-1 1 0 0 0,1-1 0 0 0,-1 1 1 0 0,1-1-1 0 0,-1 1 0 0 0,-2 1 0 0 0,-1 2-5 0 0,-1-1 0 0 0,1 1-1 0 0,-1-1 1 0 0,0-1 0 0 0,-1 1-1 0 0,1-1 1 0 0,-1 0 0 0 0,0 0 0 0 0,-11 4-1 0 0,3-3-36 0 0,-1 0-1 0 0,1-1 1 0 0,-22 4-1 0 0,34-8-192 0 0,-1 0-1 0 0,1 0 1 0 0,0 0-1 0 0,-1 0 1 0 0,1-1-1 0 0,-1 1 1 0 0,-3-2-1 0 0,1 1-236 0 0,5 0 171 0 0,0 1 0 0 0,0-1 1 0 0,1 1-1 0 0,-1-1 1 0 0,0 1-1 0 0,0-1 1 0 0,1 0-1 0 0,-1 1 0 0 0,0-1 1 0 0,0 0-1 0 0,1 1 1 0 0,-1-1-1 0 0,1 0 1 0 0,-1 0-1 0 0,1 0 1 0 0,-1 0-1 0 0,1 0 0 0 0,-1 1 1 0 0,1-1-1 0 0,0 0 1 0 0,0 0-1 0 0,-1 0 1 0 0,1 0-1 0 0,0 0 0 0 0,0 0 1 0 0,0 0-1 0 0,0 0 1 0 0,0 0-1 0 0,0 0 1 0 0,0 0-1 0 0,1 0 0 0 0,-1 0 1 0 0,0 0-1 0 0,0 0 1 0 0,1 0-1 0 0,0-1 1 0 0,1-2-655 0 0,0 0 0 0 0,0 1 0 0 0,1-1 0 0 0,-1 1 0 0 0,1-1 0 0 0,0 1 0 0 0,0 0 0 0 0,5-4 0 0 0,8-6-3433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77 252 596 0 0,'-6'-8'10182'0'0,"91"12"-6951"0"0,-62-5-3228 0 0,72-7 351 0 0,-87 7-672 0 0,0-1 0 0 0,0 1 0 0 0,0-2-1 0 0,0 1 1 0 0,0-1 0 0 0,-1-1 0 0 0,1 1 0 0 0,-1-1 0 0 0,8-5-1 0 0,-13 7 72 0 0,-1 1-1 0 0,1-1 1 0 0,0 1-1 0 0,-1-1 1 0 0,0 0-1 0 0,1 0 0 0 0,-1 1 1 0 0,0-1-1 0 0,0 0 1 0 0,0 0-1 0 0,0 0 1 0 0,0 0-1 0 0,0 0 1 0 0,0-1-1 0 0,-1 1 0 0 0,1 0 1 0 0,-1 0-1 0 0,0 0 1 0 0,1-1-1 0 0,-1-3 1 0 0,-1-2-50 0 0,0-1 1 0 0,-1 1-1 0 0,0-1 1 0 0,-4-10-1 0 0,-5-25 2345 0 0,7-13 2065 0 0,3 55-3809 0 0,2 1-247 0 0,0 1 0 0 0,0-1 0 0 0,0 0 0 0 0,0 1 0 0 0,0-1 0 0 0,0 1 0 0 0,0 0 0 0 0,1-1 1 0 0,-1 1-1 0 0,0 0 0 0 0,0 0 0 0 0,0 0 0 0 0,0 0 0 0 0,0-1 0 0 0,1 2 0 0 0,-1-1 0 0 0,0 0 0 0 0,2 0 0 0 0,6 4 252 0 0,0 0-1 0 0,0 1 0 0 0,-1 0 1 0 0,1 0-1 0 0,-1 1 0 0 0,0 0 0 0 0,13 13 1 0 0,-20-18-306 0 0,22 17 170 0 0,-22-17-148 0 0,24 18 3221 0 0,-24-11-3239 0 0,1 0-1 0 0,-1 0 0 0 0,-1 0 1 0 0,0 0-1 0 0,0 1 0 0 0,0-1 0 0 0,-1 0 1 0 0,0 0-1 0 0,-1 0 0 0 0,0 0 1 0 0,0 0-1 0 0,-1 0 0 0 0,1-1 1 0 0,-2 1-1 0 0,1-1 0 0 0,-1 0 0 0 0,0 0 1 0 0,-10 12-1 0 0,-2 2-21 0 0,-1-1 0 0 0,-1-1-1 0 0,-1 0 1 0 0,-32 24 0 0 0,-6 0-1326 0 0,-71 39 0 0 0,-2-11-6432 0 0,98-55 2622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39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20 1760 0 0,'0'0'2945'0'0,"0"-12"1902"0"0,0 12-4784 0 0,0 0-1 0 0,0-1 1 0 0,0 1-1 0 0,0 0 1 0 0,0 0-1 0 0,0-1 1 0 0,0 1-1 0 0,0 0 1 0 0,0 0-1 0 0,0 0 1 0 0,0-1-1 0 0,0 1 1 0 0,0 0-1 0 0,0 0 1 0 0,0-1-1 0 0,0 1 1 0 0,0 0-1 0 0,0 0 1 0 0,-1 0-1 0 0,1-1 1 0 0,0 1-1 0 0,0 0 1 0 0,0 0-1 0 0,0 0 1 0 0,0 0-1 0 0,0-1 1 0 0,-1 1-1 0 0,1 0 0 0 0,0 0 1 0 0,0 0-1 0 0,0 0 1 0 0,0 0-1 0 0,-1-1 1 0 0,1 1-1 0 0,0 0 1 0 0,0 0-1 0 0,0 0 1 0 0,-1 0-1 0 0,1 0 1 0 0,0 0-1 0 0,0 0 1 0 0,-1 0-1 0 0,1 0 1 0 0,0 0-1 0 0,0 0 1 0 0,0 0-1 0 0,-1 0 1 0 0,1 0-1 0 0,0 0 1 0 0,0 0-1 0 0,-1 0 1 0 0,-14 11 685 0 0,-13 22-576 0 0,1 6 496 0 0,-26 52 1 0 0,52-89-572 0 0,1-2-77 0 0,-1 0-1 0 0,1 0 1 0 0,0 0 0 0 0,-1 1-1 0 0,1-1 1 0 0,0 0 0 0 0,0 0-1 0 0,-1 0 1 0 0,1 1 0 0 0,0-1-1 0 0,0 0 1 0 0,-1 1-1 0 0,1-1 1 0 0,0 0 0 0 0,0 1-1 0 0,0-1 1 0 0,0 0 0 0 0,0 1-1 0 0,-1-1 1 0 0,1 0 0 0 0,0 1-1 0 0,0-1 1 0 0,0 0 0 0 0,0 1-1 0 0,0-1 1 0 0,0 0 0 0 0,0 1-1 0 0,0-1 1 0 0,0 1-1 0 0,0-1 1 0 0,0 0 0 0 0,1 1-1 0 0,-1-1 1 0 0,0 0 0 0 0,0 1-1 0 0,0-1 1 0 0,0 0 0 0 0,1 1-1 0 0,-1-1 1 0 0,0 0 0 0 0,0 0-1 0 0,0 1 1 0 0,1-1 0 0 0,-1 0-1 0 0,0 0 1 0 0,1 1-1 0 0,0 0 129 0 0,3-1-12 0 0,36-5 251 0 0,-27 3-298 0 0,0 1 0 0 0,-1-1 0 0 0,1 2 0 0 0,0 0 0 0 0,0 0 0 0 0,0 1 0 0 0,-1 1 0 0 0,1 0 0 0 0,20 7 0 0 0,-23-5 88 0 0,0 0 1 0 0,-1 1-1 0 0,1 0 0 0 0,-1 0 0 0 0,0 1 0 0 0,-1 1 0 0 0,0-1 0 0 0,0 1 1 0 0,0 1-1 0 0,-1 0 0 0 0,0 0 0 0 0,0 0 0 0 0,7 13 0 0 0,-10-14 36 0 0,-1 0 0 0 0,0 0 0 0 0,0 0-1 0 0,0 0 1 0 0,-1 0 0 0 0,0 1 0 0 0,-1-1 0 0 0,0 1-1 0 0,0 0 1 0 0,0-1 0 0 0,-1 1 0 0 0,0-1 0 0 0,-1 1-1 0 0,1 0 1 0 0,-1-1 0 0 0,-1 1 0 0 0,0-1 0 0 0,0 1-1 0 0,-4 8 1 0 0,4-11 37 0 0,0 1 0 0 0,0-1-1 0 0,-1 1 1 0 0,0-1 0 0 0,0 0 0 0 0,-1 0-1 0 0,1 0 1 0 0,-1-1 0 0 0,0 1-1 0 0,0-1 1 0 0,-10 8 0 0 0,10-10-168 0 0,0 0 0 0 0,0 0 0 0 0,0-1 0 0 0,0 1 0 0 0,0-1 0 0 0,0 0 0 0 0,0 0 0 0 0,-1 0 0 0 0,1-1 0 0 0,0 1 0 0 0,-1-1 0 0 0,1 0 0 0 0,-1-1 0 0 0,1 1 0 0 0,0-1 0 0 0,-1 0 0 0 0,-5-2 0 0 0,0 1-42 0 0,1-1 0 0 0,-1 0-1 0 0,1 0 1 0 0,0-1 0 0 0,0-1 0 0 0,0 0 0 0 0,1 0 0 0 0,-1 0 0 0 0,1-1 0 0 0,1 0 0 0 0,-14-14 0 0 0,16 15-262 0 0,1-1 0 0 0,0 1 0 0 0,1-1 0 0 0,-1 0-1 0 0,1 0 1 0 0,0 0 0 0 0,1-1 0 0 0,-1 1 0 0 0,1-1 0 0 0,1 1 0 0 0,-1-1 0 0 0,1 0-1 0 0,0 0 1 0 0,1 1 0 0 0,-1-1 0 0 0,1 0 0 0 0,1 0 0 0 0,0-7 0 0 0,3-4-1608 0 0,0 0-1 0 0,1 1 1 0 0,1 0 0 0 0,1 0 0 0 0,13-26 0 0 0,-4 9-3946 0 0,-6 14-171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40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69 138 1468 0 0,'-2'-1'2111'0'0,"-6"-3"20"0"0,2 1-736 0 0,0 0-1 0 0,0 1 0 0 0,0 0 1 0 0,0 0-1 0 0,0 0 0 0 0,0 1 1 0 0,-10-2-1 0 0,18 1-1053 0 0,-2 1-332 0 0,0 1 1 0 0,0 0-1 0 0,0 0 0 0 0,0-1 0 0 0,0 1 0 0 0,0 0 0 0 0,0-1 0 0 0,0 1 0 0 0,0 0 0 0 0,1 0 0 0 0,-1-1 0 0 0,0 1 1 0 0,0 0-1 0 0,0 0 0 0 0,1-1 0 0 0,-1 1 0 0 0,0 0 0 0 0,0 0 0 0 0,0-1 0 0 0,1 1 0 0 0,-1 0 0 0 0,0 0 0 0 0,0 0 1 0 0,1 0-1 0 0,-1 0 0 0 0,0-1 0 0 0,0 1 0 0 0,1 0 0 0 0,-1 0 0 0 0,1 0 0 0 0,79-22 213 0 0,115-30 609 0 0,-141 40-2337 0 0,92-7 0 0 0,-103 19-1214 0 0,-15 3-2071 0 0,-10 0-823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40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0 1172 0 0,'-235'179'15896'0'0,"235"-179"-15827"0"0,-1 1 1 0 0,1-1 0 0 0,0 0-1 0 0,-1 1 1 0 0,1-1-1 0 0,-1 0 1 0 0,1 1 0 0 0,0-1-1 0 0,-1 1 1 0 0,1-1 0 0 0,0 1-1 0 0,-1-1 1 0 0,1 1 0 0 0,0-1-1 0 0,0 1 1 0 0,-1-1 0 0 0,1 1-1 0 0,0-1 1 0 0,0 1-1 0 0,0-1 1 0 0,0 2 0 0 0,0-2-36 0 0,1 1-1 0 0,-1-1 1 0 0,1 0 0 0 0,-1 1-1 0 0,1-1 1 0 0,-1 0 0 0 0,1 0 0 0 0,-1 0-1 0 0,1 1 1 0 0,-1-1 0 0 0,1 0 0 0 0,0 0-1 0 0,-1 0 1 0 0,1 0 0 0 0,-1 0 0 0 0,1 0-1 0 0,0 0 1 0 0,-1 0 0 0 0,1 0 0 0 0,-1 0-1 0 0,1 0 1 0 0,-1 0 0 0 0,1 0 0 0 0,0-1-1 0 0,0 1 1 0 0,54-12 439 0 0,66-24 0 0 0,-16 3-284 0 0,-73 24-553 0 0,247-59 1331 0 0,-136 50-4020 0 0,-105 15-2206 0 0,67 6 1 0 0,-86 0 17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4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0 1588 0 0,'-35'19'4024'0'0,"-97"48"11213"0"0,133-69-15035 0 0,3-2-162 0 0,0 0 1 0 0,0 1 0 0 0,0-1 0 0 0,1 1 0 0 0,-1 0 0 0 0,1 0 0 0 0,0 0 0 0 0,0 1 0 0 0,0-1-1 0 0,0 1 1 0 0,0 0 0 0 0,0 1 0 0 0,8-2 0 0 0,1 0-21 0 0,-1 0 0 0 0,1 2 0 0 0,1-1 0 0 0,14 2 0 0 0,-24 0-17 0 0,-1 0 1 0 0,1 0-1 0 0,0 1 1 0 0,0-1 0 0 0,-1 1-1 0 0,1 1 1 0 0,-1-1-1 0 0,1 0 1 0 0,-1 1-1 0 0,1 0 1 0 0,-1 0 0 0 0,0 1-1 0 0,0-1 1 0 0,0 1-1 0 0,0 0 1 0 0,0-1-1 0 0,-1 2 1 0 0,0-1 0 0 0,1 0-1 0 0,-1 1 1 0 0,0 0-1 0 0,0 0 1 0 0,-1-1-1 0 0,1 2 1 0 0,3 6 0 0 0,-4-3 2 0 0,0 0 0 0 0,0 0 0 0 0,0 0 0 0 0,-1 0 1 0 0,0 0-1 0 0,-1 0 0 0 0,1 0 0 0 0,-2 1 1 0 0,1-1-1 0 0,-1 0 0 0 0,0 0 0 0 0,-1 0 0 0 0,-5 15 1 0 0,-5 9 510 0 0,-1-1 0 0 0,-2-1 1 0 0,-18 30-1 0 0,32-59-223 0 0,-7 3-40 0 0,9-7-127 0 0,13-8-59 0 0,-9 8-64 0 0,-1 0 0 0 0,1 1 0 0 0,0-1 0 0 0,0 1 0 0 0,0 0 0 0 0,0 0 0 0 0,0 1-1 0 0,1 0 1 0 0,-1 0 0 0 0,0 0 0 0 0,11 0 0 0 0,-5 1-1 0 0,0 1-1 0 0,0 1 0 0 0,0 0 1 0 0,0 0-1 0 0,0 1 0 0 0,-1 0 1 0 0,1 1-1 0 0,-1 0 0 0 0,0 1 1 0 0,0 0-1 0 0,-1 1 0 0 0,1 0 1 0 0,-1 0-1 0 0,0 1 0 0 0,8 8 1 0 0,-12-10 110 0 0,1 0 1 0 0,-1 1-1 0 0,-1 0 1 0 0,1 0-1 0 0,-1 0 1 0 0,0 0-1 0 0,0 1 1 0 0,-1-1-1 0 0,0 1 1 0 0,0 0-1 0 0,-1 0 1 0 0,1 0-1 0 0,-1 1 1 0 0,-1-1-1 0 0,0 0 1 0 0,0 1-1 0 0,0-1 1 0 0,-1 1-1 0 0,0-1 1 0 0,0 1-1 0 0,-1-1 1 0 0,0 0-1 0 0,-4 14 1 0 0,4-16 6 0 0,-1 1 0 0 0,0-1-1 0 0,-1 1 1 0 0,1-1 0 0 0,-1 0 0 0 0,0 0 0 0 0,-1 0 0 0 0,1 0 0 0 0,-1-1 0 0 0,0 0-1 0 0,0 1 1 0 0,0-1 0 0 0,0 0 0 0 0,-1-1 0 0 0,1 1 0 0 0,-1-1 0 0 0,0 0 0 0 0,0 0-1 0 0,-1-1 1 0 0,1 1 0 0 0,-10 2 0 0 0,-10 1 400 0 0,-1-1-1 0 0,0-1 1 0 0,1-2 0 0 0,-29 0 0 0 0,47-1-513 0 0,-16 0-7 0 0,17 0 0 0 0,0-1 0 0 0,1 1 0 0 0,-1-1 0 0 0,1 0 0 0 0,-1-1 0 0 0,0 0 0 0 0,1 0 0 0 0,-1 0 0 0 0,1 0 0 0 0,-1-1 0 0 0,1 0 0 0 0,0 0 0 0 0,0 0 0 0 0,-6-4 0 0 0,-14-6 0 0 0,11 7 0 0 0,3 1 0 0 0,0-1 0 0 0,0 0 0 0 0,1-1 0 0 0,0 0 0 0 0,-10-8 0 0 0,-12-5-3286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1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1232 168 1160 0 0,'-7'-35'7214'0'0,"-1"3"-4686"0"0,7 29-2389 0 0,0-1-1 0 0,-1 1 1 0 0,1 0-1 0 0,-1 0 1 0 0,0 1-1 0 0,0-1 1 0 0,0 0 0 0 0,-3-2-1 0 0,-6-11 505 0 0,8 12-545 0 0,-1 0-1 0 0,0 0 1 0 0,1 1 0 0 0,-1 0-1 0 0,-1-1 1 0 0,-6-3 0 0 0,4 3-51 0 0,0 0 0 0 0,-1 1 0 0 0,0 0 0 0 0,0 0 0 0 0,0 1 0 0 0,0 0 0 0 0,0 0 0 0 0,0 1 0 0 0,0 0 0 0 0,-1 0 0 0 0,1 1 0 0 0,0 0 0 0 0,0 0 0 0 0,-1 1 0 0 0,-10 2 0 0 0,3 2-38 0 0,0 0 1 0 0,0 1 0 0 0,1 0-1 0 0,-1 2 1 0 0,1 0 0 0 0,-22 15-1 0 0,-4 7 65 0 0,0 1 0 0 0,-66 67-1 0 0,-54 90 662 0 0,136-150-505 0 0,1 1 0 0 0,-36 81 1 0 0,54-107-177 0 0,-112 304 1797 0 0,68-171-934 0 0,-84 286 849 0 0,107-320-1483 0 0,-13 116 1 0 0,6 117 492 0 0,18-116-551 0 0,17 274 0 0 0,11-194-137 0 0,-4-184 148 0 0,41 218 0 0 0,46-30-422 0 0,-78-260 188 0 0,81 191-61 0 0,-72-185 8 0 0,2-2 78 0 0,2-1 0 0 0,38 51-1 0 0,-40-63-28 0 0,112 153 204 0 0,-120-176-221 0 0,1-1-1 0 0,0-1 0 0 0,2 0 0 0 0,0-2 0 0 0,1-1 1 0 0,1 0-1 0 0,0-2 0 0 0,1-1 0 0 0,0-1 0 0 0,47 14 0 0 0,-48-19 11 0 0,10 5 23 0 0,-12-5-28 0 0,-7-2 3 0 0,0-1 0 0 0,0 0 0 0 0,32 3 1 0 0,-42-7 16 0 0,-1 1-4 0 0,-1 0 1 0 0,0-1 0 0 0,0 1 0 0 0,1-1-1 0 0,-1 0 1 0 0,0 0 0 0 0,6-2-1 0 0,27-4-13 0 0,32-2-44 0 0,-67 7 44 0 0,18-1-9 0 0,-11 0 49 0 0,1-1 0 0 0,-1 0 0 0 0,0 0-1 0 0,0-1 1 0 0,13-8 0 0 0,11-4 39 0 0,133-45-35 0 0,-92 35-15 0 0,-53 18-46 0 0,-1-1 0 0 0,0-1 0 0 0,-1-1 1 0 0,0-1-1 0 0,-1 0 0 0 0,18-17 0 0 0,-4 1 17 0 0,-2-2 0 0 0,33-41-1 0 0,-44 46 36 0 0,-1-1 1 0 0,-1-1-1 0 0,-2 0 0 0 0,-1-1 0 0 0,13-36 1 0 0,42-154 722 0 0,-53 162-601 0 0,77-400 194 0 0,-75 351-256 0 0,2-37 327 0 0,3-170 1 0 0,-23-143-93 0 0,-5 348 18 0 0,-5 1-1 0 0,-40-179 1 0 0,-89-198-125 0 0,-58-3-86 0 0,140 356-107 0 0,-56-163-245 0 0,33 80 81 0 0,70 188 94 0 0,-18-47 3 0 0,-2 2 0 0 0,-53-87 0 0 0,76 147 8 0 0,0 0 1 0 0,0 0-1 0 0,-1 1 0 0 0,0 0 1 0 0,0 0-1 0 0,-19-13 1 0 0,23 19-49 0 0,-1-1 0 0 0,0 2 0 0 0,0-1 0 0 0,0 1 0 0 0,-1-1 0 0 0,1 1 0 0 0,-1 1 0 0 0,1-1 0 0 0,-1 1 0 0 0,1 0 0 0 0,-1 0 0 0 0,0 1 0 0 0,1 0 0 0 0,-1 0 0 0 0,0 0 0 0 0,0 0 0 0 0,-8 3 0 0 0,1 0-535 0 0,-1 1 0 0 0,1 1 0 0 0,0 0 0 0 0,0 1 0 0 0,1 0 0 0 0,-1 1 0 0 0,1 0 0 0 0,-17 15-1 0 0,11-7-1800 0 0,1 1 0 0 0,1 0 0 0 0,0 2 0 0 0,-21 30 0 0 0,25-30-1581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19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62 237 216 0 0,'0'0'1263'0'0,"5"-29"6670"0"0,-29 2-3714 0 0,23 26-3855 0 0,-2-1 164 0 0,0-1 1 0 0,0 1-1 0 0,0 0 0 0 0,0 0 0 0 0,0 0 0 0 0,0 0 0 0 0,-6-2 0 0 0,1 0 356 0 0,8 4-875 0 0,0 0-1 0 0,0 0 0 0 0,-1 0 0 0 0,1 0 0 0 0,0 0 0 0 0,0 0 0 0 0,0 0 0 0 0,0 0 0 0 0,0-1 0 0 0,-1 1 0 0 0,1 0 1 0 0,0 0-1 0 0,0 0 0 0 0,0 0 0 0 0,0 0 0 0 0,0 0 0 0 0,-1-1 0 0 0,1 1 0 0 0,0 0 0 0 0,0 0 0 0 0,0 0 0 0 0,0 0 1 0 0,0-1-1 0 0,0 1 0 0 0,0 0 0 0 0,0 0 0 0 0,0 0 0 0 0,0 0 0 0 0,0-1 0 0 0,0 1 0 0 0,0 0 0 0 0,0 0 1 0 0,0 0-1 0 0,0-1 0 0 0,0 1 0 0 0,0 0 0 0 0,0 0 0 0 0,0 0 0 0 0,0 0 0 0 0,0-1 0 0 0,0 1 0 0 0,9-5 150 0 0,18-1-79 0 0,-24 6-54 0 0,410-102 279 0 0,-284 72-257 0 0,-100 25-14 0 0,-26 5 105 0 0,-3 0-157 0 0,0-1 0 0 0,0 1 0 0 0,0 0 0 0 0,0 0-1 0 0,0 0 1 0 0,1 0 0 0 0,-1 0 0 0 0,0 0-1 0 0,0-1 1 0 0,0 1 0 0 0,0 0 0 0 0,1 0-1 0 0,-1 0 1 0 0,0 0 0 0 0,0 0 0 0 0,0 0 0 0 0,1 0-1 0 0,-1 0 1 0 0,0 0 0 0 0,0 0 0 0 0,0 0-1 0 0,1 0 1 0 0,-1 0 0 0 0,0 0 0 0 0,0 0-1 0 0,0 0 1 0 0,1 0 0 0 0,-1 0 0 0 0,0 0 0 0 0,0 0-1 0 0,0 0 1 0 0,0 1 0 0 0,1-1 0 0 0,-1 0-1 0 0,0 0 1 0 0,0 0 0 0 0,0 0 0 0 0,0 0-1 0 0,0 0 1 0 0,1 1 0 0 0,-1-1 0 0 0,0 0 0 0 0,0 0-1 0 0,0 0 1 0 0,0 0 0 0 0,0 1 0 0 0,0-1-1 0 0,0 0 1 0 0,0 0 0 0 0,1 0 0 0 0,-1 1-1 0 0,0-1 1 0 0,0 0 0 0 0,0 0 0 0 0,0 0 0 0 0,0 1-1 0 0,0-1 1 0 0,0 0 0 0 0,0 0 0 0 0,0 0-1 0 0,0 0 1 0 0,-1 1 0 0 0,1-1 0 0 0,0 0-1 0 0,-23 16-4435 0 0,-18 8-3670 0 0,31-20 4131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21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513 106 1316 0 0,'-2'-10'4132'0'0,"-6"-28"1008"0"0,-1-2 37 0 0,9 40-5066 0 0,0-1 0 0 0,-1 0 0 0 0,1 0-1 0 0,0 1 1 0 0,-1-1 0 0 0,1 0 0 0 0,0 0-1 0 0,0 0 1 0 0,0 1 0 0 0,0-1-1 0 0,0 0 1 0 0,0 0 0 0 0,0 0 0 0 0,0 1-1 0 0,0-1 1 0 0,0 0 0 0 0,0 0-1 0 0,2-2 1244 0 0,-6 11-1412 0 0,-11 27 536 0 0,-72 168 957 0 0,73-161-1283 0 0,-10 57 0 0 0,24-98-138 0 0,1 21 470 0 0,-1-20-434 0 0,1-1 0 0 0,-1 0 0 0 0,1 0 0 0 0,0 0 0 0 0,0 0 0 0 0,0 0 0 0 0,-1 0 0 0 0,1-1 0 0 0,0 1 0 0 0,0 0 0 0 0,0 0 0 0 0,0 0-1 0 0,0-1 1 0 0,0 1 0 0 0,1-1 0 0 0,-1 1 0 0 0,0-1 0 0 0,0 1 0 0 0,0-1 0 0 0,1 0 0 0 0,-1 1 0 0 0,0-1 0 0 0,0 0 0 0 0,1 0 0 0 0,-1 0 0 0 0,0 0-1 0 0,0 0 1 0 0,1 0 0 0 0,-1 0 0 0 0,0-1 0 0 0,0 1 0 0 0,1 0 0 0 0,-1-1 0 0 0,0 1 0 0 0,0-1 0 0 0,2 0 0 0 0,9-4 45 0 0,0-1 1 0 0,21-13-1 0 0,-10 6 211 0 0,10-4 45 0 0,-19 9-260 0 0,1 0-1 0 0,-1 2 1 0 0,18-6 0 0 0,-30 11-107 0 0,14 1 37 0 0,-14 0-18 0 0,0 1 0 0 0,0-1 0 0 0,1 0 0 0 0,-1 1 1 0 0,0-1-1 0 0,0 1 0 0 0,0 0 0 0 0,0 0 0 0 0,0 0 1 0 0,0 0-1 0 0,0 0 0 0 0,0 0 0 0 0,0 0 0 0 0,-1 1 1 0 0,1-1-1 0 0,0 0 0 0 0,-1 1 0 0 0,1 0 0 0 0,1 1 1 0 0,1 2 8 0 0,1 0 5 0 0,-1 0 0 0 0,-1 0 0 0 0,1 0 1 0 0,-1 1-1 0 0,0-1 0 0 0,0 1 1 0 0,0-1-1 0 0,-1 1 0 0 0,3 8 0 0 0,0 6 56 0 0,3 29 0 0 0,-5-29 1 0 0,-2-7-34 0 0,-1-1 1 0 0,0 1-1 0 0,-1-1 1 0 0,0 1-1 0 0,-1-1 1 0 0,-1 0-1 0 0,-5 18 1 0 0,3-12 53 0 0,3-9-57 0 0,-1-1 0 0 0,-1 0-1 0 0,0 0 1 0 0,0 0 0 0 0,0-1-1 0 0,-1 1 1 0 0,0-1 0 0 0,0 0-1 0 0,-1-1 1 0 0,0 1-1 0 0,0-1 1 0 0,-8 6 0 0 0,2-3 38 0 0,-1 1 0 0 0,1-2 0 0 0,-2 0 0 0 0,1 0 0 0 0,-1-2 0 0 0,-15 6 0 0 0,18-8 96 0 0,-2 0-1 0 0,1-1 0 0 0,0-1 1 0 0,-1 0-1 0 0,1 0 0 0 0,-1-1 1 0 0,1-1-1 0 0,-1 0 0 0 0,1-1 1 0 0,-1 0-1 0 0,1-1 0 0 0,-16-4 1 0 0,-5-4-116 0 0,1-2 0 0 0,1-1 0 0 0,0-1 0 0 0,1-2 0 0 0,1 0 0 0 0,0-2 0 0 0,-28-24 0 0 0,52 37-57 0 0,1 1-1 0 0,0-1 1 0 0,-1 1-1 0 0,2-1 1 0 0,-1-1-1 0 0,0 1 1 0 0,1 0-1 0 0,0-1 1 0 0,1 0-1 0 0,-1 1 1 0 0,1-1-1 0 0,0 0 1 0 0,0 0-1 0 0,1-1 1 0 0,-1-5-1 0 0,1 0-8 0 0,0 1 0 0 0,2-1 0 0 0,-1 1 0 0 0,1-1 0 0 0,1 1 0 0 0,0-1 0 0 0,5-14 0 0 0,-7 24 1 0 0,2-2-42 0 0,-2 4 48 0 0,0 0 1 0 0,0-1 0 0 0,0 1 0 0 0,0-1 0 0 0,0 1 0 0 0,0-1 0 0 0,0 1 0 0 0,0 0-1 0 0,0-1 1 0 0,0 1 0 0 0,0-1 0 0 0,1 1 0 0 0,-1 0 0 0 0,0-1 0 0 0,0 1 0 0 0,0 0-1 0 0,1-1 1 0 0,-1 1 0 0 0,0 0 0 0 0,0-1 0 0 0,1 1 0 0 0,-1 0 0 0 0,1-1 0 0 0,0 1 1 0 0,0-1 0 0 0,0 1-1 0 0,0 0 1 0 0,0 0-1 0 0,0-1 1 0 0,0 1 0 0 0,0 0-1 0 0,0 0 1 0 0,0 0-1 0 0,0 0 1 0 0,0 0 0 0 0,0 0-1 0 0,0 1 1 0 0,1-1-1 0 0,-1 0 1 0 0,-1 0 0 0 0,1 1-1 0 0,0-1 1 0 0,0 1-1 0 0,0-1 1 0 0,0 1 0 0 0,0-1-1 0 0,1 2 1 0 0,1 0 5 0 0,0 1 1 0 0,0 0-1 0 0,0 0 1 0 0,-1 0-1 0 0,1 0 1 0 0,3 7 0 0 0,2 5 9 0 0,-1 0 1 0 0,6 19 0 0 0,-12-33-16 0 0,2 9 1 0 0,14 37-61 0 0,-1 0-1 0 0,11 67 1 0 0,-25-103-496 0 0,1 0 0 0 0,0-1 1 0 0,0 1-1 0 0,8 13 0 0 0,-5-12-3244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48 2488 0 0,'-9'-18'12417'0'0,"10"16"-12340"0"0,1 0-1 0 0,0 0 0 0 0,0 0 1 0 0,0 0-1 0 0,0 0 0 0 0,0 0 1 0 0,0 1-1 0 0,1-1 0 0 0,-1 1 1 0 0,0-1-1 0 0,1 1 0 0 0,-1 0 1 0 0,1 0-1 0 0,0 0 0 0 0,-1 1 1 0 0,1-1-1 0 0,0 1 0 0 0,4-1 1 0 0,9-1-33 0 0,30 0 0 0 0,-42 2-17 0 0,5 0-18 0 0,-1 1-1 0 0,1-1 1 0 0,-1 2 0 0 0,1-1-1 0 0,-1 1 1 0 0,1 0 0 0 0,-1 1 0 0 0,0 0-1 0 0,0 0 1 0 0,0 1 0 0 0,8 5 0 0 0,-13-7 16 0 0,-1 0 1 0 0,1 0-1 0 0,-1 0 1 0 0,1 0-1 0 0,-1 0 1 0 0,1 1-1 0 0,-1-1 1 0 0,0 1-1 0 0,0 0 1 0 0,-1 0-1 0 0,1-1 1 0 0,0 1-1 0 0,-1 0 1 0 0,0 0-1 0 0,0 0 1 0 0,0 1 0 0 0,0-1-1 0 0,0 0 1 0 0,0 0-1 0 0,-1 1 1 0 0,0-1-1 0 0,0 0 1 0 0,0 1-1 0 0,0-1 1 0 0,0 0-1 0 0,0 0 1 0 0,-1 1-1 0 0,0-1 1 0 0,1 0-1 0 0,-3 5 1 0 0,-3 6 133 0 0,0-2 0 0 0,-1 1 0 0 0,0-1 0 0 0,0 1-1 0 0,-2-2 1 0 0,1 1 0 0 0,-13 11 0 0 0,-78 70 880 0 0,68-67-723 0 0,28-22-266 0 0,-30 25 486 0 0,-36 40 0 0 0,69-68-534 0 0,-1-1 0 0 0,1 0 0 0 0,0 1-1 0 0,-1-1 1 0 0,1 1 0 0 0,0-1 0 0 0,-1 1 0 0 0,1-1-1 0 0,0 0 1 0 0,-1 1 0 0 0,1-1 0 0 0,0 1 0 0 0,0-1-1 0 0,0 1 1 0 0,-1-1 0 0 0,1 1 0 0 0,0 0 0 0 0,0-1-1 0 0,0 1 1 0 0,0-1 0 0 0,0 1 0 0 0,0-1-1 0 0,0 1 1 0 0,0-1 0 0 0,0 1 0 0 0,0-1 0 0 0,0 1-1 0 0,1 0 1 0 0,-1-1 0 0 0,0 1 0 0 0,0-1 0 0 0,0 1-1 0 0,1-1 1 0 0,-1 1 0 0 0,0-1 0 0 0,1 0 0 0 0,-1 1-1 0 0,0-1 1 0 0,1 1 0 0 0,-1-1 0 0 0,1 0-1 0 0,-1 1 1 0 0,0-1 0 0 0,1 0 0 0 0,-1 1 0 0 0,1-1-1 0 0,-1 0 1 0 0,1 0 0 0 0,-1 1 0 0 0,1-1 0 0 0,-1 0-1 0 0,1 0 1 0 0,0 0 0 0 0,-1 0 0 0 0,1 0 0 0 0,30 5 81 0 0,-30-5-87 0 0,57-2 44 0 0,0-1 0 0 0,92-19 0 0 0,-48 6-397 0 0,-25 5-900 0 0,28-4-2228 0 0,-31 8-5797 0 0,-54 6 4652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37 2104 0 0,'-37'17'3641'0'0,"-120"55"11177"0"0,170-72-14179 0 0,22-5-328 0 0,297-67 908 0 0,4 26-2797 0 0,-331 46 1245 0 0,60-2-2424 0 0,-35 6-637 0 0,-3 7-4049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1:0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13 2732 0 0,'-200'63'12830'0'0,"180"-55"-11742"0"0,28-7 337 0 0,29-6-364 0 0,114-27-421 0 0,174-15 1 0 0,-324 47-639 0 0,1 0 1 0 0,-1-1 0 0 0,1 1 0 0 0,0 0 0 0 0,-1 0 0 0 0,1 0 0 0 0,0 1 0 0 0,-1-1 0 0 0,1 0 0 0 0,-1 0-1 0 0,1 1 1 0 0,-1-1 0 0 0,1 1 0 0 0,0 0 0 0 0,-1-1 0 0 0,0 1 0 0 0,1 0 0 0 0,-1 0 0 0 0,1 0 0 0 0,-1 0-1 0 0,2 1 1 0 0,-3 0 5 0 0,1-1 0 0 0,0 0 1 0 0,-1 1-1 0 0,1-1 0 0 0,-1 1 0 0 0,1-1 0 0 0,-1 1 0 0 0,0-1 0 0 0,0 1 0 0 0,1-1 0 0 0,-1 1 0 0 0,0-1 0 0 0,0 1 0 0 0,-1-1 0 0 0,1 1 0 0 0,0-1 0 0 0,-1 4 0 0 0,-1 2 24 0 0,-1 0 0 0 0,0 0 0 0 0,0-1 0 0 0,0 1 0 0 0,-1-1 0 0 0,0 1 0 0 0,-6 6 0 0 0,-17 16 301 0 0,-2-1-1 0 0,-54 39 0 0 0,49-40 37 0 0,32-25-351 0 0,-7 4 2 0 0,8-6-19 0 0,1 1 0 0 0,0-1-1 0 0,0 0 1 0 0,0 0-1 0 0,-1 0 1 0 0,1 1 0 0 0,0-1-1 0 0,0 0 1 0 0,0 0-1 0 0,0 1 1 0 0,0-1-1 0 0,0 0 1 0 0,0 0 0 0 0,0 1-1 0 0,0-1 1 0 0,0 0-1 0 0,0 0 1 0 0,0 1 0 0 0,0-1-1 0 0,0 0 1 0 0,0 1-1 0 0,0-1 1 0 0,0 0 0 0 0,0 0-1 0 0,0 1 1 0 0,0-1-1 0 0,0 0 1 0 0,0 0 0 0 0,0 1-1 0 0,0-1 1 0 0,0 0-1 0 0,1 0 1 0 0,-1 0 0 0 0,0 1-1 0 0,12 5 7 0 0,20 1-10 0 0,-25-6 4 0 0,21 4-13 0 0,0 2 0 0 0,-1 1 0 0 0,42 18 0 0 0,-66-25 25 0 0,-1 0 1 0 0,0 1-1 0 0,0-1 1 0 0,0 0-1 0 0,0 0 1 0 0,0 1-1 0 0,0 0 1 0 0,0-1-1 0 0,0 1 1 0 0,-1 0-1 0 0,1 0 1 0 0,0 0 0 0 0,-1 0-1 0 0,0 0 1 0 0,1 0-1 0 0,-1 0 1 0 0,0 0-1 0 0,0 1 1 0 0,0-1-1 0 0,0 3 1 0 0,-1-2 45 0 0,0 0 1 0 0,0 0-1 0 0,0 0 0 0 0,0 0 1 0 0,0 0-1 0 0,-1 0 1 0 0,0 0-1 0 0,1 0 1 0 0,-1 0-1 0 0,0 0 1 0 0,0 0-1 0 0,-1-1 0 0 0,1 1 1 0 0,-2 2-1 0 0,-4 4 220 0 0,1 0 0 0 0,-1 0-1 0 0,-1-1 1 0 0,0 0 0 0 0,0 0-1 0 0,0-1 1 0 0,-12 8 0 0 0,7-7-133 0 0,0-1 0 0 0,0-1 0 0 0,0 0-1 0 0,-1-1 1 0 0,0-1 0 0 0,1 0 0 0 0,-2-1 0 0 0,1 0 0 0 0,-17 1 0 0 0,11-3-99 0 0,0 0 0 0 0,-1-2 0 0 0,1 0 0 0 0,0-1 0 0 0,-39-9 0 0 0,54 10-288 0 0,-1-1 1 0 0,1 0 0 0 0,-1 0-1 0 0,1 0 1 0 0,0-1 0 0 0,0 0-1 0 0,0 0 1 0 0,0 0 0 0 0,0-1-1 0 0,-7-6 1 0 0,11 8-96 0 0,-1 0 0 0 0,1 0 1 0 0,-1 0-1 0 0,1 0 0 0 0,0 0 0 0 0,0 0 0 0 0,0 0 0 0 0,0-1 1 0 0,0 1-1 0 0,0 0 0 0 0,1-1 0 0 0,-1 1 0 0 0,1-1 0 0 0,-1 1 1 0 0,1-1-1 0 0,0 1 0 0 0,0 0 0 0 0,0-1 0 0 0,1 1 0 0 0,-1-1 0 0 0,0 1 1 0 0,1-1-1 0 0,0 1 0 0 0,-1 0 0 0 0,1-1 0 0 0,2-3 0 0 0,16-27-6522 0 0,-6 12 423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0 188 0 0,'0'0'1172'0'0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1 640 0 0,'5'8'2124'0'0,"2"-3"-2096"0"0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84 0 0,'0'0'1711'0'0,"6"-8"-503"0"0,-5 8-1279 0 0,0-1 1 0 0,0 1 0 0 0,0-1-1 0 0,0 1 1 0 0,0 0-1 0 0,0-1 1 0 0,0 1-1 0 0,0 0 1 0 0,0 0-1 0 0,0 0 1 0 0,0 0-1 0 0,0-1 1 0 0,0 1-1 0 0,0 1 1 0 0,0-1 0 0 0,0 0-1 0 0,0 0 1 0 0,1 1-1 0 0,1-1-505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4:2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0,'0'0'1332'0'0,"14"2"-1284"0"0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8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10 596 0 0,'0'0'1680'0'0,"0"-9"-2620"0"0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5:4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0 180 0 0,'0'0'1724'0'0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0 976 0 0,'0'0'3884'0'0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2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0 316 0 0,'0'0'10668'0'0,"3"1"-10318"0"0,2 2-188 0 0,0-1-1 0 0,-1 1 0 0 0,1 0 1 0 0,-1 1-1 0 0,0-1 0 0 0,0 1 0 0 0,0 0 1 0 0,0 0-1 0 0,-1 0 0 0 0,1 1 1 0 0,2 4-1 0 0,12 13 28 0 0,-5-8-155 0 0,0 0 0 0 0,2-1-1 0 0,-1-1 1 0 0,18 12 0 0 0,-23-18-594 0 0,1-1 1 0 0,-1 0-1 0 0,17 5 0 0 0,-19-7-577 0 0,1-1 0 0 0,0-1 0 0 0,0 1-1 0 0,0-1 1 0 0,12 0 0 0 0,-6-1-1025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343 108 1188 0 0,'-4'-20'2896'0'0,"-1"0"0"0"0,-13-32 0 0 0,18 51-2855 0 0,-1 0 1 0 0,1 1-1 0 0,0-1 0 0 0,-1 0 0 0 0,1 0 0 0 0,-1 0 1 0 0,1 0-1 0 0,-1 1 0 0 0,0-1 0 0 0,1 0 1 0 0,-1 1-1 0 0,0-1 0 0 0,1 0 0 0 0,-1 1 0 0 0,0-1 1 0 0,0 1-1 0 0,0-1 0 0 0,1 1 0 0 0,-1-1 0 0 0,0 1 1 0 0,0 0-1 0 0,0-1 0 0 0,0 1 0 0 0,0 0 0 0 0,0 0 1 0 0,0 0-1 0 0,0-1 0 0 0,0 1 0 0 0,0 0 0 0 0,1 0 1 0 0,-1 1-1 0 0,0-1 0 0 0,0 0 0 0 0,0 0 1 0 0,0 0-1 0 0,0 1 0 0 0,0-1 0 0 0,0 0 0 0 0,0 1 1 0 0,0-1-1 0 0,1 1 0 0 0,-1-1 0 0 0,0 1 0 0 0,0-1 1 0 0,0 1-1 0 0,0 0 0 0 0,-5 4 103 0 0,-1-1-1 0 0,1 2 1 0 0,-10 10 0 0 0,15-15-110 0 0,-36 39 78 0 0,2 3 0 0 0,1 1 0 0 0,3 1-1 0 0,-37 69 1 0 0,60-97-645 0 0,-10 18-1009 0 0,10-9-3731 0 0,5-15 2044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1148 0 0,'7'-65'8495'0'0,"-7"63"-8188"0"0,1-7 985 0 0,2 13-1177 0 0,-1 0 0 0 0,0-1 1 0 0,0 1-1 0 0,-1 0 0 0 0,1 0 1 0 0,-1 0-1 0 0,0 0 0 0 0,0 0 1 0 0,1 6-1 0 0,3 45 378 0 0,-3-22-296 0 0,2 24-190 0 0,6 37-473 0 0,-7-82-1404 0 0,-1-1 1 0 0,2 1 0 0 0,4 11-1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93 1228 0 0,'-6'-24'2922'0'0,"2"9"-641"0"0,0 0 0 0 0,-10-22-1 0 0,13 36-1931 0 0,1 1-337 0 0,-1 0-1 0 0,1 0 1 0 0,-1 0 0 0 0,1 0 0 0 0,-1 1-1 0 0,1-1 1 0 0,0 0 0 0 0,-1 0-1 0 0,1 1 1 0 0,-1-1 0 0 0,1 0 0 0 0,0 1-1 0 0,-1-1 1 0 0,1 0 0 0 0,0 1-1 0 0,-1-1 1 0 0,1 0 0 0 0,0 1 0 0 0,-1-1-1 0 0,1 1 1 0 0,0-1 0 0 0,0 1-1 0 0,0-1 1 0 0,0 1 0 0 0,-1-1 0 0 0,1 1-1 0 0,-4 18 74 0 0,3-11-46 0 0,-14 107 178 0 0,5-30-2412 0 0,-3-39-2753 0 0,9-31 2497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2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15 321 2104 0 0,'-8'-8'4802'0'0,"7"6"-4503"0"0,1 1 1 0 0,-1-1-1 0 0,0 0 0 0 0,0 0 0 0 0,1 1 1 0 0,-1-1-1 0 0,1 0 0 0 0,-1 0 1 0 0,1 0-1 0 0,0 0 0 0 0,0 0 0 0 0,0 1 1 0 0,0-1-1 0 0,0 0 0 0 0,0 0 1 0 0,1 0-1 0 0,0-3 0 0 0,0 1-109 0 0,1 1 0 0 0,-1-1 1 0 0,1 1-1 0 0,0 0 0 0 0,0-1 0 0 0,0 1 0 0 0,1 0 0 0 0,2-4 0 0 0,6-3-59 0 0,1 0 0 0 0,0 0 0 0 0,19-11-1 0 0,9-3 16 0 0,1 1 0 0 0,1 2-1 0 0,48-16 1 0 0,23-2-1693 0 0,2 6-4031 0 0,-61 18-3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1288 0 0,'12'-14'2292'0'0,"-7"10"-1293"0"0,-1 0 0 0 0,-1-1 0 0 0,1 1-1 0 0,5-10 1 0 0,-8 14-963 0 0,-1-1-1 0 0,0 1 1 0 0,0 0-1 0 0,1-1 1 0 0,-1 1-1 0 0,0 0 1 0 0,1-1-1 0 0,-1 1 1 0 0,0 0-1 0 0,1-1 1 0 0,-1 1 0 0 0,1 0-1 0 0,-1 0 1 0 0,0-1-1 0 0,1 1 1 0 0,-1 0-1 0 0,1 0 1 0 0,-1 0-1 0 0,1 0 1 0 0,-1 0-1 0 0,1 0 1 0 0,-1 0-1 0 0,1-1 1 0 0,-1 1-1 0 0,1 0 1 0 0,-1 1-1 0 0,0-1 1 0 0,1 0 0 0 0,-1 0-1 0 0,1 0 1 0 0,-1 0-1 0 0,1 0 1 0 0,-1 0-1 0 0,1 1 1 0 0,-1-1-1 0 0,0 0 1 0 0,1 0-1 0 0,-1 1 1 0 0,1-1-1 0 0,-1 0 1 0 0,0 0-1 0 0,1 1 1 0 0,-1 0 0 0 0,15 13 1130 0 0,-8-1-671 0 0,0 0 0 0 0,-1 0-1 0 0,-1 1 1 0 0,0 0 0 0 0,-1 0-1 0 0,3 17 1 0 0,12 33 29 0 0,-12-46-358 0 0,0-1 0 0 0,16 25 0 0 0,-22-41-157 0 0,0 1 0 0 0,0-1 0 0 0,0 1 0 0 0,1-1 0 0 0,-1 0 0 0 0,0 1 0 0 0,1-1 0 0 0,0 0 0 0 0,-1 0 0 0 0,1 0 0 0 0,0 0 0 0 0,-1 0 0 0 0,1-1 0 0 0,0 1 0 0 0,0 0 0 0 0,-1-1-1 0 0,1 1 1 0 0,0-1 0 0 0,0 0 0 0 0,0 0 0 0 0,0 0 0 0 0,0 0 0 0 0,0 0 0 0 0,0 0 0 0 0,0 0 0 0 0,-1 0 0 0 0,1-1 0 0 0,0 1 0 0 0,0-1 0 0 0,0 0 0 0 0,0 1 0 0 0,2-3 0 0 0,5-1 3 0 0,0 0 1 0 0,-1-1 0 0 0,0 0 0 0 0,14-12 0 0 0,8-10-5 0 0,-2-1 0 0 0,29-37 0 0 0,-29 30-44 0 0,44-38 0 0 0,-71 71 34 0 0,1 1-1 0 0,0-1 1 0 0,0 1-1 0 0,-1-1 0 0 0,1 1 1 0 0,0 0-1 0 0,0 0 0 0 0,0 0 1 0 0,0 0-1 0 0,0 1 0 0 0,1-1 1 0 0,-1 0-1 0 0,0 1 1 0 0,0 0-1 0 0,0-1 0 0 0,1 1 1 0 0,-1 0-1 0 0,0 0 0 0 0,0 0 1 0 0,0 0-1 0 0,1 1 0 0 0,-1-1 1 0 0,0 1-1 0 0,4 0 0 0 0,16 11 17 0 0,1-1-1 0 0,0-1 0 0 0,1-1 1 0 0,1-1-1 0 0,-1-1 0 0 0,1-1 1 0 0,39 4-1 0 0,-57-9 0 0 0,1-1 0 0 0,-1 0-1 0 0,1-1 1 0 0,-1 0 0 0 0,1 0-1 0 0,-1 0 1 0 0,0-1 0 0 0,1 0 0 0 0,-1 0-1 0 0,0-1 1 0 0,0 0 0 0 0,10-6 0 0 0,-12 5-11 0 0,0 1 0 0 0,-1-1 0 0 0,1 0 1 0 0,-1-1-1 0 0,0 1 0 0 0,0-1 1 0 0,0 0-1 0 0,-1 1 0 0 0,0-2 0 0 0,0 1 1 0 0,0 0-1 0 0,0-1 0 0 0,-1 1 1 0 0,0-1-1 0 0,2-9 0 0 0,-4 15-3 0 0,0-1 1 0 0,1 1-1 0 0,-1-1 0 0 0,0 1 1 0 0,0-1-1 0 0,0 0 0 0 0,0 1 1 0 0,0-1-1 0 0,0 1 0 0 0,0-1 1 0 0,0 1-1 0 0,0-1 0 0 0,0 0 1 0 0,0 1-1 0 0,0-1 0 0 0,0 1 1 0 0,-1-1-1 0 0,1 1 0 0 0,0-1 1 0 0,0 0-1 0 0,-1 1 0 0 0,1-1 1 0 0,0 1-1 0 0,0-1 0 0 0,-1 1 1 0 0,1 0-1 0 0,-1-1 0 0 0,1 1 1 0 0,0-1-1 0 0,-1 1 0 0 0,1 0 1 0 0,-1-1-1 0 0,1 1 0 0 0,-1 0 1 0 0,1-1-1 0 0,-1 1 0 0 0,1 0 1 0 0,-1 0-1 0 0,0 0 0 0 0,1-1 1 0 0,-1 1-1 0 0,1 0 0 0 0,-1 0 1 0 0,1 0-1 0 0,-1 0 0 0 0,0 0 1 0 0,1 0-1 0 0,-1 0 0 0 0,1 0 1 0 0,-1 0-1 0 0,0 1 0 0 0,1-1 1 0 0,-1 0-1 0 0,0 0 0 0 0,-27 9 22 0 0,13-1-21 0 0,1 1 0 0 0,0 1 0 0 0,1 0 0 0 0,0 0 0 0 0,0 2-1 0 0,1-1 1 0 0,0 2 0 0 0,1 0 0 0 0,1 0 0 0 0,-13 22 0 0 0,19-30 4 0 0,1-1 1 0 0,1 1 0 0 0,-1 1-1 0 0,1-1 1 0 0,0 0 0 0 0,0 0-1 0 0,1 1 1 0 0,-1-1-1 0 0,0 8 1 0 0,2-11-50 0 0,0 1 0 0 0,0-1 0 0 0,0 0 0 0 0,1 0 0 0 0,-1 0 0 0 0,1 0 1 0 0,-1 1-1 0 0,1-1 0 0 0,0 0 0 0 0,0 0 0 0 0,-1 0 0 0 0,2 0 0 0 0,-1 0 0 0 0,0-1 0 0 0,0 1 0 0 0,1 0 0 0 0,-1 0 0 0 0,0-1 0 0 0,1 1 1 0 0,0-1-1 0 0,-1 1 0 0 0,1-1 0 0 0,0 0 0 0 0,0 0 0 0 0,0 1 0 0 0,2-1 0 0 0,9 5-1063 0 0,1-1 0 0 0,-1 0 0 0 0,1-2 0 0 0,0 1 0 0 0,0-2 0 0 0,1 0 1 0 0,26 1-1 0 0,-11-3-2785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4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41 700 0 0,'-1'-2'268'0'0,"0"0"1"0"0,0 0-1 0 0,0 0 1 0 0,0-1-1 0 0,0 1 0 0 0,0 0 1 0 0,-1 0-1 0 0,1 1 0 0 0,-1-1 1 0 0,1 0-1 0 0,-1 0 1 0 0,0 1-1 0 0,0-1 0 0 0,1 1 1 0 0,-1-1-1 0 0,0 1 1 0 0,0 0-1 0 0,-5-2 0 0 0,3 2-1 0 0,-1-1 1 0 0,1 1-1 0 0,-1 1 0 0 0,0-1 0 0 0,1 1 0 0 0,-1-1 1 0 0,0 1-1 0 0,0 1 0 0 0,-4 0 0 0 0,-10 2 432 0 0,0 2 0 0 0,1 0 0 0 0,-29 12-1 0 0,44-16-574 0 0,-30 13 849 0 0,0 1 0 0 0,-52 33 1 0 0,70-37-815 0 0,-1 0 1 0 0,2 0 0 0 0,-1 2 0 0 0,2 0 0 0 0,0 0-1 0 0,-22 30 1 0 0,33-40-142 0 0,0-1 0 0 0,0 1 0 0 0,0 0 0 0 0,1 0 0 0 0,0 0 0 0 0,-1 0 0 0 0,1 0 0 0 0,0 0 0 0 0,1 0 0 0 0,-1 0 0 0 0,0 0 0 0 0,1 0 1 0 0,0 0-1 0 0,0 1 0 0 0,0-1 0 0 0,0 0 0 0 0,0 0 0 0 0,2 6 0 0 0,-1-6-8 0 0,0 0 1 0 0,1 0 0 0 0,0 0 0 0 0,-1 0 0 0 0,1 0-1 0 0,0-1 1 0 0,1 1 0 0 0,-1-1 0 0 0,0 1 0 0 0,1-1-1 0 0,-1 0 1 0 0,1 0 0 0 0,0 0 0 0 0,0 0-1 0 0,0 0 1 0 0,0-1 0 0 0,5 3 0 0 0,6 1-375 0 0,-1-1 0 0 0,1 0 1 0 0,0-1-1 0 0,0 0 0 0 0,0-1 0 0 0,0-1 1 0 0,26 0-1 0 0,-10-3-1954 0 0,-1-1 0 0 0,49-11 0 0 0,-39 3-1379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5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61 400 0 0,'-1'-8'855'0'0,"1"4"-382"0"0,-1 1 1 0 0,1-1-1 0 0,-1 0 0 0 0,1 0 0 0 0,-1 0 1 0 0,-1 0-1 0 0,1 0 0 0 0,0 1 0 0 0,-1-1 0 0 0,-2-4 1 0 0,3 7-404 0 0,0 1-1 0 0,1-1 1 0 0,-1 1 0 0 0,0-1 0 0 0,1 1 0 0 0,-1-1 0 0 0,0 1 0 0 0,1 0 0 0 0,-1-1 0 0 0,0 1 0 0 0,0 0 0 0 0,1-1 0 0 0,-1 1 0 0 0,0 0-1 0 0,0 0 1 0 0,0 0 0 0 0,1 0 0 0 0,-1 0 0 0 0,0 0 0 0 0,0 0 0 0 0,0 0 0 0 0,1 0 0 0 0,-1 0 0 0 0,0 1 0 0 0,0-1 0 0 0,0 0 0 0 0,0 1-1 0 0,-20 10 828 0 0,10-3-527 0 0,1 0 0 0 0,0 1 0 0 0,1 0 0 0 0,0 1 1 0 0,1 0-1 0 0,0 1 0 0 0,0 0 0 0 0,-6 12 0 0 0,-21 50 766 0 0,16-24-555 0 0,-9 39-150 0 0,-28 150 0 0 0,54-227-993 0 0,1 0 1 0 0,-1 0-1 0 0,2 0 0 0 0,0 12 1 0 0,1-17-445 0 0,-1-1-1 0 0,1 1 1 0 0,1 0 0 0 0,-1-1 0 0 0,4 10-1 0 0,2-3-2968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177 181 1528 0 0,'1'-4'703'0'0,"1"-15"3414"0"0,-2 18-4017 0 0,0 1-1 0 0,-1-1 1 0 0,1 0 0 0 0,0 1 0 0 0,0-1 0 0 0,0 1-1 0 0,-1-1 1 0 0,1 1 0 0 0,0-1 0 0 0,-1 1 0 0 0,1-1-1 0 0,0 1 1 0 0,-1 0 0 0 0,1-1 0 0 0,-1 1-1 0 0,1-1 1 0 0,-1 1 0 0 0,1 0 0 0 0,-1-1 0 0 0,1 1-1 0 0,-1 0 1 0 0,1 0 0 0 0,-1-1 0 0 0,1 1 0 0 0,-1 0-1 0 0,0 0 1 0 0,-1 0-12 0 0,1 0 0 0 0,-1 1 0 0 0,1-1 0 0 0,-1 0 0 0 0,1 1 0 0 0,-1-1 0 0 0,1 1 0 0 0,0 0 0 0 0,-1 0 0 0 0,1-1 0 0 0,0 1 0 0 0,0 0 0 0 0,0 0-1 0 0,-1 0 1 0 0,0 2 0 0 0,-1 0 197 0 0,-5 3-60 0 0,1 0 0 0 0,0 1 0 0 0,1 0 0 0 0,-1 0 0 0 0,1 1 0 0 0,1 0 0 0 0,-1 0 0 0 0,1 0 0 0 0,1 1 0 0 0,0 0 0 0 0,-4 10 0 0 0,7-15-194 0 0,0-1 1 0 0,0 1 0 0 0,0 0 0 0 0,0 0 0 0 0,1-1 0 0 0,0 1-1 0 0,0 0 1 0 0,0 0 0 0 0,0 0 0 0 0,0 0 0 0 0,1-1 0 0 0,0 1-1 0 0,-1 0 1 0 0,2 0 0 0 0,-1-1 0 0 0,0 1 0 0 0,1-1 0 0 0,-1 1 0 0 0,1-1-1 0 0,0 1 1 0 0,0-1 0 0 0,1 0 0 0 0,-1 0 0 0 0,0 0 0 0 0,1 0-1 0 0,0-1 1 0 0,0 1 0 0 0,0-1 0 0 0,0 1 0 0 0,4 1 0 0 0,-1 0-20 0 0,1 0 1 0 0,0-1-1 0 0,0 1 1 0 0,0-1-1 0 0,1-1 1 0 0,-1 0-1 0 0,0 0 0 0 0,1 0 1 0 0,0-1-1 0 0,-1 0 1 0 0,1 0-1 0 0,0-1 1 0 0,0 0-1 0 0,0 0 1 0 0,-1-1-1 0 0,1 0 1 0 0,0-1-1 0 0,-1 0 1 0 0,12-4-1 0 0,-13 4-2 0 0,0-1 0 0 0,0 0-1 0 0,0 0 1 0 0,0-1 0 0 0,0 1 0 0 0,-1-1 0 0 0,0-1-1 0 0,0 1 1 0 0,0-1 0 0 0,-1 0 0 0 0,1 0-1 0 0,-1 0 1 0 0,0 0 0 0 0,-1-1 0 0 0,1 0-1 0 0,-1 0 1 0 0,0 0 0 0 0,0 0 0 0 0,-1 0-1 0 0,0 0 1 0 0,0-1 0 0 0,1-12 0 0 0,-2 15-10 0 0,0-1 0 0 0,-1 1 0 0 0,1-1 0 0 0,-1 1 0 0 0,-1-1 0 0 0,1 0 0 0 0,0 1 0 0 0,-1-1 1 0 0,0 1-1 0 0,0-1 0 0 0,-1 1 0 0 0,1-1 0 0 0,-1 1 0 0 0,0 0 0 0 0,0 0 0 0 0,0 0 0 0 0,-1 0 0 0 0,1 0 0 0 0,-1 1 0 0 0,0-1 1 0 0,0 1-1 0 0,0-1 0 0 0,-1 1 0 0 0,1 0 0 0 0,-1 0 0 0 0,0 1 0 0 0,0-1 0 0 0,0 1 0 0 0,0 0 0 0 0,0 0 0 0 0,0 0 1 0 0,0 0-1 0 0,-1 1 0 0 0,1 0 0 0 0,-1 0 0 0 0,-6-1 0 0 0,-4-1 3 0 0,-1 2 0 0 0,0 0 0 0 0,0 0 0 0 0,0 2 1 0 0,1 0-1 0 0,-1 0 0 0 0,0 2 0 0 0,1 0 0 0 0,-1 0 0 0 0,1 2 0 0 0,0 0 0 0 0,0 1 0 0 0,1 0 1 0 0,-18 10-1 0 0,31-15-11 0 0,-1 0 1 0 0,0 0-1 0 0,1 0 1 0 0,-1 0-1 0 0,1 0 1 0 0,-1 0-1 0 0,1 0 1 0 0,0 1-1 0 0,-1-1 1 0 0,1 0-1 0 0,0 1 1 0 0,0-1-1 0 0,0 1 1 0 0,0 0-1 0 0,0-1 1 0 0,0 1-1 0 0,1 0 1 0 0,-1-1-1 0 0,0 1 1 0 0,1 0-1 0 0,-1 0 1 0 0,1 0-1 0 0,0 0 0 0 0,0-1 1 0 0,0 1-1 0 0,0 0 1 0 0,0 3-1 0 0,1-2-43 0 0,0-1-1 0 0,0 0 1 0 0,0 0-1 0 0,0 0 0 0 0,1 0 1 0 0,-1 0-1 0 0,0 0 1 0 0,1 0-1 0 0,0 0 0 0 0,-1 0 1 0 0,1-1-1 0 0,0 1 0 0 0,0-1 1 0 0,0 1-1 0 0,0-1 1 0 0,0 0-1 0 0,1 0 0 0 0,-1 0 1 0 0,0 0-1 0 0,4 1 1 0 0,6 2-110 0 0,1-1 0 0 0,0-1 0 0 0,0 0-1 0 0,0-1 1 0 0,-1 0 0 0 0,1-1 0 0 0,0 0 0 0 0,0-1 0 0 0,0 0 0 0 0,21-6 0 0 0,0-2 47 0 0,-1-1-1 0 0,55-25 0 0 0,1-8 15 0 0,72-28 27 0 0,-159 70 91 0 0,0 0 0 0 0,0 0 0 0 0,1 0-1 0 0,-1 1 1 0 0,1-1 0 0 0,-1 1-1 0 0,0 0 1 0 0,1 0 0 0 0,-1 0 0 0 0,1 0-1 0 0,-1 0 1 0 0,1 0 0 0 0,-1 1-1 0 0,0-1 1 0 0,1 1 0 0 0,-1 0 0 0 0,0-1-1 0 0,1 1 1 0 0,-1 0 0 0 0,0 0 0 0 0,4 3-1 0 0,-4-2 75 0 0,1 0 0 0 0,-1 1 0 0 0,0-1 0 0 0,0 0 0 0 0,-1 1 0 0 0,1-1 0 0 0,0 1 0 0 0,-1 0-1 0 0,1-1 1 0 0,-1 1 0 0 0,0 0 0 0 0,0 0 0 0 0,0 0 0 0 0,-1 0 0 0 0,1 0 0 0 0,-1 0 0 0 0,1 4 0 0 0,-1 4 214 0 0,0 0 0 0 0,-1 0 1 0 0,0 0-1 0 0,0 0 1 0 0,-1 0-1 0 0,-1 0 1 0 0,-6 17-1 0 0,-5 5 1274 0 0,-18 32-1 0 0,13-29 2318 0 0,36-50-3536 0 0,61-48-512 0 0,120-75 1 0 0,0 26-4546 0 0,-172 98 3296 0 0,23-13-2576 0 0,-18 6-1605 0 0,-18 8 664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5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26 1156 0 0,'-142'-5'9114'0'0,"240"-4"-8034"0"0,-10 8-960 0 0,110-4-1264 0 0,-68 1-3073 0 0,-67 2 512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1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157 395 1740 0 0,'-12'-63'7938'0'0,"12"61"-7644"0"0,-1 2-258 0 0,1-1 0 0 0,0 1 0 0 0,-1 0 0 0 0,1 0 0 0 0,-1-1-1 0 0,1 1 1 0 0,0 0 0 0 0,-1 0 0 0 0,1 0 0 0 0,-1 0 0 0 0,1 0-1 0 0,-1 0 1 0 0,1 0 0 0 0,-1-1 0 0 0,1 1 0 0 0,-1 0 0 0 0,1 1 0 0 0,-1-1-1 0 0,1 0 1 0 0,-1 0 0 0 0,0 0 0 0 0,-7 6 236 0 0,1 1 1 0 0,0 0-1 0 0,0 0 1 0 0,0 1-1 0 0,1 0 1 0 0,-7 9-1 0 0,-30 58 907 0 0,31-53-949 0 0,9-16-175 0 0,-1 1 0 0 0,1 1 0 0 0,0-1 1 0 0,1 0-1 0 0,-1 1 0 0 0,2-1 1 0 0,-1 1-1 0 0,1-1 0 0 0,0 1 1 0 0,0 0-1 0 0,1 0 0 0 0,1 10 0 0 0,0-15-34 0 0,-1 1 0 0 0,1-1-1 0 0,0 0 1 0 0,0 1-1 0 0,0-1 1 0 0,1 0-1 0 0,-1 0 1 0 0,1 0 0 0 0,0 0-1 0 0,0 0 1 0 0,0 0-1 0 0,0 0 1 0 0,0-1 0 0 0,1 1-1 0 0,-1-1 1 0 0,1 1-1 0 0,-1-1 1 0 0,1 0-1 0 0,0 0 1 0 0,0 0 0 0 0,0-1-1 0 0,0 1 1 0 0,1-1-1 0 0,-1 1 1 0 0,0-1-1 0 0,0 0 1 0 0,1 0 0 0 0,-1-1-1 0 0,6 1 1 0 0,-1 1 7 0 0,1-1 0 0 0,-1-1 0 0 0,1 1 1 0 0,0-2-1 0 0,-1 1 0 0 0,1-1 0 0 0,-1 0 0 0 0,1-1 1 0 0,-1 0-1 0 0,0 0 0 0 0,0-1 0 0 0,0 0 1 0 0,0 0-1 0 0,0-1 0 0 0,0 0 0 0 0,-1-1 0 0 0,0 0 1 0 0,0 0-1 0 0,0 0 0 0 0,-1-1 0 0 0,1 1 1 0 0,-1-2-1 0 0,-1 1 0 0 0,1-1 0 0 0,-1 0 0 0 0,0 0 1 0 0,-1 0-1 0 0,0-1 0 0 0,0 1 0 0 0,5-16 0 0 0,-3 4-3 0 0,-1 0-1 0 0,-1 0 1 0 0,-1-1-1 0 0,2-36 0 0 0,-5 46-23 0 0,0-1-1 0 0,0 1 0 0 0,-1 0 1 0 0,-1 0-1 0 0,0 0 0 0 0,0 0 1 0 0,-1 0-1 0 0,0 0 1 0 0,-1 1-1 0 0,0-1 0 0 0,-6-9 1 0 0,9 17-2 0 0,0 0 0 0 0,0 0 0 0 0,0 1 0 0 0,-1-1 0 0 0,1 0 0 0 0,-1 1 0 0 0,1-1 0 0 0,-1 1 0 0 0,0-1 0 0 0,1 1 0 0 0,-1 0 0 0 0,0 0 0 0 0,0 0 0 0 0,0 0 0 0 0,0 0 1 0 0,0 0-1 0 0,0 0 0 0 0,0 1 0 0 0,0-1 0 0 0,-5 0 0 0 0,4 2-1 0 0,0-1 0 0 0,-1 0 0 0 0,1 1-1 0 0,0 0 1 0 0,0-1 0 0 0,-1 1 0 0 0,1 1 0 0 0,0-1 0 0 0,0 0 0 0 0,0 1 0 0 0,0-1 0 0 0,-3 4-1 0 0,-4 2-4 0 0,0 1 0 0 0,1 0 0 0 0,1 1 0 0 0,-1 0 0 0 0,1 1 0 0 0,-8 12 0 0 0,6-7 7 0 0,1 1 0 0 0,1 0 0 0 0,0 1 0 0 0,1 0 0 0 0,1 0 0 0 0,0 1 0 0 0,1 0-1 0 0,1 0 1 0 0,-2 27 0 0 0,5-36 1 0 0,1-1-1 0 0,0 0 0 0 0,1 0 1 0 0,0 0-1 0 0,0 0 1 0 0,1 0-1 0 0,0 0 0 0 0,0 0 1 0 0,1-1-1 0 0,5 11 0 0 0,-5-12 1 0 0,0-1-1 0 0,1 0 0 0 0,0 0 0 0 0,0 0 0 0 0,0-1 0 0 0,0 1 1 0 0,1-1-1 0 0,0 0 0 0 0,0 0 0 0 0,0-1 0 0 0,0 1 0 0 0,0-1 0 0 0,1 0 1 0 0,0-1-1 0 0,6 3 0 0 0,5 1-78 0 0,1-1 1 0 0,0-1 0 0 0,1 0-1 0 0,-1-2 1 0 0,1 0 0 0 0,-1-1-1 0 0,1 0 1 0 0,-1-2-1 0 0,1 0 1 0 0,25-6 0 0 0,-28 4 9 0 0,-1 0 1 0 0,-1-2 0 0 0,1 0 0 0 0,-1 0 0 0 0,0-2 0 0 0,0 1 0 0 0,0-2 0 0 0,-1 0 0 0 0,0 0 0 0 0,-1-2 0 0 0,0 1-1 0 0,21-23 1 0 0,-16 11 40 0 0,-2-1 0 0 0,0 0-1 0 0,18-40 1 0 0,-13 26 118 0 0,-19 34-85 0 0,0 1 1 0 0,0-1 0 0 0,-1 0 0 0 0,1 0 0 0 0,0 0-1 0 0,-1 0 1 0 0,1 0 0 0 0,-1 0 0 0 0,1-3 0 0 0,-1 5-7 0 0,0 0 1 0 0,0 0 0 0 0,0 0-1 0 0,0 0 1 0 0,0 0 0 0 0,0 0-1 0 0,0 0 1 0 0,0 0 0 0 0,0-1-1 0 0,0 1 1 0 0,-1 0 0 0 0,1 0-1 0 0,0 0 1 0 0,0 0 0 0 0,0 0 0 0 0,0 0-1 0 0,0 0 1 0 0,0 0 0 0 0,0 0-1 0 0,0 0 1 0 0,0 0 0 0 0,0 0-1 0 0,0 0 1 0 0,0-1 0 0 0,0 1-1 0 0,0 0 1 0 0,0 0 0 0 0,-1 0-1 0 0,1 0 1 0 0,0 0 0 0 0,0 0-1 0 0,0 0 1 0 0,0 0 0 0 0,0 0-1 0 0,0 0 1 0 0,0 0 0 0 0,0 0-1 0 0,0 0 1 0 0,0 0 0 0 0,-1 0-1 0 0,1 0 1 0 0,0 0 0 0 0,0 0 0 0 0,0 0-1 0 0,0 0 1 0 0,0 0 0 0 0,0 0-1 0 0,0 0 1 0 0,0 0 0 0 0,0 0-1 0 0,0 1 1 0 0,-1-1 0 0 0,1 0-1 0 0,0 0 1 0 0,0 0 0 0 0,-9 10 13 0 0,1 3-4 0 0,1 1 0 0 0,0 0-1 0 0,1 0 1 0 0,0 0 0 0 0,1 1-1 0 0,1 0 1 0 0,0 0-1 0 0,-2 28 1 0 0,5-39-8 0 0,1 0-1 0 0,-1 0 1 0 0,1 0-1 0 0,0 0 1 0 0,0 0 0 0 0,1 0-1 0 0,-1 0 1 0 0,1-1 0 0 0,0 1-1 0 0,0 0 1 0 0,0 0-1 0 0,1-1 1 0 0,-1 1 0 0 0,1-1-1 0 0,0 1 1 0 0,0-1-1 0 0,0 0 1 0 0,5 6 0 0 0,-3-5 3 0 0,0-1 0 0 0,0 0 0 0 0,0 0 0 0 0,0 0 0 0 0,1 0 0 0 0,0-1 0 0 0,-1 0 0 0 0,1 0 0 0 0,0 0 0 0 0,0 0 0 0 0,0-1 0 0 0,9 2 0 0 0,-3-2 2 0 0,1 0 0 0 0,0 0 0 0 0,-1-1 1 0 0,1-1-1 0 0,0 0 0 0 0,-1 0 0 0 0,1-1 0 0 0,-1-1 1 0 0,1 0-1 0 0,-1-1 0 0 0,0 0 0 0 0,10-5 0 0 0,-9 2-1 0 0,-1 0-1 0 0,0-1 0 0 0,0-1 0 0 0,-1 1 0 0 0,0-2 1 0 0,15-18-1 0 0,-9 7 9 0 0,-1-1 0 0 0,18-34 0 0 0,1-14 305 0 0,-33 67-264 0 0,-11 26-28 0 0,1-4-23 0 0,1 1-1 0 0,-9 29 1 0 0,15-41-3 0 0,0 0 0 0 0,0-1 1 0 0,1 1-1 0 0,0 0 0 0 0,0 0 0 0 0,1 0 1 0 0,0 0-1 0 0,1 0 0 0 0,2 14 1 0 0,-2-19 0 0 0,0-1 1 0 0,0 1 0 0 0,0 0-1 0 0,0-1 1 0 0,0 1 0 0 0,1-1-1 0 0,-1 0 1 0 0,1 1-1 0 0,-1-1 1 0 0,1 0 0 0 0,0 0-1 0 0,0 0 1 0 0,0 0-1 0 0,0 0 1 0 0,1-1 0 0 0,-1 1-1 0 0,4 1 1 0 0,-2-1-101 0 0,0 0 0 0 0,1-1 0 0 0,-1 1 0 0 0,1-1 0 0 0,-1 0 0 0 0,1-1 0 0 0,0 1 0 0 0,-1-1 0 0 0,9 0 0 0 0,-3-1-251 0 0,1 0 0 0 0,-1-1 0 0 0,0 0 0 0 0,0 0 0 0 0,0-1 0 0 0,-1-1 1 0 0,1 0-1 0 0,16-9 0 0 0,-8 1 43 0 0,-1-1 1 0 0,-1-1-1 0 0,0-1 1 0 0,-1 0-1 0 0,0-1 1 0 0,-1 0-1 0 0,-1-1 1 0 0,-1-1-1 0 0,19-34 1 0 0,0-13 500 0 0,37-106 0 0 0,-51 123 891 0 0,-3-1 1 0 0,8-51-1 0 0,-22 99-1058 0 0,1 1 0 0 0,-1-1 0 0 0,0 0 0 0 0,0 1 0 0 0,0-1 0 0 0,0 1 0 0 0,0-1 0 0 0,0 1 0 0 0,1-1 0 0 0,-1 0 0 0 0,0 1 0 0 0,-1-1 0 0 0,1 1 0 0 0,0-1 0 0 0,0 1 0 0 0,0-1 0 0 0,0 0 0 0 0,0 1 0 0 0,-1-1 0 0 0,1 1 0 0 0,0-1 0 0 0,0 1 0 0 0,-1-1 0 0 0,1 1 0 0 0,0-1 0 0 0,-1 0 0 0 0,0 1-16 0 0,1 1-1 0 0,-1-1 1 0 0,0 0 0 0 0,1 0-1 0 0,-1 0 1 0 0,0 0 0 0 0,1 1-1 0 0,-1-1 1 0 0,1 0-1 0 0,-1 0 1 0 0,0 1 0 0 0,1-1-1 0 0,-1 1 1 0 0,1-1 0 0 0,-1 0-1 0 0,1 1 1 0 0,-1-1 0 0 0,1 1-1 0 0,-23 28 205 0 0,4 9 0 0 0,2 1 1 0 0,1 0-1 0 0,2 1 0 0 0,-14 69 0 0 0,26-97-203 0 0,0 1 0 0 0,0-1 0 0 0,2 0 0 0 0,-1 0 0 0 0,1 1 0 0 0,1-1 0 0 0,0 0 0 0 0,1 1 0 0 0,4 12 0 0 0,-5-19-117 0 0,2-1 1 0 0,-1 1-1 0 0,1-1 1 0 0,0 1-1 0 0,0-1 1 0 0,0 0-1 0 0,1 0 1 0 0,-1-1-1 0 0,1 1 1 0 0,0-1-1 0 0,1 1 1 0 0,-1-1-1 0 0,1-1 1 0 0,0 1-1 0 0,0-1 1 0 0,0 0-1 0 0,0 0 1 0 0,1 0-1 0 0,-1 0 1 0 0,9 2-1 0 0,4 0-304 0 0,1-1-1 0 0,0 0 0 0 0,-1-1 0 0 0,1-1 0 0 0,0-1 0 0 0,0-1 0 0 0,0 0 0 0 0,0-1 0 0 0,0-1 0 0 0,0-1 0 0 0,0-1 0 0 0,-1-1 0 0 0,21-7 1 0 0,-21 5 583 0 0,-1 1 0 0 0,0-2 1 0 0,0-1-1 0 0,-1 0 1 0 0,-1-1-1 0 0,1 0 1 0 0,-1-1-1 0 0,-1-1 1 0 0,0-1-1 0 0,-1 0 1 0 0,-1 0-1 0 0,0-2 1 0 0,16-23-1 0 0,-25 34-38 0 0,-2 1 0 0 0,1 0 0 0 0,0-1 0 0 0,-1 1 0 0 0,1-1 0 0 0,0-4 0 0 0,-2 6-77 0 0,0 1-1 0 0,1-1 1 0 0,-1 1-1 0 0,0-1 1 0 0,0 1-1 0 0,-1 0 1 0 0,1-1 0 0 0,0 1-1 0 0,0-1 1 0 0,-1 1-1 0 0,1 0 1 0 0,-1-1 0 0 0,1 1-1 0 0,-1 0 1 0 0,1 0-1 0 0,-1-1 1 0 0,0 1-1 0 0,-1-2 1 0 0,0 2-9 0 0,1 1 0 0 0,-1-1 0 0 0,1 1-1 0 0,-1-1 1 0 0,1 1 0 0 0,-1 0 0 0 0,1-1 0 0 0,-1 1 0 0 0,1 0 0 0 0,-1 0-1 0 0,1 0 1 0 0,-1 0 0 0 0,1 0 0 0 0,-1 1 0 0 0,1-1 0 0 0,-1 0 0 0 0,1 1-1 0 0,-3 0 1 0 0,-27 10 514 0 0,-1 4-140 0 0,1 0 0 0 0,1 2 0 0 0,-30 22 0 0 0,45-28-362 0 0,1 0 0 0 0,0 1 0 0 0,1 1 0 0 0,0 0 0 0 0,1 0-1 0 0,0 2 1 0 0,-15 24 0 0 0,26-37-52 0 0,0 0 0 0 0,0 1-1 0 0,0-1 1 0 0,0 0-1 0 0,0 1 1 0 0,0-1-1 0 0,1 1 1 0 0,-1-1 0 0 0,1 0-1 0 0,-1 1 1 0 0,1-1-1 0 0,0 1 1 0 0,0-1 0 0 0,0 1-1 0 0,1-1 1 0 0,-1 1-1 0 0,1-1 1 0 0,-1 1-1 0 0,1-1 1 0 0,1 5 0 0 0,0-5-5 0 0,-1 0 1 0 0,1 0 0 0 0,-1-1-1 0 0,1 1 1 0 0,-1 0-1 0 0,1-1 1 0 0,0 1 0 0 0,0-1-1 0 0,0 0 1 0 0,0 1 0 0 0,0-1-1 0 0,0 0 1 0 0,0 0-1 0 0,0 0 1 0 0,1-1 0 0 0,-1 1-1 0 0,0-1 1 0 0,0 1 0 0 0,1-1-1 0 0,-1 1 1 0 0,0-1 0 0 0,1 0-1 0 0,-1 0 1 0 0,1 0-1 0 0,1-1 1 0 0,8 0 0 0 0,-1-1 0 0 0,1-1 0 0 0,-1 0 0 0 0,0 0 0 0 0,0-1 0 0 0,0 0 0 0 0,0-1 0 0 0,-1 0 0 0 0,0-1 0 0 0,0 0 0 0 0,0-1 0 0 0,-1 0 0 0 0,13-12 0 0 0,10-12 24 0 0,-2-2 1 0 0,33-45 0 0 0,-48 58-4 0 0,-15 19-26 0 0,1 0 0 0 0,0 0 0 0 0,-1 0 0 0 0,1 1 0 0 0,0-1 0 0 0,-1 0 0 0 0,1 0 0 0 0,0 0 0 0 0,0 0 1 0 0,0 1-1 0 0,0-1 0 0 0,0 1 0 0 0,0-1 0 0 0,1 0 0 0 0,-2 11 43 0 0,-10 21 129 0 0,-206 480 2289 0 0,183-434-2134 0 0,7-16 463 0 0,-3 0 0 0 0,-62 97 0 0 0,84-149-506 0 0,0 0-1 0 0,-1 0 1 0 0,0 0 0 0 0,0-1-1 0 0,-1 0 1 0 0,0-1-1 0 0,-1 0 1 0 0,-10 6 0 0 0,16-10-201 0 0,1-1 1 0 0,-1-1-1 0 0,1 1 0 0 0,-1 0 1 0 0,0-1-1 0 0,1 0 1 0 0,-1 0-1 0 0,0 0 1 0 0,0 0-1 0 0,0-1 1 0 0,0 1-1 0 0,0-1 1 0 0,0 0-1 0 0,0 0 0 0 0,0-1 1 0 0,0 1-1 0 0,0-1 1 0 0,0 0-1 0 0,0 0 1 0 0,1 0-1 0 0,-1 0 1 0 0,0-1-1 0 0,1 0 1 0 0,-1 0-1 0 0,1 0 1 0 0,-6-4-1 0 0,6 4-61 0 0,0-1 0 0 0,0 0 0 0 0,0 1 0 0 0,1-1 0 0 0,0 0 0 0 0,-1-1-1 0 0,1 1 1 0 0,0 0 0 0 0,1 0 0 0 0,-1-1 0 0 0,0 1 0 0 0,1-1 0 0 0,0 0 0 0 0,0 1 0 0 0,-1-5 0 0 0,2 1-18 0 0,-1 1-1 0 0,1-1 1 0 0,0 1 0 0 0,1-1 0 0 0,-1 1-1 0 0,1-1 1 0 0,1 1 0 0 0,1-8 0 0 0,4-4-145 0 0,-1 2 1 0 0,2-1-1 0 0,0 1 0 0 0,1 0 1 0 0,16-21-1 0 0,1 5-813 0 0,2 0-1 0 0,0 2 0 0 0,2 2 1 0 0,66-50-1 0 0,151-80-8057 0 0,-185 120 5306 0 0,-13 9-1719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66 848 0 0,'1'-1'255'0'0,"-1"0"0"0"0,1-1 0 0 0,0 1-1 0 0,0 0 1 0 0,0 0 0 0 0,-1-1 0 0 0,1 1 0 0 0,-1 0 0 0 0,1-1-1 0 0,-1 1 1 0 0,1 0 0 0 0,-1-1 0 0 0,0 1 0 0 0,0-1 0 0 0,0 1-1 0 0,0 0 1 0 0,0-1 0 0 0,0 1 0 0 0,0-1 0 0 0,0 1 0 0 0,0 0-1 0 0,-1-1 1 0 0,1 1 0 0 0,0-1 0 0 0,-1 1 0 0 0,0 0 0 0 0,1-1-1 0 0,-1 1 1 0 0,0 0 0 0 0,1 0 0 0 0,-1 0 0 0 0,-2-3 0 0 0,2 4-173 0 0,0-1 1 0 0,0 1 0 0 0,0 0 0 0 0,0-1 0 0 0,0 1 0 0 0,0 0-1 0 0,0-1 1 0 0,0 1 0 0 0,0 0 0 0 0,0 0 0 0 0,0 0-1 0 0,0 0 1 0 0,0 0 0 0 0,0 0 0 0 0,0 0 0 0 0,0 0 0 0 0,0 1-1 0 0,0-1 1 0 0,0 0 0 0 0,-1 1 0 0 0,-20 8 892 0 0,7-1-667 0 0,1 1 1 0 0,1 1 0 0 0,0 0-1 0 0,0 0 1 0 0,0 2 0 0 0,2-1-1 0 0,-1 1 1 0 0,2 1 0 0 0,-1 0-1 0 0,2 1 1 0 0,0 0-1 0 0,-12 25 1 0 0,18-33-278 0 0,1-1-1 0 0,0 1 1 0 0,0 0-1 0 0,1 0 1 0 0,-1 0-1 0 0,1 0 1 0 0,1 0-1 0 0,-1 0 1 0 0,1 0-1 0 0,0 0 1 0 0,0 0-1 0 0,2 7 1 0 0,-1-10-17 0 0,0 0 0 0 0,0 0 0 0 0,0 1 1 0 0,0-1-1 0 0,1 0 0 0 0,-1 0 0 0 0,1 0 0 0 0,0-1 1 0 0,0 1-1 0 0,0 0 0 0 0,0-1 0 0 0,0 1 1 0 0,0-1-1 0 0,1 1 0 0 0,0-1 0 0 0,-1 0 1 0 0,1 0-1 0 0,0-1 0 0 0,0 1 0 0 0,0 0 1 0 0,0-1-1 0 0,6 2 0 0 0,-2-1-3 0 0,0 0 0 0 0,-1 0 0 0 0,1-1 0 0 0,0 0 0 0 0,0-1 0 0 0,0 0 0 0 0,0 0 0 0 0,0 0 0 0 0,0-1 0 0 0,0 0 0 0 0,0 0 0 0 0,0 0-1 0 0,-1-1 1 0 0,1 0 0 0 0,-1-1 0 0 0,1 0 0 0 0,-1 1 0 0 0,0-2 0 0 0,0 1 0 0 0,0-1 0 0 0,9-8 0 0 0,-5 3-7 0 0,0 0 0 0 0,-1 0 0 0 0,0-1 0 0 0,-1-1 0 0 0,0 1 0 0 0,-1-1 0 0 0,0-1 0 0 0,0 1 0 0 0,-1-1 1 0 0,6-18-1 0 0,-10 22-4 0 0,1 0 0 0 0,-1-1 0 0 0,-1 1 0 0 0,1 0 1 0 0,-1-1-1 0 0,-1 1 0 0 0,0-12 0 0 0,0 18-1 0 0,0 0 1 0 0,0-1-1 0 0,-1 1 0 0 0,1 0 0 0 0,0 0 0 0 0,-1-1 0 0 0,0 1 0 0 0,0 0 1 0 0,0 0-1 0 0,0 0 0 0 0,0 0 0 0 0,0 0 0 0 0,0 0 0 0 0,0 0 1 0 0,-1 1-1 0 0,1-1 0 0 0,-1 0 0 0 0,0 1 0 0 0,1-1 0 0 0,-1 1 0 0 0,0-1 1 0 0,0 1-1 0 0,0 0 0 0 0,0 0 0 0 0,0 0 0 0 0,0 0 0 0 0,0 0 0 0 0,0 0 1 0 0,0 1-1 0 0,-1-1 0 0 0,1 1 0 0 0,0-1 0 0 0,0 1 0 0 0,-4 0 1 0 0,-1 0 4 0 0,-1 1 1 0 0,0-1 0 0 0,1 1 0 0 0,-1 1 0 0 0,0 0 0 0 0,1 0 0 0 0,0 0 0 0 0,-1 1 0 0 0,1 0-1 0 0,0 0 1 0 0,1 1 0 0 0,-1 0 0 0 0,-7 6 0 0 0,8-6-135 0 0,1 0 1 0 0,0 0-1 0 0,0 1 1 0 0,0 0-1 0 0,1 0 1 0 0,-1 0-1 0 0,1 0 0 0 0,0 1 1 0 0,1 0-1 0 0,0 0 1 0 0,-1 0-1 0 0,2 0 1 0 0,-1 0-1 0 0,1 0 0 0 0,0 1 1 0 0,-2 7-1 0 0,4-11-37 0 0,0-1-1 0 0,0 0 0 0 0,0 1 0 0 0,0-1 0 0 0,0 0 0 0 0,0 0 1 0 0,1 1-1 0 0,-1-1 0 0 0,1 0 0 0 0,-1 0 0 0 0,1 1 0 0 0,0-1 1 0 0,0 0-1 0 0,0 0 0 0 0,0 0 0 0 0,0 0 0 0 0,3 3 1 0 0,-1-2-102 0 0,0 0 0 0 0,0 0 0 0 0,0-1 0 0 0,0 0 0 0 0,0 1 0 0 0,1-1 0 0 0,-1 0 0 0 0,1-1 0 0 0,5 3 0 0 0,5 0-432 0 0,1 0-1 0 0,-1-1 1 0 0,1-1-1 0 0,20 1 1 0 0,-17-2 529 0 0,0-1 0 0 0,-1-1 0 0 0,1 0 0 0 0,0-2 0 0 0,0 0 0 0 0,-1-1 0 0 0,0 0 0 0 0,1-2 0 0 0,-2 0 0 0 0,17-8 0 0 0,-15 4 692 0 0,0 0 0 0 0,-1-1-1 0 0,-1-1 1 0 0,0 0 0 0 0,0-1-1 0 0,-1-1 1 0 0,-1-1 0 0 0,20-25-1 0 0,38-53 6520 0 0,-87 117-6282 0 0,12-18-624 0 0,1-4-101 0 0,-61 109 597 0 0,56-96-624 0 0,0 0-1 0 0,2 0 1 0 0,-1 1 0 0 0,2 0 0 0 0,-5 27 0 0 0,8-38-183 0 0,1 0 1 0 0,0 0-1 0 0,0-1 1 0 0,0 1-1 0 0,0 0 1 0 0,1 0-1 0 0,0-1 1 0 0,0 1-1 0 0,0 0 1 0 0,2 4-1 0 0,-1-7-227 0 0,-1 1-1 0 0,0-1 0 0 0,1 0 0 0 0,-1 0 1 0 0,1 0-1 0 0,-1 0 0 0 0,1 0 1 0 0,0 0-1 0 0,0 0 0 0 0,0 0 1 0 0,0-1-1 0 0,0 1 0 0 0,1-1 0 0 0,-1 0 1 0 0,0 1-1 0 0,1-1 0 0 0,-1 0 1 0 0,1 0-1 0 0,3 0 0 0 0,8 3-4141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137 147 1884 0 0,'6'-14'4316'0'0,"-2"-2"-187"0"0,-10 24-3458 0 0,-32 56 1211 0 0,14-23-1017 0 0,-47 63-1 0 0,63-97-595 0 0,9-15-210 0 0,8-13-47 0 0,20-23 170 0 0,66-76 1 0 0,-75 98-206 0 0,1 2 1 0 0,1 0 0 0 0,1 1-1 0 0,1 2 1 0 0,25-16-1 0 0,-44 31 11 0 0,-1-1-1 0 0,1 1 0 0 0,0 0 1 0 0,0 0-1 0 0,0 1 0 0 0,0 0 0 0 0,0 0 1 0 0,0 0-1 0 0,1 0 0 0 0,-1 1 1 0 0,10 0-1 0 0,-13 0 23 0 0,0 0-1 0 0,0 1 1 0 0,0-1 0 0 0,0 1 0 0 0,-1-1 0 0 0,1 1-1 0 0,0 0 1 0 0,0 0 0 0 0,-1 0 0 0 0,1 0 0 0 0,0 0-1 0 0,-1 0 1 0 0,1 0 0 0 0,-1 0 0 0 0,1 1 0 0 0,-1-1-1 0 0,0 0 1 0 0,0 1 0 0 0,0-1 0 0 0,1 1-1 0 0,-1 0 1 0 0,-1-1 0 0 0,1 1 0 0 0,0 0 0 0 0,0 0-1 0 0,-1 0 1 0 0,1-1 0 0 0,-1 1 0 0 0,1 0 0 0 0,-1 0-1 0 0,0 0 1 0 0,0 0 0 0 0,0 0 0 0 0,0 0 0 0 0,0 2-1 0 0,-1 7 62 0 0,-1 1 0 0 0,0-1-1 0 0,0 0 1 0 0,-1 0-1 0 0,-1 0 1 0 0,0 0 0 0 0,-1-1-1 0 0,0 1 1 0 0,-9 15-1 0 0,6-14-333 0 0,2 1-1 0 0,0-1 0 0 0,0 2 0 0 0,1-1 0 0 0,-4 18 1 0 0,9-30 118 0 0,0 0 1 0 0,0 1-1 0 0,0-1 1 0 0,0 1-1 0 0,0-1 1 0 0,0 1-1 0 0,0-1 0 0 0,1 0 1 0 0,-1 1-1 0 0,0-1 1 0 0,1 0-1 0 0,-1 1 1 0 0,1-1-1 0 0,0 0 1 0 0,-1 1-1 0 0,1-1 1 0 0,0 0-1 0 0,0 0 1 0 0,-1 0-1 0 0,1 0 1 0 0,0 0-1 0 0,0 0 1 0 0,1 0-1 0 0,-1 0 0 0 0,0 0 1 0 0,0 0-1 0 0,0-1 1 0 0,0 1-1 0 0,1 0 1 0 0,-1-1-1 0 0,0 1 1 0 0,1-1-1 0 0,1 1 1 0 0,3 1-654 0 0,0-1 0 0 0,1 1 0 0 0,-1-1 0 0 0,1 0 0 0 0,10 0 0 0 0,4-1-1601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3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98 1184 0 0,'9'-9'1105'0'0,"-4"5"-545"0"0,0 0 0 0 0,-1-1 1 0 0,0 1-1 0 0,0-1 0 0 0,0 0 0 0 0,0 0 0 0 0,-1-1 0 0 0,1 1 0 0 0,-1-1 1 0 0,3-7-1 0 0,-6 12-494 0 0,0 0 0 0 0,0 1 0 0 0,0-1 0 0 0,1 0 0 0 0,-1 0 0 0 0,0 0 0 0 0,0 0 0 0 0,0 0 0 0 0,0 1 1 0 0,-1-1-1 0 0,1 0 0 0 0,0 0 0 0 0,0 0 0 0 0,0 0 0 0 0,-1 1 0 0 0,1-1 0 0 0,0 0 0 0 0,-1 0 0 0 0,1 0 0 0 0,-1 1 0 0 0,1-1 0 0 0,-1 0 1 0 0,1 1-1 0 0,-1-1 0 0 0,-1-1 0 0 0,1 2 3 0 0,0-1-1 0 0,-1 0 1 0 0,1 1 0 0 0,-1-1 0 0 0,0 1 0 0 0,1-1-1 0 0,-1 1 1 0 0,1 0 0 0 0,-1-1 0 0 0,0 1 0 0 0,1 0 0 0 0,-4 1-1 0 0,-2-1 52 0 0,0 1 0 0 0,0 1 0 0 0,0-1-1 0 0,0 1 1 0 0,-7 3 0 0 0,-7 5 93 0 0,0 0-1 0 0,0 1 1 0 0,2 2 0 0 0,-21 15 0 0 0,29-20-175 0 0,0 2 1 0 0,1-1-1 0 0,0 2 0 0 0,0-1 0 0 0,1 1 0 0 0,1 1 1 0 0,-14 24-1 0 0,21-35-28 0 0,0 1 0 0 0,0 0 0 0 0,0 0 0 0 0,0 0 0 0 0,1 0 0 0 0,-1 0 1 0 0,1 0-1 0 0,0 0 0 0 0,-1 0 0 0 0,1 0 0 0 0,0 0 0 0 0,0 0 0 0 0,0 0 0 0 0,1 3 0 0 0,-1-3-3 0 0,1-1-1 0 0,-1 0 1 0 0,1 0 0 0 0,-1 0-1 0 0,1 1 1 0 0,0-1 0 0 0,-1 0-1 0 0,1 0 1 0 0,0 0-1 0 0,0 0 1 0 0,0 0 0 0 0,0 0-1 0 0,0 0 1 0 0,0-1 0 0 0,0 1-1 0 0,0 0 1 0 0,2 0-1 0 0,0 1-1 0 0,1-1 0 0 0,-1 0 0 0 0,0 0 0 0 0,1 0 0 0 0,-1-1 0 0 0,1 1 0 0 0,-1-1 0 0 0,1 0 0 0 0,-1 0 0 0 0,0 0 0 0 0,1 0 0 0 0,-1-1-1 0 0,1 0 1 0 0,-1 1 0 0 0,6-3 0 0 0,3-3 36 0 0,1 0 0 0 0,-1 0-1 0 0,-1-2 1 0 0,1 1 0 0 0,-1-1 0 0 0,0-1-1 0 0,13-14 1 0 0,24-18 56 0 0,-44 38-113 0 0,18-11 124 0 0,-15 14 87 0 0,-10 11 122 0 0,-86 155 2905 0 0,45-89-2068 0 0,-19 42 287 0 0,15-28 470 0 0,-89 130 1 0 0,124-204-1416 0 0,-1 0 1 0 0,-1-1 0 0 0,-26 22 0 0 0,31-30-308 0 0,0 0 1 0 0,-1-1 0 0 0,0-1 0 0 0,0 1-1 0 0,0-2 1 0 0,-1 1 0 0 0,-15 3 0 0 0,26-8-183 0 0,0 0 0 0 0,0-1 0 0 0,0 1 0 0 0,-1-1 1 0 0,1 0-1 0 0,0 1 0 0 0,0-1 0 0 0,-1 0 0 0 0,1 0 1 0 0,0 0-1 0 0,-1 0 0 0 0,1 0 0 0 0,0 0 0 0 0,-1 0 1 0 0,1 0-1 0 0,0-1 0 0 0,0 1 0 0 0,-1 0 1 0 0,1-1-1 0 0,0 1 0 0 0,0-1 0 0 0,0 0 0 0 0,0 1 1 0 0,-1-1-1 0 0,1 0 0 0 0,0 1 0 0 0,0-1 0 0 0,0 0 1 0 0,0 0-1 0 0,1 0 0 0 0,-1 0 0 0 0,0 0 0 0 0,0 0 1 0 0,0 0-1 0 0,1 0 0 0 0,-1-1 0 0 0,1 1 1 0 0,-1 0-1 0 0,1 0 0 0 0,-1 0 0 0 0,1-1 0 0 0,-1-1 1 0 0,1-2-28 0 0,-1 0 0 0 0,1-1 1 0 0,0 1-1 0 0,0 0 0 0 0,1-1 1 0 0,0 1-1 0 0,0 0 1 0 0,2-9-1 0 0,3-1-448 0 0,0 0 1 0 0,1 1-1 0 0,1-1 0 0 0,16-23 1 0 0,45-49-3117 0 0,-61 77 3109 0 0,18-21-1357 0 0,4-2-4077 0 0,43-68-1 0 0,-56 72 556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93 1576 0 0,'-34'-16'5554'0'0,"-35"-20"0"0"0,9 3-4316 0 0,40 26-8061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43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0 1748 0 0,'-28'9'1636'0'0,"-6"0"827"0"0,-37 17 1 0 0,69-26-2382 0 0,0 1 0 0 0,0 0 0 0 0,1 0 0 0 0,-1 0 0 0 0,0 0 0 0 0,0 0 0 0 0,1 1 0 0 0,-1-1 0 0 0,1 0 0 0 0,-2 3 0 0 0,2-4-48 0 0,1 1 0 0 0,0-1 0 0 0,-1 1-1 0 0,1 0 1 0 0,0-1 0 0 0,0 1 0 0 0,0-1 0 0 0,-1 1-1 0 0,1-1 1 0 0,0 1 0 0 0,0 0 0 0 0,0-1 0 0 0,0 1-1 0 0,0-1 1 0 0,0 1 0 0 0,0-1 0 0 0,0 1 0 0 0,0 0-1 0 0,0-1 1 0 0,0 1 0 0 0,1-1 0 0 0,-1 1 0 0 0,0 0-1 0 0,2 1 5 0 0,-1 0-1 0 0,1-1 0 0 0,-1 1 1 0 0,1-1-1 0 0,-1 1 0 0 0,1-1 1 0 0,0 1-1 0 0,0-1 0 0 0,0 0 1 0 0,0 0-1 0 0,0 0 0 0 0,0 0 1 0 0,0 0-1 0 0,0-1 0 0 0,0 1 1 0 0,4 0-1 0 0,32 5 98 0 0,0-2-1 0 0,55 0 1 0 0,-49-3-105 0 0,189 3-1018 0 0,-77-6-2636 0 0,-45-1-453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33 464 1408 0 0,'-2'-6'1174'0'0,"1"0"0"0"0,-1 0 0 0 0,-1 1 0 0 0,1-1 0 0 0,-1 1-1 0 0,-6-9 1 0 0,6 8-636 0 0,2 5-183 0 0,0-1-98 0 0,-4-15 1369 0 0,17 2-1333 0 0,-11 14-279 0 0,46-39 89 0 0,-35 30-123 0 0,0 1 0 0 0,-1-1 0 0 0,0-1 0 0 0,0 0 0 0 0,-2 0 0 0 0,11-15 0 0 0,-1-8 71 0 0,-2 0 0 0 0,-1-2-1 0 0,-2 0 1 0 0,11-41 0 0 0,-17 51-75 0 0,-6 24-3 0 0,-6 15 138 0 0,-151 594 3398 0 0,146-569-3005 0 0,-15 39 1 0 0,24-76-493 0 0,0-1 1 0 0,0 1-1 0 0,0-1 1 0 0,0 1-1 0 0,0-1 0 0 0,0 0 1 0 0,0 1-1 0 0,-1-1 1 0 0,1 1-1 0 0,0-1 1 0 0,0 1-1 0 0,0-1 0 0 0,-1 1 1 0 0,1-1-1 0 0,0 0 1 0 0,-1 1-1 0 0,1-1 0 0 0,0 1 1 0 0,-1-1-1 0 0,1 0 1 0 0,0 0-1 0 0,-1 1 0 0 0,1-1 1 0 0,-1 0-1 0 0,1 1 1 0 0,0-1-1 0 0,-1 0 1 0 0,1 0-1 0 0,-1 0 0 0 0,1 0 1 0 0,-1 1-1 0 0,1-1 1 0 0,-1 0-1 0 0,1 0 0 0 0,-1 0 1 0 0,1 0-1 0 0,-1 0 1 0 0,1 0-1 0 0,-1 0 1 0 0,1 0-1 0 0,-1 0 0 0 0,1-1 1 0 0,0 1-1 0 0,-1 0 1 0 0,1 0-1 0 0,-1 0 0 0 0,1 0 1 0 0,-1-1-1 0 0,1 1 1 0 0,-1 0-1 0 0,1 0 1 0 0,0-1-1 0 0,-1 1 0 0 0,1-1 1 0 0,-2 0-9 0 0,1-1-1 0 0,0 1 1 0 0,-1-1 0 0 0,1 0 0 0 0,0 1 0 0 0,0-1 0 0 0,0 0-1 0 0,0 0 1 0 0,1 0 0 0 0,-1 1 0 0 0,0-4 0 0 0,-1-12 11 0 0,1-1 0 0 0,1 1 0 0 0,0 0 0 0 0,2 0 0 0 0,0 0 0 0 0,1-1 0 0 0,0 2 0 0 0,2-1 0 0 0,0 0 1 0 0,0 1-1 0 0,14-25 0 0 0,-10 21-41 0 0,2 2 1 0 0,0-1 0 0 0,1 2-1 0 0,1-1 1 0 0,1 2 0 0 0,0 0 0 0 0,1 0-1 0 0,1 2 1 0 0,17-14 0 0 0,-31 26 10 0 0,12-8-23 0 0,0 0 0 0 0,20-9 0 0 0,-30 17 54 0 0,1 0 0 0 0,0 0 0 0 0,-1 0 0 0 0,1 1 0 0 0,0 0 0 0 0,0 0 0 0 0,1 0 0 0 0,-1 0 0 0 0,0 1 0 0 0,0 0 0 0 0,0 0 0 0 0,8 1 0 0 0,-11-1-15 0 0,0 1 0 0 0,0-1 0 0 0,1 1 0 0 0,-1 0 0 0 0,0 0-1 0 0,0 0 1 0 0,0 0 0 0 0,0 0 0 0 0,0 0 0 0 0,0 0 0 0 0,0 1 0 0 0,0-1 0 0 0,0 1 0 0 0,-1-1 0 0 0,1 1 0 0 0,1 2-1 0 0,-2-3 1 0 0,0 1-1 0 0,-1-1 0 0 0,1 0 1 0 0,-1 1-1 0 0,1-1 0 0 0,-1 1 0 0 0,0-1 1 0 0,1 1-1 0 0,-1-1 0 0 0,0 1 0 0 0,0 0 1 0 0,0-1-1 0 0,0 1 0 0 0,0-1 0 0 0,-1 1 1 0 0,1-1-1 0 0,0 1 0 0 0,-1-1 0 0 0,1 1 1 0 0,-1-1-1 0 0,1 0 0 0 0,-1 1 0 0 0,0-1 1 0 0,0 0-1 0 0,0 1 0 0 0,1-1 0 0 0,-3 2 1 0 0,-3 4 0 0 0,0 0 1 0 0,-1 0 0 0 0,0 0 0 0 0,0-1-1 0 0,-1 0 1 0 0,1 0 0 0 0,-17 8-1 0 0,-64 26 30 0 0,50-24 6 0 0,37-16-34 0 0,0 0-1 0 0,-1 1 1 0 0,1-1 0 0 0,-1 1-1 0 0,1-1 1 0 0,0 1 0 0 0,-1 0-1 0 0,1 0 1 0 0,0 0 0 0 0,-1-1-1 0 0,1 1 1 0 0,0 0-1 0 0,0 0 1 0 0,0 1 0 0 0,-2 1-1 0 0,4-1-7 0 0,0-1 0 0 0,0 1 0 0 0,0 0 0 0 0,0-1 0 0 0,0 1 0 0 0,0-1 0 0 0,0 0 0 0 0,0 1 0 0 0,0-1 0 0 0,1 0 0 0 0,-1 0 0 0 0,0 1 0 0 0,4 0 0 0 0,68 69 6 0 0,-44-41 15 0 0,57 44 0 0 0,-74-65-4 0 0,0-1 1 0 0,0-1-1 0 0,1 0 1 0 0,0-1-1 0 0,0 0 0 0 0,1-1 1 0 0,0-1-1 0 0,28 6 1 0 0,-35-9-13 0 0,-1 0 0 0 0,1 0 0 0 0,0-1 0 0 0,0-1 1 0 0,0 1-1 0 0,0-1 0 0 0,-1 0 0 0 0,1 0 0 0 0,0-1 1 0 0,-1 0-1 0 0,1 0 0 0 0,-1-1 0 0 0,0 1 0 0 0,1-2 1 0 0,-1 1-1 0 0,-1-1 0 0 0,7-4 0 0 0,-5 2-1 0 0,0 0 0 0 0,0-1 0 0 0,-1 0-1 0 0,0 0 1 0 0,0-1 0 0 0,-1 1 0 0 0,0-1 0 0 0,0 0-1 0 0,-1-1 1 0 0,0 1 0 0 0,0-1 0 0 0,2-9 0 0 0,1-6-16 0 0,0 0 1 0 0,-2 0-1 0 0,-1 0 1 0 0,3-39-1 0 0,-7 63 15 0 0,0-1-1 0 0,0 1 1 0 0,0-1 0 0 0,0 1-1 0 0,0 0 1 0 0,0-1 0 0 0,0 1-1 0 0,0-1 1 0 0,0 1 0 0 0,0-1-1 0 0,0 1 1 0 0,0 0 0 0 0,0-1-1 0 0,0 1 1 0 0,0-1 0 0 0,-1 1-1 0 0,1 0 1 0 0,0-1 0 0 0,0 1-1 0 0,0-1 1 0 0,-1 1 0 0 0,1 0-1 0 0,0-1 1 0 0,0 1 0 0 0,-1 0-1 0 0,1-1 1 0 0,0 1 0 0 0,-1 0 0 0 0,1 0-1 0 0,0-1 1 0 0,-1 1 0 0 0,1 0-1 0 0,-1 0 1 0 0,1 0 0 0 0,0-1-1 0 0,-1 1 1 0 0,1 0 0 0 0,-1 0-1 0 0,1 0 1 0 0,0 0 0 0 0,-1 0-1 0 0,1 0 1 0 0,-1 0 0 0 0,1 0-1 0 0,-1 0 1 0 0,1 0 0 0 0,0 0-1 0 0,-1 0 1 0 0,1 0 0 0 0,-1 0-1 0 0,1 0 1 0 0,-1 1 0 0 0,1-1-1 0 0,0 0 1 0 0,-1 0 0 0 0,1 0-1 0 0,0 1 1 0 0,-1-1 0 0 0,1 0-1 0 0,-1 1 1 0 0,-21 17 29 0 0,16-9-16 0 0,-1 0 0 0 0,2 1-1 0 0,-1 0 1 0 0,1 0 0 0 0,1 0 0 0 0,-1 0 0 0 0,2 1 0 0 0,0 0 0 0 0,0 0 0 0 0,-2 15 0 0 0,5-22-3 0 0,-1 1-1 0 0,1-1 1 0 0,0 0 0 0 0,0 0-1 0 0,0 0 1 0 0,1 0 0 0 0,-1 0-1 0 0,1 0 1 0 0,0 0-1 0 0,0 0 1 0 0,1 0 0 0 0,-1 0-1 0 0,1-1 1 0 0,0 1 0 0 0,0 0-1 0 0,0-1 1 0 0,0 1 0 0 0,0-1-1 0 0,1 0 1 0 0,0 0 0 0 0,0 0-1 0 0,0 0 1 0 0,0 0 0 0 0,0-1-1 0 0,0 1 1 0 0,1-1-1 0 0,-1 0 1 0 0,1 0 0 0 0,-1 0-1 0 0,9 2 1 0 0,0 0-2 0 0,1 0 0 0 0,0-1 0 0 0,0 0 0 0 0,0-1 1 0 0,0-1-1 0 0,1 0 0 0 0,-1-1 0 0 0,0 0 0 0 0,0-1 0 0 0,1-1 0 0 0,-1 0 0 0 0,0-1 0 0 0,0 0 1 0 0,-1-1-1 0 0,1 0 0 0 0,16-8 0 0 0,-14 4-2 0 0,-1-1 0 0 0,1 0-1 0 0,-2-1 1 0 0,1 0 0 0 0,-1-1 0 0 0,-1-1 0 0 0,0 0 0 0 0,-1-1 0 0 0,0 0-1 0 0,-1 0 1 0 0,0-1 0 0 0,10-20 0 0 0,15-35-107 0 0,-34 67 33 0 0,-3 3-23 0 0,1 0 92 0 0,-1 1-1 0 0,1-1 0 0 0,0 1 1 0 0,-1-1-1 0 0,1 1 0 0 0,0-1 1 0 0,0 1-1 0 0,0 0 0 0 0,0-1 1 0 0,0 1-1 0 0,0 0 0 0 0,0 0 1 0 0,1 0-1 0 0,-2 3 0 0 0,0 3 1 0 0,-1 0 0 0 0,2 0 0 0 0,-1 1 0 0 0,1-1-1 0 0,0 0 1 0 0,0 1 0 0 0,2 11 0 0 0,-1-17 3 0 0,1 1 0 0 0,0-1 0 0 0,-1 0 0 0 0,2 0 0 0 0,-1 0 0 0 0,0 0 0 0 0,0 0 0 0 0,1 0 0 0 0,0 0 0 0 0,-1 0 0 0 0,1-1 0 0 0,0 1 0 0 0,1-1 0 0 0,-1 1 0 0 0,0-1 0 0 0,1 0 0 0 0,-1 0 1 0 0,1 0-1 0 0,-1 0 0 0 0,1 0 0 0 0,5 2 0 0 0,0-1 4 0 0,0 1 1 0 0,0-2 0 0 0,0 1 0 0 0,0-1 0 0 0,1 0-1 0 0,-1-1 1 0 0,0 0 0 0 0,1 0 0 0 0,-1-1 0 0 0,1 0-1 0 0,-1-1 1 0 0,1 0 0 0 0,-1 0 0 0 0,0 0 0 0 0,0-1-1 0 0,1-1 1 0 0,-1 1 0 0 0,10-6 0 0 0,-5 2-4 0 0,0-1 0 0 0,-1 0 1 0 0,1-1-1 0 0,-2 0 0 0 0,1-1 1 0 0,-1 0-1 0 0,0-1 0 0 0,-1-1 0 0 0,16-21 1 0 0,21-41 46 0 0,-33 48-84 0 0,-1 10-15 0 0,-13 15 49 0 0,0 0 0 0 0,0 0 0 0 0,1 0-1 0 0,-1 1 1 0 0,0-1 0 0 0,0 0 0 0 0,0 0 0 0 0,1 0 0 0 0,-1 0 0 0 0,0 1 0 0 0,0-1 0 0 0,0 0 0 0 0,0 0 0 0 0,1 1 0 0 0,-1-1 0 0 0,0 0 0 0 0,0 0 0 0 0,0 1 0 0 0,0-1 0 0 0,0 0 0 0 0,0 0 0 0 0,0 1 0 0 0,0-1 0 0 0,0 0 0 0 0,0 0 0 0 0,0 1 0 0 0,0-1 0 0 0,0 0-1 0 0,0 1 1 0 0,0-1 0 0 0,0 0 0 0 0,0 0 0 0 0,0 1 0 0 0,0-1 0 0 0,-7 43 74 0 0,4-32-41 0 0,-6 51-64 0 0,-56 294 893 0 0,54-313-506 0 0,-2 0 0 0 0,-2-1-1 0 0,-2-1 1 0 0,-2 0 0 0 0,-1-1 0 0 0,-27 38 0 0 0,36-63-146 0 0,0-1 1 0 0,-1 0-1 0 0,-1 0 1 0 0,0-1-1 0 0,-1-1 0 0 0,0 0 1 0 0,-1-1-1 0 0,0 0 0 0 0,-1-1 1 0 0,-17 7-1 0 0,26-14-134 0 0,-1 0 0 0 0,1 0-1 0 0,-1-1 1 0 0,1 0 0 0 0,-1 0-1 0 0,0-1 1 0 0,0 0 0 0 0,0-1-1 0 0,0 0 1 0 0,0 0 0 0 0,-8-1-1 0 0,9 0-58 0 0,1-1 0 0 0,-1 0 1 0 0,1 0-1 0 0,0-1 0 0 0,0 1 0 0 0,0-1 0 0 0,0-1 0 0 0,0 1 0 0 0,1-1 0 0 0,-1 0 0 0 0,1 0 0 0 0,0-1 0 0 0,0 1 0 0 0,-7-10 0 0 0,8 9-27 0 0,0 0 0 0 0,1 1 0 0 0,-1-1 1 0 0,1 0-1 0 0,0-1 0 0 0,1 1 0 0 0,-1-1 1 0 0,1 1-1 0 0,0-1 0 0 0,1 0 0 0 0,-1 1 0 0 0,1-1 1 0 0,0 0-1 0 0,0-12 0 0 0,2 12-51 0 0,-1-1-1 0 0,2 0 1 0 0,-1 0-1 0 0,1 1 1 0 0,0-1-1 0 0,0 1 1 0 0,1 0-1 0 0,0-1 1 0 0,0 1-1 0 0,0 0 1 0 0,1 1-1 0 0,8-11 1 0 0,9-8-594 0 0,1 1 0 0 0,1 1 1 0 0,2 0-1 0 0,-1 3 0 0 0,2 0 1 0 0,1 1-1 0 0,33-16 1 0 0,17-4-4774 0 0,116-40 1 0 0,-118 52-671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109 721 448 0 0,'-20'-39'12139'0'0,"22"43"-11419"0"0,-1-3-702 0 0,0-1 0 0 0,-1 1 0 0 0,1 0 1 0 0,0-1-1 0 0,0 1 0 0 0,-1-1 1 0 0,1 1-1 0 0,0-1 0 0 0,0 1 0 0 0,0-1 1 0 0,0 0-1 0 0,0 0 0 0 0,0 1 1 0 0,-1-1-1 0 0,1 0 0 0 0,0 0 0 0 0,0 0 1 0 0,0 0-1 0 0,0 0 0 0 0,1 0 1 0 0,6-1 23 0 0,1 0 0 0 0,-1 0 0 0 0,0-1 0 0 0,0-1 0 0 0,0 1 0 0 0,-1-1 0 0 0,1 0 0 0 0,-1-1 0 0 0,0 0 1 0 0,1 0-1 0 0,-2-1 0 0 0,1 0 0 0 0,11-10 0 0 0,-11 8-37 0 0,-1 0 1 0 0,0-1-1 0 0,-1 0 0 0 0,0 0 1 0 0,0 0-1 0 0,0 0 1 0 0,-1-1-1 0 0,-1 0 0 0 0,1 0 1 0 0,-1 0-1 0 0,-1 0 1 0 0,2-10-1 0 0,-2 10-26 0 0,0 1 0 0 0,-1 0 1 0 0,0-1-1 0 0,0 1 0 0 0,-1-1 0 0 0,0 0 0 0 0,0 1 0 0 0,-1-1 1 0 0,-1 1-1 0 0,1 0 0 0 0,-1-1 0 0 0,-5-11 0 0 0,7 18 18 0 0,-1 1 0 0 0,1 0 0 0 0,-1 0 0 0 0,0-1 0 0 0,0 1 0 0 0,0 0 0 0 0,1 0 0 0 0,-1 0 0 0 0,0 0 0 0 0,0 0-1 0 0,0 0 1 0 0,-1 0 0 0 0,1 1 0 0 0,0-1 0 0 0,0 0 0 0 0,0 0 0 0 0,-1 1 0 0 0,1-1 0 0 0,0 1 0 0 0,-1-1 0 0 0,1 1 0 0 0,0 0 0 0 0,-3-1 0 0 0,1 1 6 0 0,0 1 0 0 0,0-1 0 0 0,1 0 0 0 0,-1 1 0 0 0,0 0 0 0 0,0 0 0 0 0,1 0 0 0 0,-1 0 0 0 0,1 0 0 0 0,-1 0 0 0 0,-2 3 0 0 0,-5 3 13 0 0,0 1 1 0 0,1-1-1 0 0,0 2 0 0 0,-12 14 0 0 0,1 2 5 0 0,1 1 0 0 0,2 1 0 0 0,1 0 0 0 0,0 1-1 0 0,3 1 1 0 0,0 1 0 0 0,2-1 0 0 0,1 2 0 0 0,-11 53-1 0 0,20-77-4 0 0,0-1 0 0 0,1 1-1 0 0,-1 0 1 0 0,2-1 0 0 0,-1 1 0 0 0,1-1-1 0 0,-1 1 1 0 0,2 0 0 0 0,-1-1 0 0 0,4 9-1 0 0,-4-12-1 0 0,1 0 0 0 0,-1 1-1 0 0,1-1 1 0 0,0 0 0 0 0,1 0 0 0 0,-1 0-1 0 0,0 0 1 0 0,1-1 0 0 0,0 1-1 0 0,-1 0 1 0 0,1-1 0 0 0,0 0 0 0 0,0 0-1 0 0,1 0 1 0 0,-1 0 0 0 0,0 0 0 0 0,1-1-1 0 0,-1 1 1 0 0,7 1 0 0 0,3-1 1 0 0,0 1 1 0 0,1-2-1 0 0,-1 0 1 0 0,1 0-1 0 0,-1-1 1 0 0,1-1-1 0 0,-1 0 1 0 0,14-3 0 0 0,0-2 40 0 0,-1 0 0 0 0,0-2 0 0 0,26-12 0 0 0,-27 9-39 0 0,-1-1 0 0 0,0-2 0 0 0,-1 0 0 0 0,0-1 0 0 0,-2-2 0 0 0,1 0 1 0 0,-2-1-1 0 0,34-40 0 0 0,-29 27-53 0 0,-2-1 0 0 0,-1-2 0 0 0,-2 0 0 0 0,-1-1 0 0 0,20-55 0 0 0,-15 30-70 0 0,-3-1 0 0 0,-3-1 0 0 0,14-81 0 0 0,-32 142 98 0 0,1 0 0 0 0,-1 0 0 0 0,0 0 0 0 0,0 0 1 0 0,0 0-1 0 0,1 0 0 0 0,-1 0 0 0 0,0 0 0 0 0,0 0 0 0 0,-1 0 0 0 0,1 0 0 0 0,0 0 0 0 0,0 0 0 0 0,0 0 0 0 0,-1 0 0 0 0,1 0 0 0 0,0 0 0 0 0,-1 0 0 0 0,1 0 0 0 0,-1 0 0 0 0,0-1 0 0 0,0 1 5 0 0,0 1 0 0 0,0 0 0 0 0,1 0 1 0 0,-1 0-1 0 0,0 0 0 0 0,1 0 0 0 0,-1 0 0 0 0,0 0 0 0 0,0 1 0 0 0,1-1 0 0 0,-1 0 1 0 0,0 0-1 0 0,1 0 0 0 0,-1 1 0 0 0,0-1 0 0 0,1 0 0 0 0,-1 1 0 0 0,0-1 0 0 0,1 0 1 0 0,-1 1-1 0 0,1-1 0 0 0,-1 1 0 0 0,-6 5 7 0 0,2-1 0 0 0,-1 0 1 0 0,1 1-1 0 0,-6 7 0 0 0,-6 16 59 0 0,1 1 0 0 0,2 0 0 0 0,1 1-1 0 0,1 1 1 0 0,-8 36 0 0 0,8-25 12 0 0,2 0 0 0 0,2 0 0 0 0,-3 49 0 0 0,9-72-80 0 0,2-1 0 0 0,0 0-1 0 0,2 1 1 0 0,0-1 0 0 0,1 0 0 0 0,1 0 0 0 0,0 0-1 0 0,2 0 1 0 0,11 27 0 0 0,-11-37 12 0 0,-1 0-1 0 0,1 0 1 0 0,1 0-1 0 0,0-1 0 0 0,0 0 1 0 0,1-1-1 0 0,-1 1 1 0 0,2-1-1 0 0,-1-1 1 0 0,1 0-1 0 0,0 0 1 0 0,0-1-1 0 0,1 0 1 0 0,-1 0-1 0 0,1-1 1 0 0,0 0-1 0 0,1-1 1 0 0,16 3-1 0 0,-18-3 10 0 0,0-2 0 0 0,0 0-1 0 0,0 0 1 0 0,0 0 0 0 0,0-1-1 0 0,0 0 1 0 0,0-1 0 0 0,0 0 0 0 0,0-1-1 0 0,-1 1 1 0 0,1-2 0 0 0,0 1-1 0 0,-1-1 1 0 0,1-1 0 0 0,-1 1-1 0 0,0-2 1 0 0,0 1 0 0 0,-1-1-1 0 0,1 0 1 0 0,-1 0 0 0 0,0-1-1 0 0,8-8 1 0 0,-3-2-9 0 0,0 1 0 0 0,-2-1 0 0 0,0-1-1 0 0,-1 0 1 0 0,0 0 0 0 0,7-22 0 0 0,-3-4-147 0 0,15-67-1 0 0,-28 109 141 0 0,0 0 0 0 0,0 0-1 0 0,1 0 1 0 0,-1 0 0 0 0,0 1-1 0 0,0-1 1 0 0,0 0 0 0 0,0 0 0 0 0,0 0-1 0 0,0 0 1 0 0,0 0 0 0 0,0 0-1 0 0,0 0 1 0 0,0 1 0 0 0,-1-1-1 0 0,1 0 1 0 0,0 0 0 0 0,-1-1-1 0 0,1 2 5 0 0,-1 0-1 0 0,1 0 0 0 0,-1 0 1 0 0,1 0-1 0 0,0 0 0 0 0,-1 0 0 0 0,1 0 1 0 0,-1 0-1 0 0,1 0 0 0 0,0 0 1 0 0,-1 0-1 0 0,1 0 0 0 0,-1 0 1 0 0,1 0-1 0 0,0 1 0 0 0,-1-1 1 0 0,1 0-1 0 0,0 0 0 0 0,-1 0 0 0 0,1 0 1 0 0,0 1-1 0 0,-1-1 0 0 0,1 0 1 0 0,0 0-1 0 0,0 1 0 0 0,-1 0 1 0 0,-3 2 8 0 0,1 0 0 0 0,-1 1 0 0 0,1 0 0 0 0,0 0 0 0 0,-3 6 0 0 0,-6 12-10 0 0,1 0 0 0 0,-12 37 0 0 0,21-52 2 0 0,0 0-1 0 0,0 1 1 0 0,1-1-1 0 0,0 0 1 0 0,0 1-1 0 0,0-1 1 0 0,1 0-1 0 0,1 1 1 0 0,-1-1 0 0 0,1 1-1 0 0,1-1 1 0 0,-1 0-1 0 0,4 9 1 0 0,-4-13-3 0 0,0 0 0 0 0,0-1 1 0 0,1 1-1 0 0,-1 0 0 0 0,1-1 1 0 0,0 1-1 0 0,0-1 0 0 0,0 1 0 0 0,0-1 1 0 0,0 0-1 0 0,0 0 0 0 0,1 0 1 0 0,-1 0-1 0 0,1 0 0 0 0,-1-1 0 0 0,1 1 1 0 0,3 1-1 0 0,-1-2 3 0 0,0 1 0 0 0,0-1 0 0 0,0 0 0 0 0,0 0 0 0 0,1 0 0 0 0,-1-1 0 0 0,0 0 0 0 0,1 0 0 0 0,5-1 0 0 0,4-1 3 0 0,0-1 1 0 0,-1 0 0 0 0,1-1-1 0 0,-1-1 1 0 0,0-1 0 0 0,14-7-1 0 0,-2-3-13 0 0,-1 0 0 0 0,-1-2 0 0 0,-1-1 0 0 0,37-38 0 0 0,30-23-12 0 0,-76 68 3 0 0,19-13-42 0 0,-30 24 49 0 0,12 3-5 0 0,-14-2 12 0 0,0 0 0 0 0,0 1 0 0 0,0-1 0 0 0,0 1-1 0 0,0-1 1 0 0,0 1 0 0 0,0-1 0 0 0,0 1 0 0 0,0 0 0 0 0,0-1 0 0 0,0 1-1 0 0,-1 0 1 0 0,1 0 0 0 0,0 0 0 0 0,-1 0 0 0 0,1-1 0 0 0,0 1 0 0 0,-1 0 0 0 0,1 0-1 0 0,-1 0 1 0 0,1 0 0 0 0,-1 0 0 0 0,1 2 0 0 0,4 23 6 0 0,-5-15 0 0 0,0-1 0 0 0,0 1 0 0 0,-1 0 0 0 0,0 0-1 0 0,-1-1 1 0 0,-1 1 0 0 0,1 0 0 0 0,-2-1 0 0 0,-8 19 0 0 0,8-21 19 0 0,1-2 28 0 0,0 0 0 0 0,0 0-1 0 0,0 0 1 0 0,-1 0 0 0 0,-5 5-1 0 0,8-10-13 0 0,1-1-37 0 0,-1 0 0 0 0,0 0 0 0 0,1-1 0 0 0,-1 1 0 0 0,1 0 0 0 0,-1 0 0 0 0,1-1-1 0 0,-1 1 1 0 0,1 0 0 0 0,-1-1 0 0 0,1 1 0 0 0,-1 0 0 0 0,1-1 0 0 0,-1 1 0 0 0,1-1-1 0 0,-1 1 1 0 0,1-1 0 0 0,0 1 0 0 0,-1-1 0 0 0,1 1 0 0 0,0-1 0 0 0,0 1 0 0 0,-1-1-1 0 0,1 0 1 0 0,0 1 0 0 0,0-1 0 0 0,0 1 0 0 0,0-1 0 0 0,-1 1 0 0 0,1-1 0 0 0,0 0-1 0 0,0 1 1 0 0,0-1 0 0 0,1 0 0 0 0,-1 1 0 0 0,0-2 0 0 0,3-23-7 0 0,1 6 3 0 0,1 1-1 0 0,1 0 1 0 0,9-21-1 0 0,-10 29 4 0 0,0 0-1 0 0,0 1 1 0 0,1-1-1 0 0,0 1 1 0 0,1 0-1 0 0,15-15 1 0 0,-21 23-1 0 0,2-1-3 0 0,-1-1 0 0 0,1 1 1 0 0,-1 0-1 0 0,1 0 0 0 0,0 1 1 0 0,0-1-1 0 0,0 0 0 0 0,6-1 1 0 0,-8 2 0 0 0,1 1 1 0 0,0-1-1 0 0,0 0 1 0 0,0 1-1 0 0,0 0 1 0 0,0-1 0 0 0,0 1-1 0 0,0 0 1 0 0,1 0-1 0 0,-1 0 1 0 0,0 1-1 0 0,0-1 1 0 0,0 0-1 0 0,0 1 1 0 0,0-1-1 0 0,0 1 1 0 0,0 0-1 0 0,-1-1 1 0 0,1 1 0 0 0,0 0-1 0 0,0 0 1 0 0,0 0-1 0 0,-1 1 1 0 0,1-1-1 0 0,-1 0 1 0 0,1 1-1 0 0,2 2 1 0 0,-2 0-1 0 0,1 0 1 0 0,-1 1 0 0 0,1-1 0 0 0,-1 1-1 0 0,0 0 1 0 0,-1 0 0 0 0,2 6-1 0 0,-2-8 1 0 0,2 13 4 0 0,0 1 0 0 0,-2 0 0 0 0,0 1 0 0 0,-1-1 0 0 0,0 0 0 0 0,-4 19 0 0 0,0 35 109 0 0,4-71-110 0 0,0 0-1 0 0,0 0 1 0 0,0 0-1 0 0,0 1 1 0 0,0-1-1 0 0,0 0 1 0 0,0 0-1 0 0,0 0 1 0 0,0 0-1 0 0,0 1 1 0 0,0-1-1 0 0,0 0 1 0 0,0 0-1 0 0,0 0 1 0 0,0 0-1 0 0,0 1 0 0 0,0-1 1 0 0,0 0-1 0 0,0 0 1 0 0,0 0-1 0 0,0 0 1 0 0,0 0-1 0 0,0 1 1 0 0,0-1-1 0 0,0 0 1 0 0,1 0-1 0 0,-1 0 1 0 0,0 0-1 0 0,0 0 1 0 0,0 0-1 0 0,0 0 1 0 0,0 1-1 0 0,0-1 1 0 0,1 0-1 0 0,-1 0 1 0 0,0 0-1 0 0,0 0 1 0 0,0 0-1 0 0,0 0 1 0 0,0 0-1 0 0,1 0 1 0 0,-1 0-1 0 0,0 0 1 0 0,0 0-1 0 0,0 0 1 0 0,0 0-1 0 0,1 0 1 0 0,-1 0-1 0 0,0 0 1 0 0,0 0-1 0 0,0 0 1 0 0,0 0-1 0 0,0 0 1 0 0,1 0-1 0 0,-1 0 1 0 0,0 0-1 0 0,0 0 1 0 0,12-10 43 0 0,11-18 16 0 0,-23 28-60 0 0,50-71-13 0 0,47-57-47 0 0,-86 114 54 0 0,2 1-1 0 0,0 1 1 0 0,0 0 0 0 0,1 1 0 0 0,1 0-1 0 0,28-15 1 0 0,-40 24 3 0 0,-1 1-1 0 0,0 0 1 0 0,1-1-1 0 0,0 1 1 0 0,-1 1-1 0 0,1-1 1 0 0,-1 0-1 0 0,1 1 1 0 0,0-1-1 0 0,0 1 1 0 0,-1 0-1 0 0,1 0 1 0 0,0 0-1 0 0,0 0 1 0 0,-1 0-1 0 0,1 1 1 0 0,0-1 0 0 0,0 1-1 0 0,-1 0 1 0 0,5 1-1 0 0,-4 0 3 0 0,0 0 1 0 0,0 1-1 0 0,0-1 0 0 0,-1 1 0 0 0,1-1 1 0 0,-1 1-1 0 0,0 0 0 0 0,0 0 1 0 0,0 0-1 0 0,0 0 0 0 0,0 0 0 0 0,-1 0 1 0 0,1 1-1 0 0,-1-1 0 0 0,1 4 0 0 0,3 11-1 0 0,-1 1 0 0 0,2 34 0 0 0,5 22-1 0 0,-9-68 10 0 0,0 0-1 0 0,0-1 1 0 0,0 1-1 0 0,1 0 1 0 0,0-1 0 0 0,1 1-1 0 0,7 10 1 0 0,6 0 25 0 0,-15-16-28 0 0,-1 0-1 0 0,0 0 1 0 0,1 0-1 0 0,-1 0 1 0 0,1 0-1 0 0,-1 0 1 0 0,1 0-1 0 0,-1 0 0 0 0,1 0 1 0 0,0-1-1 0 0,-1 1 1 0 0,1-1-1 0 0,0 1 1 0 0,0-1-1 0 0,-1 0 0 0 0,1 0 1 0 0,0 0-1 0 0,0 1 1 0 0,-1-2-1 0 0,1 1 1 0 0,0 0-1 0 0,2-1 1 0 0,1 0 6 0 0,-1 1-9 0 0,0-1 0 0 0,0 0 0 0 0,0-1 0 0 0,0 1 0 0 0,0-1 0 0 0,-1 1 0 0 0,1-1 0 0 0,0 0 0 0 0,-1-1 0 0 0,1 1 0 0 0,-1 0 0 0 0,0-1 0 0 0,0 0 0 0 0,0 0 0 0 0,0 0 0 0 0,-1 0 0 0 0,3-4 0 0 0,4-5 7 0 0,-1-1-1 0 0,-1 0 0 0 0,6-15 0 0 0,6-15 0 0 0,-2 0 0 0 0,14-57 0 0 0,-30 97-10 0 0,-1 0-1 0 0,1 0 0 0 0,-1 1 1 0 0,0-1-1 0 0,0 0 0 0 0,0 0 1 0 0,0 0-1 0 0,-1-3 0 0 0,1 5 4 0 0,0 1-1 0 0,0-1 1 0 0,-1 1-1 0 0,1 0 1 0 0,0-1 0 0 0,0 1-1 0 0,0-1 1 0 0,-1 1-1 0 0,1 0 1 0 0,0-1-1 0 0,0 1 1 0 0,-1-1 0 0 0,1 1-1 0 0,0 0 1 0 0,-1 0-1 0 0,1-1 1 0 0,0 1-1 0 0,-1 0 1 0 0,1-1 0 0 0,-1 1-1 0 0,1 0 1 0 0,0 0-1 0 0,-1 0 1 0 0,0-1-1 0 0,0 1 1 0 0,0 1-1 0 0,0-1 0 0 0,0 0 1 0 0,1 0-1 0 0,-1 0 1 0 0,0 0-1 0 0,0 1 1 0 0,0-1-1 0 0,0 0 0 0 0,1 1 1 0 0,-1-1-1 0 0,0 1 1 0 0,0-1-1 0 0,1 1 1 0 0,-1-1-1 0 0,-1 2 0 0 0,-11 9 2 0 0,1 0 0 0 0,0 2-1 0 0,0 0 1 0 0,1 0 0 0 0,1 1-1 0 0,0 0 1 0 0,1 0-1 0 0,0 1 1 0 0,2 1 0 0 0,0-1-1 0 0,0 1 1 0 0,1 1 0 0 0,-5 24-1 0 0,10-38 2 0 0,1 1 0 0 0,-1 0 1 0 0,1-1-1 0 0,-1 1 0 0 0,1 0 0 0 0,1 0 0 0 0,-1 0 1 0 0,0-1-1 0 0,1 1 0 0 0,0 0 0 0 0,0-1 0 0 0,0 1 0 0 0,0-1 1 0 0,0 1-1 0 0,1-1 0 0 0,0 1 0 0 0,-1-1 0 0 0,1 0 1 0 0,1 0-1 0 0,-1 0 0 0 0,0 0 0 0 0,1 0 0 0 0,-1 0 0 0 0,1-1 1 0 0,0 1-1 0 0,0-1 0 0 0,0 0 0 0 0,0 0 0 0 0,0 0 0 0 0,1 0 1 0 0,-1 0-1 0 0,1-1 0 0 0,-1 1 0 0 0,1-1 0 0 0,-1 0 1 0 0,1 0-1 0 0,0-1 0 0 0,-1 1 0 0 0,1-1 0 0 0,0 1 0 0 0,0-1 1 0 0,-1-1-1 0 0,1 1 0 0 0,4-1 0 0 0,1-1 12 0 0,1 0-1 0 0,-1 0 1 0 0,0-1-1 0 0,0 0 1 0 0,0-1-1 0 0,0 0 0 0 0,0 0 1 0 0,7-7-1 0 0,66-49 33 0 0,-26 16-47 0 0,-36 30-18 0 0,-11 7-22 0 0,0 1 0 0 0,17-9-1 0 0,-24 14 42 0 0,1 1-32 0 0,-1 0 31 0 0,-1 0-1 0 0,0 0 0 0 0,0 0 0 0 0,0 0 0 0 0,0 0 1 0 0,0 1-1 0 0,0-1 0 0 0,0 0 0 0 0,0 0 1 0 0,0 1-1 0 0,0-1 0 0 0,0 1 0 0 0,0-1 0 0 0,0 1 1 0 0,0-1-1 0 0,0 1 0 0 0,0 0 0 0 0,0-1 0 0 0,0 1 1 0 0,-1 0-1 0 0,1 0 0 0 0,0-1 0 0 0,-1 1 0 0 0,1 0 1 0 0,0 0-1 0 0,-1 0 0 0 0,1 0 0 0 0,-1 0 0 0 0,1 0 1 0 0,-1 0-1 0 0,0 0 0 0 0,1 0 0 0 0,-1 0 0 0 0,0 0 1 0 0,0 1-1 0 0,-1 11 21 0 0,-1 0 0 0 0,0 0 1 0 0,-1 0-1 0 0,0-1 0 0 0,-1 1 0 0 0,-1-1 1 0 0,-10 20-1 0 0,14-30-1 0 0,-3 2 35 0 0,1-2 8 0 0,4-9-37 0 0,4-6-20 0 0,-1 2 1 0 0,2-1 0 0 0,0 0-1 0 0,7-10 1 0 0,6-10 2 0 0,-6 7-31 0 0,2 0 1 0 0,1 1 0 0 0,28-32-1 0 0,-37 47 16 0 0,2 0 0 0 0,-1 0-1 0 0,1 1 1 0 0,1 0-1 0 0,-1 1 1 0 0,1 0-1 0 0,1 0 1 0 0,-1 1-1 0 0,1 1 1 0 0,19-8-1 0 0,-27 13 8 0 0,-1-1 1 0 0,1 0-1 0 0,-1 1 0 0 0,1-1 0 0 0,-1 1 1 0 0,1 0-1 0 0,-1 0 0 0 0,1 0 0 0 0,-1 0 1 0 0,1 0-1 0 0,-1 1 0 0 0,1-1 0 0 0,-1 1 1 0 0,1 0-1 0 0,-1-1 0 0 0,0 1 0 0 0,1 0 0 0 0,-1 1 1 0 0,0-1-1 0 0,0 0 0 0 0,0 0 0 0 0,1 1 1 0 0,-2 0-1 0 0,1-1 0 0 0,0 1 0 0 0,0 0 1 0 0,0 0-1 0 0,-1 0 0 0 0,1 0 0 0 0,-1 0 1 0 0,0 0-1 0 0,1 0 0 0 0,-1 1 0 0 0,0-1 1 0 0,0 0-1 0 0,-1 1 0 0 0,2 3 0 0 0,2 7-3 0 0,-1 0-1 0 0,-1 0 0 0 0,0 1 1 0 0,-1-1-1 0 0,0 19 0 0 0,-1-21 10 0 0,-1 0-4 0 0,2 0 1 0 0,-1-1-1 0 0,1 1 0 0 0,3 13 1 0 0,-3-21-1 0 0,-1-1 0 0 0,1 0 0 0 0,0 1 1 0 0,0-1-1 0 0,0 0 0 0 0,0 0 0 0 0,0 0 0 0 0,0 0 0 0 0,1 0 1 0 0,-1 0-1 0 0,0 0 0 0 0,1 0 0 0 0,0 0 0 0 0,0-1 1 0 0,-1 1-1 0 0,1 0 0 0 0,0-1 0 0 0,0 0 0 0 0,0 1 0 0 0,0-1 1 0 0,1 0-1 0 0,-1 0 0 0 0,0 0 0 0 0,0-1 0 0 0,4 2 0 0 0,0-1-1 0 0,-1-1-1 0 0,0 1 0 0 0,0-1 0 0 0,0 0 0 0 0,0-1 0 0 0,1 1 0 0 0,-1-1 0 0 0,0 0 1 0 0,0 0-1 0 0,0-1 0 0 0,0 0 0 0 0,0 1 0 0 0,5-4 0 0 0,-1 0 1 0 0,-1-1-1 0 0,0 1 1 0 0,0-1 0 0 0,0 0-1 0 0,-1-1 1 0 0,10-11-1 0 0,1-4 11 0 0,-2-1 0 0 0,0-1 0 0 0,24-51-1 0 0,-1-16-68 0 0,-4-1-1 0 0,-4-2 1 0 0,20-104-1 0 0,-50 198 56 0 0,-1-1-1 0 0,0 1 0 0 0,0-1 1 0 0,1 1-1 0 0,-1-1 0 0 0,0 0 0 0 0,0 1 1 0 0,0-1-1 0 0,0 0 0 0 0,0 1 0 0 0,1-1 1 0 0,-1 0-1 0 0,0 1 0 0 0,-1-1 0 0 0,1 0 1 0 0,0 1-1 0 0,0-1 0 0 0,0 1 0 0 0,0-1 1 0 0,0 0-1 0 0,-1 1 0 0 0,1-1 1 0 0,0 1-1 0 0,0-1 0 0 0,-1 0 0 0 0,0 0 1 0 0,0 1 2 0 0,1 0 0 0 0,-1 1 0 0 0,0-1 1 0 0,0 0-1 0 0,0 1 0 0 0,1-1 1 0 0,-1 0-1 0 0,0 1 0 0 0,0-1 1 0 0,1 1-1 0 0,-1-1 0 0 0,0 1 1 0 0,1-1-1 0 0,-1 1 0 0 0,0 0 0 0 0,0 0 1 0 0,-25 32 27 0 0,9-5 43 0 0,2 1-1 0 0,-19 52 1 0 0,-14 66 282 0 0,42-125-308 0 0,-5 12 47 0 0,0-3 5 0 0,2 0 0 0 0,1 0 0 0 0,2 1 0 0 0,-4 53 0 0 0,9-83-123 0 0,1 0-1 0 0,0 1 1 0 0,0-1-1 0 0,1 0 1 0 0,-1 0-1 0 0,0 1 1 0 0,1-1-1 0 0,-1 0 1 0 0,1 0-1 0 0,0 0 1 0 0,0 0-1 0 0,0 0 1 0 0,0 0-1 0 0,0 0 1 0 0,0 0 0 0 0,0 0-1 0 0,1 0 1 0 0,-1 0-1 0 0,1-1 1 0 0,-1 1-1 0 0,1-1 1 0 0,0 1-1 0 0,0-1 1 0 0,-1 1-1 0 0,1-1 1 0 0,0 0-1 0 0,0 0 1 0 0,0 0-1 0 0,0 0 1 0 0,1 0-1 0 0,3 0 1 0 0,-1 0-736 0 0,1 0 1 0 0,0-1-1 0 0,0 0 1 0 0,-1 0-1 0 0,1 0 1 0 0,0-1-1 0 0,-1 0 1 0 0,1 0-1 0 0,-1 0 1 0 0,1-1-1 0 0,9-4 1 0 0,6-4-3774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6:59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130 122 8 0 0,'-127'-58'12735'0'0,"127"58"-12724"0"0,0 0 1 0 0,0 0-1 0 0,-1-1 0 0 0,1 1 0 0 0,0 0 0 0 0,0 0 1 0 0,0 0-1 0 0,0 0 0 0 0,-1-1 0 0 0,1 1 0 0 0,0 0 1 0 0,0 0-1 0 0,0 0 0 0 0,0-1 0 0 0,0 1 0 0 0,0 0 1 0 0,0 0-1 0 0,0-1 0 0 0,0 1 0 0 0,-1 0 0 0 0,1 0 1 0 0,0-1-1 0 0,0 1 0 0 0,0 0 0 0 0,0 0 0 0 0,0-1 1 0 0,1 1-1 0 0,-1 0 0 0 0,0 0 0 0 0,0-1 0 0 0,0 1 1 0 0,0 0-1 0 0,0 0 0 0 0,0 0 0 0 0,0-1 0 0 0,0 1 1 0 0,0 0-1 0 0,1 0 0 0 0,-1 0 0 0 0,0-1 0 0 0,0 1 1 0 0,0 0-1 0 0,0 0 0 0 0,1 0 0 0 0,-1 0 0 0 0,0-1 1 0 0,0 1-1 0 0,0 0 0 0 0,1 0 0 0 0,-1 0 0 0 0,0 0 1 0 0,0 0-1 0 0,1 0 0 0 0,-1 0 0 0 0,0 0 0 0 0,0 0 1 0 0,1 0-1 0 0,-1 0 0 0 0,1 0 0 0 0,12-6 121 0 0,19-1-4 0 0,43-2 0 0 0,-10 1-1884 0 0,-48 5-1092 0 0,29-9 0 0 0,-23 3-1099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1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41 40 0 0,'-13'-20'18323'0'0,"11"18"-17704"0"0,0 2-607 0 0,-9-9 111 0 0,10 8-116 0 0,0-1-10 0 0,-1-3 2 0 0,1 3 39 0 0,0 3-126 0 0,-5 2 84 0 0,5-2 26 0 0,-1 6 202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1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73 1168 0 0,'-16'-25'18466'0'0,"16"22"-17865"0"0,2 1-572 0 0,9-4-17 0 0,1 0 1 0 0,-1 0-1 0 0,1 1 1 0 0,0 1-1 0 0,0 0 0 0 0,0 1 1 0 0,1 0-1 0 0,19-2 1 0 0,-28 5-14 0 0,1-1 0 0 0,0 1 1 0 0,0 0-1 0 0,0 0 1 0 0,-1 1-1 0 0,1 0 0 0 0,0 0 1 0 0,-1 0-1 0 0,1 0 0 0 0,0 0 1 0 0,-1 1-1 0 0,1 0 0 0 0,-1 0 1 0 0,0 0-1 0 0,0 1 1 0 0,0-1-1 0 0,0 1 0 0 0,0 0 1 0 0,0 0-1 0 0,-1 1 0 0 0,0-1 1 0 0,1 1-1 0 0,-1-1 0 0 0,4 7 1 0 0,-5-6 3 0 0,-1 1-1 0 0,1-1 1 0 0,-1 0 0 0 0,0 0-1 0 0,0 1 1 0 0,0-1 0 0 0,0 0 0 0 0,-1 1-1 0 0,0-1 1 0 0,0 1 0 0 0,0-1 0 0 0,0 1-1 0 0,-1-1 1 0 0,0 0 0 0 0,0 1-1 0 0,0-1 1 0 0,0 0 0 0 0,-1 0 0 0 0,0 1-1 0 0,1-1 1 0 0,-1 0 0 0 0,-4 5 0 0 0,-4 7 0 0 0,-1-1 0 0 0,-1 0 1 0 0,-22 24-1 0 0,7-13 23 0 0,0-2 1 0 0,-1-1 0 0 0,-40 26-1 0 0,-99 48 221 0 0,164-95-243 0 0,-15 7 41 0 0,-14 9 156 0 0,-32 22 0 0 0,63-39 228 0 0,3 2-115 0 0,-2-3-306 0 0,0 1 0 0 0,0-1-1 0 0,0 0 1 0 0,0 0 0 0 0,0 1 0 0 0,0-1 0 0 0,0 0-1 0 0,0 0 1 0 0,0 0 0 0 0,0 1 0 0 0,0-1 0 0 0,0 0-1 0 0,0 0 1 0 0,1 0 0 0 0,-1 1 0 0 0,0-1 0 0 0,0 0-1 0 0,0 0 1 0 0,0 0 0 0 0,0 0 0 0 0,1 0 0 0 0,-1 1-1 0 0,0-1 1 0 0,0 0 0 0 0,0 0 0 0 0,1 0 0 0 0,-1 0-1 0 0,0 0 1 0 0,0 0 0 0 0,0 0 0 0 0,1 0 0 0 0,-1 1-1 0 0,0-1 1 0 0,0 0 0 0 0,0 0 0 0 0,1 0 0 0 0,-1 0 0 0 0,0 0-1 0 0,427-14 1123 0 0,-60 14-724 0 0,-332 2-97 0 0,-31-2-261 0 0,15 0 44 0 0,-7 0-831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81 476 0 0,'11'-11'3224'0'0,"-1"1"0"0"0,0-1-1 0 0,14-21 1 0 0,-23 31-2933 0 0,-1-1 0 0 0,1 1 0 0 0,0 0 0 0 0,0 0-1 0 0,-1 0 1 0 0,1 0 0 0 0,0 0 0 0 0,0 0 0 0 0,0 0 0 0 0,0 0 0 0 0,0 0-1 0 0,0 0 1 0 0,1 0 0 0 0,-1 1 0 0 0,2-2 0 0 0,-3 2-189 0 0,1 1 1 0 0,-1-1-1 0 0,0 0 1 0 0,1 1-1 0 0,-1-1 1 0 0,0 0-1 0 0,0 1 1 0 0,1-1-1 0 0,-1 1 0 0 0,0-1 1 0 0,0 0-1 0 0,1 1 1 0 0,-1-1-1 0 0,0 1 1 0 0,0-1-1 0 0,0 1 1 0 0,0-1-1 0 0,0 1 1 0 0,0-1-1 0 0,0 0 1 0 0,0 1-1 0 0,0-1 0 0 0,0 1 1 0 0,0-1-1 0 0,0 1 1 0 0,0-1-1 0 0,0 1 1 0 0,-8 45 1720 0 0,-45 174 956 0 0,17-65-1473 0 0,28-117-870 0 0,5-21-203 0 0,-1 0 0 0 0,-6 18 0 0 0,9-34-176 0 0,-4 14-966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3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169 111 1468 0 0,'7'-9'2737'0'0,"-1"-1"0"0"0,0-1 0 0 0,-1 1-1 0 0,0-1 1 0 0,4-13 1149 0 0,-4 11-1775 0 0,-10 17-1635 0 0,-13 20-506 0 0,-83 161 226 0 0,79-138-38 0 0,2 1 1 0 0,-14 53 0 0 0,31-91-88 0 0,0 0 1 0 0,1 0 0 0 0,1 0 0 0 0,-1 1 0 0 0,2-1-1 0 0,0 1 1 0 0,0-1 0 0 0,1 1 0 0 0,2 11-1 0 0,-2-18-3 0 0,0 0 0 0 0,0 0 0 0 0,0 0 0 0 0,1 0 0 0 0,-1 0 0 0 0,1 0 0 0 0,0-1 0 0 0,0 1 0 0 0,1-1 0 0 0,-1 0-1 0 0,1 1 1 0 0,-1-1 0 0 0,1 0 0 0 0,0-1 0 0 0,0 1 0 0 0,0 0 0 0 0,1-1 0 0 0,-1 0 0 0 0,1 1 0 0 0,-1-2 0 0 0,1 1 0 0 0,0 0 0 0 0,0-1-1 0 0,0 1 1 0 0,6 0 0 0 0,3 0 32 0 0,0 0 1 0 0,0-1-1 0 0,1-1 0 0 0,-1 0 0 0 0,0-1 0 0 0,1-1 0 0 0,-1 0 0 0 0,0 0 1 0 0,0-2-1 0 0,23-8 0 0 0,-4-1 6 0 0,0-1-1 0 0,57-37 1 0 0,-67 38 206 0 0,-1-2 1 0 0,0-1-1 0 0,-1 0 0 0 0,-1-1 0 0 0,0-2 0 0 0,25-31 1 0 0,-38 42-172 0 0,-1-1 1 0 0,0 1 0 0 0,0-1-1 0 0,-1 0 1 0 0,0 0-1 0 0,-1-1 1 0 0,0 1 0 0 0,3-17-1 0 0,-5 18-111 0 0,0 0 0 0 0,-1 0 0 0 0,0 1-1 0 0,0-1 1 0 0,-1 0 0 0 0,0 0 0 0 0,-1 1 0 0 0,1-1 0 0 0,-1 0-1 0 0,-1 1 1 0 0,0 0 0 0 0,-4-10 0 0 0,0 6-18 0 0,1 0 1 0 0,-2 0 0 0 0,1 1 0 0 0,-2 0-1 0 0,1 1 1 0 0,-1 0 0 0 0,-1 0-1 0 0,1 1 1 0 0,-1 0 0 0 0,-1 1-1 0 0,-11-7 1 0 0,5 5-349 0 0,1 0-1 0 0,-1 2 1 0 0,-1 0 0 0 0,0 1-1 0 0,0 0 1 0 0,-35-5 0 0 0,45 10-407 0 0,0 0 0 0 0,-1 1 1 0 0,1 0-1 0 0,0 0 0 0 0,-1 1 1 0 0,1 0-1 0 0,0 0 0 0 0,-1 1 1 0 0,-10 4-1 0 0,14-4-347 0 0,0 0-1 0 0,0 0 0 0 0,0 1 1 0 0,0 0-1 0 0,1 0 0 0 0,-1 1 1 0 0,1-1-1 0 0,0 1 0 0 0,-6 6 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5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56 488 0 0,'8'-17'16172'0'0,"-4"13"-16142"0"0,0 1 0 0 0,0-1 0 0 0,0 1 0 0 0,0 0 0 0 0,1 0 0 0 0,-1 1 0 0 0,1-1 0 0 0,0 1 0 0 0,0 0-1 0 0,0 1 1 0 0,0-1 0 0 0,0 1 0 0 0,10-2 0 0 0,-8 2-32 0 0,1 0 0 0 0,-1 0 0 0 0,1 1 0 0 0,-1 0 0 0 0,1 1 0 0 0,0-1 0 0 0,-1 2-1 0 0,1-1 1 0 0,8 3 0 0 0,-13-3 5 0 0,1 1-1 0 0,-1-1 1 0 0,0 1-1 0 0,0-1 1 0 0,0 1-1 0 0,0 0 1 0 0,0 0-1 0 0,0 0 1 0 0,0 1-1 0 0,-1-1 1 0 0,1 1-1 0 0,-1-1 1 0 0,1 1-1 0 0,-1 0 1 0 0,0 0-1 0 0,0 0 1 0 0,-1 0-1 0 0,1 0 1 0 0,0 0-1 0 0,-1 1 1 0 0,0-1-1 0 0,0 0 1 0 0,0 1-1 0 0,1 6 1 0 0,-2-4 3 0 0,0-1 0 0 0,-1 1-1 0 0,1 0 1 0 0,-1-1 0 0 0,0 1 0 0 0,0-1 0 0 0,-1 1 0 0 0,1-1-1 0 0,-1 0 1 0 0,-1 0 0 0 0,1 0 0 0 0,-1 0 0 0 0,0 0 0 0 0,0 0-1 0 0,-4 5 1 0 0,-11 9 12 0 0,0 0-1 0 0,-1-2 1 0 0,-1 0-1 0 0,-41 27 1 0 0,-7 6 36 0 0,49-42-21 0 0,15-6-25 0 0,26-8-41 0 0,-13 3 28 0 0,1 1-1 0 0,-1 1 1 0 0,0 0-1 0 0,1 0 1 0 0,-1 1-1 0 0,1 1 0 0 0,-1-1 1 0 0,0 1-1 0 0,1 1 1 0 0,-1 0-1 0 0,0 0 1 0 0,0 1-1 0 0,0 0 1 0 0,0 0-1 0 0,15 9 1 0 0,-18-9 20 0 0,-1 0 0 0 0,1 1-1 0 0,-1-1 1 0 0,0 1 0 0 0,0 1 0 0 0,0-1 0 0 0,-1 0 0 0 0,0 1 0 0 0,1 0 0 0 0,-2 0 0 0 0,1 1 0 0 0,0-1 0 0 0,-1 1 0 0 0,0-1 0 0 0,-1 1 0 0 0,1 0 0 0 0,-1 0 0 0 0,0 0 0 0 0,-1 1 0 0 0,1-1 0 0 0,-1 0 0 0 0,0 1 0 0 0,-1-1 0 0 0,0 9 0 0 0,0-9 95 0 0,-1 1 1 0 0,0-1 0 0 0,-1 0 0 0 0,1 1 0 0 0,-1-1 0 0 0,-1 0 0 0 0,1 0 0 0 0,-1 0-1 0 0,0-1 1 0 0,0 1 0 0 0,-7 9 0 0 0,3-7 111 0 0,0-1 0 0 0,0 0 0 0 0,-1 0-1 0 0,1 0 1 0 0,-1-1 0 0 0,-1 0 0 0 0,-9 5 0 0 0,7-5-3 0 0,-1 0-1 0 0,1-1 1 0 0,-1 0 0 0 0,0-1 0 0 0,0-1-1 0 0,0 0 1 0 0,-1 0 0 0 0,1-1-1 0 0,-1-1 1 0 0,1 0 0 0 0,-1-1-1 0 0,-19-1 1 0 0,19-1-244 0 0,1-1-1 0 0,0 0 1 0 0,0-1-1 0 0,0 0 1 0 0,1-1-1 0 0,-1 0 1 0 0,1-1-1 0 0,0 0 1 0 0,1-1-1 0 0,-1 0 1 0 0,-12-12-1 0 0,22 19-83 0 0,1 0 1 0 0,0 0-1 0 0,-1-1 1 0 0,1 1-1 0 0,0 0 0 0 0,-1 0 1 0 0,1-1-1 0 0,0 1 0 0 0,-1 0 1 0 0,1 0-1 0 0,0-1 0 0 0,0 1 1 0 0,-1 0-1 0 0,1-1 1 0 0,0 1-1 0 0,0-1 0 0 0,0 1 1 0 0,0 0-1 0 0,-1-1 0 0 0,1 1 1 0 0,0 0-1 0 0,0-1 0 0 0,0 1 1 0 0,0-1-1 0 0,0 1 0 0 0,0 0 1 0 0,0-1-1 0 0,0 1 1 0 0,0-1-1 0 0,0 1 0 0 0,0-1 1 0 0,0 1-1 0 0,0 0 0 0 0,1-1 1 0 0,-1 1-1 0 0,0 0 0 0 0,0-1 1 0 0,0 1-1 0 0,1-1 0 0 0,-1 1 1 0 0,0 0-1 0 0,0-1 1 0 0,1 1-1 0 0,-1 0 0 0 0,0 0 1 0 0,0-1-1 0 0,1 1 0 0 0,-1 0 1 0 0,0 0-1 0 0,1-1 0 0 0,-1 1 1 0 0,1 0-1 0 0,-1 0 1 0 0,0 0-1 0 0,1 0 0 0 0,-1-1 1 0 0,0 1-1 0 0,1 0 0 0 0,-1 0 1 0 0,1 0-1 0 0,-1 0 0 0 0,1 0 1 0 0,-1 0-1 0 0,0 0 0 0 0,1 0 1 0 0,0 0-1 0 0,23-1-7296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20 2560 0 0,'27'-20'15452'0'0,"-27"20"-15351"0"0,-3 0 28 0 0,0 0 0 0 0,0 1 0 0 0,0-1 1 0 0,0 1-1 0 0,0-1 0 0 0,0 1 0 0 0,1 0 0 0 0,-1 0 0 0 0,0 0 1 0 0,0 1-1 0 0,-4 2 0 0 0,1-1 115 0 0,-25 13 148 0 0,1 1-1 0 0,1 2 1 0 0,-31 25-1 0 0,-72 75-67 0 0,114-101-208 0 0,-22 29 0 0 0,34-40-391 0 0,2 0 0 0 0,-1 1 0 0 0,1-1 0 0 0,0 1 0 0 0,0 0 1 0 0,1 0-1 0 0,-4 15 0 0 0,7-22 35 0 0,0 1 1 0 0,-1-1 0 0 0,2 0-1 0 0,-1 1 1 0 0,0-1 0 0 0,0 0-1 0 0,0 0 1 0 0,1 1 0 0 0,-1-1-1 0 0,0 0 1 0 0,1 0-1 0 0,-1 1 1 0 0,1-1 0 0 0,0 0-1 0 0,-1 0 1 0 0,1 0 0 0 0,0 0-1 0 0,1 2 1 0 0,29 4-12639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35 1532 0 0,'25'-18'11213'0'0,"-14"6"-6898"0"0,-20 7-3202 0 0,2 6-905 0 0,0 0-1 0 0,0 1 1 0 0,0 0-1 0 0,0 0 1 0 0,0 0 0 0 0,1 1-1 0 0,-1 0 1 0 0,1 0 0 0 0,-8 5-1 0 0,-57 41 921 0 0,54-36-918 0 0,-5 4 11 0 0,-1 0-1 0 0,-20 23 1 0 0,38-35-197 0 0,0 1-1 0 0,1-1 1 0 0,0 1 0 0 0,-1 0-1 0 0,2 0 1 0 0,-1 0 0 0 0,1 0-1 0 0,0 0 1 0 0,0 1-1 0 0,1 0 1 0 0,0-1 0 0 0,0 1-1 0 0,-2 12 1 0 0,5-13-4 0 0,-1 0 0 0 0,1 0 0 0 0,0-1 0 0 0,0 1 0 0 0,0 0 0 0 0,1-1 0 0 0,0 1 0 0 0,0-1 0 0 0,1 0 0 0 0,-1 1 0 0 0,1-1 0 0 0,0 0-1 0 0,0-1 1 0 0,7 8 0 0 0,5 5 38 0 0,0 0 0 0 0,23 18-1 0 0,-7-10 151 0 0,-17-14 234 0 0,-1 0 0 0 0,0 1 0 0 0,-1 0 0 0 0,0 1 0 0 0,14 20 0 0 0,-25-31-302 0 0,0-1-1 0 0,0 1 1 0 0,0 0-1 0 0,0 0 1 0 0,0 0-1 0 0,-1-1 1 0 0,1 1-1 0 0,-1 0 0 0 0,1 0 1 0 0,-1 0-1 0 0,0 0 1 0 0,0 0-1 0 0,0 0 1 0 0,0 0-1 0 0,0 0 1 0 0,0 0-1 0 0,0 0 1 0 0,-1 0-1 0 0,0 4 1 0 0,-1-3-23 0 0,1 0 1 0 0,-1-1-1 0 0,0 1 1 0 0,1-1-1 0 0,-1 1 1 0 0,0-1-1 0 0,-1 1 1 0 0,1-1-1 0 0,0 0 1 0 0,-1 0-1 0 0,-4 3 1 0 0,0-1-36 0 0,0 0 1 0 0,0-1-1 0 0,-1 0 1 0 0,1 0-1 0 0,-1-1 1 0 0,1 0-1 0 0,-1 0 1 0 0,0 0-1 0 0,-15 0 1 0 0,16-2-230 0 0,-1-1 0 0 0,1 1 1 0 0,0-1-1 0 0,-1-1 0 0 0,1 1 0 0 0,0-1 1 0 0,0-1-1 0 0,0 1 0 0 0,-11-7 0 0 0,15 7-237 0 0,0 1 0 0 0,1-1-1 0 0,-1 0 1 0 0,1 0-1 0 0,-1 0 1 0 0,1-1-1 0 0,0 1 1 0 0,0-1 0 0 0,0 1-1 0 0,0-1 1 0 0,-1-3-1 0 0,2 4-182 0 0,0-1 0 0 0,0 0-1 0 0,0 0 1 0 0,0 1 0 0 0,1-1-1 0 0,-1 0 1 0 0,1 0 0 0 0,0 0-1 0 0,0 0 1 0 0,0 0 0 0 0,0 0-1 0 0,0 0 1 0 0,2-5 0 0 0,8-25-7100 0 0,-1 14 824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1800 0 0,'47'-78'19482'0'0,"-45"75"-19252"0"0,1 0-1 0 0,0-1 1 0 0,0 1-1 0 0,1 0 1 0 0,-1 0 0 0 0,0 1-1 0 0,1-1 1 0 0,0 1-1 0 0,0-1 1 0 0,-1 1 0 0 0,1 0-1 0 0,1 1 1 0 0,6-3-1 0 0,7-1-46 0 0,33-5 0 0 0,-45 9-85 0 0,139-28 342 0 0,-88 17-379 0 0,-54 12-6 0 0,-1-1-6 0 0,9-1-23 0 0,-9 1-34 0 0,5 0 872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88 332 0 0,'6'-7'2487'0'0,"-1"-1"0"0"0,0 1 0 0 0,0-1 0 0 0,-1-1 1 0 0,8-17 811 0 0,1 4 3703 0 0,-13 33-5991 0 0,-31 124 1102 0 0,-77 213 0 0 0,97-317-2176 0 0,-23 55-2043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208 148 1512 0 0,'-9'-23'3320'0'0,"7"17"-2278"0"0,-1 0 1 0 0,1 0-1 0 0,0 0 1 0 0,0 0 0 0 0,1-1-1 0 0,-1-6 1 0 0,2 11-939 0 0,0-1 1 0 0,0 1-1 0 0,1 0 1 0 0,-1 0-1 0 0,1 0 0 0 0,-1 0 1 0 0,1 0-1 0 0,0 0 1 0 0,-1 0-1 0 0,1 1 1 0 0,0-1-1 0 0,0 0 1 0 0,0 0-1 0 0,1 1 1 0 0,-1-1-1 0 0,0 0 0 0 0,1 1 1 0 0,-1-1-1 0 0,1 1 1 0 0,-1 0-1 0 0,1-1 1 0 0,0 1-1 0 0,3-2 1 0 0,3-1-16 0 0,2-1 0 0 0,-1 2 0 0 0,0-1 0 0 0,1 1 0 0 0,-1 0 0 0 0,1 1 1 0 0,0 0-1 0 0,14-1 0 0 0,10 2 92 0 0,37 2 1 0 0,-56 0-132 0 0,0 1-1 0 0,0 0 1 0 0,0 1-1 0 0,0 0 1 0 0,0 2-1 0 0,-1 0 1 0 0,0 0-1 0 0,0 1 1 0 0,17 11-1 0 0,-29-16-15 0 0,-1 0 0 0 0,1 0 0 0 0,-1 0 0 0 0,0 0 0 0 0,1 0 0 0 0,-1 0 0 0 0,0 1 0 0 0,0-1 0 0 0,0 0 0 0 0,0 1 0 0 0,0-1 0 0 0,0 1 0 0 0,0-1 0 0 0,-1 1 0 0 0,1 0 0 0 0,0-1 0 0 0,-1 1 0 0 0,1 0 0 0 0,-1-1 0 0 0,0 1 0 0 0,1 0 0 0 0,-1 0 0 0 0,0-1-1 0 0,0 1 1 0 0,0 0 0 0 0,-1 0 0 0 0,1-1 0 0 0,0 1 0 0 0,-1 0 0 0 0,1-1 0 0 0,-1 1 0 0 0,1 0 0 0 0,-1-1 0 0 0,-1 3 0 0 0,0 1 109 0 0,-1 1-1 0 0,-1 0 1 0 0,1-1 0 0 0,-1 0-1 0 0,0 0 1 0 0,0 0-1 0 0,-8 7 1 0 0,-14 9 136 0 0,-1-1 0 0 0,-1-1 0 0 0,-47 23-1 0 0,-96 32 173 0 0,130-58-289 0 0,-95 32 2514 0 0,83-32 7060 0 0,63-20-9736 0 0,2 1 0 0 0,3 3 0 0 0,1 3 0 0 0,-1 3 0 0 0,-9-4 0 0 0,0 1 0 0 0,1 1 0 0 0,-1-1 0 0 0,-1 1 0 0 0,1 0 0 0 0,0 0 0 0 0,-1 1 0 0 0,0-1 0 0 0,0 1 0 0 0,-1 1 0 0 0,1-1 0 0 0,-1 0 0 0 0,0 1 0 0 0,4 8 0 0 0,3 2 0 0 0,9 19 0 0 0,-1 0 0 0 0,24 60 0 0 0,11 26 0 0 0,-46-108 0 0 0,-1-1 0 0 0,2-4 0 0 0,5-4 0 0 0,4-5 0 0 0,-10-1 0 0 0,0 0 0 0 0,-1-1 0 0 0,1 0 0 0 0,-1 0 0 0 0,1-1 0 0 0,-1 0 0 0 0,12-9 0 0 0,44-40 0 0 0,-22 9 0 0 0,-32 32 0 0 0,-7 9-574 0 0,1-1 1 0 0,-1 1-1 0 0,0 0 1 0 0,0-1-1 0 0,0 1 1 0 0,-1-1-1 0 0,1 0 1 0 0,-1 0-1 0 0,1-4 1 0 0,0 2-802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29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56 60 0 0,'-23'-40'15960'0'0,"12"25"-10982"0"0,15 15-4949 0 0,-1 1 0 0 0,1 0 0 0 0,0 0 0 0 0,-1 0 0 0 0,1 0 0 0 0,-1 1 0 0 0,1-1 0 0 0,-1 1 0 0 0,1 0 0 0 0,-1 0 0 0 0,0 0 0 0 0,0 1 0 0 0,0-1-1 0 0,-1 1 1 0 0,1-1 0 0 0,0 1 0 0 0,-1 0 0 0 0,3 4 0 0 0,-1-2 20 0 0,0 1 0 0 0,-1-1 0 0 0,1 1 0 0 0,-1 0 0 0 0,0 0 1 0 0,-1 0-1 0 0,0 1 0 0 0,0-1 0 0 0,2 12 0 0 0,-3-7 61 0 0,-1 0 0 0 0,0-1 0 0 0,-1 1 0 0 0,0 0 1 0 0,-1 0-1 0 0,0-1 0 0 0,-1 1 0 0 0,0-1 0 0 0,0 1 0 0 0,-1-1 1 0 0,-1 0-1 0 0,0-1 0 0 0,0 1 0 0 0,-1-1 0 0 0,0 0 0 0 0,0 0 1 0 0,-14 13-1 0 0,-9 7 966 0 0,-2-1 0 0 0,0-2 0 0 0,-47 30 0 0 0,52-38-185 0 0,-49 31 2619 0 0,68-41-3470 0 0,7-8-40 0 0,0 0 0 0 0,-1 0 0 0 0,1 1 0 0 0,0-1 0 0 0,0 0 0 0 0,0 0 0 0 0,0 0 0 0 0,0 1 0 0 0,0-1 0 0 0,0 0 0 0 0,0 0 0 0 0,0 1 0 0 0,0-1 0 0 0,0 0 0 0 0,0 0 0 0 0,0 0 0 0 0,1 1 0 0 0,-1-1 0 0 0,0 0 0 0 0,0 0 0 0 0,0 0 0 0 0,0 1 0 0 0,0-1 0 0 0,0 0 0 0 0,0 0 0 0 0,1 0 0 0 0,-1 0 0 0 0,0 1 0 0 0,0-1 0 0 0,0 0 0 0 0,0 0 0 0 0,1 0 0 0 0,-1 0 0 0 0,0 0 0 0 0,0 0 0 0 0,0 1 0 0 0,1-1 0 0 0,-1 0 0 0 0,0 0 0 0 0,0 0 0 0 0,1 0 0 0 0,10 2 0 0 0,0 0 0 0 0,0-1 0 0 0,0 0 0 0 0,17-1 0 0 0,3 0 0 0 0,645 40 0 0 0,-606-35 0 0 0,-50-4 0 0 0,-4 0 0 0 0,-1-1 0 0 0,11-2-1462 0 0,-68-13-16385 0 0,16 13 6793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30 1840 0 0,'-3'-1'1993'0'0,"-53"-19"11055"0"0,57 19-13030 0 0,0 1 1 0 0,1-1 0 0 0,-1 0-1 0 0,0 1 1 0 0,0-1 0 0 0,1 1-1 0 0,-1-1 1 0 0,0 1-1 0 0,0 0 1 0 0,1-1 0 0 0,-1 1-1 0 0,1 0 1 0 0,-1 0-1 0 0,0 0 1 0 0,1 0 0 0 0,-1 0-1 0 0,2 1 1 0 0,6-1 35 0 0,202-3 171 0 0,-128 4-128 0 0,-79-1-91 0 0,-1 0-2 0 0,15 0-649 0 0,11-1-9719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82 1156 0 0,'0'-15'6990'0'0,"0"11"-5715"0"0,0 1-474 0 0,0-1-1 0 0,0 1 1 0 0,0 0 0 0 0,1-1-1 0 0,-1 1 1 0 0,1 0 0 0 0,0-1 0 0 0,2-5-1 0 0,-3 8-681 0 0,1-1-1 0 0,0 1 0 0 0,0 0 1 0 0,0-1-1 0 0,0 1 0 0 0,0 0 1 0 0,1 0-1 0 0,-1-1 1 0 0,0 1-1 0 0,1 0 0 0 0,-1 0 1 0 0,0 0-1 0 0,1 1 0 0 0,-1-1 1 0 0,3-1-1 0 0,4 0-58 0 0,0 0-1 0 0,0 1 0 0 0,0 0 1 0 0,0 0-1 0 0,0 1 1 0 0,0 0-1 0 0,0 0 1 0 0,0 0-1 0 0,1 1 1 0 0,-1 1-1 0 0,10 2 1 0 0,-14-3-55 0 0,0 1 1 0 0,0-1-1 0 0,0 1 0 0 0,-1 0 1 0 0,1 0-1 0 0,0 0 1 0 0,-1 0-1 0 0,1 1 1 0 0,-1-1-1 0 0,6 7 0 0 0,-7-7 3 0 0,-1 0 0 0 0,1 0-1 0 0,-1 0 1 0 0,0 0-1 0 0,0 0 1 0 0,1 1 0 0 0,-2-1-1 0 0,1 0 1 0 0,0 1-1 0 0,0-1 1 0 0,-1 1 0 0 0,0-1-1 0 0,1 1 1 0 0,-1-1-1 0 0,0 1 1 0 0,0-1 0 0 0,0 1-1 0 0,0-1 1 0 0,-2 5-1 0 0,-1 4 27 0 0,0 1-1 0 0,-1-1 0 0 0,-1-1 0 0 0,0 1 0 0 0,0-1 0 0 0,-1 1 0 0 0,-1-2 0 0 0,1 1 0 0 0,-2-1 0 0 0,1 0 0 0 0,-11 9 0 0 0,-14 13 134 0 0,-58 40-1 0 0,61-49-37 0 0,-52 41 1253 0 0,80-62-1007 0 0,1 0-361 0 0,0-1 0 0 0,0 1 0 0 0,0-1 0 0 0,0 1 0 0 0,0-1 0 0 0,1 1 0 0 0,-1-1 0 0 0,0 1-1 0 0,0-1 1 0 0,1 0 0 0 0,-1 1 0 0 0,0-1 0 0 0,1 1 0 0 0,-1-1 0 0 0,0 0 0 0 0,1 1 0 0 0,-1-1 0 0 0,1 0 0 0 0,-1 1 0 0 0,0-1 0 0 0,1 0 0 0 0,-1 0 0 0 0,1 1-1 0 0,-1-1 1 0 0,1 0 0 0 0,-1 0 0 0 0,1 0 0 0 0,-1 0 0 0 0,2 0 0 0 0,15 2 82 0 0,-15-2-93 0 0,203-5 327 0 0,-52 0-285 0 0,-146 5-101 0 0,181 1-54 0 0,-64 3-4582 0 0,-111-2 3619 0 0,16 4-7481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0 1960 0 0,'-43'6'4536'0'0,"-86"5"11010"0"0,333-13-13847 0 0,286 10-2001 0 0,-483-8-68 0 0,24 5-993 0 0,-30-5 1117 0 0,1 1 1 0 0,-1-1 0 0 0,0 1 0 0 0,0 0 0 0 0,1-1-1 0 0,-1 1 1 0 0,0 0 0 0 0,0 0 0 0 0,0 0 0 0 0,0 0-1 0 0,0 0 1 0 0,0 0 0 0 0,0 0 0 0 0,0 0 0 0 0,-1 0-1 0 0,1 0 1 0 0,0 1 0 0 0,0 0 0 0 0,-1 0-47 0 0,0 0 0 0 0,-1-1 1 0 0,1 1-1 0 0,-1-1 0 0 0,1 1 0 0 0,-1-1 0 0 0,1 1 1 0 0,-1-1-1 0 0,0 1 0 0 0,0-1 0 0 0,0 1 1 0 0,0-1-1 0 0,0 0 0 0 0,0 0 0 0 0,0 1 0 0 0,0-1 1 0 0,-3 2-1 0 0,-9 9-3963 0 0,-3-2-881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2792 0 0,'-14'6'5093'0'0,"-6"1"-1810"0"0,18-6-2574 0 0,-27 14 1832 0 0,24-9-2158 0 0,1 0 0 0 0,-1 0 0 0 0,1 1 1 0 0,1-1-1 0 0,-1 1 0 0 0,1 0 0 0 0,-4 14 0 0 0,6-18-293 0 0,0 0 0 0 0,1 0 0 0 0,-1 0 0 0 0,1 0 0 0 0,0 0 0 0 0,0 0 0 0 0,0 0 0 0 0,1 0 0 0 0,-1-1 0 0 0,1 1 0 0 0,-1 0 0 0 0,1 0 0 0 0,0 0 0 0 0,0-1 0 0 0,0 1 0 0 0,1 0 0 0 0,-1-1 0 0 0,1 1 0 0 0,-1-1 0 0 0,1 1 0 0 0,0-1 0 0 0,0 0 0 0 0,4 4 0 0 0,9 5 479 0 0,1 0 0 0 0,1-1 1 0 0,-1 0-1 0 0,2-2 0 0 0,-1 0 0 0 0,27 8 0 0 0,-13-5 206 0 0,90 33 1101 0 0,-117-43-1807 0 0,-1 0 0 0 0,0 0 0 0 0,1 1 0 0 0,-1-1 0 0 0,0 1 0 0 0,0 0 0 0 0,0 0 0 0 0,-1 0 0 0 0,1 0 0 0 0,0 1 0 0 0,-1-1 0 0 0,1 1 0 0 0,-1-1 0 0 0,4 7-1 0 0,-5-7 64 0 0,0 0-1 0 0,0 0 0 0 0,-1 1 0 0 0,1-1 0 0 0,0 0 0 0 0,-1 1 0 0 0,0-1 0 0 0,1 0 0 0 0,-1 1 0 0 0,0-1 0 0 0,0 1 0 0 0,-1-1 1 0 0,1 0-1 0 0,0 1 0 0 0,-1-1 0 0 0,-1 5 0 0 0,-1-1 99 0 0,0 0 1 0 0,0 0-1 0 0,0 0 1 0 0,-1-1-1 0 0,0 1 1 0 0,0-1-1 0 0,-1 0 0 0 0,0 0 1 0 0,0 0-1 0 0,0 0 1 0 0,0-1-1 0 0,0 0 1 0 0,-7 4-1 0 0,-6 2-319 0 0,-1-1-1 0 0,1 0 1 0 0,-1-2-1 0 0,-33 10 1 0 0,44-15 3 0 0,-1 0 0 0 0,0 0 1 0 0,0-1-1 0 0,1-1 0 0 0,-1 1 0 0 0,0-1 1 0 0,0-1-1 0 0,0 1 0 0 0,0-2 0 0 0,1 1 1 0 0,-1-1-1 0 0,0 0 0 0 0,-10-5 1 0 0,16 5-513 0 0,0 1 1 0 0,-1-1 0 0 0,1 0-1 0 0,0 0 1 0 0,0-1 0 0 0,0 1 0 0 0,1-1-1 0 0,-1 1 1 0 0,0-1 0 0 0,1 0 0 0 0,0 0-1 0 0,-4-6 1 0 0,5 7-312 0 0,0 0 0 0 0,0-1 0 0 0,0 1 0 0 0,0-1 0 0 0,1 1 0 0 0,-1-1 0 0 0,1 0-1 0 0,-1 1 1 0 0,1-1 0 0 0,0 1 0 0 0,0-1 0 0 0,1-2 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2196 0 0,'0'-14'7315'0'0,"0"9"-6255"0"0,-1 1 200 0 0,1 0 0 0 0,0 0 1 0 0,0 0-1 0 0,1 0 0 0 0,-1 0 0 0 0,1 0 0 0 0,2-6 1 0 0,-2 9-1209 0 0,0 0 0 0 0,0 1 0 0 0,0-1 0 0 0,0 0 0 0 0,0 0 1 0 0,0 1-1 0 0,0-1 0 0 0,0 1 0 0 0,0-1 0 0 0,0 1 0 0 0,0-1 1 0 0,1 1-1 0 0,-1 0 0 0 0,2-1 0 0 0,5-1 132 0 0,23-8 35 0 0,0 2 0 0 0,1 1 1 0 0,54-5-1 0 0,-51 7-164 0 0,0 0-1 0 0,250-28 167 0 0,-240 23-1460 0 0,-35 6-2545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4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29 2448 0 0,'-12'-19'10581'0'0,"12"19"-10538"0"0,0-1 0 0 0,0 1-1 0 0,-1 0 1 0 0,1-1 0 0 0,0 1 0 0 0,0 0-1 0 0,0-1 1 0 0,0 1 0 0 0,0 0-1 0 0,1-1 1 0 0,-1 1 0 0 0,0 0 0 0 0,0-1-1 0 0,0 1 1 0 0,0 0 0 0 0,0 0 0 0 0,0-1-1 0 0,0 1 1 0 0,1 0 0 0 0,-1-1-1 0 0,0 1 1 0 0,0 0 0 0 0,0 0 0 0 0,1-1-1 0 0,-1 1 1 0 0,0 0 0 0 0,0 0-1 0 0,1 0 1 0 0,-1-1 0 0 0,0 1 0 0 0,0 0-1 0 0,1 0 1 0 0,-1 0 0 0 0,0 0 0 0 0,1 0-1 0 0,-1 0 1 0 0,0 0 0 0 0,1-1-1 0 0,-1 1 1 0 0,0 0 0 0 0,1 0 0 0 0,-1 0-1 0 0,0 0 1 0 0,1 0 0 0 0,-1 0-1 0 0,0 1 1 0 0,0-1 0 0 0,1 0 0 0 0,-1 0-1 0 0,0 0 1 0 0,1 0 0 0 0,12 1 61 0 0,1 1 1 0 0,-1 0 0 0 0,0 0-1 0 0,0 2 1 0 0,0-1 0 0 0,-1 2-1 0 0,1 0 1 0 0,-1 0-1 0 0,0 1 1 0 0,-1 1 0 0 0,1 0-1 0 0,-1 0 1 0 0,-1 1 0 0 0,1 0-1 0 0,13 15 1 0 0,-22-20-88 0 0,0-1-1 0 0,0 1 1 0 0,0 0 0 0 0,0 0 0 0 0,0 0-1 0 0,-1 0 1 0 0,1 1 0 0 0,-1-1-1 0 0,0 0 1 0 0,0 1 0 0 0,0-1 0 0 0,0 1-1 0 0,-1-1 1 0 0,0 1 0 0 0,1-1 0 0 0,-1 5-1 0 0,-1-3 5 0 0,0 0 1 0 0,0 1-1 0 0,0-1 0 0 0,-1 0 0 0 0,0 0 0 0 0,0 0 1 0 0,0 0-1 0 0,-1-1 0 0 0,-4 9 0 0 0,-7 5 136 0 0,0-2 0 0 0,-1 1 0 0 0,-1-2 0 0 0,-20 17-1 0 0,20-19 112 0 0,-1-1 745 0 0,10-7-87 0 0,20-7-614 0 0,-1-1-303 0 0,1 1 0 0 0,-1 1-1 0 0,0 0 1 0 0,1 1 0 0 0,-1 0 0 0 0,0 0 0 0 0,1 1-1 0 0,-1 1 1 0 0,0 0 0 0 0,0 1 0 0 0,0 0 0 0 0,0 1 0 0 0,0 1-1 0 0,-1-1 1 0 0,0 2 0 0 0,11 6 0 0 0,-10-4-4 0 0,0 1 1 0 0,0 0 0 0 0,-2 1-1 0 0,1 0 1 0 0,14 18-1 0 0,-23-25 54 0 0,1 0 0 0 0,-1 0 0 0 0,0 1-1 0 0,0-1 1 0 0,0 0 0 0 0,-1 1 0 0 0,1 0-1 0 0,-1-1 1 0 0,0 1 0 0 0,0 0 0 0 0,0-1 0 0 0,0 1-1 0 0,-1 0 1 0 0,1 0 0 0 0,-1 0 0 0 0,0 0-1 0 0,0 0 1 0 0,-1 0 0 0 0,1 0 0 0 0,-1-1 0 0 0,0 1-1 0 0,0 0 1 0 0,0 0 0 0 0,0-1 0 0 0,-4 7-1 0 0,-1 0 177 0 0,-2 0 1 0 0,1-1-1 0 0,-1 0 0 0 0,0 0 0 0 0,-1-1 0 0 0,0 0 0 0 0,0 0 0 0 0,-1-1 0 0 0,0-1 0 0 0,0 1 1 0 0,-1-2-1 0 0,1 1 0 0 0,-1-2 0 0 0,-13 5 0 0 0,2-2 13 0 0,1-1 0 0 0,-1-1 0 0 0,0 0 0 0 0,0-2 0 0 0,-1-1 0 0 0,-38-1 1 0 0,44-2-77 0 0,-1 0 1 0 0,-28-8 0 0 0,40 8-155 0 0,0-1 1 0 0,-1 0 0 0 0,1 0 0 0 0,0-1 0 0 0,0 0-1 0 0,0 0 1 0 0,1 0 0 0 0,-1-1 0 0 0,1 0-1 0 0,-5-4 1 0 0,9 7-182 0 0,0 0 0 0 0,-1 0 0 0 0,1 0-1 0 0,0 0 1 0 0,1 0 0 0 0,-1 0 0 0 0,0 0-1 0 0,0 0 1 0 0,0-1 0 0 0,1 1 0 0 0,-1 0-1 0 0,0 0 1 0 0,1-1 0 0 0,-1 1 0 0 0,1 0-1 0 0,0-1 1 0 0,-1 1 0 0 0,1-1 0 0 0,0 1-1 0 0,0 0 1 0 0,0-1 0 0 0,0 1 0 0 0,0-1-1 0 0,0 1 1 0 0,0 0 0 0 0,1-1 0 0 0,-1 1 0 0 0,0-1-1 0 0,1 1 1 0 0,0-2 0 0 0,1 2-332 0 0,-1 0-1 0 0,1 0 1 0 0,0 0 0 0 0,-1 1-1 0 0,1-1 1 0 0,0 1 0 0 0,-1-1-1 0 0,1 1 1 0 0,0 0 0 0 0,0 0-1 0 0,-1-1 1 0 0,1 1 0 0 0,0 0 0 0 0,0 1-1 0 0,0-1 1 0 0,-1 0 0 0 0,4 1-1 0 0,28 8-6050 0 0,-18-3 1049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5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847 1 1200 0 0,'4'5'21817'0'0,"-175"27"-17643"0"0,-86 38-4007 0 0,185-49 110 0 0,22-7-434 0 0,-189 59-1765 0 0,202-57-1084 0 0,35-15 2563 0 0,0 1 0 0 0,0-1 1 0 0,0 0-1 0 0,0 1 0 0 0,0 0 0 0 0,1-1 0 0 0,-1 1 1 0 0,1 0-1 0 0,-1 0 0 0 0,1 0 0 0 0,-1 0 0 0 0,1 0 1 0 0,-2 4-1 0 0,3-5 135 0 0,1 0 1 0 0,-1-1-1 0 0,0 1 0 0 0,0 0 1 0 0,0 0-1 0 0,0-1 0 0 0,1 1 1 0 0,-1 0-1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13 844 0 0,'3'0'2594'0'0,"57"-12"12510"0"0,-74 11-14640 0 0,1 1 1 0 0,-1 1 0 0 0,1 0 0 0 0,0 1-1 0 0,-1 0 1 0 0,-24 8 0 0 0,9-1-178 0 0,-57 27 0 0 0,78-31-263 0 0,0 0 1 0 0,0 0 0 0 0,0 1-1 0 0,0 0 1 0 0,-7 7 0 0 0,15-12-14 0 0,-1 0 0 0 0,1-1 0 0 0,-1 1 0 0 0,0 0 0 0 0,1 0 1 0 0,0 0-1 0 0,-1 0 0 0 0,1 0 0 0 0,-1 0 0 0 0,1 0 0 0 0,0 0 0 0 0,0 0 1 0 0,0 0-1 0 0,-1 0 0 0 0,1 0 0 0 0,0 0 0 0 0,0 0 0 0 0,0 0 0 0 0,1 0 0 0 0,-1 0 1 0 0,0 0-1 0 0,0 0 0 0 0,0-1 0 0 0,1 1 0 0 0,-1 0 0 0 0,1 0 0 0 0,-1 0 1 0 0,0 0-1 0 0,1 0 0 0 0,0 0 0 0 0,-1 0 0 0 0,1-1 0 0 0,-1 1 0 0 0,1 0 1 0 0,0 0-1 0 0,0-1 0 0 0,-1 1 0 0 0,1-1 0 0 0,0 1 0 0 0,1 0 0 0 0,4 4 92 0 0,1 0 0 0 0,-1-1 0 0 0,12 5-1 0 0,-17-8-85 0 0,46 22 530 0 0,65 35-577 0 0,-98-49 440 0 0,-1 0 1 0 0,-1 0-1 0 0,1 1 0 0 0,-2 1 1 0 0,20 22-1 0 0,-29-32-327 0 0,-1 1 1 0 0,0 0-1 0 0,1 0 0 0 0,-1-1 0 0 0,0 1 0 0 0,0 0 0 0 0,0 0 0 0 0,0 0 0 0 0,0 0 0 0 0,-1 0 0 0 0,1 0 0 0 0,-1 1 0 0 0,1-1 0 0 0,-1 0 0 0 0,0 0 1 0 0,0 0-1 0 0,0 0 0 0 0,0 1 0 0 0,0-1 0 0 0,0 0 0 0 0,-1 0 0 0 0,1 0 0 0 0,-1 0 0 0 0,1 0 0 0 0,-1 0 0 0 0,0 0 0 0 0,0 0 0 0 0,0 0 0 0 0,0 0 1 0 0,0 0-1 0 0,0 0 0 0 0,-1 0 0 0 0,1-1 0 0 0,0 1 0 0 0,-1-1 0 0 0,0 1 0 0 0,1-1 0 0 0,-1 1 0 0 0,-2 0 0 0 0,-4 4 300 0 0,0-1 0 0 0,0 0 0 0 0,0-1 0 0 0,0 0 0 0 0,-1 0 0 0 0,1-1 0 0 0,-16 4 0 0 0,7-5-408 0 0,0 0-1 0 0,-1-1 1 0 0,1 0-1 0 0,0-2 1 0 0,0 0-1 0 0,0-1 1 0 0,0 0-1 0 0,0-2 1 0 0,0 0-1 0 0,1 0 1 0 0,-1-2-1 0 0,1 0 1 0 0,1-1-1 0 0,-1-1 1 0 0,1 0-1 0 0,0-1 1 0 0,-24-20-1 0 0,36 27-510 0 0,0-1 0 0 0,0 0 0 0 0,0 1 0 0 0,1-1 0 0 0,-1-1-1 0 0,1 1 1 0 0,0 0 0 0 0,0 0 0 0 0,0-1 0 0 0,0 1 0 0 0,1-1-1 0 0,-2-4 1 0 0,2 5-209 0 0,1 0 0 0 0,0 0 0 0 0,-1 1 0 0 0,1-1 0 0 0,0 0-1 0 0,0 0 1 0 0,1 0 0 0 0,-1 1 0 0 0,1-1 0 0 0,-1 0 0 0 0,1 0-1 0 0,0 1 1 0 0,0-1 0 0 0,0 1 0 0 0,0-1 0 0 0,1 1 0 0 0,-1-1 0 0 0,3-2-1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6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73 3728 0 0,'-28'-14'9860'0'0,"24"11"-8547"0"0,0 1-1 0 0,0 0 1 0 0,0-1-1 0 0,0 2 0 0 0,-1-1 1 0 0,1 0-1 0 0,-1 1 1 0 0,-4-1-1 0 0,9 2-1276 0 0,0-1-1 0 0,0 1 1 0 0,0 0 0 0 0,1 0-1 0 0,-1 0 1 0 0,0 0-1 0 0,0 0 1 0 0,0 0-1 0 0,0 0 1 0 0,0-1-1 0 0,0 1 1 0 0,0 0-1 0 0,0 0 1 0 0,0 0 0 0 0,0 0-1 0 0,0 0 1 0 0,0 0-1 0 0,0-1 1 0 0,0 1-1 0 0,0 0 1 0 0,0 0-1 0 0,0 0 1 0 0,0 0-1 0 0,0 0 1 0 0,0 0 0 0 0,0-1-1 0 0,0 1 1 0 0,0 0-1 0 0,0 0 1 0 0,0 0-1 0 0,0 0 1 0 0,0 0-1 0 0,0 0 1 0 0,0-1-1 0 0,0 1 1 0 0,0 0 0 0 0,-1 0-1 0 0,1 0 1 0 0,0 0-1 0 0,0 0 1 0 0,0 0-1 0 0,0 0 1 0 0,0 0-1 0 0,0 0 1 0 0,0 0-1 0 0,-1-1 1 0 0,1 1 0 0 0,0 0-1 0 0,0 0 1 0 0,0 0-1 0 0,0 0 1 0 0,0 0-1 0 0,0 0 1 0 0,-1 0-1 0 0,1 0 1 0 0,0 0-1 0 0,0 0 1 0 0,10-6 409 0 0,30-1-159 0 0,0 2-1 0 0,0 2 1 0 0,46 2 0 0 0,2-1-150 0 0,203-6 23 0 0,-257 10-138 0 0,-17-1-23 0 0,0-1 0 0 0,29-3-1 0 0,-25 0-2135 0 0,-66 5-15197 0 0,20-3 9853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47 1236 0 0,'-8'-22'9962'0'0,"2"5"-4121"0"0,6 16-5748 0 0,0 1 1 0 0,0 0 0 0 0,0-1-1 0 0,0 1 1 0 0,0 0 0 0 0,-1-1-1 0 0,1 1 1 0 0,0 0-1 0 0,0-1 1 0 0,0 1 0 0 0,0 0-1 0 0,-1-1 1 0 0,1 1-1 0 0,0 0 1 0 0,0-1 0 0 0,0 1-1 0 0,-1 0 1 0 0,1 0-1 0 0,0-1 1 0 0,-1 1 0 0 0,1 0-1 0 0,-1-1 1 0 0,0 3 55 0 0,0 0 0 0 0,0 0 0 0 0,0 1 1 0 0,0-1-1 0 0,0 0 0 0 0,1 0 0 0 0,-1 0 0 0 0,1 0 0 0 0,-1 1 1 0 0,1-1-1 0 0,0 5 0 0 0,-1 36 1145 0 0,1-19-551 0 0,-7 107 1261 0 0,-34 182-1 0 0,39-294-2295 0 0,0-2-3969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8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126 150 452 0 0,'-22'-47'10741'0'0,"17"37"-8091"0"0,0 0 0 0 0,-7-21 0 0 0,12 30-2598 0 0,-1-1 0 0 0,1 1 0 0 0,0 0 0 0 0,0 0-1 0 0,0 0 1 0 0,1-1 0 0 0,-1 1 0 0 0,0 0 0 0 0,0 0 0 0 0,1-1 0 0 0,-1 1-1 0 0,0 0 1 0 0,1 0 0 0 0,0 0 0 0 0,-1 0 0 0 0,1 0 0 0 0,-1 0 0 0 0,1 0-1 0 0,0 0 1 0 0,0 0 0 0 0,0 0 0 0 0,0 0 0 0 0,-1 0 0 0 0,1 0 0 0 0,0 1-1 0 0,0-1 1 0 0,0 0 0 0 0,3 0 0 0 0,0-2-6 0 0,1 1 1 0 0,0 0-1 0 0,0 0 1 0 0,10-3-1 0 0,-3 3-8 0 0,0 0 1 0 0,0 1-1 0 0,0 0 0 0 0,0 0 0 0 0,0 2 1 0 0,20 2-1 0 0,-26-2-27 0 0,-1 0 1 0 0,1 0 0 0 0,-1 0-1 0 0,1 1 1 0 0,-1 0-1 0 0,0 0 1 0 0,0 0-1 0 0,0 1 1 0 0,0-1-1 0 0,0 1 1 0 0,-1 0 0 0 0,1 1-1 0 0,-1-1 1 0 0,0 1-1 0 0,0 0 1 0 0,7 8-1 0 0,-10-9 4 0 0,0 0 0 0 0,0 0 0 0 0,0 1-1 0 0,0-1 1 0 0,0 0 0 0 0,-1 0 0 0 0,1 0-1 0 0,-1 1 1 0 0,0-1 0 0 0,0 0 0 0 0,0 1-1 0 0,-1-1 1 0 0,1 0 0 0 0,-1 0 0 0 0,0 1-1 0 0,1-1 1 0 0,-1 0 0 0 0,-1 0 0 0 0,1 0-1 0 0,0 0 1 0 0,-1 0 0 0 0,-3 5 0 0 0,-4 6 27 0 0,0-1 0 0 0,-1 0 0 0 0,-14 14 0 0 0,-70 68 385 0 0,93-93-347 0 0,3-1-73 0 0,0 0 0 0 0,0 0 0 0 0,-1 1 0 0 0,1-1 0 0 0,0 0 0 0 0,0-1 0 0 0,0 1 0 0 0,0 0 0 0 0,0 0 0 0 0,1-1 0 0 0,-1 1 0 0 0,0-1 0 0 0,0 0 0 0 0,0 0 0 0 0,0 0 0 0 0,1 0 0 0 0,-1 0 0 0 0,2-1 0 0 0,21 4 1 0 0,-6 1-18 0 0,-1 0 0 0 0,0 2 0 0 0,0 0 0 0 0,20 11 0 0 0,-31-13 143 0 0,-1-1-1 0 0,0 1 1 0 0,0 0-1 0 0,0 0 1 0 0,0 1-1 0 0,-1-1 1 0 0,0 1-1 0 0,0 1 1 0 0,0-1-1 0 0,-1 1 1 0 0,1-1-1 0 0,-1 1 1 0 0,-1 1-1 0 0,7 12 1 0 0,-10-16-5 0 0,1 0 0 0 0,-1 0 1 0 0,1 0-1 0 0,-1 0 0 0 0,0 0 0 0 0,0 0 1 0 0,-1 0-1 0 0,1 0 0 0 0,-1 0 0 0 0,1 0 0 0 0,-1 0 1 0 0,0 0-1 0 0,0 0 0 0 0,0 0 0 0 0,0 0 1 0 0,-1-1-1 0 0,1 1 0 0 0,-1 0 0 0 0,0-1 0 0 0,0 0 1 0 0,0 1-1 0 0,0-1 0 0 0,0 0 0 0 0,-2 2 1 0 0,-6 6 186 0 0,-1-2 1 0 0,1 1 0 0 0,-1-1 0 0 0,-12 6-1 0 0,9-6-155 0 0,0-2 0 0 0,-1 0 0 0 0,1 0 0 0 0,-1-1 0 0 0,0-1 0 0 0,-1-1 0 0 0,1 0 0 0 0,-26 1 0 0 0,20-3-498 0 0,0-1-1 0 0,1-1 1 0 0,-1-1-1 0 0,1-1 1 0 0,-39-10-1 0 0,58 13-45 0 0,0-1 0 0 0,-1 1 1 0 0,1 0-1 0 0,0-1 0 0 0,0 1 0 0 0,0-1 1 0 0,0 1-1 0 0,0-1 0 0 0,-1 1 0 0 0,1-1 0 0 0,0 0 1 0 0,0 0-1 0 0,0 1 0 0 0,1-1 0 0 0,-1 0 1 0 0,0 0-1 0 0,0 0 0 0 0,0 0 0 0 0,1 0 1 0 0,-2-2-1 0 0,2 2-17 0 0,0 0 0 0 0,0 0 1 0 0,0 0-1 0 0,0 0 0 0 0,0 0 0 0 0,0 0 1 0 0,1 0-1 0 0,-1 0 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8 3028 0 0,'29'-7'18719'0'0,"-29"7"-18577"0"0,0 2-8 0 0,-1 0 0 0 0,0 0-1 0 0,1-1 1 0 0,-1 1-1 0 0,0 0 1 0 0,0-1 0 0 0,0 1-1 0 0,0 0 1 0 0,-1-1 0 0 0,1 1-1 0 0,-2 0 1 0 0,-3 6 391 0 0,-8 13 282 0 0,0-2 0 0 0,-27 28 0 0 0,21-24-499 0 0,-111 113 465 0 0,37-40-614 0 0,61-64-362 0 0,1-1-3544 0 0,14-9-5038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39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67 684 0 0,'-1'-24'22814'0'0,"2"22"-22690"0"0,0 0-1 0 0,0 0 0 0 0,1 0 1 0 0,-1 0-1 0 0,0 0 1 0 0,1 1-1 0 0,-1-1 0 0 0,1 0 1 0 0,-1 1-1 0 0,1-1 1 0 0,0 1-1 0 0,0 0 0 0 0,0-1 1 0 0,0 1-1 0 0,0 0 0 0 0,0 0 1 0 0,3-1-1 0 0,2 0-93 0 0,0-1 1 0 0,0 2-1 0 0,0-1 0 0 0,1 1 0 0 0,7-1 0 0 0,18-1 70 0 0,-28 3-94 0 0,6 3 2 0 0,-6-3 1 0 0,0 1-1 0 0,1 0 1 0 0,-1 1-1 0 0,0-1 0 0 0,0 1 1 0 0,0 0-1 0 0,0 1 0 0 0,0-1 1 0 0,-1 1-1 0 0,6 4 1 0 0,-8-6-8 0 0,0 1 1 0 0,-1 0-1 0 0,1-1 1 0 0,-1 1-1 0 0,0 0 0 0 0,1 0 1 0 0,-1 0-1 0 0,0 0 1 0 0,0 1-1 0 0,0-1 1 0 0,-1 0-1 0 0,1 0 1 0 0,0 0-1 0 0,-1 1 1 0 0,0-1-1 0 0,1 0 1 0 0,-1 1-1 0 0,0-1 1 0 0,0 0-1 0 0,0 1 1 0 0,0-1-1 0 0,-1 0 1 0 0,1 1-1 0 0,-1-1 0 0 0,1 0 1 0 0,-2 4-1 0 0,-3 4 18 0 0,0 1 0 0 0,0 0-1 0 0,-1-1 1 0 0,-1 0 0 0 0,0-1-1 0 0,0 1 1 0 0,0-1-1 0 0,-16 13 1 0 0,-12 17 505 0 0,25-29-82 0 0,0 2 1348 0 0,14-8-1179 0 0,9-5-679 0 0,2 0 93 0 0,-1 1-1 0 0,1 0 1 0 0,-1 1-1 0 0,1 1 1 0 0,-1 0 0 0 0,0 1-1 0 0,0 0 1 0 0,0 1-1 0 0,0 1 1 0 0,-1 0-1 0 0,1 1 1 0 0,-1 0-1 0 0,-1 1 1 0 0,1 0-1 0 0,-1 1 1 0 0,-1 1-1 0 0,1 0 1 0 0,12 14-1 0 0,-22-21 46 0 0,0 0 0 0 0,0 0 0 0 0,-1 0-1 0 0,1 1 1 0 0,-1-1 0 0 0,0 0 0 0 0,1 1 0 0 0,-1-1-1 0 0,0 1 1 0 0,0 0 0 0 0,-1-1 0 0 0,1 1-1 0 0,-1 0 1 0 0,1-1 0 0 0,-1 1 0 0 0,0 0-1 0 0,0 0 1 0 0,0-1 0 0 0,-1 6 0 0 0,0-4 29 0 0,0 0 1 0 0,0 0-1 0 0,-1 0 0 0 0,0 0 1 0 0,0-1-1 0 0,0 1 1 0 0,0-1-1 0 0,0 1 0 0 0,-1-1 1 0 0,0 0-1 0 0,1 0 1 0 0,-7 5-1 0 0,1-2-99 0 0,-1 0 0 0 0,0-1 0 0 0,0 0 0 0 0,0-1 0 0 0,0 0 0 0 0,-1-1 0 0 0,0 0 0 0 0,0 0 0 0 0,0-1 0 0 0,0 0 0 0 0,0 0 0 0 0,-16-1 0 0 0,9-1 0 0 0,-6 0 0 0 0,-2 0 0 0 0,1-3 0 0 0,4 1 0 0 0,1-3 0 0 0,1 1 0 0 0,16 3-64 0 0,-1 1-1 0 0,0-1 1 0 0,0 0 0 0 0,0 0 0 0 0,0 0-1 0 0,1-1 1 0 0,-1 1 0 0 0,0 0 0 0 0,1-1-1 0 0,-4-3 1 0 0,0 0-483 0 0,3 4-232 0 0,1-1 0 0 0,-1 0 0 0 0,1 1 1 0 0,0-1-1 0 0,-1 0 0 0 0,1 0 0 0 0,0-1 0 0 0,0 1 1 0 0,1 0-1 0 0,-1-1 0 0 0,0 1 0 0 0,1-1 1 0 0,-2-2-1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95 1276 0 0,'0'0'1804'0'0,"-9"-21"4082"0"0,9 19-5703 0 0,0-1 0 0 0,1 1 1 0 0,-1-1-1 0 0,0 0 0 0 0,1 1 0 0 0,0-1 0 0 0,-1 1 0 0 0,1 0 0 0 0,0-1 1 0 0,0 1-1 0 0,1 0 0 0 0,-1-1 0 0 0,0 1 0 0 0,1 0 0 0 0,-1 0 0 0 0,1 0 1 0 0,0 0-1 0 0,2-2 0 0 0,0 1-65 0 0,-1 1 0 0 0,1-1 0 0 0,1 1 0 0 0,-1-1 0 0 0,0 1 0 0 0,1 0 0 0 0,-1 1 0 0 0,1-1 0 0 0,6 0 0 0 0,-2 0-88 0 0,1 0-1 0 0,-1 2 1 0 0,0-1 0 0 0,1 1 0 0 0,-1 0 0 0 0,0 1-1 0 0,1 0 1 0 0,-1 1 0 0 0,18 4 0 0 0,-23-4-19 0 0,1 0 0 0 0,0 0 0 0 0,-1 0 0 0 0,1 1 0 0 0,-1 0 0 0 0,0-1 0 0 0,0 2 0 0 0,0-1 0 0 0,0 0 0 0 0,0 1 1 0 0,-1-1-1 0 0,1 1 0 0 0,-1 0 0 0 0,0 1 0 0 0,-1-1 0 0 0,1 0 0 0 0,-1 1 0 0 0,1-1 0 0 0,-1 1 0 0 0,-1 0 0 0 0,3 7 0 0 0,-3-4 14 0 0,0 0 0 0 0,0 1 1 0 0,-1-1-1 0 0,0 0 0 0 0,0 0 0 0 0,-1 0 0 0 0,0 0 0 0 0,0 0 0 0 0,-1 0 1 0 0,0 0-1 0 0,-1 0 0 0 0,-5 12 0 0 0,-5 4 98 0 0,-1-1 0 0 0,-1 0 1 0 0,-1-1-1 0 0,-1-1 0 0 0,-31 31 0 0 0,40-43-58 0 0,-56 60 1360 0 0,63-68-1198 0 0,1 0-217 0 0,0-1 1 0 0,0 1-1 0 0,0-1 0 0 0,1 1 0 0 0,-1-1 0 0 0,0 1 1 0 0,1-1-1 0 0,-1 0 0 0 0,0 1 0 0 0,1-1 0 0 0,-1 1 1 0 0,0-1-1 0 0,1 0 0 0 0,-1 1 0 0 0,1-1 1 0 0,-1 0-1 0 0,1 0 0 0 0,-1 1 0 0 0,1-1 0 0 0,-1 0 1 0 0,1 0-1 0 0,-1 0 0 0 0,1 0 0 0 0,-1 1 0 0 0,1-1 1 0 0,120-13 117 0 0,41-4-96 0 0,-85 18-1911 0 0,-59 1-1206 0 0,1 1 0 0 0,18 6 1 0 0,-24-6-755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65 1184 0 0,'1'-7'2668'0'0,"0"0"0"0"0,-1 0 0 0 0,0 0 0 0 0,-1-12 0 0 0,-5 1 1166 0 0,-11 21-3126 0 0,-12 19-143 0 0,1 1 0 0 0,2 1 0 0 0,0 1 0 0 0,-29 39 0 0 0,30-36-417 0 0,10-11-238 0 0,-96 113 798 0 0,87-99-1711 0 0,0 3 0 0 0,-21 41-1 0 0,43-72 600 0 0,-16 34-3031 0 0,13-14-3712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76 2496 0 0,'19'-53'14946'0'0,"-19"52"-14432"0"0,3-5 626 0 0,-2 5-1098 0 0,-1 0 1 0 0,0 0-1 0 0,0 0 1 0 0,0 1-1 0 0,1-1 0 0 0,-1 0 1 0 0,1 1-1 0 0,-1-1 1 0 0,0 0-1 0 0,1 1 1 0 0,-1-1-1 0 0,1 0 1 0 0,-1 1-1 0 0,1-1 1 0 0,1 0-1 0 0,5 0-17 0 0,-1 0-1 0 0,1 0 1 0 0,0 1-1 0 0,0 0 0 0 0,0 0 1 0 0,0 0-1 0 0,-1 1 1 0 0,1 1-1 0 0,8 1 1 0 0,-12-2-23 0 0,-1 0 1 0 0,1-1-1 0 0,0 1 0 0 0,-1 0 1 0 0,1 1-1 0 0,0-1 0 0 0,-1 0 1 0 0,0 1-1 0 0,1 0 0 0 0,-1-1 1 0 0,0 1-1 0 0,0 0 0 0 0,0 0 1 0 0,0 0-1 0 0,0 0 0 0 0,0 1 1 0 0,-1-1-1 0 0,1 0 0 0 0,-1 1 1 0 0,1-1-1 0 0,-1 1 0 0 0,0 0 1 0 0,0-1-1 0 0,0 1 0 0 0,-1 0 1 0 0,1-1-1 0 0,0 1 0 0 0,-1 0 1 0 0,0 0-1 0 0,0 0 0 0 0,0 0 1 0 0,0 3-1 0 0,-1 2 7 0 0,0 0 0 0 0,0 0 1 0 0,0 0-1 0 0,-1 0 0 0 0,0 0 0 0 0,-1 0 1 0 0,0-1-1 0 0,0 1 0 0 0,-7 11 0 0 0,-52 60 272 0 0,37-49 571 0 0,24-29-647 0 0,1-1-158 0 0,0 1 0 0 0,-1-1-1 0 0,1 0 1 0 0,0 0 0 0 0,-1 1 0 0 0,1-1 0 0 0,0 0 0 0 0,0 1 0 0 0,-1-1 0 0 0,1 0 0 0 0,0 0 0 0 0,0 1 0 0 0,0-1 0 0 0,0 1 0 0 0,-1-1 0 0 0,1 0 0 0 0,0 1 0 0 0,0-1 0 0 0,0 0 0 0 0,0 1 0 0 0,0-1-1 0 0,0 1 1 0 0,0 0 0 0 0,49-9 302 0 0,-31 4-248 0 0,1 2 1 0 0,0 0 0 0 0,0 0-1 0 0,21 3 1 0 0,-30 0 39 0 0,1 0-1 0 0,0 1 1 0 0,-1 1 0 0 0,1 0-1 0 0,-1 0 1 0 0,0 1 0 0 0,0 0-1 0 0,16 10 1 0 0,-23-12 79 0 0,0 1 0 0 0,1-1 0 0 0,-1 1 0 0 0,0 0 0 0 0,0 0 0 0 0,-1 0 0 0 0,1 0 0 0 0,-1 1 0 0 0,1-1 0 0 0,-1 1 0 0 0,0-1-1 0 0,-1 1 1 0 0,1 0 0 0 0,0 0 0 0 0,-1 0 0 0 0,0 0 0 0 0,0 0 0 0 0,0 0 0 0 0,-1 0 0 0 0,1 0 0 0 0,-1 0 0 0 0,0 0 0 0 0,0 0 0 0 0,0 0 0 0 0,-1 5 0 0 0,-1 0-118 0 0,0-1 1 0 0,0 0 0 0 0,-1 1 0 0 0,0-1-1 0 0,0 0 1 0 0,-1-1 0 0 0,0 1-1 0 0,0 0 1 0 0,-1-1 0 0 0,0 0 0 0 0,0 0-1 0 0,-11 10 1 0 0,8-10-9 0 0,0 0-1 0 0,0 0 1 0 0,-1 0 0 0 0,0-1-1 0 0,0-1 1 0 0,0 1 0 0 0,-1-2 0 0 0,1 1-1 0 0,-21 5 1 0 0,15-6-94 0 0,-7-2 0 0 0,-2-1 0 0 0,1-3 0 0 0,2-3 0 0 0,3 0 0 0 0,-1-1 0 0 0,2-2 0 0 0,3 0 0 0 0,12 6-218 0 0,-1 1 0 0 0,1-1 0 0 0,-1 0 0 0 0,1 0 0 0 0,0 0-1 0 0,0 0 1 0 0,0 0 0 0 0,0 0 0 0 0,0-1 0 0 0,0 1 0 0 0,1-1 0 0 0,-1 1 0 0 0,1-1 0 0 0,0 0 0 0 0,0 1-1 0 0,0-1 1 0 0,0 0 0 0 0,0 0 0 0 0,0 0 0 0 0,1 0 0 0 0,-1 0 0 0 0,1 0 0 0 0,0 0 0 0 0,0 1 0 0 0,0-1 0 0 0,1-4-1 0 0,14-18-10728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3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79 2228 0 0,'33'-66'17245'0'0,"-33"66"-17060"0"0,0-1 0 0 0,0 0-1 0 0,0 0 1 0 0,0 1 0 0 0,1-1 0 0 0,-1 0 0 0 0,0 1-1 0 0,1-1 1 0 0,-1 1 0 0 0,0-1 0 0 0,1 0-1 0 0,-1 1 1 0 0,1-1 0 0 0,-1 1 0 0 0,1-1-1 0 0,-1 1 1 0 0,1-1 0 0 0,0 1 0 0 0,-1 0 0 0 0,1-1-1 0 0,-1 1 1 0 0,2-1 0 0 0,-3 86 4771 0 0,-7 46-2561 0 0,-3-25-1627 0 0,-13 109-1237 0 0,23-213-166 0 0,2 6-1224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60 608 0 0,'1'-2'2229'0'0,"20"-56"11675"0"0,-23 129-12324 0 0,-18 122 1 0 0,-18-20-4288 0 0,34-154-821 0 0,-3 32 0 0 0,6-42 1381 0 0,-1 6-3441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4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21 2332 0 0,'12'-20'12107'0'0,"-253"243"-6759"0"0,-4 5-7018 0 0,239-223 605 0 0,-13 16-854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4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46 640 0 0,'6'-20'17576'0'0,"-1"11"-15230"0"0,-4 8-2315 0 0,0 0 1 0 0,1 0-1 0 0,-1 0 1 0 0,1 0-1 0 0,-1 0 1 0 0,1 1-1 0 0,-1-1 1 0 0,1 0-1 0 0,0 1 1 0 0,-1 0-1 0 0,1-1 1 0 0,0 1-1 0 0,2 0 1 0 0,16-3 9 0 0,0 0 1 0 0,1 2 0 0 0,0 1-1 0 0,-1 0 1 0 0,1 2 0 0 0,30 5 0 0 0,-48-6-36 0 0,0-1 0 0 0,-1 1 1 0 0,1 0-1 0 0,-1 0 0 0 0,1 0 1 0 0,-1 1-1 0 0,0-1 0 0 0,1 0 1 0 0,-1 1-1 0 0,0 0 0 0 0,0-1 1 0 0,0 1-1 0 0,0 0 0 0 0,0 0 1 0 0,-1 0-1 0 0,4 5 0 0 0,-4-5 9 0 0,-1 0 0 0 0,1 0 0 0 0,0 0 0 0 0,-1 0 0 0 0,1 1 0 0 0,-1-1 0 0 0,0 0 0 0 0,0 0 0 0 0,0 1 0 0 0,0-1 0 0 0,0 0-1 0 0,0 1 1 0 0,-1-1 0 0 0,1 0 0 0 0,-1 0 0 0 0,1 0 0 0 0,-1 1 0 0 0,0-1 0 0 0,0 0 0 0 0,-1 2 0 0 0,-4 6 52 0 0,0-1 0 0 0,-1 0 0 0 0,0 0 1 0 0,0-1-1 0 0,-1 1 0 0 0,0-2 0 0 0,-12 10 0 0 0,-13 13 243 0 0,4-3 274 0 0,28-26-446 0 0,1-1-132 0 0,0 1 1 0 0,0-1 0 0 0,0 1-1 0 0,1-1 1 0 0,-1 1 0 0 0,0-1-1 0 0,0 1 1 0 0,0-1 0 0 0,1 1-1 0 0,-1-1 1 0 0,0 1 0 0 0,1-1 0 0 0,-1 0-1 0 0,0 1 1 0 0,1-1 0 0 0,-1 0-1 0 0,1 1 1 0 0,-1-1 0 0 0,0 0-1 0 0,1 1 1 0 0,-1-1 0 0 0,1 0-1 0 0,-1 0 1 0 0,1 0 0 0 0,-1 1-1 0 0,1-1 1 0 0,-1 0 0 0 0,1 0-1 0 0,-1 0 1 0 0,2 0 0 0 0,19 2 14 0 0,-13-2 1 0 0,12 2-17 0 0,0 0 0 0 0,0 2 0 0 0,-1 0 0 0 0,1 1 0 0 0,-1 1 0 0 0,31 15-1 0 0,-43-18 70 0 0,0 1-1 0 0,-1 0 1 0 0,0 0-1 0 0,0 1 0 0 0,0-1 1 0 0,0 1-1 0 0,-1 0 0 0 0,0 1 1 0 0,0 0-1 0 0,0-1 1 0 0,0 1-1 0 0,-1 1 0 0 0,0-1 1 0 0,-1 1-1 0 0,0-1 0 0 0,0 1 1 0 0,0 0-1 0 0,0 0 1 0 0,-1 1-1 0 0,2 13 0 0 0,-4-16 107 0 0,0 1-1 0 0,0-1 0 0 0,0 1 0 0 0,0-1 1 0 0,-1 1-1 0 0,0-1 0 0 0,0 1 1 0 0,-1-1-1 0 0,0 0 0 0 0,0 0 0 0 0,0 1 1 0 0,0-1-1 0 0,-1-1 0 0 0,0 1 1 0 0,0 0-1 0 0,0-1 0 0 0,0 1 0 0 0,-1-1 1 0 0,0 0-1 0 0,0 0 0 0 0,0 0 1 0 0,-9 5-1 0 0,3-1 13 0 0,-1-1 0 0 0,0-1 0 0 0,-1 0 0 0 0,1-1 0 0 0,-1 0 0 0 0,0 0 0 0 0,0-2 0 0 0,-23 5 0 0 0,18-6-196 0 0,1-1 1 0 0,-1-1 0 0 0,0 0 0 0 0,0-1 0 0 0,1-1 0 0 0,-1-1 0 0 0,1 0-1 0 0,0-1 1 0 0,0-1 0 0 0,-28-12 0 0 0,27 9-2145 0 0,0-1 0 0 0,-27-19-1 0 0,42 27 1558 0 0,-13-12-2540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4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299 140 1296 0 0,'13'-14'2697'0'0,"14"-18"3472"0"0,-26 30-5714 0 0,1-1-1 0 0,-1 1 0 0 0,1-1 1 0 0,-1 1-1 0 0,0-1 0 0 0,0 1 1 0 0,0-1-1 0 0,0 1 0 0 0,0-1 0 0 0,-1 0 1 0 0,1-4-1 0 0,-1 7-419 0 0,0-1 0 0 0,0 1 0 0 0,0 0 0 0 0,0-1 0 0 0,0 1 1 0 0,0 0-1 0 0,-1-1 0 0 0,1 1 0 0 0,0-1 0 0 0,0 1 0 0 0,0 0 0 0 0,-1-1 0 0 0,1 1 0 0 0,0 0 0 0 0,0 0 0 0 0,-1-1 0 0 0,1 1 1 0 0,0 0-1 0 0,-1 0 0 0 0,1-1 0 0 0,0 1 0 0 0,-1 0 0 0 0,1 0 0 0 0,0 0 0 0 0,-1-1 0 0 0,1 1 0 0 0,0 0 0 0 0,-1 0 0 0 0,1 0 0 0 0,-1 0 1 0 0,1 0-1 0 0,0 0 0 0 0,-2 0 0 0 0,-11 0 291 0 0,12 0-343 0 0,-4 1 89 0 0,1 0 0 0 0,-1 1 0 0 0,1-1 1 0 0,0 1-1 0 0,-1 0 0 0 0,1 0 0 0 0,0 0 1 0 0,0 0-1 0 0,0 1 0 0 0,-4 3 0 0 0,-36 35 441 0 0,31-28-343 0 0,-21 20 383 0 0,2 1 1 0 0,-36 51-1 0 0,57-69-341 0 0,-1 1 0 0 0,2 1 0 0 0,0 0 1 0 0,2 0-1 0 0,0 1 0 0 0,1 0 0 0 0,-9 38 1 0 0,14-49-87 0 0,1-1 0 0 0,1 1 1 0 0,0-1-1 0 0,0 1 0 0 0,0-1 0 0 0,1 1 1 0 0,0-1-1 0 0,0 1 0 0 0,1-1 0 0 0,0 1 1 0 0,0-1-1 0 0,0 0 0 0 0,1 0 1 0 0,1 0-1 0 0,-1 0 0 0 0,1-1 0 0 0,6 9 1 0 0,-4-8 31 0 0,1 1 1 0 0,0-1 0 0 0,0 0 0 0 0,1-1 0 0 0,0 1 0 0 0,0-2-1 0 0,1 1 1 0 0,-1-1 0 0 0,1 0 0 0 0,0-1 0 0 0,1 0 0 0 0,15 4-1 0 0,-4-2 89 0 0,1-1 0 0 0,-1-1-1 0 0,1-1 1 0 0,0-1-1 0 0,0-1 1 0 0,1-1-1 0 0,-1-1 1 0 0,0-1 0 0 0,0-1-1 0 0,-1-1 1 0 0,35-10-1 0 0,-41 9-101 0 0,0-1 0 0 0,0 0 1 0 0,0-2-1 0 0,-1 1 0 0 0,0-2 0 0 0,0 0 0 0 0,-1 0 0 0 0,0-1 0 0 0,-1-1 0 0 0,0 0 1 0 0,-1-1-1 0 0,0 0 0 0 0,-1-1 0 0 0,0 0 0 0 0,-1 0 0 0 0,10-20 0 0 0,-12 18-116 0 0,0 0 1 0 0,-2 0-1 0 0,0 0 0 0 0,0-1 0 0 0,-2 0 0 0 0,0 0 0 0 0,0 0 0 0 0,-2 0 0 0 0,0 0 1 0 0,-1 0-1 0 0,0-1 0 0 0,-6-30 0 0 0,3 34-39 0 0,0 0 0 0 0,-1 0 0 0 0,0 1 0 0 0,-1-1 0 0 0,-1 1 0 0 0,0 0 0 0 0,0 0 0 0 0,-1 1 0 0 0,-1-1 0 0 0,0 2 0 0 0,-1-1 0 0 0,0 1 0 0 0,0 1 0 0 0,-1-1 0 0 0,-21-14 0 0 0,20 16-167 0 0,-1 1 0 0 0,0 0 0 0 0,0 1 0 0 0,-1 1 0 0 0,0 0-1 0 0,0 0 1 0 0,0 1 0 0 0,0 1 0 0 0,-1 0 0 0 0,1 1 0 0 0,-28-1 0 0 0,28 4-596 0 0,0-1 0 0 0,0 2 0 0 0,1 0 0 0 0,-1 0 0 0 0,-16 7 0 0 0,17-5-575 0 0,-1 1-1 0 0,2 1 1 0 0,-1 0-1 0 0,1 0 0 0 0,-16 13 1 0 0,-2 4-4434 0 0,1 0-3111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0 568 0 0,'0'0'6006'0'0,"0"10"-1885"0"0,-6 10 1412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34 188 0 0,'-102'5'8647'0'0,"99"-5"-7966"0"0,0 0-25 0 0,-70 7 8320 0 0,91-10-8892 0 0,95-15-646 0 0,120-5-1 0 0,-231 23 324 0 0,29-1-1663 0 0,-31 1 1831 0 0,0 0 0 0 0,1 0 1 0 0,-1 0-1 0 0,1 0 0 0 0,-1 0 0 0 0,1 0 1 0 0,-1 0-1 0 0,0 0 0 0 0,1 0 1 0 0,-1 0-1 0 0,1 0 0 0 0,-1 0 1 0 0,1 0-1 0 0,-1 0 0 0 0,0 0 1 0 0,1 1-1 0 0,-1-1 0 0 0,1 0 1 0 0,-1 0-1 0 0,0 0 0 0 0,1 1 1 0 0,-1-1-1 0 0,0 0 0 0 0,1 0 1 0 0,-1 1-1 0 0,0-1 0 0 0,1 0 1 0 0,-1 1-1 0 0,0-1 0 0 0,0 0 1 0 0,1 1-1 0 0,-1-1 0 0 0,0 1 1 0 0,0-1-1 0 0,0 0 0 0 0,0 1 1 0 0,0-1-1 0 0,1 1 0 0 0,-1-1 1 0 0,0 1-1 0 0,0-1 0 0 0,0 0 1 0 0,0 1-1 0 0,0 0 0 0 0,-2 1-21 0 0,0 0 0 0 0,-1 0 1 0 0,1 0-1 0 0,0 0 0 0 0,-1 0 0 0 0,1 0 0 0 0,-1-1 0 0 0,0 0 0 0 0,0 1 0 0 0,1-1 0 0 0,-1 0 1 0 0,-6 1-1 0 0,4 0-43 0 0,-64 21-135 0 0,-86 17 1 0 0,2-10 3135 0 0,130-25-1984 0 0,14-4-430 0 0,-11 3 1837 0 0,-30 3 0 0 0,71-21-1233 0 0,40-2-516 0 0,121-18 0 0 0,-135 28-456 0 0,256-29-414 0 0,-203 25-2826 0 0,0-1-4151 0 0,-52 4-1411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7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215 114 184 0 0,'-4'-41'6457'0'0,"3"29"-4355"0"0,0-1 0 0 0,-1 0 1 0 0,-5-21-1 0 0,4 88 2676 0 0,-1 7-3791 0 0,-2 4-315 0 0,-4 1-1 0 0,-2-2 1 0 0,-24 71 0 0 0,-19 25-1008 0 0,-9-4-3342 0 0,63-154 3201 0 0,-8 16-1209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129 127 2404 0 0,'-3'-10'1597'0'0,"2"0"0"0"0,-1 0-1 0 0,1 0 1 0 0,1-11 0 0 0,0 19-1520 0 0,0 0 1 0 0,1 1-1 0 0,-1-1 1 0 0,1 1 0 0 0,-1-1-1 0 0,1 0 1 0 0,0 1 0 0 0,0-1-1 0 0,0 1 1 0 0,0-1-1 0 0,0 1 1 0 0,0 0 0 0 0,0-1-1 0 0,0 1 1 0 0,0 0-1 0 0,1 0 1 0 0,-1 0 0 0 0,0 0-1 0 0,3-1 1 0 0,27-15 613 0 0,-31 17-686 0 0,11-4 71 0 0,0 0 1 0 0,1 1-1 0 0,-1 0 1 0 0,1 1-1 0 0,0 0 1 0 0,-1 1-1 0 0,1 0 0 0 0,0 1 1 0 0,0 0-1 0 0,-1 1 1 0 0,1 1-1 0 0,15 3 1 0 0,-22-4-65 0 0,0 0 0 0 0,-1 1 0 0 0,1 0 1 0 0,0 0-1 0 0,-1 0 0 0 0,0 1 1 0 0,1-1-1 0 0,-1 1 0 0 0,0 0 0 0 0,0 0 1 0 0,0 1-1 0 0,-1-1 0 0 0,5 6 0 0 0,-6-5 11 0 0,1 0-1 0 0,-1-1 0 0 0,0 1 1 0 0,-1 1-1 0 0,1-1 0 0 0,-1 0 1 0 0,0 0-1 0 0,0 0 0 0 0,0 1 1 0 0,-1-1-1 0 0,1 0 0 0 0,-1 1 1 0 0,0-1-1 0 0,0 1 0 0 0,0-1 1 0 0,-1 0-1 0 0,-1 7 0 0 0,-1-1 26 0 0,0-1 0 0 0,0 0-1 0 0,-1-1 1 0 0,0 1-1 0 0,0-1 1 0 0,-1 1 0 0 0,-1-1-1 0 0,1-1 1 0 0,-10 11-1 0 0,1-3 13 0 0,-1 0 0 0 0,0 0 0 0 0,-21 13 0 0 0,7-7 506 0 0,-2-2 0 0 0,0-2 1 0 0,-1-1-1 0 0,-54 20 0 0 0,42-21 1172 0 0,41-15-1516 0 0,-17 2 397 0 0,12-3-510 0 0,10 0 71 0 0,22 2-104 0 0,-8 4-65 0 0,0 1 0 0 0,-1 1 0 0 0,0 0 0 0 0,0 1 0 0 0,-1 0 0 0 0,0 1 0 0 0,25 21 0 0 0,-7-2 8 0 0,-2 2 0 0 0,29 34 0 0 0,-10 4-333 0 0,4 3-4828 0 0,-30-50-1554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61 1532 0 0,'15'-45'13907'0'0,"-5"30"-7397"0"0,-9 26-5912 0 0,-1-1 1 0 0,0 1 0 0 0,0-1 0 0 0,-1 1 0 0 0,-1-1 0 0 0,0 1-1 0 0,-4 14 1 0 0,1-2-97 0 0,-86 361 1990 0 0,73-330-4749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1 191 268 0 0,'11'-17'8849'0'0,"16"-35"0"0"0,-15 26-2377 0 0,-11 24-6259 0 0,1 0 0 0 0,-1 0 0 0 0,0 0-1 0 0,1 0 1 0 0,0 0 0 0 0,-1 1 0 0 0,1-1-1 0 0,0 0 1 0 0,0 1 0 0 0,4-3-1 0 0,61-14 339 0 0,73-8 0 0 0,-49 12-4473 0 0,-35 6-2685 0 0,-30 1-997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65 163 640 0 0,'-2'-32'9632'0'0,"1"24"-7904"0"0,1 0 0 0 0,0 1 0 0 0,0-1 0 0 0,2-12 0 0 0,-1 16-1564 0 0,0 1 0 0 0,0-1 0 0 0,1 1-1 0 0,-1 0 1 0 0,1 0 0 0 0,0 0 0 0 0,0 0 0 0 0,0 0 0 0 0,0 0 0 0 0,0 0 0 0 0,1 1 0 0 0,-1-1 0 0 0,5-3 0 0 0,0 2-109 0 0,0-1 1 0 0,-1 2-1 0 0,2-1 1 0 0,-1 1 0 0 0,0 0-1 0 0,1 0 1 0 0,-1 1 0 0 0,1 0-1 0 0,-1 1 1 0 0,1-1 0 0 0,0 1-1 0 0,0 1 1 0 0,0 0-1 0 0,0 0 1 0 0,0 0 0 0 0,-1 1-1 0 0,1 0 1 0 0,0 1 0 0 0,0-1-1 0 0,9 5 1 0 0,-12-4-54 0 0,1 0 0 0 0,0 0 0 0 0,-1 1 1 0 0,0 0-1 0 0,1 0 0 0 0,-1 1 0 0 0,0-1 0 0 0,-1 1 0 0 0,1 0 1 0 0,-1 0-1 0 0,8 10 0 0 0,-9-10 2 0 0,-1-1-1 0 0,0 2 1 0 0,1-1 0 0 0,-2 0-1 0 0,1 0 1 0 0,0 1 0 0 0,-1-1-1 0 0,0 1 1 0 0,0-1 0 0 0,0 1 0 0 0,-1-1-1 0 0,1 1 1 0 0,-1 0 0 0 0,0-1-1 0 0,0 1 1 0 0,-1 0 0 0 0,-1 4-1 0 0,-1 6 53 0 0,-2 0-1 0 0,0 0 0 0 0,0-1 0 0 0,-1 0 0 0 0,-1 0 0 0 0,-1 0 0 0 0,0-1 1 0 0,0 0-1 0 0,-1 0 0 0 0,-1-1 0 0 0,-18 17 0 0 0,-13 10 1094 0 0,-84 60-1 0 0,87-71-420 0 0,29-22-511 0 0,5-4-90 0 0,0 1 1 0 0,0 0-1 0 0,0 0 0 0 0,0 0 1 0 0,0 0-1 0 0,-3 5 0 0 0,7-8-119 0 0,0 1 0 0 0,0-1-1 0 0,1 1 1 0 0,-1-1 0 0 0,0 1-1 0 0,0-1 1 0 0,1 1 0 0 0,-1-1-1 0 0,0 0 1 0 0,1 1 0 0 0,-1-1-1 0 0,0 0 1 0 0,1 1-1 0 0,-1-1 1 0 0,0 0 0 0 0,1 1-1 0 0,-1-1 1 0 0,1 0 0 0 0,-1 0-1 0 0,1 1 1 0 0,-1-1 0 0 0,1 0-1 0 0,-1 0 1 0 0,1 0 0 0 0,-1 0-1 0 0,1 1 1 0 0,-1-1-1 0 0,1 0 1 0 0,0 0 0 0 0,16 1 42 0 0,-16-1-46 0 0,189-10 148 0 0,35 2-95 0 0,-137 10-305 0 0,174 9-1102 0 0,-89 10-7501 0 0,-154-18 5909 0 0,-6 1-1768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7:59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1464 0 0,'-201'40'20953'0'0,"386"-54"-18587"0"0,-44 2-2075 0 0,171 6 0 0 0,-266 8-742 0 0,44 10-1 0 0,-72-9-698 0 0,-1 1-1 0 0,0 1 0 0 0,17 8 0 0 0,-16-3-1435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690 1 252 0 0,'-152'9'21979'0'0,"184"-3"-21353"0"0,-22-4-582 0 0,-1 0-1 0 0,1 1 0 0 0,-1 0 0 0 0,1 0 1 0 0,-1 1-1 0 0,0 0 0 0 0,0 0 1 0 0,10 8-1 0 0,-17-10-30 0 0,1 0 0 0 0,-1 0 0 0 0,1 0 0 0 0,-1 1 0 0 0,0-1 0 0 0,0 1 0 0 0,0 0 0 0 0,0-1 0 0 0,0 1 0 0 0,-1 0 0 0 0,1 0 0 0 0,-1 0 0 0 0,0 1 0 0 0,0-1 0 0 0,0 0 0 0 0,0 0 0 0 0,0 0 0 0 0,-1 1 0 0 0,1-1 0 0 0,-1 0 0 0 0,0 1 0 0 0,0-1 0 0 0,-1 0 0 0 0,1 1 0 0 0,0-1 0 0 0,-3 6-1 0 0,1 0 21 0 0,-1-1-1 0 0,0 0 0 0 0,-1 0 1 0 0,0-1-1 0 0,0 1 0 0 0,0-1 0 0 0,-1 0 1 0 0,-11 12-1 0 0,-3 2 74 0 0,-31 24-1 0 0,4-4 178 0 0,45-40-271 0 0,0 0 0 0 0,1 0 0 0 0,-1-1 1 0 0,0 1-1 0 0,0 0 0 0 0,0-1 0 0 0,1 1 1 0 0,-1-1-1 0 0,0 1 0 0 0,0-1 0 0 0,0 0 1 0 0,0 1-1 0 0,0-1 0 0 0,0 0 0 0 0,0 1 1 0 0,-2-1-1 0 0,3-3 66 0 0,12-3-80 0 0,-7 3 3 0 0,6-2 5 0 0,28 4 5 0 0,-33 1-11 0 0,1 1 0 0 0,-1-1 0 0 0,1 1 0 0 0,-1 1-1 0 0,0-1 1 0 0,0 1 0 0 0,0 0 0 0 0,0 0 0 0 0,0 1-1 0 0,0 0 1 0 0,0 0 0 0 0,7 5 0 0 0,-9-5 62 0 0,-1 1 1 0 0,0-1-1 0 0,0 0 1 0 0,0 1-1 0 0,0 0 1 0 0,0 0-1 0 0,-1 0 1 0 0,0 0 0 0 0,0 0-1 0 0,0 0 1 0 0,0 1-1 0 0,-1-1 1 0 0,1 1-1 0 0,-1-1 1 0 0,0 1-1 0 0,-1-1 1 0 0,1 1-1 0 0,-1 4 1 0 0,1 0 182 0 0,-2 0 1 0 0,1 0 0 0 0,-1 0-1 0 0,0 0 1 0 0,-1 0 0 0 0,0 0-1 0 0,-1-1 1 0 0,1 1 0 0 0,-2-1-1 0 0,1 1 1 0 0,-9 12 0 0 0,5-10 27 0 0,0 0 1 0 0,-1-1-1 0 0,0-1 1 0 0,-1 1-1 0 0,0-1 1 0 0,-1-1 0 0 0,-19 14-1 0 0,16-13-166 0 0,0-1-1 0 0,-1-1 1 0 0,0 0-1 0 0,-1 0 0 0 0,0-2 1 0 0,1 0-1 0 0,-2 0 1 0 0,1-2-1 0 0,0 0 1 0 0,-1-1-1 0 0,1 0 1 0 0,-1-1-1 0 0,0-1 1 0 0,-17-1-1 0 0,10-3-174 0 0,1-1-1 0 0,0 0 1 0 0,0-2 0 0 0,0 0-1 0 0,1-1 1 0 0,0-2 0 0 0,1 0-1 0 0,-34-22 1 0 0,44 25-331 0 0,1 0-1 0 0,0 0 1 0 0,0-1 0 0 0,1 0 0 0 0,0 0 0 0 0,0-1 0 0 0,1 0-1 0 0,0 0 1 0 0,1-1 0 0 0,0 1 0 0 0,0-2 0 0 0,1 1-1 0 0,0-1 1 0 0,1 1 0 0 0,0-1 0 0 0,1 0 0 0 0,0-1 0 0 0,1 1-1 0 0,-1-13 1 0 0,3 11-266 0 0,1 1-1 0 0,0 0 0 0 0,1 0 0 0 0,0-1 1 0 0,1 2-1 0 0,0-1 0 0 0,1 0 1 0 0,0 0-1 0 0,7-11 0 0 0,4-5-1998 0 0,0 1-1 0 0,28-35 0 0 0,8-2-4284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97 1172 0 0,'36'-97'19061'0'0,"-33"127"-16160"0"0,-6 19-1551 0 0,-2-1 0 0 0,-2 0-1 0 0,-16 53 1 0 0,8-37-832 0 0,-6 15 39 0 0,-41 103-1 0 0,27-88-3335 0 0,4 1-5726 0 0,27-75 390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138 205 460 0 0,'-5'-24'5138'0'0,"-4"-38"0"0"0,8 56-4628 0 0,1 0-1 0 0,-1 0 1 0 0,1 0 0 0 0,1 0-1 0 0,-1 0 1 0 0,1 0-1 0 0,0 0 1 0 0,1 0 0 0 0,-1 1-1 0 0,1-1 1 0 0,0 0-1 0 0,4-7 1 0 0,-3 10-448 0 0,-1 0 1 0 0,1 0-1 0 0,0 1 0 0 0,0-1 1 0 0,0 1-1 0 0,0-1 0 0 0,1 1 1 0 0,-1 0-1 0 0,1 0 0 0 0,-1 0 1 0 0,1 1-1 0 0,0-1 0 0 0,-1 1 1 0 0,1 0-1 0 0,0 0 0 0 0,0 0 1 0 0,0 1-1 0 0,0-1 0 0 0,0 1 1 0 0,0 0-1 0 0,0 0 0 0 0,4 1 1 0 0,6 0 3 0 0,1 1 1 0 0,-1 1 0 0 0,1 0-1 0 0,21 9 1 0 0,-14-5-4 0 0,-1 2 0 0 0,26 14 0 0 0,-41-20-32 0 0,-1 1 0 0 0,1 0-1 0 0,0 0 1 0 0,-1 0 0 0 0,0 0 0 0 0,0 1 0 0 0,0 0 0 0 0,-1 0-1 0 0,1 0 1 0 0,-1 1 0 0 0,0-1 0 0 0,3 9 0 0 0,-6-11-6 0 0,0 1 0 0 0,0-1 0 0 0,0 1 0 0 0,-1 0 0 0 0,0-1 0 0 0,0 1 0 0 0,0 0 0 0 0,0-1 0 0 0,0 1 0 0 0,-1 0 0 0 0,0-1 0 0 0,1 1 0 0 0,-1 0 0 0 0,-1-1 1 0 0,1 0-1 0 0,0 1 0 0 0,-1-1 0 0 0,0 0 0 0 0,0 1 0 0 0,0-1 0 0 0,0 0 0 0 0,0 0 0 0 0,-4 3 0 0 0,-4 5 22 0 0,0 0-1 0 0,-1-1 1 0 0,0 0 0 0 0,-18 12 0 0 0,-5-2 76 0 0,-2 0 1 0 0,0-3 0 0 0,-71 25 0 0 0,10-4 1439 0 0,71-30-700 0 0,19-6-672 0 0,1 0 0 0 0,-1 0 0 0 0,1 0-1 0 0,0 1 1 0 0,-6 3 0 0 0,11-5-14 0 0,2 3-69 0 0,-1-3-101 0 0,0 0 1 0 0,0-1 0 0 0,0 1-1 0 0,0 0 1 0 0,1-1-1 0 0,-1 1 1 0 0,0-1-1 0 0,0 1 1 0 0,0 0 0 0 0,1-1-1 0 0,-1 1 1 0 0,0-1-1 0 0,0 1 1 0 0,1 0-1 0 0,-1-1 1 0 0,1 1-1 0 0,-1-1 1 0 0,1 1 0 0 0,33 23 215 0 0,1-2 1 0 0,40 18 0 0 0,54 34-847 0 0,-97-51-542 0 0,95 63-3843 0 0,-42-33-3388 0 0,-48-33 273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72 1824 0 0,'-5'-5'2195'0'0,"1"-1"-1"0"0,1 1 1 0 0,-1-1 0 0 0,1 0-1 0 0,0 0 1 0 0,0 0-1 0 0,-3-11 1 0 0,6 16-2130 0 0,0 1 0 0 0,0-1 0 0 0,0 1 1 0 0,0-1-1 0 0,0 1 0 0 0,0-1 0 0 0,0 1 0 0 0,1-1 0 0 0,-1 1 0 0 0,0-1 0 0 0,0 1 1 0 0,1-1-1 0 0,-1 1 0 0 0,0-1 0 0 0,1 1 0 0 0,-1-1 0 0 0,0 1 0 0 0,1 0 0 0 0,-1-1 1 0 0,1 1-1 0 0,-1 0 0 0 0,1-1 0 0 0,-1 1 0 0 0,1 0 0 0 0,-1-1 0 0 0,1 1 0 0 0,-1 0 1 0 0,1 0-1 0 0,0-1 0 0 0,23 0 709 0 0,23 10-178 0 0,-36-5-503 0 0,0-1 0 0 0,-1 2-1 0 0,1-1 1 0 0,-1 2 0 0 0,0-1 0 0 0,0 1 0 0 0,-1 1 0 0 0,12 9 0 0 0,-18-14-54 0 0,-1 1 1 0 0,1-1 0 0 0,0 1-1 0 0,-1 0 1 0 0,0 0-1 0 0,0 0 1 0 0,0 1-1 0 0,0-1 1 0 0,0 0 0 0 0,-1 1-1 0 0,1-1 1 0 0,-1 1-1 0 0,0-1 1 0 0,0 1-1 0 0,0 0 1 0 0,-1-1-1 0 0,1 1 1 0 0,-1 0 0 0 0,0 0-1 0 0,0 0 1 0 0,0-1-1 0 0,0 1 1 0 0,-1 0-1 0 0,0 0 1 0 0,0-1 0 0 0,0 1-1 0 0,0 0 1 0 0,-2 4-1 0 0,-3 4 106 0 0,-1-1-1 0 0,0 0 1 0 0,-1 0-1 0 0,0-1 1 0 0,0 0-1 0 0,-1 0 1 0 0,0-1-1 0 0,-1 0 0 0 0,0-1 1 0 0,0 0-1 0 0,-18 10 1 0 0,-13 5 896 0 0,-77 33-1 0 0,110-53-945 0 0,-196 74 3219 0 0,204-77-3292 0 0,-1 0 0 0 0,1 0 0 0 0,-1 0 0 0 0,0 0 0 0 0,1 0 1 0 0,-1 0-1 0 0,1 1 0 0 0,-1-1 0 0 0,1 0 0 0 0,-1 0 0 0 0,1 0 0 0 0,-1 1 1 0 0,1-1-1 0 0,-1 0 0 0 0,1 1 0 0 0,0-1 0 0 0,-1 0 0 0 0,1 1 1 0 0,-1-1-1 0 0,1 1 0 0 0,0-1 0 0 0,-1 0 0 0 0,1 1 0 0 0,0-1 1 0 0,0 1-1 0 0,-1-1 0 0 0,1 1 0 0 0,12 5 136 0 0,25-1-114 0 0,421 19-3423 0 0,-279-8-2358 0 0,-43-3-6569 0 0,-97-11 3398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54 2544 0 0,'-10'-9'4971'0'0,"-15"-6"2683"0"0,24 15-7537 0 0,1-1 1 0 0,0 1-1 0 0,0 0 1 0 0,0 0-1 0 0,0-1 0 0 0,0 1 1 0 0,0-1-1 0 0,3-1-75 0 0,0 1 1 0 0,1-1-1 0 0,-1 1 0 0 0,1 0 1 0 0,-1 0-1 0 0,1 0 0 0 0,-1 0 0 0 0,1 0 1 0 0,-1 1-1 0 0,6-1 0 0 0,47 1 96 0 0,-29 0-77 0 0,51-2 6 0 0,165-10-5 0 0,-194 12-52 0 0,-47 0-9 0 0,4 3 17 0 0,-6-3-13 0 0,1 0 1 0 0,-1 0 0 0 0,0 0 0 0 0,1 0 0 0 0,-1 0 0 0 0,1 0-1 0 0,-1 1 1 0 0,0-1 0 0 0,1 0 0 0 0,-1 0 0 0 0,1 0-1 0 0,-1 0 1 0 0,0 1 0 0 0,1-1 0 0 0,-1 0 0 0 0,0 0-1 0 0,1 1 1 0 0,-1-1 0 0 0,0 0 0 0 0,1 1 0 0 0,-1-1-1 0 0,0 0 1 0 0,0 1 0 0 0,1 0 0 0 0,0 6 172 0 0,1 1-1 0 0,-1-1 1 0 0,0 1-1 0 0,-1 0 1 0 0,0-1 0 0 0,0 1-1 0 0,0 0 1 0 0,-1-1-1 0 0,-2 10 1 0 0,-21 71 976 0 0,20-77-1065 0 0,-79 228 1047 0 0,16-51-1607 0 0,52-134-2962 0 0,11-33-5210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2028 0 0,'14'-40'11027'0'0,"-14"40"-10953"0"0,1 0 1 0 0,-1 0-1 0 0,0 0 1 0 0,1 0-1 0 0,-1 0 1 0 0,0 0-1 0 0,0 0 1 0 0,1 0-1 0 0,-1 0 1 0 0,0 0-1 0 0,1 0 1 0 0,-1 0-1 0 0,0 0 1 0 0,1 0-1 0 0,-1 1 1 0 0,0-1-1 0 0,0 0 1 0 0,1 0-1 0 0,-1 0 1 0 0,0 0-1 0 0,0 0 1 0 0,1 1-1 0 0,-1-1 1 0 0,0 0-1 0 0,0 0 1 0 0,0 0-1 0 0,1 1 1 0 0,-1-1-1 0 0,0 0 1 0 0,0 0-1 0 0,0 1 1 0 0,1-1-1 0 0,8 12 1172 0 0,-7-11-1046 0 0,93 165 4991 0 0,5 7-7055 0 0,-99-171 1626 0 0,15 27-2530 0 0,-4-12-3038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53 2288 0 0,'-2'-15'3713'0'0,"2"10"-2705"0"0,-1 0 0 0 0,0 0 1 0 0,0 0-1 0 0,0 0 1 0 0,-3-7 1014 0 0,-14 12 1087 0 0,7 5-2339 0 0,1 1-1 0 0,0 0 0 0 0,0 1 1 0 0,1 0-1 0 0,-11 10 1 0 0,-43 49 951 0 0,33-35-1208 0 0,-13 15 44 0 0,-41 56 0 0 0,31-19-1890 0 0,40-61-1296 0 0,-15 42-1 0 0,23-47-240 0 0,4-7-1802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84 2928 0 0,'15'-25'3863'0'0,"15"-22"4150"0"0,-29 45-7855 0 0,1 1-1 0 0,-1 0 1 0 0,1 0 0 0 0,-1 0-1 0 0,1 0 1 0 0,-1 1 0 0 0,1-1-1 0 0,0 0 1 0 0,0 1-1 0 0,-1-1 1 0 0,1 1 0 0 0,0-1-1 0 0,0 1 1 0 0,-1 0 0 0 0,3 0-1 0 0,25 1 778 0 0,-17 0-804 0 0,0 2-1 0 0,0 0 1 0 0,0 0-1 0 0,0 1 0 0 0,0 1 1 0 0,-1 0-1 0 0,1 0 1 0 0,-2 1-1 0 0,1 1 1 0 0,18 14-1 0 0,-27-19-121 0 0,0-1 0 0 0,0 1 0 0 0,0 0 0 0 0,-1 0-1 0 0,1 0 1 0 0,-1 0 0 0 0,1 0 0 0 0,-1 0 0 0 0,0 0-1 0 0,0 0 1 0 0,1 1 0 0 0,-2-1 0 0 0,1 1 0 0 0,0-1-1 0 0,0 0 1 0 0,-1 1 0 0 0,0-1 0 0 0,1 1-1 0 0,-1-1 1 0 0,0 1 0 0 0,0-1 0 0 0,0 1 0 0 0,0-1-1 0 0,-1 1 1 0 0,1-1 0 0 0,-1 1 0 0 0,0-1 0 0 0,1 1-1 0 0,-1-1 1 0 0,0 0 0 0 0,0 1 0 0 0,-1-1 0 0 0,1 0-1 0 0,0 0 1 0 0,-1 0 0 0 0,-2 3 0 0 0,-3 4 8 0 0,0-1 0 0 0,-1 0 1 0 0,0-1-1 0 0,0 1 0 0 0,-1-1 0 0 0,0-1 1 0 0,-11 6-1 0 0,-104 54 216 0 0,122-65-220 0 0,-6 4 44 0 0,21-5 24 0 0,0 1 0 0 0,-1 0 0 0 0,0 0 0 0 0,1 1 0 0 0,-1 1 0 0 0,0 0 0 0 0,0 1 0 0 0,0 0 1 0 0,0 1-1 0 0,-1 0 0 0 0,0 1 0 0 0,0 0 0 0 0,0 0 0 0 0,17 16 0 0 0,-20-16 250 0 0,-1 2 0 0 0,0-1 0 0 0,0 1 0 0 0,-1 0 0 0 0,1 1 0 0 0,8 16 0 0 0,-14-22-204 0 0,1 0-1 0 0,-1 0 1 0 0,0 0 0 0 0,0 0 0 0 0,-1 1-1 0 0,1-1 1 0 0,-1 0 0 0 0,1 0 0 0 0,-1 1-1 0 0,0-1 1 0 0,0 0 0 0 0,-1 0 0 0 0,1 1-1 0 0,-1-1 1 0 0,1 0 0 0 0,-1 0-1 0 0,0 0 1 0 0,0 0 0 0 0,-1 0 0 0 0,1 0-1 0 0,0 0 1 0 0,-1 0 0 0 0,0 0 0 0 0,0 0-1 0 0,0-1 1 0 0,-2 3 0 0 0,-5 5 10 0 0,-1-2 0 0 0,0 1 0 0 0,0-1 0 0 0,0-1 0 0 0,-1 1 1 0 0,-1-2-1 0 0,1 0 0 0 0,-1 0 0 0 0,0-1 0 0 0,0 0 0 0 0,0-1 0 0 0,-19 3 0 0 0,11-3-175 0 0,-1 0 0 0 0,0-2 0 0 0,-1 0-1 0 0,1-2 1 0 0,0 0 0 0 0,-41-7 0 0 0,26-4-2052 0 0,34 10 1588 0 0,0 1 0 0 0,1-1 0 0 0,-1 0 0 0 0,0 0 0 0 0,1 0 0 0 0,-1-1-1 0 0,0 1 1 0 0,1 0 0 0 0,-1-1 0 0 0,1 1 0 0 0,0 0 0 0 0,0-1 0 0 0,-1 0-1 0 0,1 1 1 0 0,-1-4 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3328 0 0,'-40'17'6317'0'0,"-28"15"7760"0"0,84-28-12287 0 0,13-2-1193 0 0,0 0 0 0 0,0-3 1 0 0,-1 0-1 0 0,35-6 1 0 0,17-1-89 0 0,104-5 35 0 0,60-4-169 0 0,-83 13-3366 0 0,-154 4 2076 0 0,0 0-1 0 0,0 1 0 0 0,0 0 0 0 0,11 3 0 0 0,-17-4 794 0 0,-1 0-1 0 0,1 0 1 0 0,-1 0-1 0 0,1 1 0 0 0,-1-1 1 0 0,0 0-1 0 0,1 0 0 0 0,-1 1 1 0 0,1-1-1 0 0,-1 0 1 0 0,0 1-1 0 0,1-1 0 0 0,-1 1 1 0 0,0-1-1 0 0,0 0 0 0 0,1 1 1 0 0,-1-1-1 0 0,0 1 1 0 0,0-1-1 0 0,0 1 0 0 0,1-1 1 0 0,-1 0-1 0 0,0 1 1 0 0,0-1-1 0 0,0 1 0 0 0,0-1 1 0 0,0 1-1 0 0,0-1 0 0 0,0 1 1 0 0,0-1-1 0 0,0 1 1 0 0,0-1-1 0 0,0 1 0 0 0,0-1 1 0 0,-1 1-1 0 0,1-1 0 0 0,0 1 1 0 0,0-1-1 0 0,0 1 1 0 0,-1-1-1 0 0,1 0 0 0 0,0 1 1 0 0,0-1-1 0 0,-1 1 1 0 0,1-1-1 0 0,-15 19-3970 0 0,2-9-79 0 0,-2 2-1876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1 848 0 0,'-73'17'14020'0'0,"43"-9"-10740"0"0,27-7-3076 0 0,0 1 0 0 0,0-1 1 0 0,0 1-1 0 0,0 0 0 0 0,1-1 0 0 0,-1 1 0 0 0,1 1 0 0 0,-1-1 0 0 0,1 0 0 0 0,0 0 0 0 0,-2 4 0 0 0,-20 28 1086 0 0,9-10-539 0 0,-16 36 1 0 0,27-52-643 0 0,1 0-1 0 0,0 1 1 0 0,1-1 0 0 0,0 0 0 0 0,0 1-1 0 0,1-1 1 0 0,0 1 0 0 0,0 0 0 0 0,1 9 0 0 0,1-13 38 0 0,0 0 0 0 0,0 0 0 0 0,1 0 0 0 0,0 0 0 0 0,-1 0 0 0 0,2-1 0 0 0,-1 1 0 0 0,1-1 0 0 0,-1 1 0 0 0,1-1 0 0 0,1 0 0 0 0,-1 0 1 0 0,0 0-1 0 0,8 6 0 0 0,7 5 320 0 0,-1-2 1 0 0,23 14-1 0 0,-27-19-217 0 0,32 21 1352 0 0,69 59 1 0 0,-108-83-1467 0 0,-1 0 0 0 0,0 1 1 0 0,0-1-1 0 0,0 1 0 0 0,-1 0 0 0 0,0 0 1 0 0,0 1-1 0 0,4 7 0 0 0,-8-12-136 0 0,1 1 0 0 0,0-1 0 0 0,-1 1 0 0 0,1-1 0 0 0,-1 1 0 0 0,1-1 0 0 0,-1 1 0 0 0,0-1 0 0 0,0 1 0 0 0,-1-1 0 0 0,1 1 0 0 0,0-1 0 0 0,-1 1 0 0 0,1-1 0 0 0,-1 1 0 0 0,0-1 0 0 0,0 0 0 0 0,0 1 0 0 0,0-1 0 0 0,0 0 0 0 0,-1 0 0 0 0,1 1 0 0 0,-1-1 0 0 0,1 0 0 0 0,-1-1 0 0 0,0 1 0 0 0,0 0 0 0 0,-3 2 0 0 0,-3 2 0 0 0,-1 0 0 0 0,0-1 0 0 0,0 0 0 0 0,0-1 0 0 0,-11 5 0 0 0,13-7 0 0 0,-3 2-417 0 0,0-1 0 0 0,0-1 0 0 0,0 0 0 0 0,-1 0 0 0 0,1-1 0 0 0,0-1-1 0 0,-1 1 1 0 0,1-2 0 0 0,-1 1 0 0 0,1-1 0 0 0,-1-1 0 0 0,1 0 0 0 0,0-1 0 0 0,0 0 0 0 0,0 0 0 0 0,0-1 0 0 0,-13-7 0 0 0,11 5-444 0 0,1-1 0 0 0,0 1 0 0 0,0-2 0 0 0,1 0 0 0 0,-1 0 1 0 0,2-1-1 0 0,0 0 0 0 0,0 0 0 0 0,0-1 0 0 0,1-1 0 0 0,1 1 1 0 0,0-1-1 0 0,-10-20 0 0 0,5 2-9943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2996 0 0,'16'-25'6355'0'0,"3"-4"802"0"0,-6 14-5281 0 0,-9 13-1749 0 0,-1-1 1 0 0,1 1 0 0 0,0 1-1 0 0,0-1 1 0 0,0 0 0 0 0,0 1-1 0 0,0 0 1 0 0,0 0 0 0 0,0 0-1 0 0,8 0 1 0 0,3-1 57 0 0,96-20 64 0 0,8-1-2769 0 0,-2-10-6170 0 0,-80 20 2082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35 2360 0 0,'-3'0'1964'0'0,"-83"0"12892"0"0,88 1-14569 0 0,15 2-142 0 0,1 0 0 0 0,-1-1-1 0 0,1 0 1 0 0,-1-2 0 0 0,1 0 0 0 0,17-2-1 0 0,1 0-58 0 0,-3 1-199 0 0,90-4 241 0 0,-100 3-1476 0 0,0-1 0 0 0,-1-1 0 0 0,29-9 0 0 0,-27-1-5119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2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 1420 0 0,'-3'0'2034'0'0,"-22"-10"3408"0"0,23 11-4339 0 0,-2 0-744 0 0,1 0 0 0 0,0 0 0 0 0,0 1 0 0 0,0-1 0 0 0,0 1 0 0 0,0 0 0 0 0,0 0 1 0 0,0 0-1 0 0,1 0 0 0 0,-1 0 0 0 0,1 1 0 0 0,-1-1 0 0 0,1 1 0 0 0,0 0 0 0 0,0-1 0 0 0,0 1 0 0 0,0 0 0 0 0,1 0 0 0 0,-1 0 1 0 0,1 1-1 0 0,-2 4 0 0 0,-3 11 510 0 0,1-1-1 0 0,-4 35 1 0 0,5-32-583 0 0,-61 365-278 0 0,58-327-3210 0 0,7-53 1572 0 0,0 0-1 0 0,0 0 1 0 0,1-1 0 0 0,1 10 0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3288 0 0,'34'-92'14845'0'0,"-33"90"-14706"0"0,0-1 0 0 0,0 1 0 0 0,1 0 1 0 0,-1 0-1 0 0,1-1 0 0 0,0 1 0 0 0,-1 0 0 0 0,1 0 0 0 0,0 0 1 0 0,0 1-1 0 0,0-1 0 0 0,1 0 0 0 0,-1 1 0 0 0,0 0 0 0 0,0-1 1 0 0,5-1-1 0 0,41-12 352 0 0,-43 14-390 0 0,36-6-370 0 0,1 2 1 0 0,80-1-1 0 0,-59 5-2436 0 0,-44 1 1366 0 0,18-2-5677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0 400 0 0,'-59'32'8534'0'0,"2"5"-3768"0"0,48-30-4406 0 0,1 0 0 0 0,0 0 1 0 0,0 0-1 0 0,1 1 0 0 0,0 0 0 0 0,0 1 1 0 0,1-1-1 0 0,0 1 0 0 0,0 1 1 0 0,-5 11-1 0 0,10-19-332 0 0,1-1-1 0 0,0 0 1 0 0,-1 0 0 0 0,1 0-1 0 0,-1 1 1 0 0,1-1 0 0 0,0 0-1 0 0,0 0 1 0 0,0 1 0 0 0,0-1-1 0 0,0 0 1 0 0,0 0 0 0 0,0 1 0 0 0,0-1-1 0 0,1 0 1 0 0,-1 0 0 0 0,0 1-1 0 0,1-1 1 0 0,-1 0 0 0 0,1 0-1 0 0,-1 0 1 0 0,2 2 0 0 0,-1-2-1 0 0,0 1 0 0 0,1-1 0 0 0,-1 1 0 0 0,1-1 0 0 0,0 0 0 0 0,0 0 0 0 0,-1 1 1 0 0,1-1-1 0 0,0 0 0 0 0,0-1 0 0 0,0 1 0 0 0,2 1 0 0 0,5 0 24 0 0,1 0 0 0 0,-1-1-1 0 0,0 0 1 0 0,17 0 0 0 0,40-2 124 0 0,-35-1-177 0 0,0 1 0 0 0,0 2 0 0 0,0 1 1 0 0,51 10-1 0 0,-74-11 119 0 0,-1 1 0 0 0,0 1 0 0 0,1 0 0 0 0,-1 0 0 0 0,0 0 0 0 0,0 1 0 0 0,-1 0 0 0 0,1 0 0 0 0,-1 0 0 0 0,0 1 0 0 0,0 0 0 0 0,-1 0 0 0 0,1 1 0 0 0,-1 0 0 0 0,0 0 0 0 0,0 0 0 0 0,-1 0 0 0 0,0 1 0 0 0,0 0 0 0 0,-1-1 0 0 0,0 1 0 0 0,0 1 0 0 0,4 13 0 0 0,-6-13 83 0 0,1-1 0 0 0,-2 0 0 0 0,1 1 1 0 0,-1-1-1 0 0,0 1 0 0 0,0-1 0 0 0,-1 1 0 0 0,0-1 0 0 0,0 0 0 0 0,-1 1 0 0 0,0-1 1 0 0,0 0-1 0 0,-1 0 0 0 0,0 0 0 0 0,0-1 0 0 0,-1 1 0 0 0,1-1 0 0 0,-2 1 0 0 0,1-1 1 0 0,0-1-1 0 0,-10 10 0 0 0,5-6-38 0 0,-1 1 1 0 0,0-2-1 0 0,-1 0 0 0 0,0 0 1 0 0,0-1-1 0 0,0 0 0 0 0,-1-1 1 0 0,0 0-1 0 0,0-1 1 0 0,-1 0-1 0 0,-16 3 0 0 0,21-6-207 0 0,0-1 0 0 0,-1 0-1 0 0,1 0 1 0 0,-1-1 0 0 0,1 0-1 0 0,-1 0 1 0 0,1-1 0 0 0,-1-1-1 0 0,1 1 1 0 0,-1-1 0 0 0,1-1-1 0 0,0 1 1 0 0,0-1 0 0 0,0-1-1 0 0,1 0 1 0 0,-1 0 0 0 0,1 0-1 0 0,0-1 1 0 0,0 0-1 0 0,0 0 1 0 0,1-1 0 0 0,-9-8-1 0 0,14 12-189 0 0,-1 1 0 0 0,1-1-1 0 0,0 0 1 0 0,-1 0 0 0 0,1 0-1 0 0,0 0 1 0 0,0 0 0 0 0,0 0-1 0 0,1-1 1 0 0,-1 1 0 0 0,0 0-1 0 0,1 0 1 0 0,-1-1 0 0 0,1 1-1 0 0,0 0 1 0 0,0-1 0 0 0,0 1-1 0 0,0 0 1 0 0,0 0 0 0 0,1-1-1 0 0,-1 1 1 0 0,1 0 0 0 0,-1-1-1 0 0,1 1 1 0 0,0 0 0 0 0,0 0-1 0 0,0 0 1 0 0,0 0 0 0 0,2-4-1 0 0,3-1-1243 0 0,0-1-1 0 0,0 1 1 0 0,1 1 0 0 0,0-1-1 0 0,0 1 1 0 0,9-5-1 0 0,7-6-5888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28 720 0 0,'36'-28'13360'0'0,"-24"35"-9742"0"0,24 49 1085 0 0,15 36-2131 0 0,-7-14-1797 0 0,-35-63-837 0 0,52 88-773 0 0,-17-39-9057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3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47 828 0 0,'-7'-17'5029'0'0,"-5"-7"1235"0"0,11 23-6114 0 0,1 1-1 0 0,-1-1 1 0 0,0 1 0 0 0,1-1-1 0 0,-1 1 1 0 0,0 0 0 0 0,1-1-1 0 0,-1 1 1 0 0,0-1 0 0 0,1 1-1 0 0,-1 0 1 0 0,0 0 0 0 0,0 0-1 0 0,1-1 1 0 0,-1 1 0 0 0,0 0-1 0 0,0 0 1 0 0,0 0 0 0 0,1 0-1 0 0,-1 0 1 0 0,0 0-1 0 0,0 0 1 0 0,1 1 0 0 0,-2-1-1 0 0,-18 8 1671 0 0,18-7-1688 0 0,-20 13 820 0 0,0 0-1 0 0,1 2 0 0 0,1 1 1 0 0,0 0-1 0 0,-25 30 0 0 0,15-16-423 0 0,-32 30-535 0 0,2 4-1 0 0,-75 106 1 0 0,130-164-1012 0 0,1 0 1 0 0,0 1 0 0 0,0 0 0 0 0,-4 12-1 0 0,8-20 827 0 0,0 1 0 0 0,0 0 0 0 0,0-1 0 0 0,1 1-1 0 0,-1 0 1 0 0,0-1 0 0 0,0 1 0 0 0,0-1 0 0 0,0 1 0 0 0,1 0-1 0 0,-1-1 1 0 0,0 1 0 0 0,0-1 0 0 0,1 1 0 0 0,-1-1-1 0 0,0 1 1 0 0,1-1 0 0 0,0 2 0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1024 0 0,'20'-44'16722'0'0,"-17"40"-15648"0"0,-1 0 0 0 0,1 0 0 0 0,0 1 0 0 0,0-1 0 0 0,5-4 0 0 0,31 3-979 0 0,0 1-1 0 0,62 3 1 0 0,37-3-6975 0 0,-91-2-798 0 0,-24 1 166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3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88 116 1040 0 0,'-2'-6'2201'0'0,"-7"-30"7778"0"0,9 32-9365 0 0,-1 0 0 0 0,1 0 0 0 0,0 0 0 0 0,0 0 0 0 0,0 0 0 0 0,0 0-1 0 0,1 1 1 0 0,-1-1 0 0 0,1 0 0 0 0,0 0 0 0 0,2-4 0 0 0,-1 5-472 0 0,1 1 0 0 0,-1 1 0 0 0,0-1 0 0 0,1 0 1 0 0,-1 0-1 0 0,1 1 0 0 0,0 0 0 0 0,0-1 0 0 0,-1 1 0 0 0,1 0 0 0 0,0 0 0 0 0,0 1 0 0 0,3-1 0 0 0,5-1 30 0 0,0 1 0 0 0,-1 1 0 0 0,1 0 0 0 0,0 1 0 0 0,-1 0 0 0 0,1 0-1 0 0,-1 1 1 0 0,1 1 0 0 0,-1-1 0 0 0,0 2 0 0 0,0-1 0 0 0,0 2 0 0 0,11 5 0 0 0,-16-7-115 0 0,0 0 0 0 0,-1 0 0 0 0,0 0 0 0 0,0 1 0 0 0,0-1 0 0 0,0 1 0 0 0,0 0 0 0 0,-1 0 1 0 0,1 1-1 0 0,-1-1 0 0 0,0 1 0 0 0,2 5 0 0 0,-3-6-13 0 0,-1 0 1 0 0,0 0-1 0 0,0 0 0 0 0,0 0 0 0 0,0 0 1 0 0,-1 0-1 0 0,0 0 0 0 0,0 0 1 0 0,0 0-1 0 0,0 0 0 0 0,-1 1 1 0 0,1-1-1 0 0,-1 0 0 0 0,0 0 1 0 0,0 0-1 0 0,0 0 0 0 0,-4 5 0 0 0,-1 5 54 0 0,-1-1 0 0 0,-1-1 0 0 0,0 1 0 0 0,-1-1 0 0 0,-18 19 0 0 0,-57 48 360 0 0,65-62-341 0 0,-50 38 210 0 0,-20 19 662 0 0,87-72-779 0 0,3-2-185 0 0,-1 1 0 0 0,1 0 0 0 0,-1 0 0 0 0,1-1 0 0 0,0 1 0 0 0,-1 0 0 0 0,1-1 0 0 0,0 1 0 0 0,-1-1 0 0 0,1 1 0 0 0,0-1 0 0 0,0 1 0 0 0,0-1 0 0 0,-1 0 0 0 0,1 1 0 0 0,0-1 0 0 0,0 0 0 0 0,0 1 0 0 0,0-1 0 0 0,0 0 0 0 0,0 0 0 0 0,0 0 0 0 0,-1 0 0 0 0,1 0 0 0 0,0 0 0 0 0,2 0 0 0 0,30-4 23 0 0,-25 3 15 0 0,151-19 95 0 0,89-9-1468 0 0,-191 25-2032 0 0,-1 3 0 0 0,79 8-1 0 0,-64 7-6651 0 0,-52-9 3574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0 1244 0 0,'-125'28'8649'0'0,"-25"4"6851"0"0,152-31-14633 0 0,7 2-625 0 0,-1-1 0 0 0,1 0 0 0 0,0-1 0 0 0,0 0 0 0 0,0-1 0 0 0,-1 0 1 0 0,1 0-1 0 0,16-2 0 0 0,5 0 35 0 0,103-2-17 0 0,184-1 305 0 0,-106 9-7756 0 0,-200-4 5540 0 0,21 2-1583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0 2336 0 0,'-25'3'5685'0'0,"1"0"-1"0"0,-38 11 0 0 0,56-12-5299 0 0,1 0-1 0 0,0 1 1 0 0,0-1-1 0 0,0 1 1 0 0,0 0-1 0 0,1 0 1 0 0,-1 0-1 0 0,1 1 1 0 0,-1 0-1 0 0,-6 8 1 0 0,-1 3 691 0 0,-19 29 1 0 0,20-26-574 0 0,8-15-388 0 0,1 1 0 0 0,0 0 0 0 0,0 0 0 0 0,0 0 0 0 0,1 0-1 0 0,-1 0 1 0 0,1 0 0 0 0,0 1 0 0 0,0-1 0 0 0,0 0 0 0 0,1 1 0 0 0,-1-1 0 0 0,1 0 0 0 0,0 1-1 0 0,0-1 1 0 0,1 0 0 0 0,-1 1 0 0 0,1-1 0 0 0,0 0 0 0 0,0 1 0 0 0,1-1 0 0 0,-1 0 0 0 0,1 0 0 0 0,0 0-1 0 0,0 0 1 0 0,0 0 0 0 0,1-1 0 0 0,-1 1 0 0 0,1-1 0 0 0,0 1 0 0 0,0-1 0 0 0,0 0 0 0 0,0 0-1 0 0,1 0 1 0 0,-1-1 0 0 0,5 4 0 0 0,21 11 316 0 0,-1-2 1 0 0,50 20-1 0 0,-45-21 42 0 0,56 32 1 0 0,-82-42-474 0 0,-4-3 0 0 0,-1 1 0 0 0,0-1 0 0 0,1 1 0 0 0,-1-1 0 0 0,0 1 0 0 0,0 0 0 0 0,-1-1 0 0 0,1 1 0 0 0,0 0 0 0 0,0 0 0 0 0,-1 0 0 0 0,1 1 0 0 0,-1-1 0 0 0,2 4 0 0 0,-1-4 0 0 0,-1-1 0 0 0,-1 0 0 0 0,1-1 0 0 0,-1 1 0 0 0,1 0 0 0 0,-1 0 0 0 0,1-1 0 0 0,-1 1 0 0 0,1 0 0 0 0,-1 0 0 0 0,0 0 0 0 0,1 0 0 0 0,-1-1 0 0 0,0 1 0 0 0,0 0 0 0 0,0 0 0 0 0,0 0 0 0 0,1 0 0 0 0,-1 0 0 0 0,-1 0 0 0 0,1 0 0 0 0,0 0 0 0 0,0 1 0 0 0,0 2 0 0 0,-1-1 0 0 0,1 1 0 0 0,-1-1 0 0 0,1 0 0 0 0,-1 1 0 0 0,0-1 0 0 0,-1 0 0 0 0,1 0 0 0 0,0 1 0 0 0,-1-1 0 0 0,0 0 0 0 0,1 0 0 0 0,-5 4 0 0 0,1-2 0 0 0,0 1 0 0 0,0-1 0 0 0,-1 0 0 0 0,1-1 0 0 0,-1 0 0 0 0,-8 5 0 0 0,-2 0 0 0 0,0-2 0 0 0,-1 1 0 0 0,0-2 0 0 0,-27 7 0 0 0,19-7-2157 0 0,1-2-1 0 0,-50 3 1 0 0,64-6 1289 0 0,0-1 0 0 0,-1-1 0 0 0,1 0 0 0 0,-1 0 1 0 0,1-1-1 0 0,0-1 0 0 0,0 1 0 0 0,0-2 0 0 0,-17-7 0 0 0,10 0-5124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2832 0 0,'23'-44'8277'0'0,"-17"31"-4980"0"0,0 0 0 0 0,12-17 1 0 0,-15 26-2983 0 0,0 0 1 0 0,1 0-1 0 0,0 0 1 0 0,-1 1-1 0 0,1-1 1 0 0,1 1-1 0 0,-1 0 1 0 0,0 0 0 0 0,1 0-1 0 0,6-3 1 0 0,6 0-283 0 0,1 0 0 0 0,0 1 0 0 0,0 1 0 0 0,0 0 1 0 0,37-2-1 0 0,21 5-3595 0 0,-2 4-5406 0 0,-60-3 6305 0 0,6 2-4411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 1776 0 0,'-7'-1'572'0'0,"0"-1"0"0"0,0 1 1 0 0,0 0-1 0 0,0 1 0 0 0,0-1 0 0 0,-1 1 0 0 0,1 1 0 0 0,0-1 0 0 0,0 1 0 0 0,0 1 1 0 0,0-1-1 0 0,0 1 0 0 0,0 0 0 0 0,1 1 0 0 0,-1 0 0 0 0,1 0 0 0 0,-1 0 0 0 0,-6 5 0 0 0,8-3 513 0 0,0 0-1 0 0,0 1 1 0 0,-8 9-1 0 0,12-14-671 0 0,1 0-386 0 0,0-1 0 0 0,-1 0 0 0 0,1 0 1 0 0,0 0-1 0 0,0 0 0 0 0,-1 1 0 0 0,1-1 0 0 0,0 0 0 0 0,0 0 1 0 0,0 1-1 0 0,-1-1 0 0 0,1 0 0 0 0,0 1 0 0 0,0-1 0 0 0,0 0 1 0 0,0 0-1 0 0,0 1 0 0 0,-1-1 0 0 0,1 0 0 0 0,0 1 1 0 0,0-1-1 0 0,0 0 0 0 0,0 1 0 0 0,0-1 0 0 0,0 0 0 0 0,0 1 1 0 0,0-1-1 0 0,0 0 0 0 0,0 1 0 0 0,0-1 0 0 0,1 0 0 0 0,-1 1 1 0 0,0-1-1 0 0,0 0 0 0 0,0 0 0 0 0,0 1 0 0 0,0-1 0 0 0,1 0 1 0 0,-1 1-1 0 0,0-1 0 0 0,0 0 0 0 0,0 0 0 0 0,1 0 0 0 0,-1 1 1 0 0,0-1-1 0 0,0 0 0 0 0,1 0 0 0 0,-1 0 0 0 0,0 1 0 0 0,0-1 1 0 0,1 0-1 0 0,-1 0 0 0 0,0 0 0 0 0,1 0 0 0 0,-1 0 1 0 0,1 0-1 0 0,17 10 644 0 0,1-6-535 0 0,0 0-1 0 0,1-1 1 0 0,0-1-1 0 0,-1-1 1 0 0,27-1-1 0 0,-3 0-61 0 0,48 0-233 0 0,62 3-1029 0 0,-78 5-2559 0 0,-2 7-3822 0 0,-57-10 2132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19 520 0 0,'-89'24'10013'0'0,"87"-24"-9190"0"0,3 1-780 0 0,-1 0 1 0 0,1-1 0 0 0,0 1-1 0 0,0-1 1 0 0,0 1 0 0 0,0-1-1 0 0,0 0 1 0 0,0 1 0 0 0,0-1-1 0 0,0 0 1 0 0,-1 0 0 0 0,1 1-1 0 0,0-1 1 0 0,0 0 0 0 0,0 0-1 0 0,0 0 1 0 0,0 0 0 0 0,2-1-1 0 0,21 1 77 0 0,-23 0-101 0 0,257-18-742 0 0,-86-2-4329 0 0,-162 19 4570 0 0,56-8-3181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9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 1000 0 0,'-3'0'2351'0'0,"-24"0"487"0"0,1 2 0 0 0,-43 9 1 0 0,34-3-1721 0 0,1 2 0 0 0,0 1 1 0 0,-44 20-1 0 0,64-24-859 0 0,0 0 1 0 0,0 1 0 0 0,1 0-1 0 0,0 1 1 0 0,-21 18-1 0 0,31-24-165 0 0,1 0 0 0 0,-1 0 0 0 0,0 0 0 0 0,1 0 0 0 0,-1 0 0 0 0,1 1 0 0 0,0-1 0 0 0,0 1 0 0 0,1 0 0 0 0,-1 0 0 0 0,1-1 0 0 0,-1 1 0 0 0,1 0 0 0 0,1 0 0 0 0,-1 0 0 0 0,0 0 0 0 0,1 0 0 0 0,0 0 0 0 0,0 1 0 0 0,0-1 1 0 0,0 0-1 0 0,1 0 0 0 0,0 0 0 0 0,0 0 0 0 0,0 0 0 0 0,0 0 0 0 0,2 3 0 0 0,8 15 304 0 0,1-2 1 0 0,0 1 0 0 0,2-1 0 0 0,0-1 0 0 0,1-1 0 0 0,19 18-1 0 0,-14-15 179 0 0,-1 0-1 0 0,-1 2 0 0 0,24 39 0 0 0,-41-59-496 0 0,1-1 0 0 0,-1 1 0 0 0,0-1-1 0 0,0 1 1 0 0,0 0 0 0 0,0 0 0 0 0,0 0 0 0 0,-1-1 0 0 0,1 1 0 0 0,-1 0-1 0 0,0 0 1 0 0,0 0 0 0 0,0 0 0 0 0,0 0 0 0 0,0 0 0 0 0,-1 0 0 0 0,1 0 0 0 0,-1-1-1 0 0,-1 5 1 0 0,0-4-10 0 0,0 0 0 0 0,0 1 0 0 0,0-1 0 0 0,0 0 0 0 0,-1 0 0 0 0,1 0 0 0 0,-1 0 0 0 0,0-1 0 0 0,0 1 0 0 0,0-1 0 0 0,0 0 0 0 0,-7 4 0 0 0,0-1-373 0 0,-1 0 0 0 0,1-1 1 0 0,-1 0-1 0 0,0-1 1 0 0,0 0-1 0 0,-1-1 1 0 0,1 0-1 0 0,-22 0 0 0 0,20-2-993 0 0,-1-1 0 0 0,1 0 0 0 0,-16-4 0 0 0,-16-10-7777 0 0,24 4 326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29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0 194 3204 0 0,'2'-8'1267'0'0,"0"0"0"0"0,0 0 0 0 0,0 0 0 0 0,1 0 0 0 0,1 0 0 0 0,6-13 0 0 0,-7 17-971 0 0,0 0 0 0 0,1 0 0 0 0,-1 1 0 0 0,1-1 0 0 0,0 1 0 0 0,-1-1 0 0 0,1 1 0 0 0,1 0 0 0 0,-1 1-1 0 0,0-1 1 0 0,1 1 0 0 0,7-3 0 0 0,14-4 249 0 0,0 1 0 0 0,1 1 0 0 0,46-5 0 0 0,85 1-79 0 0,-83 7-291 0 0,71-7-1371 0 0,-49-1-4197 0 0,-81 10 1461 0 0,-2-3-1884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373 183 1056 0 0,'-302'-9'16108'0'0,"283"8"-14602"0"0,14 0-1061 0 0,-1 1 0 0 0,1 0 0 0 0,-1 0 0 0 0,1 0 0 0 0,-1 0 0 0 0,1 1 0 0 0,-8 2 0 0 0,43 3 1476 0 0,44-4-937 0 0,77-7-1 0 0,-57 0-661 0 0,1459-65 40 0 0,-1100 17-4107 0 0,-436 49 2017 0 0,-1-1 0 0 0,30-13 0 0 0,-43 17 1186 0 0,-3 1 410 0 0,1-1 1 0 0,-1 1-1 0 0,0 0 0 0 0,1 0 1 0 0,2-8-3293 0 0,-3 8 3292 0 0,0-1 1 0 0,0 1-1 0 0,0 0 0 0 0,0-1 1 0 0,0 1-1 0 0,0 0 0 0 0,-1-1 1 0 0,1 1-1 0 0,0-1-131 0 0,-8-8-3611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142 142 580 0 0,'-4'-9'1353'0'0,"0"0"1"0"0,0-1-1 0 0,2 1 1 0 0,-1-1-1 0 0,1 1 0 0 0,-2-16 1 0 0,4 23-1213 0 0,1 0 0 0 0,-1-1 0 0 0,0 1 0 0 0,0-1 0 0 0,1 1 0 0 0,-1 0 0 0 0,1-1 1 0 0,0 1-1 0 0,0 0 0 0 0,0 0 0 0 0,0 0 0 0 0,0 0 0 0 0,0 0 0 0 0,1 0 0 0 0,-1 0 0 0 0,1 0 0 0 0,-1 0 1 0 0,1 0-1 0 0,0 1 0 0 0,0-1 0 0 0,0 1 0 0 0,-1-1 0 0 0,1 1 0 0 0,1 0 0 0 0,-1 0 0 0 0,0 0 0 0 0,0 0 1 0 0,0 0-1 0 0,1 0 0 0 0,-1 0 0 0 0,0 1 0 0 0,5-1 0 0 0,-1 0-29 0 0,0-1-1 0 0,0 2 1 0 0,0-1-1 0 0,0 1 1 0 0,1 0-1 0 0,-1 0 1 0 0,0 0 0 0 0,0 1-1 0 0,0 0 1 0 0,0 0-1 0 0,0 1 1 0 0,0 0-1 0 0,0 0 1 0 0,0 0 0 0 0,0 1-1 0 0,-1-1 1 0 0,1 2-1 0 0,-1-1 1 0 0,0 0-1 0 0,0 1 1 0 0,0 0 0 0 0,-1 0-1 0 0,1 1 1 0 0,-1-1-1 0 0,0 1 1 0 0,0 0-1 0 0,0 0 1 0 0,-1 0 0 0 0,0 0-1 0 0,0 1 1 0 0,0-1-1 0 0,-1 1 1 0 0,0 0-1 0 0,0 0 1 0 0,0 0 0 0 0,-1 0-1 0 0,1 0 1 0 0,-2 0-1 0 0,1 0 1 0 0,-1 1-1 0 0,0-1 1 0 0,0 0 0 0 0,0 0-1 0 0,-1 0 1 0 0,0 1-1 0 0,-2 5 1 0 0,-5 12 35 0 0,0 0 1 0 0,-2 0-1 0 0,-1-2 1 0 0,-1 1-1 0 0,-1-1 1 0 0,-18 25-1 0 0,-107 116 549 0 0,47-59-271 0 0,85-97-359 0 0,5-6-36 0 0,-1 0 1 0 0,1 0-1 0 0,0 0 1 0 0,0 1-1 0 0,0-1 1 0 0,0 0-1 0 0,1 0 1 0 0,-1 1 0 0 0,0-1-1 0 0,0 0 1 0 0,1 1-1 0 0,-1-1 1 0 0,1 1-1 0 0,-1-1 1 0 0,1 1-1 0 0,0-1 1 0 0,0 1 0 0 0,-1-1-1 0 0,1 1 1 0 0,0-1-1 0 0,1 3 1 0 0,-1-3-15 0 0,1 0-1 0 0,0-1 1 0 0,0 1 0 0 0,0-1 0 0 0,-1 1 0 0 0,1-1 0 0 0,0 1-1 0 0,0-1 1 0 0,0 1 0 0 0,0-1 0 0 0,0 0 0 0 0,0 0 0 0 0,0 0 0 0 0,0 1-1 0 0,0-1 1 0 0,1 0 0 0 0,-1 0 11 0 0,15 1 36 0 0,1 0 0 0 0,-1-1 0 0 0,1 0 0 0 0,0-1 1 0 0,-1-1-1 0 0,26-7 0 0 0,-21 5-55 0 0,65-13-2159 0 0,120-41 0 0 0,-20-18-8122 0 0,-140 54 3661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70 1808 0 0,'-17'-70'17929'0'0,"18"70"-17858"0"0,-2 1 81 0 0,0 0 1 0 0,0 0-1 0 0,0 0 1 0 0,0 0-1 0 0,1 0 1 0 0,-1 0-1 0 0,0 0 1 0 0,1 0-1 0 0,-1 0 1 0 0,1 0-1 0 0,-1 1 1 0 0,0 1-1 0 0,-31 219 5784 0 0,8-53-5626 0 0,20-147-383 0 0,-6 52-2063 0 0,9-68 1303 0 0,1 0 0 0 0,0 0 0 0 0,1 1 0 0 0,-1-1 0 0 0,1 0 0 0 0,0 0 0 0 0,1 0 0 0 0,-1 0 1 0 0,5 8-1 0 0,-6-13 256 0 0,1 1 1 0 0,0-1 0 0 0,0 1 0 0 0,0-1-1 0 0,0 1 1 0 0,11 7-4034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2368 0 0,'1'-4'2516'0'0,"10"-57"11259"0"0,-11 59-13086 0 0,0 1-602 0 0,0 0-1 0 0,0 1 0 0 0,0-1 0 0 0,1 0 0 0 0,-1 1 1 0 0,0-1-1 0 0,0 0 0 0 0,0 1 0 0 0,0-1 0 0 0,1 0 0 0 0,-1 1 1 0 0,0-1-1 0 0,1 1 0 0 0,-1-1 0 0 0,0 1 0 0 0,1-1 0 0 0,-1 1 1 0 0,1-1-1 0 0,-1 1 0 0 0,1-1 0 0 0,-1 1 0 0 0,1-1 1 0 0,-1 1-1 0 0,1 0 0 0 0,-1-1 0 0 0,1 1 0 0 0,0 0 0 0 0,-1 0 1 0 0,1-1-1 0 0,0 1 0 0 0,-1 0 0 0 0,1 0 0 0 0,0 0 1 0 0,-1 0-1 0 0,1 0 0 0 0,0 0 0 0 0,0 0 0 0 0,29-3 437 0 0,-27 3-430 0 0,221-20 839 0 0,-124 9-3910 0 0,-62 4-1455 0 0,-16 0-2253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1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67 2228 0 0,'2'-25'4640'0'0,"-1"-17"8812"0"0,2 62-12168 0 0,-1 0 1 0 0,0 0 0 0 0,-2 0-1 0 0,-2 32 1 0 0,0 7-463 0 0,1-37-614 0 0,-1 1 0 0 0,-1-1 0 0 0,-11 44 0 0 0,-28 64-1443 0 0,2-11-9121 0 0,35-93 2627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1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168 221 344 0 0,'43'-135'21136'0'0,"-48"141"-19615"0"0,-7 17-310 0 0,5 2-2 0 0,2-1 0 0 0,-6 49-1 0 0,10-63-1082 0 0,1 1-1 0 0,0 0 0 0 0,1 0 1 0 0,0 0-1 0 0,1-1 0 0 0,0 1 1 0 0,0-1-1 0 0,1 1 1 0 0,7 15-1 0 0,-6-20-96 0 0,-1-1 1 0 0,1 1-1 0 0,-1-1 0 0 0,2 0 1 0 0,-1 0-1 0 0,0 0 0 0 0,1 0 1 0 0,0-1-1 0 0,0 0 0 0 0,0 0 1 0 0,1 0-1 0 0,0-1 0 0 0,-1 0 1 0 0,1 0-1 0 0,0 0 0 0 0,0-1 1 0 0,1 0-1 0 0,-1 0 0 0 0,0 0 1 0 0,1-1-1 0 0,-1 0 0 0 0,1 0 1 0 0,-1-1-1 0 0,1 0 0 0 0,-1 0 1 0 0,1 0-1 0 0,0-1 0 0 0,-1 0 1 0 0,0 0-1 0 0,1-1 0 0 0,-1 1 1 0 0,0-1-1 0 0,1-1 0 0 0,-1 1 1 0 0,-1-1-1 0 0,1-1 0 0 0,10-6 1 0 0,-3-3-32 0 0,0 0-1 0 0,-1-1 1 0 0,0 0 0 0 0,-1-1 0 0 0,-1 0 0 0 0,0 0 0 0 0,-1-1-1 0 0,-1-1 1 0 0,0 0 0 0 0,-2 0 0 0 0,0 0 0 0 0,0-1 0 0 0,-2 1-1 0 0,0-1 1 0 0,1-19 0 0 0,-5 33-11 0 0,0 0-1 0 0,0-1 1 0 0,0 1 0 0 0,0 0-1 0 0,0-1 1 0 0,-1 1 0 0 0,0 0-1 0 0,0 0 1 0 0,0 0 0 0 0,-1-1 0 0 0,1 1-1 0 0,-1 1 1 0 0,0-1 0 0 0,0 0-1 0 0,-5-7 1 0 0,3 7 13 0 0,-1-1 0 0 0,1 1 0 0 0,-1 0 0 0 0,0 0 0 0 0,0 0-1 0 0,0 1 1 0 0,0 0 0 0 0,-1 0 0 0 0,1 0 0 0 0,-7-2 0 0 0,-5 0-111 0 0,0 0-1 0 0,0 1 1 0 0,0 1 0 0 0,0 1-1 0 0,0 0 1 0 0,0 2 0 0 0,-21 0-1 0 0,17 2-671 0 0,0 0-1 0 0,0 2 1 0 0,0 0 0 0 0,0 1-1 0 0,1 2 1 0 0,0 0-1 0 0,-23 11 1 0 0,26-9-1657 0 0,0 0 0 0 0,0 2 0 0 0,1 0 0 0 0,-24 22 0 0 0,20-14-5756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2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2164 0 0,'0'0'8969'0'0,"12"-2"-5605"0"0,-1-3-5616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0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40 328 224 0 0,'0'0'1733'0'0,"-2"-10"-906"0"0,12-35-216 0 0,-10 44-591 0 0,0-1-25 0 0,0 0 16 0 0,0 0-1 0 0,0 0 0 0 0,1 0 0 0 0,-1 0 0 0 0,0 0 0 0 0,1 0 0 0 0,0 0 1 0 0,1-4-1 0 0,1-5 48 0 0,-2 10-48 0 0,7-34-16 0 0,-8 34 10 0 0,4-10-10 0 0,-3 6 23 0 0,0 2-18 0 0,0-1-1 0 0,-1 1 0 0 0,1-1 0 0 0,-1 0 0 0 0,0 1 0 0 0,-1-5 0 0 0,1 6 10 0 0,-7-34-77 0 0,7 35 68 0 0,-3-5 3 0 0,3 5 4 0 0,-10-12-12 0 0,10 12 21 0 0,-2 0-159 0 0,-5-1 143 0 0,5 1-5 0 0,-19-25 1 0 0,20 25 30 0 0,-14-29-87 0 0,14 29 69 0 0,-1-26-1478 0 0,4 21-45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28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67 1236 0 0,'-35'-31'9944'0'0,"35"31"-9819"0"0,-1 0 0 0 0,0 0 0 0 0,1-1 0 0 0,-1 1-1 0 0,1 0 1 0 0,-1-1 0 0 0,1 1 0 0 0,-1 0 0 0 0,1-1 0 0 0,-1 1-1 0 0,1-1 1 0 0,0 1 0 0 0,-1-1 0 0 0,1 1 0 0 0,-1-1-1 0 0,1 0 1 0 0,0 1 0 0 0,0-1 0 0 0,-1 0 0 0 0,1 0-98 0 0,0 1 1 0 0,0 0 0 0 0,0-1 0 0 0,-1 1-1 0 0,1 0 1 0 0,0-1 0 0 0,0 1-1 0 0,0 0 1 0 0,0-1 0 0 0,0 1 0 0 0,0 0-1 0 0,0-1 1 0 0,0 1 0 0 0,0 0-1 0 0,1-1 1 0 0,-1 1 0 0 0,0 0-1 0 0,0-1 1 0 0,0 1 0 0 0,0 0 0 0 0,0-1-1 0 0,1 1 1 0 0,-1 0 0 0 0,0-1-1 0 0,0 1 1 0 0,0 0 0 0 0,1 0 0 0 0,-1-1-1 0 0,0 1 1 0 0,0 0 0 0 0,1 0-1 0 0,-1 0 1 0 0,0-1 0 0 0,1 1 0 0 0,-1 0-1 0 0,0 0 1 0 0,1 0 0 0 0,-1 0-1 0 0,0 0 1 0 0,1 0 0 0 0,-1-1-1 0 0,0 1 1 0 0,1 0 0 0 0,-1 0 0 0 0,0 0-1 0 0,1 0 1 0 0,0 1 0 0 0,437-17 486 0 0,-434 16-507 0 0,-1 0-12 0 0,12 0 10 0 0,-11 0-10 0 0,-1 0 11 0 0,10 0-14 0 0,-12 0 8 0 0,-1 0 0 0 0,1 0 0 0 0,0 0 0 0 0,0 0 0 0 0,0 1 0 0 0,0-1 0 0 0,-1 0 0 0 0,1 0 0 0 0,0 0 0 0 0,0 1-1 0 0,-1-1 1 0 0,1 0 0 0 0,0 1 0 0 0,0-1 0 0 0,-1 1 0 0 0,1-1 0 0 0,0 1 0 0 0,-1-1 0 0 0,1 1 0 0 0,-1-1-1 0 0,1 1 1 0 0,-1 0 0 0 0,1-1 0 0 0,-1 1 0 0 0,1 0 0 0 0,-1 0 0 0 0,0-1 0 0 0,1 1 0 0 0,-1 0 0 0 0,0 0 0 0 0,1-1-1 0 0,-1 1 1 0 0,0 0 0 0 0,0 0 0 0 0,0 0 0 0 0,0-1 0 0 0,0 1 0 0 0,0 0 0 0 0,0 1 0 0 0,0 4 33 0 0,-1 0 1 0 0,0-1 0 0 0,0 1 0 0 0,-3 8-1 0 0,2-5 45 0 0,-59 197 1841 0 0,26-99-1364 0 0,22-62-330 0 0,-122 414 915 0 0,132-448-916 0 0,2 2-4185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2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22 1836 0 0,'-11'-21'11348'0'0,"10"22"-11173"0"0,1 1 0 0 0,0-1-1 0 0,-1 1 1 0 0,1-1 0 0 0,0 1 0 0 0,0-1 0 0 0,0 1 0 0 0,0-1 0 0 0,0 1 0 0 0,0-1-1 0 0,0 1 1 0 0,1-1 0 0 0,-1 0 0 0 0,0 1 0 0 0,1-1 0 0 0,0 1 0 0 0,-1-1 0 0 0,2 3-1 0 0,18 32 1188 0 0,-15-26-940 0 0,24 35 121 0 0,1-2 0 0 0,1-1-1 0 0,44 43 1 0 0,-3-1-1158 0 0,-33-41-2773 0 0,-14-17-5392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2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42 816 0 0,'-3'-4'991'0'0,"-1"0"-1"0"0,0 0 1 0 0,1 0 0 0 0,-1 0 0 0 0,0 1-1 0 0,-1 0 1 0 0,1 0 0 0 0,-1 0-1 0 0,-4-2 1 0 0,6 4-764 0 0,0 0 0 0 0,1 0-1 0 0,-1 1 1 0 0,0-1 0 0 0,0 1 0 0 0,0 0 0 0 0,0-1-1 0 0,0 2 1 0 0,1-1 0 0 0,-1 0 0 0 0,0 0 0 0 0,0 1 0 0 0,0 0-1 0 0,0-1 1 0 0,1 1 0 0 0,-1 0 0 0 0,0 0 0 0 0,1 1-1 0 0,-1-1 1 0 0,-2 2 0 0 0,-196 131 3531 0 0,128-76-3655 0 0,-124 127 0 0 0,197-185-136 0 0,-33 38-2981 0 0,20-19-4909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2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23 660 0 0,'-29'-5'8193'0'0,"3"1"3001"0"0,92 9-10641 0 0,69-6 0 0 0,-67-4-4305 0 0,0-4-5208 0 0,-46 5 2923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0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94 512 0 0,'-2'-3'1041'0'0,"-18"-25"7502"0"0,19 26-8220 0 0,0 1 1 0 0,1-1 0 0 0,-1 0-1 0 0,0 1 1 0 0,1-1-1 0 0,0 0 1 0 0,-1 1-1 0 0,1-1 1 0 0,0 0-1 0 0,0 0 1 0 0,0 0 0 0 0,0 1-1 0 0,0-1 1 0 0,0 0-1 0 0,1-2 1 0 0,0 2-186 0 0,0 0 0 0 0,0 1 1 0 0,0 0-1 0 0,0-1 0 0 0,0 1 1 0 0,0 0-1 0 0,1-1 0 0 0,-1 1 1 0 0,1 0-1 0 0,-1 0 0 0 0,0 0 1 0 0,1 0-1 0 0,0 0 0 0 0,-1 1 1 0 0,3-2-1 0 0,25-8 913 0 0,-23 9-961 0 0,0 0 0 0 0,0 1 0 0 0,1-1 0 0 0,-1 1 0 0 0,0 1 0 0 0,0-1 0 0 0,0 1-1 0 0,0 0 1 0 0,0 0 0 0 0,0 1 0 0 0,0-1 0 0 0,0 1 0 0 0,0 1 0 0 0,0-1 0 0 0,-1 1 0 0 0,1 0 0 0 0,7 6 0 0 0,-10-6-64 0 0,1 0 0 0 0,-1-1 0 0 0,0 1 0 0 0,-1 0 0 0 0,1 1 0 0 0,-1-1 0 0 0,1 0 0 0 0,-1 1 0 0 0,0-1 0 0 0,0 1 0 0 0,0 0 0 0 0,-1 0 0 0 0,1 0 0 0 0,-1 0 0 0 0,0 0 0 0 0,0 0 0 0 0,0 0 0 0 0,-1 0 0 0 0,1 0 0 0 0,-1 0 0 0 0,0 0 0 0 0,0 1 0 0 0,-1-1 1 0 0,1 0-1 0 0,-1 0 0 0 0,-2 7 0 0 0,-2 1 37 0 0,0 1 1 0 0,0-1 0 0 0,-1 0 0 0 0,-1-1-1 0 0,0 1 1 0 0,-1-2 0 0 0,-9 12 0 0 0,-71 69 769 0 0,53-57-414 0 0,-2 1-32 0 0,17-16 383 0 0,-36 41 0 0 0,56-59-717 0 0,-1-1 0 0 0,1 1 0 0 0,-1 0-1 0 0,1-1 1 0 0,0 1 0 0 0,-1-1 0 0 0,1 1 0 0 0,0-1 0 0 0,-1 1 0 0 0,1 0 0 0 0,0-1 0 0 0,0 1 0 0 0,0 0 0 0 0,-1-1 0 0 0,1 1 0 0 0,0 0 0 0 0,0-1 0 0 0,0 1 0 0 0,0 0 0 0 0,0 0 0 0 0,0-1 0 0 0,1 1 0 0 0,-1 0 0 0 0,0-1 0 0 0,0 1 0 0 0,1 1 0 0 0,0-2-6 0 0,-1 1 0 0 0,1 0 0 0 0,0 0-1 0 0,0 0 1 0 0,0 0 0 0 0,0 0 0 0 0,0-1 0 0 0,0 1 0 0 0,0 0 0 0 0,0-1 0 0 0,0 1 0 0 0,1-1 0 0 0,0 1 0 0 0,38 6 439 0 0,-39-7-473 0 0,46 2 229 0 0,0-2 1 0 0,52-7-1 0 0,94-22-545 0 0,-105 15-480 0 0,53-10-3404 0 0,-94 14-480 0 0,-2-1-3985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0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0 372 0 0,'-159'49'15815'0'0,"159"-49"-15618"0"0,-1 0-1 0 0,0 0 1 0 0,0 1 0 0 0,0-1 0 0 0,1 0 0 0 0,-1 0-1 0 0,0 1 1 0 0,0-1 0 0 0,1 0 0 0 0,-1 1 0 0 0,0-1-1 0 0,1 0 1 0 0,-1 1 0 0 0,0-1 0 0 0,1 1 0 0 0,-1 0-1 0 0,0-1 1 0 0,1 1 0 0 0,-1-1 0 0 0,1 1 0 0 0,-1 0-1 0 0,1-1 1 0 0,0 1 0 0 0,-1 1 0 0 0,1-1-44 0 0,0-1 1 0 0,0 1 0 0 0,0 0-1 0 0,1 0 1 0 0,-1 0-1 0 0,0-1 1 0 0,1 1-1 0 0,-1 0 1 0 0,0-1-1 0 0,1 1 1 0 0,-1 0 0 0 0,1-1-1 0 0,-1 1 1 0 0,1-1-1 0 0,-1 1 1 0 0,1 0-1 0 0,0-1 1 0 0,-1 1 0 0 0,2 0-1 0 0,2 2 270 0 0,1 0-1 0 0,0-1 1 0 0,0 1 0 0 0,0-1-1 0 0,7 3 1 0 0,24 2 382 0 0,0-1 0 0 0,46 2 0 0 0,75-5-1164 0 0,-153-3 307 0 0,73 2-4192 0 0,-41-1-1378 0 0,-4 0-3784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0 76 0 0,'-18'7'2988'0'0,"-1"0"0"0"0,2 1 0 0 0,-1 1 0 0 0,1 0 0 0 0,-17 13 0 0 0,30-19-2689 0 0,1 0 0 0 0,0 0 0 0 0,-1 0 0 0 0,1 0 0 0 0,0 0 0 0 0,0 0 0 0 0,1 1 0 0 0,-1 0 0 0 0,1 0 0 0 0,0-1 0 0 0,0 1 0 0 0,0 0 0 0 0,0 1 0 0 0,1-1 0 0 0,-1 0 0 0 0,1 0 0 0 0,0 1 0 0 0,1-1 0 0 0,-1 0 0 0 0,1 1 0 0 0,0-1 0 0 0,0 1 0 0 0,0-1 0 0 0,0 1 0 0 0,1-1 0 0 0,0 0 0 0 0,0 1-1 0 0,2 5 1 0 0,4 7 227 0 0,1-1-1 0 0,1 0 0 0 0,0 0 0 0 0,1-1 0 0 0,1 0 1 0 0,20 21-1 0 0,-16-18 79 0 0,0 0 0 0 0,-1 1 0 0 0,14 27 0 0 0,-26-43-604 0 0,-1-1 0 0 0,-1 0 0 0 0,1 0 0 0 0,0 1 0 0 0,0-1 0 0 0,-1 0 0 0 0,1 1 0 0 0,-1-1 0 0 0,0 0 0 0 0,0 1 0 0 0,0-1 0 0 0,0 1 0 0 0,0-1 0 0 0,-1 0 0 0 0,1 1 0 0 0,0-1 0 0 0,-1 0 0 0 0,0 1 0 0 0,0-1 0 0 0,0 0 0 0 0,0 0 0 0 0,0 0 0 0 0,-1 3 0 0 0,-2 0 0 0 0,0-1 0 0 0,0 1 0 0 0,0 0 0 0 0,-1-1 0 0 0,1 0 0 0 0,-6 4 0 0 0,0-1-193 0 0,-1-1 0 0 0,1 0 0 0 0,-1-1 0 0 0,0 0 0 0 0,0 0 0 0 0,0-1 0 0 0,-1-1 0 0 0,0 0 0 0 0,1 0 1 0 0,-1-1-1 0 0,-13 0 0 0 0,7-1-302 0 0,0-1 0 0 0,0 0 0 0 0,-1-2 0 0 0,1 0 0 0 0,0-1 0 0 0,-27-8 0 0 0,36 8-682 0 0,0 0 0 0 0,0-1 0 0 0,0 0 0 0 0,-9-6 0 0 0,14 8-149 0 0,1-1 1 0 0,-1 0 0 0 0,1 0-1 0 0,0 0 1 0 0,0 0-1 0 0,-5-6 1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1524 0 0,'36'-49'9346'0'0,"-30"42"-9041"0"0,0 1 0 0 0,0 0 0 0 0,1 1-1 0 0,0 0 1 0 0,0 0 0 0 0,0 0 0 0 0,1 1-1 0 0,9-4 1 0 0,39-15-2243 0 0,82-20 0 0 0,-106 33-352 0 0,25-7-2753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1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2 129 2028 0 0,'-1'-11'4339'0'0,"1"10"-4037"0"0,0-1 0 0 0,0 0 0 0 0,0 0 0 0 0,1 0 0 0 0,-1 1 0 0 0,1-1 0 0 0,-1 0 0 0 0,1 0 0 0 0,0 1-1 0 0,0-1 1 0 0,-1 1 0 0 0,1-1 0 0 0,0 1 0 0 0,0-1 0 0 0,1 1 0 0 0,-1-1 0 0 0,2 0 0 0 0,0-1 107 0 0,1 0 0 0 0,-1 1 0 0 0,1-1 0 0 0,0 1 0 0 0,0 0 0 0 0,7-3 0 0 0,5 0 301 0 0,0 1 1 0 0,30-5-1 0 0,-44 9-656 0 0,252-22 1716 0 0,-26 5-6167 0 0,-192 10-1815 0 0,-23 3 605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23 1928 0 0,'-28'-17'6720'0'0,"15"12"-3564"0"0,12 5-2873 0 0,-1 0-1 0 0,0 0 0 0 0,1 1 0 0 0,-1-1 0 0 0,1 1 0 0 0,-1 0 0 0 0,1-1 0 0 0,-1 1 1 0 0,1 0-1 0 0,0 0 0 0 0,-1 0 0 0 0,1 0 0 0 0,0 0 0 0 0,0 0 0 0 0,0 0 1 0 0,0 0-1 0 0,-1 1 0 0 0,2-1 0 0 0,-1 0 0 0 0,0 1 0 0 0,0-1 0 0 0,0 0 0 0 0,0 3 1 0 0,-16 42 2819 0 0,13-30-2425 0 0,-47 176 2212 0 0,28-98-2416 0 0,-5 34-1509 0 0,25-110-1186 0 0,2 0 0 0 0,0 31 0 0 0,1-46 1345 0 0,0-1-1 0 0,0 1 1 0 0,1-1-1 0 0,-1 0 1 0 0,1 1 0 0 0,-1-1-1 0 0,1 1 1 0 0,2 3-1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1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0 120 744 0 0,'2'-12'3199'0'0,"0"0"1"0"0,1 0-1 0 0,7-22 0 0 0,-9 32-3035 0 0,0 1 0 0 0,0-1 1 0 0,0 1-1 0 0,0-1 0 0 0,1 1 0 0 0,-1-1 0 0 0,1 1 0 0 0,-1 0 0 0 0,1 0 0 0 0,-1-1 0 0 0,1 1 0 0 0,0 0 0 0 0,-1 1 0 0 0,1-1 1 0 0,0 0-1 0 0,3-1 0 0 0,33-6 751 0 0,-31 7-722 0 0,54-6 541 0 0,76 0 0 0 0,-75 6-2995 0 0,-3-3-4107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2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1 348 0 0,'-15'0'1651'0'0,"-1"2"1"0"0,1-1-1 0 0,-1 2 0 0 0,-24 7 1 0 0,27-6-1019 0 0,0 1 0 0 0,1 0 1 0 0,-1 1-1 0 0,1 0 0 0 0,-15 11 0 0 0,26-17-593 0 0,0 0 0 0 0,1 1 0 0 0,-1-1 0 0 0,0 1 0 0 0,1-1 0 0 0,-1 1 0 0 0,0-1 0 0 0,1 1 0 0 0,-1-1 0 0 0,1 1 0 0 0,-1 0-1 0 0,1-1 1 0 0,-1 1 0 0 0,1 0 0 0 0,-1 0 0 0 0,1-1 0 0 0,0 1 0 0 0,-1 0 0 0 0,1 0 0 0 0,0 0 0 0 0,0-1 0 0 0,-1 1-1 0 0,1 0 1 0 0,0 0 0 0 0,0 0 0 0 0,0 0 0 0 0,0-1 0 0 0,0 1 0 0 0,0 0 0 0 0,0 0 0 0 0,1 0 0 0 0,-1 0 0 0 0,0-1-1 0 0,0 1 1 0 0,1 0 0 0 0,-1 0 0 0 0,0 0 0 0 0,1-1 0 0 0,-1 1 0 0 0,1 0 0 0 0,-1-1 0 0 0,1 1 0 0 0,-1 0 0 0 0,1-1 0 0 0,-1 1-1 0 0,1-1 1 0 0,0 1 0 0 0,-1-1 0 0 0,1 1 0 0 0,0-1 0 0 0,0 1 0 0 0,-1-1 0 0 0,3 1 0 0 0,4 3 180 0 0,0 0 1 0 0,1 0 0 0 0,14 4 0 0 0,-21-8-194 0 0,33 11 407 0 0,6 2 98 0 0,0 1 0 0 0,-1 2 0 0 0,44 25 0 0 0,-73-36-294 0 0,0 1 0 0 0,-1 1 0 0 0,1 0 0 0 0,-2 0 0 0 0,1 0 0 0 0,-1 1 0 0 0,0 1 0 0 0,-1-1 0 0 0,0 1 0 0 0,0 1 0 0 0,-1-1 0 0 0,0 1 0 0 0,0 0 0 0 0,-2 1 0 0 0,1-1 0 0 0,5 21 0 0 0,-8-24 60 0 0,-1-1-1 0 0,0 1 1 0 0,-1-1 0 0 0,0 1-1 0 0,0-1 1 0 0,0 1 0 0 0,-1-1-1 0 0,1 1 1 0 0,-2-1 0 0 0,1 1-1 0 0,-1-1 1 0 0,-4 11 0 0 0,2-8 16 0 0,0-1 1 0 0,-1 0 0 0 0,0 0-1 0 0,0-1 1 0 0,-1 1 0 0 0,0-1-1 0 0,-1 0 1 0 0,-8 7 0 0 0,3-4-24 0 0,1-1 1 0 0,-2-1-1 0 0,1 0 1 0 0,-1-1-1 0 0,0-1 1 0 0,0 0-1 0 0,-1 0 1 0 0,0-1-1 0 0,0-1 1 0 0,0 0-1 0 0,-17 1 1 0 0,25-4-281 0 0,0-1 1 0 0,0 0-1 0 0,0-1 1 0 0,0 1 0 0 0,0-1-1 0 0,0 0 1 0 0,0-1-1 0 0,0 1 1 0 0,0-1 0 0 0,0-1-1 0 0,1 1 1 0 0,-1-1-1 0 0,1 0 1 0 0,-1 0 0 0 0,-4-4-1 0 0,7 5-174 0 0,1 0 0 0 0,0 0 1 0 0,0 0-1 0 0,0-1 0 0 0,0 1 0 0 0,0 0 0 0 0,0-1 0 0 0,1 1 0 0 0,-1-1 1 0 0,1 0-1 0 0,0 1 0 0 0,0-1 0 0 0,-1-5 0 0 0,1 5-179 0 0,1 1 0 0 0,0-1 0 0 0,0 0 0 0 0,0 0 0 0 0,0 0 0 0 0,0 0 0 0 0,1 1 0 0 0,-1-1 0 0 0,1 0 0 0 0,0 0 0 0 0,0 1 0 0 0,0-1 0 0 0,0 0 0 0 0,0 1 0 0 0,1-1 0 0 0,2-3 0 0 0,5-5-1658 0 0,0 0 0 0 0,2 1-1 0 0,-1 0 1 0 0,1 0 0 0 0,0 1 0 0 0,25-14 0 0 0,3-2-5964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26 1576 0 0,'-17'-26'14063'0'0,"18"41"-10872"0"0,80 125 2505 0 0,-2-2-8503 0 0,-72-125 999 0 0,1 1-1986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28 2312 0 0,'-2'-3'504'0'0,"-1"1"-1"0"0,0-1 1 0 0,0 1 0 0 0,0 0-1 0 0,0 0 1 0 0,0 0 0 0 0,0 0-1 0 0,0 0 1 0 0,-1 0 0 0 0,1 1-1 0 0,-1 0 1 0 0,1 0 0 0 0,-1 0-1 0 0,-5-1 1 0 0,4 2-115 0 0,1 0 0 0 0,-1 1 0 0 0,0-1 0 0 0,0 1 0 0 0,1 0 1 0 0,-1 0-1 0 0,1 0 0 0 0,-1 1 0 0 0,1 0 0 0 0,-8 3 0 0 0,-16 11 467 0 0,0 1 0 0 0,2 1 1 0 0,0 1-1 0 0,1 1 0 0 0,-43 46 0 0 0,-16 32-3015 0 0,6 2-7227 0 0,66-83 4051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133 150 156 0 0,'-10'-8'1205'0'0,"1"0"1"0"0,0-1-1 0 0,1 1 1 0 0,-1-2-1 0 0,1 1 1 0 0,1-1-1 0 0,-9-15 1 0 0,15 23-1133 0 0,1 1 1 0 0,-1 0 0 0 0,1 0 0 0 0,-1-1-1 0 0,1 1 1 0 0,-1 0 0 0 0,1-1 0 0 0,0 1-1 0 0,-1 0 1 0 0,1-1 0 0 0,0 1 0 0 0,0 0-1 0 0,0-1 1 0 0,0 1 0 0 0,0 0 0 0 0,1-1-1 0 0,-1 1 1 0 0,0 0 0 0 0,1-1 0 0 0,-1 1-1 0 0,1 0 1 0 0,0-3 0 0 0,1 2-6 0 0,-1 1-1 0 0,1-1 1 0 0,-1 0 0 0 0,1 1 0 0 0,0-1-1 0 0,0 1 1 0 0,0-1 0 0 0,0 1-1 0 0,0 0 1 0 0,0 0 0 0 0,0 0 0 0 0,3-1-1 0 0,2 0 40 0 0,1-1-1 0 0,0 2 1 0 0,-1-1-1 0 0,1 1 1 0 0,0 0-1 0 0,12 0 1 0 0,-10 2-63 0 0,0 1 1 0 0,0-1 0 0 0,0 1-1 0 0,-1 1 1 0 0,1 0-1 0 0,-1 1 1 0 0,0-1 0 0 0,0 2-1 0 0,0-1 1 0 0,16 12-1 0 0,-23-14-34 0 0,1 0-1 0 0,0 0 0 0 0,0 0 1 0 0,-1 0-1 0 0,1 1 0 0 0,-1 0 1 0 0,0-1-1 0 0,0 1 0 0 0,0 0 0 0 0,0 0 1 0 0,0 0-1 0 0,0 0 0 0 0,-1 0 1 0 0,0 0-1 0 0,0 1 0 0 0,0-1 1 0 0,0 0-1 0 0,0 1 0 0 0,0-1 0 0 0,-1 1 1 0 0,0-1-1 0 0,1 1 0 0 0,-2-1 1 0 0,1 1-1 0 0,0-1 0 0 0,0 0 0 0 0,-1 1 1 0 0,0-1-1 0 0,0 1 0 0 0,0-1 1 0 0,0 0-1 0 0,0 0 0 0 0,-4 7 1 0 0,-2 1 9 0 0,-1 0 0 0 0,0-1 0 0 0,0 1 1 0 0,-1-1-1 0 0,-1-1 0 0 0,-15 13 1 0 0,-69 44 93 0 0,48-36 95 0 0,44-29-166 0 0,-6 4 88 0 0,26-7-90 0 0,0 1-1 0 0,0 1 1 0 0,0 1 0 0 0,0 0 0 0 0,0 1 0 0 0,0 1 0 0 0,-1 1-1 0 0,21 7 1 0 0,-28-8 121 0 0,0 1 0 0 0,0 1 0 0 0,0-1-1 0 0,-1 2 1 0 0,0-1 0 0 0,0 1-1 0 0,0 1 1 0 0,-1 0 0 0 0,0 0 0 0 0,-1 0-1 0 0,1 1 1 0 0,-1 0 0 0 0,-1 1-1 0 0,1 0 1 0 0,6 12 0 0 0,-10-15 68 0 0,0 0 1 0 0,0 0-1 0 0,0 1 1 0 0,-1-1-1 0 0,0 1 0 0 0,0 0 1 0 0,-1 0-1 0 0,0-1 1 0 0,0 1-1 0 0,0 8 1 0 0,-2-10-89 0 0,1 0 1 0 0,-1 0 0 0 0,0 0-1 0 0,-1-1 1 0 0,1 1 0 0 0,-1-1 0 0 0,0 1-1 0 0,0-1 1 0 0,0 1 0 0 0,0-1-1 0 0,-1 0 1 0 0,0 0 0 0 0,0 0 0 0 0,0 0-1 0 0,-5 5 1 0 0,-3 0-76 0 0,0 0-1 0 0,-1 0 1 0 0,0-1 0 0 0,0-1 0 0 0,0 0-1 0 0,-1 0 1 0 0,0-1 0 0 0,-1-1 0 0 0,1 0-1 0 0,-1-1 1 0 0,-16 2 0 0 0,7-1-905 0 0,-1-2-1 0 0,-24 0 1 0 0,22-2-3547 0 0,-39-6-1 0 0,42-2-4985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1260 0 0,'-11'5'2454'0'0,"0"1"-1"0"0,0 0 1 0 0,1 1 0 0 0,-19 15 0 0 0,29-21-2347 0 0,-1-1 1 0 0,1 1-1 0 0,-1-1 1 0 0,1 1 0 0 0,-1 0-1 0 0,1-1 1 0 0,0 1 0 0 0,-1-1-1 0 0,1 1 1 0 0,0 0-1 0 0,-1-1 1 0 0,1 1 0 0 0,0 0-1 0 0,0-1 1 0 0,0 1 0 0 0,-1 0-1 0 0,1 0 1 0 0,0-1-1 0 0,0 1 1 0 0,0 0 0 0 0,0 0-1 0 0,0-1 1 0 0,1 1 0 0 0,-1 0-1 0 0,0-1 1 0 0,0 1-1 0 0,0 0 1 0 0,1-1 0 0 0,-1 1-1 0 0,0 0 1 0 0,0-1 0 0 0,1 1-1 0 0,-1 0 1 0 0,1-1-1 0 0,-1 1 1 0 0,1-1 0 0 0,-1 1-1 0 0,1-1 1 0 0,-1 1 0 0 0,1-1-1 0 0,-1 1 1 0 0,1-1-1 0 0,0 1 1 0 0,-1-1 0 0 0,1 0-1 0 0,0 0 1 0 0,-1 1 0 0 0,2-1-1 0 0,31 13 1397 0 0,31-3-661 0 0,-1-2 0 0 0,126-2-1 0 0,-100-5-614 0 0,-21-2-197 0 0,35 2-1663 0 0,-90 0-621 0 0,1 1 0 0 0,22 5-1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0 1052 0 0,'-14'4'7015'0'0,"-8"2"-539"0"0,-1 1-3221 0 0,21 0-2793 0 0,0 0 0 0 0,1 0 1 0 0,0 1-1 0 0,0-1 1 0 0,0 0-1 0 0,1 1 0 0 0,0-1 1 0 0,1 0-1 0 0,2 15 1 0 0,-1-12 105 0 0,0 0 0 0 0,1 1 0 0 0,0-1 0 0 0,1-1 0 0 0,0 1 0 0 0,9 15 0 0 0,0-5 859 0 0,1-1 1 0 0,1-1-1 0 0,34 31 1 0 0,-15-15-769 0 0,-23-23-659 0 0,-3 1 0 0 0,-2-1 0 0 0,-1 2 0 0 0,-1 0 0 0 0,-4 8 0 0 0,-3-16 0 0 0,1-3 0 0 0,-2 4 0 0 0,-1 0 0 0 0,1 0 0 0 0,-1 0 0 0 0,0-1 0 0 0,-1 0 0 0 0,1 0 0 0 0,-1 0 0 0 0,0 0 0 0 0,0-1 0 0 0,-1 0 0 0 0,1 0 0 0 0,-1-1 0 0 0,-10 4 0 0 0,-3 0 0 0 0,0 0 0 0 0,0-2 0 0 0,-32 5 0 0 0,36-8-370 0 0,0 0 1 0 0,1-2-1 0 0,-1 0 1 0 0,0-1-1 0 0,0 0 1 0 0,1-1-1 0 0,-1-1 1 0 0,-23-7-1 0 0,31 7 93 0 0,0 0-1 0 0,0 0 1 0 0,0-1-1 0 0,0 0 1 0 0,1 0-1 0 0,-1-1 1 0 0,1 0-1 0 0,0 0 1 0 0,0-1 0 0 0,1 0-1 0 0,0 0 1 0 0,0-1-1 0 0,0 1 1 0 0,1-1-1 0 0,0 0 1 0 0,-8-16-1 0 0,11 19-546 0 0,1-1-1 0 0,-1 1 1 0 0,1-1-1 0 0,0 0 0 0 0,0 1 1 0 0,0-8-1 0 0,2-16-6038 0 0,5 3-2822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99 184 0 0,'1'-3'3120'0'0,"10"-11"2510"0"0,-9 12-4512 0 0,0-1 1 0 0,-1 0-1 0 0,1 0 0 0 0,-1 1 1 0 0,1-1-1 0 0,0-4 1 0 0,1 6-44 0 0,84-8 2648 0 0,52 6-2333 0 0,-34 1-1037 0 0,190-16-232 0 0,-169 8-3127 0 0,-84 4-629 0 0,-18-4-5681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5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1912 0 0,'-11'-1'11989'0'0,"31"5"-11499"0"0,0-1-1 0 0,29 0 1 0 0,-1 0-597 0 0,10-1-2898 0 0,-22-5-2486 0 0,-20 1 1128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5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70 556 0 0,'2'-14'4784'0'0,"0"0"-1"0"0,0-20 648 0 0,-1 26-2379 0 0,-10 27-1960 0 0,1 0 1 0 0,1 0-1 0 0,-5 23 0 0 0,-4 9-540 0 0,7-25-977 0 0,-37 113 1873 0 0,33-93-4250 0 0,2 0-4164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53 580 0 0,'4'-21'4990'0'0,"-2"-11"7773"0"0,-11 56-11363 0 0,3-9-1074 0 0,1 0 0 0 0,0 1 0 0 0,1-1 1 0 0,1 1-1 0 0,0-1 0 0 0,1 1 0 0 0,0 23 0 0 0,3-37-317 0 0,-1-1 1 0 0,0 1-1 0 0,1 0 1 0 0,0 0-1 0 0,-1 0 0 0 0,1 0 1 0 0,0-1-1 0 0,0 1 1 0 0,0 0-1 0 0,0 0 0 0 0,0-1 1 0 0,0 1-1 0 0,0-1 1 0 0,1 1-1 0 0,-1-1 0 0 0,1 0 1 0 0,-1 1-1 0 0,1-1 1 0 0,-1 0-1 0 0,1 0 0 0 0,0 0 1 0 0,-1 0-1 0 0,1 0 1 0 0,0-1-1 0 0,0 1 1 0 0,0-1-1 0 0,0 1 0 0 0,-1-1 1 0 0,1 1-1 0 0,0-1 1 0 0,3 0-1 0 0,1 1 5 0 0,0-1 0 0 0,0 0 0 0 0,0 0 0 0 0,0-1-1 0 0,0 0 1 0 0,0 0 0 0 0,0 0 0 0 0,10-4 0 0 0,-7 1-5 0 0,0-1 0 0 0,0 0 0 0 0,-1 0 0 0 0,1-1 0 0 0,-1 0 0 0 0,-1 0 0 0 0,15-15 0 0 0,0-5 35 0 0,20-29-1 0 0,-1 1 317 0 0,-40 52-224 0 0,-6 21 66 0 0,-56 140 178 0 0,-10 34-5427 0 0,60-157 2641 0 0,-3 10-4458 0 0,8-23-420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71 1236 0 0,'-42'5'3374'0'0,"-128"16"12920"0"0,179-20-15731 0 0,18 0-240 0 0,363-50 1748 0 0,-232 26-2977 0 0,0 4-3359 0 0,-124 16 1449 0 0,-2 1-3664 0 0,-16 0-510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6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0 1752 0 0,'-5'2'959'0'0,"-21"8"4060"0"0,-35 18 0 0 0,54-24-4540 0 0,0 0 1 0 0,1 0 0 0 0,-1 0-1 0 0,1 1 1 0 0,0 0-1 0 0,1 1 1 0 0,-1-1 0 0 0,1 1-1 0 0,-9 13 1 0 0,13-17-332 0 0,-1 1 0 0 0,1 0 0 0 0,0-1 1 0 0,0 1-1 0 0,1 0 0 0 0,-1 0 0 0 0,0 0 0 0 0,1 0 1 0 0,0 0-1 0 0,0 0 0 0 0,0 0 0 0 0,0 0 0 0 0,0 0 0 0 0,1 0 1 0 0,-1 0-1 0 0,1 0 0 0 0,0-1 0 0 0,-1 1 0 0 0,1 0 0 0 0,1 0 1 0 0,-1-1-1 0 0,0 1 0 0 0,1 0 0 0 0,-1-1 0 0 0,4 4 0 0 0,4 6 275 0 0,1 0 0 0 0,1 0 0 0 0,19 16 0 0 0,-16-15-82 0 0,31 24 606 0 0,15 16 659 0 0,-54-47-1247 0 0,0 0-1 0 0,-1 1 1 0 0,1 0 0 0 0,-1 1 0 0 0,-1-1 0 0 0,7 14 0 0 0,-9-17-202 0 0,-1-1 1 0 0,0 0-1 0 0,0 0 1 0 0,0 1-1 0 0,0-1 1 0 0,-1 1-1 0 0,1-1 1 0 0,-1 0-1 0 0,0 1 1 0 0,0-1 0 0 0,0 1-1 0 0,-1-1 1 0 0,1 1-1 0 0,-1-1 1 0 0,0 0-1 0 0,0 1 1 0 0,-2 5-1 0 0,0-5-44 0 0,1 0 0 0 0,-1 0 0 0 0,0 0 0 0 0,0 0 0 0 0,0 0 0 0 0,0-1 0 0 0,-1 1 0 0 0,1-1-1 0 0,-1 0 1 0 0,0 0 0 0 0,-7 4 0 0 0,4-3-426 0 0,0-1 0 0 0,-1 1 0 0 0,0-1 1 0 0,0 0-1 0 0,0-1 0 0 0,0 0 0 0 0,0 0 0 0 0,0-1 0 0 0,0 0 0 0 0,-1 0 0 0 0,1-1 1 0 0,0 0-1 0 0,0 0 0 0 0,-14-3 0 0 0,12 0-815 0 0,1 0-1 0 0,-1-1 1 0 0,1 0 0 0 0,-1-1 0 0 0,-13-8-1 0 0,15 7-1219 0 0,0 0-1 0 0,1 0 0 0 0,-10-11 0 0 0,-2-4-7074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2192 0 0,'2'-3'785'0'0,"-1"0"-1"0"0,1-1 1 0 0,0 1 0 0 0,0 0-1 0 0,0 0 1 0 0,0 1-1 0 0,1-1 1 0 0,3-3 0 0 0,-2 2-96 0 0,0 1 1 0 0,1 0 0 0 0,-1 0-1 0 0,10-5 1 0 0,3 2-195 0 0,-1 0 0 0 0,27-6 0 0 0,-13 5 37 0 0,55-15-1011 0 0,38-12-7207 0 0,-89 23 3536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7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26 132 1992 0 0,'-24'-10'9466'0'0,"23"9"-9233"0"0,1 1-145 0 0,0-1 0 0 0,0 1 0 0 0,0-1 0 0 0,0 1 0 0 0,0-1 0 0 0,0 1 0 0 0,0 0 0 0 0,0-1 0 0 0,1 1 0 0 0,-1-1-1 0 0,0 1 1 0 0,0 0 0 0 0,0-1 0 0 0,1 1 0 0 0,-1 0 0 0 0,0-1 0 0 0,0 1 0 0 0,1 0 0 0 0,-1-1 0 0 0,0 1 0 0 0,1 0 0 0 0,-1-1 0 0 0,0 1 0 0 0,1 0 0 0 0,-1 0 0 0 0,1 0 0 0 0,-1-1-1 0 0,0 1 1 0 0,1 0 0 0 0,0 0 0 0 0,17-7 404 0 0,1 2-1 0 0,0 0 1 0 0,33-4-1 0 0,-15 3-161 0 0,89-15 224 0 0,7-1-869 0 0,-44 3-3435 0 0,-57 8-2149 0 0,-19 5 1000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7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16 912 0 0,'-8'-4'2044'0'0,"-18"-7"6509"0"0,10 10-5726 0 0,14 3-2493 0 0,1 0 0 0 0,0 0 0 0 0,0 0 0 0 0,0 0 0 0 0,0 0 0 0 0,0 0 0 0 0,0 0-1 0 0,1 0 1 0 0,-1 0 0 0 0,1 0 0 0 0,-1 0 0 0 0,1 1 0 0 0,0 2 0 0 0,0-5-77 0 0,-11 103 4697 0 0,0 5-3732 0 0,2-49-955 0 0,-7 46-1150 0 0,12-36-4511 0 0,7-40 350 0 0,7-13-1082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29 115 1584 0 0,'50'-115'18236'0'0,"-51"139"-17522"0"0,-2 0 0 0 0,-1 0 1 0 0,-9 34-1 0 0,0-2-494 0 0,-9 26-541 0 0,9-35-2390 0 0,3-1-4668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39 1644 0 0,'1'-4'1409'0'0,"0"0"-1"0"0,0 0 1 0 0,1 0-1 0 0,0 0 1 0 0,8-14 6133 0 0,-23 33-5111 0 0,11-10-2280 0 0,0 0 0 0 0,1-1 1 0 0,0 1-1 0 0,0 0 0 0 0,0 0 1 0 0,0 0-1 0 0,0 0 0 0 0,1 0 1 0 0,0 0-1 0 0,0 0 0 0 0,1 0 1 0 0,-1 0-1 0 0,1 0 0 0 0,0 0 1 0 0,1 0-1 0 0,-1 0 0 0 0,1 0 1 0 0,0-1-1 0 0,0 1 0 0 0,0-1 1 0 0,1 1-1 0 0,-1-1 0 0 0,1 0 0 0 0,0 0 1 0 0,1 0-1 0 0,-1 0 0 0 0,7 5 1 0 0,17 16 1585 0 0,58 39 1 0 0,-5-3 452 0 0,-79-60-2111 0 0,1 0 0 0 0,-1 0 0 0 0,0 0 0 0 0,1 0 0 0 0,-1 0 0 0 0,0 0 0 0 0,0 1 0 0 0,0-1 0 0 0,0 0 0 0 0,0 1 0 0 0,-1-1 0 0 0,1 1 0 0 0,0-1 0 0 0,-1 1 0 0 0,1-1 0 0 0,-1 1 0 0 0,1 0 0 0 0,-1-1 0 0 0,0 1 0 0 0,1 2 0 0 0,-2-2-31 0 0,1-1-1 0 0,-1 1 1 0 0,1-1-1 0 0,-1 1 1 0 0,0-1-1 0 0,1 1 1 0 0,-1-1-1 0 0,0 1 1 0 0,0-1 0 0 0,0 0-1 0 0,0 0 1 0 0,0 1-1 0 0,0-1 1 0 0,-1 0-1 0 0,1 0 1 0 0,0 0-1 0 0,-2 1 1 0 0,-3 2-18 0 0,-1-1 0 0 0,0 0 1 0 0,0 0-1 0 0,0 0 0 0 0,0 0 0 0 0,-1-1 1 0 0,-8 1-1 0 0,2-1-861 0 0,-1 0-1 0 0,1-2 1 0 0,-1 1-1 0 0,1-2 1 0 0,-1 0 0 0 0,-22-5-1 0 0,28 4-504 0 0,0 0 1 0 0,0-2-1 0 0,0 1 0 0 0,-13-7 0 0 0,16 6-118 0 0,0 0 0 0 0,-1 0 1 0 0,2-1-1 0 0,-1 0 0 0 0,1 0 0 0 0,-8-8 0 0 0,1-3-4785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8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1 205 992 0 0,'0'-5'693'0'0,"0"0"0"0"0,0 0 0 0 0,1 0 1 0 0,0 0-1 0 0,0 0 0 0 0,1 1 0 0 0,-1-1 0 0 0,1 0 0 0 0,0 1 0 0 0,0-1 1 0 0,0 1-1 0 0,6-8 0 0 0,-3 6-238 0 0,0 1 0 0 0,0-1 0 0 0,1 1 1 0 0,-1 0-1 0 0,1 0 0 0 0,0 1 0 0 0,11-6 1 0 0,6-2-77 0 0,1 2 0 0 0,0 0 0 0 0,45-10 0 0 0,-64 19-267 0 0,48-11-139 0 0,0 2 0 0 0,1 3 0 0 0,105-1 0 0 0,-106 12-2796 0 0,-17 3-3006 0 0,-24-4 1720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9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345 115 1956 0 0,'-314'92'15085'0'0,"312"-91"-14806"0"0,-1 0-1 0 0,1 0 1 0 0,0 0 0 0 0,0 0 0 0 0,0 0 0 0 0,0 0-1 0 0,0 1 1 0 0,0-1 0 0 0,0 1 0 0 0,0-1-1 0 0,0 1 1 0 0,-2 4 0 0 0,3-6-182 0 0,1 0 0 0 0,0 1 0 0 0,0-1 0 0 0,0 0 0 0 0,0 1 0 0 0,0-1-1 0 0,-1 1 1 0 0,1-1 0 0 0,0 1 0 0 0,0-1 0 0 0,0 0 0 0 0,0 1 0 0 0,0-1 0 0 0,0 1 0 0 0,0-1 0 0 0,1 0 0 0 0,-1 1 0 0 0,0-1 0 0 0,0 1 0 0 0,0-1 0 0 0,0 0-1 0 0,0 1 1 0 0,1-1 0 0 0,-1 0 0 0 0,0 1 0 0 0,0-1 0 0 0,0 0 0 0 0,1 1 0 0 0,0 0 20 0 0,1 0-1 0 0,-1 0 1 0 0,1 0 0 0 0,-1 0-1 0 0,1 0 1 0 0,0 0-1 0 0,-1-1 1 0 0,1 1 0 0 0,0-1-1 0 0,-1 1 1 0 0,3-1 0 0 0,45 8 928 0 0,1-3 0 0 0,0-3 0 0 0,67-3 1 0 0,-82 0-682 0 0,660-64 2980 0 0,-10-66-3347 0 0,-530 96-770 0 0,-56 11-3306 0 0,-87 19 1222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 1252 0 0,'0'0'10160'0'0,"-23"5"-5239"0"0,7 16-3083 0 0,13-18-1680 0 0,0 1 0 0 0,0 0 0 0 0,1-1 0 0 0,-1 1 0 0 0,1 0 0 0 0,0 0 0 0 0,0 1 0 0 0,0-1 0 0 0,0 0 0 0 0,1 1 0 0 0,-2 8-1 0 0,2-9 24 0 0,1 0 0 0 0,0 0-1 0 0,0 0 1 0 0,0 0-1 0 0,1 0 1 0 0,-1 1 0 0 0,1-1-1 0 0,0 0 1 0 0,0 0-1 0 0,0-1 1 0 0,1 1 0 0 0,-1 0-1 0 0,1 0 1 0 0,0-1-1 0 0,0 1 1 0 0,0-1 0 0 0,1 1-1 0 0,3 3 1 0 0,4 3 568 0 0,1 0 0 0 0,0-1-1 0 0,0-1 1 0 0,14 8 0 0 0,11 9 638 0 0,-32-22-950 0 0,0 1 0 0 0,0 0 0 0 0,0 0 0 0 0,0 0 0 0 0,-1 0 1 0 0,1 0-1 0 0,-1 1 0 0 0,5 9 0 0 0,-7-9-258 0 0,-1 8-154 0 0,-3 8-25 0 0,-1-16 0 0 0,1-3 0 0 0,-1 4 0 0 0,0-1 0 0 0,0 0 0 0 0,-1 1 0 0 0,1-2 0 0 0,-1 1 0 0 0,0-1 0 0 0,-1 0 0 0 0,1 0 0 0 0,-1 0 0 0 0,0 0 0 0 0,-11 4 0 0 0,3-2 0 0 0,0-1 0 0 0,-1 0 0 0 0,1-1 0 0 0,-18 2 0 0 0,26-5-568 0 0,-1 0 1 0 0,1 0-1 0 0,-1-1 1 0 0,1 0-1 0 0,-1-1 1 0 0,1 1-1 0 0,-1-1 1 0 0,1 0-1 0 0,0-1 1 0 0,-1 1-1 0 0,1-2 1 0 0,0 1-1 0 0,-10-5 1 0 0,12 4-113 0 0,0 0 0 0 0,0 0 0 0 0,0 0 0 0 0,0-1 0 0 0,0 1 0 0 0,1-1 0 0 0,-1 0 0 0 0,1 0 0 0 0,0 0 0 0 0,0-1 0 0 0,1 1 0 0 0,-1-1 0 0 0,1 1 0 0 0,0-1 0 0 0,0 0 0 0 0,1 0 0 0 0,-3-8 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3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1904 0 0,'25'-35'11043'0'0,"-21"31"-10639"0"0,-1 0-1 0 0,1 0 0 0 0,0 1 0 0 0,0 0 0 0 0,0 0 0 0 0,1 0 1 0 0,-1 1-1 0 0,1-1 0 0 0,-1 1 0 0 0,7-2 0 0 0,67-20 195 0 0,103-17 1 0 0,-64 16-5649 0 0,-76 14-942 0 0,-21 5 859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0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37 2236 0 0,'-54'-13'9398'0'0,"52"12"-8645"0"0,1 1-654 0 0,1 0 1 0 0,-1 0-1 0 0,1 0 0 0 0,-1 0 0 0 0,1 0 0 0 0,-1 0 1 0 0,1 0-1 0 0,-1 0 0 0 0,1 0 0 0 0,-1-1 1 0 0,1 1-1 0 0,-1 0 0 0 0,1 0 0 0 0,0-1 0 0 0,-1 1 1 0 0,1 0-1 0 0,-1 0 0 0 0,1-1 0 0 0,0 1 1 0 0,-1 0-1 0 0,1-1 0 0 0,10-3-6 0 0,1 1-1 0 0,0 1 1 0 0,0 0-1 0 0,1 0 1 0 0,-1 1 0 0 0,0 0-1 0 0,17 2 1 0 0,-1-1-73 0 0,63-3-1726 0 0,-34 2-5803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0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21 1584 0 0,'-40'26'10680'0'0,"40"-26"-10626"0"0,0 0 0 0 0,-1 0 0 0 0,1 0 0 0 0,0 0 0 0 0,-1 0 0 0 0,1 0 0 0 0,0 0 0 0 0,-1 0 0 0 0,1 1 0 0 0,0-1 0 0 0,0 0-1 0 0,-1 0 1 0 0,1 0 0 0 0,0 0 0 0 0,0 1 0 0 0,-1-1 0 0 0,1 0 0 0 0,0 0 0 0 0,0 1 0 0 0,0-1 0 0 0,-1 0 0 0 0,1 1 0 0 0,0-1-1 0 0,0 0 1 0 0,0 0 0 0 0,0 1 0 0 0,0-1 0 0 0,0 0 0 0 0,-1 1 0 0 0,1-1 0 0 0,0 0 0 0 0,0 1 0 0 0,0-1 0 0 0,0 0 0 0 0,0 1-1 0 0,0-1 1 0 0,0 0 0 0 0,1 1 0 0 0,-1-1 0 0 0,0 0 0 0 0,0 1 0 0 0,0-1 0 0 0,0 0 0 0 0,0 0 0 0 0,0 1 0 0 0,0-1 0 0 0,1 0-1 0 0,-1 1 1 0 0,0-1 0 0 0,0 0 0 0 0,0 0 0 0 0,1 1 0 0 0,-1-1 0 0 0,0 0 0 0 0,0 0 0 0 0,1 0 0 0 0,-1 1 0 0 0,0-1 0 0 0,1 0-1 0 0,-1 0 1 0 0,12 3 31 0 0,-1-2-1 0 0,1 1 1 0 0,-1-1-1 0 0,1-1 1 0 0,17-1-1 0 0,63-11-1524 0 0,-71 9 731 0 0,26-6-2995 0 0,66-20 0 0 0,-70 15-395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83 1608 0 0,'6'-50'8156'0'0,"-3"18"-1520"0"0,-4 32-6489 0 0,0 0 0 0 0,0 0 0 0 0,0 1 0 0 0,0-1 0 0 0,0 1 0 0 0,1-1 0 0 0,-1 1 0 0 0,0-1 0 0 0,0 1 0 0 0,1-1 0 0 0,-1 1 0 0 0,0 0 0 0 0,0 0 0 0 0,1-1 0 0 0,-1 1 0 0 0,1 0 0 0 0,-1 0 1 0 0,1 0-1 0 0,-1-1 0 0 0,1 1 0 0 0,-1 0 0 0 0,1 1 0 0 0,-10 24 1410 0 0,9-21-1140 0 0,-65 256 4342 0 0,37-129-4706 0 0,-7-12-2525 0 0,13-51-2078 0 0,5 0-5826 0 0,16-53 3610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0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1 2336 0 0,'-2'1'12291'0'0,"-37"27"-8551"0"0,-89 59-389 0 0,-67 18-2641 0 0,67-37-3063 0 0,4 5-5667 0 0,103-58 4058 0 0,3-2-1727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20 2248 0 0,'43'-19'10022'0'0,"-34"19"-6981"0"0,-15 7-1549 0 0,-13 7 507 0 0,-32 20 0 0 0,39-27-1746 0 0,0 0-1 0 0,0 0 1 0 0,1 1-1 0 0,0 1 1 0 0,0 0 0 0 0,1 1-1 0 0,1 0 1 0 0,-16 19-1 0 0,24-27-231 0 0,0 0-1 0 0,1-1 1 0 0,-1 1 0 0 0,0 0 0 0 0,1 0-1 0 0,-1 0 1 0 0,1 0 0 0 0,0 0-1 0 0,-1 0 1 0 0,1 0 0 0 0,0 0-1 0 0,0 0 1 0 0,0 0 0 0 0,1-1-1 0 0,-1 1 1 0 0,0 0 0 0 0,1 0-1 0 0,-1 0 1 0 0,1 0 0 0 0,0 0-1 0 0,-1 0 1 0 0,1-1 0 0 0,0 1 0 0 0,0 0-1 0 0,0-1 1 0 0,2 3 0 0 0,4 4 154 0 0,-1-1 0 0 0,1 0 0 0 0,0-1 0 0 0,9 7 0 0 0,-8-6 67 0 0,56 39 1021 0 0,-43-31 7 0 0,0 0 0 0 0,21 21 0 0 0,-40-35-1184 0 0,-1 0-1 0 0,0 0 0 0 0,0 0 1 0 0,0 0-1 0 0,0 0 0 0 0,0 0 0 0 0,0 1 1 0 0,0-1-1 0 0,-1 0 0 0 0,1 1 1 0 0,0-1-1 0 0,-1 0 0 0 0,1 1 0 0 0,-1-1 1 0 0,1 1-1 0 0,-1-1 0 0 0,0 1 1 0 0,1-1-1 0 0,-1 1 0 0 0,0-1 0 0 0,0 1 1 0 0,-1 1-1 0 0,1-1-63 0 0,-1-1 0 0 0,0 1 0 0 0,1-1-1 0 0,-1 0 1 0 0,0 1 0 0 0,0-1 0 0 0,0 0 0 0 0,0 0 0 0 0,0 1 0 0 0,-1-1 0 0 0,1 0-1 0 0,0 0 1 0 0,0 0 0 0 0,-1-1 0 0 0,1 1 0 0 0,-1 0 0 0 0,-1 0 0 0 0,-5 3-319 0 0,1-2 0 0 0,-2 1 1 0 0,1-1-1 0 0,0 0 0 0 0,0-1 1 0 0,-13 1-1 0 0,-1-1-1485 0 0,0-1-1 0 0,0-2 0 0 0,-35-6 1 0 0,41 4-1904 0 0,-1 0 0 0 0,-29-14 0 0 0,11 2-5824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4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1160 0 0,'7'-5'835'0'0,"0"0"0"0"0,0 1 1 0 0,0 0-1 0 0,0 0 0 0 0,1 1 0 0 0,-1-1 0 0 0,1 2 0 0 0,0-1 0 0 0,11-1 1 0 0,12-1 222 0 0,36-2 1 0 0,-18 3-476 0 0,0-1-216 0 0,66-9-766 0 0,-99 11-861 0 0,0-1 1 0 0,0 0 0 0 0,0-2-1 0 0,26-11 1 0 0,-16 3-2220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3:22:13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12017,'6812'447'0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87 908 0 0,'22'-86'17565'0'0,"-21"93"-17264"0"0,0 0 0 0 0,-1 1 1 0 0,-1-1-1 0 0,1 0 0 0 0,-1 1 0 0 0,-3 13 0 0 0,0 0 101 0 0,-60 457 908 0 0,61-449-1711 0 0,2-3-2487 0 0,1-5-5924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194 127 140 0 0,'-10'-43'9212'0'0,"-4"-17"-488"0"0,14 59-8689 0 0,0 0 1 0 0,0 0 0 0 0,0 0-1 0 0,0 0 1 0 0,0 0 0 0 0,1 0-1 0 0,-1 0 1 0 0,0 0-1 0 0,0 1 1 0 0,1-1 0 0 0,-1 0-1 0 0,1 0 1 0 0,-1 0 0 0 0,1 0-1 0 0,-1 1 1 0 0,1-1 0 0 0,-1 0-1 0 0,1 0 1 0 0,0 1 0 0 0,-1-1-1 0 0,1 0 1 0 0,0 1-1 0 0,-1-1 1 0 0,1 1 0 0 0,0-1-1 0 0,0 1 1 0 0,0-1 0 0 0,0 1-1 0 0,0 0 1 0 0,-1-1 0 0 0,1 1-1 0 0,0 0 1 0 0,0 0 0 0 0,0 0-1 0 0,0 0 1 0 0,0-1-1 0 0,0 1 1 0 0,0 0 0 0 0,0 1-1 0 0,2-1 1 0 0,31 3 139 0 0,-27-1-162 0 0,-1 0 1 0 0,1 0-1 0 0,-1 0 1 0 0,0 1 0 0 0,1 0-1 0 0,-1 0 1 0 0,-1 1-1 0 0,1 0 1 0 0,0 0-1 0 0,-1 0 1 0 0,0 0 0 0 0,0 1-1 0 0,0 0 1 0 0,-1 0-1 0 0,6 8 1 0 0,-7-8 9 0 0,0 0 0 0 0,-1 0 0 0 0,0 0 1 0 0,0 0-1 0 0,0 0 0 0 0,0 0 0 0 0,-1 0 0 0 0,0 1 1 0 0,0-1-1 0 0,0 0 0 0 0,-1 1 0 0 0,0-1 0 0 0,0 1 0 0 0,0-1 1 0 0,-1 1-1 0 0,1-1 0 0 0,-1 0 0 0 0,-1 1 0 0 0,-1 5 1 0 0,-5 6 16 0 0,0 0 0 0 0,0-1 0 0 0,-2 0 0 0 0,0-1 0 0 0,0 0 1 0 0,-23 23-1 0 0,-2 5 65 0 0,7-8 68 0 0,27-34-143 0 0,18-1-17 0 0,-1 1-1 0 0,1 1 1 0 0,0 1 0 0 0,0 0 0 0 0,-1 1-1 0 0,18 6 1 0 0,-24-6 147 0 0,1 1 0 0 0,-1-1 1 0 0,0 2-1 0 0,-1-1 0 0 0,1 2 0 0 0,-1-1 1 0 0,0 1-1 0 0,-1 0 0 0 0,0 1 0 0 0,9 9 0 0 0,-16-15-9 0 0,1 0 0 0 0,0 1 0 0 0,-1-1 0 0 0,0 0-1 0 0,1 1 1 0 0,-1-1 0 0 0,0 1 0 0 0,0-1-1 0 0,0 1 1 0 0,0-1 0 0 0,-1 1 0 0 0,1 0-1 0 0,-1-1 1 0 0,0 1 0 0 0,1 0 0 0 0,-1-1 0 0 0,0 1-1 0 0,-1 0 1 0 0,1 3 0 0 0,-2-2 51 0 0,1 0 0 0 0,-1 0 0 0 0,1 1 0 0 0,-1-1 0 0 0,0 0 0 0 0,-1 0 0 0 0,1-1 0 0 0,-1 1 0 0 0,1 0 0 0 0,-6 4 0 0 0,-2 2 210 0 0,-1-1 0 0 0,1-1 0 0 0,-1 0 0 0 0,-1-1 0 0 0,1 0 0 0 0,-20 9 1 0 0,14-9-298 0 0,-1-1 1 0 0,1-1 0 0 0,-1 0-1 0 0,0-1 1 0 0,0-1 0 0 0,0-1-1 0 0,0 0 1 0 0,0-1 0 0 0,-1-1-1 0 0,1-1 1 0 0,0-1 0 0 0,-1-1-1 0 0,-25-6 1 0 0,14-5-1335 0 0,14 4-2670 0 0,68-15-14757 0 0,-35 25 12229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8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6 1856 0 0,'2'0'3638'0'0,"12"-2"2554"0"0,-13 1-5580 0 0,1 1 1 0 0,-1-1-1 0 0,1 1 0 0 0,-1-1 0 0 0,1 1 0 0 0,-1 0 0 0 0,1 0 0 0 0,-1 0 0 0 0,1 0 0 0 0,-1 0 0 0 0,1 0 0 0 0,-1 0 0 0 0,1 1 0 0 0,-1-1 1 0 0,3 1-1 0 0,-3 7 1521 0 0,-11 8-825 0 0,-76 75 2397 0 0,-58 31-2362 0 0,39-33-957 0 0,58-51-117 0 0,8-7-1337 0 0,17-12-3098 0 0,76-25-18820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26 128 0 0,'91'-25'18847'0'0,"-91"25"-18792"0"0,0-1-1 0 0,1 1 1 0 0,-1 0-1 0 0,0 0 1 0 0,0 0-1 0 0,0 0 1 0 0,1 0-1 0 0,-1 0 1 0 0,0 0-1 0 0,0 0 1 0 0,1 0-1 0 0,-1 0 1 0 0,0 0-1 0 0,0 0 1 0 0,0 0-1 0 0,1 1 1 0 0,-1-1 0 0 0,0 0-1 0 0,0 0 1 0 0,0 0-1 0 0,0 0 1 0 0,1 0-1 0 0,-1 0 1 0 0,0 0-1 0 0,0 1 1 0 0,0-1-1 0 0,0 0 1 0 0,1 0-1 0 0,-1 0 1 0 0,0 0-1 0 0,0 0 1 0 0,0 1-1 0 0,0-1 1 0 0,0 0-1 0 0,0 0 1 0 0,0 0-1 0 0,0 1 1 0 0,1-1-1 0 0,-1 0 1 0 0,0 0 0 0 0,0 0-1 0 0,0 1 1 0 0,0-1-1 0 0,0 0 1 0 0,-7 12 1553 0 0,-24 17 149 0 0,21-20-1087 0 0,2-1-301 0 0,1-1-73 0 0,0 0 0 0 0,0 0 0 0 0,0 1-1 0 0,-6 11 1 0 0,11-16-247 0 0,1 0-1 0 0,0-1 1 0 0,0 1 0 0 0,0 0-1 0 0,0 0 1 0 0,0 0-1 0 0,1 0 1 0 0,-1 0 0 0 0,1 0-1 0 0,0 0 1 0 0,-1 0 0 0 0,2 0-1 0 0,-1 0 1 0 0,0 0-1 0 0,0 0 1 0 0,1 0 0 0 0,0-1-1 0 0,1 5 1 0 0,-1-3 31 0 0,1 0 0 0 0,0 0 0 0 0,1 0 0 0 0,-1 0 0 0 0,1-1 0 0 0,-1 1 0 0 0,1-1 0 0 0,0 1 0 0 0,1-1 0 0 0,4 4 0 0 0,37 25 826 0 0,-33-25-635 0 0,33 19 415 0 0,-27-17-328 0 0,-1 2-1 0 0,-1-1 1 0 0,1 2-1 0 0,15 14 1 0 0,-21-14-358 0 0,-1 0 0 0 0,-3 1 0 0 0,-5 2 0 0 0,-3-11 0 0 0,1 0 0 0 0,-1 0 0 0 0,0 0 0 0 0,0 0 0 0 0,0 0 0 0 0,-1 0 0 0 0,0-1 0 0 0,1 1 0 0 0,-1-1 0 0 0,0 1 0 0 0,0-1 0 0 0,-1 0 0 0 0,1 0 0 0 0,-1 0 0 0 0,0 0 0 0 0,0 0 0 0 0,0 0 0 0 0,0-1 0 0 0,0 1 0 0 0,0-1 0 0 0,-1 0 0 0 0,1 0 0 0 0,-7 3 0 0 0,0-1 0 0 0,0 0 0 0 0,0 0 0 0 0,0-1 0 0 0,0-1 0 0 0,0 1 0 0 0,-1-1 0 0 0,1-1 0 0 0,-12 0 0 0 0,9-1-822 0 0,0-1 0 0 0,0 0 0 0 0,-1-1 0 0 0,1-1 0 0 0,1 0 0 0 0,-1 0-1 0 0,0-2 1 0 0,1 1 0 0 0,0-2 0 0 0,0 0 0 0 0,-16-10 0 0 0,11 0-4045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2928 0 0,'1'-3'2621'0'0,"1"-3"-342"0"0,0 0 0 0 0,1 0 1 0 0,-1 0-1 0 0,8-11 0 0 0,-9 15-2081 0 0,1 0 0 0 0,0 0 0 0 0,0 0-1 0 0,0 0 1 0 0,0 0 0 0 0,0 1 0 0 0,1-1 0 0 0,-1 0-1 0 0,0 1 1 0 0,1 0 0 0 0,-1 0 0 0 0,1-1-1 0 0,-1 2 1 0 0,1-1 0 0 0,3-1 0 0 0,270-46 1231 0 0,-142 28-1833 0 0,-116 14-3261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67 1368 0 0,'0'-14'5338'0'0,"-4"-39"8352"0"0,-7 59-13327 0 0,8-3-278 0 0,0 1 1 0 0,0 0 0 0 0,0 0-1 0 0,0-1 1 0 0,1 2-1 0 0,-1-1 1 0 0,1 0 0 0 0,-2 6-1 0 0,-2 2 125 0 0,-20 39 942 0 0,-30 84 0 0 0,48-113-959 0 0,2 1-1 0 0,0 1 0 0 0,1-1 0 0 0,2 1 0 0 0,0 0 0 0 0,1 35 0 0 0,3-52-146 0 0,-1-1 0 0 0,1 1-1 0 0,0 0 1 0 0,0-1-1 0 0,1 1 1 0 0,0 0 0 0 0,0-1-1 0 0,1 0 1 0 0,0 1 0 0 0,0-1-1 0 0,0 0 1 0 0,1-1 0 0 0,6 9-1 0 0,-7-10 18 0 0,1 0-1 0 0,0 0 1 0 0,1-1 0 0 0,-1 0-1 0 0,1 0 1 0 0,0 0-1 0 0,-1 0 1 0 0,1 0 0 0 0,0-1-1 0 0,0 0 1 0 0,1 0-1 0 0,-1-1 1 0 0,0 0-1 0 0,1 1 1 0 0,-1-2 0 0 0,1 1-1 0 0,5 0 1 0 0,5-2 117 0 0,1 0-1 0 0,-1 0 1 0 0,0-2 0 0 0,0 0 0 0 0,0-1 0 0 0,0 0 0 0 0,-1-2-1 0 0,1 1 1 0 0,-1-2 0 0 0,-1 0 0 0 0,1-1 0 0 0,-1 0-1 0 0,0-1 1 0 0,17-16 0 0 0,-5 3-23 0 0,-1-1 0 0 0,-1-2-1 0 0,-2 0 1 0 0,0-2 0 0 0,34-54-1 0 0,-51 73-81 0 0,-1 0 0 0 0,0 0 0 0 0,0 0 0 0 0,-1 0 0 0 0,0 0 0 0 0,0-1 0 0 0,-1 1 0 0 0,0-1-1 0 0,-1 0 1 0 0,1-14 0 0 0,-2 18-56 0 0,0-1-1 0 0,-1 1 1 0 0,0 0 0 0 0,0-1-1 0 0,0 1 1 0 0,-1 0 0 0 0,0 0-1 0 0,0 0 1 0 0,0 0 0 0 0,0 0-1 0 0,-1 0 1 0 0,0 0 0 0 0,0 1-1 0 0,0-1 1 0 0,-1 1 0 0 0,1 0-1 0 0,-1 0 1 0 0,-5-4 0 0 0,-4-2-14 0 0,0 2 1 0 0,0-1 0 0 0,0 2-1 0 0,-1-1 1 0 0,0 2 0 0 0,-1 0 0 0 0,1 1-1 0 0,-1 0 1 0 0,0 1 0 0 0,-25-3-1 0 0,-7 2-221 0 0,1 2-1 0 0,-57 2 1 0 0,81 2-583 0 0,0 1 0 0 0,0 1 1 0 0,-23 5-1 0 0,37-6 59 0 0,0 0 0 0 0,0 1 0 0 0,1 0 1 0 0,-1 0-1 0 0,1 0 0 0 0,-1 1 0 0 0,1 1 1 0 0,0-1-1 0 0,1 1 0 0 0,-1 0 0 0 0,-6 7 0 0 0,2 1-2291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7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47 1816 0 0,'-19'-38'8037'0'0,"18"36"-7428"0"0,1 2-519 0 0,0-1 0 0 0,-1 1 0 0 0,1-1 0 0 0,0 1 0 0 0,0 0 0 0 0,-1-1 0 0 0,1 1 0 0 0,0 0 0 0 0,0-1 0 0 0,-1 1 0 0 0,1 0 0 0 0,0-1 0 0 0,-1 1 0 0 0,1 0 0 0 0,0 0 0 0 0,-1-1 0 0 0,1 1 0 0 0,0 0 0 0 0,-1 0 0 0 0,1 0 0 0 0,-1-1 0 0 0,0 8 167 0 0,1-1 0 0 0,1 1-1 0 0,-1 0 1 0 0,1-1 0 0 0,0 0-1 0 0,0 1 1 0 0,3 7 0 0 0,19 48 469 0 0,-16-44-569 0 0,8 22-42 0 0,2-1 0 0 0,38 62 0 0 0,-43-82-1413 0 0,27 30 1 0 0,-37-47 1077 0 0,-1-1 0 0 0,0 1 0 0 0,1-1 1 0 0,0 1-1 0 0,-1-1 0 0 0,1 1 1 0 0,0-1-1 0 0,0 0 0 0 0,-1 0 0 0 0,1 0 1 0 0,0 0-1 0 0,0 0 0 0 0,0-1 1 0 0,0 1-1 0 0,1-1 0 0 0,-1 1 0 0 0,0-1 1 0 0,0 0-1 0 0,0 1 0 0 0,0-1 1 0 0,0 0-1 0 0,1-1 0 0 0,-1 1 0 0 0,0 0 1 0 0,3-1-1 0 0,0-3 216 0 0,-1 1 0 0 0,1-1 0 0 0,-1 0 1 0 0,0 0-1 0 0,0 0 0 0 0,-1 0 0 0 0,1-1 0 0 0,-1 0 0 0 0,0 0 0 0 0,0 0 1 0 0,0 0-1 0 0,-1 0 0 0 0,4-10 0 0 0,2-12 1397 0 0,9-43 1 0 0,-14 58-1053 0 0,9-55 2026 0 0,-8 41-1349 0 0,-5 21-674 0 0,-2 10-156 0 0,-81 195 86 0 0,13-31-452 0 0,31-72-1903 0 0,-2-1-4247 0 0,30-70 2638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2836 0 0,'2'-4'874'0'0,"3"-7"896"0"0,1 0 0 0 0,0 0 1 0 0,1 1-1 0 0,10-13 0 0 0,-14 20-1670 0 0,0 0 0 0 0,1 0 0 0 0,-1 0 0 0 0,1 0 1 0 0,-1 0-1 0 0,1 1 0 0 0,0 0 0 0 0,0-1 0 0 0,0 2 0 0 0,1-1 0 0 0,-1 0 0 0 0,0 1 0 0 0,1 0 0 0 0,-1 0 0 0 0,1 0 0 0 0,5 0 0 0 0,-4 1-59 0 0,-1-1-1 0 0,1 2 1 0 0,0-1 0 0 0,-1 1-1 0 0,1-1 1 0 0,-1 2 0 0 0,1-1-1 0 0,-1 0 1 0 0,1 1 0 0 0,-1 0 0 0 0,0 1-1 0 0,8 3 1 0 0,-10-4 9 0 0,0 0-1 0 0,-1 1 1 0 0,1-1 0 0 0,0 0 0 0 0,-1 1 0 0 0,0 0-1 0 0,0-1 1 0 0,0 1 0 0 0,0 0 0 0 0,0 0 0 0 0,0 0-1 0 0,-1 0 1 0 0,1 0 0 0 0,-1 1 0 0 0,0-1 0 0 0,0 0 0 0 0,0 1-1 0 0,-1-1 1 0 0,1 0 0 0 0,-1 1 0 0 0,1-1 0 0 0,-1 1-1 0 0,-1 3 1 0 0,-1 10 103 0 0,-1-1 0 0 0,-1 1 1 0 0,0-1-1 0 0,-1 0 0 0 0,-1-1 0 0 0,-1 1 0 0 0,0-1 1 0 0,-10 15-1 0 0,3-2-11 0 0,-12 30 1 0 0,26-57-140 0 0,-1-1 1 0 0,1 1-1 0 0,-1 0 1 0 0,1 0-1 0 0,0 0 1 0 0,-1 0-1 0 0,1 0 1 0 0,0 0-1 0 0,0 0 1 0 0,-1 0-1 0 0,1-1 1 0 0,0 1-1 0 0,0 0 1 0 0,0 0-1 0 0,0 0 1 0 0,0 0-1 0 0,0 0 1 0 0,0 0-1 0 0,1 0 1 0 0,-1 0-1 0 0,0 0 1 0 0,1 0-1 0 0,-1 0 1 0 0,0 0-1 0 0,1 0 1 0 0,-1 0-1 0 0,1-1 1 0 0,-1 1-1 0 0,1 0 1 0 0,0 0-1 0 0,-1-1 1 0 0,1 1-1 0 0,0 0 1 0 0,-1-1-1 0 0,1 1 1 0 0,0 0-1 0 0,0-1 1 0 0,0 1-1 0 0,-1-1 1 0 0,1 0-1 0 0,0 1 1 0 0,0-1-1 0 0,0 1 1 0 0,0-1-1 0 0,0 0 1 0 0,0 0-1 0 0,0 0 1 0 0,0 0-1 0 0,0 0 1 0 0,0 0-1 0 0,0 0 1 0 0,1 0-1 0 0,8 0-2 0 0,0-1 1 0 0,0-1-1 0 0,-1 1 0 0 0,12-5 0 0 0,-15 4-26 0 0,40-10-939 0 0,-2-3 0 0 0,44-21 0 0 0,28-21-5566 0 0,-50 22 540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2104 0 0,'2'-16'10125'0'0,"-1"13"-9205"0"0,14 15-296 0 0,-1 0-1 0 0,-1 1 1 0 0,0 1-1 0 0,13 17 1 0 0,5 6-291 0 0,11 10-239 0 0,70 72 292 0 0,-91-99-1787 0 0,41 28 0 0 0,-29-28-1524 0 0,-11-12-2001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85 640 0 0,'2'-12'2506'0'0,"-1"1"0"0"0,0-1-1 0 0,0 1 1 0 0,-2-1 0 0 0,-1-15 955 0 0,0 29-2845 0 0,-102 173 3706 0 0,71-114-3952 0 0,-7 7-469 0 0,-46 87 1011 0 0,70-121-2444 0 0,1 1 0 0 0,-18 60 0 0 0,29-66-1626 0 0,8-11-3648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97 2904 0 0,'22'-54'12088'0'0,"-2"24"-8608"0"0,-17 28-3412 0 0,1 0 1 0 0,-1 0 0 0 0,1 1-1 0 0,0 0 1 0 0,-1 0 0 0 0,1 0-1 0 0,0 0 1 0 0,0 1 0 0 0,0-1-1 0 0,0 1 1 0 0,0 0 0 0 0,4 0-1 0 0,-2 0-49 0 0,1 1-1 0 0,0 0 0 0 0,-1 0 1 0 0,1 1-1 0 0,-1-1 0 0 0,0 1 1 0 0,1 1-1 0 0,-1-1 0 0 0,0 1 1 0 0,0 0-1 0 0,-1 0 0 0 0,1 1 1 0 0,-1 0-1 0 0,6 4 0 0 0,-9-5-8 0 0,1-1 1 0 0,-1 1-1 0 0,0 0 0 0 0,0 0 0 0 0,0 0 0 0 0,0 0 1 0 0,-1 0-1 0 0,1 0 0 0 0,-1 0 0 0 0,0 1 0 0 0,1-1 1 0 0,-2 0-1 0 0,1 1 0 0 0,0-1 0 0 0,-1 1 0 0 0,1-1 0 0 0,-1 1 1 0 0,0-1-1 0 0,0 1 0 0 0,-1-1 0 0 0,1 1 0 0 0,-1-1 1 0 0,0 0-1 0 0,1 1 0 0 0,-1-1 0 0 0,-1 0 0 0 0,-2 6 0 0 0,-1 2 18 0 0,-1 0 0 0 0,-1-1 0 0 0,0 1 0 0 0,0-1-1 0 0,-1-1 1 0 0,-1 0 0 0 0,1 0 0 0 0,-11 8 0 0 0,-35 37 104 0 0,51-51-129 0 0,2-3-3 0 0,1 1 1 0 0,-1-1 0 0 0,0 1 0 0 0,1 0 0 0 0,-1-1 0 0 0,0 1-1 0 0,1-1 1 0 0,-1 1 0 0 0,1 0 0 0 0,-1 0 0 0 0,1-1 0 0 0,0 1-1 0 0,-1 0 1 0 0,1 0 0 0 0,-1-1 0 0 0,1 1 0 0 0,0 1 0 0 0,0-1-1 0 0,0 1 0 0 0,1-1 1 0 0,-1 0-1 0 0,1 1 1 0 0,-1-1-1 0 0,1 0 1 0 0,0 0-1 0 0,0 1 1 0 0,-1-1-1 0 0,1 0 0 0 0,0 0 1 0 0,0 0-1 0 0,0 0 1 0 0,0 0-1 0 0,0 0 1 0 0,0 0-1 0 0,1 0 1 0 0,-1-1-1 0 0,0 1 0 0 0,2 1 1 0 0,20 13 44 0 0,-4-4 157 0 0,-1 2 0 0 0,28 24 0 0 0,-42-33-163 0 0,1 0-1 0 0,-1 0 1 0 0,-1 1 0 0 0,1 0-1 0 0,-1 0 1 0 0,0 0-1 0 0,0 0 1 0 0,0 0-1 0 0,0 0 1 0 0,-1 1-1 0 0,0-1 1 0 0,-1 1-1 0 0,1 0 1 0 0,1 11-1 0 0,-3-13 38 0 0,0 1 0 0 0,-1-1-1 0 0,0 1 1 0 0,1-1 0 0 0,-2 0-1 0 0,1 1 1 0 0,0-1-1 0 0,-1 0 1 0 0,0 0 0 0 0,0 0-1 0 0,0 0 1 0 0,0 0 0 0 0,-1 0-1 0 0,1 0 1 0 0,-1-1 0 0 0,0 1-1 0 0,0-1 1 0 0,0 0 0 0 0,-1 0-1 0 0,1 0 1 0 0,-1 0-1 0 0,0-1 1 0 0,-5 4 0 0 0,-5 1-7 0 0,0 1 1 0 0,0-2-1 0 0,0 0 1 0 0,-1-1-1 0 0,-22 6 1 0 0,22-8-131 0 0,0-1 0 0 0,-1 0 1 0 0,0-1-1 0 0,1 0 1 0 0,-19-3-1 0 0,26 2-362 0 0,1-2 0 0 0,0 1 0 0 0,0-1 0 0 0,0 0 0 0 0,-12-5 0 0 0,15 5-67 0 0,1 1-1 0 0,0-1 1 0 0,0 0 0 0 0,0 0 0 0 0,0-1 0 0 0,0 1-1 0 0,0 0 1 0 0,1-1 0 0 0,-1 0 0 0 0,1 0 0 0 0,0 0 0 0 0,-3-4-1 0 0,-1-9-4369 0 0,2-2-2397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75 920 0 0,'-4'-1'2020'0'0,"-126"-45"12801"0"0,128 45-14394 0 0,-8-2 1223 0 0,161 0-876 0 0,-52 3-568 0 0,-55-1-150 0 0,245-14 3018 0 0,-287 15-2990 0 0,3-1 102 0 0,2-3-1424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0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25 106 2188 0 0,'0'-5'1009'0'0,"0"1"1"0"0,0-1-1 0 0,0 0 0 0 0,1 0 0 0 0,0 0 1 0 0,0 0-1 0 0,0 1 0 0 0,1-1 0 0 0,-1 0 0 0 0,1 1 1 0 0,3-6-1 0 0,-3 7-769 0 0,1 0 1 0 0,0 0-1 0 0,-1 0 0 0 0,1 1 1 0 0,0-1-1 0 0,0 1 0 0 0,0-1 1 0 0,1 1-1 0 0,-1 0 0 0 0,0 0 1 0 0,1 1-1 0 0,0-1 1 0 0,-1 1-1 0 0,8-2 0 0 0,-1 0-70 0 0,0 1 1 0 0,1 1-1 0 0,-1 0 0 0 0,0 0 0 0 0,1 1 0 0 0,-1 0 0 0 0,1 1 1 0 0,14 2-1 0 0,-17-1-88 0 0,-1-1 0 0 0,1 1 0 0 0,-1 1 1 0 0,0-1-1 0 0,0 1 0 0 0,0 0 0 0 0,0 1 0 0 0,0 0 1 0 0,-1 0-1 0 0,1 0 0 0 0,-1 1 0 0 0,7 6 1 0 0,-11-8-14 0 0,1 0 1 0 0,-1 0 0 0 0,0 0 0 0 0,0 1 0 0 0,0-1 0 0 0,0 0-1 0 0,-1 1 1 0 0,1-1 0 0 0,-1 1 0 0 0,0 0 0 0 0,0-1 0 0 0,0 1-1 0 0,-1 0 1 0 0,1 6 0 0 0,-1-3 40 0 0,0 0 1 0 0,-1 0-1 0 0,0-1 0 0 0,0 1 0 0 0,-1 0 1 0 0,0-1-1 0 0,-4 11 0 0 0,-4 3 271 0 0,0 0 1 0 0,-2-1-1 0 0,-26 34 1 0 0,-6-2 932 0 0,-2-2 1 0 0,-89 74-1 0 0,134-122-1289 0 0,0 0-1 0 0,0-1 0 0 0,0 1 0 0 0,0 0 1 0 0,0 0-1 0 0,1 0 0 0 0,-1-1 1 0 0,0 1-1 0 0,1 0 0 0 0,-1 0 1 0 0,0 0-1 0 0,1 0 0 0 0,-1 0 1 0 0,1 0-1 0 0,-1 1 0 0 0,1 0 1 0 0,0-1-17 0 0,0-1 0 0 0,0 1 0 0 0,0-1 0 0 0,0 1 0 0 0,1-1 0 0 0,-1 0 0 0 0,0 1 0 0 0,0-1 0 0 0,0 0 0 0 0,1 1 0 0 0,-1-1 0 0 0,0 1 0 0 0,1-1 0 0 0,-1 0 0 0 0,0 0 0 0 0,1 1 0 0 0,-1-1 0 0 0,1 0 0 0 0,-1 0 0 0 0,0 1 0 0 0,1-1 0 0 0,-1 0 1 0 0,1 0-1 0 0,-1 0 0 0 0,0 0 0 0 0,1 0 0 0 0,0 1 0 0 0,7 0 43 0 0,-1 0 1 0 0,1-1-1 0 0,13 0 1 0 0,-12 0 14 0 0,314-6 324 0 0,-320 6-371 0 0,0 0-210 0 0,7-1-214 0 0,-7 1-207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0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606 3 2524 0 0,'16'-2'16412'0'0,"-16"2"-16298"0"0,0 1 0 0 0,0-1-1 0 0,0 1 1 0 0,1-1 0 0 0,-1 1-1 0 0,0 0 1 0 0,0-1 0 0 0,0 1-1 0 0,0-1 1 0 0,0 1 0 0 0,0-1-1 0 0,0 1 1 0 0,0-1-1 0 0,0 1 1 0 0,0-1 0 0 0,0 1-1 0 0,-1-1 1 0 0,1 1 0 0 0,0-1-1 0 0,0 1 1 0 0,-1 0 0 0 0,-53 41 3456 0 0,-77 45 1 0 0,25-18-2591 0 0,24-15-633 0 0,-58 42-72 0 0,101-68-582 0 0,23-17-2122 0 0,0 0-1 0 0,-15 16 0 0 0,25-16-622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0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13 3004 0 0,'25'-13'13666'0'0,"-37"13"-9905"0"0,8 1-3539 0 0,-1 0-1 0 0,1 1 1 0 0,0-1-1 0 0,0 1 1 0 0,0 0-1 0 0,0 0 1 0 0,0 0-1 0 0,-6 5 1 0 0,-3 1 247 0 0,-39 23 982 0 0,-72 56 1 0 0,62-42-1033 0 0,56-40-399 0 0,-1 0 1 0 0,1 0 0 0 0,0 1 0 0 0,1 0-1 0 0,-1 0 1 0 0,1 0 0 0 0,-6 10 0 0 0,11-15-22 0 0,0-1 1 0 0,-1 1 0 0 0,1 0-1 0 0,0 0 1 0 0,0-1-1 0 0,0 1 1 0 0,0 0-1 0 0,0 0 1 0 0,0-1 0 0 0,0 1-1 0 0,0 0 1 0 0,0 0-1 0 0,0 0 1 0 0,0-1 0 0 0,0 1-1 0 0,0 0 1 0 0,1 0-1 0 0,-1-1 1 0 0,0 1 0 0 0,0 0-1 0 0,1-1 1 0 0,-1 1-1 0 0,1 0 1 0 0,-1-1 0 0 0,1 1-1 0 0,-1 0 1 0 0,1-1-1 0 0,-1 1 1 0 0,1-1 0 0 0,0 1-1 0 0,21 15-12 0 0,-21-16 16 0 0,15 8-8 0 0,0-1 0 0 0,1-1-1 0 0,0 0 1 0 0,25 4 0 0 0,19 7-36 0 0,-19-4 57 0 0,-24-9 19 0 0,0 2 1 0 0,-1 0 0 0 0,0 1-1 0 0,0 0 1 0 0,29 19 0 0 0,-44-24 60 0 0,0-1-1 0 0,0 1 1 0 0,0 0 0 0 0,0 0 0 0 0,0 0 0 0 0,0 0 0 0 0,0 1 0 0 0,-1-1-1 0 0,1 0 1 0 0,-1 1 0 0 0,0-1 0 0 0,1 1 0 0 0,-1-1 0 0 0,0 1 0 0 0,-1 0-1 0 0,1-1 1 0 0,0 1 0 0 0,-1 0 0 0 0,0 0 0 0 0,1 0 0 0 0,-1-1 0 0 0,0 1-1 0 0,0 0 1 0 0,-1 0 0 0 0,1 0 0 0 0,-1-1 0 0 0,1 1 0 0 0,-1 0-1 0 0,0 0 1 0 0,0-1 0 0 0,0 1 0 0 0,-3 4 0 0 0,1 0 184 0 0,-2 0 0 0 0,1 0 0 0 0,-1-1 1 0 0,0 1-1 0 0,-1-1 0 0 0,0 0 0 0 0,1 0 0 0 0,-2-1 1 0 0,1 0-1 0 0,-8 5 0 0 0,1-3-430 0 0,0-1 0 0 0,-1 0 0 0 0,0 0 0 0 0,0-1 0 0 0,0-1 0 0 0,-1-1 0 0 0,1 0 0 0 0,-1-1 0 0 0,0 0 0 0 0,0-1 0 0 0,1-1 0 0 0,-1 0 0 0 0,0-1-1 0 0,0-1 1 0 0,0 0 0 0 0,1-1 0 0 0,0-1 0 0 0,-1 0 0 0 0,1-1 0 0 0,0 0 0 0 0,1-1 0 0 0,-1-1 0 0 0,1 0 0 0 0,1-1 0 0 0,-22-16 0 0 0,31 22-324 0 0,1-1 1 0 0,0 1-1 0 0,-1 0 1 0 0,1-1-1 0 0,0 1 0 0 0,0-1 1 0 0,0 0-1 0 0,1 0 1 0 0,-1 1-1 0 0,1-1 0 0 0,0 0 1 0 0,-1 0-1 0 0,1-1 1 0 0,0 1-1 0 0,0-4 1 0 0,1 4-425 0 0,0 0 1 0 0,0 0 0 0 0,0 0-1 0 0,0 0 1 0 0,1 0-1 0 0,-1 0 1 0 0,1 0 0 0 0,0 0-1 0 0,0 0 1 0 0,2-5 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58 193 3184 0 0,'-52'-59'18901'0'0,"47"48"-16922"0"0,9 8-1730 0 0,1 1-1 0 0,-1-1 1 0 0,1 1 0 0 0,0 0-1 0 0,0 0 1 0 0,0 1 0 0 0,9-2-1 0 0,42-5 200 0 0,-35 6-223 0 0,493-43 1459 0 0,-486 43-1421 0 0,27-3 96 0 0,-52 5-311 0 0,15-2 7 0 0,-8 1-73 0 0,-7 1 33 0 0,6-3-373 0 0,-43-22-14232 0 0,18 20 9968 0 0,0-2-2536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 1680 0 0,'0'-2'2010'0'0,"-7"-23"5574"0"0,7 28-6756 0 0,1 11-111 0 0,1 0 0 0 0,0 0 0 0 0,0-1 0 0 0,2 1 0 0 0,5 16 0 0 0,31 69 448 0 0,-36-88-1054 0 0,45 87 434 0 0,-44-89-783 0 0,1 0 1 0 0,0 0-1 0 0,1 0 1 0 0,0-1-1 0 0,0 0 1 0 0,1 0-1 0 0,0-1 0 0 0,9 6 1 0 0,-13-10-410 0 0,0-1 1 0 0,0 0 0 0 0,1-1-1 0 0,-1 1 1 0 0,1-1 0 0 0,-1 0-1 0 0,1 0 1 0 0,-1 0 0 0 0,1-1-1 0 0,0 1 1 0 0,-1-1 0 0 0,1-1-1 0 0,8 0 1 0 0,4-4-3988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50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67 356 0 0,'4'-10'2853'0'0,"0"0"0"0"0,0 0-1 0 0,3-19 1210 0 0,-10 22-2646 0 0,-15 23-156 0 0,2 2 0 0 0,0 0 0 0 0,-26 38 1 0 0,16-21-547 0 0,-314 472 1490 0 0,327-485-2258 0 0,-26 43-1569 0 0,35-58 421 0 0,1 1 1 0 0,0-1 0 0 0,-3 15 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5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1348 0 0,'27'-28'9678'0'0,"-13"15"-3915"0"0,-9 16-4832 0 0,-5-3-908 0 0,0 0 0 0 0,1 0 0 0 0,-1 0 0 0 0,0 0 1 0 0,1 0-1 0 0,-1 0 0 0 0,0 0 0 0 0,0 0 0 0 0,1 0 0 0 0,-1 0 1 0 0,0 0-1 0 0,1 1 0 0 0,-1-1 0 0 0,0 0 0 0 0,0 0 0 0 0,0 0 1 0 0,1 0-1 0 0,-1 1 0 0 0,0-1 0 0 0,0 0 0 0 0,1 0 0 0 0,-1 0 1 0 0,0 1-1 0 0,0-1 0 0 0,0 0 0 0 0,0 0 0 0 0,1 1 0 0 0,-1-1 1 0 0,0 0-1 0 0,0 0 0 0 0,0 1 0 0 0,0-1 0 0 0,0 0 0 0 0,0 1 1 0 0,0-1-1 0 0,0 17 722 0 0,-1 3-298 0 0,2 0 1 0 0,0 1-1 0 0,1-1 0 0 0,6 27 1 0 0,-7-42-431 0 0,1 0 1 0 0,0 0 0 0 0,-1 0 0 0 0,2-1-1 0 0,-1 1 1 0 0,0-1 0 0 0,1 1 0 0 0,0-1-1 0 0,0 0 1 0 0,0 0 0 0 0,0 0 0 0 0,1 0-1 0 0,0-1 1 0 0,0 1 0 0 0,0-1 0 0 0,0 0-1 0 0,0 0 1 0 0,0 0 0 0 0,1-1 0 0 0,0 0 0 0 0,-1 1-1 0 0,10 1 1 0 0,-9-2 3 0 0,0-1 0 0 0,0 0 0 0 0,0-1 0 0 0,1 1 0 0 0,-1-1 0 0 0,0 0 0 0 0,0 0 0 0 0,1-1 0 0 0,-1 0 0 0 0,0 1 0 0 0,0-2 0 0 0,7-1 0 0 0,-4 0-28 0 0,0-1-1 0 0,-1 0 1 0 0,1 0-1 0 0,-1 0 1 0 0,0-1-1 0 0,0 0 0 0 0,6-6 1 0 0,-1-1 614 0 0,-1 0-1 0 0,18-24 1 0 0,10-25 5307 0 0,-23 41-3162 0 0,-12 18-2689 0 0,-2 8-25 0 0,-2 9-15 0 0,-59 251-2866 0 0,-4 20-3580 0 0,21 0 1021 0 0,38-232-855 0 0,2-4-3181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5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0 540 0 0,'0'0'3548'0'0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5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111 135 4 0 0,'-2'-2'2296'0'0,"-58"-45"10247"0"0,59 46-11979 0 0,-15-4 1232 0 0,-7-2 1269 0 0,23 7-3040 0 0,0 0 1 0 0,0 0 0 0 0,-1 0-1 0 0,1 0 1 0 0,0 1-1 0 0,0-1 1 0 0,-1 0 0 0 0,1 0-1 0 0,0 0 1 0 0,0 0-1 0 0,-1 0 1 0 0,1 0 0 0 0,0 0-1 0 0,0 0 1 0 0,0 0-1 0 0,-1 0 1 0 0,1 0 0 0 0,0 0-1 0 0,0 0 1 0 0,-1 0-1 0 0,1 0 1 0 0,0 0 0 0 0,0-1-1 0 0,-1 1 1 0 0,1 0-1 0 0,0 0 1 0 0,0 0 0 0 0,0 0-1 0 0,-1 0 1 0 0,1 0-1 0 0,0-1 1 0 0,0 1-1 0 0,0 0 1 0 0,-1 0 0 0 0,1 0-1 0 0,0-1 1 0 0,0 1-1 0 0,0 0 1 0 0,0 0 0 0 0,0 0-1 0 0,0-1 1 0 0,0 1-1 0 0,-1 0 1 0 0,1 0 0 0 0,0-1-1 0 0,0 1 1 0 0,12-10 315 0 0,24-7-227 0 0,-17 9-85 0 0,0 1 0 0 0,1 0 0 0 0,-1 2 0 0 0,1 0 1 0 0,0 2-1 0 0,24-2 0 0 0,-35 4-28 0 0,0 1 0 0 0,1 0-1 0 0,-1 1 1 0 0,1 0 0 0 0,-1 0 0 0 0,0 1 0 0 0,1 0 0 0 0,-1 0-1 0 0,0 1 1 0 0,0 1 0 0 0,-1-1 0 0 0,1 2 0 0 0,-1-1 0 0 0,0 1 0 0 0,11 8-1 0 0,-16-10 5 0 0,0 0 1 0 0,0 0-1 0 0,0 0 0 0 0,-1 0 0 0 0,1 0 0 0 0,-1 0 0 0 0,0 1 0 0 0,0 0 0 0 0,0-1 1 0 0,0 1-1 0 0,-1 0 0 0 0,0 0 0 0 0,1 0 0 0 0,-1 0 0 0 0,0 4 0 0 0,0-1 1 0 0,-1 0 0 0 0,0 0 0 0 0,0 0 0 0 0,-1 0 0 0 0,0-1 0 0 0,0 1 0 0 0,-1 0 0 0 0,-2 8 0 0 0,-3 3 9 0 0,-1-1 1 0 0,0 0-1 0 0,-1 0 0 0 0,-1-1 0 0 0,-20 25 1 0 0,3-8 1107 0 0,0-1 0 0 0,-43 37 0 0 0,67-66-932 0 0,0 0-1 0 0,0 0 0 0 0,0 0 0 0 0,0 1 1 0 0,1-1-1 0 0,-1 0 0 0 0,-2 8 0 0 0,4-10-173 0 0,28 7 71 0 0,13 5-81 0 0,0 1 0 0 0,55 29 1 0 0,-78-35 11 0 0,-1 2 0 0 0,-1 0 1 0 0,1 0-1 0 0,-2 2 1 0 0,1 0-1 0 0,-2 0 0 0 0,0 2 1 0 0,15 18-1 0 0,-26-30 45 0 0,-1 0-1 0 0,1 1 0 0 0,0-1 1 0 0,-1 0-1 0 0,1 1 0 0 0,-1 0 1 0 0,0-1-1 0 0,0 1 0 0 0,0 0 1 0 0,-1 0-1 0 0,1-1 0 0 0,0 1 1 0 0,-1 0-1 0 0,0 0 0 0 0,0 0 1 0 0,0 0-1 0 0,0 0 0 0 0,0 0 1 0 0,0-1-1 0 0,-1 1 0 0 0,1 0 1 0 0,-1 0-1 0 0,0 0 0 0 0,0-1 1 0 0,0 1-1 0 0,0 0 0 0 0,-1-1 1 0 0,1 1-1 0 0,-1-1 0 0 0,1 1 1 0 0,-1-1-1 0 0,0 0 0 0 0,0 0 1 0 0,0 0-1 0 0,0 0 0 0 0,0 0 1 0 0,0 0-1 0 0,-4 2 0 0 0,-4 2 184 0 0,1 0 0 0 0,-1 0-1 0 0,-1-1 1 0 0,1 0 0 0 0,-1-1 0 0 0,1 0-1 0 0,-1-1 1 0 0,-17 3 0 0 0,3-4-196 0 0,0-1 0 0 0,1-1 1 0 0,-1-1-1 0 0,0-1 0 0 0,0-1 1 0 0,1-1-1 0 0,0-1 0 0 0,0-2 1 0 0,-45-17-1 0 0,62 21-387 0 0,4 2-416 0 0,0 0 0 0 0,-1-1 0 0 0,1 1 0 0 0,0-1 0 0 0,0 1 0 0 0,0-1 0 0 0,1 0 0 0 0,-1 0 0 0 0,0 0 1 0 0,-4-5-1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0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96 1144 0 0,'4'-17'4075'0'0,"-2"8"-2256"0"0,-1 0 0 0 0,0 0 0 0 0,0 0-1 0 0,0 1 1 0 0,-2-15 0 0 0,1 23-1742 0 0,0-1-1 0 0,0 1 0 0 0,0-1 1 0 0,0 1-1 0 0,0 0 1 0 0,0-1-1 0 0,0 1 0 0 0,0-1 1 0 0,-1 1-1 0 0,1-1 1 0 0,0 1-1 0 0,0 0 0 0 0,0-1 1 0 0,-1 1-1 0 0,1-1 1 0 0,0 1-1 0 0,0 0 0 0 0,-1-1 1 0 0,1 1-1 0 0,0 0 1 0 0,-1-1-1 0 0,1 1 1 0 0,0 0-1 0 0,-1 0 0 0 0,1-1 1 0 0,0 1-1 0 0,-1 0 1 0 0,1 0-1 0 0,-1 0 0 0 0,1-1 1 0 0,0 1-1 0 0,-2 0 1 0 0,-13 6 584 0 0,-13 19-539 0 0,8-2-72 0 0,0 2-1 0 0,2 1 1 0 0,1 0-1 0 0,1 1 1 0 0,1 0 0 0 0,2 1-1 0 0,0 1 1 0 0,2 0-1 0 0,2 1 1 0 0,0 0 0 0 0,2 1-1 0 0,-5 46 1 0 0,11-64-19 0 0,1 0 1 0 0,0 1-1 0 0,0-1 1 0 0,1 0-1 0 0,1 1 0 0 0,0-1 1 0 0,1 0-1 0 0,1 0 1 0 0,5 13-1 0 0,-7-20 66 0 0,1 0-1 0 0,-1-1 1 0 0,1 0-1 0 0,0 0 1 0 0,1 0-1 0 0,-1 0 1 0 0,1 0 0 0 0,0-1-1 0 0,0 1 1 0 0,1-1-1 0 0,-1 0 1 0 0,1-1-1 0 0,0 1 1 0 0,0-1-1 0 0,0 0 1 0 0,0 0-1 0 0,1 0 1 0 0,-1-1 0 0 0,1 0-1 0 0,-1 0 1 0 0,1 0-1 0 0,7 1 1 0 0,1-2 177 0 0,0 1 1 0 0,0-2-1 0 0,0 0 0 0 0,0-1 1 0 0,-1 0-1 0 0,1-1 1 0 0,0-1-1 0 0,-1 0 1 0 0,1 0-1 0 0,18-9 0 0 0,-15 5-56 0 0,-1-2-1 0 0,0 0 1 0 0,0 0-1 0 0,-1-1 1 0 0,0-1-1 0 0,-1-1 1 0 0,21-21-1 0 0,-23 20-152 0 0,0-1 0 0 0,0 0 0 0 0,-2 0 0 0 0,0-1 0 0 0,0-1 0 0 0,-2 0 0 0 0,0 0 0 0 0,-1-1 0 0 0,0 1 0 0 0,-1-2 0 0 0,-1 1 0 0 0,-1-1 0 0 0,0 1 0 0 0,-2-1 0 0 0,0 0 0 0 0,-1 0 0 0 0,-1-25 0 0 0,-1 33-63 0 0,-1-1 0 0 0,0 1 1 0 0,0 0-1 0 0,-1-1 1 0 0,-1 1-1 0 0,1 1 0 0 0,-2-1 1 0 0,1 0-1 0 0,-1 1 0 0 0,-1 0 1 0 0,0 0-1 0 0,0 1 1 0 0,0 0-1 0 0,-1 0 0 0 0,-11-10 1 0 0,9 11-70 0 0,0 0-1 0 0,-1 0 1 0 0,0 1 0 0 0,0 1 0 0 0,0 0 0 0 0,-1 0 0 0 0,1 1-1 0 0,-1 0 1 0 0,0 0 0 0 0,-1 2 0 0 0,1-1 0 0 0,0 1 0 0 0,-22 0 0 0 0,23 2-404 0 0,-1 0-1 0 0,1 1 1 0 0,0 0 0 0 0,-1 0 0 0 0,1 1 0 0 0,0 1 0 0 0,-10 3 0 0 0,13-3-408 0 0,1 0 1 0 0,0 0-1 0 0,0 0 0 0 0,-10 8 0 0 0,12-8-469 0 0,0 1 0 0 0,1-1 0 0 0,-1 1 0 0 0,1 0 0 0 0,-1 0 0 0 0,-4 9 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1052 0 0,'-27'47'20557'0'0,"37"-52"-20725"0"0,4-2 200 0 0,10-2 2 0 0,33 7-10 0 0,-50 3-24 0 0,0-1 0 0 0,-1 1 0 0 0,1 0 1 0 0,0 1-1 0 0,0-1 0 0 0,-1 1 0 0 0,1 1 0 0 0,-1-1 0 0 0,1 1 0 0 0,-1 0 0 0 0,0 1 0 0 0,0-1 0 0 0,0 1 0 0 0,8 8 0 0 0,-11-9 3 0 0,1 1-1 0 0,-1 0 1 0 0,-1-1-1 0 0,1 1 1 0 0,0 0-1 0 0,-1 0 1 0 0,0 1-1 0 0,0-1 1 0 0,0 0-1 0 0,0 1 1 0 0,-1-1-1 0 0,0 1 1 0 0,0-1-1 0 0,0 1 1 0 0,0 0-1 0 0,-1 0 1 0 0,0-1-1 0 0,0 1 1 0 0,0 0-1 0 0,0 0 1 0 0,-1-1-1 0 0,-1 7 1 0 0,-3 5 57 0 0,0-1 0 0 0,0-1 0 0 0,-2 1 0 0 0,0-1 0 0 0,0 0 0 0 0,-1 0 0 0 0,-1-1 0 0 0,0-1 0 0 0,-1 1 0 0 0,-16 15 0 0 0,-14 10 964 0 0,-73 54 0 0 0,70-59-308 0 0,-12 9-129 0 0,53-41-582 0 0,3 0-1 0 0,-1 0-1 0 0,1 0 0 0 0,0 0 0 0 0,-1-1 0 0 0,1 1 1 0 0,0 0-1 0 0,0 0 0 0 0,-1-1 0 0 0,1 1 0 0 0,0-1 1 0 0,0 1-1 0 0,0-1 0 0 0,0 1 0 0 0,0-1 0 0 0,0 0 1 0 0,0 1-1 0 0,-1-1 0 0 0,1 0 0 0 0,0 0 0 0 0,0 1 1 0 0,0-1-1 0 0,0 0 0 0 0,0 0 0 0 0,0 0 0 0 0,0 0 1 0 0,0 0-1 0 0,0-1 0 0 0,2 1 0 0 0,1 0-9 0 0,179-14 34 0 0,-96 6 1 0 0,244-14-713 0 0,-221 19-2198 0 0,-3 2-3697 0 0,-88 2-58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81 2812 0 0,'0'-3'2278'0'0,"1"-22"3042"0"0,-2-28 5193 0 0,-5 67-8801 0 0,-9 66 1130 0 0,-35 234 298 0 0,41-264-2984 0 0,2-7-1433 0 0,5-15-2570 0 0,2-28 3676 0 0,0 1 0 0 0,0-1 1 0 0,0 1-1 0 0,0-1 0 0 0,0 0 0 0 0,0 1 1 0 0,28 2-11535 0 0,-27-4 11487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69 364 0 0,'0'-12'3648'0'0,"-3"-18"474"0"0,3 28-3446 0 0,-2-22 3090 0 0,80 110-1207 0 0,-67-74-2546 0 0,132 138 884 0 0,-125-133-1180 0 0,1-1 0 0 0,0-2 1 0 0,2 0-1 0 0,-1-1 0 0 0,2 0 1 0 0,31 12-1 0 0,-25-17-2237 0 0,-7-8-2921 0 0,-10-4 1740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51 1836 0 0,'-4'-5'612'0'0,"0"0"-1"0"0,0 1 1 0 0,-1-1 0 0 0,0 1-1 0 0,0 0 1 0 0,0 1-1 0 0,0-1 1 0 0,0 1 0 0 0,-1 0-1 0 0,-6-3 1 0 0,9 5-524 0 0,0 0 1 0 0,0 1 0 0 0,0-1-1 0 0,0 1 1 0 0,-1-1 0 0 0,1 1-1 0 0,0 0 1 0 0,0 0 0 0 0,-1 0-1 0 0,1 1 1 0 0,0-1 0 0 0,0 1-1 0 0,0 0 1 0 0,-1 0 0 0 0,1 0-1 0 0,0 0 1 0 0,0 0 0 0 0,0 1-1 0 0,1-1 1 0 0,-1 1 0 0 0,-4 3-1 0 0,-4 4 55 0 0,0 0-1 0 0,1 2 0 0 0,0-1 0 0 0,1 1 0 0 0,0 0 1 0 0,-9 15-1 0 0,-40 80 213 0 0,48-87-303 0 0,-54 112 338 0 0,9-15-1228 0 0,14-41-4795 0 0,34-66 2201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7 120 0 0,'9'-7'9545'0'0,"-8"16"-9131"0"0,-1-1 0 0 0,0 0 0 0 0,0 1 0 0 0,-1-1 0 0 0,0 1 0 0 0,-4 13-1 0 0,-3 25 132 0 0,-6 72 29 0 0,1-11-1000 0 0,11-94-199 0 0,1 21-6394 0 0,2-25 3812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3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66 241 1676 0 0,'-1'-30'4057'0'0,"1"15"-2517"0"0,-1 0 0 0 0,2 0 0 0 0,4-24 1 0 0,-4 34-1404 0 0,1-1 0 0 0,-1 1 0 0 0,1-1 0 0 0,1 1 0 0 0,-1 0 0 0 0,1 0 0 0 0,0 0 1 0 0,0 0-1 0 0,0 0 0 0 0,1 1 0 0 0,0 0 0 0 0,0-1 0 0 0,5-3 0 0 0,-1 1-59 0 0,0 1 0 0 0,1 1 1 0 0,-1 0-1 0 0,1 0 0 0 0,0 0 0 0 0,0 1 0 0 0,1 1 0 0 0,10-4 0 0 0,-14 5-64 0 0,0 1-1 0 0,1 0 0 0 0,-1 0 1 0 0,0 0-1 0 0,0 1 0 0 0,1 0 1 0 0,-1 0-1 0 0,0 0 1 0 0,0 1-1 0 0,1 0 0 0 0,-1 0 1 0 0,0 1-1 0 0,0 0 0 0 0,8 3 1 0 0,-12-4-8 0 0,0 0 1 0 0,0 0-1 0 0,0 0 1 0 0,0 1-1 0 0,0-1 1 0 0,-1 1 0 0 0,1-1-1 0 0,0 1 1 0 0,-1 0-1 0 0,1 0 1 0 0,-1-1-1 0 0,1 1 1 0 0,-1 0-1 0 0,0 0 1 0 0,0 1-1 0 0,0-1 1 0 0,0 0 0 0 0,1 4-1 0 0,-1-1 2 0 0,-1-1 1 0 0,1 0-1 0 0,-1 0 0 0 0,0 0 0 0 0,0 0 0 0 0,-1 1 1 0 0,1-1-1 0 0,-1 0 0 0 0,-3 8 0 0 0,-2 4 11 0 0,-1 0-1 0 0,0-1 1 0 0,-1 0-1 0 0,-11 15 0 0 0,-39 45 86 0 0,21-29 60 0 0,36-45-84 0 0,42-2 2 0 0,-36 1-69 0 0,0 0-1 0 0,0 0 0 0 0,1 1 0 0 0,-1-1 1 0 0,0 2-1 0 0,0-1 0 0 0,0 0 0 0 0,7 4 0 0 0,6 1 18 0 0,-14-5 27 0 0,-1 1 1 0 0,1-1 0 0 0,-1 1 0 0 0,0-1-1 0 0,0 1 1 0 0,1 0 0 0 0,-1 0-1 0 0,0 1 1 0 0,-1-1 0 0 0,1 1 0 0 0,0-1-1 0 0,-1 1 1 0 0,1 0 0 0 0,-1 0-1 0 0,0 0 1 0 0,0 0 0 0 0,0 1 0 0 0,0-1-1 0 0,-1 0 1 0 0,1 1 0 0 0,-1-1-1 0 0,0 1 1 0 0,0-1 0 0 0,1 8 0 0 0,-2-8 36 0 0,0 0 0 0 0,0 0 1 0 0,-1 0-1 0 0,1 0 1 0 0,-1 0-1 0 0,1 0 1 0 0,-1-1-1 0 0,0 1 1 0 0,0 0-1 0 0,0 0 1 0 0,-1-1-1 0 0,1 1 1 0 0,-1-1-1 0 0,-3 5 1 0 0,0 0 145 0 0,0 0 1 0 0,-1-1 0 0 0,-10 10 0 0 0,7-10-104 0 0,-1 0 0 0 0,1-1 1 0 0,-1 0-1 0 0,0 0 0 0 0,0-1 1 0 0,0 0-1 0 0,0-1 0 0 0,-1 0 1 0 0,-14 1-1 0 0,13-1-49 0 0,0-2-34 0 0,1-1 0 0 0,-1-1 0 0 0,1 1 1 0 0,-1-2-1 0 0,1 0 0 0 0,0 0 0 0 0,-16-6 1 0 0,19 6-24 0 0,1 0 1 0 0,-1-1 0 0 0,1 0 0 0 0,-13-7 0 0 0,18 9-98 0 0,0-1 0 0 0,0 1 1 0 0,0-1-1 0 0,0 0 0 0 0,0 0 1 0 0,0 1-1 0 0,0-1 0 0 0,1 0 0 0 0,-1-1 1 0 0,1 1-1 0 0,-1 0 0 0 0,1 0 0 0 0,0-1 1 0 0,0 1-1 0 0,0 0 0 0 0,0-1 1 0 0,0 1-1 0 0,0-4 0 0 0,1 3-149 0 0,0 1 0 0 0,0 0-1 0 0,0-1 1 0 0,0 1 0 0 0,1 0 0 0 0,-1-1-1 0 0,1 1 1 0 0,-1 0 0 0 0,1 0-1 0 0,0 0 1 0 0,0 0 0 0 0,0 0 0 0 0,0 0-1 0 0,0 0 1 0 0,1 0 0 0 0,2-3 0 0 0,26-25-4380 0 0,-26 27 3801 0 0,8-7-2816 0 0,1-2-1541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3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64 2228 0 0,'-5'-21'11765'0'0,"6"14"-10250"0"0,38-4-1495 0 0,55-8-1 0 0,-67 14-1182 0 0,-2 4-1889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43 1204 0 0,'-46'32'8439'0'0,"21"-12"-6164"0"0,23-19-1862 0 0,2 2-149 0 0,0-3-256 0 0,0 0 1 0 0,0 0-1 0 0,0 1 1 0 0,0-1-1 0 0,0 0 1 0 0,0 0-1 0 0,0 0 1 0 0,0 1-1 0 0,0-1 1 0 0,0 0-1 0 0,0 0 1 0 0,0 0-1 0 0,0 1 1 0 0,0-1-1 0 0,0 0 1 0 0,0 0-1 0 0,0 0 1 0 0,0 1-1 0 0,0-1 1 0 0,0 0-1 0 0,0 0 1 0 0,0 0-1 0 0,0 1 1 0 0,0-1-1 0 0,0 0 1 0 0,0 0-1 0 0,1 0 1 0 0,-1 1-1 0 0,0-1 1 0 0,0 0-1 0 0,0 0 1 0 0,0 0-1 0 0,0 0 1 0 0,1 0-1 0 0,-1 1 1 0 0,0-1-1 0 0,0 0 1 0 0,0 0-1 0 0,1 0 1 0 0,-1 0-1 0 0,0 0 1 0 0,0 0-1 0 0,0 0 1 0 0,1 0-1 0 0,-1 0 1 0 0,21-3 88 0 0,1-2 0 0 0,-1 0 0 0 0,32-14 0 0 0,-1 2-578 0 0,102-27-5923 0 0,-113 31 2319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96 660 0 0,'1'-5'1185'0'0,"0"-4"74"0"0,1 1-1 0 0,-2-1 1 0 0,1 1-1 0 0,-1-1 0 0 0,0 0 1 0 0,-1 1-1 0 0,0-1 1 0 0,-4-13 742 0 0,4 24-1900 0 0,-4 9 10 0 0,1-1 0 0 0,0 1 0 0 0,1-1 0 0 0,0 1-1 0 0,-2 20 1 0 0,-2 4 45 0 0,-50 295 458 0 0,31-157-58 0 0,23-132 2436 0 0,11-85-2614 0 0,-6 29-349 0 0,1 1 0 0 0,8-24-1 0 0,-3 16-33 0 0,1 1 0 0 0,20-36 0 0 0,-25 52 0 0 0,0-1 1 0 0,0 0-1 0 0,0 1 1 0 0,0 0-1 0 0,1 0 1 0 0,0 1 0 0 0,0-1-1 0 0,1 1 1 0 0,-1 0-1 0 0,1 0 1 0 0,0 1-1 0 0,0 0 1 0 0,11-5-1 0 0,-12 7 6 0 0,0 1 0 0 0,0-1-1 0 0,0 1 1 0 0,0 0 0 0 0,0 0-1 0 0,0 0 1 0 0,0 1-1 0 0,0 0 1 0 0,0 0 0 0 0,-1 0-1 0 0,1 0 1 0 0,0 1 0 0 0,-1 0-1 0 0,1 0 1 0 0,4 3-1 0 0,-3-1 56 0 0,0 0 0 0 0,0 1 0 0 0,0-1-1 0 0,-1 1 1 0 0,1 1 0 0 0,-1-1-1 0 0,-1 1 1 0 0,1 0 0 0 0,-1 0-1 0 0,0 0 1 0 0,0 1 0 0 0,-1-1-1 0 0,0 1 1 0 0,0 0 0 0 0,0 0 0 0 0,-1 0-1 0 0,0 0 1 0 0,-1 0 0 0 0,1 0-1 0 0,-2 1 1 0 0,1-1 0 0 0,-1 1-1 0 0,0-1 1 0 0,0 0 0 0 0,-1 1-1 0 0,0-1 1 0 0,0 0 0 0 0,-1 1 0 0 0,-3 10-1 0 0,3-13 50 0 0,0 0-1 0 0,0 0 0 0 0,-1 0 0 0 0,0 0 0 0 0,0 0 1 0 0,0 0-1 0 0,0-1 0 0 0,-1 1 0 0 0,0-1 1 0 0,0 0-1 0 0,0 0 0 0 0,0-1 0 0 0,-1 1 1 0 0,1-1-1 0 0,-1 0 0 0 0,0 0 0 0 0,0 0 1 0 0,0-1-1 0 0,0 0 0 0 0,0 0 0 0 0,-1 0 1 0 0,-8 1-1 0 0,0-1-54 0 0,-1-2 1 0 0,0 0 0 0 0,1 0 0 0 0,-1-1-1 0 0,1-1 1 0 0,-1-1 0 0 0,1 0-1 0 0,-25-9 1 0 0,38 12-68 0 0,-23-10-1400 0 0,24 10 1281 0 0,-1 0-1 0 0,1 0 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36 0 0,'2'-24'8649'0'0,"-2"23"-8497"0"0,-1 0 0 0 0,1 1 0 0 0,0-1 0 0 0,0 0 0 0 0,0 1 0 0 0,0-1 0 0 0,0 0 0 0 0,0 1-1 0 0,0-1 1 0 0,1 0 0 0 0,-1 1 0 0 0,0-1 0 0 0,0 0 0 0 0,0 1 0 0 0,1-1 0 0 0,-1 0 0 0 0,0 1-1 0 0,1-1 1 0 0,-1 1 0 0 0,0-1 0 0 0,1 1 0 0 0,-1-1 0 0 0,1 1 0 0 0,-1-1 0 0 0,2 0 0 0 0,-2 1-80 0 0,1 0 1 0 0,0 0-1 0 0,0 0 0 0 0,-1 0 1 0 0,1 1-1 0 0,0-1 1 0 0,0 0-1 0 0,-1 0 1 0 0,1 0-1 0 0,0 1 1 0 0,0-1-1 0 0,-1 0 1 0 0,1 1-1 0 0,0-1 1 0 0,-1 1-1 0 0,1-1 1 0 0,-1 1-1 0 0,2 0 0 0 0,33 40-161 0 0,-25-29 704 0 0,35 43-88 0 0,-25-29-403 0 0,0-2 1 0 0,2 0 0 0 0,25 21 0 0 0,-25-27-373 0 0,41 31-1292 0 0,-56-45 139 0 0,-1-1-1 0 0,1 1 0 0 0,-1-1 0 0 0,12 4 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6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64 1124 0 0,'-1'-7'1626'0'0,"0"0"0"0"0,0 0 0 0 0,-1 1 0 0 0,0-1 0 0 0,-1 1 0 0 0,-3-9 0 0 0,5 13-1121 0 0,1 2-487 0 0,0 0-1 0 0,0 0 1 0 0,0 0-1 0 0,0 0 1 0 0,1-1-1 0 0,-1 1 1 0 0,0 0-1 0 0,0 0 1 0 0,0 0-1 0 0,0 0 1 0 0,0-1-1 0 0,0 1 1 0 0,0 0-1 0 0,0 0 1 0 0,0 0-1 0 0,0-1 1 0 0,0 1-1 0 0,0 0 1 0 0,0 0-1 0 0,0 0 1 0 0,0-1-1 0 0,0 1 1 0 0,0 0-1 0 0,0 0 1 0 0,0 0-1 0 0,0 0 1 0 0,0-1-1 0 0,0 1 1 0 0,-1 0-1 0 0,1 0 1 0 0,0 0-1 0 0,0 0 1 0 0,0-1-1 0 0,0 1 1 0 0,0 0-1 0 0,0 0 1 0 0,-1 0 0 0 0,1 0-1 0 0,0 0 1 0 0,0 0-1 0 0,0-1 1 0 0,-1 1-1 0 0,-7 5 705 0 0,-7 9 33 0 0,-6 17-300 0 0,0 1 0 0 0,3 1 0 0 0,-24 56 0 0 0,5-9-318 0 0,1-10-199 0 0,-32 68-1462 0 0,33-43-7480 0 0,32-80 4800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47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33 2824 0 0,'34'-33'16216'0'0,"-33"36"-16089"0"0,0 0 0 0 0,0-1 0 0 0,-1 1 0 0 0,1 0 0 0 0,-1 0 0 0 0,1 0-1 0 0,-1 0 1 0 0,0 0 0 0 0,0-1 0 0 0,0 1 0 0 0,0 0 0 0 0,-1 0 0 0 0,0 4-1 0 0,-10 41 247 0 0,11-46-351 0 0,-11 38-240 0 0,-5 52 0 0 0,14-73-2176 0 0,1-1 0 0 0,2 34 0 0 0,2-35-2111 0 0,2 0-2179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4 107 744 0 0,'-4'-26'6542'0'0,"5"21"-6215"0"0,-1 0-1 0 0,1 1 1 0 0,0-1-1 0 0,0 1 1 0 0,0-1-1 0 0,0 1 1 0 0,1-1-1 0 0,0 1 1 0 0,4-7 0 0 0,-5 9-293 0 0,0 0-1 0 0,0 0 1 0 0,1 0 0 0 0,-1 0 0 0 0,1 1 0 0 0,-1-1 0 0 0,1 0 0 0 0,0 1 0 0 0,-1-1 0 0 0,1 1 0 0 0,0 0 0 0 0,0 0 0 0 0,0 0 0 0 0,0 0-1 0 0,0 0 1 0 0,0 0 0 0 0,0 0 0 0 0,0 0 0 0 0,1 1 0 0 0,-1-1 0 0 0,0 1 0 0 0,0 0 0 0 0,1 0 0 0 0,2 0 0 0 0,1 0-18 0 0,-1 1 1 0 0,1 1 0 0 0,-1-1-1 0 0,0 0 1 0 0,0 1-1 0 0,0 0 1 0 0,0 1 0 0 0,0-1-1 0 0,0 1 1 0 0,0 0-1 0 0,-1 0 1 0 0,1 0 0 0 0,-1 1-1 0 0,0-1 1 0 0,0 1 0 0 0,0 0-1 0 0,-1 0 1 0 0,1 1-1 0 0,-1-1 1 0 0,0 1 0 0 0,0-1-1 0 0,-1 1 1 0 0,1 0-1 0 0,-1 0 1 0 0,0 0 0 0 0,-1 1-1 0 0,1-1 1 0 0,-1 0-1 0 0,0 1 1 0 0,0-1 0 0 0,0 1-1 0 0,-1-1 1 0 0,0 1 0 0 0,0-1-1 0 0,-2 8 1 0 0,-2 7 43 0 0,-1 0 0 0 0,0-1-1 0 0,-2 0 1 0 0,0 0 0 0 0,-20 36 0 0 0,18-38 48 0 0,8-15-36 0 0,0 2 22 0 0,1-4-92 0 0,0 0 0 0 0,0 0 0 0 0,0 0 0 0 0,0 0 0 0 0,0 0 0 0 0,0 0 0 0 0,0 0 0 0 0,0 0 0 0 0,0 0 0 0 0,0 0 0 0 0,0 0 0 0 0,0 0 0 0 0,0 0-1 0 0,1 0 1 0 0,-1 0 0 0 0,0 1 0 0 0,0-1 0 0 0,0 0 0 0 0,0 0 0 0 0,0 0 0 0 0,0 0 0 0 0,0 0 0 0 0,0 0 0 0 0,0 0 0 0 0,0 0 0 0 0,0 0 0 0 0,0 0 0 0 0,0 0 0 0 0,0 0-1 0 0,0 0 1 0 0,0 0 0 0 0,0 0 0 0 0,0 0 0 0 0,0 0 0 0 0,0 0 0 0 0,0 0 0 0 0,0 0 0 0 0,0 1 0 0 0,0-1 0 0 0,0 0 0 0 0,0 0 0 0 0,0 0 0 0 0,0 0 0 0 0,0 0 0 0 0,0 0-1 0 0,0 0 1 0 0,0 0 0 0 0,0 0 0 0 0,0 0 0 0 0,0 0 0 0 0,0 0 0 0 0,0 0 0 0 0,0 0 0 0 0,0 0 0 0 0,0 1 0 0 0,206-230 887 0 0,-200 221-513 0 0,0-1 1 0 0,-1 0 0 0 0,0 1 0 0 0,5-15 0 0 0,-9 22-303 0 0,-1 0-68 0 0,0 1-1 0 0,0 0 0 0 0,0 0 0 0 0,0-1 0 0 0,0 1 0 0 0,1 0 0 0 0,-1-1 0 0 0,0 1 0 0 0,0 0 0 0 0,0-1 0 0 0,0 1 0 0 0,0 0 1 0 0,0 0-1 0 0,0-1 0 0 0,0 1 0 0 0,-1 0 0 0 0,1-1 0 0 0,0 1 0 0 0,0 0 0 0 0,0 0 0 0 0,0-1 0 0 0,0 1 0 0 0,0 0 0 0 0,0 0 1 0 0,-1-1-1 0 0,1 1 0 0 0,0 0 0 0 0,0 0 0 0 0,0-1 0 0 0,-1 1 0 0 0,1 0 0 0 0,-7 5 0 0 0,1 1-1 0 0,0 1 1 0 0,0-1 0 0 0,1 1-1 0 0,0 0 1 0 0,0 0 0 0 0,0 1-1 0 0,1-1 1 0 0,-5 13-1 0 0,2-5-1 0 0,2 1-1 0 0,0-1 0 0 0,1 1 1 0 0,-4 22-1 0 0,7-32 1 0 0,1-1 0 0 0,0 0 0 0 0,0 1-1 0 0,0-1 1 0 0,0 0 0 0 0,1 1 0 0 0,0-1-1 0 0,0 0 1 0 0,0 0 0 0 0,1 0 0 0 0,0 0 0 0 0,0 0-1 0 0,0 0 1 0 0,0 0 0 0 0,1-1 0 0 0,0 1 0 0 0,0-1-1 0 0,0 0 1 0 0,1 1 0 0 0,5 4 0 0 0,-4-5-310 0 0,0 0 0 0 0,0 0 1 0 0,0 0-1 0 0,1-1 0 0 0,0 0 0 0 0,-1 0 1 0 0,9 2-1 0 0,-6-2-975 0 0,0-1 0 0 0,1 0 1 0 0,-1-1-1 0 0,0 1 0 0 0,16-1 1 0 0,0-1-2038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3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28 580 0 0,'7'-27'13931'0'0,"-13"68"-9120"0"0,-2 13-4233 0 0,-6 27-475 0 0,-8 50-490 0 0,16-88-3766 0 0,1-1-3657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3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2196 0 0,'4'-26'8532'0'0,"6"-9"-251"0"0,-9 33-8229 0 0,1 0 0 0 0,-1 1 0 0 0,1-1 0 0 0,0 0 0 0 0,0 1 0 0 0,-1-1 0 0 0,1 1 0 0 0,0 0 0 0 0,0-1 0 0 0,0 1 0 0 0,1 0 1 0 0,-1 0-1 0 0,3-1 0 0 0,-3 1-25 0 0,135-53 288 0 0,-79 35-3185 0 0,-57 19 2705 0 0,-1 0 1 0 0,1-1 0 0 0,0 1 0 0 0,-1 0 0 0 0,1 0 0 0 0,0-1 0 0 0,-1 1 0 0 0,1 0 0 0 0,0 0-1 0 0,0 0 1 0 0,-1 0 0 0 0,1 0 0 0 0,0 0 0 0 0,0 0 0 0 0,-1 0 0 0 0,1 1 0 0 0,0-1-1 0 0,0 0 1 0 0,-1 0 0 0 0,1 1 0 0 0,0-1 0 0 0,0 1 50 0 0,-1-1 0 0 0,0 1 0 0 0,0-1-1 0 0,1 1 1 0 0,-1-1 0 0 0,0 1 0 0 0,0-1 0 0 0,0 1 0 0 0,0-1 0 0 0,0 1 0 0 0,0-1-1 0 0,0 1 1 0 0,0-1 0 0 0,0 1 0 0 0,0-1 0 0 0,0 1 0 0 0,0-1 0 0 0,0 1 0 0 0,0-1-1 0 0,-1 1 1 0 0,1-1 0 0 0,0 1 0 0 0,-15 24-4661 0 0,5-15 980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 3880 0 0,'-115'96'10733'0'0,"113"-94"-10412"0"0,2 0 34 0 0,0-2-346 0 0,-1 0 1 0 0,1 0-1 0 0,0 0 0 0 0,0 0 1 0 0,0 0-1 0 0,0 1 0 0 0,0-1 1 0 0,0 0-1 0 0,0 0 1 0 0,-1 0-1 0 0,1 0 0 0 0,0 0 1 0 0,0 0-1 0 0,0 1 0 0 0,0-1 1 0 0,0 0-1 0 0,0 0 0 0 0,0 0 1 0 0,0 0-1 0 0,0 0 0 0 0,0 1 1 0 0,0-1-1 0 0,0 0 1 0 0,0 0-1 0 0,0 0 0 0 0,0 0 1 0 0,0 1-1 0 0,0-1 0 0 0,0 0 1 0 0,0 0-1 0 0,0 0 0 0 0,0 0 1 0 0,0 0-1 0 0,0 1 0 0 0,0-1 1 0 0,0 0-1 0 0,0 0 0 0 0,1 0 1 0 0,-1 0-1 0 0,0 0 1 0 0,0 0-1 0 0,0 1 0 0 0,0-1 1 0 0,0 0-1 0 0,0 0 0 0 0,0 0 1 0 0,1 0-1 0 0,-1 0 0 0 0,0 0 1 0 0,0 0-1 0 0,0 0 0 0 0,0 0 1 0 0,12 0-43 0 0,0-2 0 0 0,0 0 0 0 0,-1 0 1 0 0,1-1-1 0 0,-1 0 0 0 0,12-6 0 0 0,69-33-3378 0 0,-48 17-513 0 0,2-2-1892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1 110 908 0 0,'0'-3'866'0'0,"0"-5"701"0"0,0-1 1 0 0,0 1-1 0 0,1-1 0 0 0,3-9 1 0 0,-4 16-1470 0 0,1 0 0 0 0,-1 0 0 0 0,1 0 0 0 0,0 0 1 0 0,0 0-1 0 0,0 0 0 0 0,0 0 0 0 0,0 0 0 0 0,1 0 1 0 0,-1 1-1 0 0,0-1 0 0 0,1 0 0 0 0,-1 1 0 0 0,1-1 1 0 0,0 1-1 0 0,-1 0 0 0 0,1 0 0 0 0,0-1 0 0 0,0 1 1 0 0,0 0-1 0 0,0 0 0 0 0,3 0 0 0 0,2-1-30 0 0,0 0 0 0 0,0 1 0 0 0,0 0-1 0 0,0 1 1 0 0,0-1 0 0 0,0 1 0 0 0,0 1 0 0 0,0-1 0 0 0,0 1-1 0 0,0 0 1 0 0,0 1 0 0 0,0 0 0 0 0,0 0 0 0 0,0 0 0 0 0,-1 1-1 0 0,1 0 1 0 0,8 5 0 0 0,-11-5-52 0 0,1 1 0 0 0,-1-1 0 0 0,1 1 0 0 0,-1 0 0 0 0,0 0 0 0 0,0 0-1 0 0,-1 0 1 0 0,1 1 0 0 0,-1-1 0 0 0,0 1 0 0 0,0 0 0 0 0,-1 0 0 0 0,1 0 0 0 0,-1 1 0 0 0,0-1 0 0 0,-1 0-1 0 0,1 1 1 0 0,-1-1 0 0 0,0 1 0 0 0,0-1 0 0 0,-1 1 0 0 0,0 11 0 0 0,-1-6 33 0 0,0 1-1 0 0,-1-1 1 0 0,-1 0 0 0 0,0 0 0 0 0,0 0 0 0 0,-1 0-1 0 0,-8 15 1 0 0,-5 3 271 0 0,-23 33-1 0 0,21-34 343 0 0,18-26-278 0 0,5-17-334 0 0,3 5-41 0 0,0-1-1 0 0,0 1 0 0 0,1 0 0 0 0,1 0 1 0 0,18-16-1 0 0,-2 2-4 0 0,107-105-8 0 0,-33 34 282 0 0,-69 63 1257 0 0,-29 31-1412 0 0,-1 1-114 0 0,0 0 1 0 0,-1-1-1 0 0,1 1 1 0 0,0 0-1 0 0,0-1 1 0 0,0 1-1 0 0,0 0 1 0 0,0-1 0 0 0,0 1-1 0 0,0 0 1 0 0,-1-1-1 0 0,1 1 1 0 0,0 0-1 0 0,0-1 1 0 0,0 1-1 0 0,-1 0 1 0 0,1 0-1 0 0,0-1 1 0 0,0 1-1 0 0,-1 0 1 0 0,1 0-1 0 0,0-1 1 0 0,0 1-1 0 0,-1 0 1 0 0,1 0-1 0 0,0 0 1 0 0,-1 0-1 0 0,1 0 1 0 0,0 0-1 0 0,-1-1 1 0 0,1 1-1 0 0,0 0 1 0 0,-1 0-1 0 0,1 0 1 0 0,-1 0-1 0 0,-13 1 84 0 0,13 0-106 0 0,-3 0 20 0 0,0 0 1 0 0,0 0-1 0 0,0 1 0 0 0,0-1 1 0 0,0 1-1 0 0,0 0 0 0 0,0 0 1 0 0,1 1-1 0 0,-6 3 0 0 0,-27 29 5 0 0,25-24-2 0 0,0 1-8 0 0,0 1 0 0 0,0 0 0 0 0,1 1 0 0 0,-9 17-1 0 0,15-24 0 0 0,0 0 0 0 0,1 1-1 0 0,-1-1 1 0 0,2 1 0 0 0,-1-1-1 0 0,1 1 1 0 0,0 0-1 0 0,1 0 1 0 0,0 0 0 0 0,-1 15-1 0 0,3-19 3 0 0,-1 0 1 0 0,1 0-1 0 0,0 0 0 0 0,0 0 0 0 0,0-1 0 0 0,1 1 0 0 0,-1 0 1 0 0,1 0-1 0 0,0-1 0 0 0,0 1 0 0 0,0-1 0 0 0,1 1 0 0 0,-1-1 1 0 0,1 0-1 0 0,0 0 0 0 0,0 0 0 0 0,0-1 0 0 0,0 1 0 0 0,0-1 0 0 0,0 1 1 0 0,1-1-1 0 0,-1 0 0 0 0,1 0 0 0 0,0-1 0 0 0,0 1 0 0 0,-1-1 1 0 0,1 1-1 0 0,6 0 0 0 0,10 2 22 0 0,0-1 0 0 0,1-1 0 0 0,-1-1 1 0 0,30-2-1 0 0,-24 1-15 0 0,-24 0-221 0 0,33-2 545 0 0,-16-5-7579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5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78 107 2052 0 0,'0'0'3917'0'0,"-2"-26"6350"0"0,2 24-10140 0 0,0-1 0 0 0,0 1 0 0 0,0 0-1 0 0,1-1 1 0 0,-1 1 0 0 0,1 0 0 0 0,-1 0-1 0 0,1-1 1 0 0,0 1 0 0 0,0 0 0 0 0,0 0 0 0 0,0 0-1 0 0,0 0 1 0 0,0 0 0 0 0,0 0 0 0 0,1 0 0 0 0,-1 0-1 0 0,1 1 1 0 0,0-1 0 0 0,-1 0 0 0 0,1 1 0 0 0,0-1-1 0 0,0 1 1 0 0,0 0 0 0 0,0 0 0 0 0,3-1 0 0 0,4-3-144 0 0,0 0 1 0 0,1 1 0 0 0,0 0 0 0 0,11-2 0 0 0,-15 4 26 0 0,17 0-1 0 0,-18 2-9 0 0,4 1 7 0 0,-7 0-5 0 0,0-1 0 0 0,0 0 0 0 0,0 1 0 0 0,0-1 0 0 0,0 1-1 0 0,-1 0 1 0 0,1 0 0 0 0,0 0 0 0 0,0-1 0 0 0,-1 2 0 0 0,1-1 0 0 0,-1 0 0 0 0,1 0-1 0 0,-1 0 1 0 0,1 1 0 0 0,-1-1 0 0 0,0 1 0 0 0,1-1 0 0 0,-1 1 0 0 0,0-1 0 0 0,0 1 0 0 0,0 0-1 0 0,0 0 1 0 0,-1-1 0 0 0,1 1 0 0 0,0 0 0 0 0,-1 0 0 0 0,1 0 0 0 0,-1 0 0 0 0,0 0-1 0 0,0 0 1 0 0,0 0 0 0 0,0 0 0 0 0,0 0 0 0 0,0 0 0 0 0,0 0 0 0 0,0 0 0 0 0,-2 3-1 0 0,0 5 13 0 0,0 0-1 0 0,-1 0 0 0 0,0 0 1 0 0,-1 0-1 0 0,0-1 0 0 0,-1 1 1 0 0,0-1-1 0 0,0 0 0 0 0,-7 9 1 0 0,-11 11 62 0 0,-30 30 1 0 0,48-54-60 0 0,-33 34 364 0 0,-45 37-1 0 0,82-75-330 0 0,2 0-28 0 0,1 0-21 0 0,0 0 1 0 0,0-1 0 0 0,0 1 0 0 0,0 0 0 0 0,-1-1 0 0 0,1 1 0 0 0,0-1 0 0 0,0 0 0 0 0,0 0 0 0 0,0 0 0 0 0,0 0-1 0 0,0 0 1 0 0,0 0 0 0 0,0 0 0 0 0,0-1 0 0 0,0 1 0 0 0,0-1 0 0 0,0 1 0 0 0,0-1 0 0 0,2-1 0 0 0,-1 1-2 0 0,186-48-107 0 0,-163 42-99 0 0,-24 6-156 0 0,32-15-5851 0 0,-2-4-1052 0 0,-19 10 2967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99 2400 0 0,'-24'-45'14290'0'0,"23"44"-14001"0"0,0 0 1 0 0,1 1-1 0 0,-1-1 1 0 0,0 0-1 0 0,1 0 1 0 0,-1 0-1 0 0,1 0 1 0 0,-1 0-1 0 0,1 0 1 0 0,0 0 0 0 0,-1 0-1 0 0,1 0 1 0 0,0-2-1 0 0,4 0-252 0 0,1 1-1 0 0,0-1 0 0 0,1 1 0 0 0,-1 0 1 0 0,0 1-1 0 0,1-1 0 0 0,-1 1 1 0 0,0 0-1 0 0,1 0 0 0 0,7 1 1 0 0,8-3 3 0 0,84-11-165 0 0,-39 11-3651 0 0,-64 3 3429 0 0,0 0-1 0 0,1 0 0 0 0,-1 0 1 0 0,0 0-1 0 0,0 1 0 0 0,1-1 1 0 0,-1 1-1 0 0,0 0 0 0 0,0-1 1 0 0,0 1-1 0 0,0 0 0 0 0,0 0 1 0 0,3 2-1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1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49 424 0 0,'-87'45'14805'0'0,"43"-21"-7218"0"0,47-23-7521 0 0,0 0-1 0 0,0-1 1 0 0,0 1-1 0 0,0 0 1 0 0,0-1-1 0 0,0 0 1 0 0,0 0-1 0 0,1 0 1 0 0,-1 0-1 0 0,5-1 1 0 0,37-8 70 0 0,-22 4-47 0 0,253-53 115 0 0,-229 45-304 0 0,-38 10-236 0 0,0 0 0 0 0,-1 0 0 0 0,1 1 0 0 0,0 1 0 0 0,12-1 0 0 0,-20 2 200 0 0,0 0-1 0 0,-1 0 1 0 0,1 0 0 0 0,0-1-1 0 0,0 1 1 0 0,0 0 0 0 0,-1 0-1 0 0,1 0 1 0 0,0-1 0 0 0,0 1-1 0 0,-1 0 1 0 0,1-1 0 0 0,0 1-1 0 0,-1 0 1 0 0,1-1 0 0 0,0 1-1 0 0,-1-1 1 0 0,2 0 0 0 0,-2 0 61 0 0,0 1 0 0 0,1 0 0 0 0,-1 0 0 0 0,0-1 1 0 0,0 1-1 0 0,0 0 0 0 0,0 0 0 0 0,0-1 0 0 0,0 1 0 0 0,0 0 1 0 0,1-1-1 0 0,-1 1 0 0 0,0 0 0 0 0,0-1 0 0 0,0 1 0 0 0,0 0 1 0 0,0 0-1 0 0,0-1 0 0 0,0 1 0 0 0,-1 0 0 0 0,1-1 0 0 0,0 1 1 0 0,0 0-1 0 0,0 0 0 0 0,0-1 0 0 0,0 1 0 0 0,0 0 0 0 0,-1-1 1 0 0,1 1-1 0 0,0 0 0 0 0,0 0 0 0 0,0-1 0 0 0,0 1 0 0 0,-1 0 1 0 0,1 0-1 0 0,0-1 0 0 0,-17-3-5694 0 0,9 4 4709 0 0,-1 0-2461 0 0,-4 0-216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23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54 1840 0 0,'-14'-28'7052'0'0,"13"27"-6353"0"0,-19-21 5721 0 0,19 22-6383 0 0,1-1-1 0 0,-1 1 1 0 0,1 0-1 0 0,-1 0 1 0 0,1-1-1 0 0,-1 1 1 0 0,1 0-1 0 0,-1 0 1 0 0,0 0-1 0 0,1 0 1 0 0,-1 0-1 0 0,1 0 1 0 0,-1 0-1 0 0,1 0 1 0 0,-1 0-1 0 0,0 0 1 0 0,1 0-1 0 0,-1 0 1 0 0,1 0-1 0 0,-1 0 1 0 0,1 0-1 0 0,-1 1 1 0 0,1-1-1 0 0,-1 0 1 0 0,1 0-1 0 0,-1 1 1 0 0,0-1-1 0 0,-11 18 420 0 0,-2 34-198 0 0,10-37-26 0 0,-40 167 466 0 0,8 2 1 0 0,-17 260-1 0 0,32-69-127 0 0,-23 286 302 0 0,-43 89 141 0 0,45-429-880 0 0,-80 700 495 0 0,88-97 2252 0 0,33-628-3139 0 0,4-277-412 0 0,-1-11-2334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82 84 0 0,'0'-5'1063'0'0,"0"0"0"0"0,0 0 0 0 0,-1 0 0 0 0,1 1 0 0 0,-1-1-1 0 0,0 0 1 0 0,0 1 0 0 0,-1-1 0 0 0,-3-6 0 0 0,4 9-963 0 0,0 0 0 0 0,-1 0 0 0 0,1 0-1 0 0,-1 0 1 0 0,0 0 0 0 0,1 1 0 0 0,-1-1 0 0 0,0 1 0 0 0,0-1-1 0 0,0 1 1 0 0,0 0 0 0 0,0 0 0 0 0,0 0 0 0 0,-1 0-1 0 0,1 0 1 0 0,0 0 0 0 0,-1 0 0 0 0,1 1 0 0 0,0-1 0 0 0,-1 1-1 0 0,-4 0 1 0 0,-4 0-17 0 0,0 0 1 0 0,0 2-1 0 0,0-1 0 0 0,0 1 1 0 0,1 1-1 0 0,-1 0 0 0 0,0 0 1 0 0,1 1-1 0 0,0 0 0 0 0,0 1 1 0 0,0 0-1 0 0,1 1 0 0 0,-1 0 0 0 0,-14 13 1 0 0,0 1-2 0 0,1 2 1 0 0,0 0-1 0 0,2 2 0 0 0,-19 26 1 0 0,26-31-47 0 0,1 0 0 0 0,1 1-1 0 0,1 1 1 0 0,-14 34 0 0 0,22-47-21 0 0,0-1 0 0 0,0 1 0 0 0,1-1 0 0 0,1 1 0 0 0,-1 0 0 0 0,1 0 0 0 0,0 0 0 0 0,1 0-1 0 0,0-1 1 0 0,0 1 0 0 0,1 0 0 0 0,0 0 0 0 0,0 0 0 0 0,1 0 0 0 0,0 0 0 0 0,0-1 0 0 0,4 8 0 0 0,-3-10-6 0 0,1 0 0 0 0,-1-1 0 0 0,1 0 0 0 0,0 0 0 0 0,0 0 0 0 0,1-1 0 0 0,-1 1 0 0 0,1-1 0 0 0,-1 0 0 0 0,1 0 0 0 0,0-1 0 0 0,0 1 0 0 0,0-1 0 0 0,1 0 0 0 0,-1 0 0 0 0,0-1 0 0 0,1 0 0 0 0,9 1 0 0 0,8 1-38 0 0,1-1-1 0 0,46-2 0 0 0,16-7-2442 0 0,-29-1-3491 0 0,-36 5 1701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24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49 892 0 0,'-12'-45'16439'0'0,"12"45"-16384"0"0,0 0 0 0 0,0 0 0 0 0,-1-3 935 0 0,0 3-935 0 0,1 0 0 0 0,0 0 0 0 0,0 0 0 0 0,0 0 0 0 0,0 0 0 0 0,0 0 0 0 0,0 0 0 0 0,-1 0 0 0 0,1 0 0 0 0,0 0 0 0 0,0 0 0 0 0,0 0 0 0 0,0 0 0 0 0,-1 0 0 0 0,1 0 0 0 0,0 0 0 0 0,0 0 0 0 0,0 0 0 0 0,0 0 0 0 0,0 0 0 0 0,-1 0 0 0 0,1 0 0 0 0,-3 6 69 0 0,0 0 1 0 0,1 0-1 0 0,0 0 0 0 0,0 1 1 0 0,1-1-1 0 0,-1 0 0 0 0,1 1 1 0 0,0 8-1 0 0,-4 20 59 0 0,-45 194-240 0 0,20-75-7492 0 0,24-132 1867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2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77 275 1140 0 0,'0'-13'1275'0'0,"1"0"-1"0"0,1 0 1 0 0,0 1-1 0 0,0-1 1 0 0,1 0-1 0 0,1 1 0 0 0,0 0 1 0 0,8-17-1 0 0,-7 19-1046 0 0,1-1 0 0 0,1 0-1 0 0,0 1 1 0 0,0 1-1 0 0,1-1 1 0 0,0 1-1 0 0,1 0 1 0 0,0 1 0 0 0,0 0-1 0 0,1 1 1 0 0,0-1-1 0 0,0 2 1 0 0,1 0 0 0 0,13-7-1 0 0,-20 12-197 0 0,0-1 0 0 0,0 1 0 0 0,0 0 0 0 0,0 0 0 0 0,0 0 0 0 0,0 0 0 0 0,0 0 0 0 0,0 1 0 0 0,0 0 0 0 0,0 0 0 0 0,0 0 0 0 0,0 1 0 0 0,0-1 0 0 0,0 1 0 0 0,0 0 0 0 0,7 2 0 0 0,-9-2-8 0 0,-1 0-1 0 0,1 0 0 0 0,0 0 0 0 0,0 1 0 0 0,-1-1 0 0 0,1 1 0 0 0,0-1 0 0 0,-1 1 0 0 0,0-1 0 0 0,1 1 0 0 0,-1 0 0 0 0,0 0 0 0 0,0 0 1 0 0,0 0-1 0 0,0 0 0 0 0,0 0 0 0 0,0 0 0 0 0,-1 0 0 0 0,1 0 0 0 0,0 0 0 0 0,-1 0 0 0 0,0 0 0 0 0,0 0 0 0 0,1 1 0 0 0,-1-1 0 0 0,-1 0 1 0 0,1 0-1 0 0,0 0 0 0 0,0 0 0 0 0,-1 0 0 0 0,-1 4 0 0 0,-2 9 60 0 0,-1 0 1 0 0,0-1-1 0 0,-1 0 0 0 0,-1 0 0 0 0,-14 22 1 0 0,-50 62 922 0 0,69-95-959 0 0,-23 35 391 0 0,24-36-401 0 0,6 7 26 0 0,5-7 12 0 0,-1 0-1 0 0,1 0 1 0 0,-1-1-1 0 0,1 0 1 0 0,11-1-1 0 0,24 3 370 0 0,-34-2-306 0 0,-1 1-1 0 0,0 0 1 0 0,1 1-1 0 0,-1 0 1 0 0,0 1-1 0 0,0 0 0 0 0,17 10 1 0 0,-24-12-12 0 0,-1-1 0 0 0,1 1 0 0 0,-1 0 0 0 0,1 0 0 0 0,-1 0 1 0 0,0 0-1 0 0,0 0 0 0 0,0 1 0 0 0,0-1 0 0 0,0 1 0 0 0,-1-1 0 0 0,1 1 0 0 0,-1 0 0 0 0,1 0 1 0 0,-1-1-1 0 0,0 1 0 0 0,0 0 0 0 0,0 0 0 0 0,-1 0 0 0 0,1 0 0 0 0,-1 0 0 0 0,1 0 0 0 0,-1 0 1 0 0,0 1-1 0 0,0-1 0 0 0,-1 0 0 0 0,1 0 0 0 0,-1 0 0 0 0,1 0 0 0 0,-3 5 0 0 0,-1 2 218 0 0,0 0-1 0 0,-1-1 1 0 0,0 0-1 0 0,0 0 1 0 0,-1 0-1 0 0,0-1 1 0 0,-1 0-1 0 0,0 0 0 0 0,0 0 1 0 0,0-1-1 0 0,-10 7 1 0 0,5-5-60 0 0,0-1 1 0 0,0 0 0 0 0,-1-1-1 0 0,0 0 1 0 0,0-1 0 0 0,-1 0-1 0 0,-19 4 1 0 0,21-7-223 0 0,0-1-1 0 0,0 0 1 0 0,0-1-1 0 0,-1 0 1 0 0,1-1 0 0 0,0 0-1 0 0,-1-1 1 0 0,1-1 0 0 0,0 0-1 0 0,0 0 1 0 0,0-1-1 0 0,0-1 1 0 0,1 0 0 0 0,-1 0-1 0 0,1-2 1 0 0,0 1 0 0 0,-14-10-1 0 0,23 13-460 0 0,0 0 0 0 0,0 0-1 0 0,1 0 1 0 0,-1 0-1 0 0,1 0 1 0 0,-1 0 0 0 0,1-1-1 0 0,0 1 1 0 0,-1-1 0 0 0,1 1-1 0 0,-1-4 1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0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1508 0 0,'2'-19'13602'0'0,"-1"18"-13313"0"0,24-4 130 0 0,1 0 0 0 0,30-1 0 0 0,4-1-217 0 0,262-41 1358 0 0,-320 48-1189 0 0,1 0 4 0 0,0-1-294 0 0,15-1 1246 0 0,-18 2-1316 0 0,1 0-1 0 0,-1 0 1 0 0,0 0 0 0 0,1 0-1 0 0,-1 0 1 0 0,1 1 0 0 0,-1-1 0 0 0,0 0-1 0 0,1 0 1 0 0,-1 0 0 0 0,0 0-1 0 0,1 1 1 0 0,-1-1 0 0 0,0 0 0 0 0,1 0-1 0 0,-1 1 1 0 0,0-1 0 0 0,1 0-1 0 0,-1 0 1 0 0,0 1 0 0 0,0-1 0 0 0,1 0-1 0 0,-1 1 1 0 0,0-1 0 0 0,0 0-1 0 0,0 1 1 0 0,1-1 0 0 0,-1 0 0 0 0,0 1-1 0 0,0-1 1 0 0,0 1 0 0 0,0-1-1 0 0,0 0 1 0 0,0 1 0 0 0,0-1 0 0 0,0 1-1 0 0,0-1 1 0 0,0 0 0 0 0,0 1-1 0 0,0-1 1 0 0,0 1 0 0 0,0-1 0 0 0,0 1-1 0 0,-91 378 551 0 0,50-221-1718 0 0,30-110-2662 0 0,7-15-4368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1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93 408 0 0,'-3'0'3260'0'0,"-23"0"7341"0"0,23 0-10150 0 0,-5-2-71 0 0,9 0 343 0 0,13-3 534 0 0,-2 2-1520 0 0,72-21 286 0 0,89-14-1 0 0,-120 28-63 0 0,10 1-3815 0 0,-60 9 2708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47 2072 0 0,'-14'-8'4651'0'0,"6"5"-2891"0"0,1-2-1 0 0,-1 1 0 0 0,-10-9 0 0 0,16 11-1444 0 0,1 1 90 0 0,-2-1-82 0 0,-11-5 533 0 0,14 6-849 0 0,0 1 0 0 0,-1 0 0 0 0,1 0 0 0 0,0 0 0 0 0,-1 0 0 0 0,1 0 0 0 0,0 0 0 0 0,-1 0 0 0 0,1 0 0 0 0,0-1 0 0 0,-1 1 0 0 0,1 0 0 0 0,0 0 0 0 0,-1 0 0 0 0,1 1 0 0 0,0-1 0 0 0,-1 0 0 0 0,1 0 0 0 0,0 0 0 0 0,-1 0 0 0 0,1 0 0 0 0,0 0 0 0 0,-1 0 0 0 0,1 0 0 0 0,0 1 0 0 0,0-1 0 0 0,-1 0 0 0 0,1 0 0 0 0,0 0 0 0 0,0 1 0 0 0,-1-1 0 0 0,1 0 0 0 0,0 0 0 0 0,0 1 0 0 0,-1-1 0 0 0,1 0 0 0 0,0 1 0 0 0,0-1 0 0 0,0 0 0 0 0,0 1 0 0 0,0-1 0 0 0,-9 32 67 0 0,2 1 0 0 0,-2 33 0 0 0,-2 12-34 0 0,11-75-5 0 0,-1 0 1 0 0,0 0-1 0 0,1-1 0 0 0,0 1 1 0 0,0 0-1 0 0,0 0 0 0 0,0 0 1 0 0,0 0-1 0 0,0-1 1 0 0,1 1-1 0 0,-1 0 0 0 0,1 0 1 0 0,0-1-1 0 0,0 1 0 0 0,0 0 1 0 0,2 3-1 0 0,-2-5 109 0 0,17-2 284 0 0,6-5-224 0 0,0 1 1 0 0,0 1 0 0 0,1 1 0 0 0,-1 1-1 0 0,48 2 1 0 0,-63 1-129 0 0,-1 0 1 0 0,0 0-1 0 0,0 1 0 0 0,0 0 1 0 0,0 0-1 0 0,-1 1 0 0 0,1 0 1 0 0,-1 0-1 0 0,1 1 0 0 0,-1 0 0 0 0,0 0 1 0 0,0 1-1 0 0,-1 0 0 0 0,1 0 1 0 0,-1 1-1 0 0,0-1 0 0 0,-1 1 1 0 0,1 1-1 0 0,-1-1 0 0 0,-1 1 1 0 0,1 0-1 0 0,3 8 0 0 0,-5-10 129 0 0,0 1 1 0 0,-1-1-1 0 0,0 1 0 0 0,0 0 1 0 0,-1 0-1 0 0,0 0 0 0 0,0 0 0 0 0,0 1 1 0 0,0-1-1 0 0,-1 0 0 0 0,0 0 1 0 0,-1 0-1 0 0,1 1 0 0 0,-1-1 0 0 0,0 0 1 0 0,-1 0-1 0 0,0 0 0 0 0,1 0 1 0 0,-2-1-1 0 0,1 1 0 0 0,-1 0 0 0 0,0-1 1 0 0,0 0-1 0 0,0 1 0 0 0,-1-1 1 0 0,0 0-1 0 0,0-1 0 0 0,-7 7 0 0 0,2-2 187 0 0,-2 0-1 0 0,1 0 1 0 0,-1-1-1 0 0,0 0 1 0 0,-1-1-1 0 0,0-1 0 0 0,0 1 1 0 0,0-2-1 0 0,-1 0 1 0 0,-26 7-1 0 0,32-12-308 0 0,-1 0-1 0 0,1 0 1 0 0,-1 0 0 0 0,1-1 0 0 0,0 0-1 0 0,0 0 1 0 0,-1-1 0 0 0,1 0-1 0 0,0 0 1 0 0,-8-4 0 0 0,3 0-82 0 0,1-1 1 0 0,-1 1 0 0 0,1-2-1 0 0,1 0 1 0 0,0 0 0 0 0,0-1 0 0 0,-17-19-1 0 0,-5-16-2989 0 0,29 37 360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9 932 0 0,'-16'-4'4418'0'0,"-8"0"-941"0"0,21 4-2338 0 0,0-1-657 0 0,-4 1 2452 0 0,24 3-2198 0 0,34 4-639 0 0,35-5 164 0 0,35 4-120 0 0,-115-6-137 0 0,19 10 14 0 0,-24-10-17 0 0,-1 1-1 0 0,1-1 0 0 0,0 1 1 0 0,-1 0-1 0 0,1-1 0 0 0,-1 1 0 0 0,1-1 1 0 0,-1 1-1 0 0,1 0 0 0 0,-1 0 0 0 0,1-1 1 0 0,-1 1-1 0 0,1 0 0 0 0,-1 0 0 0 0,0-1 1 0 0,1 2-1 0 0,-1 1-1 0 0,0-1 1 0 0,-1 0 0 0 0,1 1-1 0 0,0-1 1 0 0,-1 0-1 0 0,1 0 1 0 0,-1 0 0 0 0,0 1-1 0 0,0-1 1 0 0,0 0-1 0 0,0 0 1 0 0,-2 2 0 0 0,0 3 0 0 0,-12 20-3 0 0,-1-2 0 0 0,0 0 0 0 0,-26 29-1 0 0,-66 64 7 0 0,93-103 7 0 0,-17 18 15 0 0,-2 1 150 0 0,-40 54-1 0 0,73-87-143 0 0,0-1-1 0 0,0 1 1 0 0,1 0-1 0 0,-1-1 0 0 0,1 1 1 0 0,-1 0-1 0 0,1 0 1 0 0,-1 0-1 0 0,1-1 0 0 0,0 1 1 0 0,-1 0-1 0 0,1 0 1 0 0,0 0-1 0 0,-1 0 1 0 0,1 0-1 0 0,0 0 0 0 0,0 0 1 0 0,0 0-1 0 0,0 0 1 0 0,0 0-1 0 0,0 0 0 0 0,0 0 1 0 0,0-1-1 0 0,1 1 1 0 0,-1 0-1 0 0,0 0 0 0 0,0 0 1 0 0,1 1-1 0 0,0-1-4 0 0,1 0 0 0 0,-1 0 0 0 0,0 0 0 0 0,0 0 0 0 0,1-1 0 0 0,-1 1-1 0 0,1 0 1 0 0,-1-1 0 0 0,0 1 0 0 0,1-1 0 0 0,-1 1 0 0 0,1-1 0 0 0,-1 0 0 0 0,1 0 0 0 0,2 0-1 0 0,7 1 24 0 0,1-2 0 0 0,0 1 0 0 0,14-4 0 0 0,75-18-850 0 0,139-49 0 0 0,-168 47-1361 0 0,12-5-3313 0 0,-43 15 613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108 118 304 0 0,'-13'-5'3633'0'0,"0"0"0"0"0,-24-6 0 0 0,2 2-69 0 0,34 8-3203 0 0,0 1-341 0 0,1 0 0 0 0,0 1 0 0 0,0-1 0 0 0,0 0-1 0 0,0 0 1 0 0,-1 0 0 0 0,1 0 0 0 0,0 0 0 0 0,0 0 0 0 0,0 0 0 0 0,-1 0 0 0 0,1 0 0 0 0,0 0-1 0 0,0 0 1 0 0,-1 0 0 0 0,1 0 0 0 0,0 0 0 0 0,0 0 0 0 0,0 0 0 0 0,-1 0 0 0 0,1 0-1 0 0,0 0 1 0 0,0 0 0 0 0,0 0 0 0 0,-1 0 0 0 0,1 0 0 0 0,0 0 0 0 0,0 0 0 0 0,0-1 0 0 0,0 1-1 0 0,-1 0 1 0 0,1 0 0 0 0,0 0 0 0 0,0 0 0 0 0,0 0 0 0 0,0-1 0 0 0,0 1 0 0 0,-1 0-1 0 0,1 0 1 0 0,0 0 0 0 0,0 0 0 0 0,0-1 0 0 0,0 1 0 0 0,0 0 0 0 0,0 0 0 0 0,0 0 0 0 0,0-1-1 0 0,0 1 1 0 0,11-8 343 0 0,22-7-221 0 0,-31 14-106 0 0,126-40 69 0 0,-86 29-1044 0 0,-39 11 599 0 0,-1 0 0 0 0,1 0 0 0 0,0 0 0 0 0,0 0 0 0 0,0 1 0 0 0,0-1 0 0 0,0 1 0 0 0,0 0-1 0 0,0 0 1 0 0,0 0 0 0 0,0 0 0 0 0,0 1 0 0 0,0-1 0 0 0,0 1 0 0 0,0 0 0 0 0,0 0 0 0 0,3 1 0 0 0,-5-1 144 0 0,-1-1 0 0 0,0 1 0 0 0,0-1 0 0 0,1 1 0 0 0,-1-1 0 0 0,0 1 1 0 0,0-1-1 0 0,0 1 0 0 0,0-1 0 0 0,1 1 0 0 0,-1 0 0 0 0,0-1 0 0 0,0 1 1 0 0,0-1-1 0 0,0 1 0 0 0,0-1 0 0 0,0 1 0 0 0,-1 0 0 0 0,1-1 0 0 0,0 2 1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7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24 0 0,'-137'110'10962'0'0,"130"-100"-9886"0"0,13-6 23 0 0,16-6-437 0 0,115-43-608 0 0,-41 11-3912 0 0,-68 25 664 0 0,2-1-1227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7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389 115 1724 0 0,'-3'-6'1247'0'0,"1"-1"-1"0"0,-1 1 0 0 0,-1 0 1 0 0,1 0-1 0 0,-1 1 1 0 0,0-1-1 0 0,0 1 0 0 0,-1 0 1 0 0,-8-8-1 0 0,2 4-15 0 0,-1 0-1 0 0,1 0 0 0 0,-18-8 1 0 0,26 16-1170 0 0,-1 0-1 0 0,1 0 1 0 0,-1 0 0 0 0,1 0 0 0 0,-1 1-1 0 0,0 0 1 0 0,1-1 0 0 0,-1 1 0 0 0,0 1 0 0 0,1-1-1 0 0,-1 0 1 0 0,0 1 0 0 0,1 0 0 0 0,-1 0 0 0 0,1 0-1 0 0,-6 2 1 0 0,1 1-33 0 0,0 0 0 0 0,1 1-1 0 0,-1 0 1 0 0,1 0 0 0 0,0 1-1 0 0,0 0 1 0 0,1 0 0 0 0,-10 11-1 0 0,-1 5 16 0 0,-20 33-1 0 0,21-30-4 0 0,1 1-1 0 0,2 0 1 0 0,-12 33 0 0 0,21-50-28 0 0,1 1 1 0 0,0 0 0 0 0,1 0 0 0 0,0 0-1 0 0,1 0 1 0 0,0 0 0 0 0,0 0 0 0 0,1 0-1 0 0,0 0 1 0 0,1 0 0 0 0,0 1 0 0 0,5 18-1 0 0,-4-24-87 0 0,0 0 0 0 0,0 0 1 0 0,1 0-1 0 0,0 0 0 0 0,-1 0 0 0 0,2-1 0 0 0,-1 1 0 0 0,1-1 0 0 0,-1 0 0 0 0,1 0 0 0 0,0 0 1 0 0,0 0-1 0 0,8 4 0 0 0,-4-3-238 0 0,0-1 0 0 0,0 0 0 0 0,0 0 0 0 0,1-1-1 0 0,-1 0 1 0 0,1 0 0 0 0,15 1 0 0 0,1-1-538 0 0,0-1-1 0 0,0-2 1 0 0,1 0-1 0 0,-1-2 1 0 0,26-5-1 0 0,-18 1-3098 0 0,-1-4-1741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7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23 104 0 0,'-4'-20'12175'0'0,"2"18"-11646"0"0,1 2-244 0 0,0 0-1 0 0,0 1 0 0 0,1-1 0 0 0,-1 0 0 0 0,0 1 0 0 0,0 0 0 0 0,0-1 1 0 0,1 1-1 0 0,-1-1 0 0 0,0 1 0 0 0,0 0 0 0 0,1-1 0 0 0,-1 1 0 0 0,1 0 1 0 0,-1 0-1 0 0,1 0 0 0 0,-1-1 0 0 0,0 2 0 0 0,-23 48 1988 0 0,-41 140-655 0 0,55-153-3601 0 0,-7 57 0 0 0,17-86 913 0 0,-3 9-549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8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93 191 356 0 0,'0'-10'2221'0'0,"1"-1"0"0"0,0 1-1 0 0,4-20 1 0 0,-3 22-1577 0 0,1 1-1 0 0,-1 0 0 0 0,1 0 1 0 0,1 0-1 0 0,5-9 1 0 0,-5 10-478 0 0,1 0 0 0 0,0 0 1 0 0,0 1-1 0 0,0-1 1 0 0,1 1-1 0 0,0 0 1 0 0,0 1-1 0 0,0 0 1 0 0,0 0-1 0 0,1 0 1 0 0,0 0-1 0 0,-1 1 1 0 0,13-4-1 0 0,-13 5-106 0 0,-1 1 0 0 0,1-1-1 0 0,0 1 1 0 0,0 0 0 0 0,0 0-1 0 0,11 1 1 0 0,-14 0-46 0 0,0 0 0 0 0,0 1 1 0 0,0 0-1 0 0,0-1 0 0 0,0 1 0 0 0,0 0 0 0 0,-1 0 1 0 0,1 1-1 0 0,0-1 0 0 0,-1 1 0 0 0,1-1 0 0 0,-1 1 1 0 0,3 2-1 0 0,-4-3 4 0 0,1 1-1 0 0,-1-1 1 0 0,0 1 0 0 0,0-1 0 0 0,0 1-1 0 0,0 0 1 0 0,0 0 0 0 0,-1-1 0 0 0,1 1-1 0 0,0 0 1 0 0,-1 0 0 0 0,0 0 0 0 0,1 0-1 0 0,-1 0 1 0 0,0 0 0 0 0,0 0 0 0 0,0-1-1 0 0,0 1 1 0 0,0 0 0 0 0,0 0 0 0 0,-1 0 0 0 0,0 3-1 0 0,-1 3 55 0 0,0 1-1 0 0,-1-1 0 0 0,-5 10 1 0 0,-1-4 13 0 0,0 0 1 0 0,0 0 0 0 0,-1-1-1 0 0,-1 0 1 0 0,0-1-1 0 0,-18 15 1 0 0,5-5 59 0 0,20-18-133 0 0,4-3-12 0 0,-1-1 1 0 0,1 0 0 0 0,-1 1 0 0 0,1-1 0 0 0,0 0 0 0 0,-1 1-1 0 0,1-1 1 0 0,0 1 0 0 0,-1-1 0 0 0,1 1 0 0 0,0-1 0 0 0,-1 1-1 0 0,1-1 1 0 0,0 1 0 0 0,0-1 0 0 0,0 1 0 0 0,-1-1-1 0 0,1 1 1 0 0,0-1 0 0 0,0 1 0 0 0,0 0 0 0 0,0 0 0 0 0,0 0-2 0 0,2 1 4 0 0,1 1-3 0 0,1-1 0 0 0,-1 1 0 0 0,1-1 0 0 0,0 0 0 0 0,0 0 0 0 0,0 0 0 0 0,0-1 0 0 0,0 1 0 0 0,0-1 0 0 0,7 1 0 0 0,9 4 4 0 0,-8-1 38 0 0,0 0 0 0 0,0 1-1 0 0,-1 1 1 0 0,1 0 0 0 0,-1 0-1 0 0,19 18 1 0 0,-28-23 84 0 0,1 1-1 0 0,-1 0 1 0 0,1 0 0 0 0,-1 0-1 0 0,0 1 1 0 0,0-1 0 0 0,0 0-1 0 0,-1 1 1 0 0,1-1 0 0 0,-1 1-1 0 0,0 0 1 0 0,0-1 0 0 0,0 1-1 0 0,0 0 1 0 0,-1 0 0 0 0,1-1-1 0 0,-1 1 1 0 0,0 0 0 0 0,0 0-1 0 0,-1 0 1 0 0,1 0 0 0 0,-1-1-1 0 0,0 1 1 0 0,0 0 0 0 0,0 0-1 0 0,0-1 1 0 0,-4 8 0 0 0,0-3 106 0 0,0 0 1 0 0,0 0-1 0 0,-1 0 1 0 0,0-1-1 0 0,0 0 1 0 0,-1 0-1 0 0,0-1 1 0 0,0 1-1 0 0,-1-1 0 0 0,1-1 1 0 0,-1 0-1 0 0,-1 0 1 0 0,1 0-1 0 0,-14 4 1 0 0,7-3-114 0 0,0-1 1 0 0,0 0 0 0 0,0-1-1 0 0,-1-1 1 0 0,0 0-1 0 0,1-1 1 0 0,-1-1-1 0 0,-16-1 1 0 0,23 0-105 0 0,0-1 1 0 0,0 0 0 0 0,1-1 0 0 0,-1 0-1 0 0,-16-6 1 0 0,24 8-95 0 0,-1-1 0 0 0,1 1 0 0 0,-1-1 0 0 0,1 0 0 0 0,-1 1-1 0 0,1-1 1 0 0,-1 0 0 0 0,1 0 0 0 0,0 0 0 0 0,-1 0 0 0 0,1-1 0 0 0,0 1 0 0 0,0 0-1 0 0,0 0 1 0 0,0-1 0 0 0,0 1 0 0 0,0-1 0 0 0,0 1 0 0 0,0-1 0 0 0,1 1 0 0 0,-1-1-1 0 0,1 1 1 0 0,-1-1 0 0 0,1 0 0 0 0,-1 1 0 0 0,1-1 0 0 0,0 0 0 0 0,0 1 0 0 0,0-1-1 0 0,0 0 1 0 0,0 1 0 0 0,0-1 0 0 0,0 0 0 0 0,1 1 0 0 0,-1-1 0 0 0,1 0 0 0 0,0-1-1 0 0,3-7-756 0 0,1 1 0 0 0,0-1 0 0 0,0 1 0 0 0,1 1 0 0 0,13-16 0 0 0,41-37-5353 0 0,-42 44 3228 0 0,11-11-3452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8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83 122 1904 0 0,'-51'-72'13469'0'0,"20"22"-6474"0"0,34 52-6860 0 0,0-1-1 0 0,0 1 1 0 0,-1 0-1 0 0,1 0 1 0 0,0 0-1 0 0,0 0 1 0 0,-1 0-1 0 0,1 1 1 0 0,3 4-1 0 0,1 0 215 0 0,33 31 25 0 0,-2 2 0 0 0,-1 1 0 0 0,-3 2-1 0 0,47 74 1 0 0,-47-59-2254 0 0,14 23-6272 0 0,-45-77 7419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9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473 120 408 0 0,'-4'-19'2968'0'0,"1"3"962"0"0,-1 0 1 0 0,-8-22-1 0 0,0 8 221 0 0,11 29-3729 0 0,-2 2-182 0 0,0 1 0 0 0,1-1 0 0 0,-1 0 0 0 0,1 1 0 0 0,-1 0 0 0 0,1 0 0 0 0,-3 2 0 0 0,4-3-222 0 0,-120 142 2697 0 0,77-87-2418 0 0,6-9-281 0 0,-85 111 538 0 0,101-125-1740 0 0,-24 47-1 0 0,42-72 467 0 0,1 0 1 0 0,-1 1-1 0 0,-2 11 1 0 0,4 5-2626 0 0,3-24 2902 0 0,-1 0 1 0 0,0 1 0 0 0,0-1-1 0 0,1 0 1 0 0,-1 0-1 0 0,1 0 1 0 0,-1 0 0 0 0,1 0-1 0 0,-1 0 1 0 0,7 7-2655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51 996 0 0,'29'-50'21339'0'0,"-28"52"-21223"0"0,0 0 0 0 0,1 0 1 0 0,-1 0-1 0 0,0 0 0 0 0,-1 1 1 0 0,1-1-1 0 0,0 1 0 0 0,-1-1 1 0 0,1 0-1 0 0,-1 1 0 0 0,0-1 1 0 0,1 1-1 0 0,-2 2 1 0 0,0 41 431 0 0,0-35-454 0 0,-6 104-30 0 0,1-38-3492 0 0,3-33-1480 0 0,3-38 4156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3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356 220 2216 0 0,'-2'-11'1163'0'0,"2"0"-1"0"0,-1 0 1 0 0,2 0-1 0 0,-1 0 1 0 0,2 0 0 0 0,-1 0-1 0 0,1 1 1 0 0,1-1-1 0 0,6-16 1 0 0,-7 21-977 0 0,1 0 1 0 0,1 1-1 0 0,-1-1 1 0 0,1 1-1 0 0,0 0 0 0 0,0 0 1 0 0,0 0-1 0 0,1 0 1 0 0,-1 1-1 0 0,1-1 1 0 0,1 1-1 0 0,-1 1 0 0 0,0-1 1 0 0,1 1-1 0 0,0 0 1 0 0,-1 0-1 0 0,11-3 1 0 0,-8 3-105 0 0,1 1 1 0 0,-1 0-1 0 0,1 0 0 0 0,0 1 1 0 0,-1 0-1 0 0,1 1 1 0 0,0 0-1 0 0,0 0 1 0 0,-1 1-1 0 0,16 3 1 0 0,-21-4-56 0 0,0 1 1 0 0,0 0-1 0 0,0 0 0 0 0,1 0 1 0 0,-1 0-1 0 0,-1 1 0 0 0,1-1 1 0 0,0 1-1 0 0,0 0 1 0 0,-1 0-1 0 0,1 0 0 0 0,-1 0 1 0 0,1 0-1 0 0,-1 0 1 0 0,0 1-1 0 0,0-1 0 0 0,0 1 1 0 0,0 0-1 0 0,0-1 0 0 0,-1 1 1 0 0,1 0-1 0 0,-1 0 1 0 0,0 0-1 0 0,0 0 0 0 0,0 0 1 0 0,0 0-1 0 0,0 1 1 0 0,-1-1-1 0 0,1 0 0 0 0,-1 7 1 0 0,0-1 32 0 0,-1 0-1 0 0,-1 0 1 0 0,1 0 0 0 0,-1 0 0 0 0,-1 0 0 0 0,0 0-1 0 0,-7 15 1 0 0,-34 55 216 0 0,28-54-162 0 0,-8 12 293 0 0,23-36-353 0 0,1-1-50 0 0,0 0 1 0 0,0 0-1 0 0,0 1 1 0 0,-1-1-1 0 0,1 0 1 0 0,0 1-1 0 0,0-1 1 0 0,0 0-1 0 0,0 0 1 0 0,0 1-1 0 0,0-1 1 0 0,0 0-1 0 0,-1 1 1 0 0,1-1-1 0 0,0 0 1 0 0,0 1-1 0 0,0-1 1 0 0,0 0-1 0 0,0 1 1 0 0,0-1-1 0 0,1 0 1 0 0,-1 1-1 0 0,0-1 1 0 0,0 0-1 0 0,0 1 1 0 0,0-1-1 0 0,0 0 1 0 0,1 1-1 0 0,41 7 31 0 0,-34-6 55 0 0,0 1 0 0 0,0-1 0 0 0,0 1 0 0 0,-1 1 0 0 0,1-1 0 0 0,-1 1 0 0 0,0 1 0 0 0,0-1 0 0 0,0 1 0 0 0,8 8 0 0 0,-13-11 42 0 0,0 0 1 0 0,0 1-1 0 0,0-1 1 0 0,0 1-1 0 0,0-1 1 0 0,-1 1-1 0 0,1-1 1 0 0,-1 1-1 0 0,0 0 1 0 0,0 0-1 0 0,0 0 0 0 0,0 0 1 0 0,0 0-1 0 0,-1 0 1 0 0,1 0-1 0 0,-1 0 1 0 0,0 0-1 0 0,0 0 1 0 0,0 0-1 0 0,0 0 0 0 0,0 0 1 0 0,-1 0-1 0 0,1 0 1 0 0,-1 0-1 0 0,0 0 1 0 0,0 0-1 0 0,0 0 1 0 0,0 0-1 0 0,-1-1 0 0 0,1 1 1 0 0,-3 3-1 0 0,-4 5 19 0 0,1-1 1 0 0,-2-1-1 0 0,1 0 0 0 0,-2 0 0 0 0,1 0 0 0 0,-1-1 0 0 0,0-1 0 0 0,0 0 0 0 0,-1 0 0 0 0,-12 5 0 0 0,-3 0-68 0 0,-1 0 0 0 0,-1-2-1 0 0,-35 9 1 0 0,33-13-497 0 0,0-1 0 0 0,-1-1 0 0 0,0-2-1 0 0,-35-2 1 0 0,-30-6-4718 0 0,1-4-5315 0 0,65 6 2832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0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 1244 0 0,'-95'37'5527'0'0,"-46"19"1657"0"0,127-48-5171 0 0,21-8-1207 0 0,35-8-854 0 0,-20 3 298 0 0,142-20-685 0 0,-109 21-2338 0 0,1 5-3367 0 0,-38-1 916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0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4 848 0 0,'-136'74'15974'0'0,"166"-76"-15832"0"0,0-1 0 0 0,-1-2 0 0 0,54-16 1 0 0,-1 1-2630 0 0,-10 3-3770 0 0,-33 8 14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0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122 144 1648 0 0,'-2'-4'805'0'0,"0"1"1"0"0,1 0-1 0 0,-1-1 0 0 0,1 1 1 0 0,-1-1-1 0 0,1 1 0 0 0,0-1 0 0 0,1 0 1 0 0,-1 1-1 0 0,1-1 0 0 0,-1-7 1 0 0,2 8-510 0 0,-1-1 1 0 0,1 1 0 0 0,-1 0 0 0 0,1-1 0 0 0,0 1-1 0 0,1 0 1 0 0,-1 0 0 0 0,0-1 0 0 0,1 1 0 0 0,0 0-1 0 0,2-3 1 0 0,0 1-205 0 0,0 1-1 0 0,0 0 1 0 0,0 0 0 0 0,1 0-1 0 0,-1 1 1 0 0,1-1 0 0 0,0 1-1 0 0,0 0 1 0 0,0 0-1 0 0,0 1 1 0 0,1 0 0 0 0,-1 0-1 0 0,1 0 1 0 0,11-2-1 0 0,-13 3-66 0 0,1 1 0 0 0,-1-1-1 0 0,1 1 1 0 0,0 0 0 0 0,-1 0-1 0 0,1 0 1 0 0,0 1-1 0 0,-1-1 1 0 0,1 1 0 0 0,-1 0-1 0 0,1 1 1 0 0,-1-1 0 0 0,0 1-1 0 0,1 0 1 0 0,-1 0-1 0 0,0 0 1 0 0,6 5 0 0 0,-8-5 20 0 0,1 1 1 0 0,0-1 0 0 0,-1 1 0 0 0,0 0-1 0 0,0 0 1 0 0,0 0 0 0 0,0 0 0 0 0,0 0-1 0 0,-1 0 1 0 0,1 0 0 0 0,-1 1 0 0 0,0-1 0 0 0,0 1-1 0 0,0-1 1 0 0,0 1 0 0 0,-1-1 0 0 0,1 1-1 0 0,-1 0 1 0 0,0-1 0 0 0,0 1 0 0 0,-1-1-1 0 0,1 1 1 0 0,-1 3 0 0 0,-4 13 185 0 0,0-1-1 0 0,-1 0 1 0 0,0 0 0 0 0,-2 0 0 0 0,0-1 0 0 0,-2 0-1 0 0,-11 18 1 0 0,-92 114 965 0 0,65-89-713 0 0,26-32-288 0 0,5-5-12 0 0,-25 25 0 0 0,41-48-173 0 0,0-1 0 0 0,1 1 0 0 0,-1 0 0 0 0,0-1-1 0 0,1 1 1 0 0,-1 0 0 0 0,0-1 0 0 0,1 1 0 0 0,-1 0-1 0 0,1 0 1 0 0,0 0 0 0 0,-1 0 0 0 0,1 0 0 0 0,-1-1 0 0 0,1 1-1 0 0,0 0 1 0 0,0 0 0 0 0,0 0 0 0 0,0 0 0 0 0,0 0-1 0 0,0 0 1 0 0,0 0 0 0 0,0 0 0 0 0,0 0 0 0 0,0 0 0 0 0,0 0-1 0 0,0 0 1 0 0,1 0 0 0 0,0 1 0 0 0,-1-1 1 0 0,1 0 0 0 0,0 0 0 0 0,0 0 0 0 0,0 0 0 0 0,0 0 0 0 0,0-1 0 0 0,0 1 0 0 0,0 0 0 0 0,0-1 0 0 0,0 1 0 0 0,0 0 0 0 0,0-1 0 0 0,1 1 0 0 0,-1-1 0 0 0,0 0 0 0 0,0 1 1 0 0,1-1-1 0 0,-1 0 0 0 0,0 0 0 0 0,0 0 0 0 0,2 0 0 0 0,28-1-379 0 0,0-1 0 0 0,0-2 0 0 0,-1-1 0 0 0,42-13 0 0 0,-7-4-3630 0 0,-6-7-3470 0 0,-33 14 765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68 1516 0 0,'-5'-28'10098'0'0,"3"8"-4220"0"0,-2 0 2346 0 0,5 33-7180 0 0,1 37 215 0 0,-5 84 1 0 0,-17 53-2251 0 0,19-181 413 0 0,-6 60-3281 0 0,8-34-965 0 0,5-5-4831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69 131 2976 0 0,'-25'-9'8076'0'0,"-10"-4"-1162"0"0,29 11-6184 0 0,6 2-705 0 0,0 0 0 0 0,0 0 0 0 0,0 0 0 0 0,0 0 1 0 0,0 0-1 0 0,0 0 0 0 0,-1 0 0 0 0,1 0 0 0 0,0 0 0 0 0,0 0 0 0 0,0 0 0 0 0,0 0 1 0 0,0-1-1 0 0,0 1 0 0 0,0 0 0 0 0,0 0 0 0 0,-1 0 0 0 0,1 0 0 0 0,0 0 0 0 0,0 0 1 0 0,0 0-1 0 0,0 0 0 0 0,0 0 0 0 0,0 0 0 0 0,0 0 0 0 0,0 0 0 0 0,0 0 0 0 0,0 0 1 0 0,0-1-1 0 0,0 1 0 0 0,-1 0 0 0 0,1 0 0 0 0,0 0 0 0 0,0 0 0 0 0,0 0 0 0 0,0 0 1 0 0,0 0-1 0 0,0 0 0 0 0,0-1 0 0 0,0 1 0 0 0,0 0 0 0 0,0 0 0 0 0,0 0 0 0 0,0 0 1 0 0,0 0-1 0 0,0 0 0 0 0,0 0 0 0 0,0-1 0 0 0,0 1 0 0 0,0 0 0 0 0,1 0 0 0 0,-1 0 1 0 0,0 0-1 0 0,0 0 0 0 0,0 0 0 0 0,0 0 0 0 0,0 0 0 0 0,15-6 263 0 0,0 1 0 0 0,1 1 0 0 0,0 0 0 0 0,20-2 0 0 0,3-1-80 0 0,85-15 242 0 0,-4 0-1462 0 0,-41 4-4402 0 0,-60 9-1616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1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 1352 0 0,'-28'-13'21960'0'0,"25"13"-21114"0"0,2 1-713 0 0,0 0 0 0 0,1 0 0 0 0,-1-1 1 0 0,0 1-1 0 0,1 0 0 0 0,-1 0 0 0 0,0 0 0 0 0,1 0 0 0 0,-1 0 0 0 0,1 0 1 0 0,0 0-1 0 0,-1 0 0 0 0,1 0 0 0 0,0 0 0 0 0,0 0 0 0 0,-1 0 0 0 0,1 0 1 0 0,0 0-1 0 0,0 0 0 0 0,0 0 0 0 0,1 2 0 0 0,-33 329 1995 0 0,29-304-2322 0 0,-2 49-2477 0 0,5-67 595 0 0,1 0 1 0 0,3 19 0 0 0,-3-26 966 0 0,2 7-619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77 2728 0 0,'6'-65'13443'0'0,"-7"53"-8949"0"0,-10 61-2223 0 0,-7 88 1 0 0,16-124-2136 0 0,-2 25-245 0 0,0 1 0 0 0,3 0 1 0 0,1-1-1 0 0,7 51 0 0 0,-6-85-236 0 0,0 0 1 0 0,0 0-1 0 0,0 0 0 0 0,1 0 0 0 0,0 0 0 0 0,-1-1 0 0 0,1 1 1 0 0,1-1-1 0 0,-1 1 0 0 0,4 4 0 0 0,18 12-7009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2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346 183 912 0 0,'-32'-31'13641'0'0,"11"16"-9464"0"0,19 15-3573 0 0,-1-1-324 0 0,1 1 1 0 0,-1 0-1 0 0,0 0 0 0 0,0 0 1 0 0,1 1-1 0 0,-6 0 1 0 0,-1 8-37 0 0,2-1 0 0 0,-1 1 0 0 0,1 1 1 0 0,0-1-1 0 0,1 1 0 0 0,0 0 0 0 0,1 1 1 0 0,-7 17-1 0 0,-1 6 204 0 0,-11 53 1 0 0,22-80-421 0 0,1-1 1 0 0,0 1 0 0 0,1-1-1 0 0,-1 1 1 0 0,1 0 0 0 0,1-1-1 0 0,-1 1 1 0 0,3 8 0 0 0,-3-13-18 0 0,0 0 1 0 0,1 0 0 0 0,0 0-1 0 0,-1 0 1 0 0,1 0-1 0 0,0-1 1 0 0,0 1 0 0 0,0 0-1 0 0,0-1 1 0 0,0 1 0 0 0,0-1-1 0 0,1 1 1 0 0,-1-1 0 0 0,0 1-1 0 0,1-1 1 0 0,-1 0 0 0 0,1 0-1 0 0,-1 1 1 0 0,1-1 0 0 0,0-1-1 0 0,0 1 1 0 0,-1 0 0 0 0,1 0-1 0 0,0-1 1 0 0,0 1-1 0 0,0 0 1 0 0,0-1 0 0 0,0 0-1 0 0,0 0 1 0 0,-1 1 0 0 0,1-1-1 0 0,0 0 1 0 0,0-1 0 0 0,0 1-1 0 0,2 0 1 0 0,10-3 34 0 0,0 0 0 0 0,-1-1 0 0 0,0 0 1 0 0,0-1-1 0 0,0 0 0 0 0,0-1 0 0 0,-1 0 0 0 0,0-1 1 0 0,0-1-1 0 0,0 0 0 0 0,-1-1 0 0 0,-1 0 0 0 0,0 0 0 0 0,0-1 1 0 0,16-21-1 0 0,-19 23-6 0 0,56-82 1712 0 0,-58 82-1417 0 0,0-1 0 0 0,-1 0 0 0 0,0 0 0 0 0,0 0 1 0 0,-1-1-1 0 0,0 0 0 0 0,0 1 0 0 0,1-17 0 0 0,-4 21-272 0 0,0 0 0 0 0,0-1 1 0 0,0 1-1 0 0,0 0 0 0 0,-1 0 0 0 0,0 0 0 0 0,0 0 0 0 0,-1 0 1 0 0,1 0-1 0 0,-1 0 0 0 0,0 1 0 0 0,0-1 0 0 0,-1 1 0 0 0,1-1 1 0 0,-1 1-1 0 0,-4-6 0 0 0,2 5-62 0 0,0 1 1 0 0,0-1 0 0 0,-1 1-1 0 0,1 0 1 0 0,-1 0 0 0 0,0 1-1 0 0,0 0 1 0 0,0 0-1 0 0,-1 0 1 0 0,1 0 0 0 0,-8-1-1 0 0,0 1-464 0 0,0 0-1 0 0,-1 1 0 0 0,1 1 0 0 0,-1 0 1 0 0,1 1-1 0 0,-1 0 0 0 0,1 1 1 0 0,-1 1-1 0 0,1 0 0 0 0,-28 9 0 0 0,19-3-1422 0 0,1 2-1 0 0,-1 1 1 0 0,-37 25-1 0 0,-18 21-7377 0 0,47-34 1870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55 1832 0 0,'-147'-10'18018'0'0,"144"10"-17271"0"0,1 0-73 0 0,-9-1-63 0 0,9 0 377 0 0,-1 1-629 0 0,1 0-317 0 0,-16-3 1000 0 0,17 3-1033 0 0,1 0-1 0 0,0 0 1 0 0,0 0 0 0 0,0 0-1 0 0,0 0 1 0 0,0 0 0 0 0,0 0-1 0 0,0 0 1 0 0,0 0-1 0 0,-1-1 1 0 0,1 1 0 0 0,0 0-1 0 0,0 0 1 0 0,0 0 0 0 0,0 0-1 0 0,0 0 1 0 0,0 0-1 0 0,0 0 1 0 0,0 0 0 0 0,0 0-1 0 0,0 0 1 0 0,0 0 0 0 0,0 0-1 0 0,-1 0 1 0 0,1 0 0 0 0,0-1-1 0 0,0 1 1 0 0,0 0-1 0 0,0 0 1 0 0,0 0 0 0 0,0 0-1 0 0,0 0 1 0 0,0 0 0 0 0,0 0-1 0 0,0 0 1 0 0,0-1 0 0 0,0 1-1 0 0,0 0 1 0 0,0 0-1 0 0,0 0 1 0 0,0 0 0 0 0,0 0-1 0 0,0 0 1 0 0,0 0 0 0 0,0 0-1 0 0,0 0 1 0 0,0-1 0 0 0,0 1-1 0 0,0 0 1 0 0,1 0-1 0 0,-1 0 1 0 0,0 0 0 0 0,13-6-52 0 0,16-2-447 0 0,0 1 1 0 0,0 2-1 0 0,39-3 1 0 0,-46 7-1847 0 0,39 3 0 0 0,-47 0-162 0 0,1 0-1 0 0,0 1 1 0 0,18 7-1 0 0,-19-4-3201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0 2548 0 0,'-180'103'17172'0'0,"183"-102"-17019"0"0,10-1-156 0 0,0 0 0 0 0,0 0 0 0 0,0-1 0 0 0,-1-1-1 0 0,1 0 1 0 0,24-8 0 0 0,16-2-1901 0 0,62-11-7902 0 0,-84 15 4069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104 151 2452 0 0,'-90'-54'17791'0'0,"89"53"-17247"0"0,-10-9 926 0 0,11 9-1436 0 0,-1-1 0 0 0,1 1 0 0 0,0 0 0 0 0,0 0 0 0 0,0 0 0 0 0,0 0 0 0 0,0 0 0 0 0,0 0 0 0 0,0-1 0 0 0,0 1 0 0 0,0 0 0 0 0,0 0 0 0 0,1 0 0 0 0,-1 0 0 0 0,0 0 0 0 0,1 0 0 0 0,-1 0 0 0 0,1 0-1 0 0,-1 0 1 0 0,2-2 0 0 0,0 1 0 0 0,0-1 0 0 0,1 1-1 0 0,-1 0 1 0 0,1 0 0 0 0,-1 0-1 0 0,1 0 1 0 0,3-2-1 0 0,7-3-10 0 0,0 2 0 0 0,22-8 0 0 0,-29 11 9 0 0,7-2-35 0 0,0 1 0 0 0,0 0-1 0 0,0 1 1 0 0,1 1 0 0 0,20-1 0 0 0,-25 2-6 0 0,-1 1 0 0 0,0-1 0 0 0,1 2 0 0 0,-1-1 0 0 0,0 1 0 0 0,0 0 0 0 0,0 1 0 0 0,0 0 1 0 0,-1 0-1 0 0,10 6 0 0 0,-14-8 8 0 0,-1 1 1 0 0,0-1-1 0 0,0 1 0 0 0,0-1 1 0 0,0 1-1 0 0,0 0 1 0 0,0 0-1 0 0,-1 0 0 0 0,1 0 1 0 0,-1 0-1 0 0,1 0 0 0 0,-1 1 1 0 0,0-1-1 0 0,1 1 1 0 0,-1-1-1 0 0,-1 0 0 0 0,1 1 1 0 0,0 2-1 0 0,0-1 7 0 0,-1-1 1 0 0,0 1-1 0 0,0 0 0 0 0,0 0 0 0 0,-1-1 0 0 0,0 1 1 0 0,1-1-1 0 0,-1 1 0 0 0,0 0 0 0 0,-1-1 0 0 0,-1 6 1 0 0,-6 6 24 0 0,0-1-1 0 0,-1 0 1 0 0,0 0 0 0 0,-18 18 0 0 0,18-21-32 0 0,-20 24 91 0 0,29-34-83 0 0,0-1-6 0 0,1 0 1 0 0,0 0-1 0 0,0 0 0 0 0,-1 0 1 0 0,1 0-1 0 0,0 1 0 0 0,0-1 1 0 0,-1 0-1 0 0,1 0 0 0 0,0 0 1 0 0,-1 0-1 0 0,1 0 0 0 0,0 0 1 0 0,0 1-1 0 0,0-1 0 0 0,-1 0 0 0 0,1 0 1 0 0,0 0-1 0 0,0 1 0 0 0,0-1 1 0 0,-1 0-1 0 0,1 0 0 0 0,0 0 1 0 0,0 1-1 0 0,0-1 0 0 0,0 0 1 0 0,0 0-1 0 0,0 1 0 0 0,-1-1 0 0 0,1 0 1 0 0,0 0-1 0 0,0 1 0 0 0,0-1 1 0 0,0 0-1 0 0,0 1 0 0 0,0-1 1 0 0,0 0-1 0 0,0 0 0 0 0,0 1 1 0 0,0-1-1 0 0,0 0 0 0 0,1 1 1 0 0,-1-1-1 0 0,0 0 0 0 0,0 0 0 0 0,0 1 1 0 0,0-1-1 0 0,0 0 0 0 0,0 0 1 0 0,1 1-1 0 0,-1-1 0 0 0,0 0 1 0 0,0 0-1 0 0,0 0 0 0 0,0 1 1 0 0,1-1-1 0 0,-1 0 0 0 0,0 0 0 0 0,1 2 9 0 0,0-1-1 0 0,0 0 0 0 0,0 0 1 0 0,0 1-1 0 0,0-1 0 0 0,0 0 1 0 0,1 0-1 0 0,-1 0 0 0 0,0 0 1 0 0,0 0-1 0 0,4 1 0 0 0,15 5-24 0 0,1 1 0 0 0,-1 1-1 0 0,-1 1 1 0 0,25 16 0 0 0,-37-21 162 0 0,1 0 0 0 0,-1 1 1 0 0,-1 0-1 0 0,1 1 0 0 0,9 13 0 0 0,-13-16 79 0 0,0-1-1 0 0,-1 1 0 0 0,0 1 0 0 0,0-1 1 0 0,0 0-1 0 0,0 1 0 0 0,-1-1 0 0 0,0 0 1 0 0,0 1-1 0 0,0 0 0 0 0,0-1 0 0 0,-1 7 1 0 0,0-7-80 0 0,0-1 0 0 0,0 1 0 0 0,0 0 0 0 0,-1 0 1 0 0,0 0-1 0 0,0-1 0 0 0,0 1 0 0 0,0 0 1 0 0,0-1-1 0 0,-1 1 0 0 0,0-1 0 0 0,1 0 0 0 0,-1 1 1 0 0,-1-1-1 0 0,1 0 0 0 0,0 0 0 0 0,-4 3 1 0 0,1-2-46 0 0,0 0 0 0 0,0-1 1 0 0,0 0-1 0 0,0 0 1 0 0,0 0-1 0 0,0-1 0 0 0,-1 1 1 0 0,1-1-1 0 0,-1-1 1 0 0,-7 2-1 0 0,-5 0-218 0 0,0-1-1 0 0,0 0 1 0 0,0-2-1 0 0,0 0 1 0 0,-36-6-1 0 0,53 6 7 0 0,-31-6-2817 0 0,30 5 2499 0 0,1 1 0 0 0,0 0 0 0 0,-1-1 1 0 0,1 1-1 0 0,0-1 0 0 0,0 0 0 0 0,-1 1 0 0 0,1-1 0 0 0,0 0 1 0 0,0 0-1 0 0,0 1 0 0 0,0-1 0 0 0,-2-2-857 0 0,2 2 857 0 0,0-2 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3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58 1524 0 0,'5'-13'6668'0'0,"14"-32"9898"0"0,-17 61-15621 0 0,-1-1 0 0 0,0 0 1 0 0,-2 1-1 0 0,0-1 0 0 0,-5 27 0 0 0,1-3-172 0 0,-33 247 467 0 0,35-256-3279 0 0,1 51-1 0 0,9-8-7551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71 108 800 0 0,'-14'-8'4974'0'0,"-37"-32"6054"0"0,45 34-9914 0 0,25 6-1047 0 0,0 1 0 0 0,0 0-1 0 0,0 2 1 0 0,20 4 0 0 0,17 2 12 0 0,726 48 365 0 0,5-51-332 0 0,-531-7-87 0 0,702 14 44 0 0,1 0-26 0 0,-391-24 8 0 0,-163 1-26 0 0,402-10-3 0 0,-88 8 27 0 0,21 0-32 0 0,-2-22-10 0 0,-452 11 105 0 0,-276 22-98 0 0,-10 1-12 0 0,43-11 23 0 0,-11 4-19 0 0,9-5-4 0 0,-39 12-147 0 0,26-9-317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1 1992 0 0,'0'0'6953'0'0,"6"12"-5807"0"0,13 195 3861 0 0,-15 110-2659 0 0,-93 1037 1087 0 0,-23-234-2412 0 0,85-815-784 0 0,-76 1047 425 0 0,37-406-207 0 0,57-841-381 0 0,-73 1272 747 0 0,19-133 1074 0 0,52-1041-1663 0 0,-40 686 2071 0 0,45-805-2197 0 0,-2 79 2 0 0,5-122-2739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4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92 668 0 0,'1'-10'4131'0'0,"17"-45"2388"0"0,-18 53-5993 0 0,1 1-338 0 0,0 1 0 0 0,0-1 0 0 0,0 0 0 0 0,-1 0 0 0 0,1 0 0 0 0,0 0 0 0 0,-1 0 0 0 0,1 0 0 0 0,-1-1 0 0 0,1 1 0 0 0,-1 0 0 0 0,0 0 0 0 0,0 0 0 0 0,1-2 0 0 0,2-4 1136 0 0,-3 16-1350 0 0,9 112 1404 0 0,-14 467 729 0 0,-29 1-1125 0 0,28-511-848 0 0,-182 1557 3981 0 0,57-673-818 0 0,99-578-2549 0 0,28-328-691 0 0,-4 109-329 0 0,7-96-3362 0 0,1-61 3315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85 592 0 0,'35'-43'21518'0'0,"-38"30"-21343"0"0,2 12-154 0 0,-35-21-24 0 0,35 21-9 0 0,-36-4 11 0 0,34 5 9 0 0,2 0-10 0 0,0 0-1 0 0,0 0 1 0 0,-1 0-1 0 0,1 0 0 0 0,0 0 1 0 0,0 0-1 0 0,0 1 1 0 0,0-1-1 0 0,0 0 1 0 0,-1 1-1 0 0,1-1 1 0 0,0 0-1 0 0,0 1 1 0 0,0-1-1 0 0,0 1 1 0 0,0 0-1 0 0,0-1 1 0 0,-1 2-1 0 0,-19 14-8 0 0,-3 14-4 0 0,0 2 0 0 0,2 0 1 0 0,1 2-1 0 0,-30 68 0 0 0,40-75 1 0 0,3-10 11 0 0,2-1 0 0 0,0 1 1 0 0,-4 19-1 0 0,9-33 5 0 0,1 1-1 0 0,-1-1 1 0 0,1 1 0 0 0,-1 0-1 0 0,1-1 1 0 0,0 1 0 0 0,1 0-1 0 0,-1-1 1 0 0,1 1-1 0 0,-1-1 1 0 0,1 1 0 0 0,0-1-1 0 0,0 1 1 0 0,1-1 0 0 0,-1 1-1 0 0,1-1 1 0 0,-1 0 0 0 0,1 0-1 0 0,0 0 1 0 0,4 5 0 0 0,-2-5-2 0 0,-1 0 0 0 0,1-1 0 0 0,0 0 0 0 0,0 1 0 0 0,0-1 0 0 0,0-1 0 0 0,0 1 0 0 0,0-1 0 0 0,0 1 0 0 0,1-1 0 0 0,-1 0 0 0 0,0-1 0 0 0,8 1 1 0 0,7 0 9 0 0,33-3 0 0 0,-47 2-9 0 0,212-30-1620 0 0,-191 26 142 0 0,15-9-10397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1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26 1008 0 0,'29'-26'18724'0'0,"-27"29"-18467"0"0,-1 0-1 0 0,-1 0 1 0 0,1 0-1 0 0,0 0 0 0 0,-1 0 1 0 0,0 0-1 0 0,1 4 1 0 0,-1-6-74 0 0,2 52 964 0 0,-2 1 0 0 0,-2-1 0 0 0,-3 0-1 0 0,-1-1 1 0 0,-16 56 0 0 0,20-99-890 0 0,0-1 0 0 0,0 0 0 0 0,-1 0-1 0 0,-1 0 1 0 0,1 0 0 0 0,-1 0 0 0 0,0-1 0 0 0,-7 10 0 0 0,8-14-212 0 0,1-1 1 0 0,-1 1-1 0 0,1-1 1 0 0,-1 1-1 0 0,0-1 1 0 0,0 0 0 0 0,0 0-1 0 0,-1 0 1 0 0,1-1-1 0 0,0 1 1 0 0,-1-1-1 0 0,1 1 1 0 0,-1-1-1 0 0,1 0 1 0 0,-1-1 0 0 0,0 1-1 0 0,1-1 1 0 0,-1 1-1 0 0,0-1 1 0 0,1 0-1 0 0,-1 0 1 0 0,0-1-1 0 0,-4 0 1 0 0,-3-1-425 0 0,0 0-1 0 0,0-1 1 0 0,0 0 0 0 0,0-1-1 0 0,1 0 1 0 0,0-1 0 0 0,-1 0-1 0 0,-15-11 1 0 0,21 13-381 0 0,1-1 1 0 0,0 1-1 0 0,0-1 1 0 0,0 0-1 0 0,0 0 1 0 0,1 0-1 0 0,-1-1 1 0 0,1 1-1 0 0,0-1 0 0 0,0 0 1 0 0,1 0-1 0 0,0 0 1 0 0,-1 0-1 0 0,2 0 1 0 0,-1-1-1 0 0,0 1 1 0 0,1-1-1 0 0,0 1 1 0 0,1-1-1 0 0,-1-6 1 0 0,1-8-3545 0 0,2-1-1877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1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2804 0 0,'65'-74'19471'0'0,"-64"74"-19388"0"0,0 0 0 0 0,-1-1 1 0 0,1 1-1 0 0,-1 0 0 0 0,1-1 1 0 0,-1 1-1 0 0,1-1 0 0 0,-1 1 0 0 0,0-1 1 0 0,1 1-1 0 0,-1-1 0 0 0,1 0 1 0 0,-1 1-1 0 0,0-1 0 0 0,0 1 1 0 0,1-1-1 0 0,-1 0 0 0 0,0 1 1 0 0,0-2-1 0 0,6-8 305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3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158 104 1536 0 0,'-148'-73'16021'0'0,"146"72"-15325"0"0,2 1-634 0 0,0 0 0 0 0,-1 0 1 0 0,1 0-1 0 0,0 0 0 0 0,0 0 0 0 0,-1 0 0 0 0,1 0 0 0 0,0 0 1 0 0,-1-1-1 0 0,1 1 0 0 0,0 0 0 0 0,0 0 0 0 0,-1 0 0 0 0,1 0 1 0 0,0 0-1 0 0,-1 0 0 0 0,1-1 0 0 0,0 1 0 0 0,0 0 0 0 0,0 0 1 0 0,-1 0-1 0 0,1-1 0 0 0,0 1 0 0 0,0 0 0 0 0,0 0 0 0 0,-1-1 1 0 0,1 0-1 0 0,19-2 3 0 0,1 0 1 0 0,0 1-1 0 0,0 1 1 0 0,20 2-1 0 0,20-2-7 0 0,-20-1-35 0 0,288-11 192 0 0,-327 12-212 0 0,0 1 1 0 0,1 0 0 0 0,-1 0 0 0 0,0 1 0 0 0,1-1 0 0 0,-1 0 0 0 0,0 0 0 0 0,0 1 0 0 0,1-1-1 0 0,-1 1 1 0 0,2 0 0 0 0,-3 1-2 0 0,-1 0 0 0 0,0 0-1 0 0,0 0 1 0 0,1-1-1 0 0,-1 1 1 0 0,0 0 0 0 0,-1 0-1 0 0,1-1 1 0 0,0 1 0 0 0,0-1-1 0 0,-1 1 1 0 0,1-1 0 0 0,-1 1-1 0 0,1-1 1 0 0,-1 0 0 0 0,1 0-1 0 0,-1 0 1 0 0,0 0-1 0 0,-3 2 1 0 0,0 0-3 0 0,-13 10 28 0 0,0 0 0 0 0,-28 14 0 0 0,-15 10 12 0 0,53-31-35 0 0,1 0-3 0 0,-1-1 0 0 0,-1 0 0 0 0,-13 7 0 0 0,20-11-7 0 0,-17 12 306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4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16 1100 0 0,'0'0'4867'0'0,"4"-16"1446"0"0,-300 222-4108 0 0,64-47-1245 0 0,208-141-761 0 0,-45 42 0 0 0,68-59-38 0 0,6 7 105 0 0,-5-7-253 0 0,0-1 0 0 0,0 1-1 0 0,1-1 1 0 0,-1 1 0 0 0,0-1 0 0 0,0 1-1 0 0,1-1 1 0 0,-1 1 0 0 0,0-1-1 0 0,1 1 1 0 0,-1-1 0 0 0,1 0-1 0 0,-1 1 1 0 0,1-1 0 0 0,-1 1-1 0 0,1-1 1 0 0,-1 0 0 0 0,1 0-1 0 0,-1 1 1 0 0,1-1 0 0 0,-1 0-1 0 0,1 0 1 0 0,-1 0 0 0 0,1 0-1 0 0,-1 1 1 0 0,1-1 0 0 0,0 0-1 0 0,-1 0 1 0 0,1 0 0 0 0,0 0 0 0 0,30 0 165 0 0,0 0 0 0 0,0-2 0 0 0,47-9 1 0 0,-2 1-84 0 0,146-23 113 0 0,-177 29-2552 0 0,-1 5-6326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5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21 432 0 0,'15'-16'14752'0'0,"-8"11"-12644"0"0,-5 15-1675 0 0,-1 0 1 0 0,0 1-1 0 0,-1-1 1 0 0,0 0-1 0 0,0 0 1 0 0,-1 0-1 0 0,-3 14 1 0 0,1 1-20 0 0,-3 44 984 0 0,-15 120 1509 0 0,16-163-1948 0 0,-1-1 0 0 0,-1 1 1 0 0,-1-1-1 0 0,-2-1 1 0 0,-14 28-1 0 0,20-43-722 0 0,3-6-156 0 0,0-1 0 0 0,-1 1 0 0 0,1 0 0 0 0,-1-1 0 0 0,0 1 0 0 0,0-1-1 0 0,0 1 1 0 0,0-1 0 0 0,0 0 0 0 0,-1 0 0 0 0,1 0 0 0 0,-1 0 0 0 0,1 0 0 0 0,-1 0 0 0 0,-4 1 0 0 0,-7 3-81 0 0,-3-4 0 0 0,-9-3 0 0 0,20-3 0 0 0,2 1 0 0 0,-8-1-872 0 0,1-1-1 0 0,-1-1 1 0 0,1 0 0 0 0,1-1 0 0 0,-1 0-1 0 0,1-1 1 0 0,0 0 0 0 0,-8-9 0 0 0,13 13 354 0 0,1-1 1 0 0,1 1-1 0 0,-1-1 1 0 0,1 0-1 0 0,-1 0 1 0 0,2 0-1 0 0,-1-1 1 0 0,0 1-1 0 0,1-1 1 0 0,0 1-1 0 0,0-1 1 0 0,1 0-1 0 0,0 0 1 0 0,0 0-1 0 0,0 0 1 0 0,1 0-1 0 0,-1 0 1 0 0,2-10-1 0 0,2-6-4580 0 0,3 0-2484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5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1812 0 0,'2'-25'9341'0'0,"0"-27"0"0"0,-2 45-7735 0 0,4-11 1790 0 0,-2 10-5073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 84 0 0,'-5'-7'3244'0'0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45 1660 0 0,'2'-2'1427'0'0,"38"-41"6320"0"0,-41 46-7326 0 0,-1 6-93 0 0,-1 0 0 0 0,0 0 1 0 0,-1 0-1 0 0,0 0 0 0 0,-1-1 0 0 0,-9 14 0 0 0,-3 9 140 0 0,-61 100 754 0 0,16-29-748 0 0,14-19-469 0 0,-35 66 552 0 0,67-117-2616 0 0,-12 40 0 0 0,26-67 1143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8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40 1292 0 0,'5'-14'2888'0'0,"-3"11"-2201"0"0,-1 1-1 0 0,0-1 1 0 0,0 1-1 0 0,0-1 1 0 0,0 0-1 0 0,-1 0 1 0 0,1-4-1 0 0,17 35 1967 0 0,11 39-947 0 0,57 93-1 0 0,22 51-1022 0 0,-105-204-502 0 0,0 1 1 0 0,0 0-1 0 0,-1 0 1 0 0,0 0-1 0 0,-1 0 1 0 0,1 0-1 0 0,-2 0 1 0 0,1 1-1 0 0,-1-1 1 0 0,-2 16-1 0 0,1-19-56 0 0,0 0 1 0 0,-1 0-1 0 0,1 0 0 0 0,-1 0 1 0 0,0-1-1 0 0,-1 1 0 0 0,1-1 1 0 0,-1 1-1 0 0,0-1 0 0 0,0 0 1 0 0,0 0-1 0 0,-1-1 1 0 0,1 1-1 0 0,-1 0 0 0 0,0-1 1 0 0,0 0-1 0 0,0 0 0 0 0,-8 4 1 0 0,1-2-24 0 0,1 0 0 0 0,-1 0-1 0 0,0-2 1 0 0,0 1 0 0 0,0-1 0 0 0,0-1 0 0 0,-19 2 0 0 0,-84-2 50 0 0,68-3-85 0 0,-177-4-765 0 0,220 5 180 0 0,39-3-12058 0 0,-20 0 6941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13 2796 0 0,'13'-4'2163'0'0,"19"-5"9064"0"0,-24 9-11208 0 0,-7 2 261 0 0,-1-1 0 0 0,1 1 0 0 0,0-1-1 0 0,-1 1 1 0 0,1-1 0 0 0,-1 1 0 0 0,1-1 0 0 0,-1 1 0 0 0,1 0 0 0 0,-1-1 0 0 0,0 1 0 0 0,0 0 0 0 0,0-1-1 0 0,0 1 1 0 0,-1 2 0 0 0,-8 88 2862 0 0,-33 145-1 0 0,30-193-2174 0 0,-2 0 0 0 0,-1 0 0 0 0,-3-1-1 0 0,-1-1 1 0 0,-32 50 0 0 0,45-83-967 0 0,0 0 0 0 0,-1-1 0 0 0,0 0 0 0 0,-11 10 0 0 0,15-15 0 0 0,-1 1 0 0 0,0-1 0 0 0,0-1 0 0 0,0 1 0 0 0,-1 0 0 0 0,1-1 0 0 0,-1 0 0 0 0,1 0 0 0 0,-1 0 0 0 0,0-1 0 0 0,-7 2 0 0 0,7-2-242 0 0,0-1 0 0 0,-1 0 0 0 0,1 0-1 0 0,0 0 1 0 0,0 0 0 0 0,-8-3 0 0 0,8 2-386 0 0,1-1 0 0 0,-1 1 0 0 0,1-1 0 0 0,0 0 0 0 0,0 0 0 0 0,0-1 1 0 0,0 1-1 0 0,0-1 0 0 0,0 0 0 0 0,-3-4 0 0 0,1 1-624 0 0,1 0-1 0 0,0 0 1 0 0,1 0 0 0 0,0-1 0 0 0,0 0-1 0 0,0 0 1 0 0,1 0 0 0 0,-1 0 0 0 0,-1-9-1 0 0,-2-11-7985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9:58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1768 0 0,'4'-45'10587'0'0,"0"6"-3189"0"0,-4 37-6833 0 0,2-22 1131 0 0,0 12-5324 0 0,-3 6 2758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0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25 164 0 0,'15'-1'20281'0'0,"-7"2"-20276"0"0,0 0 1 0 0,-1 0-1 0 0,1 0 0 0 0,0-1 1 0 0,-1 0-1 0 0,1-1 0 0 0,10-1 0 0 0,7 0 9 0 0,116-9 28 0 0,49 0-1247 0 0,-190 10 1113 0 0,0 1 0 0 0,1 0 0 0 0,-1 0 0 0 0,1 0 0 0 0,-1 0 1 0 0,1 0-1 0 0,-1 0 0 0 0,1 0 0 0 0,-1 0 0 0 0,1 0 0 0 0,-1 0 0 0 0,1 1 1 0 0,-1-1-1 0 0,1 0 0 0 0,-1 0 0 0 0,1 0 0 0 0,-1 0 0 0 0,0 1 0 0 0,1-1 1 0 0,-1 0-1 0 0,1 0 0 0 0,-1 1 0 0 0,0-1 0 0 0,1 0 0 0 0,-1 1 0 0 0,0-1 1 0 0,1 1-1 0 0,-1-1 0 0 0,0 0 0 0 0,0 1 0 0 0,1-1 0 0 0,-1 1 0 0 0,0-1 1 0 0,0 1-1 0 0,0-1 0 0 0,0 0 0 0 0,1 1 0 0 0,-1-1 0 0 0,0 1 0 0 0,0 0 1 0 0,0 0-360 0 0,-1 0-1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13 376 0 0,'-14'-4'2854'0'0,"0"1"0"0"0,-25-1-1 0 0,32 3-2408 0 0,2 1-240 0 0,1 0-1 0 0,-1 0 1 0 0,1 0 0 0 0,-1 1-1 0 0,1 0 1 0 0,-1 0 0 0 0,1 0-1 0 0,-1 0 1 0 0,1 1-1 0 0,0-1 1 0 0,0 1 0 0 0,0 0-1 0 0,0 1 1 0 0,0-1 0 0 0,0 1-1 0 0,-4 3 1 0 0,-4 5 356 0 0,1 0 1 0 0,1 1-1 0 0,-12 16 0 0 0,7-9 22 0 0,9-11-459 0 0,1 1 0 0 0,0 0 0 0 0,1 0 0 0 0,0 0 0 0 0,0 0 0 0 0,1 1 0 0 0,1 0 0 0 0,-1 0 0 0 0,2 0 0 0 0,-1-1 0 0 0,1 2 0 0 0,1-1 0 0 0,0 0 0 0 0,0 0 0 0 0,1 0 0 0 0,2 12 0 0 0,-2-20-95 0 0,-1-1 0 0 0,1 0 0 0 0,0 0 0 0 0,0 0 0 0 0,-1 0-1 0 0,1 0 1 0 0,0 0 0 0 0,0 0 0 0 0,0 0 0 0 0,0 0 0 0 0,0 0 0 0 0,0-1 0 0 0,0 1 0 0 0,0 0 0 0 0,0-1 0 0 0,1 1 0 0 0,-1-1 0 0 0,0 1-1 0 0,0-1 1 0 0,1 1 0 0 0,-1-1 0 0 0,2 0 0 0 0,3 1 90 0 0,-1 0 1 0 0,1 0-1 0 0,0 0 0 0 0,9-1 0 0 0,22-5 369 0 0,65-15 1 0 0,-64 11-375 0 0,1 2 0 0 0,39-3 0 0 0,-71 9-68 0 0,0 1 0 0 0,0 0 0 0 0,-1 0 0 0 0,1 1 0 0 0,0 0 0 0 0,0 1 0 0 0,-1-1 0 0 0,1 1 0 0 0,0 0 0 0 0,-1 1 0 0 0,0-1 0 0 0,0 1 0 0 0,0 1 0 0 0,0-1 0 0 0,0 1 0 0 0,-1 0 0 0 0,1 0 0 0 0,-1 1 0 0 0,0-1 0 0 0,0 1 0 0 0,-1 1 0 0 0,1-1 0 0 0,-1 0 0 0 0,-1 1 0 0 0,1 0 0 0 0,-1 0 0 0 0,0 0 0 0 0,0 0 0 0 0,0 1 0 0 0,-1-1 0 0 0,0 1 0 0 0,1 8 0 0 0,0 0 152 0 0,-2 0-1 0 0,1 0 0 0 0,-2 0 0 0 0,0 0 1 0 0,-1 0-1 0 0,-1 0 0 0 0,0-1 0 0 0,-1 1 1 0 0,0 0-1 0 0,-1-1 0 0 0,-1 0 0 0 0,0 0 1 0 0,-1 0-1 0 0,-8 13 0 0 0,7-15 163 0 0,0 0 1 0 0,-2 0-1 0 0,1 0 0 0 0,-13 11 0 0 0,18-19-248 0 0,-1-1-1 0 0,0 1 1 0 0,0-1-1 0 0,0 0 1 0 0,0 0-1 0 0,-1-1 0 0 0,1 1 1 0 0,-1-1-1 0 0,1 0 1 0 0,-1 0-1 0 0,0-1 1 0 0,0 0-1 0 0,0 1 1 0 0,0-1-1 0 0,0-1 1 0 0,-6 1-1 0 0,1-1-60 0 0,1-1 0 0 0,-1 1 0 0 0,1-2 0 0 0,-1 0 0 0 0,1 0 0 0 0,-12-4 1 0 0,-5-5 9 0 0,-45-26 0 0 0,26 10-150 0 0,43 26 65 0 0,-8-6-148 0 0,-2-3 120 0 0,10 10 372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2120 0 0,'8'-10'3106'0'0,"-3"3"-1108"0"0,0 1 1 0 0,0-1-1 0 0,-1 0 1 0 0,5-11 717 0 0,-7 6-543 0 0,-2 11-2077 0 0,0-1 0 0 0,0 1 0 0 0,1 0 0 0 0,-1 0 0 0 0,0 0 0 0 0,0 0 1 0 0,1 0-1 0 0,-1 0 0 0 0,1 0 0 0 0,-1 0 0 0 0,1-1 0 0 0,-1 2 0 0 0,1-1 0 0 0,0 0 0 0 0,0-1 0 0 0,1 1-87 0 0,0 0-1 0 0,-1 1 1 0 0,1-1-1 0 0,0 1 1 0 0,-1-1-1 0 0,1 1 1 0 0,0-1-1 0 0,0 1 1 0 0,-1 0-1 0 0,1 0 1 0 0,3 0-1 0 0,54 1 53 0 0,210-8 176 0 0,-239 5 207 0 0,-27 2-334 0 0,-1-1-78 0 0,1 1 0 0 0,-1 0 0 0 0,1-1 1 0 0,0 1-1 0 0,0 0 0 0 0,-1 1 0 0 0,1-1 0 0 0,0 0 1 0 0,-1 1-1 0 0,5 1 0 0 0,-6 2-7 0 0,0 0 0 0 0,0 1-1 0 0,0-1 1 0 0,-1 1 0 0 0,0-1 0 0 0,0 0 0 0 0,0 1 0 0 0,0-1-1 0 0,-1 1 1 0 0,-1 6 0 0 0,-15 51 583 0 0,13-49-456 0 0,-140 374 1668 0 0,99-278-1815 0 0,34-81-67 0 0,-6 14-3617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201 212 1792 0 0,'2'-16'6703'0'0,"-3"14"-6286"0"0,0-1 1 0 0,0 0-1 0 0,0 1 1 0 0,0 0-1 0 0,0-1 1 0 0,0 1-1 0 0,0 0 1 0 0,-1-1-1 0 0,1 1 1 0 0,-1 0-1 0 0,0 0 0 0 0,0 0 1 0 0,1 0-1 0 0,-1 1 1 0 0,-1-1-1 0 0,1 0 1 0 0,0 1-1 0 0,-4-2 1 0 0,5 2-3 0 0,-3 1-57 0 0,-2 2-221 0 0,-1 1 0 0 0,1 0 1 0 0,0 0-1 0 0,0 0 1 0 0,0 0-1 0 0,0 1 1 0 0,0 0-1 0 0,1 0 1 0 0,0 1-1 0 0,-1 0 1 0 0,2 0-1 0 0,-1 0 1 0 0,1 0-1 0 0,-1 1 0 0 0,-3 6 1 0 0,-4 7 183 0 0,0 1 1 0 0,2 0 0 0 0,-14 33-1 0 0,21-45-256 0 0,0 1 1 0 0,0 0-1 0 0,1 0 0 0 0,0 1 0 0 0,1-1 0 0 0,0 0 0 0 0,0 1 1 0 0,1-1-1 0 0,0 0 0 0 0,1 1 0 0 0,0-1 0 0 0,0 0 0 0 0,5 16 1 0 0,-3-17-31 0 0,0-1 0 0 0,1 1-1 0 0,0-1 1 0 0,0 0 0 0 0,1 0 0 0 0,-1 0 0 0 0,1-1 0 0 0,1 1 0 0 0,-1-1 0 0 0,1-1 0 0 0,1 1 0 0 0,-1-1 0 0 0,1 0 0 0 0,-1 0 0 0 0,14 6 0 0 0,-7-5 39 0 0,0 0-1 0 0,0-1 1 0 0,0-1 0 0 0,1 0 0 0 0,0-1 0 0 0,0 0 0 0 0,-1-2 0 0 0,2 1 0 0 0,-1-1 0 0 0,0-1 0 0 0,0-1-1 0 0,0 0 1 0 0,0-1 0 0 0,0 0 0 0 0,-1-1 0 0 0,26-9 0 0 0,-22 6 30 0 0,-1 0 0 0 0,0-2 0 0 0,-1 0 0 0 0,0 0 0 0 0,0-2 0 0 0,-1 0 0 0 0,0 0 0 0 0,0-2 0 0 0,-2 1 0 0 0,1-2 0 0 0,-1 1 0 0 0,-1-2 0 0 0,12-18 0 0 0,-8 9-28 0 0,-2-1 0 0 0,-1-1 1 0 0,-1 0-1 0 0,-1 0 0 0 0,9-35 0 0 0,-16 47-41 0 0,-1 0 0 0 0,0-1-1 0 0,0 1 1 0 0,-2-1 0 0 0,0-19 0 0 0,-1 25-27 0 0,-1 0 1 0 0,1-1-1 0 0,-1 1 1 0 0,0 0-1 0 0,-1 0 1 0 0,0 1 0 0 0,0-1-1 0 0,-1 0 1 0 0,-7-11-1 0 0,6 13-25 0 0,0 0-1 0 0,0 1 1 0 0,-1-1-1 0 0,0 1 1 0 0,1 0-1 0 0,-2 1 1 0 0,1 0-1 0 0,0 0 1 0 0,-1 0-1 0 0,0 0 1 0 0,0 1-1 0 0,0 1 1 0 0,0-1-1 0 0,0 1 1 0 0,-1 0-1 0 0,1 0 1 0 0,-1 1-1 0 0,1 0 1 0 0,-1 1-1 0 0,0 0 1 0 0,1 0-1 0 0,-1 0 1 0 0,1 1 0 0 0,-15 3-1 0 0,12-2-254 0 0,0 1-1 0 0,0 0 1 0 0,1 0-1 0 0,0 1 1 0 0,0 0 0 0 0,0 1-1 0 0,0 0 1 0 0,-11 9 0 0 0,14-10-240 0 0,0 1 0 0 0,0 0 0 0 0,1 0 0 0 0,0 1 0 0 0,0 0 1 0 0,1 0-1 0 0,0 0 0 0 0,0 0 0 0 0,0 1 0 0 0,1-1 0 0 0,-5 13 1 0 0,7-17-133 0 0,0 1 1 0 0,1-1 0 0 0,-1 0 0 0 0,1 1 0 0 0,-1 0 0 0 0,1-1-1 0 0,0 1 1 0 0,0-1 0 0 0,0 1 0 0 0,1 3 0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52 290 688 0 0,'14'-45'6498'0'0,"-6"15"-2285"0"0,4-46 0 0 0,-12 75-4064 0 0,0 0 1 0 0,1-1-1 0 0,-1 1 0 0 0,0 0 0 0 0,0-1 1 0 0,0 1-1 0 0,0 0 0 0 0,0-1 0 0 0,0 1 1 0 0,-1 0-1 0 0,1-1 0 0 0,0 1 0 0 0,-1-2 1 0 0,0 4-116 0 0,1-1 0 0 0,0 0 0 0 0,-1 0 0 0 0,1 0 0 0 0,-1 0 0 0 0,1 0 0 0 0,0 1 0 0 0,-1-1 1 0 0,1 0-1 0 0,-1 0 0 0 0,1 1 0 0 0,0-1 0 0 0,-1 0 0 0 0,1 1 0 0 0,0-1 0 0 0,0 0 0 0 0,-1 1 0 0 0,1-1 0 0 0,0 1 0 0 0,0-1 1 0 0,0 0-1 0 0,-1 1 0 0 0,1-1 0 0 0,0 1 0 0 0,-19 40 501 0 0,17-38-320 0 0,-9 26 382 0 0,0 0 1 0 0,2 1 0 0 0,-9 49-1 0 0,15-65-459 0 0,1 0-1 0 0,1 1 1 0 0,1-1-1 0 0,0 0 1 0 0,1 0-1 0 0,0 1 0 0 0,1-1 1 0 0,0 0-1 0 0,2 0 1 0 0,5 15-1 0 0,-6-20-63 0 0,1-1 0 0 0,1 1 1 0 0,-1-1-1 0 0,2 0 0 0 0,-1-1 0 0 0,1 1 0 0 0,0-1 1 0 0,0 0-1 0 0,1-1 0 0 0,13 11 0 0 0,-8-9 33 0 0,0 0-1 0 0,0-2 0 0 0,1 1 1 0 0,0-1-1 0 0,0-1 0 0 0,22 6 1 0 0,-5-5 65 0 0,0-1 0 0 0,0-1 0 0 0,0-2 1 0 0,0-1-1 0 0,1-1 0 0 0,31-5 0 0 0,-29 1 5 0 0,1-1 1 0 0,-1-2-1 0 0,0-1 0 0 0,51-21 0 0 0,-61 20-97 0 0,-2-2 0 0 0,1 0 0 0 0,-2-2 0 0 0,0 0-1 0 0,0-1 1 0 0,-1-1 0 0 0,22-23 0 0 0,-24 20 39 0 0,0 0 1 0 0,-2-1-1 0 0,0-1 0 0 0,-1-1 0 0 0,-1 0 0 0 0,19-41 0 0 0,-29 52-70 0 0,1 1 0 0 0,-2-1 1 0 0,1 0-1 0 0,-1 1 0 0 0,-1-1 0 0 0,0 0 0 0 0,0 0 0 0 0,-1-15 0 0 0,-1 17-38 0 0,0 1 1 0 0,-1 0 0 0 0,0 0 0 0 0,0 0-1 0 0,0 0 1 0 0,-1 0 0 0 0,0 0 0 0 0,0 0-1 0 0,-1 1 1 0 0,0 0 0 0 0,0 0 0 0 0,-9-10-1 0 0,4 5-14 0 0,0 2 0 0 0,-1 0 1 0 0,0 0-1 0 0,-1 0 0 0 0,0 1 0 0 0,0 1 0 0 0,-1 0 0 0 0,0 1 0 0 0,0 0 0 0 0,-1 1 0 0 0,1 0 0 0 0,-17-4 0 0 0,12 6 24 0 0,-1 0-1 0 0,0 1 1 0 0,0 1-1 0 0,0 0 0 0 0,0 1 1 0 0,0 2-1 0 0,0-1 1 0 0,-23 7-1 0 0,10-1-513 0 0,0 2 1 0 0,1 2-1 0 0,1 0 0 0 0,-34 19 0 0 0,27-10-2167 0 0,1 1 0 0 0,-51 40-1 0 0,52-32-3633 0 0,2-3-3634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1 120 0 0,'0'0'1856'0'0,"-10"5"172"0"0,-1 0-1452 0 0,15 2-476 0 0,4 0-300 0 0,11-6-1876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6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1 716 0 0,'0'0'4400'0'0,"-4"7"-4444"0"0,-6 0-2624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0 184 0 0,'-12'4'4624'0'0,"-4"-4"-1398"0"0,8 3-3352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1 976 0 0,'0'0'9629'0'0,"4"8"-9422"0"0,-1-1-207 0 0,0-5-312 0 0,0 1 1 0 0,0-1 0 0 0,1 0 0 0 0,-1 0-1 0 0,1 0 1 0 0,0-1 0 0 0,6 3-1 0 0,-4-2-510 0 0,6 4-1493 0 0,-2-1-465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0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94 1112 0 0,'0'0'1372'0'0,"-14"-36"10857"0"0,14 36-12191 0 0,0 0 1 0 0,0 0 0 0 0,0 0-1 0 0,0 0 1 0 0,-1 0 0 0 0,1 0-1 0 0,0 0 1 0 0,0 0 0 0 0,0 0-1 0 0,0 0 1 0 0,0 0 0 0 0,0 0-1 0 0,-1 0 1 0 0,1 0 0 0 0,0 0 0 0 0,0 0-1 0 0,0 0 1 0 0,0 0 0 0 0,0 0-1 0 0,0 0 1 0 0,0 0 0 0 0,-1 0-1 0 0,1 0 1 0 0,0 0 0 0 0,0 0-1 0 0,0-1 1 0 0,0 1 0 0 0,0 0 38 0 0,0 0-38 0 0,0 0-1 0 0,-1 0 1 0 0,1 0 0 0 0,0 0-1 0 0,0 0 1 0 0,0-1 0 0 0,0 1-1 0 0,0 0 1 0 0,0 0 0 0 0,0 0-1 0 0,0 0 1 0 0,0 0 0 0 0,0 0-1 0 0,0 0 1 0 0,0-1 0 0 0,0 1 0 0 0,0 0-1 0 0,0 0 1 0 0,0 0 0 0 0,0 0-1 0 0,0 0 1 0 0,0 0 0 0 0,0-1-1 0 0,0 1 1 0 0,0 0 0 0 0,0 0-1 0 0,0 0 1 0 0,0 0 0 0 0,0 0-1 0 0,0 0 1 0 0,0 0 0 0 0,0-1-1 0 0,1 1 1 0 0,-1 0 0 0 0,0 0-1 0 0,0 0 1 0 0,0 0 0 0 0,0 0-1 0 0,1-1 15 0 0,0 1 0 0 0,0-1 0 0 0,0 0 0 0 0,0 1 0 0 0,-1-1-1 0 0,1 1 1 0 0,0 0 0 0 0,0-1 0 0 0,0 1 0 0 0,0 0 0 0 0,0-1-1 0 0,0 1 1 0 0,2 0 0 0 0,265-31 230 0 0,-158 16-1685 0 0,-108 15 785 0 0,-1 0 440 0 0,0 0 0 0 0,-1 0 1 0 0,1 0-1 0 0,0 0 0 0 0,0 0 1 0 0,0 0-1 0 0,0 0 0 0 0,0 1 1 0 0,-1-1-1 0 0,1 0 0 0 0,0 0 1 0 0,0 1-1 0 0,0-1 0 0 0,-1 1 0 0 0,1-1 1 0 0,0 1-1 0 0,-1-1 0 0 0,1 1 1 0 0,0-1-1 0 0,-1 1 0 0 0,2 1 1 0 0,-2-2-38 0 0,0 1-1 0 0,0 0 1 0 0,0-1 0 0 0,0 1 0 0 0,0-1 0 0 0,0 1 0 0 0,0 0 0 0 0,-1-1 0 0 0,1 1 0 0 0,0-1 0 0 0,0 1 0 0 0,0-1-1 0 0,-1 1 1 0 0,1 0 0 0 0,0-1 0 0 0,-1 1 0 0 0,-5 3-2569 0 0,5-3 2569 0 0,1-1 0 0 0,-1 0 0 0 0,0 0 0 0 0,0 0-1 0 0,-9 4-2385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20 36 0 0,'0'0'4368'0'0,"-16"-2"295"0"0,1-1-2517 0 0,-13-5 9230 0 0,27 7-10873 0 0,1 1-503 0 0,0 0-1 0 0,0 0 1 0 0,0 0-1 0 0,0-1 1 0 0,0 1 0 0 0,0 0-1 0 0,0 0 1 0 0,0 0-1 0 0,0 0 1 0 0,0-1 0 0 0,0 1-1 0 0,0 0 1 0 0,0 0-1 0 0,0 0 1 0 0,0 0-1 0 0,0 0 1 0 0,0-1 0 0 0,0 1-1 0 0,0 0 1 0 0,0 0-1 0 0,0 0 1 0 0,0 0 0 0 0,0 0-1 0 0,0-1 1 0 0,0 1-1 0 0,0 0 1 0 0,0 0-1 0 0,0 0 1 0 0,0 0 0 0 0,-1 0-1 0 0,1-1 1 0 0,0 1-1 0 0,0 0 1 0 0,0 0 0 0 0,0 0-1 0 0,0 0 1 0 0,0 0-1 0 0,-1 0 1 0 0,1 0-1 0 0,0 0 1 0 0,0 0 0 0 0,0 0-1 0 0,0 0 1 0 0,0 0-1 0 0,-1-1 1 0 0,1 1 0 0 0,0 0-1 0 0,0 0 1 0 0,0 0-1 0 0,0 0 1 0 0,0 0-1 0 0,-1 0 1 0 0,-7 9-6 0 0,-10 20-11 0 0,16-26 5 0 0,-13 29 29 0 0,1 1-1 0 0,1 0 0 0 0,-9 40 0 0 0,-14 53 1306 0 0,35-125-1122 0 0,1 0-144 0 0,0 1 58 0 0,0-1-1 0 0,0 1 1 0 0,0-1 0 0 0,0 1-1 0 0,0 0 1 0 0,0-1-1 0 0,1 1 1 0 0,-1-1-1 0 0,0 1 1 0 0,1-1 0 0 0,-1 1-1 0 0,2 1 1 0 0,-1-2-103 0 0,0-1 0 0 0,0 1 1 0 0,0-1-1 0 0,0 0 0 0 0,0 1 1 0 0,0-1-1 0 0,0 0 0 0 0,0 0 1 0 0,0 0-1 0 0,0 0 0 0 0,0 0 1 0 0,0 0-1 0 0,1 0 0 0 0,-1 0 1 0 0,0 0-1 0 0,0 0 0 0 0,0-1 0 0 0,0 1 1 0 0,0 0-1 0 0,1-1 0 0 0,11-2 22 0 0,1 0-1 0 0,0 1 0 0 0,0 0 0 0 0,27 1-1 0 0,-26 0-30 0 0,0 1-1 0 0,1 0 0 0 0,-1 2 0 0 0,0-1 0 0 0,0 2 1 0 0,1 0-1 0 0,-2 1 0 0 0,1 1 0 0 0,0 0 0 0 0,-1 1 0 0 0,0 0 1 0 0,-1 1-1 0 0,1 1 0 0 0,15 11 0 0 0,-1 2 16 0 0,-1 1-1 0 0,24 25 1 0 0,-43-39 189 0 0,0 1 0 0 0,0 0 0 0 0,-1 0 0 0 0,-1 1 0 0 0,1 0 0 0 0,-2 0 0 0 0,1 1 1 0 0,-2 0-1 0 0,7 20 0 0 0,-10-27-88 0 0,0 0 0 0 0,0 0 0 0 0,0 0 0 0 0,-1-1 0 0 0,0 1 0 0 0,0 0 0 0 0,0 0 0 0 0,0 0 0 0 0,-1 0 0 0 0,1 0 0 0 0,-1 0 1 0 0,0 0-1 0 0,0 0 0 0 0,-1-1 0 0 0,1 1 0 0 0,-5 7 0 0 0,3-6-15 0 0,-1-1 0 0 0,0 1-1 0 0,0-1 1 0 0,0 0 0 0 0,0 0 0 0 0,-1 0 0 0 0,0 0 0 0 0,0-1-1 0 0,0 0 1 0 0,-7 4 0 0 0,-10 2 36 0 0,0 0 1 0 0,-1-2-1 0 0,0 0 1 0 0,-33 4-1 0 0,51-10-130 0 0,-24 5 31 0 0,4-1 45 0 0,1-2 1 0 0,-50 3-1 0 0,52-6-72 0 0,3 1-12 0 0,-1-2 0 0 0,2 1 0 0 0,3 0 0 0 0,3-2 0 0 0,-1-1 0 0 0,0 1 0 0 0,-1-2 0 0 0,2-1 0 0 0,-1-1 0 0 0,0 1 0 0 0,2 1 0 0 0,2-1 0 0 0,0-1 0 0 0,-1 0 0 0 0,0 2 0 0 0,1-1 0 0 0,0 0 0 0 0,0 0 0 0 0,4-1-88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4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21 584 0 0,'0'0'980'0'0,"9"-7"-188"0"0,-2 0-456 0 0,-2 0-1280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15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1 956 0 0,'-12'4'13852'0'0,"11"-4"-13828"0"0,1 0 0 0 0,0 0-1 0 0,0 0 1 0 0,-1 0 0 0 0,1 1 0 0 0,0-1 0 0 0,0 0-1 0 0,-1 0 1 0 0,1 0 0 0 0,0 0 0 0 0,0 0 0 0 0,-1 0-1 0 0,1 1 1 0 0,0-1 0 0 0,0 0 0 0 0,0 0-1 0 0,0 0 1 0 0,-1 0 0 0 0,1 1 0 0 0,0-1 0 0 0,0 0-1 0 0,0 0 1 0 0,0 1 0 0 0,0-1 0 0 0,-1 0 0 0 0,1 0-1 0 0,0 0 1 0 0,0 1 0 0 0,0-1 0 0 0,0 0 0 0 0,0 1-1 0 0,0-1 1 0 0,0 0 0 0 0,0 0 0 0 0,0 1 0 0 0,0-1-1 0 0,0 0 1 0 0,0 0 0 0 0,0 1 0 0 0,0-1-1 0 0,0 0 1 0 0,0 0 0 0 0,1 1 0 0 0,-1-1 0 0 0,0 0-1 0 0,0 0 1 0 0,0 1 0 0 0,16 8 582 0 0,29 5-161 0 0,-41-13-386 0 0,47 9 92 0 0,-1-1 1 0 0,58 0 0 0 0,-42-3-102 0 0,221 8 170 0 0,-257-11-157 0 0,-28-3-37 0 0,1 17 345 0 0,-9 3-136 0 0,-2-1-1 0 0,0 1 1 0 0,0-1-1 0 0,-23 33 1 0 0,-8 19 71 0 0,-154 293 2104 0 0,155-291-2200 0 0,-12 21 141 0 0,44-82-218 0 0,5-12-122 0 0,1 1-1 0 0,0-1 0 0 0,0 1 0 0 0,0-1 1 0 0,0 1-1 0 0,0-1 0 0 0,0 1 0 0 0,-1-1 1 0 0,1 0-1 0 0,0 1 0 0 0,0-1 1 0 0,-1 1-1 0 0,1-1 0 0 0,0 0 0 0 0,-1 1 1 0 0,1-1-1 0 0,0 0 0 0 0,-1 1 0 0 0,1-1 1 0 0,0 0-1 0 0,-1 1 0 0 0,1-1 0 0 0,-1 0 1 0 0,1 0-1 0 0,-1 1 0 0 0,1-1 0 0 0,-1 0 1 0 0,1 0-1 0 0,-1 0 0 0 0,1 0 1 0 0,0 0-1 0 0,-1 0 0 0 0,1 0 0 0 0,-1 0 1 0 0,1 0-1 0 0,-1 0 0 0 0,1 0 0 0 0,-1 0 1 0 0,1 0-1 0 0,-1 0 0 0 0,0-1 0 0 0,-1 1-18 0 0,-2-10-550 0 0,0-3-1772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5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 1044 0 0,'7'-15'11494'0'0,"-8"23"-10403"0"0,0 0-1 0 0,-1 0 1 0 0,0-1-1 0 0,-5 13 1 0 0,-5 22 1199 0 0,-46 293 4379 0 0,31-177-5694 0 0,27-157-960 0 0,-3 8-2167 0 0,3-15 597 0 0,0 0-1 0 0,1 0 1 0 0,-1 1-1 0 0,1-1 1 0 0,4-10-1 0 0,3-3-4949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40 952 0 0,'28'-32'9126'0'0,"-28"31"-8934"0"0,1 1 1 0 0,-1-1-1 0 0,1 1 1 0 0,-1-1-1 0 0,1 1 1 0 0,-1-1 0 0 0,1 1-1 0 0,-1-1 1 0 0,1 1-1 0 0,-1 0 1 0 0,1-1-1 0 0,-1 1 1 0 0,1 0 0 0 0,0 0-1 0 0,-1-1 1 0 0,1 1-1 0 0,0 0 1 0 0,-1 0-1 0 0,1 0 1 0 0,0 0 0 0 0,-1 0-1 0 0,1 0 1 0 0,0 0-1 0 0,-1 0 1 0 0,1 0-1 0 0,0 0 1 0 0,0 0 0 0 0,0 1-26 0 0,0 0 0 0 0,-1-1 0 0 0,1 1 0 0 0,0 0 0 0 0,0 0 0 0 0,-1-1 0 0 0,1 1 0 0 0,0 0 0 0 0,-1 0 0 0 0,1 0 0 0 0,-1 0 0 0 0,1 0 0 0 0,-1 0 0 0 0,0 0 0 0 0,1 1 0 0 0,1 7 445 0 0,0-1 0 0 0,-1 1 1 0 0,1 10-1 0 0,-2-19-588 0 0,0 17 629 0 0,0-1 0 0 0,-1 1 1 0 0,-1-1-1 0 0,-4 20 1 0 0,-21 65 970 0 0,23-87-1426 0 0,-77 216 874 0 0,74-211-1091 0 0,-18 38-376 0 0,14-33-3438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 13 2660 0 0,'20'-13'12491'0'0,"-21"15"-12307"0"0,1 0 0 0 0,-1-1 1 0 0,0 1-1 0 0,0-1 0 0 0,0 1 0 0 0,0-1 1 0 0,0 1-1 0 0,0-1 0 0 0,-1 0 0 0 0,1 1 1 0 0,0-1-1 0 0,-1 0 0 0 0,-1 1 0 0 0,-27 17 1276 0 0,10-6-641 0 0,-153 99 2565 0 0,49-34-2309 0 0,-240 172 14 0 0,291-202-4031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6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 1420 0 0,'0'0'8206'0'0,"-9"10"-5324"0"0,-55 59 2525 0 0,41-46-4279 0 0,0 1 0 0 0,-27 39 0 0 0,44-55-1002 0 0,1 1 0 0 0,0-1 1 0 0,0 1-1 0 0,1 0 0 0 0,0 1 1 0 0,-3 12-1 0 0,6-18-27 0 0,0 0 1 0 0,1 0-1 0 0,0 0 0 0 0,-1 1 1 0 0,1-1-1 0 0,1 0 0 0 0,-1 0 1 0 0,1 0-1 0 0,-1 0 1 0 0,1 0-1 0 0,0-1 0 0 0,1 1 1 0 0,-1 0-1 0 0,1 0 0 0 0,-1 0 1 0 0,1-1-1 0 0,0 1 1 0 0,5 4-1 0 0,9 11 513 0 0,1 0 0 0 0,1-2-1 0 0,1 0 1 0 0,25 17 0 0 0,39 36 1665 0 0,-73-61-1920 0 0,-5-4-57 0 0,0-1 0 0 0,0 1 1 0 0,-1 0-1 0 0,0 0 0 0 0,0 1 1 0 0,0-1-1 0 0,-1 1 0 0 0,1 0 1 0 0,3 11-1 0 0,-2-4-300 0 0,-2 2 0 0 0,-3-1 0 0 0,-5 6 0 0 0,1-16 0 0 0,2-2 0 0 0,-2 2 0 0 0,0-1 0 0 0,-1 1 0 0 0,1-1 0 0 0,-1 0 0 0 0,0 0 0 0 0,1 0 0 0 0,-1 0 0 0 0,-1-1 0 0 0,1 0 0 0 0,0 0 0 0 0,0-1 0 0 0,-1 1 0 0 0,-9 0 0 0 0,12-1 0 0 0,0 0 0 0 0,0 0 0 0 0,-1-1 0 0 0,1 1 0 0 0,0-1 0 0 0,0 0 0 0 0,0 0 0 0 0,-1 0 0 0 0,1 0 0 0 0,0-1 0 0 0,-6-1 0 0 0,-2-1 0 0 0,1 1-289 0 0,1 0 1 0 0,0-1-1 0 0,0 0 1 0 0,0-1-1 0 0,0 0 1 0 0,1 0-1 0 0,-1-1 0 0 0,1 0 1 0 0,0-1-1 0 0,1 0 1 0 0,-1 0-1 0 0,1 0 1 0 0,-7-9-1 0 0,11 11 77 0 0,-1 0 0 0 0,1 0 1 0 0,0 0-1 0 0,0-1 0 0 0,0 1 0 0 0,1-1 1 0 0,0 0-1 0 0,-1 0 0 0 0,2 0 0 0 0,-1 0 1 0 0,1 0-1 0 0,-1 0 0 0 0,1-1 0 0 0,1 1 0 0 0,-1 0 1 0 0,1-1-1 0 0,0 1 0 0 0,0 0 0 0 0,1-1 1 0 0,-1 1-1 0 0,1 0 0 0 0,0 0 0 0 0,1 0 1 0 0,3-10-1 0 0,1 3-2145 0 0,1 0 1 0 0,1 0-1 0 0,0 1 0 0 0,15-17 1 0 0,1 0-6890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37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288 200 1696 0 0,'-37'-13'5587'0'0,"-61"-14"1"0"0,-8-2 2145 0 0,97 25-5962 0 0,0 1 0 0 0,-19-4 1 0 0,29 5-1365 0 0,-1 1-399 0 0,0 1 0 0 0,0 0-1 0 0,-1 0 1 0 0,1 0 0 0 0,0-1-1 0 0,0 1 1 0 0,0 0 0 0 0,0 0-1 0 0,0 0 1 0 0,0-1-1 0 0,0 1 1 0 0,0 0 0 0 0,0 0-1 0 0,0 0 1 0 0,1-1 0 0 0,-1 1-1 0 0,0 0 1 0 0,0 0 0 0 0,0 0-1 0 0,0-1 1 0 0,0 1-1 0 0,0 0 1 0 0,0 0 0 0 0,0 0-1 0 0,0 0 1 0 0,1-1 0 0 0,-1 1-1 0 0,0 0 1 0 0,0 0 0 0 0,0 0-1 0 0,0 0 1 0 0,1 0-1 0 0,-1 0 1 0 0,0-1 0 0 0,0 1-1 0 0,0 0 1 0 0,0 0 0 0 0,1 0-1 0 0,-1 0 1 0 0,0 0 0 0 0,0 0-1 0 0,0 0 1 0 0,1 0-1 0 0,-1 0 1 0 0,151-30 505 0 0,155-11 1 0 0,-289 39-489 0 0,350-29 83 0 0,-335 30-90 0 0,-29 0 8 0 0,1 1-133 0 0,4-1 118 0 0,-46 0-10554 0 0,12 2 4210 0 0,3-1-2164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46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2680 0 0,'53'28'12903'0'0,"-31"-17"-9628"0"0,-21-10-3226 0 0,9 4-1712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4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162 115 1628 0 0,'4'-25'5710'0'0,"-3"19"-3816"0"0,0 0 0 0 0,-1-1 0 0 0,1 1 0 0 0,-1 0 0 0 0,-2-14 2891 0 0,-1 17-4366 0 0,3 3-408 0 0,0 0 0 0 0,0 0 0 0 0,0 0 0 0 0,0-1 0 0 0,0 1 0 0 0,0 0 0 0 0,0 0 0 0 0,0 0 0 0 0,0 0 0 0 0,0-1 0 0 0,-1 1 0 0 0,1 0 0 0 0,0 0 0 0 0,0 0 0 0 0,0 0 0 0 0,0 0 0 0 0,0-1 0 0 0,-1 1 0 0 0,1 0 0 0 0,0 0 0 0 0,0 0 0 0 0,0 0 0 0 0,0 0 0 0 0,-1 0 0 0 0,1 0 0 0 0,0 0 0 0 0,0 0 0 0 0,0 0 0 0 0,-1 0 0 0 0,1 0 1 0 0,0 0-1 0 0,0 0 0 0 0,0 0 0 0 0,-1 0 0 0 0,1 0 0 0 0,0 0 0 0 0,0 0 0 0 0,0 0 0 0 0,-1 0 0 0 0,-5 5 28 0 0,-1 0 1 0 0,1 0-1 0 0,0 0 1 0 0,1 1-1 0 0,-1 0 1 0 0,1 0 0 0 0,0 0-1 0 0,1 0 1 0 0,0 1-1 0 0,-6 12 1 0 0,-5 11 175 0 0,-11 38 0 0 0,25-65-182 0 0,-11 33 251 0 0,1 2 0 0 0,2-1 0 0 0,2 1-1 0 0,-4 48 1 0 0,10-63-146 0 0,0 1 0 0 0,2 0 0 0 0,0-1 0 0 0,2 1 0 0 0,0-1 0 0 0,2 0 0 0 0,0 0 0 0 0,11 26 0 0 0,-14-42-120 0 0,1-1 1 0 0,0 1 0 0 0,1-1 0 0 0,0 0-1 0 0,-1 0 1 0 0,2 0 0 0 0,-1 0-1 0 0,1-1 1 0 0,0 0 0 0 0,0 0-1 0 0,0 0 1 0 0,1-1 0 0 0,0 1-1 0 0,11 5 1 0 0,-10-7-3 0 0,0 0 0 0 0,1 0 0 0 0,-1-1-1 0 0,1 0 1 0 0,-1-1 0 0 0,1 1 0 0 0,0-2 0 0 0,-1 1 0 0 0,1-1-1 0 0,0 0 1 0 0,0 0 0 0 0,-1-1 0 0 0,14-3 0 0 0,-1-1 5 0 0,-1 0 1 0 0,0-2 0 0 0,0 0 0 0 0,0-1-1 0 0,-1-1 1 0 0,-1-1 0 0 0,1 0-1 0 0,-1-2 1 0 0,-1 1 0 0 0,0-2 0 0 0,-1 0-1 0 0,14-16 1 0 0,-17 15-17 0 0,-1 1 1 0 0,0-2 0 0 0,-1 1-1 0 0,0-1 1 0 0,-1-1-1 0 0,-1 0 1 0 0,-1 0-1 0 0,0 0 1 0 0,-1-1 0 0 0,-1 0-1 0 0,0 0 1 0 0,-2-1-1 0 0,4-33 1 0 0,-6 26 39 0 0,-2 1 0 0 0,0 0 0 0 0,-2 0 0 0 0,0 0 0 0 0,-2 0 0 0 0,0 0 0 0 0,-15-37 0 0 0,15 49-72 0 0,-1 0 0 0 0,0 0 0 0 0,0 0 0 0 0,-1 1-1 0 0,-1 1 1 0 0,-16-19 0 0 0,18 23-86 0 0,-1 0 0 0 0,1 0 0 0 0,-1 1 0 0 0,-1 0 0 0 0,1 0 0 0 0,-1 1 0 0 0,0 0 0 0 0,0 0 0 0 0,0 1 0 0 0,0 0 0 0 0,-9-2 0 0 0,10 3-270 0 0,1 1 0 0 0,0 1-1 0 0,0-1 1 0 0,-1 1 0 0 0,1 0 0 0 0,0 1-1 0 0,-1-1 1 0 0,1 1 0 0 0,0 1-1 0 0,0-1 1 0 0,0 1 0 0 0,0 0-1 0 0,0 0 1 0 0,-11 6 0 0 0,13-5-511 0 0,0-1 1 0 0,0 1-1 0 0,0 0 0 0 0,0 1 1 0 0,0-1-1 0 0,1 0 1 0 0,-1 1-1 0 0,1 0 0 0 0,0 0 1 0 0,0 0-1 0 0,1 0 1 0 0,-3 6-1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4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48 1820 0 0,'2'-1'1834'0'0,"7"-3"950"0"0,-1 0 0 0 0,0-1 0 0 0,0 0 1 0 0,15-13 1412 0 0,-12 7 125 0 0,-15 19-4605 0 0,-13 25 513 0 0,3 1 0 0 0,0 1 0 0 0,2 0-1 0 0,-9 47 1 0 0,7-26 151 0 0,6-26-179 0 0,1 0 0 0 0,-3 59-1 0 0,9-71-151 0 0,0-1 0 0 0,2 0-1 0 0,0 1 1 0 0,2-1-1 0 0,-1 0 1 0 0,10 29 0 0 0,-10-39-16 0 0,1 1-1 0 0,0-1 1 0 0,1 1 0 0 0,-1-1 0 0 0,1 0 0 0 0,1-1 0 0 0,-1 1 0 0 0,1-1 0 0 0,0 0 0 0 0,1 0-1 0 0,-1 0 1 0 0,1-1 0 0 0,1 0 0 0 0,-1 0 0 0 0,0 0 0 0 0,1-1 0 0 0,0 0 0 0 0,0-1 0 0 0,1 1-1 0 0,-1-1 1 0 0,0 0 0 0 0,1-1 0 0 0,0 0 0 0 0,0 0 0 0 0,0-1 0 0 0,0 0 0 0 0,-1 0 0 0 0,16-1-1 0 0,3-3 11 0 0,-1 0 0 0 0,1-2 0 0 0,-1-1 0 0 0,0-1 0 0 0,0-1 0 0 0,-1-1 0 0 0,0-1 0 0 0,28-16-1 0 0,-35 16 42 0 0,0 0 1 0 0,-1-1-1 0 0,0-1 0 0 0,0-1 0 0 0,-2 0 0 0 0,1-1 0 0 0,-2 0 0 0 0,0-1 0 0 0,-1-1 0 0 0,0 0 0 0 0,13-24 0 0 0,-19 27 24 0 0,-1-1-1 0 0,0 1 1 0 0,-1-1 0 0 0,0 1 0 0 0,-1-1-1 0 0,-1 0 1 0 0,0-1 0 0 0,0 1 0 0 0,-2 0 0 0 0,0 0-1 0 0,-1-1 1 0 0,0 1 0 0 0,-4-19 0 0 0,2 23-75 0 0,1 1 1 0 0,-1-1 0 0 0,0 0 0 0 0,-1 1 0 0 0,0 0-1 0 0,-1 0 1 0 0,0 0 0 0 0,0 1 0 0 0,-1-1 0 0 0,0 1-1 0 0,-1 0 1 0 0,1 1 0 0 0,-1 0 0 0 0,-1 0 0 0 0,1 0 0 0 0,-1 1-1 0 0,-1 0 1 0 0,1 1 0 0 0,-15-7 0 0 0,0 2-120 0 0,0 2 0 0 0,-1 1 0 0 0,0 0 0 0 0,0 2 0 0 0,0 1 0 0 0,-1 1 0 0 0,-29 0 1 0 0,21 3-1798 0 0,0 2 0 0 0,-52 8 1 0 0,82-9 1366 0 0,-1 0 0 0 0,0 0 0 0 0,1 0 0 0 0,-1 0 0 0 0,1 1 0 0 0,-1-1 0 0 0,1 1 0 0 0,0 0 0 0 0,0 0 0 0 0,0 0 0 0 0,-5 5 0 0 0,5 4-2942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11 1336 0 0,'-40'20'24371'0'0,"41"-19"-24238"0"0,3 0-108 0 0,-1 0 0 0 0,1 0 1 0 0,0 0-1 0 0,0 0 0 0 0,-1-1 1 0 0,1 0-1 0 0,0 0 0 0 0,0 0 1 0 0,0 0-1 0 0,6-1 1 0 0,0 0 1 0 0,201-14 273 0 0,-121 6 377 0 0,-38 2 652 0 0,-49 7-1140 0 0,17-2-74 0 0,-14 1-1369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0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85 80 0 0,'17'-69'15698'0'0,"-17"68"-15438"0"0,0 0-1 0 0,0 1 1 0 0,0-1-1 0 0,0 0 1 0 0,0 0-1 0 0,1 0 1 0 0,-1 0-1 0 0,0 0 1 0 0,0 1-1 0 0,1-1 1 0 0,-1 0-1 0 0,1 0 1 0 0,-1 0-1 0 0,1 1 1 0 0,-1-1-1 0 0,1 0 1 0 0,-1 1-1 0 0,2-2 1 0 0,1 16 1822 0 0,-1 37-448 0 0,-2-48-1234 0 0,-18 295 4195 0 0,-5-102-9427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1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24 118 2732 0 0,'37'-117'20708'0'0,"-36"143"-18193"0"0,-3 51 364 0 0,-4 8-1581 0 0,3-41 20 0 0,-11 62-1 0 0,2-38-2441 0 0,-8 35-1600 0 0,17-83-759 0 0,1-4-1024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1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94 2368 0 0,'-236'71'13385'0'0,"86"-27"-6207"0"0,36-10 1399 0 0,112-33-7848 0 0,29-13-199 0 0,87-19-530 0 0,128-18 0 0 0,121 2 0 0 0,362-21 0 0 0,-513 50 0 0 0,-55-1-7609 0 0,-171 22 4808 0 0,0 1 0 0 0,1 0 0 0 0,-14 7 0 0 0,8-4-2035 0 0,-2 2-1878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2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47 300 0 0,'-4'-42'12912'0'0,"4"42"-12887"0"0,0 0-1 0 0,0 0 1 0 0,0-1 0 0 0,0 1-1 0 0,0 0 1 0 0,0 0 0 0 0,-1-1 0 0 0,1 1-1 0 0,0 0 1 0 0,0 0 0 0 0,0-1-1 0 0,-1 1 1 0 0,1 0 0 0 0,0 0-1 0 0,0 0 1 0 0,-1-1 0 0 0,1 1 0 0 0,0 0-1 0 0,0 0 1 0 0,-1 0 0 0 0,1 0-1 0 0,0 0 1 0 0,0 0 0 0 0,-1 0 0 0 0,1 0-1 0 0,0-1 1 0 0,-1 1 0 0 0,1 0-1 0 0,0 0 1 0 0,0 0 0 0 0,-1 0-1 0 0,1 1 1 0 0,0-1 0 0 0,-1 0 0 0 0,1 0-1 0 0,0 0 1 0 0,-1 0 0 0 0,1 0-1 0 0,0 0 1 0 0,0 0 0 0 0,-1 0 0 0 0,1 1-1 0 0,0-1 1 0 0,0 0 0 0 0,-1 0-1 0 0,1 0 1 0 0,0 0 0 0 0,0 1-1 0 0,0-1 1 0 0,-1 0 0 0 0,1 0 0 0 0,0 1-1 0 0,-14 9 623 0 0,-11 13 72 0 0,2 0 0 0 0,0 2 0 0 0,2 1 0 0 0,1 1 0 0 0,-23 39 0 0 0,34-49-480 0 0,0-1 0 0 0,-7 22 0 0 0,15-37-195 0 0,1 0 1 0 0,0 1-1 0 0,0-1 0 0 0,0 1 1 0 0,-1-1-1 0 0,1 1 1 0 0,1-1-1 0 0,-1 1 1 0 0,0-1-1 0 0,0 1 1 0 0,0-1-1 0 0,1 1 1 0 0,-1-1-1 0 0,1 1 1 0 0,-1-1-1 0 0,1 0 1 0 0,0 1-1 0 0,-1-1 1 0 0,1 0-1 0 0,0 0 1 0 0,0 1-1 0 0,0-1 1 0 0,0 0-1 0 0,0 0 1 0 0,0 0-1 0 0,0 0 1 0 0,1 0-1 0 0,-1 0 1 0 0,0-1-1 0 0,0 1 1 0 0,1 0-1 0 0,-1 0 1 0 0,3 0-1 0 0,5 3 186 0 0,0 0 0 0 0,0-1-1 0 0,16 4 1 0 0,-23-6-198 0 0,55 12 716 0 0,55 15 47 0 0,-98-23-574 0 0,1 0-1 0 0,-2 1 1 0 0,1 0 0 0 0,-1 1 0 0 0,19 14 0 0 0,-27-17-5 0 0,1 0 1 0 0,-1 0 0 0 0,-1 1 0 0 0,1-1-1 0 0,-1 1 1 0 0,0 1 0 0 0,0-1-1 0 0,0 0 1 0 0,-1 1 0 0 0,0 0 0 0 0,0 0-1 0 0,0 0 1 0 0,-1 0 0 0 0,0 0-1 0 0,0 1 1 0 0,1 7 0 0 0,-2-9-75 0 0,-1-1 0 0 0,0 1 0 0 0,0-1 0 0 0,-1 1 0 0 0,1 0 1 0 0,-1-1-1 0 0,0 1 0 0 0,0-1 0 0 0,0 0 0 0 0,-1 1 0 0 0,0-1 0 0 0,0 0 0 0 0,0 0 1 0 0,0 0-1 0 0,0 0 0 0 0,-1 0 0 0 0,0-1 0 0 0,0 1 0 0 0,0-1 0 0 0,0 1 0 0 0,0-1 1 0 0,-1 0-1 0 0,1-1 0 0 0,-5 4 0 0 0,-1-1-243 0 0,0 0-1 0 0,-1-1 1 0 0,0 0 0 0 0,1-1 0 0 0,-1 1-1 0 0,0-2 1 0 0,-1 0 0 0 0,1 0 0 0 0,0 0-1 0 0,-1-2 1 0 0,1 1 0 0 0,-1-1 0 0 0,1-1-1 0 0,-1 0 1 0 0,1 0 0 0 0,0-1-1 0 0,-15-4 1 0 0,16 3-63 0 0,-1 0 0 0 0,1-1 0 0 0,0 0 0 0 0,0 0 0 0 0,0-1 0 0 0,1-1 0 0 0,-1 1 0 0 0,-8-9 0 0 0,12 9 77 0 0,0 1-1 0 0,0-1 0 0 0,1 0 1 0 0,0-1-1 0 0,0 1 1 0 0,0-1-1 0 0,1 0 0 0 0,0 0 1 0 0,0 0-1 0 0,0 0 1 0 0,1-1-1 0 0,-3-10 0 0 0,4 11-473 0 0,0 1-1 0 0,1-1 1 0 0,0 0-1 0 0,0 1 1 0 0,1-1-1 0 0,-1 1 1 0 0,1-1-1 0 0,0 1 1 0 0,1-1-1 0 0,-1 1 1 0 0,1-1-1 0 0,0 1 1 0 0,4-7-1 0 0,3-3-1973 0 0,0 0 0 0 0,0 1 0 0 0,14-15 0 0 0,0 1-5389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80 143 1884 0 0,'-45'-31'14291'0'0,"26"19"-10317"0"0,4 1 579 0 0,58 2-3398 0 0,64-6 0 0 0,-15 4-708 0 0,7-6-159 0 0,131-19-1116 0 0,-227 36-152 0 0,-3 0 833 0 0,0 0 1 0 0,1 0-1 0 0,-1 0 0 0 0,1 0 0 0 0,-1 0 1 0 0,0 0-1 0 0,1 0 0 0 0,-39 41-14217 0 0,14-27 6367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0 392 0 0,'0'0'1192'0'0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0:5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4 388 0 0,'0'0'1928'0'0,"9"-3"-3308"0"0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1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1 111 788 0 0,'17'-98'16529'0'0,"-17"96"-15955"0"0,2-9 2845 0 0,-2 47-2624 0 0,6 365 1180 0 0,-5-352-1832 0 0,0 7-1794 0 0,3-23-3914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1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31 1956 0 0,'49'-31'16071'0'0,"-61"55"-14825"0"0,-1-1 0 0 0,-1-1 0 0 0,-24 28 1 0 0,-2 5-299 0 0,-101 166 840 0 0,39-58-1247 0 0,65-103-389 0 0,-26 37 289 0 0,62-96-421 0 0,-3 5-28 0 0,39-33-15194 0 0,-28 24 12349 0 0,8-4-3582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1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44 1444 0 0,'0'-3'838'0'0,"0"0"0"0"0,0-1 0 0 0,0 1 0 0 0,-1 0 0 0 0,1 0 0 0 0,-1 0 0 0 0,1 0 0 0 0,-1 0-1 0 0,0 0 1 0 0,0 1 0 0 0,-1-1 0 0 0,-2-4 860 0 0,2 7-898 0 0,-6 0-395 0 0,1 2-1 0 0,0-1 1 0 0,0 1 0 0 0,0 0 0 0 0,0 0 0 0 0,0 0 0 0 0,0 1 0 0 0,0 1 0 0 0,1-1 0 0 0,-11 8-1 0 0,-4 4 388 0 0,-35 32 0 0 0,42-34-627 0 0,1 0 0 0 0,1 1 0 0 0,-15 22 0 0 0,23-31-144 0 0,1 0 1 0 0,0 0-1 0 0,0 0 1 0 0,1 0-1 0 0,0 1 1 0 0,-1-1-1 0 0,2 1 1 0 0,-1-1-1 0 0,1 1 1 0 0,0 0-1 0 0,0-1 1 0 0,0 1-1 0 0,1 0 1 0 0,0 0-1 0 0,1 7 1 0 0,-1-10 10 0 0,1 0 0 0 0,0 0 0 0 0,1 0 0 0 0,-1 0 0 0 0,0 0 0 0 0,1-1-1 0 0,0 1 1 0 0,-1 0 0 0 0,1-1 0 0 0,0 1 0 0 0,1-1 0 0 0,-1 1 0 0 0,0-1 0 0 0,1 0 0 0 0,-1 0 0 0 0,1 0 0 0 0,-1 0 0 0 0,7 2 0 0 0,5 3 128 0 0,0-2 1 0 0,28 9-1 0 0,-4-1 15 0 0,22 7 75 0 0,-35-12 87 0 0,27 12 0 0 0,-46-17 13 0 0,0 0-1 0 0,0 1 1 0 0,0 0 0 0 0,0-1 0 0 0,0 2 0 0 0,-1-1 0 0 0,0 1-1 0 0,0 0 1 0 0,5 6 0 0 0,-9-10-291 0 0,0 1 0 0 0,1 0 1 0 0,-1 0-1 0 0,0-1 0 0 0,-1 1 0 0 0,1 0 0 0 0,0 0 0 0 0,0 0 0 0 0,-1 0 1 0 0,1 0-1 0 0,-1 0 0 0 0,0 0 0 0 0,1 1 0 0 0,-1-1 0 0 0,0 0 0 0 0,0 0 1 0 0,-1 0-1 0 0,1 3 0 0 0,-1-1 147 0 0,-1-1-1 0 0,1 1 1 0 0,0-1 0 0 0,-1 0 0 0 0,0 0 0 0 0,0 1-1 0 0,0-1 1 0 0,0 0 0 0 0,-5 4 0 0 0,-1 1 271 0 0,0 0 0 0 0,0-1 0 0 0,-1-1 0 0 0,-1 1 0 0 0,-17 8 0 0 0,18-11-700 0 0,-1 0 0 0 0,0 0 0 0 0,0-2 0 0 0,0 1 0 0 0,-1-1 0 0 0,1-1 0 0 0,-1 1 0 0 0,1-2 0 0 0,-1 0 0 0 0,1 0-1 0 0,-15-2 1 0 0,17 1 17 0 0,1-1 0 0 0,-1 1 0 0 0,1-1-1 0 0,0 0 1 0 0,0-1 0 0 0,0 1 0 0 0,0-1-1 0 0,1-1 1 0 0,-1 1 0 0 0,1-1-1 0 0,0-1 1 0 0,0 1 0 0 0,0-1 0 0 0,0 0-1 0 0,1 0 1 0 0,-9-10 0 0 0,12 11-299 0 0,1 1 1 0 0,-1 0 0 0 0,0 0-1 0 0,1-1 1 0 0,0 1-1 0 0,-1-1 1 0 0,1 1 0 0 0,1-1-1 0 0,-1 0 1 0 0,0 1 0 0 0,1-1-1 0 0,0 0 1 0 0,0-6-1 0 0,1 1-1367 0 0,1 0 0 0 0,0 1 0 0 0,0-1 0 0 0,5-12 0 0 0,5-7-5886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2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58 242 2592 0 0,'-32'-37'12574'0'0,"11"15"-7198"0"0,18 14-3893 0 0,3 8-1468 0 0,0 0-1 0 0,0 0 1 0 0,0 0 0 0 0,0 0-1 0 0,-1-1 1 0 0,1 1-1 0 0,0 0 1 0 0,0 0 0 0 0,0-1-1 0 0,0 1 1 0 0,0 0-1 0 0,0 0 1 0 0,0 0-1 0 0,0-1 1 0 0,0 1 0 0 0,0 0-1 0 0,0 0 1 0 0,0-1-1 0 0,0 1 1 0 0,0 0 0 0 0,0 0-1 0 0,0 0 1 0 0,0-1-1 0 0,0 1 1 0 0,0 0-1 0 0,1 0 1 0 0,-1-1 0 0 0,0 1-1 0 0,0 0 1 0 0,0 0-1 0 0,0 0 1 0 0,0 0 0 0 0,0-1-1 0 0,1 1 1 0 0,-1 0-1 0 0,0 0 1 0 0,0 0-1 0 0,0 0 1 0 0,1-1 0 0 0,-1 1-1 0 0,0 0 1 0 0,0 0-1 0 0,0 0 1 0 0,1 0 0 0 0,-1 0-1 0 0,7-5 133 0 0,0 0 0 0 0,1 1 1 0 0,-1 0-1 0 0,1 0 0 0 0,0 1 0 0 0,0 0 1 0 0,0 0-1 0 0,13-2 0 0 0,-4 0-35 0 0,335-85 411 0 0,-317 82-520 0 0,62-16-575 0 0,-94 23 132 0 0,-3 1 377 0 0,0 0 0 0 0,0-1 0 0 0,1 1-1 0 0,-1 0 1 0 0,0 0 0 0 0,0 0-1 0 0,1-1 1 0 0,-1 1 0 0 0,0 0-1 0 0,0 0 1 0 0,1 0 0 0 0,-1 0-1 0 0,0 0 1 0 0,0 0 0 0 0,1 0-1 0 0,-1-1 1 0 0,0 1 0 0 0,0 0-1 0 0,1 0 1 0 0,-1 0 0 0 0,0 0-1 0 0,1 0 1 0 0,-1 0 0 0 0,0 0-1 0 0,0 0 1 0 0,1 0 0 0 0,-1 0 0 0 0,0 1-1 0 0,1-1 1 0 0,-1 0 0 0 0,0 0-1 0 0,0 0 1 0 0,1 0 0 0 0,-1 0-1 0 0,0 0 1 0 0,0 1 0 0 0,0-1-1 0 0,1 0 1 0 0,-1 0 0 0 0,0 0-1 0 0,0 1 1 0 0,0-1 0 0 0,1 0-1 0 0,-1 0 1 0 0,0 1 0 0 0,0-1-1 0 0,0 0 1 0 0,0 0 0 0 0,0 1-1 0 0,1-1 1 0 0,-1 0 0 0 0,0 0 0 0 0,0 1-1 0 0,0-1 1 0 0,0 1-182 0 0,0 0 1 0 0,0 0 0 0 0,-1 0-1 0 0,1 0 1 0 0,0 0-1 0 0,-1 0 1 0 0,1 0 0 0 0,0 0-1 0 0,-1 0 1 0 0,1 0-1 0 0,-1 0 1 0 0,1 0 0 0 0,-1 0-1 0 0,-1 1 1 0 0,-17 13-6971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33 372 0 0,'-29'2'17628'0'0,"17"0"-14762"0"0,26 0-2683 0 0,0-1 1 0 0,0 0-1 0 0,0-1 0 0 0,0-1 1 0 0,18-2-1 0 0,-7 1-86 0 0,4 0-362 0 0,174-15 991 0 0,-71 3-5810 0 0,-119 13 1696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8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2168 0 0,'22'-64'20144'0'0,"-21"68"-19653"0"0,0-1 0 0 0,0 1 0 0 0,-1 0 0 0 0,1 0 0 0 0,-1-1 0 0 0,0 1 0 0 0,0 0 0 0 0,0 5 0 0 0,-1 4 205 0 0,15 627 4644 0 0,-15-636-5338 0 0,6 28-15 0 0,-3-20-273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26 3996 0 0,'-100'46'16887'0'0,"110"-39"-15147"0"0,-3-6-1457 0 0,1 0 1 0 0,0-1-1 0 0,-1 0 0 0 0,1 0 1 0 0,0-1-1 0 0,-1 0 1 0 0,11-2-1 0 0,3-1 99 0 0,-16 4-321 0 0,549-65 1751 0 0,-548 64-1970 0 0,60-4-2407 0 0,-26 5-1891 0 0,-39 0 4349 0 0,-1 0-1 0 0,1 1 1 0 0,-1-1-1 0 0,1 0 1 0 0,-1 0-1 0 0,1 0 0 0 0,-1 0 1 0 0,0 0-1 0 0,1 0 1 0 0,-1 0-1 0 0,1 1 0 0 0,-1-1 1 0 0,0 0-1 0 0,1 0 1 0 0,-1 1-1 0 0,1-1 1 0 0,-1 0-1 0 0,0 1 0 0 0,1-1 1 0 0,-1 0-1 0 0,0 1 1 0 0,0-1-1 0 0,1 0 0 0 0,-1 1 1 0 0,0-1-1 0 0,0 1 1 0 0,1-1-1 0 0,-1 0 0 0 0,0 1 1 0 0,0-1-1 0 0,0 1 1 0 0,0-1-1 0 0,0 1 1 0 0,0-1-1 0 0,0 0 0 0 0,0 1 1 0 0,0-1-1 0 0,0 1 1 0 0,0-1-1 0 0,0 1 0 0 0,0-1 1 0 0,0 1-1 0 0,0-1 1 0 0,0 1-1 0 0,-1-1 1 0 0,-7 18-6166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9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0 3360 0 0,'-20'14'11108'0'0,"8"-6"-8338"0"0,8-5-2429 0 0,-13 9 662 0 0,0 1 0 0 0,1 1-1 0 0,-28 32 1 0 0,41-42-924 0 0,-1 0-1 0 0,1 0 1 0 0,1 0 0 0 0,-1 0 0 0 0,1 1 0 0 0,-1-1-1 0 0,1 1 1 0 0,1 0 0 0 0,-1 0 0 0 0,1 0 0 0 0,-1 0-1 0 0,1 0 1 0 0,1 0 0 0 0,-1 0 0 0 0,1 0 0 0 0,0 0-1 0 0,0 0 1 0 0,0 0 0 0 0,1 0 0 0 0,0 0 0 0 0,0 0-1 0 0,2 7 1 0 0,0-7 52 0 0,-1 1 0 0 0,1-1 1 0 0,1 0-1 0 0,-1 0 0 0 0,1 0 0 0 0,0 0 0 0 0,0-1 0 0 0,0 1 0 0 0,1-1 0 0 0,0 0 1 0 0,-1-1-1 0 0,2 1 0 0 0,-1-1 0 0 0,0 0 0 0 0,7 3 0 0 0,11 5 384 0 0,1-2-1 0 0,30 9 0 0 0,-45-15-381 0 0,20 5 175 0 0,-6-2 9 0 0,-1 1 0 0 0,24 11 0 0 0,-41-15-183 0 0,1-1 1 0 0,-1 1-1 0 0,0 1 0 0 0,0-1 0 0 0,0 1 0 0 0,0 0 1 0 0,-1 0-1 0 0,1 0 0 0 0,-1 0 0 0 0,0 1 0 0 0,0 0 1 0 0,-1 0-1 0 0,4 6 0 0 0,-5-7-69 0 0,-1 0-1 0 0,1 0 1 0 0,-1 0-1 0 0,0 0 1 0 0,0 0-1 0 0,-1 0 1 0 0,1 0-1 0 0,-1 0 1 0 0,0 0-1 0 0,0 0 1 0 0,0 0-1 0 0,0 0 1 0 0,-1 0-1 0 0,0 1 1 0 0,0-1-1 0 0,0 0 1 0 0,0-1-1 0 0,0 1 1 0 0,-4 7-1 0 0,-1-1 127 0 0,0 0-1 0 0,-1-1 0 0 0,1 1 0 0 0,-2-1 0 0 0,-12 12 1 0 0,16-18-175 0 0,2-1-199 0 0,-1-1 0 0 0,0 0 1 0 0,1 1-1 0 0,-1-1 0 0 0,0 0 1 0 0,1 0-1 0 0,-1 0 1 0 0,0-1-1 0 0,0 1 0 0 0,0-1 1 0 0,0 0-1 0 0,0 1 0 0 0,1-1 1 0 0,-1 0-1 0 0,0-1 0 0 0,-4 0 1 0 0,5 1-120 0 0,0-1-1 0 0,0 0 1 0 0,0 0 0 0 0,0 0 0 0 0,0-1 0 0 0,0 1 0 0 0,1 0 0 0 0,-1-1-1 0 0,0 1 1 0 0,1-1 0 0 0,-1 1 0 0 0,1-1 0 0 0,0 0 0 0 0,0 1 0 0 0,-1-1 0 0 0,0-4-1 0 0,-1 0-932 0 0,0-1-1 0 0,1 0 0 0 0,0 0 0 0 0,1 0 1 0 0,0-1-1 0 0,0 1 0 0 0,0 0 1 0 0,1 0-1 0 0,0-11 0 0 0,2-3-2794 0 0,1-1-1699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1:59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55 225 2544 0 0,'-20'-22'10719'0'0,"4"9"-8039"0"0,-3-3 1466 0 0,21 14-3519 0 0,6-3-261 0 0,1 1 0 0 0,0 0-1 0 0,0 0 1 0 0,0 1 0 0 0,0 0 0 0 0,1 0 0 0 0,17-2-1 0 0,14-4 31 0 0,427-113-999 0 0,-429 112-1975 0 0,-23 11-806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0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69 2048 0 0,'0'-3'669'0'0,"0"0"1"0"0,0-1-1 0 0,-1 1 0 0 0,1 0 1 0 0,-1-1-1 0 0,0 1 0 0 0,0 0 1 0 0,0 0-1 0 0,0 0 0 0 0,-3-5 0 0 0,2 5-229 0 0,-1-1-1 0 0,0 1 0 0 0,1 0 0 0 0,-1 0 1 0 0,0 0-1 0 0,0 0 0 0 0,-4-3 1 0 0,6 6-20 0 0,-3 0-277 0 0,1 1-120 0 0,-1 1 0 0 0,1-1 0 0 0,0 1 1 0 0,0-1-1 0 0,0 1 0 0 0,0 0 0 0 0,0 0 0 0 0,0 0 0 0 0,0 1 1 0 0,1-1-1 0 0,-1 1 0 0 0,1 0 0 0 0,0-1 0 0 0,0 1 0 0 0,0 0 1 0 0,-3 6-1 0 0,-6 11 12 0 0,-13 32 0 0 0,16-33-18 0 0,-15 34-282 0 0,-39 97-40 0 0,54-125-3524 0 0,-10 54-1 0 0,15-69 494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0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228 105 888 0 0,'3'-14'1365'0'0,"1"0"1"0"0,0 0-1 0 0,1 1 0 0 0,0 0 1 0 0,11-19-1 0 0,-16 32-1334 0 0,1 0-1 0 0,-1-1 1 0 0,1 1 0 0 0,-1-1-1 0 0,1 1 1 0 0,-1 0 0 0 0,1-1-1 0 0,-1 1 1 0 0,1 0 0 0 0,-1-1-1 0 0,1 1 1 0 0,-1 0 0 0 0,1 0-1 0 0,0 0 1 0 0,-1 0 0 0 0,1-1-1 0 0,-1 1 1 0 0,1 0 0 0 0,0 0-1 0 0,-1 0 1 0 0,1 0 0 0 0,0 0-1 0 0,-1 1 1 0 0,1-1 0 0 0,-1 0-1 0 0,1 0 1 0 0,0 0 0 0 0,-1 0-1 0 0,1 1 1 0 0,-1-1 0 0 0,1 0-1 0 0,-1 0 1 0 0,1 1 0 0 0,-1-1-1 0 0,1 1 1 0 0,-1-1-1 0 0,1 0 1 0 0,-1 1 0 0 0,1-1-1 0 0,-1 1 1 0 0,0-1 0 0 0,1 1-1 0 0,-1-1 1 0 0,1 2 0 0 0,16 22 820 0 0,21 53 16 0 0,-4 1 0 0 0,44 148-1 0 0,-75-217-897 0 0,5 17 509 0 0,0 2 0 0 0,3 31 0 0 0,-10-52-255 0 0,0-1-1 0 0,0 0 0 0 0,-1 0 1 0 0,0 1-1 0 0,0-1 0 0 0,-1 0 1 0 0,0 0-1 0 0,0 1 0 0 0,0-1 1 0 0,-1 0-1 0 0,0 0 0 0 0,0 0 1 0 0,0-1-1 0 0,-1 1 0 0 0,-6 10 1 0 0,5-12-133 0 0,0 0 0 0 0,0 0-1 0 0,0-1 1 0 0,-1 0 0 0 0,1 0 0 0 0,-1 0 0 0 0,0 0 0 0 0,0-1 0 0 0,0 0 0 0 0,0 0 0 0 0,0 0 0 0 0,0-1 0 0 0,0 1 0 0 0,-1-1 0 0 0,1-1 0 0 0,-1 1-1 0 0,-6-1 1 0 0,-14 0-11 0 0,1 0 0 0 0,-37-7-1 0 0,36 3 5 0 0,-183-16-1148 0 0,207 20 432 0 0,1 0 604 0 0,1 0 0 0 0,0 0-1 0 0,0 1 1 0 0,0-1 0 0 0,-1 0 0 0 0,1 0 0 0 0,0 0-1 0 0,0 0 1 0 0,-1 0 0 0 0,1 0 0 0 0,0 1-1 0 0,0-1 1 0 0,0 0 0 0 0,-1 0 0 0 0,1 0 0 0 0,0 0-1 0 0,0 0 1 0 0,-1 0 0 0 0,1 0 0 0 0,0 0-1 0 0,0 0 1 0 0,-1 0 0 0 0,1 0 0 0 0,0 0 0 0 0,0 0-1 0 0,-1-1 1 0 0,1 1 0 0 0,0 0 0 0 0,0 0-1 0 0,-1 0 1 0 0,1 0-44 0 0,-1 0 1 0 0,1-1-1 0 0,0 1 0 0 0,-1 0 1 0 0,1 0-1 0 0,0 0 0 0 0,-1 0 0 0 0,1 0 1 0 0,0 0-1 0 0,-1 0 0 0 0,1 0 1 0 0,0 0-1 0 0,-1 0 0 0 0,1 0 0 0 0,-1 0 1 0 0,1 0-1 0 0,0 0 0 0 0,-1 0 0 0 0,1 0 1 0 0,0 1-1 0 0,-1-1 0 0 0,1 0 1 0 0,0 0-1 0 0,-1 0 0 0 0,1 0 0 0 0,0 1 1 0 0,0-1-1 0 0,-1 0 0 0 0,1 0 1 0 0,0 1-1 0 0,-1-1-38 0 0,1 1 0 0 0,0-1 0 0 0,0 1 0 0 0,-1-1 0 0 0,1 1 0 0 0,0-1 0 0 0,0 1 0 0 0,0-1 0 0 0,0 1 0 0 0,0-1 0 0 0,0 1 0 0 0,0-1 0 0 0,0 1 0 0 0,0-1 0 0 0,0 1 0 0 0,0-1 0 0 0,0 1 0 0 0,0-1 0 0 0,0 1 0 0 0,0-1-1 0 0,1 1 1 0 0,-1-1 0 0 0,0 0 0 0 0,0 1 0 0 0,1-1 0 0 0,-1 1 0 0 0,0-1 0 0 0,1 1 0 0 0,-1-1 0 0 0,0 0 0 0 0,1 1 0 0 0,-1-1 0 0 0,1 1 0 0 0,17 9-5046 0 0,-6-6 542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1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0 2728 0 0,'15'0'5684'0'0,"-14"0"-5492"0"0,-1 1 1 0 0,1-1-1 0 0,-1 0 0 0 0,1 0 0 0 0,-1 0 1 0 0,1 1-1 0 0,-1-1 0 0 0,1 0 0 0 0,2 3 1154 0 0,-3-3-1154 0 0,1 1 0 0 0,-1-1 1 0 0,0 1-1 0 0,1 0 0 0 0,-2 7 355 0 0,-18 145 6220 0 0,-12 82-3649 0 0,26-201-2878 0 0,-14 85 345 0 0,16-105-444 0 0,-1 1 1 0 0,0-1-1 0 0,-2 0 1 0 0,1 0-1 0 0,-14 23 1 0 0,17-35-196 0 0,1 1 0 0 0,-1-1 0 0 0,1 0-1 0 0,-1 0 1 0 0,0 0 0 0 0,0 0 0 0 0,0 0 0 0 0,0 0 0 0 0,0 0 0 0 0,0-1 0 0 0,-1 1 0 0 0,1-1-1 0 0,0 1 1 0 0,-1-1 0 0 0,1 0 0 0 0,-1 0 0 0 0,0 0 0 0 0,1-1 0 0 0,-1 1 0 0 0,0 0-1 0 0,1-1 1 0 0,-1 0 0 0 0,0 0 0 0 0,0 0 0 0 0,1 0 0 0 0,-1 0 0 0 0,0 0 0 0 0,0-1 0 0 0,1 1-1 0 0,-1-1 1 0 0,0 0 0 0 0,1 0 0 0 0,-1 0 0 0 0,-4-2 0 0 0,1-1-655 0 0,-1 1 1 0 0,1-2-1 0 0,-1 1 1 0 0,1-1 0 0 0,1 0-1 0 0,-1 0 1 0 0,1 0-1 0 0,0-1 1 0 0,0 0-1 0 0,0 0 1 0 0,-6-12-1 0 0,5 6-1426 0 0,1 0 1 0 0,-7-20-1 0 0,4 0-3216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0 158 860 0 0,'7'-73'8957'0'0,"-5"50"-5732"0"0,4-29 0 0 0,-5 50-3220 0 0,0-6-484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2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51 1484 0 0,'12'-50'15707'0'0,"-35"69"-14155"0"0,-24 24-675 0 0,-131 122 479 0 0,167-155-1344 0 0,1 1 0 0 0,0 1 0 0 0,0-1 0 0 0,2 1 0 0 0,-1 1 0 0 0,2 0 0 0 0,0 0 0 0 0,0 0 0 0 0,1 1 0 0 0,-4 14 0 0 0,10-26-3 0 0,0-1 1 0 0,0 1-1 0 0,0-1 1 0 0,0 1-1 0 0,0-1 1 0 0,1 1-1 0 0,-1-1 1 0 0,0 0-1 0 0,1 1 1 0 0,-1-1-1 0 0,1 0 1 0 0,0 1-1 0 0,-1-1 1 0 0,1 0-1 0 0,0 0 1 0 0,0 1-1 0 0,0-1 1 0 0,1 1-1 0 0,18 16 144 0 0,-9-11-125 0 0,1-1 1 0 0,0 0-1 0 0,0-1 1 0 0,1-1 0 0 0,23 6-1 0 0,70 7 24 0 0,-24-4-1288 0 0,-65-11-78 0 0,18 5-2692 0 0,-32-6 3117 0 0,-1 0 0 0 0,0 0 0 0 0,0 0 0 0 0,0 0 0 0 0,0 0 0 0 0,6 6-1778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1 864 0 0,'-54'3'10467'0'0,"39"-1"-8317"0"0,12-2-1265 0 0,-30 5 3485 0 0,33-5-4327 0 0,0 1-1 0 0,-1-1 1 0 0,1 0-1 0 0,0 0 1 0 0,0 1-1 0 0,0-1 1 0 0,0 0-1 0 0,0 0 1 0 0,0 1-1 0 0,0-1 1 0 0,0 0 0 0 0,0 1-1 0 0,0-1 1 0 0,0 0-1 0 0,0 0 1 0 0,0 1-1 0 0,0-1 1 0 0,0 0-1 0 0,0 1 1 0 0,0-1-1 0 0,0 0 1 0 0,0 0-1 0 0,0 1 1 0 0,0-1-1 0 0,0 0 1 0 0,0 0-1 0 0,0 1 1 0 0,1-1-1 0 0,-1 0 1 0 0,0 0-1 0 0,0 1 1 0 0,0-1-1 0 0,0 0 1 0 0,1 1-1 0 0,7 12 619 0 0,-7-11-558 0 0,10 9 322 0 0,1-1 0 0 0,0 0-1 0 0,1 0 1 0 0,1-1 0 0 0,-1-1 0 0 0,1 0 0 0 0,28 10 0 0 0,-25-10-248 0 0,213 85 875 0 0,-111-47-4763 0 0,-107-40 2031 0 0,19 6-1823 0 0,-8-9-4828 0 0,-3-5 2344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114 183 3104 0 0,'16'-90'19349'0'0,"-18"93"-18973"0"0,-8 22 197 0 0,2 1-1 0 0,0 0 0 0 0,-5 31 0 0 0,-6 85-65 0 0,17-120-444 0 0,1 0 1 0 0,1 0-1 0 0,1 0 1 0 0,6 35-1 0 0,-6-48-18 0 0,1-1 0 0 0,0 1 0 0 0,0-1 0 0 0,1 0 0 0 0,0 0 1 0 0,1 0-1 0 0,0 0 0 0 0,0-1 0 0 0,1 0 0 0 0,0 1 0 0 0,0-2 0 0 0,0 1 0 0 0,1 0 0 0 0,11 9 0 0 0,-11-12 6 0 0,0-1-1 0 0,1 0 0 0 0,-1 0 0 0 0,1 0 1 0 0,0-1-1 0 0,-1 0 0 0 0,1 0 0 0 0,0 0 0 0 0,0-1 1 0 0,0 0-1 0 0,0-1 0 0 0,0 0 0 0 0,0 0 0 0 0,0 0 1 0 0,1-1-1 0 0,12-2 0 0 0,-3-1 93 0 0,0-1-1 0 0,-1 0 1 0 0,1-1-1 0 0,-1-1 1 0 0,26-14-1 0 0,-21 8 7 0 0,0-1 1 0 0,-1-1-1 0 0,-1-1 0 0 0,0-1 0 0 0,-2 0 0 0 0,0-1 1 0 0,18-25-1 0 0,-24 29 0 0 0,-2 0 0 0 0,0-1 1 0 0,0 0-1 0 0,-2 0 0 0 0,0-1 1 0 0,0 0-1 0 0,-2-1 0 0 0,0 1 0 0 0,0-1 1 0 0,-2 0-1 0 0,2-21 0 0 0,-5 31-120 0 0,0 1-1 0 0,-1-1 1 0 0,0 1-1 0 0,0 0 1 0 0,0-1-1 0 0,-1 1 1 0 0,0 0-1 0 0,0 0 1 0 0,-1 0 0 0 0,1 0-1 0 0,-1 1 1 0 0,-1-1-1 0 0,1 1 1 0 0,-1-1-1 0 0,0 1 1 0 0,0 0-1 0 0,0 1 1 0 0,-1-1-1 0 0,0 1 1 0 0,0 0-1 0 0,0 0 1 0 0,-10-6-1 0 0,-8-3-26 0 0,0 1-1 0 0,0 1 0 0 0,-1 1 0 0 0,-32-9 0 0 0,6 5-891 0 0,1 3-1 0 0,-91-11 0 0 0,-23 14-8443 0 0,156 8 8173 0 0,-7 1-243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3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5529 0 0,'10'-7'3156'0'0,"0"1"-736"0"0,-1 2 1020 0 0,3-4-1199 0 0,0 1-841 0 0,-2 0-656 0 0,-1 0-860 0 0,-6-5-1028 0 0,-4-4-1441 0 0,-1 8 813 0 0,-5-4-2376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3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55 552 0 0,'0'0'1068'0'0,"-9"-8"304"0"0,3-3-516 0 0,-3 1-300 0 0,4 3-68 0 0,-2-3-404 0 0,2 1-820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52 1588 0 0,'0'0'1384'0'0,"0"-12"636"0"0,0 4-783 0 0,-1-2-133 0 0,1-3-768 0 0,-2 5-556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0 400 0 0,'0'0'1448'0'0,"0"10"1388"0"0,2-1-2416 0 0,-2 0-844 0 0,3 1-1852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6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62 496 0 0,'0'0'5194'0'0,"-12"-36"5751"0"0,4 14-9880 0 0,7 19-980 0 0,-4 26-96 0 0,-4 44 0 0 0,3-13 79 0 0,-26 164 616 0 0,9 2 0 0 0,7 248-1 0 0,51-50-178 0 0,-32-388-440 0 0,2 7-5108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7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114 205 1452 0 0,'0'-8'1151'0'0,"-1"1"1"0"0,-1-1-1 0 0,1 1 0 0 0,-1-1 1 0 0,0 1-1 0 0,-6-11 0 0 0,1-3 1120 0 0,6 19-1703 0 0,-3-12 1698 0 0,3 9-1688 0 0,-5-14 1188 0 0,0 0 0 0 0,-9-19 0 0 0,14 37-1601 0 0,1-1-129 0 0,-1 0 0 0 0,0 1 0 0 0,0-1 0 0 0,0 0 0 0 0,0 1 0 0 0,-1 0 0 0 0,1-1 0 0 0,0 1 0 0 0,-1 0 0 0 0,1-1 0 0 0,-1 1 0 0 0,1 0 0 0 0,-1 0 0 0 0,-2-1 0 0 0,-1 30-49 0 0,2 1 1 0 0,0 0 0 0 0,2 38 0 0 0,0-3 6 0 0,-12 568 10 0 0,9-346 189 0 0,2 287 49 0 0,2-564-255 0 0,0 18-562 0 0,-3 27-1 0 0,3-52-7 0 0,0 1-484 0 0,0 4 581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09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66 1080 0 0,'-92'-51'8650'0'0,"91"50"-8335"0"0,-48-12 3983 0 0,46 13-3902 0 0,3 0-367 0 0,0 1-1 0 0,0 0 1 0 0,0 0 0 0 0,0 0-1 0 0,0-1 1 0 0,0 1-1 0 0,0 0 1 0 0,0 0-1 0 0,0 0 1 0 0,0 0 0 0 0,1-1-1 0 0,-1 1 1 0 0,0 0-1 0 0,1 0 1 0 0,-1-1-1 0 0,0 1 1 0 0,1 0 0 0 0,-1 0-1 0 0,2 0 1 0 0,4 7 143 0 0,1-2-1 0 0,1 1 1 0 0,-1-1 0 0 0,1 0 0 0 0,0 0-1 0 0,0-1 1 0 0,1 0 0 0 0,10 4 0 0 0,81 28 303 0 0,-76-28-345 0 0,45 12 59 0 0,0-3-1 0 0,104 13 0 0 0,145-3 264 0 0,248-16 48 0 0,0-24-275 0 0,-183 3-175 0 0,1278 19 44 0 0,-1409 1-78 0 0,774 47 5 0 0,-465-9 8 0 0,43 9-14 0 0,301 32-12 0 0,-329-24-41 0 0,438 44 16 0 0,-231-13 45 0 0,-145-16-40 0 0,-411-55 25 0 0,309 31 5 0 0,214 3 66 0 0,398-12 145 0 0,620 7-26 0 0,-1535-48-186 0 0,1435 50 98 0 0,-1079-33-75 0 0,725 24 62 0 0,-182 2-82 0 0,-692-28 25 0 0,-235-17 1107 0 0,-159-8-882 0 0,-44 3-261 0 0,39-5 98 0 0,-39 5-104 0 0,-1 0-63 0 0,0 0 12 0 0,-1 0 0 0 0,1 0 0 0 0,0 0 0 0 0,-1 0 0 0 0,1 0 0 0 0,0 0 0 0 0,-1 0 0 0 0,1 0 0 0 0,0 0 0 0 0,-1 0 0 0 0,1 0 0 0 0,-1 0 0 0 0,1-1 0 0 0,0 1 0 0 0,-1 0 0 0 0,1 0 0 0 0,-1-1 0 0 0,1 1 0 0 0,0-1 0 0 0,-1 1-1 0 0,1 0 1 0 0,-1-1 0 0 0,1 1 0 0 0,-1-1 0 0 0,0 1 0 0 0,1-1 0 0 0,-1 1 0 0 0,1-1 0 0 0,-1 1 0 0 0,0-1 0 0 0,0 0 0 0 0,1 1 0 0 0,-1-1 0 0 0,0 1 0 0 0,0-1 0 0 0,0 0 0 0 0,1 1 0 0 0,-1-2 0 0 0,-31-27-9181 0 0,23 21 5875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11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29 320 0 0,'1'-14'9568'0'0,"-1"13"-9561"0"0,-3-12 2454 0 0,-1 13-1286 0 0,-1 9-1441 0 0,-11 35 621 0 0,2 1 1 0 0,2 0 0 0 0,2 1-1 0 0,3 0 1 0 0,-3 57 0 0 0,-12 455 873 0 0,19-457-1121 0 0,-1 48 158 0 0,-9 641 1075 0 0,1-131-483 0 0,11-615-767 0 0,-55 1467 1517 0 0,47-1325-1553 0 0,-14 1675 634 0 0,74-812-99 0 0,-18-455-228 0 0,-27-462-278 0 0,59 1637 848 0 0,-63-527-725 0 0,-30-405-71 0 0,10-620-66 0 0,18-215-240 0 0,0 0-1 0 0,0 0 1 0 0,0-1 0 0 0,0 1-1 0 0,-1 0 1 0 0,1-1 0 0 0,-1 1 0 0 0,1 0-1 0 0,-1-1 1 0 0,0 1 0 0 0,0-1-1 0 0,0 1 1 0 0,0-1 0 0 0,0 1 0 0 0,0-1-1 0 0,0 1 1 0 0,0-1 0 0 0,0 0-1 0 0,-1 0 1 0 0,1 0 0 0 0,0 1-1 0 0,-1-1 1 0 0,1-1 0 0 0,-1 1 0 0 0,-1 1-1 0 0,1-2-233 0 0,0 1 0 0 0,-1-1 0 0 0,1 0 1 0 0,0 0-1 0 0,0 1 0 0 0,-1-2 0 0 0,1 1 0 0 0,0 0 0 0 0,0 0 0 0 0,0-1 0 0 0,-1 1 0 0 0,1-1 0 0 0,0 0 0 0 0,0 0 0 0 0,0 0 0 0 0,0 0 0 0 0,0 0 0 0 0,0 0 0 0 0,-2-2 0 0 0,-9-7-3335 0 0,-3-5-1636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5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1908 0 0,'0'0'18419'0'0,"2"0"-18321"0"0,28-1 82 0 0,49 6 0 0 0,-18-1-102 0 0,109-5 251 0 0,-81 0 2315 0 0,-85 1-2480 0 0,1-1 1 0 0,-1 1 0 0 0,0-1 0 0 0,1 0-1 0 0,4-2 109 0 0,-5-2-215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5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73 2220 0 0,'-11'-10'4185'0'0,"1"-1"0"0"0,-15-20 0 0 0,25 30-3791 0 0,0 0-356 0 0,0 0-1 0 0,1 0 1 0 0,-1 0-1 0 0,1 0 1 0 0,-1 0-1 0 0,1 0 1 0 0,-1 0-1 0 0,1 0 1 0 0,-1 0-1 0 0,1 0 1 0 0,0 0 0 0 0,0 1-1 0 0,0-1 1 0 0,-1 0-1 0 0,1 0 1 0 0,0 1-1 0 0,0-1 1 0 0,0 1-1 0 0,0-1 1 0 0,0 1-1 0 0,0-1 1 0 0,0 1-1 0 0,0 0 1 0 0,0-1-1 0 0,0 1 1 0 0,0 0-1 0 0,0 0 1 0 0,1 0-1 0 0,-1 0 1 0 0,0 0-1 0 0,1 0 1 0 0,35 0 154 0 0,-36 0-177 0 0,9 1 61 0 0,0 0 1 0 0,0 1-1 0 0,0 0 1 0 0,-1 1 0 0 0,1 0-1 0 0,-1 0 1 0 0,0 1-1 0 0,1 0 1 0 0,-2 1-1 0 0,16 10 1 0 0,-21-13 22 0 0,0 0 0 0 0,0 1 1 0 0,0 0-1 0 0,0 0 0 0 0,-1-1 1 0 0,1 2-1 0 0,-1-1 0 0 0,0 0 1 0 0,0 0-1 0 0,0 1 0 0 0,0-1 0 0 0,-1 1 1 0 0,1-1-1 0 0,-1 1 0 0 0,0 0 1 0 0,0 0-1 0 0,0 0 0 0 0,0-1 1 0 0,-1 1-1 0 0,0 0 0 0 0,0 0 0 0 0,0 0 1 0 0,0 0-1 0 0,0 0 0 0 0,-1 0 1 0 0,0 0-1 0 0,0-1 0 0 0,0 1 1 0 0,-1 4-1 0 0,-4 5 128 0 0,0 0 0 0 0,-1 0-1 0 0,0-1 1 0 0,-1 0 0 0 0,0-1 0 0 0,-1 1 0 0 0,0-2 0 0 0,-11 11 0 0 0,-93 74 1653 0 0,66-58-794 0 0,-36 25 887 0 0,81-60-1760 0 0,2-2-203 0 0,0 1 1 0 0,0-1-1 0 0,1 0 1 0 0,-1 1-1 0 0,0-1 0 0 0,0 1 1 0 0,0-1-1 0 0,0 0 1 0 0,0 1-1 0 0,0-1 0 0 0,1 1 1 0 0,-1-1-1 0 0,0 0 1 0 0,0 1-1 0 0,1-1 0 0 0,-1 0 1 0 0,0 1-1 0 0,0-1 1 0 0,1 0-1 0 0,-1 0 1 0 0,0 1-1 0 0,1-1 0 0 0,-1 0 1 0 0,1 0-1 0 0,-1 0 1 0 0,0 1-1 0 0,1-1 0 0 0,-1 0 1 0 0,0 0-1 0 0,1 0 1 0 0,-1 0-1 0 0,1 0 0 0 0,-1 0 1 0 0,1 0-1 0 0,-1 0 1 0 0,0 0-1 0 0,1 0 0 0 0,17 1 91 0 0,-16-1-96 0 0,277-12 125 0 0,-111 3-187 0 0,-19 1-1499 0 0,-147 8 570 0 0,1 0-212 0 0,4 1 818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5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1 304 0 0,'-225'51'10639'0'0,"105"-27"-5548"0"0,73-10-1409 0 0,51-14-3250 0 0,188-14 1146 0 0,-94 4-1341 0 0,458-12-1093 0 0,-503 28-1079 0 0,-50-5 1208 0 0,1 0 0 0 0,0 0 0 0 0,0 0 0 0 0,-1 0 0 0 0,1 1 0 0 0,-1 0 0 0 0,1 0 0 0 0,-1 0 0 0 0,0 0-1 0 0,6 4 1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6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 2496 0 0,'-32'13'2998'0'0,"4"-2"-25"0"0,0 1-1 0 0,-42 26 0 0 0,63-33-2672 0 0,1 0 0 0 0,0 1 0 0 0,0 0 1 0 0,1 0-1 0 0,-1 0 0 0 0,1 1 0 0 0,1 0 0 0 0,-1 0 0 0 0,1 0 0 0 0,1 0 0 0 0,-1 1 0 0 0,1-1 0 0 0,-3 12 0 0 0,4-12-117 0 0,0 1-1 0 0,0-1 1 0 0,1 1 0 0 0,0-1-1 0 0,0 1 1 0 0,1 0-1 0 0,0-1 1 0 0,0 1 0 0 0,1-1-1 0 0,0 1 1 0 0,0-1-1 0 0,1 1 1 0 0,0-1 0 0 0,5 13-1 0 0,-3-13 72 0 0,1 0 0 0 0,0 0-1 0 0,0 0 1 0 0,1 0 0 0 0,0-1 0 0 0,0 0-1 0 0,0 0 1 0 0,1 0 0 0 0,0-1-1 0 0,9 6 1 0 0,11 4 886 0 0,42 19-1 0 0,-51-26-765 0 0,14 7 161 0 0,21 9 1118 0 0,90 54 0 0 0,-139-75-1476 0 0,-1-1 0 0 0,0 1 0 0 0,0 0 0 0 0,0-1 0 0 0,-1 2 0 0 0,1-1-1 0 0,-1 0 1 0 0,1 0 0 0 0,-1 1 0 0 0,0-1 0 0 0,2 7 0 0 0,-3-7-177 0 0,0 0 1 0 0,-1 1-1 0 0,0-1 0 0 0,1 0 1 0 0,-1 0-1 0 0,0 0 0 0 0,-1 1 1 0 0,1-1-1 0 0,0 0 0 0 0,-1 0 1 0 0,0 0-1 0 0,0 0 0 0 0,0 0 1 0 0,0 0-1 0 0,0 0 0 0 0,-1 0 1 0 0,1 0-1 0 0,-1 0 0 0 0,0-1 1 0 0,1 1-1 0 0,-1-1 0 0 0,-1 1 1 0 0,-3 3-1 0 0,4-4 0 0 0,-4 5-237 0 0,0-1 0 0 0,-1 0 0 0 0,0 0 0 0 0,0-1 0 0 0,0 1-1 0 0,0-2 1 0 0,-1 1 0 0 0,0-1 0 0 0,0 0 0 0 0,0-1 0 0 0,-1 0 0 0 0,1 0 0 0 0,-1-1 0 0 0,1 0 0 0 0,-1-1 0 0 0,0 1 0 0 0,0-2-1 0 0,0 1 1 0 0,0-1 0 0 0,1-1 0 0 0,-1 1 0 0 0,-10-3 0 0 0,12 1 2 0 0,0 1-1 0 0,1-1 1 0 0,-1 0 0 0 0,1 0 0 0 0,-1-1-1 0 0,1 0 1 0 0,0 0 0 0 0,0-1 0 0 0,1 1-1 0 0,-1-1 1 0 0,1 0 0 0 0,-1-1-1 0 0,1 1 1 0 0,1-1 0 0 0,-1 0 0 0 0,1 0-1 0 0,-1-1 1 0 0,2 0 0 0 0,-1 1 0 0 0,0-1-1 0 0,1 0 1 0 0,0 0 0 0 0,1-1-1 0 0,0 1 1 0 0,-1-1 0 0 0,2 1 0 0 0,-1-1-1 0 0,1 0 1 0 0,0-8 0 0 0,0 6-2121 0 0,1 0-1 0 0,0-1 1 0 0,1-12 0 0 0,5-8-6071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6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124 124 2992 0 0,'-124'-46'18865'0'0,"139"41"-18492"0"0,0 0 0 0 0,0 1 0 0 0,1 1 0 0 0,-1 0 0 0 0,1 2 0 0 0,25-1 0 0 0,4-1-143 0 0,357-30 433 0 0,-321 23-534 0 0,-79 10-161 0 0,10-8-1135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73 1264 0 0,'-14'-24'10813'0'0,"14"23"-10673"0"0,-1 0 0 0 0,1 0 0 0 0,0 0 0 0 0,0 0 0 0 0,0 0 0 0 0,0-1 0 0 0,1 1 0 0 0,-1 0 0 0 0,0 0 0 0 0,0 0-1 0 0,1 0 1 0 0,-1 0 0 0 0,0 0 0 0 0,1 0 0 0 0,-1 0 0 0 0,1 0 0 0 0,-1 0 0 0 0,1 0 0 0 0,0 0 0 0 0,-1 0 0 0 0,1 1 0 0 0,1-2 0 0 0,1 0 21 0 0,-1 0 0 0 0,1 0 1 0 0,0 0-1 0 0,0 1 0 0 0,0-1 1 0 0,0 1-1 0 0,5-2 1 0 0,1 0-44 0 0,-1 1 0 0 0,1 1 0 0 0,0-1 0 0 0,0 2 0 0 0,11-1 0 0 0,-8 2-75 0 0,0 0-1 0 0,0 1 1 0 0,-1 1 0 0 0,1 0-1 0 0,-1 0 1 0 0,0 1 0 0 0,1 1-1 0 0,-2 0 1 0 0,1 0 0 0 0,-1 1-1 0 0,13 9 1 0 0,-20-13-30 0 0,1 1 0 0 0,-1 0 0 0 0,0-1 1 0 0,0 2-1 0 0,0-1 0 0 0,0 0 0 0 0,0 1 0 0 0,-1-1 1 0 0,1 1-1 0 0,-1 0 0 0 0,0 0 0 0 0,0 0 0 0 0,-1 0 0 0 0,1 0 1 0 0,-1 0-1 0 0,0 0 0 0 0,0 0 0 0 0,0 1 0 0 0,0-1 1 0 0,-1 0-1 0 0,0 1 0 0 0,0-1 0 0 0,0 0 0 0 0,0 1 0 0 0,-1-1 1 0 0,0 1-1 0 0,1-1 0 0 0,-2 0 0 0 0,1 0 0 0 0,0 0 0 0 0,-1 0 1 0 0,0 0-1 0 0,-2 4 0 0 0,-5 7 62 0 0,-1-1 0 0 0,0 0 0 0 0,-1-1 0 0 0,0 0 1 0 0,-23 19-1 0 0,15-15 313 0 0,-19 24 1 0 0,37-40-256 0 0,1 0-126 0 0,0-1 0 0 0,0 1 0 0 0,0 0 0 0 0,1-1 0 0 0,-1 1 0 0 0,0-1 0 0 0,0 0 0 0 0,0 1 1 0 0,1-1-1 0 0,-1 1 0 0 0,0-1 0 0 0,0 1 0 0 0,1-1 0 0 0,-1 1 0 0 0,1-1 0 0 0,-1 0 0 0 0,0 1 0 0 0,1-1 0 0 0,-1 0 0 0 0,1 1 0 0 0,47 13 199 0 0,-31-10-117 0 0,0 1 1 0 0,0 1-1 0 0,0 0 0 0 0,-1 1 0 0 0,0 1 0 0 0,21 13 0 0 0,-33-18 83 0 0,1 0 1 0 0,-1 1-1 0 0,0 0 1 0 0,0 0-1 0 0,0 0 1 0 0,-1 0-1 0 0,1 0 0 0 0,-1 1 1 0 0,3 5-1 0 0,-5-8-68 0 0,-1 0 0 0 0,1-1 0 0 0,-1 1-1 0 0,1 0 1 0 0,-1 0 0 0 0,0 0 0 0 0,1 0 0 0 0,-1 0-1 0 0,0 0 1 0 0,0 0 0 0 0,-1 0 0 0 0,1 0-1 0 0,0 0 1 0 0,-1 0 0 0 0,1 0 0 0 0,-1 0 0 0 0,1-1-1 0 0,-1 1 1 0 0,0 0 0 0 0,0 0 0 0 0,0-1-1 0 0,0 1 1 0 0,0 0 0 0 0,0-1 0 0 0,-1 1 0 0 0,1-1-1 0 0,0 1 1 0 0,-1-1 0 0 0,-2 2 0 0 0,-2 2 81 0 0,0 0 1 0 0,0-1-1 0 0,-1 0 0 0 0,1 0 1 0 0,-1 0-1 0 0,0-1 1 0 0,0 0-1 0 0,0-1 0 0 0,-12 4 1 0 0,5-4-25 0 0,1 0 0 0 0,-1 0 0 0 0,1-1 0 0 0,-26-2 0 0 0,8-3-58 0 0,-1-1 1 0 0,1-1-1 0 0,-52-18 1 0 0,37 7-683 0 0,44 17 37 0 0,-5-3 12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1812 0 0,'-138'44'16362'0'0,"125"-40"-14492"0"0,13-3-1834 0 0,0-1 1 0 0,0 0-1 0 0,0 1 1 0 0,0-1-1 0 0,1 1 1 0 0,-1-1-1 0 0,0 0 1 0 0,0 1-1 0 0,0-1 1 0 0,1 0-1 0 0,-1 1 1 0 0,0-1-1 0 0,0 0 1 0 0,1 0-1 0 0,-1 1 1 0 0,0-1-1 0 0,1 0 1 0 0,-1 0-1 0 0,0 0 1 0 0,1 1-1 0 0,-1-1 0 0 0,0 0 1 0 0,1 0-1 0 0,-1 0 1 0 0,0 0-1 0 0,1 0 1 0 0,-1 0-1 0 0,1 0 1 0 0,-1 1-1 0 0,0-1 1 0 0,1 0-1 0 0,204 9 1060 0 0,-59-5-1056 0 0,213 35 0 0 0,-356-38-166 0 0,0 0-1 0 0,1-1 0 0 0,-1 1 0 0 0,0 0 0 0 0,0 1 0 0 0,0-1 1 0 0,0 0-1 0 0,0 1 0 0 0,0 0 0 0 0,0-1 0 0 0,3 4 0 0 0,-6-4-33 0 0,1 0-1 0 0,0 0 0 0 0,0 0 0 0 0,-1 0 0 0 0,1 0 0 0 0,-1 1 0 0 0,1-1 0 0 0,-1 0 0 0 0,1 0 0 0 0,-1 1 0 0 0,0-1 0 0 0,1 0 1 0 0,-1 0-1 0 0,0 1 0 0 0,0-1 0 0 0,0 0 0 0 0,0 1 0 0 0,0-1 0 0 0,0 0 0 0 0,0 0 0 0 0,-1 1 0 0 0,1-1 0 0 0,0 0 0 0 0,-1 0 1 0 0,1 1-1 0 0,-1-1 0 0 0,0 0 0 0 0,1 0 0 0 0,-1 0 0 0 0,0 0 0 0 0,0 1 0 0 0,-3 4-1152 0 0,0-1 0 0 0,0 0-1 0 0,0 0 1 0 0,-1 0 0 0 0,-7 5 0 0 0,-3 2-4120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0 3248 0 0,'-3'1'2529'0'0,"-62"10"9128"0"0,51-8-11050 0 0,0 1 1 0 0,1 1-1 0 0,-1 0 0 0 0,1 1 1 0 0,-12 8-1 0 0,11-6-453 0 0,1 1 1 0 0,1 1-1 0 0,-1 0 1 0 0,2 1-1 0 0,-1 0 1 0 0,2 0-1 0 0,-1 1 1 0 0,2 1-1 0 0,-13 20 1 0 0,21-31-126 0 0,0 0 1 0 0,0 0 0 0 0,0 0-1 0 0,1 0 1 0 0,-1 0 0 0 0,0 1 0 0 0,1-1-1 0 0,0 0 1 0 0,-1 0 0 0 0,1 0-1 0 0,0 1 1 0 0,0-1 0 0 0,0 0-1 0 0,1 0 1 0 0,-1 0 0 0 0,0 1-1 0 0,1-1 1 0 0,0 0 0 0 0,-1 0 0 0 0,1 0-1 0 0,0 0 1 0 0,0 0 0 0 0,0 0-1 0 0,0 0 1 0 0,1 0 0 0 0,-1-1-1 0 0,0 1 1 0 0,1 0 0 0 0,-1-1-1 0 0,4 3 1 0 0,3 3 192 0 0,0 0-1 0 0,1-1 1 0 0,0 0-1 0 0,17 8 1 0 0,-23-12-147 0 0,134 56 2038 0 0,-18-9-940 0 0,-116-47-1001 0 0,0-1 0 0 0,0 1 0 0 0,0 0 1 0 0,0 0-1 0 0,0 1 0 0 0,0-1 0 0 0,0 0 0 0 0,-1 1 1 0 0,0 0-1 0 0,1 0 0 0 0,-1-1 0 0 0,0 1 0 0 0,2 4 0 0 0,-3-4-70 0 0,0-1 0 0 0,-1 1 0 0 0,1-1 0 0 0,-1 1 0 0 0,1 0 0 0 0,-1-1 0 0 0,0 1 0 0 0,0 0 0 0 0,0-1 0 0 0,0 1 0 0 0,0 0 0 0 0,0-1 0 0 0,-1 1 0 0 0,0 0-1 0 0,1-1 1 0 0,-1 1 0 0 0,0-1 0 0 0,0 1 0 0 0,-1-1 0 0 0,1 1 0 0 0,0-1 0 0 0,-3 4 0 0 0,0-3-102 0 0,1 1 0 0 0,0 0 0 0 0,-1-1 0 0 0,0 0 0 0 0,1 0 0 0 0,-1 0 0 0 0,-1 0 0 0 0,1-1 0 0 0,0 1 0 0 0,-1-1 0 0 0,1 0 0 0 0,-1-1 0 0 0,1 1 0 0 0,-1-1 0 0 0,0 0 0 0 0,-5 1 0 0 0,-1-1-9 0 0,1 0 0 0 0,-1 0-1 0 0,1-1 1 0 0,0-1 0 0 0,-1 0 0 0 0,1 0-1 0 0,0-1 1 0 0,-12-4 0 0 0,4 0-107 0 0,0-2 1 0 0,-28-15-1 0 0,27 13-22 0 0,6 3-1045 0 0,0 0 1 0 0,0-1 0 0 0,1-1-1 0 0,-16-14 1 0 0,24 19 294 0 0,0 0 1 0 0,0 0 0 0 0,1 0 0 0 0,0-1-1 0 0,0 1 1 0 0,-4-9 0 0 0,5 10-25 0 0,1 0 1 0 0,0-1 0 0 0,0 1 0 0 0,0 0-1 0 0,1-1 1 0 0,-1 1 0 0 0,1-1-1 0 0,0 1 1 0 0,0-1 0 0 0,0 1-1 0 0,1-6 1 0 0,2-8-5825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18:1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2288 0 0,'32'-33'9987'0'0,"-16"16"-2624"0"0,9-5-3682 0 0,-18 18-3360 0 0,0 1 0 0 0,0 1 0 0 0,0-1 0 0 0,0 1 0 0 0,0 0 0 0 0,1 1 0 0 0,-1-1 0 0 0,0 1 0 0 0,9 1 0 0 0,3-2-26 0 0,328-20 1202 0 0,-126 12-1361 0 0,-173 8-117 0 0,7 0-362 0 0,-19-5-2779 0 0,-36 7 2999 0 0,1 0 0 0 0,-1 0 0 0 0,1 0 0 0 0,-1 0 0 0 0,0 0 1 0 0,1 0-1 0 0,-1 0 0 0 0,0 0 0 0 0,1-1 0 0 0,-1 1 0 0 0,0 0 0 0 0,1 0 0 0 0,-1 0 0 0 0,0-1 0 0 0,1 1 1 0 0,0-1-370 0 0,-1 1 369 0 0,0-1 0 0 0,0 1 0 0 0,0 0 0 0 0,1-1 0 0 0,-1 1 1 0 0,0 0-1 0 0,0-1 0 0 0,0 1 0 0 0,0-1 0 0 0,0 1 0 0 0,0 0 0 0 0,0-1 0 0 0,0 1 0 0 0,0 0 0 0 0,0-1 1 0 0,0 1-1 0 0,0-1 0 0 0,0 1 0 0 0,0 0 0 0 0,0-1 0 0 0,0 1 0 0 0,0 0 0 0 0,0-1 0 0 0,0 1 0 0 0,-1 0 1 0 0,1-1-1 0 0,0 1 0 0 0,0 0 0 0 0,-1-1 0 0 0,-11-12-4840 0 0,1 3 343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1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70 848 0 0,'0'0'12168'0'0,"6"9"-11480"0"0,6 9-152 0 0,-5-5-125 0 0,2 0 0 0 0,0-1 0 0 0,0 0-1 0 0,16 15 1 0 0,-16-21-193 0 0,0 0-1 0 0,1-1 1 0 0,-1 0 0 0 0,1 0-1 0 0,0-1 1 0 0,1-1 0 0 0,-1 0-1 0 0,0 0 1 0 0,17 2 0 0 0,-11-1-109 0 0,7 0 29 0 0,0-1 0 0 0,34 1-1 0 0,-20-2 6 0 0,355 12 253 0 0,201-15 133 0 0,-20-37-130 0 0,-357 21-356 0 0,639-38 3 0 0,-434 21-50 0 0,182-11-4 0 0,-509 40 12 0 0,952-50-4 0 0,-100 70-36 0 0,-415 46 44 0 0,-306-23 0 0 0,16 2 10 0 0,-235-39-10 0 0,45 11 35 0 0,2-3 0 0 0,-50-8 5 0 0,-3-1-152 0 0,1 0 18 0 0,-1 0 1 0 0,1 1-1 0 0,-1-1 0 0 0,1 0 1 0 0,-1 0-1 0 0,1 0 0 0 0,0 0 1 0 0,-1 0-1 0 0,1 0 0 0 0,-1 0 1 0 0,1 0-1 0 0,-1 0 0 0 0,1 0 1 0 0,0 0-1 0 0,-1 0 0 0 0,1-1 1 0 0,0 1-1 0 0,-2-2-249 0 0,-1 0-1 0 0,1 0 1 0 0,-1 0 0 0 0,0 0 0 0 0,1 0-1 0 0,-1 1 1 0 0,0-1 0 0 0,0 1-1 0 0,0-1 1 0 0,0 1 0 0 0,-1 0-1 0 0,1 0 1 0 0,0 0 0 0 0,0 0 0 0 0,-1 0-1 0 0,1 1 1 0 0,-3-2 0 0 0,-14-5-4842 0 0,6 0-242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4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62 2340 0 0,'-6'-14'4647'0'0,"-4"-27"2543"0"0,17 64-6966 0 0,8 27-107 0 0,-3 2 0 0 0,-2-1 1 0 0,6 91-1 0 0,-7-26 119 0 0,-8-114 254 0 0,0-7-203 0 0,3-21-133 0 0,4-39-218 0 0,-3 28 12 0 0,1 1 0 0 0,2 0-1 0 0,1 1 1 0 0,20-48 0 0 0,-28 80 46 0 0,0 0-1 0 0,0 0 0 0 0,1 1 1 0 0,-1-1-1 0 0,1 1 1 0 0,-1-1-1 0 0,1 1 1 0 0,0-1-1 0 0,0 1 0 0 0,0 0 1 0 0,1 0-1 0 0,-1 0 1 0 0,0 0-1 0 0,1 1 1 0 0,-1-1-1 0 0,1 0 0 0 0,-1 1 1 0 0,1 0-1 0 0,0 0 1 0 0,0 0-1 0 0,0 0 1 0 0,-1 0-1 0 0,1 0 0 0 0,0 1 1 0 0,0-1-1 0 0,0 1 1 0 0,0 0-1 0 0,0 0 1 0 0,0 0-1 0 0,0 0 0 0 0,4 1 1 0 0,0 1 5 0 0,0 0 0 0 0,0 0 0 0 0,0 0 0 0 0,-1 1 0 0 0,1 0 0 0 0,0 0 0 0 0,-1 1 0 0 0,0-1 0 0 0,0 1 0 0 0,0 1 0 0 0,9 8 0 0 0,8 11 44 0 0,-2 1 1 0 0,-1 1-1 0 0,23 39 0 0 0,-37-55 31 0 0,11 13 428 0 0,-16-22-378 0 0,1-6-115 0 0,-1 0 0 0 0,1 0 0 0 0,-1 0 1 0 0,1-10-1 0 0,4-23-78 0 0,13-44 1 0 0,-15 69 41 0 0,0 0 1 0 0,1 1-1 0 0,0 0 0 0 0,1 0 1 0 0,1 0-1 0 0,0 0 0 0 0,8-10 1 0 0,-13 20 18 0 0,0-1 0 0 0,0 1 1 0 0,1-1-1 0 0,-1 1 0 0 0,1 0 1 0 0,0 0-1 0 0,-1 0 0 0 0,1 0 1 0 0,0 1-1 0 0,0-1 0 0 0,0 1 1 0 0,0-1-1 0 0,0 1 0 0 0,1 0 0 0 0,-1 0 1 0 0,0 1-1 0 0,0-1 0 0 0,1 1 1 0 0,-1-1-1 0 0,6 1 0 0 0,-5 1 11 0 0,0 0 0 0 0,0 0 0 0 0,-1 0 0 0 0,1 0 0 0 0,0 0-1 0 0,-1 1 1 0 0,1 0 0 0 0,-1-1 0 0 0,1 1 0 0 0,-1 1 0 0 0,0-1 0 0 0,0 0-1 0 0,0 1 1 0 0,0 0 0 0 0,-1-1 0 0 0,1 1 0 0 0,-1 0 0 0 0,4 5-1 0 0,0 1 22 0 0,-1 1 0 0 0,1 0-1 0 0,-1 1 1 0 0,-1-1-1 0 0,0 1 1 0 0,-1 0 0 0 0,4 15-1 0 0,-2 8 90 0 0,2 38 1 0 0,3 23-2861 0 0,-10-94 2504 0 0,0 0 0 0 0,0 0 1 0 0,0 0-1 0 0,0 0 0 0 0,1 0 0 0 0,-1 0 0 0 0,0 0 1 0 0,1 0-1 0 0,-1 0 0 0 0,1 0 0 0 0,-1 0 1 0 0,1 0-1 0 0,-1 0 0 0 0,1 0 0 0 0,0-1 1 0 0,-1 1-1 0 0,1 0 0 0 0,0-1 0 0 0,0 1 0 0 0,0 0 1 0 0,-1-1-1 0 0,1 1 0 0 0,0-1 0 0 0,0 1 1 0 0,0-1-1 0 0,0 1 0 0 0,0-1 0 0 0,0 0 0 0 0,0 1 1 0 0,2-1-1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70 1040 0 0,'1'-2'284'0'0,"3"-5"1247"0"0,0 0 0 0 0,-1-1 0 0 0,0 0-1 0 0,0 0 1 0 0,1-11 0 0 0,-4 19-1443 0 0,0-1-1 0 0,-1 0 1 0 0,1 1-1 0 0,0-1 1 0 0,-1 0-1 0 0,1 1 1 0 0,-1-1 0 0 0,1 1-1 0 0,-1-1 1 0 0,1 1-1 0 0,-1-1 1 0 0,0 1 0 0 0,1-1-1 0 0,-1 1 1 0 0,0-1-1 0 0,1 1 1 0 0,-1 0 0 0 0,0-1-1 0 0,1 1 1 0 0,-1 0-1 0 0,0 0 1 0 0,0-1-1 0 0,1 1 1 0 0,-1 0 0 0 0,0 0-1 0 0,0 0 1 0 0,1 0-1 0 0,-1 0 1 0 0,0 0 0 0 0,0 0-1 0 0,1 0 1 0 0,-1 0-1 0 0,0 1 1 0 0,0-1 0 0 0,1 0-1 0 0,-1 0 1 0 0,-1 1-1 0 0,-10 6 77 0 0,0 0 0 0 0,1 1 0 0 0,0 0-1 0 0,0 0 1 0 0,1 1 0 0 0,0 1 0 0 0,0 0 0 0 0,-12 17-1 0 0,-3 7 6 0 0,-32 57-1 0 0,46-70-123 0 0,0 1 0 0 0,-11 32-1 0 0,19-46-29 0 0,1 0-1 0 0,0 0 1 0 0,0 0-1 0 0,1 0 1 0 0,0 1-1 0 0,0-1 1 0 0,1 1-1 0 0,0-1 1 0 0,0 0-1 0 0,3 13 0 0 0,-3-19-5 0 0,0 0 0 0 0,1 0 0 0 0,0 0 0 0 0,-1 0 0 0 0,1 0-1 0 0,0 0 1 0 0,0 0 0 0 0,0-1 0 0 0,0 1 0 0 0,0 0 0 0 0,0-1-1 0 0,1 1 1 0 0,-1 0 0 0 0,1-1 0 0 0,-1 0 0 0 0,1 1-1 0 0,-1-1 1 0 0,1 0 0 0 0,0 0 0 0 0,-1 0 0 0 0,1 0 0 0 0,0 0-1 0 0,0 0 1 0 0,0 0 0 0 0,0-1 0 0 0,0 1 0 0 0,0-1 0 0 0,0 1-1 0 0,4-1 1 0 0,0-1-3 0 0,0 0 0 0 0,1 0 0 0 0,-1 0-1 0 0,0-1 1 0 0,0 0 0 0 0,0 0 0 0 0,0-1 0 0 0,0 0 0 0 0,0 0-1 0 0,-1 0 1 0 0,1 0 0 0 0,6-7 0 0 0,-5 4-37 0 0,0-1 1 0 0,0-1-1 0 0,0 0 1 0 0,-1 0-1 0 0,0 0 1 0 0,-1 0-1 0 0,6-12 1 0 0,0-6 233 0 0,-1 0 0 0 0,-1 0 0 0 0,-1-1 0 0 0,7-50 1 0 0,-14 75-76 0 0,4-24 341 0 0,-2 18-289 0 0,-1 16 168 0 0,0 121 574 0 0,0 3-701 0 0,-1-116-755 0 0,1 0 0 0 0,1 0 1 0 0,1 0-1 0 0,0-1 0 0 0,1 0 0 0 0,7 16 0 0 0,-11-28 1 0 0,1 0 0 0 0,-1 0-1 0 0,1-1 1 0 0,0 1-1 0 0,0-1 1 0 0,0 1-1 0 0,0-1 1 0 0,0 0-1 0 0,1 0 1 0 0,-1 0-1 0 0,1 0 1 0 0,0 0-1 0 0,-1 0 1 0 0,1-1 0 0 0,0 1-1 0 0,0-1 1 0 0,5 2-1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1700 0 0,'6'-90'9854'0'0,"-5"88"-9801"0"0,-1 1-1 0 0,0 0 1 0 0,1-1-1 0 0,-1 1 1 0 0,1 0-1 0 0,-1 0 1 0 0,1-1-1 0 0,0 1 1 0 0,0 0-1 0 0,-1 0 1 0 0,1 0-1 0 0,0 0 1 0 0,0 0-1 0 0,0 0 1 0 0,0 0-1 0 0,0 0 1 0 0,0 0-1 0 0,1 0 0 0 0,-1 1 1 0 0,0-1-1 0 0,0 0 1 0 0,1 1-1 0 0,-1-1 1 0 0,0 1-1 0 0,1 0 1 0 0,-1-1-1 0 0,0 1 1 0 0,1 0-1 0 0,-1 0 1 0 0,0 0-1 0 0,3 0 1 0 0,1-1 6 0 0,1 1-1 0 0,-1 1 1 0 0,1-1 0 0 0,-1 1 0 0 0,1 0-1 0 0,5 2 1 0 0,-4-1-8 0 0,-1 1 0 0 0,1-1 1 0 0,-1 2-1 0 0,1-1 0 0 0,-1 1 0 0 0,0 0 0 0 0,0 0 0 0 0,0 1 0 0 0,-1 0 0 0 0,0 0 0 0 0,0 0 1 0 0,0 1-1 0 0,0-1 0 0 0,-1 1 0 0 0,0 0 0 0 0,0 0 0 0 0,-1 1 0 0 0,1-1 0 0 0,-1 1 1 0 0,3 13-1 0 0,-2-7 109 0 0,-1 0 0 0 0,-1-1 1 0 0,0 1-1 0 0,-1 0 0 0 0,-1 0 1 0 0,1 1-1 0 0,-2-1 0 0 0,0 0 1 0 0,-1 0-1 0 0,-5 21 0 0 0,5-28-2 0 0,2-2-90 0 0,-1-1-1 0 0,0 0 0 0 0,0 0 0 0 0,0 0 1 0 0,-1 0-1 0 0,1 0 0 0 0,-1-1 0 0 0,0 1 1 0 0,-2 3-1 0 0,3-5 32 0 0,2-5-93 0 0,1 0 0 0 0,-1 0 0 0 0,1 0 1 0 0,-1 0-1 0 0,1 0 0 0 0,0 1 1 0 0,1-1-1 0 0,-1 1 0 0 0,1-1 0 0 0,-1 1 1 0 0,1 0-1 0 0,5-5 0 0 0,0 0-14 0 0,53-58 247 0 0,77-65 0 0 0,-137 130-193 0 0,1 0 0 0 0,-1 1 0 0 0,0-1 0 0 0,0 0 0 0 0,0 0 0 0 0,0 0 0 0 0,0 0 0 0 0,0 1 0 0 0,-1-1 0 0 0,1-1 0 0 0,0 1 0 0 0,0 0 0 0 0,-1 0 0 0 0,1 0 0 0 0,0 0 0 0 0,-1 0 0 0 0,1-1 0 0 0,-1 1 0 0 0,0 0 0 0 0,1-1 1 0 0,-1 1-1 0 0,0 0 0 0 0,0 0 0 0 0,0-1 0 0 0,0 1 0 0 0,0 0 0 0 0,0-1 0 0 0,0 1 0 0 0,-1-2 0 0 0,1 1 18 0 0,-6 0 9 0 0,6 2-72 0 0,0 0 0 0 0,0-1-1 0 0,0 1 1 0 0,-1 0 0 0 0,1 0 0 0 0,0 0 0 0 0,0-1 0 0 0,0 1 0 0 0,-1 0 0 0 0,1 0 0 0 0,0 0-1 0 0,0 0 1 0 0,-1 0 0 0 0,1-1 0 0 0,0 1 0 0 0,0 0 0 0 0,-1 0 0 0 0,1 0 0 0 0,0 0 0 0 0,0 0 0 0 0,-1 0-1 0 0,1 0 1 0 0,0 0 0 0 0,-1 0 0 0 0,1 0 0 0 0,0 0 0 0 0,0 0 0 0 0,-1 0 0 0 0,1 0 0 0 0,0 0-1 0 0,0 1 1 0 0,-1-1 0 0 0,1 0 0 0 0,-11 5 13 0 0,1 1 1 0 0,1 0-1 0 0,-1 1 0 0 0,1 0 1 0 0,0 0-1 0 0,1 1 0 0 0,0 0 1 0 0,0 1-1 0 0,1 0 0 0 0,-10 14 1 0 0,9-11 0 0 0,1 0 0 0 0,0 0 0 0 0,1 1 0 0 0,0 0 0 0 0,1 0 0 0 0,0 1 0 0 0,1 0 0 0 0,-3 17 0 0 0,6-25 4 0 0,1-1-1 0 0,-1 1 1 0 0,1-1-1 0 0,0 1 1 0 0,1-1-1 0 0,-1 1 1 0 0,1 0-1 0 0,0-1 1 0 0,0 0-1 0 0,1 1 1 0 0,0-1-1 0 0,0 0 1 0 0,5 10-1 0 0,-5-12-8 0 0,1 1 1 0 0,0-1-1 0 0,0 1 0 0 0,0-1 0 0 0,0 0 0 0 0,1 0 0 0 0,-1-1 0 0 0,1 1 0 0 0,-1-1 0 0 0,1 1 0 0 0,0-1 1 0 0,0-1-1 0 0,0 1 0 0 0,0 0 0 0 0,0-1 0 0 0,1 0 0 0 0,8 2 0 0 0,8-1-529 0 0,1 0 1 0 0,0-2-1 0 0,0 0 0 0 0,0-1 0 0 0,34-7 0 0 0,-3-3-4282 0 0,56-19-1 0 0,-71 18-323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6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34 1836 0 0,'-9'-8'5483'0'0,"-41"-17"7948"0"0,84 25-13124 0 0,61 5-82 0 0,-45-3-161 0 0,70 10-1 0 0,-89-6-33 0 0,-27-6-26 0 0,-3 0-4 0 0,0-1 0 0 0,0 1 0 0 0,0 0 0 0 0,0 0 0 0 0,-1 1 1 0 0,1-1-1 0 0,0 0 0 0 0,0 0 0 0 0,0 0 0 0 0,0 1 0 0 0,0-1 0 0 0,0 0 1 0 0,0 1-1 0 0,-1-1 0 0 0,1 0 0 0 0,0 1 0 0 0,0 0 0 0 0,6 7 6 0 0,-5 4 2 0 0,-3-9-6 0 0,0 0 1 0 0,0 1 0 0 0,0-1-1 0 0,-1 0 1 0 0,1 0 0 0 0,-1 0-1 0 0,0 0 1 0 0,0 0 0 0 0,0 0 0 0 0,-5 5-1 0 0,-29 26 46 0 0,27-27-13 0 0,-159 134 1641 0 0,154-128-1540 0 0,1 1 0 0 0,0 0 0 0 0,-18 27 0 0 0,30-40-128 0 0,1 0 0 0 0,-1-1 0 0 0,1 1 0 0 0,0 0 0 0 0,-1 0 0 0 0,1 0 0 0 0,-1 0 0 0 0,1-1 0 0 0,0 1-1 0 0,0 0 1 0 0,0 0 0 0 0,0 0 0 0 0,-1 0 0 0 0,1 0 0 0 0,0 0 0 0 0,0 0 0 0 0,1 0 0 0 0,-1-1 0 0 0,0 1 0 0 0,0 0 0 0 0,0 0 0 0 0,1 0 0 0 0,-1 0 0 0 0,0 0 0 0 0,1 1 0 0 0,0-1 3 0 0,1 0 0 0 0,-1 0 1 0 0,0 0-1 0 0,0 0 0 0 0,1 0 0 0 0,-1 0 1 0 0,0 0-1 0 0,1 0 0 0 0,-1-1 0 0 0,1 1 1 0 0,-1-1-1 0 0,1 1 0 0 0,1 0 0 0 0,5 0 27 0 0,0 0 0 0 0,0 0-1 0 0,14 0 1 0 0,-20-1-36 0 0,31-2 12 0 0,0-2 1 0 0,0 0-1 0 0,50-15 0 0 0,-16 3-771 0 0,45-12-2014 0 0,-22 5-3727 0 0,-77 18 4312 0 0,-6 2-239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6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54 2856 0 0,'0'0'18752'0'0,"0"0"-18685"0"0,0 0 1 0 0,-1 0-1 0 0,1 0 0 0 0,0 0 1 0 0,0 0-1 0 0,-1 0 1 0 0,1 0-1 0 0,0-1 0 0 0,0 1 1 0 0,0 0-1 0 0,-1 0 0 0 0,1 0 1 0 0,0 0-1 0 0,0-1 1 0 0,0 1-1 0 0,0 0 0 0 0,-1 0 1 0 0,1 0-1 0 0,0-1 0 0 0,0 1 1 0 0,0 0-1 0 0,0 0 1 0 0,0-1-1 0 0,0 1 0 0 0,0 0 1 0 0,0 0-1 0 0,-1-1 0 0 0,1 1 1 0 0,0 0-1 0 0,0 0 1 0 0,0-1-1 0 0,0 1 0 0 0,0 0 1 0 0,0 0-1 0 0,1-1 0 0 0,-1 1 1 0 0,0 0-1 0 0,42-11-180 0 0,81-11 1 0 0,-73 15-1758 0 0,-48 6 1631 0 0,47-4-4602 0 0,-21 8-4381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19 2460 0 0,'-134'86'17651'0'0,"139"-83"-17133"0"0,-4-3-504 0 0,-1 1 0 0 0,0-1 0 0 0,0 0 0 0 0,1 1 0 0 0,-1-1 0 0 0,0 0 0 0 0,0 0 0 0 0,1 1 0 0 0,-1-1 0 0 0,0 0 0 0 0,1 0 0 0 0,-1 0 0 0 0,0 1 0 0 0,1-1 0 0 0,-1 0 0 0 0,0 0 0 0 0,1 0 0 0 0,-1 0 0 0 0,1 0 0 0 0,-1 0 0 0 0,0 0 0 0 0,1 0 0 0 0,-1 0 0 0 0,0 0 0 0 0,1 0 0 0 0,-1 0 0 0 0,1 0 0 0 0,-1 0 0 0 0,0 0 0 0 0,1 0 0 0 0,324-51-944 0 0,-229 32-1788 0 0,23-11-5763 0 0,-82 18 1951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206 175 1944 0 0,'-11'-5'1867'0'0,"-5"-2"627"0"0,0-1 0 0 0,-15-11 0 0 0,27 18-2198 0 0,1-2 1 0 0,0 1 0 0 0,0 0 0 0 0,0-1 0 0 0,1 1 0 0 0,-1-1 0 0 0,0 0 0 0 0,1 0 0 0 0,0 0 0 0 0,0 0 0 0 0,0 0 0 0 0,0-1 0 0 0,0 1 0 0 0,1-1 0 0 0,-3-5 0 0 0,4 7-224 0 0,0 0-1 0 0,0 0 0 0 0,-1 0 1 0 0,1 0-1 0 0,0 0 0 0 0,1 0 1 0 0,-1 0-1 0 0,0 0 1 0 0,1 0-1 0 0,-1 1 0 0 0,1-1 1 0 0,-1 0-1 0 0,1 0 0 0 0,0 0 1 0 0,0 0-1 0 0,0 1 1 0 0,2-4-1 0 0,-1 2-16 0 0,1 0 0 0 0,0 0 0 0 0,0 1 0 0 0,0-1 0 0 0,0 1 0 0 0,0-1 0 0 0,0 1 0 0 0,6-2 0 0 0,-1 0-21 0 0,1 0 0 0 0,0 1 0 0 0,0 0 0 0 0,0 1 1 0 0,0 0-1 0 0,16-2 0 0 0,-18 4-27 0 0,-1-1 1 0 0,1 1-1 0 0,-1 0 1 0 0,1 1-1 0 0,0 0 1 0 0,-1 0-1 0 0,1 0 0 0 0,-1 1 1 0 0,0 0-1 0 0,1 0 1 0 0,6 3-1 0 0,-11-3-1 0 0,1 0 0 0 0,0 0 0 0 0,-1 1 0 0 0,1-1 0 0 0,-1 0 0 0 0,0 1 0 0 0,0-1 0 0 0,0 1 0 0 0,0 0 0 0 0,0 0 1 0 0,-1-1-1 0 0,1 1 0 0 0,-1 0 0 0 0,1 1 0 0 0,-1-1 0 0 0,0 0 0 0 0,-1 0 0 0 0,1 0 0 0 0,0 1 0 0 0,-1-1 0 0 0,0 0 0 0 0,0 1 0 0 0,0 4 0 0 0,-1 1 11 0 0,1 1 1 0 0,-2-1-1 0 0,1 0 0 0 0,-2 1 1 0 0,1-1-1 0 0,-1 0 0 0 0,0 0 1 0 0,-1 0-1 0 0,-8 14 0 0 0,-4 1 56 0 0,-34 44-1 0 0,2-9 48 0 0,47-58-101 0 0,-3 9 101 0 0,10-6-45 0 0,0 0-1 0 0,0 0 0 0 0,0 0 1 0 0,0-1-1 0 0,1 0 1 0 0,0-1-1 0 0,12 4 1 0 0,25 11 217 0 0,-33-11-166 0 0,0 1-1 0 0,0 0 1 0 0,0 0-1 0 0,-1 2 0 0 0,0-1 1 0 0,-1 1-1 0 0,0 0 0 0 0,0 1 1 0 0,9 14-1 0 0,-15-20 24 0 0,-1 0-1 0 0,1 0 1 0 0,-1 1 0 0 0,0-1 0 0 0,0 1-1 0 0,0 0 1 0 0,-1 0 0 0 0,0-1-1 0 0,0 1 1 0 0,0 0 0 0 0,0 0 0 0 0,-1 0-1 0 0,0 0 1 0 0,0 0 0 0 0,0 0-1 0 0,-1 0 1 0 0,1 0 0 0 0,-1 0 0 0 0,0 0-1 0 0,-1 0 1 0 0,1 0 0 0 0,-1-1-1 0 0,0 1 1 0 0,0 0 0 0 0,-1-1 0 0 0,-4 8-1 0 0,2-5-7 0 0,-1 0 0 0 0,0 0-1 0 0,0-1 1 0 0,0 0-1 0 0,-1 0 1 0 0,0 0 0 0 0,0-1-1 0 0,-1 0 1 0 0,1 0 0 0 0,-1-1-1 0 0,0 0 1 0 0,-1 0-1 0 0,1-1 1 0 0,0 0 0 0 0,-14 3-1 0 0,3-3 19 0 0,0-1-1 0 0,-1 0 0 0 0,1-1 1 0 0,0-1-1 0 0,0-1 1 0 0,-28-5-1 0 0,45 5-165 0 0,-10 0-107 0 0,0-1 1 0 0,-1-1-1 0 0,1 0 0 0 0,0-1 0 0 0,-16-7 0 0 0,26 10-390 0 0,-10-3-1532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8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81 1512 0 0,'18'-79'14073'0'0,"-17"77"-13332"0"0,0 14 358 0 0,-1 0 0 0 0,-1 0-1 0 0,-2 18 1 0 0,-10 62-677 0 0,11-74-51 0 0,-112 607 2014 0 0,103-574-2309 0 0,-14 68-1083 0 0,25-117 328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8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1 3888 0 0,'-9'10'3533'0'0,"-3"2"-845"0"0,-1-2-660 0 0,-3 4-460 0 0,-4 5-436 0 0,-1 0-360 0 0,-7 5-396 0 0,-1 2-424 0 0,-7 3-484 0 0,-2 2-332 0 0,-5 3-344 0 0,-3 2-496 0 0,-2-2-1944 0 0,-5-1-1929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29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0 473 1720 0 0,'0'0'2732'0'0,"12"19"557"0"0,-12 8-2451 0 0,0 1 0 0 0,2-1-1 0 0,8 37 1 0 0,-10-63-828 0 0,0 0 0 0 0,1 0 0 0 0,-1 0 1 0 0,0 0-1 0 0,1 0 0 0 0,-1-1 0 0 0,1 1 1 0 0,0 0-1 0 0,-1 0 0 0 0,1 0 0 0 0,-1-1 1 0 0,1 1-1 0 0,0 0 0 0 0,0-1 0 0 0,0 1 1 0 0,-1-1-1 0 0,1 1 0 0 0,0-1 0 0 0,0 1 1 0 0,0-1-1 0 0,0 1 0 0 0,0-1 0 0 0,0 0 1 0 0,0 1-1 0 0,0-1 0 0 0,0 0 0 0 0,0 0 1 0 0,0 0-1 0 0,0 0 0 0 0,0 0 0 0 0,0 0 1 0 0,0 0-1 0 0,0 0 0 0 0,0 0 0 0 0,-1-1 1 0 0,1 1-1 0 0,0 0 0 0 0,0-1 0 0 0,0 1 1 0 0,2-1-1 0 0,3-2 26 0 0,-1 0 0 0 0,1 1-1 0 0,-1-2 1 0 0,10-6 0 0 0,13-13 26 0 0,-1-1 1 0 0,-1-2-1 0 0,39-48 1 0 0,57-97-116 0 0,-65 87-37 0 0,95-115-96 0 0,-150 197 179 0 0,0-1 1 0 0,0 1-1 0 0,0 0 0 0 0,1 0 1 0 0,-1 0-1 0 0,0 0 1 0 0,1 0-1 0 0,0 1 0 0 0,-1-1 1 0 0,1 1-1 0 0,0-1 0 0 0,0 1 1 0 0,-1 0-1 0 0,1 0 1 0 0,0 1-1 0 0,0-1 0 0 0,0 0 1 0 0,0 1-1 0 0,1 0 1 0 0,2 0-1 0 0,-3 0 5 0 0,-1 1 0 0 0,1 0 0 0 0,-1 0 0 0 0,1 0 1 0 0,-1 0-1 0 0,0 0 0 0 0,1 0 0 0 0,-1 1 0 0 0,0-1 0 0 0,0 1 0 0 0,0-1 0 0 0,0 1 0 0 0,0 0 1 0 0,-1 0-1 0 0,1 0 0 0 0,0 0 0 0 0,2 4 0 0 0,1 2 17 0 0,-1 1 0 0 0,0-1 0 0 0,5 12 0 0 0,0 11 58 0 0,0-1 0 0 0,-2 1 0 0 0,-2 0 0 0 0,3 39 0 0 0,-4 128-36 0 0,-5-130 10 0 0,-6 113 57 0 0,7-177-274 0 0,0-1 0 0 0,-1 0 0 0 0,0 0 0 0 0,1 0-1 0 0,-1 0 1 0 0,0-1 0 0 0,0 1 0 0 0,-1 0-1 0 0,1 0 1 0 0,-1 0 0 0 0,1-1 0 0 0,-3 4 0 0 0,-1-5-1484 0 0,2-2 1324 0 0,0 1-1 0 0,0-1 1 0 0,0 0 0 0 0,0 0-1 0 0,0 0 1 0 0,0 0 0 0 0,0 0-1 0 0,0-1 1 0 0,0 1-1 0 0,1-1 1 0 0,-6-4 0 0 0,-4-5-1488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164 379 940 0 0,'-128'-95'8015'0'0,"120"89"-7616"0"0,7 5-379 0 0,1 0 1 0 0,-1 0-1 0 0,0 1 0 0 0,1-1 0 0 0,-1 0 1 0 0,0 1-1 0 0,0-1 0 0 0,0 1 1 0 0,1-1-1 0 0,-1 1 0 0 0,0-1 0 0 0,0 1 1 0 0,0-1-1 0 0,0 1 0 0 0,0 0 0 0 0,0 0 1 0 0,0-1-1 0 0,0 1 0 0 0,0 0 1 0 0,0 0-1 0 0,0 0 0 0 0,0 0 0 0 0,0 0 1 0 0,0 0-1 0 0,0 0 0 0 0,0 0 0 0 0,0 1 1 0 0,1-1-1 0 0,-3 1 0 0 0,3-1-16 0 0,0 0 0 0 0,0 1 0 0 0,0-1 0 0 0,0 1 0 0 0,0-1 0 0 0,0 0 0 0 0,0 1 0 0 0,1-1 0 0 0,-1 1 0 0 0,0-1 0 0 0,0 0 0 0 0,0 1 0 0 0,0-1 0 0 0,0 1 0 0 0,1-1 0 0 0,-1 0 0 0 0,0 1 0 0 0,0-1 0 0 0,1 0 0 0 0,-1 0 0 0 0,0 1 0 0 0,0-1 0 0 0,1 0 0 0 0,-1 1 0 0 0,0-1 0 0 0,1 0 0 0 0,-1 0 0 0 0,0 0 0 0 0,1 1 0 0 0,-1-1 0 0 0,1 0 0 0 0,11 8 42 0 0,-12-7-41 0 0,10 4 17 0 0,1-1 0 0 0,-1 0 0 0 0,1 0 0 0 0,0-1 0 0 0,0-1 0 0 0,0 1 0 0 0,0-2 0 0 0,13 1 1 0 0,93-4 113 0 0,-85 0-103 0 0,33-1-12 0 0,87-17 0 0 0,-125 15-194 0 0,-1-2-1 0 0,0 0 0 0 0,0-2 0 0 0,-1-1 0 0 0,0 0 1 0 0,25-16-1 0 0,-38 17 177 0 0,0 1 1 0 0,-1-1-1 0 0,0-1 1 0 0,0 0-1 0 0,-1 0 1 0 0,-1-1-1 0 0,0-1 1 0 0,0 1-1 0 0,-1-1 1 0 0,0-1-1 0 0,-1 0 1 0 0,6-17-1 0 0,-2 10 670 0 0,-9 17-534 0 0,0 0-1 0 0,0 0 1 0 0,0 0-1 0 0,-1-1 1 0 0,1 1-1 0 0,-1-1 1 0 0,0 1-1 0 0,2-8 1 0 0,0 36 272 0 0,-26 143 1405 0 0,-14 180-1384 0 0,36-333-878 0 0,1 40-1589 0 0,6-21-3229 0 0,-3-25 1454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38 2648 0 0,'21'-37'11030'0'0,"-24"37"-10885"0"0,1 0 0 0 0,-1 1 0 0 0,1 0 1 0 0,-1-1-1 0 0,1 1 0 0 0,0 0 0 0 0,-1 0 0 0 0,1 0 0 0 0,0 1 1 0 0,-1-1-1 0 0,-2 3 0 0 0,-26 23 334 0 0,19-16-241 0 0,-1 0-97 0 0,2 1-1 0 0,-18 21 1 0 0,24-27-122 0 0,1 0 0 0 0,0 0 0 0 0,0 0 1 0 0,1 1-1 0 0,0-1 0 0 0,0 1 0 0 0,0 0 0 0 0,-1 8 1 0 0,4-12-16 0 0,-1-1 0 0 0,1 1 0 0 0,0-1 0 0 0,0 1 0 0 0,1-1 0 0 0,-1 1 0 0 0,0-1 0 0 0,1 1 1 0 0,0-1-1 0 0,-1 0 0 0 0,1 1 0 0 0,0-1 0 0 0,0 0 0 0 0,1 0 0 0 0,-1 1 0 0 0,0-1 0 0 0,1 0 1 0 0,-1 0-1 0 0,1-1 0 0 0,-1 1 0 0 0,1 0 0 0 0,2 1 0 0 0,5 5-3 0 0,0-2 0 0 0,0 1 1 0 0,15 7-1 0 0,-20-12 2 0 0,79 37-12 0 0,-62-30 13 0 0,0 0 1 0 0,-1 1-1 0 0,0 1 0 0 0,-1 1 1 0 0,25 19-1 0 0,-42-28-45 0 0,3 0 202 0 0,-1 1 0 0 0,0 0-1 0 0,-1-1 1 0 0,1 2 0 0 0,5 7-1 0 0,-8-10-97 0 0,0 0 1 0 0,-1-1-1 0 0,1 1 0 0 0,-1 0 0 0 0,1 0 0 0 0,-1-1 1 0 0,0 1-1 0 0,0 0 0 0 0,0 0 0 0 0,0 0 0 0 0,0-1 1 0 0,0 1-1 0 0,0 0 0 0 0,0 0 0 0 0,-1 0 0 0 0,1-1 0 0 0,-1 1 1 0 0,1 0-1 0 0,-1-1 0 0 0,0 1 0 0 0,-1 1 0 0 0,0 1 5 0 0,-1 0-1 0 0,0 0 1 0 0,0 0-1 0 0,0-1 0 0 0,-1 0 1 0 0,1 1-1 0 0,-1-1 1 0 0,0 0-1 0 0,1-1 0 0 0,-1 1 1 0 0,-1-1-1 0 0,1 0 0 0 0,0 0 1 0 0,0 0-1 0 0,-1 0 1 0 0,-4 0-1 0 0,-2 1-12 0 0,0 0-1 0 0,1-1 1 0 0,-1 0-1 0 0,0-1 1 0 0,-19-1-1 0 0,16-1-125 0 0,0 0 0 0 0,1-1 0 0 0,-23-6 1 0 0,31 7-159 0 0,1-1 1 0 0,0 1-1 0 0,-1-1 1 0 0,1 0 0 0 0,0 0-1 0 0,0 0 1 0 0,0-1 0 0 0,0 1-1 0 0,1-1 1 0 0,-1 0 0 0 0,1 0-1 0 0,0-1 1 0 0,0 1 0 0 0,-5-6-1 0 0,7 7 47 0 0,1 0 0 0 0,-1 0-1 0 0,0 0 1 0 0,1 0 0 0 0,-1 0 0 0 0,1 0-1 0 0,0 0 1 0 0,0 0 0 0 0,0 0-1 0 0,0 0 1 0 0,0 0 0 0 0,0 0 0 0 0,0 1-1 0 0,1-1 1 0 0,-1 0 0 0 0,1 0 0 0 0,-1 0-1 0 0,1 0 1 0 0,0 0 0 0 0,0 0-1 0 0,0 1 1 0 0,0-1 0 0 0,0 0 0 0 0,3-2-1 0 0,3-5-725 0 0,0 0-1 0 0,1 0 1 0 0,9-7-1 0 0,-11 10 29 0 0,13-11-1586 0 0,0-1-521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0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85 980 0 0,'50'-19'10142'0'0,"-49"19"-10041"0"0,0 0-1 0 0,0 0 0 0 0,0 1 0 0 0,-1-1 1 0 0,1 0-1 0 0,0 1 0 0 0,0-1 0 0 0,-1 0 1 0 0,1 1-1 0 0,0-1 0 0 0,0 1 0 0 0,-1-1 1 0 0,1 1-1 0 0,0 0 0 0 0,-1-1 0 0 0,1 1 1 0 0,-1 0-1 0 0,1-1 0 0 0,-1 1 0 0 0,1 0 1 0 0,-1 0-1 0 0,1-1 0 0 0,-1 1 0 0 0,0 0 1 0 0,0 0-1 0 0,1 0 0 0 0,-1-1 0 0 0,0 1 1 0 0,0 0-1 0 0,0 0 0 0 0,0 0 0 0 0,0 0 1 0 0,0 0-1 0 0,0 0 0 0 0,0-1 0 0 0,0 1 0 0 0,-1 1 1 0 0,-5 45 1887 0 0,3-30-1400 0 0,1 0-293 0 0,2 0-1 0 0,0 0 1 0 0,0 0-1 0 0,2 0 0 0 0,5 27 1 0 0,-5-37-210 0 0,-1 0-1 0 0,1-1 1 0 0,0 0 0 0 0,1 1 0 0 0,0-1 0 0 0,0 0-1 0 0,0 0 1 0 0,0 0 0 0 0,1-1 0 0 0,0 1 0 0 0,0-1-1 0 0,1 0 1 0 0,0 0 0 0 0,-1-1 0 0 0,2 1 0 0 0,-1-1-1 0 0,7 4 1 0 0,-10-6-13 0 0,0-1 1 0 0,1 0-1 0 0,-1 0 0 0 0,1 0 0 0 0,-1 0 0 0 0,1 0 1 0 0,0-1-1 0 0,-1 1 0 0 0,1-1 0 0 0,0 0 1 0 0,-1 0-1 0 0,1 1 0 0 0,0-2 0 0 0,-1 1 0 0 0,1 0 1 0 0,0-1-1 0 0,-1 1 0 0 0,1-1 0 0 0,2-1 0 0 0,-1 1-19 0 0,0-2 0 0 0,0 1 0 0 0,-1 0 0 0 0,1-1 0 0 0,-1 1 0 0 0,0-1 0 0 0,0 0 1 0 0,0 0-1 0 0,0 0 0 0 0,0-1 0 0 0,2-3 0 0 0,2-4-6 0 0,-1-1 1 0 0,0 0-1 0 0,-1 0 1 0 0,0 0-1 0 0,-1 0 1 0 0,5-23-1 0 0,-8 25-28 0 0,0-1 0 0 0,0 1 0 0 0,-1 0 0 0 0,0-1 0 0 0,-1 1 0 0 0,-1 0 0 0 0,1 0 0 0 0,-1 0 0 0 0,-1 0 0 0 0,0 0 0 0 0,-1 0 0 0 0,1 0 0 0 0,-2 1 0 0 0,1 0 0 0 0,-2 0 0 0 0,1 0 0 0 0,-12-13 0 0 0,13 16-188 0 0,0 1 1 0 0,-1 0-1 0 0,0 1 1 0 0,0-1-1 0 0,0 1 0 0 0,0 0 1 0 0,-1 1-1 0 0,0-1 1 0 0,0 1-1 0 0,0 0 0 0 0,0 0 1 0 0,0 1-1 0 0,0 0 0 0 0,-1 0 1 0 0,1 0-1 0 0,-1 1 1 0 0,1 0-1 0 0,-1 0 0 0 0,0 1 1 0 0,1 0-1 0 0,-1 0 1 0 0,0 0-1 0 0,1 1 0 0 0,-1 0 1 0 0,1 0-1 0 0,-1 1 1 0 0,1 0-1 0 0,-9 3 0 0 0,11-3-269 0 0,1 0-1 0 0,-1 0 1 0 0,1 0-1 0 0,-1 0 0 0 0,1 0 1 0 0,-4 4-1 0 0,-8 12-6175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68 1672 0 0,'-2'-2'1952'0'0,"0"-1"-1123"0"0,0-1 1 0 0,0 0 0 0 0,0 0 0 0 0,0 0-1 0 0,0 0 1 0 0,-1-6 0 0 0,3 9-746 0 0,0 0 1 0 0,-1 0-1 0 0,1 1 0 0 0,0-1 0 0 0,0 0 1 0 0,0 0-1 0 0,0 0 0 0 0,0 0 0 0 0,0 0 1 0 0,0 0-1 0 0,0 0 0 0 0,0 0 0 0 0,0 0 1 0 0,1 0-1 0 0,-1 0 0 0 0,0 0 0 0 0,1 0 1 0 0,-1 0-1 0 0,1 0 0 0 0,-1 0 0 0 0,1 0 1 0 0,-1 0-1 0 0,1 1 0 0 0,0-1 0 0 0,-1 0 1 0 0,1 1-1 0 0,0-1 0 0 0,0 0 0 0 0,-1 1 1 0 0,1-1-1 0 0,0 1 0 0 0,0-1 0 0 0,0 1 1 0 0,0-1-1 0 0,0 1 0 0 0,0-1 0 0 0,0 1 1 0 0,-1 0-1 0 0,1 0 0 0 0,2-1 1 0 0,6 0-4 0 0,1 1 1 0 0,-1 0 0 0 0,1 0 0 0 0,-1 0-1 0 0,1 1 1 0 0,-1 1 0 0 0,0 0 0 0 0,1 0-1 0 0,-1 1 1 0 0,0 0 0 0 0,0 0 0 0 0,0 1-1 0 0,-1 0 1 0 0,1 1 0 0 0,-1 0 0 0 0,0 0-1 0 0,9 8 1 0 0,-11-8-71 0 0,0 0 1 0 0,0 1-1 0 0,0-1 0 0 0,0 1 1 0 0,-1 0-1 0 0,0 0 0 0 0,0 1 1 0 0,-1 0-1 0 0,0 0 0 0 0,0 0 1 0 0,-1 0-1 0 0,1 0 0 0 0,-2 1 1 0 0,1 0-1 0 0,-1-1 0 0 0,0 1 1 0 0,-1 0-1 0 0,1 0 0 0 0,-2 0 1 0 0,1 0-1 0 0,-1 9 0 0 0,-2-6 19 0 0,1 0 0 0 0,-2 0 0 0 0,1 0 0 0 0,-1 0 0 0 0,-1 0 0 0 0,-7 14 0 0 0,-9 23 901 0 0,19-46-772 0 0,1 3 58 0 0,0-3-40 0 0,4-4-122 0 0,-1 0-65 0 0,101-72 119 0 0,-16 9-100 0 0,-5 13-3 0 0,73-54 665 0 0,-153 104-586 0 0,0 0-1 0 0,-1 0 1 0 0,1 0 0 0 0,-1-1 0 0 0,1 1-1 0 0,-1-1 1 0 0,0 1 0 0 0,0-1 0 0 0,0 0-1 0 0,1-4 1 0 0,-3 7-81 0 0,0 0 0 0 0,0-1 0 0 0,0 1 0 0 0,0 0 0 0 0,0-1 0 0 0,0 1 0 0 0,0 0 0 0 0,0-1 0 0 0,0 1 0 0 0,-1 0 0 0 0,1-1 0 0 0,0 1 0 0 0,0 0 0 0 0,0-1 0 0 0,-1 1 0 0 0,1 0 0 0 0,0 0 0 0 0,0-1 0 0 0,0 1 0 0 0,-1 0 0 0 0,1 0 0 0 0,0 0 0 0 0,-1-1 0 0 0,1 1 0 0 0,0 0 0 0 0,0 0 0 0 0,-1 0 0 0 0,1 0 0 0 0,0 0 0 0 0,-1 0 0 0 0,1-1 0 0 0,0 1 1 0 0,-1 0-1 0 0,1 0 0 0 0,0 0 0 0 0,-1 0 0 0 0,1 0 0 0 0,-1 0 0 0 0,-16 1 28 0 0,3 5-31 0 0,0 1-1 0 0,1 1 0 0 0,0 0 0 0 0,1 0 0 0 0,0 2 1 0 0,0-1-1 0 0,0 1 0 0 0,-9 12 0 0 0,16-16 1 0 0,0 0-1 0 0,0-1 1 0 0,0 2-1 0 0,1-1 1 0 0,0 0-1 0 0,0 1 1 0 0,1 0 0 0 0,-1 0-1 0 0,2 0 1 0 0,-1 0-1 0 0,1 0 1 0 0,0 1-1 0 0,0-1 1 0 0,1 1-1 0 0,0-1 1 0 0,0 1-1 0 0,1-1 1 0 0,1 11-1 0 0,1-10-51 0 0,1 1 1 0 0,0-1-1 0 0,0 0 0 0 0,0 0 0 0 0,1-1 0 0 0,1 1 0 0 0,-1-1 1 0 0,1 0-1 0 0,0 0 0 0 0,1 0 0 0 0,0-1 0 0 0,0 0 0 0 0,0 0 0 0 0,1 0 1 0 0,-1-1-1 0 0,16 9 0 0 0,-7-5-755 0 0,0-1 0 0 0,0 0 0 0 0,18 5-1 0 0,-18-7-1661 0 0,2-1 0 0 0,27 4 0 0 0,-18-7-1909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15 136 0 0,'20'-14'18236'0'0,"-19"36"-15068"0"0,-1-13-3307 0 0,-4 53 1017 0 0,-2 0-1 0 0,-24 105 0 0 0,5-39-3071 0 0,19-84-1480 0 0,5-18-5859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37 121 1940 0 0,'-8'-25'6265'0'0,"-12"-28"-1"0"0,12 34-4459 0 0,7 18-1507 0 0,4-15 488 0 0,1 14-755 0 0,1 1 0 0 0,0 0 0 0 0,0 0 0 0 0,-1 0 0 0 0,1 1 0 0 0,0 0 0 0 0,0 0 0 0 0,0 0 0 0 0,5 1 0 0 0,0-1-24 0 0,-1 0-191 0 0,106 3-1686 0 0,-94-1-2339 0 0,32 8 1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52 148 0 0,'-73'53'15228'0'0,"65"-46"-13003"0"0,12-6-2159 0 0,-1 0 1 0 0,0-1-1 0 0,1 1 0 0 0,-1-1 1 0 0,0 0-1 0 0,1 0 0 0 0,-1 0 1 0 0,0-1-1 0 0,6 0 0 0 0,36-10-11 0 0,-24 5-100 0 0,194-36-2346 0 0,-15 3-5402 0 0,-140 24 2107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280 128 1656 0 0,'-60'-50'14074'0'0,"60"50"-13988"0"0,0-1 0 0 0,-1 1 1 0 0,1-1-1 0 0,0 1 0 0 0,-1-1 0 0 0,1 1 0 0 0,0-1 0 0 0,0 1 1 0 0,0-1-1 0 0,0 0 0 0 0,-1 1 0 0 0,1-1 0 0 0,0 1 0 0 0,0-1 0 0 0,0 0 1 0 0,0 1-1 0 0,0-1 0 0 0,0 1 0 0 0,0-1 0 0 0,1 0 0 0 0,-1 1 1 0 0,0-1-1 0 0,0 1 0 0 0,0-1 0 0 0,1 1 0 0 0,-1-1 0 0 0,1 0 1 0 0,8-14 696 0 0,-4 11-662 0 0,0 1 0 0 0,0-1 0 0 0,0 1 0 0 0,0-1 0 0 0,0 1 0 0 0,1 1 0 0 0,0-1 0 0 0,-1 1 0 0 0,1 0 0 0 0,6-1 0 0 0,10-2 56 0 0,29-2-1 0 0,-44 7-139 0 0,0-1-27 0 0,-1 1-1 0 0,0 0 1 0 0,1 0-1 0 0,-1 1 1 0 0,1 0-1 0 0,5 1 1 0 0,-9-1-8 0 0,0 0 1 0 0,0 0 0 0 0,0 0 0 0 0,-1 0-1 0 0,1 0 1 0 0,-1 0 0 0 0,1 1 0 0 0,-1-1 0 0 0,1 1-1 0 0,-1 0 1 0 0,0-1 0 0 0,1 1 0 0 0,-1 0-1 0 0,0 1 1 0 0,2 3 0 0 0,-2-3 2 0 0,-1 1-1 0 0,1 0 1 0 0,-1 0 0 0 0,0 0 0 0 0,0 0-1 0 0,-1 0 1 0 0,1 0 0 0 0,-1 0 0 0 0,0 0-1 0 0,0 0 1 0 0,-1 0 0 0 0,1 0-1 0 0,-1 0 1 0 0,0 0 0 0 0,0 0 0 0 0,-1 4-1 0 0,-4 8 15 0 0,0-1-1 0 0,-12 24 0 0 0,-3-4 18 0 0,0-1 0 0 0,-3-1 0 0 0,0-1-1 0 0,-2-1 1 0 0,-32 29 0 0 0,-161 125 1371 0 0,174-148-917 0 0,43-35-436 0 0,3-1-48 0 0,-1-1 0 0 0,0 1 0 0 0,1 0 1 0 0,-1-1-1 0 0,0 1 0 0 0,1-1 0 0 0,-1 1 1 0 0,1-1-1 0 0,-1 1 0 0 0,1-1 0 0 0,-1 1 0 0 0,1-1 1 0 0,-1 0-1 0 0,1 1 0 0 0,-1-1 0 0 0,1 0 1 0 0,0 1-1 0 0,-1-1 0 0 0,1 0 0 0 0,0 0 0 0 0,-1 1 1 0 0,1-1-1 0 0,-1 0 0 0 0,1 0 0 0 0,0 0 1 0 0,-1 0-1 0 0,1 0 0 0 0,0 0 0 0 0,-1 0 0 0 0,1 0 1 0 0,0 0-1 0 0,-1 0 0 0 0,2-1 0 0 0,25-2-12 0 0,-24 2 17 0 0,233-41-545 0 0,-67 10-2049 0 0,-115 23 923 0 0,9-2-2107 0 0,-23 6-3850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3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30 976 0 0,'-2'-1'1936'0'0,"-56"-24"7461"0"0,56 24-8949 0 0,-12-2 790 0 0,9 6-1154 0 0,0 0-1 0 0,1 1 1 0 0,-1 0 0 0 0,1-1 0 0 0,0 2 0 0 0,0-1 0 0 0,0 0 0 0 0,1 1 0 0 0,-1-1 0 0 0,-5 11 0 0 0,-11 13 99 0 0,-78 101 606 0 0,50-64-2505 0 0,-2-2-5643 0 0,41-52 2948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88 504 0 0,'-6'-2'825'0'0,"0"0"1"0"0,-1-1-1 0 0,1 0 0 0 0,0 0 0 0 0,0 0 1 0 0,1-1-1 0 0,-1 1 0 0 0,-6-7 0 0 0,12 10-775 0 0,-1-1 0 0 0,1 1 0 0 0,0-1-1 0 0,-1 1 1 0 0,1-1 0 0 0,-1 1-1 0 0,1-1 1 0 0,0 0 0 0 0,-1 1 0 0 0,1-1-1 0 0,0 1 1 0 0,0-1 0 0 0,0 0-1 0 0,-1 1 1 0 0,1-1 0 0 0,0 0 0 0 0,0 1-1 0 0,0-1 1 0 0,0 0 0 0 0,0 1 0 0 0,0-1-1 0 0,0 0 1 0 0,0 1 0 0 0,1-1-1 0 0,-1 0 1 0 0,0 1 0 0 0,0-1 0 0 0,0 1-1 0 0,1-1 1 0 0,-1 0 0 0 0,0 1-1 0 0,1-1 1 0 0,-1 1 0 0 0,1-1 0 0 0,-1 1-1 0 0,0-1 1 0 0,1 1 0 0 0,-1-1 0 0 0,1 1-1 0 0,-1-1 1 0 0,1 1 0 0 0,-1 0-1 0 0,1-1 1 0 0,1 1 0 0 0,0-2 12 0 0,0 1 1 0 0,1 0-1 0 0,-1 0 0 0 0,0 0 1 0 0,1 0-1 0 0,-1 0 0 0 0,1 0 1 0 0,-1 1-1 0 0,1-1 0 0 0,-1 1 1 0 0,5-1-1 0 0,2 3 5 0 0,0-1 0 0 0,0 1 0 0 0,0 0 0 0 0,0 1 1 0 0,0 0-1 0 0,-1 1 0 0 0,1-1 0 0 0,-1 2 0 0 0,0-1 0 0 0,0 1 0 0 0,0 0 0 0 0,-1 1 1 0 0,0 0-1 0 0,0 0 0 0 0,0 1 0 0 0,-1-1 0 0 0,0 1 0 0 0,0 1 0 0 0,-1-1 0 0 0,0 1 1 0 0,0 0-1 0 0,-1 0 0 0 0,1 1 0 0 0,-2-1 0 0 0,0 1 0 0 0,0 0 0 0 0,0 0 0 0 0,-1 0 1 0 0,0 0-1 0 0,-1 0 0 0 0,0 0 0 0 0,-1 1 0 0 0,0-1 0 0 0,0 0 0 0 0,-1 0 0 0 0,0 1 1 0 0,0-1-1 0 0,-1 0 0 0 0,-5 15 0 0 0,-1-9 211 0 0,1-1 0 0 0,-2 1 0 0 0,0-2 0 0 0,-1 1 0 0 0,0-1 0 0 0,-1-1 1 0 0,0 0-1 0 0,-1 0 0 0 0,-16 11 0 0 0,15-14 165 0 0,13-9-438 0 0,0 0 1 0 0,0 0 0 0 0,-1 0-1 0 0,1 0 1 0 0,0 0-1 0 0,0 0 1 0 0,0 0 0 0 0,0 0-1 0 0,-1 0 1 0 0,1 0 0 0 0,0 0-1 0 0,0 0 1 0 0,0 0-1 0 0,0-1 1 0 0,0 1 0 0 0,-1 0-1 0 0,1 0 1 0 0,0 0 0 0 0,0 0-1 0 0,0 0 1 0 0,0 0-1 0 0,0 0 1 0 0,-1 0 0 0 0,1 0-1 0 0,0 0 1 0 0,0-1 0 0 0,0 1-1 0 0,0 0 1 0 0,0 0 0 0 0,0 0-1 0 0,0 0 1 0 0,0 0-1 0 0,0-1 1 0 0,0 1 0 0 0,-1 0-1 0 0,1 0 1 0 0,0 0 0 0 0,0 0-1 0 0,0 0 1 0 0,0-1-1 0 0,0 1 1 0 0,0-2 2 0 0,1 0 0 0 0,-1 0-1 0 0,1 0 1 0 0,-1 1 0 0 0,1-1-1 0 0,-1 0 1 0 0,1 0 0 0 0,0 0 0 0 0,0 1-1 0 0,0-1 1 0 0,2-2 0 0 0,29-39-18 0 0,3 1 1 0 0,59-56 0 0 0,92-63 7 0 0,-99 88 49 0 0,-74 63-112 0 0,-27 25-6 0 0,-8 7 44 0 0,11-8 25 0 0,0 1 1 0 0,1 0-1 0 0,0 1 0 0 0,1 0 1 0 0,1 0-1 0 0,-10 29 1 0 0,16-38 6 0 0,-1 0 0 0 0,2 1 1 0 0,-1-1-1 0 0,1 1 0 0 0,0-1 1 0 0,1 1-1 0 0,0-1 1 0 0,0 1-1 0 0,1-1 0 0 0,-1 1 1 0 0,2-1-1 0 0,-1 1 0 0 0,1-1 1 0 0,0 0-1 0 0,1 1 0 0 0,-1-1 1 0 0,1 0-1 0 0,7 10 1 0 0,-2-6-358 0 0,0 0 1 0 0,1 0 0 0 0,0-1 0 0 0,0 0 0 0 0,1-1 0 0 0,1 0 0 0 0,18 12 0 0 0,-17-13-1151 0 0,1-1 0 0 0,-1-1 0 0 0,1 0 0 0 0,18 5 0 0 0,-8-5-2875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4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47 2272 0 0,'-2'-2'1887'0'0,"-42"-34"9676"0"0,44 36-11541 0 0,0-1-1 0 0,-1 1 1 0 0,1 0 0 0 0,0 0-1 0 0,0-1 1 0 0,0 1 0 0 0,0 0-1 0 0,0 0 1 0 0,0-1 0 0 0,0 1-1 0 0,0 0 1 0 0,0 0 0 0 0,0-1-1 0 0,0 1 1 0 0,0 0-1 0 0,1 0 1 0 0,-1-1 0 0 0,0 1-1 0 0,0 0 1 0 0,0 0 0 0 0,0-1-1 0 0,0 1 1 0 0,0 0 0 0 0,1 0-1 0 0,-1 0 1 0 0,0-1 0 0 0,0 1-1 0 0,0 0 1 0 0,0 0 0 0 0,1 0-1 0 0,-1 0 1 0 0,0-1-1 0 0,0 1 1 0 0,1 0 0 0 0,-1 0-1 0 0,0 0 1 0 0,0 0 0 0 0,1 0-1 0 0,-1 0 1 0 0,0 0 0 0 0,0 0-1 0 0,1 0 1 0 0,-1 0 0 0 0,0 0-1 0 0,6 0 17 0 0,0 1 0 0 0,-1 0 0 0 0,1 0 0 0 0,-1 1 0 0 0,1-1-1 0 0,-1 1 1 0 0,0 0 0 0 0,0 1 0 0 0,0-1 0 0 0,0 1 0 0 0,0 0 0 0 0,0 1-1 0 0,-1-1 1 0 0,0 1 0 0 0,1-1 0 0 0,-1 1 0 0 0,-1 1 0 0 0,1-1 0 0 0,0 1 0 0 0,-1-1-1 0 0,0 1 1 0 0,0 0 0 0 0,-1 0 0 0 0,1 0 0 0 0,-1 0 0 0 0,0 1 0 0 0,-1-1-1 0 0,1 0 1 0 0,-1 1 0 0 0,0 0 0 0 0,0-1 0 0 0,-1 1 0 0 0,1-1 0 0 0,-1 1 0 0 0,-1 0-1 0 0,1-1 1 0 0,-1 1 0 0 0,-2 10 0 0 0,-2-3 160 0 0,0-1 0 0 0,-1 1 0 0 0,-1-1 0 0 0,0 1 0 0 0,0-2 0 0 0,-1 1-1 0 0,-17 17 1 0 0,-5 2 350 0 0,-37 29-1 0 0,64-57-526 0 0,-4 8 16 0 0,7-10-36 0 0,0-1 0 0 0,0 0 0 0 0,0 1 0 0 0,0-1 0 0 0,0 0 0 0 0,0 0 0 0 0,0 1 0 0 0,0-1 0 0 0,0 0 0 0 0,0 1 0 0 0,0-1 0 0 0,0 0 0 0 0,0 0 0 0 0,0 1-1 0 0,0-1 1 0 0,1 0 0 0 0,-1 0 0 0 0,0 1 0 0 0,0-1 0 0 0,0 0 0 0 0,0 0 0 0 0,1 0 0 0 0,-1 1 0 0 0,0-1 0 0 0,0 0 0 0 0,1 0 0 0 0,-1 0 0 0 0,0 0 0 0 0,0 1 0 0 0,1-1 0 0 0,-1 0 0 0 0,0 0 0 0 0,0 0 0 0 0,1 0 0 0 0,-1 0 0 0 0,0 0 0 0 0,1 0 0 0 0,-1 0 0 0 0,0 0 0 0 0,0 0 0 0 0,1 0 0 0 0,-1 0 0 0 0,0 0 0 0 0,1 0 0 0 0,-1 0 0 0 0,0 0 0 0 0,0 0 0 0 0,1-1 0 0 0,52-4-1123 0 0,0-3 0 0 0,89-26 0 0 0,102-46-8490 0 0,-244 80 9610 0 0,57-22-5571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4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80 616 0 0,'-202'-58'19082'0'0,"189"55"-18258"0"0,10 2-285 0 0,46-6-565 0 0,-1 1 1 0 0,1 3-1 0 0,0 1 0 0 0,44 5 0 0 0,-69-3-215 0 0,1 0-346 0 0,87 6-2575 0 0,-90-4 228 0 0,1 1 0 0 0,18 6 1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42 2216 0 0,'-82'38'16119'0'0,"73"-33"-14516"0"0,8 0-630 0 0,11-6-361 0 0,141-21-401 0 0,26-5-4217 0 0,-115 11 893 0 0,-21 4-2182 0 0,-9 1-1621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5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220 130 496 0 0,'-38'-57'13760'0'0,"37"55"-13668"0"0,1 1 1 0 0,0 0-1 0 0,-1 0 0 0 0,1 0 0 0 0,0 0 1 0 0,0 0-1 0 0,0 0 0 0 0,0 0 0 0 0,0-1 1 0 0,0 1-1 0 0,0 0 0 0 0,0 0 0 0 0,0 0 1 0 0,0 0-1 0 0,1 0 0 0 0,-1 0 0 0 0,0 0 1 0 0,1 0-1 0 0,-1 0 0 0 0,1-1 0 0 0,-1 2 1 0 0,1-1-1 0 0,0 0 0 0 0,-1 0 1 0 0,1 0-1 0 0,0 0 0 0 0,0 0 0 0 0,-1 0 1 0 0,2 0-1 0 0,27-18 622 0 0,-27 18-604 0 0,8-3-19 0 0,1 0 1 0 0,0 1-1 0 0,0 0 1 0 0,0 1-1 0 0,1 0 1 0 0,-1 1-1 0 0,1 0 1 0 0,-1 1-1 0 0,0 0 1 0 0,1 1-1 0 0,-1 0 1 0 0,20 5-1 0 0,-28-5-69 0 0,0-1 0 0 0,0 1 0 0 0,0 0 0 0 0,0 0 0 0 0,0 0 0 0 0,0 0 0 0 0,-1 1 0 0 0,1-1 0 0 0,0 1 0 0 0,-1 0 0 0 0,1 0 0 0 0,-1 0 0 0 0,0 0 0 0 0,0 0 0 0 0,1 0 0 0 0,-2 1 0 0 0,1-1 0 0 0,0 1 0 0 0,0-1 0 0 0,-1 1 0 0 0,3 5 0 0 0,-3-5 7 0 0,0 1 0 0 0,0 0 0 0 0,-1 0-1 0 0,0 0 1 0 0,0 0 0 0 0,0 0 0 0 0,0 0-1 0 0,0 0 1 0 0,-1 0 0 0 0,1-1 0 0 0,-1 1 0 0 0,0 0-1 0 0,0 0 1 0 0,-1-1 0 0 0,1 1 0 0 0,-4 6-1 0 0,-7 8 134 0 0,0 0 0 0 0,-1-1-1 0 0,0 0 1 0 0,-27 24 0 0 0,-14 18 111 0 0,53-58-264 0 0,2 1-9 0 0,-1 0 1 0 0,0-1 0 0 0,1 1-1 0 0,-1-1 1 0 0,1 1 0 0 0,-1-1 0 0 0,1 1-1 0 0,0-1 1 0 0,-1 1 0 0 0,1-1 0 0 0,0 0-1 0 0,0 1 1 0 0,0-1 0 0 0,0 0-1 0 0,1 0 1 0 0,-1 0 0 0 0,0 0 0 0 0,0 0-1 0 0,1 0 1 0 0,-1 0 0 0 0,2 1 0 0 0,2 1-2 0 0,22 17 39 0 0,0 0 12 0 0,31 31-1 0 0,-52-45 49 0 0,0 0-1 0 0,0 1 0 0 0,0 0 0 0 0,-1 0 0 0 0,0 1 0 0 0,-1-1 0 0 0,1 1 0 0 0,-2 0 0 0 0,7 16 0 0 0,-9-19 60 0 0,0-1-1 0 0,0 0 1 0 0,-1 1-1 0 0,0-1 1 0 0,1 1 0 0 0,-1-1-1 0 0,-1 0 1 0 0,1 1-1 0 0,-1-1 1 0 0,0 0-1 0 0,1 1 1 0 0,-2-1 0 0 0,1 0-1 0 0,-1 0 1 0 0,-2 5-1 0 0,1-3 30 0 0,-1 0-1 0 0,0 0 0 0 0,-1 0 1 0 0,1 0-1 0 0,-1-1 1 0 0,0 0-1 0 0,-1 0 0 0 0,-8 7 1 0 0,-1-2 79 0 0,0-1-1 0 0,-1-1 1 0 0,0 0 0 0 0,0-1 0 0 0,-1 0-1 0 0,-29 7 1 0 0,31-10-121 0 0,-1-1-1 0 0,0-1 1 0 0,-1 0-1 0 0,1-1 1 0 0,0-1-1 0 0,0 0 1 0 0,-23-4-1 0 0,31 3-350 0 0,1-1 0 0 0,0 0 0 0 0,0 0 0 0 0,0 0 0 0 0,0-1 0 0 0,0 0 0 0 0,1-1 0 0 0,-1 1 0 0 0,1-1 0 0 0,0-1 0 0 0,0 1 0 0 0,0-1-1 0 0,1 0 1 0 0,-1 0 0 0 0,1-1 0 0 0,1 1 0 0 0,-1-1 0 0 0,-5-9 0 0 0,9 12-291 0 0,0 1-1 0 0,-1 0 1 0 0,1-1-1 0 0,0 0 1 0 0,1 1 0 0 0,-1-1-1 0 0,0 0 1 0 0,1 1 0 0 0,0-1-1 0 0,-1 0 1 0 0,1 0-1 0 0,0 1 1 0 0,0-1 0 0 0,1 0-1 0 0,0-5 1 0 0,0 5-393 0 0,0 0 0 0 0,0 1 0 0 0,0-1 0 0 0,0 0 0 0 0,1 0 0 0 0,-1 1 0 0 0,1-1 0 0 0,0 1 0 0 0,2-3 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5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 3108 0 0,'10'5'2075'0'0,"15"12"5982"0"0,-24-17-7854 0 0,0 1 0 0 0,-1 0 0 0 0,1 0 0 0 0,0 0-1 0 0,-1 0 1 0 0,1 0 0 0 0,-1 0 0 0 0,1 0 0 0 0,-1 0 0 0 0,1 0 0 0 0,-1 0 0 0 0,0 0 0 0 0,0 0-1 0 0,1 0 1 0 0,-1 0 0 0 0,0 0 0 0 0,0 0 0 0 0,0 0 0 0 0,0 1 0 0 0,0-1 0 0 0,0 0 0 0 0,-1 0-1 0 0,1 0 1 0 0,0 0 0 0 0,-1 1 0 0 0,-4 11 588 0 0,-1 0-1 0 0,0-1 1 0 0,0 0-1 0 0,-1 0 1 0 0,-10 12 0 0 0,-48 54-103 0 0,35-44-281 0 0,-66 70-2038 0 0,25-41-3832 0 0,48-46 2500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6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23 1848 0 0,'-22'-13'6171'0'0,"16"11"-5519"0"0,12 2 434 0 0,14 5-433 0 0,-12-1-595 0 0,0 1-1 0 0,0 0 1 0 0,-1 0 0 0 0,1 1-1 0 0,-1 0 1 0 0,-1 1-1 0 0,1-1 1 0 0,-1 1-1 0 0,0 0 1 0 0,-1 1-1 0 0,1-1 1 0 0,3 9 0 0 0,-6-11 25 0 0,-1 0 0 0 0,0 0 0 0 0,-1 0 1 0 0,1 1-1 0 0,-1-1 0 0 0,0 0 0 0 0,0 0 1 0 0,0 1-1 0 0,-1-1 0 0 0,0 1 1 0 0,0-1-1 0 0,0 0 0 0 0,-1 1 0 0 0,0-1 1 0 0,0 0-1 0 0,0 1 0 0 0,-1-1 0 0 0,0 0 1 0 0,0 0-1 0 0,0 0 0 0 0,-5 7 1 0 0,-1 1 285 0 0,-2 0 0 0 0,1-1 1 0 0,-2 0-1 0 0,-13 11 0 0 0,-17 21 1325 0 0,40-42-1539 0 0,2-5-149 0 0,0 0 0 0 0,0 0 0 0 0,0 1 0 0 0,0-1 0 0 0,1 0 0 0 0,-1 1 0 0 0,1 0 0 0 0,0-1 0 0 0,0 1 0 0 0,0 0 0 0 0,0 0 0 0 0,0 0 0 0 0,4-3 0 0 0,3-4-8 0 0,37-33-11 0 0,1 2 0 0 0,104-66 0 0 0,-132 93 5 0 0,22-14 2 0 0,56-40 1291 0 0,-95 66-1028 0 0,-5 1-230 0 0,-3 1-22 0 0,-1 1 0 0 0,1 0 0 0 0,0 1 0 0 0,0-1 0 0 0,0 1 0 0 0,0 0 0 0 0,0 0 0 0 0,-8 8 0 0 0,-47 38 37 0 0,49-39-39 0 0,8-6-3 0 0,-55 51-21 0 0,54-50 19 0 0,0 0-1 0 0,1 1 1 0 0,0 0 0 0 0,0 0-1 0 0,0 0 1 0 0,1 0-1 0 0,0 1 1 0 0,-5 12 0 0 0,7-16 2 0 0,1 0 0 0 0,-1 1 0 0 0,1-1 0 0 0,0 0 0 0 0,0 0 1 0 0,0 0-1 0 0,0 0 0 0 0,0 0 0 0 0,1 0 0 0 0,-1 0 0 0 0,1 0 0 0 0,0 0 1 0 0,0 0-1 0 0,0 0 0 0 0,3 4 0 0 0,-2-3-83 0 0,1 1-1 0 0,1-1 1 0 0,-1 0 0 0 0,0 0 0 0 0,1 0-1 0 0,0 0 1 0 0,0-1 0 0 0,6 4 0 0 0,4 2-494 0 0,1 0 0 0 0,0-2 0 0 0,1 0-1 0 0,24 8 1 0 0,-5-4-3208 0 0,51 9 0 0 0,-58-16-940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89 2664 0 0,'-2'-1'1938'0'0,"-12"-12"2042"0"0,5 7-2277 0 0,1-1-1 0 0,0 0 1 0 0,0 0 0 0 0,1-1 0 0 0,-8-10-1 0 0,15 18-1688 0 0,0-1 0 0 0,0 1 0 0 0,0-1 0 0 0,0 1 0 0 0,0 0 0 0 0,0-1 0 0 0,0 1 0 0 0,0-1 0 0 0,0 1 0 0 0,0 0 0 0 0,0-1-1 0 0,1 1 1 0 0,-1-1 0 0 0,0 1 0 0 0,0 0 0 0 0,0-1 0 0 0,0 1 0 0 0,1 0 0 0 0,-1-1 0 0 0,0 1 0 0 0,0 0 0 0 0,1-1 0 0 0,-1 1 0 0 0,0 0-1 0 0,1 0 1 0 0,-1-1 0 0 0,0 1 0 0 0,1 0 0 0 0,-1 0 0 0 0,0-1 0 0 0,1 1 0 0 0,15-7 140 0 0,48 3 25 0 0,-57 5-173 0 0,0 0-1 0 0,1 0 0 0 0,-1 1 1 0 0,0-1-1 0 0,0 1 1 0 0,0 1-1 0 0,-1-1 0 0 0,1 1 1 0 0,0 1-1 0 0,-1-1 1 0 0,0 1-1 0 0,7 6 0 0 0,-10-8 1 0 0,-1 0 0 0 0,1 1-1 0 0,-1-1 1 0 0,0 1 0 0 0,1 0-1 0 0,-1 0 1 0 0,-1 0 0 0 0,1 0-1 0 0,0 0 1 0 0,-1 0 0 0 0,0 0-1 0 0,1 1 1 0 0,-1-1 0 0 0,0 1-1 0 0,-1-1 1 0 0,1 0 0 0 0,-1 1-1 0 0,1-1 1 0 0,-1 1 0 0 0,0-1-1 0 0,-1 1 1 0 0,1-1 0 0 0,0 1-1 0 0,-1-1 1 0 0,-2 7-1 0 0,0-1 11 0 0,-1 1-1 0 0,0-1 1 0 0,0-1-1 0 0,-1 1 1 0 0,-1-1-1 0 0,1 1 0 0 0,-1-1 1 0 0,-1-1-1 0 0,1 1 1 0 0,-1-1-1 0 0,-11 8 0 0 0,-9 6 68 0 0,-55 32-1 0 0,69-46-46 0 0,8-4-15 0 0,-9 4 17 0 0,13-5-53 0 0,9-2-44 0 0,11-3 42 0 0,0 1 0 0 0,0 1 0 0 0,0 1 0 0 0,0 0 0 0 0,0 1 0 0 0,-1 2 0 0 0,1 0 0 0 0,0 1-1 0 0,-1 0 1 0 0,0 2 0 0 0,0 0 0 0 0,0 1 0 0 0,20 11 0 0 0,-32-14 35 0 0,1 0 0 0 0,-1 1 0 0 0,0-1 0 0 0,-1 1-1 0 0,1 0 1 0 0,-1 1 0 0 0,0-1 0 0 0,-1 1 0 0 0,1 0-1 0 0,5 11 1 0 0,-8-14 18 0 0,-1 0 1 0 0,0 1-1 0 0,0-1 0 0 0,0 0 0 0 0,0 0 1 0 0,0 0-1 0 0,-1 1 0 0 0,1-1 0 0 0,-1 0 1 0 0,0 1-1 0 0,0-1 0 0 0,0 0 0 0 0,-1 0 1 0 0,1 1-1 0 0,-1-1 0 0 0,0 0 0 0 0,0 0 0 0 0,0 1 1 0 0,0-1-1 0 0,0 0 0 0 0,-1 0 0 0 0,1 0 1 0 0,-1-1-1 0 0,0 1 0 0 0,0 0 0 0 0,-2 2 1 0 0,-4 3 38 0 0,0 0 1 0 0,0 0-1 0 0,0-1 1 0 0,-1-1-1 0 0,0 1 1 0 0,-1-1-1 0 0,0-1 1 0 0,1 0-1 0 0,-2 0 1 0 0,1-1-1 0 0,0 0 1 0 0,-1-1-1 0 0,0 0 1 0 0,0-1-1 0 0,0 0 1 0 0,0 0-1 0 0,0-1 1 0 0,0-1-1 0 0,-11-1 1 0 0,2 0-72 0 0,0-1 0 0 0,0-1 1 0 0,0 0-1 0 0,1-2 1 0 0,-1 0-1 0 0,1-2 0 0 0,1 0 1 0 0,-1-1-1 0 0,-30-18 1 0 0,43 23-167 0 0,1-1-1 0 0,-1 0 1 0 0,1 0 0 0 0,0 0 0 0 0,0-1 0 0 0,0 0 0 0 0,1 0-1 0 0,-8-10 1 0 0,11 12-17 0 0,-1 1-1 0 0,1-1 1 0 0,0 0-1 0 0,0 1 1 0 0,0-1-1 0 0,0 0 1 0 0,1 0-1 0 0,-1 0 1 0 0,1 0 0 0 0,0 1-1 0 0,0-1 1 0 0,0 0-1 0 0,0 0 1 0 0,0 0-1 0 0,0 0 1 0 0,1 0-1 0 0,-1 1 1 0 0,1-1-1 0 0,0 0 1 0 0,0 0-1 0 0,0 1 1 0 0,3-5 0 0 0,3-5-1069 0 0,1 0 0 0 0,0 1 0 0 0,1 0 1 0 0,0 1-1 0 0,1 0 0 0 0,18-15 0 0 0,6-4-4681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42 296 0 0,'6'-21'16090'0'0,"-1"16"-14792"0"0,231-10-1185 0 0,-78 21-7128 0 0,-140-4 3520 0 0,-3 1-1388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13 2148 0 0,'-45'22'11142'0'0,"54"-17"-10156"0"0,-2-4-842 0 0,1 0 1 0 0,0-1-1 0 0,0-1 0 0 0,0 1 1 0 0,10-3-1 0 0,5 0 15 0 0,48-4-378 0 0,48-4-2172 0 0,-41 1-2990 0 0,-43 4 475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8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35 2152 0 0,'-8'-20'8270'0'0,"6"19"-8062"0"0,0 1 0 0 0,0 0-1 0 0,0 0 1 0 0,1-1 0 0 0,-1 1 0 0 0,0 0-1 0 0,0 1 1 0 0,0-1 0 0 0,1 0 0 0 0,-1 0-1 0 0,0 1 1 0 0,0-1 0 0 0,1 1-1 0 0,-1-1 1 0 0,0 1 0 0 0,1 0 0 0 0,-1 0-1 0 0,0 0 1 0 0,1 0 0 0 0,-1 0 0 0 0,1 0-1 0 0,0 0 1 0 0,-1 0 0 0 0,-1 3-1 0 0,-7 6 495 0 0,0 0 0 0 0,-8 14 0 0 0,14-19-424 0 0,-7 9 74 0 0,1 1-1 0 0,1-1 1 0 0,0 2-1 0 0,1-1 1 0 0,1 1-1 0 0,0 1 1 0 0,1-1 0 0 0,1 1-1 0 0,-4 26 1 0 0,7-36-297 0 0,1-1 1 0 0,1 1 0 0 0,0-1-1 0 0,-1 1 1 0 0,2-1 0 0 0,-1 1-1 0 0,1-1 1 0 0,0 1 0 0 0,1-1-1 0 0,-1 1 1 0 0,1-1 0 0 0,0 0-1 0 0,1 0 1 0 0,0 0 0 0 0,-1 0-1 0 0,2 0 1 0 0,-1-1 0 0 0,1 1-1 0 0,0-1 1 0 0,0 0 0 0 0,0 0-1 0 0,1 0 1 0 0,0-1 0 0 0,0 0-1 0 0,0 0 1 0 0,0 0-1 0 0,1 0 1 0 0,9 4 0 0 0,0-2 33 0 0,0 0 0 0 0,1-1 0 0 0,0-1 0 0 0,0 0 0 0 0,0-1 1 0 0,0-1-1 0 0,1 0 0 0 0,-1-1 0 0 0,0-1 0 0 0,1-1 0 0 0,-1 0 0 0 0,0-1 1 0 0,1-1-1 0 0,-1-1 0 0 0,24-7 0 0 0,-25 5-35 0 0,0 0-1 0 0,-1 0 1 0 0,1-2 0 0 0,-1 0 0 0 0,-1 0-1 0 0,1-1 1 0 0,12-12 0 0 0,-17 13-30 0 0,-1 0 1 0 0,0-1-1 0 0,0 0 1 0 0,-1 0 0 0 0,0 0-1 0 0,-1-1 1 0 0,0-1-1 0 0,-1 1 1 0 0,1-1-1 0 0,3-11 1 0 0,-7 16-33 0 0,-1 0 1 0 0,1 0-1 0 0,-1-1 0 0 0,0 1 1 0 0,0 0-1 0 0,-1 0 0 0 0,1-1 0 0 0,-1 1 1 0 0,-1 0-1 0 0,1 0 0 0 0,-1-1 1 0 0,-1 1-1 0 0,1 0 0 0 0,-1 0 1 0 0,-2-6-1 0 0,0 4 4 0 0,1 2-1 0 0,-2-1 1 0 0,1 0 0 0 0,-1 1-1 0 0,0-1 1 0 0,0 1 0 0 0,0 1-1 0 0,-1-1 1 0 0,0 1 0 0 0,-11-8-1 0 0,1 3-150 0 0,-1 1-1 0 0,1 1 0 0 0,-2 0 1 0 0,1 1-1 0 0,-1 1 0 0 0,0 1 1 0 0,0 0-1 0 0,0 1 0 0 0,-28-2 0 0 0,32 5-467 0 0,0 0 0 0 0,-1 1 0 0 0,1 1-1 0 0,0 0 1 0 0,0 1 0 0 0,0 0-1 0 0,0 1 1 0 0,0 1 0 0 0,0 0-1 0 0,1 1 1 0 0,-1 0 0 0 0,2 1-1 0 0,-1 1 1 0 0,0 0 0 0 0,-13 11 0 0 0,-12 13-5569 0 0,25-17 1233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0 3260 0 0,'11'4'4147'0'0,"-9"-4"-3784"0"0,0 0 0 0 0,-1 1-1 0 0,1-1 1 0 0,0 1 0 0 0,0-1-1 0 0,-1 1 1 0 0,1 0 0 0 0,-1 0-1 0 0,1 0 1 0 0,0 0 0 0 0,-1 0-1 0 0,0 0 1 0 0,1 0 0 0 0,-1 0-1 0 0,0 1 1 0 0,1-1 0 0 0,0 2-1 0 0,-2-1-114 0 0,-1 1 1 0 0,1-1-1 0 0,-1 0 0 0 0,1 0 0 0 0,-1 0 0 0 0,0 0 0 0 0,0 0 1 0 0,0 0-1 0 0,0 0 0 0 0,0 0 0 0 0,-1 0 0 0 0,1 0 0 0 0,-3 2 1 0 0,-49 55 1121 0 0,-103 88 0 0 0,-7 6-5301 0 0,85-71-4130 0 0,56-61 2307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9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50 112 1056 0 0,'-2'-1'1958'0'0,"-3"-4"-507"0"0,1 1-467 0 0,0 1 0 0 0,1-1-1 0 0,-1 0 1 0 0,1 0 0 0 0,-5-8-1 0 0,8 11-889 0 0,-1 0 0 0 0,1 0 0 0 0,-1 0 0 0 0,1 0 0 0 0,0 0 0 0 0,-1 0 0 0 0,1 0 0 0 0,0 0-1 0 0,0 0 1 0 0,0 0 0 0 0,0 0 0 0 0,0 0 0 0 0,0 0 0 0 0,0 0 0 0 0,0 0 0 0 0,0 0 0 0 0,0 0 0 0 0,1 0 0 0 0,-1 0-1 0 0,0 0 1 0 0,1 0 0 0 0,-1 0 0 0 0,1 0 0 0 0,-1 0 0 0 0,1 0 0 0 0,-1 0 0 0 0,1 0 0 0 0,0 0 0 0 0,-1 1 0 0 0,1-1-1 0 0,0 0 1 0 0,0 1 0 0 0,0-1 0 0 0,-1 0 0 0 0,1 1 0 0 0,2-2 0 0 0,0 0-41 0 0,1 1-1 0 0,-1-1 1 0 0,1 0 0 0 0,0 1-1 0 0,-1 0 1 0 0,1 0 0 0 0,0 0 0 0 0,0 0-1 0 0,0 1 1 0 0,-1 0 0 0 0,1-1-1 0 0,0 1 1 0 0,0 1 0 0 0,0-1-1 0 0,0 0 1 0 0,0 1 0 0 0,0 0 0 0 0,-1 0-1 0 0,1 0 1 0 0,5 3 0 0 0,-3-2-35 0 0,-1 1 1 0 0,1 0 0 0 0,0 0 0 0 0,-1 0 0 0 0,0 1-1 0 0,1 0 1 0 0,-1 0 0 0 0,-1 1 0 0 0,1-1-1 0 0,-1 1 1 0 0,0 0 0 0 0,0 0 0 0 0,0 0-1 0 0,3 7 1 0 0,-5-8 7 0 0,0 1 0 0 0,-1-1 0 0 0,1 1 0 0 0,-1-1 0 0 0,0 1 0 0 0,0 0 0 0 0,-1-1 0 0 0,1 1 0 0 0,-1 0 0 0 0,0 0 0 0 0,-1-1 1 0 0,1 1-1 0 0,-1 0 0 0 0,0 0 0 0 0,0-1 0 0 0,0 1 0 0 0,0-1 0 0 0,-1 1 0 0 0,-4 7 0 0 0,0-2 75 0 0,1-1-1 0 0,-2 1 1 0 0,1-1 0 0 0,-1-1 0 0 0,-1 0 0 0 0,1 0-1 0 0,-12 9 1 0 0,3-5 245 0 0,0 0 0 0 0,0-2 0 0 0,-23 12-1 0 0,14-9 445 0 0,25-13-786 0 0,0 0-1 0 0,0 0 0 0 0,-1 0 1 0 0,1 0-1 0 0,0 0 0 0 0,0 0 0 0 0,-1 0 1 0 0,1 0-1 0 0,0 0 0 0 0,0 0 0 0 0,-1 0 1 0 0,1 0-1 0 0,0 0 0 0 0,0 0 1 0 0,-1 0-1 0 0,1 0 0 0 0,0 0 0 0 0,0 0 1 0 0,0 0-1 0 0,-1-1 0 0 0,1 1 1 0 0,0 0-1 0 0,0 0 0 0 0,0 0 0 0 0,-1 0 1 0 0,1-1-1 0 0,0 1 0 0 0,0 0 1 0 0,0 0-1 0 0,0 0 0 0 0,-1-1 0 0 0,1 1 1 0 0,0 0-1 0 0,0 0 0 0 0,0 0 1 0 0,0-1-1 0 0,0 1 0 0 0,5-11 51 0 0,14-8-27 0 0,-18 18-24 0 0,40-32 3 0 0,77-50 0 0 0,54-17-7 0 0,-64 40 224 0 0,-73 34 496 0 0,-33 25-643 0 0,-2 0-71 0 0,0 0 0 0 0,0 1 0 0 0,0-1 0 0 0,-1 1 0 0 0,1-1 0 0 0,0 1-1 0 0,0-1 1 0 0,0 1 0 0 0,0-1 0 0 0,0 1 0 0 0,-1-1 0 0 0,1 1 0 0 0,0-1-1 0 0,0 1 1 0 0,-1-1 0 0 0,1 1 0 0 0,0-1 0 0 0,-1 1 0 0 0,1-1 0 0 0,-1 1-1 0 0,1 0 1 0 0,-1-1 0 0 0,1 1 0 0 0,-1-1 0 0 0,-6 1-1 0 0,0 1 0 0 0,1 0 0 0 0,-1 0 0 0 0,0 0 0 0 0,1 0 0 0 0,-1 1 0 0 0,0 0 0 0 0,1 1 0 0 0,0 0 0 0 0,0 0-1 0 0,0 0 1 0 0,-8 6 0 0 0,-3 2 2 0 0,0 2-1 0 0,-29 28 0 0 0,42-37-2 0 0,0 0 0 0 0,1 0 0 0 0,-1 1 1 0 0,1-1-1 0 0,0 1 0 0 0,0 0 0 0 0,1 0 0 0 0,-1 0 0 0 0,1 0 0 0 0,0 0 0 0 0,0 0 0 0 0,1 1 0 0 0,0-1 0 0 0,0 1 0 0 0,0-1 0 0 0,0 7 1 0 0,1-7 0 0 0,1-1 0 0 0,-1 1 0 0 0,1-1 0 0 0,0 1 0 0 0,0-1 0 0 0,1 0 0 0 0,-1 1 0 0 0,1-1 0 0 0,0 0 0 0 0,0 0 0 0 0,0 0 1 0 0,0 0-1 0 0,1-1 0 0 0,0 1 0 0 0,0-1 0 0 0,0 1 0 0 0,0-1 0 0 0,0 0 0 0 0,1 0 0 0 0,4 3 0 0 0,9 5-438 0 0,0-2 1 0 0,1 0-1 0 0,-1 0 0 0 0,2-2 0 0 0,-1 0 0 0 0,35 7 0 0 0,-19-8-1773 0 0,1 0 0 0 0,68 0-1 0 0,-67-8-1217 0 0,-1-1-1382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9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27 640 0 0,'22'-26'15914'0'0,"-22"25"-15837"0"0,-1 14 1578 0 0,-5 23-1213 0 0,5-33-118 0 0,-1 8-223 0 0,1 1 0 0 0,0-1 0 0 0,0 1 1 0 0,1-1-1 0 0,0 1 0 0 0,1 0 0 0 0,1-1 1 0 0,0 1-1 0 0,0-1 0 0 0,6 15 0 0 0,-7-21-98 0 0,1 0 0 0 0,0 0-1 0 0,1 0 1 0 0,-1 0-1 0 0,1-1 1 0 0,0 1 0 0 0,0-1-1 0 0,1 0 1 0 0,-1 0-1 0 0,1 0 1 0 0,0 0 0 0 0,0-1-1 0 0,0 1 1 0 0,0-1-1 0 0,1 0 1 0 0,-1 0 0 0 0,1-1-1 0 0,0 1 1 0 0,0-1-1 0 0,0 0 1 0 0,0-1 0 0 0,0 1-1 0 0,0-1 1 0 0,6 1 0 0 0,-4-2-37 0 0,-1 0 1 0 0,1 0 0 0 0,-1-1 0 0 0,1 1-1 0 0,-1-1 1 0 0,1-1 0 0 0,-1 0 0 0 0,0 1 0 0 0,0-2-1 0 0,0 1 1 0 0,0-1 0 0 0,0 0 0 0 0,0 0 0 0 0,-1-1-1 0 0,1 1 1 0 0,-1-1 0 0 0,0-1 0 0 0,0 1-1 0 0,8-10 1 0 0,4-6 165 0 0,-1-1 0 0 0,0-1-1 0 0,16-32 1 0 0,0 1 1087 0 0,-31 51-568 0 0,0 5-387 0 0,-2 6-61 0 0,0 0-1 0 0,0 0 1 0 0,-1 0 0 0 0,0 0 0 0 0,-1 0 0 0 0,0-1 0 0 0,0 1 0 0 0,-9 16 0 0 0,-1 4-12 0 0,-12 33-169 0 0,-22 59 370 0 0,40-99-2336 0 0,-6 39-1 0 0,13-44 205 0 0,0-16 1264 0 0,0 1 1 0 0,0-1 0 0 0,1 0 0 0 0,-1 1 0 0 0,0-1-1 0 0,1 0 1 0 0,-1 0 0 0 0,1 1 0 0 0,0-1 0 0 0,-1 0-1 0 0,1 0 1 0 0,11 9-4277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3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2412 0 0,'12'-65'14891'0'0,"-12"63"-14356"0"0,1 1-417 0 0,-1 0 1 0 0,1-1-1 0 0,0 1 1 0 0,0 0 0 0 0,0-1-1 0 0,0 1 1 0 0,0 0 0 0 0,0 0-1 0 0,0 0 1 0 0,0 0-1 0 0,3-2 1 0 0,29-4-217 0 0,1 2 0 0 0,-1 1 0 0 0,1 2 0 0 0,45 2 0 0 0,-51 0-712 0 0,26 3-2193 0 0,-22 2-3670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1 432 0 0,'-120'52'14053'0'0,"118"-51"-13730"0"0,5 2 55 0 0,-3-3-369 0 0,0 1 0 0 0,0-1 0 0 0,0 1 0 0 0,0-1 0 0 0,0 0 0 0 0,0 1 0 0 0,1-1 0 0 0,-1 0 0 0 0,0 1 0 0 0,0-1 0 0 0,0 0 0 0 0,0 0 0 0 0,1 1 0 0 0,-1-1 0 0 0,0 0 0 0 0,0 1 0 0 0,1-1 0 0 0,-1 0 0 0 0,0 0 0 0 0,0 0 0 0 0,1 1 0 0 0,-1-1-1 0 0,0 0 1 0 0,1 0 0 0 0,-1 0 0 0 0,0 0 0 0 0,1 1 0 0 0,-1-1 0 0 0,0 0 0 0 0,1 0 0 0 0,-1 0 0 0 0,1 0 0 0 0,27 5-307 0 0,0-2-1 0 0,0-1 1 0 0,0-1-1 0 0,52-5 1 0 0,-45 0-3596 0 0,59-15 1 0 0,-62 10 94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412 112 360 0 0,'0'-6'1275'0'0,"0"0"-1"0"0,0-1 0 0 0,-1 1 1 0 0,0 0-1 0 0,0 0 1 0 0,-1-1-1 0 0,0 1 1 0 0,-5-11-1 0 0,5 13-876 0 0,0 1 0 0 0,0 0-1 0 0,0 0 1 0 0,-1-1 0 0 0,1 1-1 0 0,-1 1 1 0 0,0-1-1 0 0,0 0 1 0 0,0 1 0 0 0,0-1-1 0 0,0 1 1 0 0,-1 0 0 0 0,1 0-1 0 0,-7-2 1 0 0,9 4-351 0 0,0-1 0 0 0,-1 1 0 0 0,1 0 1 0 0,0 0-1 0 0,0 0 0 0 0,0-1 0 0 0,-1 1 0 0 0,1 1 0 0 0,0-1 1 0 0,0 0-1 0 0,0 0 0 0 0,-1 0 0 0 0,1 1 0 0 0,0-1 1 0 0,0 0-1 0 0,0 1 0 0 0,-2 1 0 0 0,-1-1 97 0 0,-6 4 67 0 0,0-1 1 0 0,0 2 0 0 0,0-1-1 0 0,1 2 1 0 0,0-1 0 0 0,0 1-1 0 0,0 0 1 0 0,-8 10 0 0 0,9-9-70 0 0,-16 15 34 0 0,2 1 0 0 0,1 1 0 0 0,0 1 0 0 0,2 1 0 0 0,1 1 0 0 0,1 0 0 0 0,2 1 0 0 0,1 1 0 0 0,1 1 0 0 0,-16 56 0 0 0,27-78-159 0 0,0 1-1 0 0,0 0 1 0 0,1 0 0 0 0,0 0 0 0 0,1 0 0 0 0,0 0-1 0 0,0 0 1 0 0,1 0 0 0 0,3 11 0 0 0,-3-15-1 0 0,1 0 0 0 0,1-1-1 0 0,-1 1 1 0 0,1-1 0 0 0,0 1 0 0 0,0-1 0 0 0,0 0 0 0 0,1 0-1 0 0,-1-1 1 0 0,1 1 0 0 0,0-1 0 0 0,1 0 0 0 0,-1 0 0 0 0,1 0-1 0 0,0 0 1 0 0,7 3 0 0 0,-2-2 18 0 0,0 0-1 0 0,1-1 1 0 0,-1 0 0 0 0,1-1 0 0 0,0 0-1 0 0,0-1 1 0 0,0 0 0 0 0,0-1-1 0 0,0 0 1 0 0,1-1 0 0 0,-1 0-1 0 0,0-1 1 0 0,0 0 0 0 0,0 0-1 0 0,21-7 1 0 0,-8 1 88 0 0,-1 0-1 0 0,1-2 1 0 0,-2-1 0 0 0,1-1 0 0 0,-1-1-1 0 0,23-16 1 0 0,-22 12 41 0 0,-1-1-1 0 0,-1-1 1 0 0,0 0 0 0 0,-2-2 0 0 0,0 0-1 0 0,22-32 1 0 0,-35 43-119 0 0,-1 1 0 0 0,0-1-1 0 0,-1 0 1 0 0,0-1 0 0 0,0 1 0 0 0,-1 0-1 0 0,0-1 1 0 0,-1 0 0 0 0,2-11 0 0 0,-4 13-39 0 0,0 1 0 0 0,0 0 0 0 0,0 0 1 0 0,-1 0-1 0 0,0 0 0 0 0,-1 0 0 0 0,0 0 1 0 0,0 1-1 0 0,0-1 0 0 0,0 0 0 0 0,-1 1 1 0 0,0-1-1 0 0,-1 1 0 0 0,-5-8 0 0 0,0 2-134 0 0,-1 0-1 0 0,0 0 0 0 0,-1 1 0 0 0,0 0 0 0 0,-1 1 1 0 0,0 0-1 0 0,-1 1 0 0 0,1 1 0 0 0,-2 0 0 0 0,1 0 0 0 0,-1 2 1 0 0,0-1-1 0 0,-16-3 0 0 0,18 6-547 0 0,0 1 0 0 0,0 1 0 0 0,-1 0 0 0 0,1 1 0 0 0,0 0 0 0 0,-1 1 0 0 0,-14 1 0 0 0,16 1-423 0 0,1 0 1 0 0,0 0-1 0 0,-1 1 0 0 0,1 0 1 0 0,0 0-1 0 0,1 1 1 0 0,-1 1-1 0 0,1 0 0 0 0,-10 6 1 0 0,0 1-4522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1 888 0 0,'4'12'7299'0'0,"-1"-7"-6868"0"0,6 12 2967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8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17 1484 0 0,'3'-16'11392'0'0,"-9"42"-9634"0"0,-4 45 1 0 0,3-11-708 0 0,-76 345 940 0 0,64-322-2055 0 0,2 1-2208 0 0,8-29-2302 0 0,3-35-1665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8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9 184 1944 0 0,'-3'-14'1836'0'0,"1"0"0"0"0,0 0 1 0 0,1 0-1 0 0,1-21 0 0 0,0 32-1707 0 0,0-1 1 0 0,0 1-1 0 0,1-1 0 0 0,0 1 1 0 0,0-1-1 0 0,0 1 0 0 0,0 0 1 0 0,0-1-1 0 0,1 1 0 0 0,-1 0 1 0 0,1 0-1 0 0,0 0 0 0 0,0 0 1 0 0,0 0-1 0 0,0 0 1 0 0,0 1-1 0 0,1-1 0 0 0,-1 1 1 0 0,1-1-1 0 0,0 1 0 0 0,0 0 1 0 0,0 0-1 0 0,3-2 0 0 0,6 0-68 0 0,-1 0 0 0 0,1 1 0 0 0,0 0 0 0 0,-1 1-1 0 0,2 0 1 0 0,-1 1 0 0 0,0 0 0 0 0,0 1 0 0 0,0 0 0 0 0,0 1 0 0 0,0 0-1 0 0,0 1 1 0 0,14 4 0 0 0,-12-2-16 0 0,-1-1-1 0 0,0 2 1 0 0,0 0 0 0 0,-1 1 0 0 0,0 0-1 0 0,1 1 1 0 0,-2 0 0 0 0,1 0-1 0 0,-1 2 1 0 0,-1-1 0 0 0,15 16-1 0 0,-22-21-5 0 0,0 1 0 0 0,0 0-1 0 0,0 0 1 0 0,-1 1-1 0 0,1-1 1 0 0,-1 0 0 0 0,0 1-1 0 0,-1-1 1 0 0,1 1-1 0 0,-1 0 1 0 0,0 0 0 0 0,0-1-1 0 0,1 10 1 0 0,-2-7 29 0 0,-1 1 1 0 0,1-1-1 0 0,-1 0 0 0 0,0 0 1 0 0,-1 0-1 0 0,0 0 0 0 0,0 0 1 0 0,-5 10-1 0 0,0-4 153 0 0,0-1 1 0 0,0 1-1 0 0,-1-2 0 0 0,-1 1 0 0 0,0-1 1 0 0,0-1-1 0 0,-1 0 0 0 0,-21 17 0 0 0,-2 4 157 0 0,33-30-380 0 0,0-1 1 0 0,0 1-1 0 0,0-1 0 0 0,0 0 1 0 0,0 1-1 0 0,0-1 0 0 0,0 1 1 0 0,0-1-1 0 0,0 1 1 0 0,0-1-1 0 0,0 1 0 0 0,0-1 1 0 0,0 1-1 0 0,1-1 0 0 0,-1 1 1 0 0,0-1-1 0 0,0 0 1 0 0,0 1-1 0 0,1-1 0 0 0,-1 1 1 0 0,0-1-1 0 0,1 0 0 0 0,-1 1 1 0 0,0-1-1 0 0,1 0 1 0 0,-1 1-1 0 0,0-1 0 0 0,1 0 1 0 0,-1 0-1 0 0,1 1 0 0 0,11 9-11 0 0,-12-10 10 0 0,75 47-6 0 0,20 15 39 0 0,-95-62-29 0 0,51 42 2 0 0,-46-38 131 0 0,0 1-1 0 0,-1 0 1 0 0,0 0-1 0 0,0 1 1 0 0,0-1-1 0 0,0 1 1 0 0,3 9 0 0 0,-6-13-13 0 0,0 1 1 0 0,0-1 0 0 0,0 1 0 0 0,0-1 0 0 0,-1 1 0 0 0,1 0 0 0 0,-1-1 0 0 0,0 1 0 0 0,0-1 0 0 0,0 1 0 0 0,0 0 0 0 0,0-1 0 0 0,-1 1 0 0 0,1 0 0 0 0,-1-1 0 0 0,0 1 0 0 0,0-1 0 0 0,0 1 0 0 0,-1 3 0 0 0,-1-3 26 0 0,1 1 1 0 0,-1-1-1 0 0,0 0 1 0 0,0 0-1 0 0,0 0 0 0 0,0 0 1 0 0,-1 0-1 0 0,1-1 1 0 0,-1 1-1 0 0,-7 3 0 0 0,-2 0 119 0 0,-1-1 0 0 0,0 0 0 0 0,0 0-1 0 0,0-2 1 0 0,-26 4 0 0 0,2-5-259 0 0,0-1 1 0 0,0-2-1 0 0,0-2 1 0 0,0-1-1 0 0,0-2 0 0 0,-54-15 1 0 0,68 11-2888 0 0,23 10 2716 0 0,1 0-1 0 0,-1 0 1 0 0,0-1 0 0 0,1 1 0 0 0,-1 0 0 0 0,1 0 0 0 0,-1-1-1 0 0,0 1 1 0 0,1-1 0 0 0,-1 1 0 0 0,1 0 0 0 0,-1-1 0 0 0,1 1 0 0 0,-1-1-1 0 0,1 1 1 0 0,0-1 0 0 0,-1 0 0 0 0,1 1 0 0 0,-1-1 0 0 0,1 1 0 0 0,0-1-1 0 0,0 0 1 0 0,-1 1 0 0 0,1-1 0 0 0,0 0 0 0 0,0 1 0 0 0,0-1-1 0 0,0 0 1 0 0,0 1 0 0 0,0-2 0 0 0,4-5-1476 0 0,0 0 0 0 0,0 0 1 0 0,1 0-1 0 0,0 0 0 0 0,10-9 0 0 0,0 1-4087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8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2340 0 0,'4'-16'6783'0'0,"1"-18"6856"0"0,1 106-11819 0 0,-6 88 1 0 0,-1-72-1612 0 0,-5 112 1091 0 0,2-100-4567 0 0,3-49-2782 0 0,0 0-4255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20 268 2664 0 0,'-14'-48'11105'0'0,"11"33"-8124"0"0,3 13-2888 0 0,-1 1-1 0 0,1 0 1 0 0,-1-1 0 0 0,1 1 0 0 0,0-1-1 0 0,0 1 1 0 0,-1-1 0 0 0,1 1 0 0 0,0-1 0 0 0,0 1-1 0 0,0-1 1 0 0,1 1 0 0 0,-1 0 0 0 0,0-1 0 0 0,1 1-1 0 0,-1-1 1 0 0,0 1 0 0 0,1 0 0 0 0,0-1 0 0 0,-1 1-1 0 0,1 0 1 0 0,0-1 0 0 0,0 1 0 0 0,0 0 0 0 0,0 0-1 0 0,0 0 1 0 0,0 0 0 0 0,0 0 0 0 0,0 0 0 0 0,0 0-1 0 0,2-2 1 0 0,15-9 27 0 0,0 0 0 0 0,1 1 0 0 0,0 1-1 0 0,39-15 1 0 0,86-20-147 0 0,-113 36-50 0 0,96-22-1976 0 0,-109 28 528 0 0,-1 2 1 0 0,34 0 0 0 0,-47 1 781 0 0,11 1-387 0 0,7 11-8181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49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25 240 0 0,'-34'18'4004'0'0,"9"-6"-460"0"0,2 1-1 0 0,-31 21 1 0 0,3-7 2681 0 0,55-27-6066 0 0,43-10 90 0 0,55-18 0 0 0,25-7-208 0 0,-57 20-763 0 0,47-9-3285 0 0,-39 11-4149 0 0,-54 10 1647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443 112 3180 0 0,'1'-4'1369'0'0,"7"-41"9126"0"0,-8 40-9755 0 0,1 0-1 0 0,-1 0 1 0 0,0 0-1 0 0,-1 0 1 0 0,1 0-1 0 0,-1 0 0 0 0,-1-5 1 0 0,2 9-689 0 0,-1 0 0 0 0,1 0 0 0 0,0 0 0 0 0,-1 0 1 0 0,1 0-1 0 0,-1 0 0 0 0,0 1 0 0 0,1-1 0 0 0,-1 0 0 0 0,0 0 0 0 0,1 0 0 0 0,-1 1 0 0 0,0-1 1 0 0,0 0-1 0 0,1 1 0 0 0,-1-1 0 0 0,0 1 0 0 0,0-1 0 0 0,0 1 0 0 0,0 0 0 0 0,0-1 1 0 0,-1 1-1 0 0,-1-1-10 0 0,1 1 0 0 0,-1 0 0 0 0,0-1 0 0 0,1 1 1 0 0,-1 1-1 0 0,0-1 0 0 0,1 0 0 0 0,-5 2 0 0 0,-4 1-31 0 0,0 1 0 0 0,0 0 0 0 0,-10 6 0 0 0,17-9 42 0 0,-61 35-13 0 0,2 2-1 0 0,-91 72 1 0 0,130-91-44 0 0,20-17-2 0 0,1 1 0 0 0,0 0 0 0 0,-1 0 0 0 0,1 0 0 0 0,0 0 0 0 0,0 1 0 0 0,0-1 0 0 0,1 1 0 0 0,0 0 1 0 0,-1 0-1 0 0,1 0 0 0 0,-2 7 0 0 0,4-10 8 0 0,0 1 0 0 0,1 0 0 0 0,0 0 0 0 0,-1-1 0 0 0,1 1 0 0 0,0 0 0 0 0,0-1 0 0 0,0 1 1 0 0,0-1-1 0 0,0 1 0 0 0,0-1 0 0 0,0 1 0 0 0,0-1 0 0 0,1 0 0 0 0,-1 1 0 0 0,0-1 0 0 0,1 0 0 0 0,2 1 0 0 0,92 57-54 0 0,-70-44 54 0 0,0 0-1 0 0,-1 1 0 0 0,-1 2 0 0 0,40 37 0 0 0,-56-47 203 0 0,-1 0 0 0 0,0 1 0 0 0,0 0 0 0 0,-1 0 0 0 0,0 0-1 0 0,-1 1 1 0 0,0 0 0 0 0,-1 0 0 0 0,6 18 0 0 0,-9-22 134 0 0,1 1 0 0 0,-2-1 0 0 0,1 1 1 0 0,-1-1-1 0 0,0 1 0 0 0,0-1 0 0 0,-1 1 0 0 0,1-1 1 0 0,-2 0-1 0 0,1 1 0 0 0,-1-1 0 0 0,0 0 0 0 0,0 0 1 0 0,0 0-1 0 0,-1 0 0 0 0,0 0 0 0 0,-6 8 0 0 0,5-7 103 0 0,3-5-349 0 0,0 0 0 0 0,0 0 0 0 0,0 0 1 0 0,-1-1-1 0 0,1 1 0 0 0,0 0 0 0 0,-1-1 1 0 0,0 1-1 0 0,1-1 0 0 0,-1 1 0 0 0,0-1 1 0 0,0 0-1 0 0,0 0 0 0 0,0 0 0 0 0,0 0 1 0 0,0 0-1 0 0,-3 1 0 0 0,-10 3-91 0 0,-2-4 0 0 0,14 0 0 0 0,0-1 0 0 0,0 0 0 0 0,0 0 0 0 0,0 0 0 0 0,0-1 0 0 0,0 1 0 0 0,0-1 0 0 0,0 0 0 0 0,0 1 0 0 0,0-1 0 0 0,1-1 0 0 0,-4 0 0 0 0,-4-3 0 0 0,-4 0 0 0 0,0-1 0 0 0,0-1 0 0 0,0 0 0 0 0,1 0 0 0 0,0-1 0 0 0,0-1 0 0 0,-11-11 0 0 0,-10-5-12303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0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 8181 0 0,'-4'-15'15443'0'0,"8"18"-13644"0"0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1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683 464 2152 0 0,'1'-5'478'0'0,"0"1"1"0"0,0-1-1 0 0,0 1 0 0 0,0-1 0 0 0,-1 1 1 0 0,0-1-1 0 0,0 0 0 0 0,0 1 0 0 0,-1-1 1 0 0,1 0-1 0 0,-1 1 0 0 0,0-1 1 0 0,0 1-1 0 0,-1 0 0 0 0,0-1 0 0 0,1 1 1 0 0,-1 0-1 0 0,-1 0 0 0 0,-3-7 0 0 0,1 5-281 0 0,1 0-1 0 0,0 0 1 0 0,-1 0 0 0 0,0 1-1 0 0,-1 0 1 0 0,1 0-1 0 0,-1 0 1 0 0,0 1-1 0 0,0 0 1 0 0,0 0-1 0 0,-12-5 1 0 0,10 6-148 0 0,0 1 0 0 0,0 0 1 0 0,0 0-1 0 0,0 1 0 0 0,0 0 1 0 0,0 0-1 0 0,0 1 0 0 0,0 0 0 0 0,-15 2 1 0 0,9 1-22 0 0,0 0 0 0 0,0 1 0 0 0,0 0 0 0 0,1 1 0 0 0,-14 7 0 0 0,-8 7-6 0 0,1 2 1 0 0,-62 49-1 0 0,63-42-4 0 0,0 1 0 0 0,-39 44-1 0 0,60-58-11 0 0,-1 0 0 0 0,2 1-1 0 0,0 1 1 0 0,1 0-1 0 0,1 0 1 0 0,1 1-1 0 0,-11 29 1 0 0,18-44-2 0 0,0 0-1 0 0,0 0 1 0 0,1 1 0 0 0,-1-1-1 0 0,1 0 1 0 0,-1 0 0 0 0,1 0-1 0 0,0 0 1 0 0,0 0 0 0 0,1 1-1 0 0,-1-1 1 0 0,1 0 0 0 0,-1 0-1 0 0,1 0 1 0 0,0 0 0 0 0,0 0-1 0 0,1 0 1 0 0,1 3 0 0 0,-1-3 0 0 0,0-1 1 0 0,0 0 0 0 0,0 0 0 0 0,0 0 0 0 0,0-1-1 0 0,0 1 1 0 0,1 0 0 0 0,-1-1 0 0 0,1 1-1 0 0,-1-1 1 0 0,1 0 0 0 0,0 0 0 0 0,-1 0 0 0 0,1 0-1 0 0,0 0 1 0 0,0-1 0 0 0,0 1 0 0 0,0-1 0 0 0,4 0-1 0 0,8 0 9 0 0,1-1 1 0 0,-1 0-1 0 0,0-1 0 0 0,0-1 0 0 0,-1 0 0 0 0,1-1 0 0 0,-1-1 0 0 0,24-11 0 0 0,-11 3 3 0 0,0-2 0 0 0,-2 0-1 0 0,35-27 1 0 0,-42 26-20 0 0,0-1-1 0 0,-1 0 1 0 0,0-1-1 0 0,-2 0 1 0 0,15-23-1 0 0,-10 8 440 0 0,0 0-1 0 0,21-54 1 0 0,-22 47-56 0 0,-18 39-377 0 0,0 3-2 0 0,0 10 15 0 0,0 0 0 0 0,-1 0 0 0 0,0-1 0 0 0,-1 1 0 0 0,-4 22 0 0 0,0 8 43 0 0,3-8-14 0 0,1 0 1 0 0,6 61-1 0 0,-4-84-54 0 0,1 0 0 0 0,0 0 0 0 0,1 0 0 0 0,1 0 0 0 0,-1-1 0 0 0,2 1 0 0 0,-1-1 0 0 0,2 0 0 0 0,-1 0-1 0 0,1 0 1 0 0,1-1 0 0 0,8 11 0 0 0,-10-15-106 0 0,0-1 1 0 0,0 1-1 0 0,1-1 0 0 0,-1 0 0 0 0,1 0 1 0 0,0-1-1 0 0,0 0 0 0 0,0 0 0 0 0,1 0 0 0 0,-1-1 1 0 0,1 0-1 0 0,6 2 0 0 0,-2-3-100 0 0,0 1 0 0 0,-1-1 0 0 0,1-1 0 0 0,0 0 0 0 0,0 0 0 0 0,0-1 0 0 0,12-3 0 0 0,-6 0 19 0 0,0-1-1 0 0,0-1 0 0 0,0 0 1 0 0,0-1-1 0 0,-1 0 0 0 0,0-2 1 0 0,-1 0-1 0 0,0-1 0 0 0,15-12 0 0 0,-10 3 134 0 0,-1 0-1 0 0,-1-2 1 0 0,0 0-1 0 0,-2 0 0 0 0,-1-2 1 0 0,0 0-1 0 0,-2-1 0 0 0,-1 0 1 0 0,13-35-1 0 0,-3-6 477 0 0,-2 0-1 0 0,16-105 1 0 0,-20 47 2093 0 0,-6 36-648 0 0,-10 73-1567 0 0,-3 21 312 0 0,-7 23 250 0 0,-22 121 928 0 0,-16 202-1 0 0,44-320-1665 0 0,-1 27 33 0 0,2 0-1 0 0,7 96 1 0 0,-1-135-386 0 0,0-1 1 0 0,6 24-1 0 0,-6-35-216 0 0,0-1 0 0 0,0 1 0 0 0,0-1 0 0 0,1 0 0 0 0,0 0 0 0 0,1 0 0 0 0,8 11 0 0 0,-2-10-531 0 0,-10-8 375 0 0,1 0 0 0 0,-1 0 0 0 0,1 0 0 0 0,0-1 0 0 0,0 1 0 0 0,0 0 0 0 0,-1-1 0 0 0,1 0 1 0 0,0 1-1 0 0,0-1 0 0 0,0 0 0 0 0,0 0 0 0 0,3 0 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2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228 130 3248 0 0,'-47'-12'4240'0'0,"-100"-20"7008"0"0,114 21-8233 0 0,51 4-2693 0 0,-5 4-237 0 0,1 0-1 0 0,-1 2 1 0 0,18-1-1 0 0,12-1-10 0 0,444-37-174 0 0,-327 30-2284 0 0,-134 8 1149 0 0,20-1-1498 0 0,-13 7-5730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2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81 832 2196 0 0,'-7'2'1640'0'0,"0"0"0"0"0,1 1 0 0 0,-13 6-1 0 0,16-7-1349 0 0,-1 1 0 0 0,1-1 0 0 0,-1 1 0 0 0,1 0 0 0 0,0 0 0 0 0,0 0 0 0 0,0 0 0 0 0,0 1 0 0 0,0-1 0 0 0,1 1 0 0 0,-3 5 0 0 0,4-6-177 0 0,1 0 0 0 0,-1 0 0 0 0,1-1 0 0 0,-1 1 0 0 0,1 0 0 0 0,0 0-1 0 0,1 0 1 0 0,-1 0 0 0 0,0 0 0 0 0,1 0 0 0 0,-1 0 0 0 0,1 0 0 0 0,0 0 0 0 0,2 3 0 0 0,-1-4-46 0 0,1 1 1 0 0,0-1-1 0 0,-1 0 1 0 0,1 0-1 0 0,0 0 1 0 0,0 0-1 0 0,1 0 1 0 0,-1-1-1 0 0,0 1 1 0 0,0-1-1 0 0,1 0 1 0 0,-1 0-1 0 0,1 0 1 0 0,-1 0-1 0 0,1-1 1 0 0,0 1-1 0 0,-1-1 1 0 0,1 0-1 0 0,3-1 1 0 0,11 0 98 0 0,-1-1-1 0 0,30-9 1 0 0,-26 7-110 0 0,2-2-13 0 0,1-1 1 0 0,-1-1-1 0 0,0-1 0 0 0,0-1 0 0 0,-1-1 0 0 0,-1-1 1 0 0,0 0-1 0 0,29-24 0 0 0,-25 15-25 0 0,-1-2-1 0 0,0-1 1 0 0,-2 0 0 0 0,-1-2-1 0 0,30-46 1 0 0,-19 16-59 0 0,-3-2 0 0 0,-2-1 0 0 0,-3-1 0 0 0,-2-1 0 0 0,26-123 0 0 0,-40 148-66 0 0,-2 0 0 0 0,3-54-1 0 0,-9 87 81 0 0,-3 8-7 0 0,0 0 31 0 0,0 0 0 0 0,0 0 1 0 0,0 1-1 0 0,1-1 1 0 0,0 0-1 0 0,0 1 1 0 0,-1 10-1 0 0,-2 1 12 0 0,-38 130 353 0 0,-44 282 0 0 0,82-393-305 0 0,2 0 1 0 0,2 39-1 0 0,1-62-122 0 0,1 0 0 0 0,1 0 0 0 0,0 0 0 0 0,1 0 0 0 0,0 0 0 0 0,1-1 0 0 0,0 1 0 0 0,1-1 0 0 0,7 12-1 0 0,-9-19-121 0 0,-1-1-1 0 0,1 0 1 0 0,0 0-1 0 0,1 0 0 0 0,-1-1 1 0 0,1 1-1 0 0,0-1 0 0 0,-1 0 1 0 0,1 0-1 0 0,1 0 0 0 0,-1 0 1 0 0,0-1-1 0 0,1 1 0 0 0,-1-1 1 0 0,1 0-1 0 0,0-1 1 0 0,0 1-1 0 0,0-1 0 0 0,6 1 1 0 0,-4-1-343 0 0,0-1 1 0 0,1 0 0 0 0,-1 0 0 0 0,0-1-1 0 0,0 0 1 0 0,0 0 0 0 0,0-1 0 0 0,0 0-1 0 0,0 0 1 0 0,0 0 0 0 0,-1-1 0 0 0,13-7-1 0 0,8-6-2364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3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100 250 1244 0 0,'15'-27'2976'0'0,"-1"0"0"0"0,-2-1-1 0 0,14-48 950 0 0,-47 104-2235 0 0,11-7-1345 0 0,1 1 0 0 0,0 0 0 0 0,2 1 0 0 0,0-1 0 0 0,2 1 0 0 0,-4 28 0 0 0,8-40-281 0 0,1 0-1 0 0,0 0 1 0 0,0 0-1 0 0,1 0 1 0 0,1 0 0 0 0,4 19-1 0 0,-4-24-16 0 0,1 1-1 0 0,-1-1 0 0 0,1 1 1 0 0,0-1-1 0 0,1 0 0 0 0,0 0 1 0 0,0 0-1 0 0,0-1 0 0 0,0 1 1 0 0,1-1-1 0 0,8 7 0 0 0,-9-8 21 0 0,0-1 0 0 0,1 0 0 0 0,-1 0 0 0 0,1-1 0 0 0,0 1 0 0 0,0-1 0 0 0,0 0 0 0 0,0 0 0 0 0,0-1 0 0 0,1 1 0 0 0,-1-1 0 0 0,0 0 0 0 0,1-1 0 0 0,-1 1 0 0 0,1-1 0 0 0,-1 0 0 0 0,1-1 0 0 0,-1 1 0 0 0,0-1 0 0 0,1 0 0 0 0,-1 0 0 0 0,0-1 0 0 0,0 1 0 0 0,0-1 0 0 0,0 0 0 0 0,0-1 0 0 0,0 1 0 0 0,0-1 0 0 0,-1 0 0 0 0,1 0 0 0 0,-1-1 0 0 0,0 1 0 0 0,0-1 0 0 0,0 0 0 0 0,0 0 0 0 0,-1 0 0 0 0,0-1 0 0 0,3-4 0 0 0,-1 1 2 0 0,0 0 0 0 0,-1 0 0 0 0,0 0 1 0 0,-1 0-1 0 0,0 0 0 0 0,0-1 0 0 0,-1 0 0 0 0,0 1 0 0 0,0-1 0 0 0,-1 0 0 0 0,0 0 0 0 0,-1 0 0 0 0,0 0 0 0 0,0 0 0 0 0,-1 0 0 0 0,0 0 0 0 0,0 0 0 0 0,-1 0 0 0 0,-1 1 0 0 0,1-1 0 0 0,-1 1 0 0 0,-1-1 0 0 0,0 1 0 0 0,0 0 1 0 0,-7-10-1 0 0,0 2-338 0 0,0 1 0 0 0,0 1 1 0 0,-2 0-1 0 0,0 0 1 0 0,0 2-1 0 0,-1-1 1 0 0,-1 2-1 0 0,0 0 1 0 0,0 1-1 0 0,-1 0 0 0 0,-25-11 1 0 0,37 20-36 0 0,-70-30-4046 0 0,22 15-3345 0 0,35 12 2060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79 572 0 0,'-173'-19'14959'0'0,"171"19"-14244"0"0,6-1-528 0 0,38-9-1 0 0,1 3 1 0 0,76-5 0 0 0,-54 6-132 0 0,310-18 92 0 0,-123 28-3587 0 0,-164 3-1823 0 0,-73-6 3014 0 0,2 1-1590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4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150 115 2104 0 0,'-8'-15'2491'0'0,"-1"1"0"0"0,0 0-1 0 0,-19-22 1 0 0,27 36-2459 0 0,0 0-1 0 0,0 0 1 0 0,0 0 0 0 0,0 0 0 0 0,0 0-1 0 0,0 1 1 0 0,0-1 0 0 0,0 0-1 0 0,0 1 1 0 0,0-1 0 0 0,0 1-1 0 0,0-1 1 0 0,0 1 0 0 0,0-1 0 0 0,0 1-1 0 0,0-1 1 0 0,1 1 0 0 0,-1 0-1 0 0,0 0 1 0 0,0 0 0 0 0,1-1-1 0 0,-1 1 1 0 0,0 2 0 0 0,-13 27 250 0 0,2 1 1 0 0,2 0-1 0 0,0 1 1 0 0,3 0-1 0 0,0 0 1 0 0,-2 34-1 0 0,7-47-225 0 0,0 0 0 0 0,2 0 0 0 0,0-1-1 0 0,1 1 1 0 0,0 0 0 0 0,2-1 0 0 0,8 35 0 0 0,-8-45-35 0 0,0 1 1 0 0,1-1 0 0 0,-1 0 0 0 0,2-1 0 0 0,-1 1 0 0 0,1-1 0 0 0,0 1 0 0 0,0-2-1 0 0,1 1 1 0 0,0 0 0 0 0,0-1 0 0 0,1 0 0 0 0,0-1 0 0 0,0 1 0 0 0,0-1-1 0 0,0-1 1 0 0,1 1 0 0 0,15 5 0 0 0,-5-4 44 0 0,-1 0 0 0 0,0-2 1 0 0,1 0-1 0 0,0-1 0 0 0,0-1 0 0 0,0-1 0 0 0,0 0 0 0 0,1-1 0 0 0,17-3 1 0 0,-22 1 28 0 0,1 0 0 0 0,-1-1-1 0 0,0 0 1 0 0,0-1 0 0 0,0-1 0 0 0,-1 0 0 0 0,0-1 0 0 0,0-1 0 0 0,0 0 0 0 0,-1 0 0 0 0,21-17 0 0 0,-26 17-65 0 0,0 0 1 0 0,-1 0-1 0 0,0-1 0 0 0,0 1 1 0 0,-1-1-1 0 0,1-1 1 0 0,-2 1-1 0 0,1-1 0 0 0,-1 0 1 0 0,3-12-1 0 0,-3 7-5 0 0,0 0 0 0 0,-1 0 0 0 0,-1 0-1 0 0,-1 0 1 0 0,0-1 0 0 0,-2-22 0 0 0,0 19-12 0 0,-2-1 0 0 0,0 1 0 0 0,-1 0 1 0 0,0 0-1 0 0,-2 0 0 0 0,0 1 0 0 0,-1-1 0 0 0,-1 2 0 0 0,0-1 1 0 0,-2 1-1 0 0,-12-18 0 0 0,13 24-13 0 0,1 0 0 0 0,-2 0 0 0 0,1 1 1 0 0,-2 1-1 0 0,1-1 0 0 0,-1 2 0 0 0,0-1 0 0 0,0 1 0 0 0,-1 1 1 0 0,0 0-1 0 0,0 1 0 0 0,-1 0 0 0 0,-24-5 0 0 0,27 8-7 0 0,0 0 0 0 0,-1 1 0 0 0,1 0 0 0 0,0 1 0 0 0,0 0 0 0 0,0 1 0 0 0,-1 0 0 0 0,1 1 0 0 0,0 0 0 0 0,0 0 0 0 0,1 1 0 0 0,-1 0 0 0 0,0 1 0 0 0,1 0 0 0 0,0 0-1 0 0,0 1 1 0 0,0 0 0 0 0,-13 12 0 0 0,14-11 0 0 0,0 1-1 0 0,0 1 0 0 0,1 0 1 0 0,1 0-1 0 0,-1 0 1 0 0,1 1-1 0 0,1 0 0 0 0,-1 0 1 0 0,2 0-1 0 0,-1 1 0 0 0,1 0 1 0 0,-4 14-1 0 0,6-17-4 0 0,1 0 0 0 0,0 0 0 0 0,0 0-1 0 0,0 0 1 0 0,1 0 0 0 0,0 1 0 0 0,1-1-1 0 0,0 0 1 0 0,0 0 0 0 0,0 0 0 0 0,1 0-1 0 0,-1 0 1 0 0,2-1 0 0 0,-1 1 0 0 0,1-1 0 0 0,0 1-1 0 0,1-1 1 0 0,-1 0 0 0 0,6 7 0 0 0,2-1-90 0 0,0 0 1 0 0,1-2-1 0 0,0 1 1 0 0,0-1 0 0 0,1-1-1 0 0,0 0 1 0 0,1-1-1 0 0,0-1 1 0 0,0 0 0 0 0,1-1-1 0 0,0 0 1 0 0,30 7-1 0 0,-4-4-440 0 0,0-2 0 0 0,1-2 0 0 0,73 0-1 0 0,-80-5 182 0 0,0-1-1 0 0,0-2 1 0 0,0-2-1 0 0,0-1 1 0 0,-1-1 0 0 0,47-17-1 0 0,-66 18 296 0 0,0-1-1 0 0,0 0 1 0 0,-1 0 0 0 0,0-2-1 0 0,0 0 1 0 0,-1 0 0 0 0,0-2 0 0 0,0 1-1 0 0,-2-2 1 0 0,1 1 0 0 0,-1-2-1 0 0,-1 1 1 0 0,0-2 0 0 0,-1 1-1 0 0,14-29 1 0 0,-9 9 1123 0 0,-1-1 0 0 0,-2 0 0 0 0,12-69 0 0 0,-17 78-207 0 0,-4 27-395 0 0,0 15 48 0 0,-1 280 3105 0 0,-20 1-2195 0 0,15-236-1142 0 0,-118 803 1018 0 0,108-794-1053 0 0,-36 100-1 0 0,46-161-420 0 0,-1 0 0 0 0,-10 17 0 0 0,14-26 108 0 0,1-1 0 0 0,-1 1-1 0 0,1-1 1 0 0,-1 1 0 0 0,0-1 0 0 0,1 0 0 0 0,-1 1-1 0 0,0-1 1 0 0,1 0 0 0 0,-1 1 0 0 0,0-1-1 0 0,1 0 1 0 0,-1 0 0 0 0,0 1 0 0 0,1-1 0 0 0,-1 0-1 0 0,0 0 1 0 0,0 0 0 0 0,1 0 0 0 0,-1 0 0 0 0,0 0-1 0 0,0 0 1 0 0,1 0 0 0 0,-1-1 0 0 0,0 1-1 0 0,1 0 1 0 0,-1 0 0 0 0,0 0 0 0 0,1-1 0 0 0,-2 1-1 0 0,-17-13-2014 0 0,11 1 689 0 0,1 1 0 0 0,0-1 1 0 0,0 0-1 0 0,2-1 0 0 0,-1 1 0 0 0,2-1 0 0 0,-7-26 0 0 0,1-5-3839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4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2520 0 0,'4'-10'742'0'0,"1"0"-1"0"0,0 0 0 0 0,1 0 1 0 0,0 1-1 0 0,0-1 0 0 0,1 1 1 0 0,10-10-1 0 0,-8 10-369 0 0,0 1 0 0 0,1 0 0 0 0,0 0 0 0 0,0 1-1 0 0,1 1 1 0 0,13-7 0 0 0,-10 7-252 0 0,0 0 0 0 0,0 2-1 0 0,0 0 1 0 0,0 0 0 0 0,1 1 0 0 0,0 1-1 0 0,-1 0 1 0 0,1 1 0 0 0,0 1-1 0 0,0 0 1 0 0,0 1 0 0 0,16 4-1 0 0,-5-1 70 0 0,0 2 0 0 0,41 14 0 0 0,-62-18-64 0 0,1 0 0 0 0,0 1-1 0 0,-1-1 1 0 0,0 1 0 0 0,1 0 0 0 0,-1 1 0 0 0,0-1-1 0 0,-1 1 1 0 0,1 0 0 0 0,0 0 0 0 0,-1 0 0 0 0,0 1-1 0 0,0-1 1 0 0,-1 1 0 0 0,1 0 0 0 0,-1 0-1 0 0,0 0 1 0 0,2 7 0 0 0,-4-8-26 0 0,0 1 0 0 0,-1-1 0 0 0,1 0 0 0 0,-1 1 1 0 0,-1-1-1 0 0,1 1 0 0 0,0-1 0 0 0,-1 0 0 0 0,0 1 0 0 0,0-1 0 0 0,-1 0 0 0 0,1 0 0 0 0,-1 0 0 0 0,1 0 0 0 0,-1 0 0 0 0,-1 0 0 0 0,1 0 1 0 0,0-1-1 0 0,-5 6 0 0 0,-4 5 49 0 0,-1-1 0 0 0,-1 0 0 0 0,-18 15 0 0 0,8-9-192 0 0,-2-2-1 0 0,0-1 1 0 0,0 0 0 0 0,-2-2 0 0 0,1-1 0 0 0,-2-1 0 0 0,0-1 0 0 0,-51 12 0 0 0,78-23-111 0 0,0 0-1 0 0,-1 1 1 0 0,1-1 0 0 0,0 0-1 0 0,-1 1 1 0 0,1-1-1 0 0,0 0 1 0 0,-1 0 0 0 0,1 0-1 0 0,0 0 1 0 0,-1-1 0 0 0,1 1-1 0 0,0 0 1 0 0,-1 0 0 0 0,1-1-1 0 0,0 1 1 0 0,-2-1-1 0 0,3 0 66 0 0,0 1 0 0 0,-1-1 0 0 0,1 1 0 0 0,0-1-1 0 0,0 1 1 0 0,-1-1 0 0 0,1 1 0 0 0,0-1-1 0 0,0 1 1 0 0,0-1 0 0 0,0 1 0 0 0,0-1-1 0 0,-1 1 1 0 0,1-1 0 0 0,0 1 0 0 0,0-1-1 0 0,0 1 1 0 0,0-1 0 0 0,1 1 0 0 0,-1-1-1 0 0,0 0 1 0 0,0 1 0 0 0,0-1 0 0 0,0 1-1 0 0,0-1 1 0 0,1 0 0 0 0,2-4-827 0 0,-1 0-1 0 0,1 1 1 0 0,0-1 0 0 0,0 1-1 0 0,7-7 1 0 0,7-8-3667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5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2308 0 0,'48'-106'16001'0'0,"-47"110"-15892"0"0,0 1-1 0 0,-1-1 1 0 0,1 0 0 0 0,-1 1-1 0 0,0-1 1 0 0,0 1 0 0 0,0-1-1 0 0,-1 0 1 0 0,1 1 0 0 0,-3 5-1 0 0,0 11 120 0 0,-14 465 821 0 0,18-467-1555 0 0,0-1 0 0 0,1 0 0 0 0,0-1 0 0 0,8 26 0 0 0,-9-39 200 0 0,1 0 0 0 0,0 1-1 0 0,0-1 1 0 0,0 0 0 0 0,0-1 0 0 0,0 1 0 0 0,1 0 0 0 0,0-1 0 0 0,-1 1 0 0 0,6 3 0 0 0,-6-5 32 0 0,1 0 0 0 0,-1-1 0 0 0,1 1 1 0 0,-1-1-1 0 0,1 0 0 0 0,0 1 0 0 0,-1-1 1 0 0,1-1-1 0 0,0 1 0 0 0,0 0 0 0 0,0-1 1 0 0,0 1-1 0 0,0-1 0 0 0,0 0 0 0 0,0 0 1 0 0,0 0-1 0 0,3-1 0 0 0,-2 1-351 0 0,1-1 1 0 0,-1 0-1 0 0,0-1 0 0 0,0 1 0 0 0,1-1 0 0 0,3-2 1 0 0,11-6-2555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5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1 135 276 0 0,'8'-13'2846'0'0,"1"0"-1"0"0,-2 0 1 0 0,11-26-1 0 0,10-17 5838 0 0,-27 61-8634 0 0,0-1 0 0 0,0 1 1 0 0,0 0-1 0 0,-1 0 0 0 0,0 0 0 0 0,0 0 0 0 0,-1 0 0 0 0,-1 9 0 0 0,1 2 56 0 0,-1 96 182 0 0,2-97-246 0 0,2-1-1 0 0,0 1 1 0 0,0-1 0 0 0,1 1 0 0 0,8 21-1 0 0,-10-33-216 0 0,1-1 0 0 0,-1 1 0 0 0,0-1 0 0 0,0 1 0 0 0,1-1 0 0 0,0 1 0 0 0,-1-1 0 0 0,1 0 0 0 0,0 0 0 0 0,0 0 0 0 0,0 0 0 0 0,0 0 0 0 0,1 0 0 0 0,-1 0 0 0 0,0-1 0 0 0,1 1 0 0 0,-1-1 0 0 0,1 0 0 0 0,0 0 0 0 0,-1 0 0 0 0,1 0 0 0 0,0 0 0 0 0,0 0 0 0 0,0-1 0 0 0,-1 1 0 0 0,1-1 0 0 0,0 0 0 0 0,5 0 0 0 0,-2-1-341 0 0,-1 0-1 0 0,0 0 1 0 0,0 0-1 0 0,1-1 1 0 0,-1 0-1 0 0,0 0 1 0 0,0 0-1 0 0,-1 0 1 0 0,1-1-1 0 0,0 0 1 0 0,-1 0-1 0 0,0 0 1 0 0,0-1-1 0 0,8-7 1 0 0,5-10-5632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91 119 2664 0 0,'-8'-15'2714'0'0,"-2"1"1"0"0,1 0-1 0 0,-22-22 0 0 0,-1-3-936 0 0,31 38-1828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0 424 0 0,'-173'36'16678'0'0,"171"-35"-15757"0"0,21-5-686 0 0,62-7-3033 0 0,134 0 0 0 0,-130 11-2598 0 0,-44 0 534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7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14 808 0 0,'-4'0'2604'0'0,"-47"0"5474"0"0,48 0-7528 0 0,0 0-111 0 0,2 0-397 0 0,-1 0 0 0 0,1 0 0 0 0,0 1 0 0 0,0-1 0 0 0,0 0 0 0 0,0 0 0 0 0,0 1-1 0 0,0-1 1 0 0,0 1 0 0 0,-1-1 0 0 0,1 1 0 0 0,0-1 0 0 0,1 1 0 0 0,-1 0 0 0 0,0 0 0 0 0,0-1 0 0 0,0 1 0 0 0,0 0 0 0 0,0 0 0 0 0,1 0-1 0 0,-1 0 1 0 0,0 0 0 0 0,1 0 0 0 0,-1 0 0 0 0,1 0 0 0 0,-1 0 0 0 0,1 0 0 0 0,-1 2 0 0 0,0 3 10 0 0,1-1 1 0 0,-1 1-1 0 0,1 0 1 0 0,0 0-1 0 0,1 6 1 0 0,0 0 81 0 0,-1 1 0 0 0,-1 0 0 0 0,0 0 0 0 0,0-1 0 0 0,-2 1 1 0 0,1-1-1 0 0,-7 19 0 0 0,6-23 107 0 0,-1 1-1 0 0,0 0 1 0 0,0-1 0 0 0,-1 0 0 0 0,0 0-1 0 0,-1 0 1 0 0,1-1 0 0 0,-1 1-1 0 0,-1-1 1 0 0,-10 9 0 0 0,-8-4 603 0 0,22-11-703 0 0,-12-4 58 0 0,14 3-194 0 0,0 0 0 0 0,0-1 1 0 0,1 1-1 0 0,-1-1 0 0 0,0 1 0 0 0,0-1 0 0 0,1 1 0 0 0,-1-1 0 0 0,0 1 1 0 0,1-1-1 0 0,-1 0 0 0 0,1 1 0 0 0,-1-1 0 0 0,1 0 0 0 0,-1 0 1 0 0,1 1-1 0 0,0-1 0 0 0,-1 0 0 0 0,1 0 0 0 0,0 0 0 0 0,-1 1 1 0 0,1-2-1 0 0,-4-20 23 0 0,4 20-23 0 0,-1-8-13 0 0,0 0 0 0 0,1 0 0 0 0,1-1 0 0 0,0 1 0 0 0,0 0 0 0 0,1 0 0 0 0,0 0 0 0 0,0 0 0 0 0,2 0 0 0 0,-1 0 0 0 0,1 1 0 0 0,0-1 0 0 0,1 1 0 0 0,0 0 0 0 0,1 1-1 0 0,-1-1 1 0 0,2 1 0 0 0,-1 0 0 0 0,1 0 0 0 0,0 1 0 0 0,1 0 0 0 0,0 0 0 0 0,0 1 0 0 0,0 0 0 0 0,1 1 0 0 0,0-1 0 0 0,0 2 0 0 0,0-1 0 0 0,1 1 0 0 0,0 1 0 0 0,-1 0 0 0 0,1 0 0 0 0,0 1 0 0 0,0 0 0 0 0,1 1 0 0 0,16-1 0 0 0,-13 3 3 0 0,-1 0-1 0 0,0 1 1 0 0,0 1 0 0 0,0 0 0 0 0,0 1 0 0 0,0 0 0 0 0,-1 1-1 0 0,0 0 1 0 0,0 1 0 0 0,0 0 0 0 0,0 1 0 0 0,-1 0 0 0 0,17 16 0 0 0,-21-17 12 0 0,0-1 1 0 0,-1 2 0 0 0,0-1 0 0 0,0 0-1 0 0,-1 1 1 0 0,1 0 0 0 0,-2 1 0 0 0,1-1 0 0 0,-1 1-1 0 0,0 0 1 0 0,-1 0 0 0 0,1 0 0 0 0,-2 0-1 0 0,1 1 1 0 0,-1-1 0 0 0,-1 1 0 0 0,1-1 0 0 0,-1 1-1 0 0,-1 0 1 0 0,0-1 0 0 0,0 1 0 0 0,-1 9-1 0 0,0-15 8 0 0,0 1 1 0 0,0-1-1 0 0,0 1 0 0 0,0-1 0 0 0,-1 0 0 0 0,1 0 0 0 0,-1 1 0 0 0,0-1 0 0 0,-4 5 0 0 0,5-7 2 0 0,-2 1 19 0 0,3-2-42 0 0,0 1 1 0 0,0-1-1 0 0,0 0 0 0 0,-1 0 1 0 0,1 1-1 0 0,0-1 1 0 0,0 0-1 0 0,-1 0 0 0 0,1 0 1 0 0,0 1-1 0 0,0-1 1 0 0,-1 0-1 0 0,1 0 0 0 0,0 0 1 0 0,0 0-1 0 0,-1 0 1 0 0,1 0-1 0 0,0 0 0 0 0,-1 1 1 0 0,1-1-1 0 0,0 0 1 0 0,-1 0-1 0 0,1 0 0 0 0,0 0 1 0 0,0 0-1 0 0,-1 0 1 0 0,1 0-1 0 0,0 0 0 0 0,-1-1 1 0 0,1 1-1 0 0,0 0 1 0 0,-1 0-1 0 0,1 0 0 0 0,0 0 1 0 0,0 0-1 0 0,-1 0 0 0 0,1-1 1 0 0,0 1-1 0 0,0 0 1 0 0,-1 0-1 0 0,1 0 0 0 0,0-1 1 0 0,0 1-1 0 0,0 0 1 0 0,-1 0-1 0 0,1-1 0 0 0,0 1 1 0 0,0 0-1 0 0,0 0 1 0 0,0-1-1 0 0,0 1 0 0 0,-1 0 1 0 0,1-1-1 0 0,0 1 1 0 0,0 0-1 0 0,0 0 0 0 0,0-1 1 0 0,0 1-1 0 0,0 0 1 0 0,0-1-1 0 0,0 1 0 0 0,0 0 1 0 0,0-1-1 0 0,0 1 1 0 0,0 0-1 0 0,1-1 0 0 0,-2-7-53 0 0,2 0 0 0 0,-1 0 0 0 0,1 0 0 0 0,0-1-1 0 0,1 1 1 0 0,0 1 0 0 0,0-1 0 0 0,1 0 0 0 0,0 0 0 0 0,0 1-1 0 0,6-9 1 0 0,0 1 10 0 0,0 0-1 0 0,1 1 0 0 0,0 0 0 0 0,19-18 1 0 0,-22 24 26 0 0,1 1-1 0 0,1 0 1 0 0,-1 1 0 0 0,1 0 0 0 0,1 0 0 0 0,-1 0 0 0 0,1 2 0 0 0,0-1 0 0 0,0 1 0 0 0,20-5 0 0 0,-28 8 20 0 0,0 1 0 0 0,0 0 0 0 0,0 0 0 0 0,0 0 1 0 0,0 0-1 0 0,0 0 0 0 0,0 0 0 0 0,0 0 0 0 0,0 1 1 0 0,0-1-1 0 0,0 1 0 0 0,0-1 0 0 0,-1 1 1 0 0,1 0-1 0 0,0 0 0 0 0,0 0 0 0 0,-1 0 0 0 0,4 2 1 0 0,-2 0 1 0 0,-1-1 1 0 0,1 1 0 0 0,-1 0-1 0 0,0 0 1 0 0,0 0 0 0 0,0 0-1 0 0,0 0 1 0 0,-1 0 0 0 0,3 6 0 0 0,-1 2 11 0 0,0-1 1 0 0,0 1-1 0 0,-2 0 1 0 0,1-1-1 0 0,-1 19 1 0 0,-1-17 6 0 0,1 0 1 0 0,-1 0-1 0 0,2 0 0 0 0,0 1 1 0 0,0-1-1 0 0,5 13 1 0 0,-6-22-13 0 0,1 1 1 0 0,-1 0-1 0 0,1-1 1 0 0,0 1-1 0 0,0-1 0 0 0,1 0 1 0 0,-1 0-1 0 0,1 0 1 0 0,-1 0-1 0 0,1 0 1 0 0,0 0-1 0 0,0-1 1 0 0,0 1-1 0 0,0-1 1 0 0,1 0-1 0 0,-1 0 1 0 0,1 0-1 0 0,-1 0 1 0 0,1-1-1 0 0,0 1 1 0 0,4 0-1 0 0,-3-1-42 0 0,-1 0-1 0 0,0-1 1 0 0,0 0 0 0 0,1 0-1 0 0,-1 0 1 0 0,0-1-1 0 0,0 1 1 0 0,1-1-1 0 0,-1 0 1 0 0,0 0-1 0 0,0-1 1 0 0,0 1 0 0 0,7-5-1 0 0,-1 1-74 0 0,-1 0-1 0 0,0-1 0 0 0,16-14 1 0 0,-10 6 281 0 0,-1-1 1 0 0,-1-1-1 0 0,0 0 1 0 0,-1-1-1 0 0,-1 0 1 0 0,-1-1-1 0 0,0 0 1 0 0,8-21-1 0 0,-6-4 1216 0 0,-11 41-1155 0 0,-2 3-228 0 0,0-1 0 0 0,0 1 0 0 0,0 0 0 0 0,-1-1 0 0 0,2 1 0 0 0,-1 0 0 0 0,0-1 0 0 0,0 1 0 0 0,0 0 0 0 0,0 0 0 0 0,0 0 0 0 0,1 0 0 0 0,-1 0 0 0 0,0 0 0 0 0,1 0 0 0 0,-1 0 0 0 0,0 0 0 0 0,1 0 0 0 0,-1 2 0 0 0,-10 28 25 0 0,8-23-14 0 0,0 0 0 0 0,1 0 0 0 0,0 0 0 0 0,0 0 0 0 0,1 0 0 0 0,0 0 0 0 0,0 1 0 0 0,1-1 0 0 0,0 0 0 0 0,1 0 0 0 0,2 17 0 0 0,-2-21-32 0 0,0 0 0 0 0,1 1 0 0 0,-1-1 0 0 0,1 0 0 0 0,0 0 0 0 0,0-1 0 0 0,0 1 0 0 0,0 0 0 0 0,1-1 0 0 0,0 1 0 0 0,-1-1 0 0 0,1 0 0 0 0,0 0 0 0 0,1 0 0 0 0,-1 0 0 0 0,1-1 0 0 0,-1 1 0 0 0,1-1 0 0 0,0 0 0 0 0,0 0 0 0 0,-1 0 0 0 0,9 2 0 0 0,-6-2-152 0 0,1 0 1 0 0,0-1-1 0 0,-1 0 0 0 0,1 0 0 0 0,0 0 0 0 0,0-1 1 0 0,-1 0-1 0 0,1-1 0 0 0,0 1 0 0 0,0-1 0 0 0,-1 0 1 0 0,1-1-1 0 0,-1 0 0 0 0,1 0 0 0 0,-1 0 0 0 0,1-1 1 0 0,-1 0-1 0 0,0 0 0 0 0,0 0 0 0 0,-1-1 0 0 0,1 0 1 0 0,-1 0-1 0 0,0-1 0 0 0,0 1 0 0 0,0-1 1 0 0,8-11-1 0 0,-2 2 428 0 0,-1-1-1 0 0,-1 0 1 0 0,0-1 0 0 0,-1 0 0 0 0,-1 0 0 0 0,-1-1 0 0 0,8-28 0 0 0,-13 41 21 0 0,1-1 5 0 0,-1 0 0 0 0,1 0 0 0 0,-1 0 0 0 0,-1 0 0 0 0,1-9-1 0 0,-1 12 119 0 0,-1 4-376 0 0,-1 0-1 0 0,0 1 0 0 0,0-1 0 0 0,1 0 0 0 0,-1 1 0 0 0,1-1 0 0 0,0 1 0 0 0,-1-1 0 0 0,1 1 0 0 0,-1 4 0 0 0,-9 28 71 0 0,1 0 0 0 0,-5 38 0 0 0,10-10-2613 0 0,5-61 2236 0 0,0 1 0 0 0,1-1 0 0 0,-1 0 0 0 0,0 1 0 0 0,1-1 0 0 0,0 0 0 0 0,-1 1 0 0 0,1-1 0 0 0,0 0 0 0 0,0 0 1 0 0,0 0-1 0 0,1 0 0 0 0,-1 0 0 0 0,3 3 0 0 0,-2-3-264 0 0,-1-1 0 0 0,1 1 1 0 0,0-1-1 0 0,-1 1 1 0 0,1-1-1 0 0,0 0 0 0 0,0 0 1 0 0,0 0-1 0 0,0 0 1 0 0,2 0-1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139 176 2168 0 0,'1'-2'1962'0'0,"1"-1"-1992"0"0,15-17 8827 0 0,-15 31-7196 0 0,-3 2-1037 0 0,0 0 0 0 0,-1 0-1 0 0,-1-1 1 0 0,0 1 0 0 0,0 0 0 0 0,-8 17 0 0 0,2-11-290 0 0,0 0 0 0 0,-1-1 0 0 0,-17 25 1 0 0,25-40-244 0 0,0 0 1 0 0,-1 0-1 0 0,1 0 0 0 0,-1 0 1 0 0,1-1-1 0 0,-1 1 0 0 0,0-1 1 0 0,0 0-1 0 0,0 0 1 0 0,0 0-1 0 0,-1 0 0 0 0,1 0 1 0 0,-7 1-1 0 0,8-2 4 0 0,-17-8-79 0 0,18 5 5 0 0,-1 0-1 0 0,0-1 1 0 0,1 1 0 0 0,0-1-1 0 0,-1 1 1 0 0,1-1 0 0 0,0 0 0 0 0,0 1-1 0 0,1-1 1 0 0,-1 0 0 0 0,1 0-1 0 0,-1 0 1 0 0,1 1 0 0 0,0-7 0 0 0,0 3-20 0 0,1 0 0 0 0,0 0 1 0 0,0 1-1 0 0,1-1 0 0 0,-1 0 1 0 0,1 0-1 0 0,3-5 0 0 0,0 2 1 0 0,0 0 0 0 0,0 0 0 0 0,1 0 0 0 0,1 0 0 0 0,-1 1 0 0 0,1 0 0 0 0,0 0 0 0 0,10-7 0 0 0,-10 10 48 0 0,1 0 1 0 0,0 0-1 0 0,-1 1 1 0 0,1 0-1 0 0,1 0 1 0 0,-1 1-1 0 0,0 0 1 0 0,1 1-1 0 0,0 0 1 0 0,-1 0-1 0 0,1 1 1 0 0,0 0-1 0 0,0 0 1 0 0,0 1-1 0 0,0 0 0 0 0,0 1 1 0 0,0 0-1 0 0,-1 0 1 0 0,1 1-1 0 0,0 0 1 0 0,-1 0-1 0 0,1 1 1 0 0,-1 1-1 0 0,0-1 1 0 0,0 1-1 0 0,0 1 1 0 0,0-1-1 0 0,-1 1 1 0 0,0 0-1 0 0,0 1 0 0 0,0 0 1 0 0,-1 0-1 0 0,1 1 1 0 0,-2-1-1 0 0,1 1 1 0 0,5 10-1 0 0,-4-6 88 0 0,-1 0 0 0 0,0 1-1 0 0,-1 0 1 0 0,0 0-1 0 0,-1 0 1 0 0,5 23 0 0 0,-9-34-54 0 0,0 0 1 0 0,0 0-1 0 0,0 0 1 0 0,0 0 0 0 0,0 0-1 0 0,0 0 1 0 0,0 0-1 0 0,0 0 1 0 0,0 0-1 0 0,-1 0 1 0 0,1 0 0 0 0,0 0-1 0 0,0 0 1 0 0,-1 0-1 0 0,1 0 1 0 0,-1 1-1 0 0,0-2-16 0 0,1 0 0 0 0,0 1 0 0 0,-1-1 0 0 0,1 0 0 0 0,0 0 0 0 0,-1 1 0 0 0,1-1 0 0 0,0 0 0 0 0,-1 0 0 0 0,1 0 0 0 0,0 0 0 0 0,-1 1 0 0 0,1-1 0 0 0,-1 0 0 0 0,1 0-1 0 0,0 0 1 0 0,-1 0 0 0 0,1 0 0 0 0,-1 0 0 0 0,1 0 0 0 0,0 0 0 0 0,-1 0 0 0 0,1 0 0 0 0,-1 0 0 0 0,1 0 0 0 0,-1-1 0 0 0,0 0-4 0 0,0-1 0 0 0,0 1 0 0 0,1-1 0 0 0,-1 1-1 0 0,1-1 1 0 0,-1 0 0 0 0,1 0 0 0 0,-1 1 0 0 0,1-1 0 0 0,0 0 0 0 0,0 1 0 0 0,0-1 0 0 0,0-2 0 0 0,0 3 1 0 0,0-14-16 0 0,2 0 0 0 0,0 1 0 0 0,1-1 1 0 0,0 1-1 0 0,1 0 0 0 0,1 0 0 0 0,9-19 0 0 0,-13 31 10 0 0,7-18-19 0 0,1 1 0 0 0,1 0 0 0 0,1 0 0 0 0,1 1 0 0 0,25-30 0 0 0,-30 39 10 0 0,1 1 0 0 0,0 0 0 0 0,1 0 0 0 0,0 1 1 0 0,0 0-1 0 0,1 0 0 0 0,0 1 0 0 0,0 1 1 0 0,0 0-1 0 0,1 0 0 0 0,0 1 0 0 0,17-5 0 0 0,-24 8 12 0 0,0 0-1 0 0,0 1 0 0 0,0-1 0 0 0,0 1 1 0 0,0 0-1 0 0,0 0 0 0 0,0 1 0 0 0,1-1 0 0 0,-1 1 1 0 0,0 0-1 0 0,0 0 0 0 0,0 0 0 0 0,-1 0 1 0 0,1 1-1 0 0,0-1 0 0 0,0 1 0 0 0,-1 0 0 0 0,1 1 1 0 0,-1-1-1 0 0,1 0 0 0 0,-1 1 0 0 0,0 0 1 0 0,0 0-1 0 0,0 0 0 0 0,-1 0 0 0 0,1 0 1 0 0,3 7-1 0 0,-2-3 19 0 0,0 0 1 0 0,-1 0-1 0 0,-1 0 1 0 0,1 1-1 0 0,-1-1 1 0 0,0 1-1 0 0,0-1 1 0 0,-1 1-1 0 0,0 0 1 0 0,-1-1-1 0 0,0 1 1 0 0,0 0-1 0 0,0 0 1 0 0,-3 9-1 0 0,-2 6-14 0 0,-2 0 0 0 0,-1 0 0 0 0,-1-1 0 0 0,-19 35 0 0 0,-9 22-4549 0 0,30-55-1671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0 796 788 0 0,'3'1'2464'0'0,"-1"-1"-2043"0"0,1 1 1 0 0,-1 0-1 0 0,1-1 0 0 0,-1 1 0 0 0,0 0 0 0 0,0 0 0 0 0,1 0 1 0 0,-1 0-1 0 0,0 1 0 0 0,0-1 0 0 0,0 1 0 0 0,0-1 0 0 0,-1 1 1 0 0,1 0-1 0 0,0-1 0 0 0,1 4 0 0 0,0 0 442 0 0,0 1-1 0 0,0-1 1 0 0,-1 1 0 0 0,1 0-1 0 0,2 11 1 0 0,4 25 1817 0 0,-5-26-1949 0 0,-1 0 1 0 0,2 0-1 0 0,0-1 1 0 0,12 25-1 0 0,-14-35-644 0 0,0 0 0 0 0,0-1-1 0 0,0 0 1 0 0,0 0 0 0 0,1 0 0 0 0,0 0-1 0 0,0 0 1 0 0,0-1 0 0 0,0 1 0 0 0,1-1-1 0 0,-1 0 1 0 0,1-1 0 0 0,0 1 0 0 0,-1-1-1 0 0,1 0 1 0 0,0 0 0 0 0,1 0 0 0 0,7 1-1 0 0,-2-1-15 0 0,1 0 0 0 0,-1-1 0 0 0,0-1 0 0 0,1 1 0 0 0,-1-2-1 0 0,1 1 1 0 0,-1-2 0 0 0,0 0 0 0 0,1 0 0 0 0,-1-1-1 0 0,12-4 1 0 0,-9 1-29 0 0,0-1 0 0 0,0 0 0 0 0,0-1 0 0 0,-1-1 0 0 0,0 0 0 0 0,0 0 0 0 0,13-15 0 0 0,0-4-147 0 0,-1-1-1 0 0,-1-2 1 0 0,-2 0 0 0 0,-1-1 0 0 0,29-62 0 0 0,15-51-647 0 0,70-240 0 0 0,-127 362 691 0 0,-4 12-10 0 0,0 0-1 0 0,-1 0 1 0 0,0-1-1 0 0,1-19 0 0 0,-4 31 66 0 0,1-1 0 0 0,-1 1 0 0 0,0 0 0 0 0,0-1 0 0 0,0 1 0 0 0,0-1 0 0 0,0 1 0 0 0,0 0 0 0 0,0-1 0 0 0,-1 1 0 0 0,1-1 0 0 0,0 1 0 0 0,0 0 0 0 0,0-1 0 0 0,0 1 0 0 0,0 0 1 0 0,-1-1-1 0 0,1 1 0 0 0,0 0 0 0 0,0-1 0 0 0,0 1 0 0 0,-1 0 0 0 0,1-1 0 0 0,0 1 0 0 0,-1 0 0 0 0,1 0 0 0 0,0-1 0 0 0,-1 1 0 0 0,1 0 0 0 0,0 0 0 0 0,-1-1 0 0 0,-12 5-48 0 0,-10 16 47 0 0,3 1 1 0 0,1 1 0 0 0,2 1 1 0 0,0 1-1 0 0,-20 39 0 0 0,-42 109 81 0 0,63-133 5 0 0,2 0 0 0 0,2 1 0 0 0,1 1 0 0 0,-9 69 0 0 0,19-93-25 0 0,0-1 0 0 0,2 1 0 0 0,0-1 1 0 0,0 0-1 0 0,2 1 0 0 0,5 19 0 0 0,-5-24-6 0 0,1-1-1 0 0,1 0 1 0 0,0 0 0 0 0,0-1-1 0 0,1 0 1 0 0,0 0 0 0 0,1 0-1 0 0,0 0 1 0 0,14 14-1 0 0,-15-19-22 0 0,1 1-1 0 0,-1-1 0 0 0,1 0 0 0 0,-1-1 0 0 0,1 1 0 0 0,1-1 0 0 0,-1-1 0 0 0,0 1 0 0 0,1-1 0 0 0,0-1 0 0 0,0 1 0 0 0,0-1 0 0 0,0-1 0 0 0,0 1 0 0 0,0-1 1 0 0,0-1-1 0 0,0 0 0 0 0,1 0 0 0 0,-1 0 0 0 0,0-1 0 0 0,13-3 0 0 0,-9 1-18 0 0,-1 0 1 0 0,0-1-1 0 0,0-1 0 0 0,0 0 1 0 0,-1 0-1 0 0,0-1 0 0 0,0 0 1 0 0,0 0-1 0 0,-1-1 0 0 0,0-1 1 0 0,0 0-1 0 0,0 0 0 0 0,-1 0 1 0 0,10-15-1 0 0,9-19-21 0 0,-3-2 0 0 0,-1 0 0 0 0,27-74 0 0 0,-49 113-4 0 0,2-6-128 0 0,-10 14 0 0 0,-9 18 67 0 0,5 0 62 0 0,1 0 0 0 0,1 1-1 0 0,1 1 1 0 0,2-1 0 0 0,0 1 0 0 0,1 0-1 0 0,1 1 1 0 0,-2 42 0 0 0,6-58 27 0 0,0 0 1 0 0,1 0 0 0 0,0 0-1 0 0,0 0 1 0 0,1-1 0 0 0,0 1-1 0 0,0 0 1 0 0,1-1-1 0 0,0 1 1 0 0,0-1 0 0 0,1 0-1 0 0,-1 0 1 0 0,10 12 0 0 0,-9-15-10 0 0,-1-1 1 0 0,1 1 0 0 0,0-1-1 0 0,0 1 1 0 0,1-1 0 0 0,-1 0-1 0 0,1-1 1 0 0,-1 1 0 0 0,1-1-1 0 0,0 0 1 0 0,0 0 0 0 0,0 0-1 0 0,0-1 1 0 0,0 0 0 0 0,0 0-1 0 0,0 0 1 0 0,0 0 0 0 0,1-1-1 0 0,-1 0 1 0 0,0 0 0 0 0,0-1 0 0 0,6 0-1 0 0,0-1-126 0 0,-1-1-1 0 0,1 0 0 0 0,0 0 1 0 0,-1-1-1 0 0,0-1 0 0 0,0 0 1 0 0,0 0-1 0 0,17-13 1 0 0,6-7-319 0 0,31-32 0 0 0,-13 11 169 0 0,-14 12 97 0 0,-26 23 106 0 0,0 0-1 0 0,1 1 0 0 0,0 1 1 0 0,1 0-1 0 0,0 0 0 0 0,15-6 1 0 0,-27 14 66 0 0,1 1 0 0 0,-1-1 0 0 0,1 1 0 0 0,-1 0 0 0 0,1 0 0 0 0,-1 0 0 0 0,1 0 0 0 0,-1 0 0 0 0,1 0 0 0 0,-1 0 0 0 0,1 1 0 0 0,-1-1 0 0 0,1 0 0 0 0,-1 1 0 0 0,1-1 0 0 0,-1 1 0 0 0,0 0 1 0 0,1-1-1 0 0,-1 1 0 0 0,0 0 0 0 0,1 0 0 0 0,-1 0 0 0 0,0 0 0 0 0,0 0 0 0 0,0 0 0 0 0,0 0 0 0 0,0 0 0 0 0,0 0 0 0 0,0 1 0 0 0,0-1 0 0 0,-1 0 0 0 0,2 3 0 0 0,3 5 18 0 0,0 1 0 0 0,-1-1-1 0 0,4 17 1 0 0,-5-19 2 0 0,5 24 46 0 0,-6-24 28 0 0,-1-1-1 0 0,1 1 0 0 0,-1-1 0 0 0,2 0 1 0 0,-1 1-1 0 0,1-1 0 0 0,0 0 1 0 0,0-1-1 0 0,1 1 0 0 0,-1 0 0 0 0,8 7 1 0 0,-9-12-60 0 0,0 0 0 0 0,0 0 0 0 0,-1 0 0 0 0,1-1 1 0 0,0 1-1 0 0,0-1 0 0 0,0 1 0 0 0,0-1 0 0 0,-1 0 1 0 0,1 1-1 0 0,0-1 0 0 0,0 0 0 0 0,0 0 0 0 0,3-1 0 0 0,27-7 92 0 0,14-17-1 0 0,75-52 0 0 0,-6 1-189 0 0,-94 64 24 0 0,0 1 1 0 0,1 1-1 0 0,38-12 1 0 0,-55 21 33 0 0,1 0-1 0 0,-1 0 1 0 0,1 1 0 0 0,-1 0 0 0 0,0 0 0 0 0,1 0 0 0 0,-1 0-1 0 0,1 1 1 0 0,7 1 0 0 0,47 18 1 0 0,-31-9 53 0 0,-6-3 63 0 0,-1-2 1 0 0,1 0-1 0 0,26 3 0 0 0,-42-8-116 0 0,-1 0 0 0 0,1-1-1 0 0,-1 0 1 0 0,1 0-1 0 0,0 0 1 0 0,-1-1-1 0 0,1 0 1 0 0,0 0 0 0 0,-1-1-1 0 0,1 1 1 0 0,-1-1-1 0 0,0-1 1 0 0,0 1 0 0 0,0-1-1 0 0,0-1 1 0 0,0 1-1 0 0,0-1 1 0 0,-1 0-1 0 0,0 0 1 0 0,0 0 0 0 0,0-1-1 0 0,0 1 1 0 0,-1-1-1 0 0,0-1 1 0 0,0 1-1 0 0,0 0 1 0 0,0-1 0 0 0,-1 0-1 0 0,0 0 1 0 0,3-9-1 0 0,-3 9-57 0 0,-1 0 0 0 0,0-1-1 0 0,-1 1 1 0 0,1-1 0 0 0,-1 0-1 0 0,0 1 1 0 0,-1-1 0 0 0,0 0-1 0 0,-1-12 1 0 0,1 17 56 0 0,-1 0 0 0 0,1-1 0 0 0,-1 1 0 0 0,1 0 1 0 0,-1 0-1 0 0,0 0 0 0 0,0 0 0 0 0,0 0 0 0 0,0 1 0 0 0,0-1 1 0 0,-1 0-1 0 0,1 0 0 0 0,-1 1 0 0 0,1-1 0 0 0,-1 1 0 0 0,1-1 1 0 0,-1 1-1 0 0,0-1 0 0 0,0 1 0 0 0,0 0 0 0 0,1 0 0 0 0,-1 0 1 0 0,0 0-1 0 0,0 0 0 0 0,-1 1 0 0 0,1-1 0 0 0,0 1 0 0 0,0-1 0 0 0,0 1 1 0 0,0 0-1 0 0,0-1 0 0 0,-1 1 0 0 0,-3 1 0 0 0,-3 0 5 0 0,0 0-1 0 0,0 1 1 0 0,1 0-1 0 0,-1 0 1 0 0,0 1-1 0 0,1 0 1 0 0,-1 0-1 0 0,1 1 0 0 0,0 0 1 0 0,0 1-1 0 0,0 0 1 0 0,1 0-1 0 0,0 1 1 0 0,-10 10-1 0 0,-3 2 26 0 0,2 2-1 0 0,0 1 0 0 0,-24 36 1 0 0,27-34 15 0 0,1 1 0 0 0,-18 42 0 0 0,27-57 32 0 0,2 1 1 0 0,0 0-1 0 0,0-1 0 0 0,1 1 0 0 0,0 1 1 0 0,0-1-1 0 0,1 0 0 0 0,1 0 0 0 0,0 1 1 0 0,1 13-1 0 0,0-20-30 0 0,0 1 1 0 0,0-1-1 0 0,1 0 1 0 0,-1 1-1 0 0,1-1 0 0 0,0 0 1 0 0,0 0-1 0 0,1-1 0 0 0,-1 1 1 0 0,1 0-1 0 0,-1-1 1 0 0,1 1-1 0 0,4 3 0 0 0,0-2 3 0 0,-1 0 0 0 0,1 0-1 0 0,0-1 1 0 0,0 1 0 0 0,0-1 0 0 0,14 4-1 0 0,-1-1 4 0 0,1-1 0 0 0,0-1-1 0 0,0-1 1 0 0,36 2 0 0 0,-28-4-15 0 0,0-2 1 0 0,0-2-1 0 0,0 0 1 0 0,0-2 0 0 0,-1-1-1 0 0,53-17 1 0 0,-44 9-62 0 0,-1-2 1 0 0,0-1-1 0 0,-1-2 0 0 0,52-37 1 0 0,-41 21-144 0 0,-2-1 1 0 0,-2-3-1 0 0,-1-1 1 0 0,-2-2-1 0 0,-2-2 0 0 0,-2-1 1 0 0,34-58-1 0 0,-39 55 57 0 0,-3-2 1 0 0,-2-1-1 0 0,-3-1 0 0 0,-1-1 0 0 0,-3 0 0 0 0,23-109 1 0 0,-40 151 99 0 0,0-1 1 0 0,0 1 0 0 0,-1-1 0 0 0,0 1 0 0 0,-1-1 0 0 0,0 1 0 0 0,-3-13 0 0 0,3 20 16 0 0,1 1 0 0 0,-1 0 1 0 0,0 0-1 0 0,1 0 0 0 0,-1 0 1 0 0,0 0-1 0 0,0 0 0 0 0,0 0 1 0 0,0 0-1 0 0,-1 0 0 0 0,1 0 0 0 0,0 1 1 0 0,-1-1-1 0 0,1 0 0 0 0,-1 1 1 0 0,0-1-1 0 0,0 1 0 0 0,1 0 1 0 0,-1-1-1 0 0,0 1 0 0 0,0 0 0 0 0,0 0 1 0 0,0 0-1 0 0,0 1 0 0 0,0-1 1 0 0,-1 0-1 0 0,1 1 0 0 0,0-1 1 0 0,0 1-1 0 0,0 0 0 0 0,-1 0 0 0 0,1 0 1 0 0,0 0-1 0 0,0 0 0 0 0,-1 0 1 0 0,1 1-1 0 0,0-1 0 0 0,0 1 1 0 0,0-1-1 0 0,-3 2 0 0 0,-4 1 4 0 0,0 1 1 0 0,0 0-1 0 0,0 1 0 0 0,1 0 1 0 0,0 0-1 0 0,0 1 0 0 0,0 0 1 0 0,0 0-1 0 0,1 1 0 0 0,-7 8 1 0 0,-9 12 80 0 0,-28 43 1 0 0,43-58-53 0 0,-40 64 284 0 0,4 2 1 0 0,3 2 0 0 0,-31 87-1 0 0,26-38-23 0 0,38-105-282 0 0,2 0 0 0 0,1 1-1 0 0,-3 35 1 0 0,8-52-213 0 0,0 0 0 0 0,0 0 0 0 0,1 0 0 0 0,1 1 0 0 0,-1-1 0 0 0,1 0 0 0 0,1 0-1 0 0,-1-1 1 0 0,1 1 0 0 0,1 0 0 0 0,-1-1 0 0 0,1 0 0 0 0,1 0 0 0 0,9 13 0 0 0,-3-7-1108 0 0,0-1-1 0 0,1-1 1 0 0,0 0-1 0 0,1-1 1 0 0,0 0-1 0 0,22 13 1 0 0,9 0-5661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2:59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19 3608 0 0,'-30'-5'6598'0'0,"-14"-3"240"0"0,42 7-6317 0 0,-25-4-613 0 0,17 9-3926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3:5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364 132 2432 0 0,'-8'-10'6006'0'0,"5"7"-5246"0"0,1 0-1 0 0,-1 0 1 0 0,0 1-1 0 0,0 0 1 0 0,0-1-1 0 0,0 1 1 0 0,-5-2-1 0 0,2 0 153 0 0,5 4-449 0 0,-15 6 422 0 0,13-5-790 0 0,-1 1 1 0 0,0-1 0 0 0,0 1 0 0 0,0 0-1 0 0,1 0 1 0 0,-1 0 0 0 0,1 1 0 0 0,-5 4 0 0 0,-9 14 52 0 0,2 1 1 0 0,1 1 0 0 0,0 0 0 0 0,2 1 0 0 0,-15 38-1 0 0,17-40-60 0 0,-93 251 463 0 0,88-222-503 0 0,2 0 0 0 0,3 1-1 0 0,-7 80 1 0 0,17-119-41 0 0,-1 0 0 0 0,2-1-1 0 0,0 1 1 0 0,0 0 0 0 0,1 0-1 0 0,1-1 1 0 0,0 1 0 0 0,1-1-1 0 0,9 23 1 0 0,-10-30 10 0 0,-1 0 0 0 0,1-1 0 0 0,0 1-1 0 0,1-1 1 0 0,-1 1 0 0 0,1-1 0 0 0,0 0 0 0 0,0 0-1 0 0,0 0 1 0 0,1-1 0 0 0,-1 0 0 0 0,1 0 0 0 0,0 0-1 0 0,0 0 1 0 0,0-1 0 0 0,0 1 0 0 0,0-2 0 0 0,1 1-1 0 0,-1 0 1 0 0,1-1 0 0 0,-1 0 0 0 0,1 0 0 0 0,-1-1-1 0 0,10 1 1 0 0,-2-2 34 0 0,0-1 0 0 0,-1 0 0 0 0,1 0-1 0 0,-1-1 1 0 0,1-1 0 0 0,-1 0 0 0 0,0-1 0 0 0,0 0-1 0 0,-1-1 1 0 0,0 0 0 0 0,11-8 0 0 0,8-8 108 0 0,0-1 1 0 0,39-40-1 0 0,-40 34-108 0 0,-1-1 0 0 0,-2-2 0 0 0,-1-1 0 0 0,-1-1 0 0 0,-2-1 0 0 0,-2 0 0 0 0,-1-2 0 0 0,-1-1 0 0 0,-3 0 0 0 0,-1-1 0 0 0,-2 0 0 0 0,-1-1 0 0 0,-2 0 0 0 0,6-74 0 0 0,-15 95 6 0 0,0 1-1 0 0,-1 0 1 0 0,-1-1-1 0 0,-1 1 1 0 0,-1 0 0 0 0,0 0-1 0 0,-1 1 1 0 0,-1-1 0 0 0,-1 1-1 0 0,-13-25 1 0 0,15 33-36 0 0,0 1 1 0 0,-1 0-1 0 0,0 0 0 0 0,0 1 1 0 0,0 0-1 0 0,-1 0 1 0 0,-1 0-1 0 0,1 1 0 0 0,-12-7 1 0 0,13 9-16 0 0,-1 1 0 0 0,0 0 1 0 0,0 0-1 0 0,0 0 0 0 0,0 1 0 0 0,0 0 1 0 0,-1 0-1 0 0,1 1 0 0 0,-1 0 1 0 0,1 0-1 0 0,-1 1 0 0 0,1 0 0 0 0,-10 1 1 0 0,4 2-7 0 0,0 0 0 0 0,1 0 1 0 0,-1 1-1 0 0,1 1 1 0 0,0 0-1 0 0,0 0 0 0 0,1 1 1 0 0,-1 1-1 0 0,1 0 0 0 0,1 1 1 0 0,-13 11-1 0 0,-9 9-27 0 0,2 2-1 0 0,-30 38 0 0 0,27-28 82 0 0,-39 63 0 0 0,61-85-26 0 0,1 0-1 0 0,1 1 0 0 0,1 0 1 0 0,0 1-1 0 0,1 0 1 0 0,-5 28-1 0 0,11-42-36 0 0,0-1 1 0 0,0 1-1 0 0,1 0 0 0 0,0 0 1 0 0,0 0-1 0 0,0 0 0 0 0,1-1 0 0 0,0 1 1 0 0,0 0-1 0 0,0 0 0 0 0,1-1 1 0 0,0 1-1 0 0,0-1 0 0 0,0 0 0 0 0,1 1 1 0 0,4 6-1 0 0,-2-6 10 0 0,0-1 0 0 0,0 1 0 0 0,0-1 0 0 0,1 0 0 0 0,0 0 0 0 0,0 0 0 0 0,1-1 0 0 0,-1 0 0 0 0,1 0 0 0 0,0-1-1 0 0,14 6 1 0 0,151 40 4 0 0,-117-36-58 0 0,91 35-1 0 0,-115-35 66 0 0,-2 2 0 0 0,0 1 0 0 0,0 1-1 0 0,-2 2 1 0 0,0 1 0 0 0,-1 0-1 0 0,-2 2 1 0 0,40 44 0 0 0,-37-33-47 0 0,-26-32-133 0 0,0 0-1 0 0,-1 0 1 0 0,1 0-1 0 0,0 0 0 0 0,1 0 1 0 0,-1 0-1 0 0,0 0 1 0 0,0 0-1 0 0,0-1 1 0 0,0 1-1 0 0,1 0 1 0 0,-1-1-1 0 0,0 1 1 0 0,1-1-1 0 0,-1 1 1 0 0,0-1-1 0 0,1 1 1 0 0,-1-1-1 0 0,1 0 1 0 0,1 0-1 0 0,-1 0-433 0 0,0-1 0 0 0,0 1 0 0 0,0-1 0 0 0,0 0 0 0 0,0 1 0 0 0,0-1-1 0 0,-1 0 1 0 0,1 0 0 0 0,0 0 0 0 0,-1 0 0 0 0,1-1 0 0 0,-1 1 0 0 0,1 0 0 0 0,-1-1 0 0 0,2-1 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3:57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435 132 416 0 0,'11'-20'5330'0'0,"11"-25"1800"0"0,-21 42-6865 0 0,-1 0-1 0 0,1 0 1 0 0,0 0-1 0 0,-1 0 1 0 0,1 0-1 0 0,-1-1 1 0 0,0 1-1 0 0,0 0 0 0 0,0 0 1 0 0,-1 0-1 0 0,1 0 1 0 0,-2-6-1 0 0,1 7-233 0 0,0 1 1 0 0,1 0-1 0 0,-1 0 0 0 0,0-1 0 0 0,0 1 1 0 0,0 0-1 0 0,0 0 0 0 0,0 0 0 0 0,0 0 1 0 0,0 0-1 0 0,0 0 0 0 0,-1 0 0 0 0,1 0 1 0 0,0 1-1 0 0,0-1 0 0 0,-1 0 0 0 0,1 1 1 0 0,-1-1-1 0 0,1 1 0 0 0,0-1 0 0 0,-1 1 0 0 0,1 0 1 0 0,-1 0-1 0 0,1 0 0 0 0,-1-1 0 0 0,-2 2 1 0 0,-1-1-17 0 0,0 0 0 0 0,0 0 0 0 0,0 1 0 0 0,0 0 1 0 0,-6 2-1 0 0,1 0-8 0 0,0 1 1 0 0,0 1-1 0 0,1 0 0 0 0,0 0 1 0 0,0 1-1 0 0,0 0 1 0 0,-8 8-1 0 0,-50 53 23 0 0,52-50-24 0 0,9-11-3 0 0,-74 86 41 0 0,72-81-37 0 0,0 0-1 0 0,1 0 0 0 0,1 1 1 0 0,-1 0-1 0 0,2 0 0 0 0,-8 25 1 0 0,11-32-6 0 0,1 1 0 0 0,1-1 1 0 0,-1 1-1 0 0,1-1 1 0 0,0 0-1 0 0,0 1 0 0 0,0-1 1 0 0,1 1-1 0 0,0-1 1 0 0,0 1-1 0 0,0-1 0 0 0,1 0 1 0 0,-1 0-1 0 0,1 0 0 0 0,1 0 1 0 0,-1 0-1 0 0,1 0 1 0 0,0 0-1 0 0,0-1 0 0 0,0 1 1 0 0,0-1-1 0 0,9 8 1 0 0,5 3 7 0 0,1-1 1 0 0,1 0-1 0 0,0-1 1 0 0,26 12 0 0 0,10 8 25 0 0,-35-20-10 0 0,-6-5-28 0 0,-1 0 1 0 0,20 19 0 0 0,-30-25 24 0 0,-1 0 0 0 0,1 0 0 0 0,-1 0 0 0 0,0 1 0 0 0,0-1 1 0 0,0 1-1 0 0,-1 0 0 0 0,1 0 0 0 0,-1-1 0 0 0,1 1 0 0 0,-1 0 0 0 0,0 0 1 0 0,0 0-1 0 0,0 0 0 0 0,0 0 0 0 0,-1 1 0 0 0,1-1 0 0 0,-1 0 0 0 0,0 4 1 0 0,-1-3 39 0 0,0 0 0 0 0,0 1 0 0 0,-1-1 0 0 0,1 0 0 0 0,-1 0 0 0 0,0 0 0 0 0,0 0 0 0 0,-1 0 0 0 0,1 0 0 0 0,-1 0 0 0 0,0-1 0 0 0,0 1 0 0 0,0-1 0 0 0,0 0 0 0 0,-1 0 1 0 0,-4 3-1 0 0,-3 2 100 0 0,1-1 1 0 0,-2 0-1 0 0,1-1 1 0 0,-18 7-1 0 0,17-8-96 0 0,0-1 0 0 0,-1 0 0 0 0,0-1 0 0 0,0-1 0 0 0,0 0 0 0 0,0 0 0 0 0,0-1 0 0 0,0-1 0 0 0,0 0 0 0 0,0-1-1 0 0,0-1 1 0 0,0 0 0 0 0,0 0 0 0 0,0-1 0 0 0,0-1 0 0 0,1 0 0 0 0,0-1 0 0 0,0 0 0 0 0,-17-10 0 0 0,28 14-109 0 0,-1 0 0 0 0,1 0 0 0 0,-1 0 0 0 0,1 0 0 0 0,-1 0 0 0 0,1 0 0 0 0,0-1 0 0 0,-1 1 0 0 0,1 0 0 0 0,0-1 0 0 0,0 1 0 0 0,0-1 0 0 0,0 1 0 0 0,0-1 1 0 0,1 1-1 0 0,-1-1 0 0 0,0 0 0 0 0,1 1 0 0 0,-1-3 0 0 0,1 2-65 0 0,0 1 0 0 0,0-1 0 0 0,0 1 1 0 0,0-1-1 0 0,1 1 0 0 0,-1-1 0 0 0,1 1 0 0 0,-1-1 1 0 0,1 1-1 0 0,0-1 0 0 0,-1 1 0 0 0,1 0 0 0 0,0-1 1 0 0,0 1-1 0 0,0 0 0 0 0,0 0 0 0 0,1-2 0 0 0,6-3-442 0 0,-1 0 0 0 0,1 0 1 0 0,0 1-1 0 0,0 0 0 0 0,13-6 0 0 0,15-5-1959 0 0,1 3 0 0 0,72-18 0 0 0,-53 17 1557 0 0,-21 5 660 0 0,103-32 28 0 0,-48 7 5078 0 0,-45 12 2299 0 0,-42 25-6634 0 0,-3-3-466 0 0,0 0-1 0 0,1 0 1 0 0,-1 0 0 0 0,0 0-1 0 0,0 0 1 0 0,1 0-1 0 0,-1 0 1 0 0,0 0-1 0 0,0 0 1 0 0,0 0-1 0 0,1 0 1 0 0,-1 1-1 0 0,0-1 1 0 0,0 0 0 0 0,0 0-1 0 0,0 0 1 0 0,1 0-1 0 0,-1 0 1 0 0,0 1-1 0 0,0-1 1 0 0,0 0-1 0 0,0 0 1 0 0,0 0 0 0 0,0 1-1 0 0,1-1 1 0 0,-1 0-1 0 0,0 0 1 0 0,0 0-1 0 0,0 1 1 0 0,0-1-1 0 0,0 0 1 0 0,0 0-1 0 0,0 1 1 0 0,0-1 0 0 0,0 0-1 0 0,0 0 1 0 0,0 0-1 0 0,0 1 1 0 0,-12 60 1273 0 0,8-44-1162 0 0,1-1 1 0 0,0 1-1 0 0,1 0 0 0 0,1 21 0 0 0,1-29-109 0 0,1 0-1 0 0,0-1 0 0 0,0 1 1 0 0,1-1-1 0 0,1 1 0 0 0,-1-1 1 0 0,1 0-1 0 0,1 0 0 0 0,-1 0 1 0 0,1 0-1 0 0,1 0 1 0 0,-1-1-1 0 0,8 8 0 0 0,-8-10-7 0 0,1 0-1 0 0,-1-1 1 0 0,1 0-1 0 0,0 0 1 0 0,0-1-1 0 0,0 1 1 0 0,1-1-1 0 0,0 0 1 0 0,-1-1-1 0 0,1 1 1 0 0,0-1-1 0 0,0 0 1 0 0,0 0-1 0 0,0-1 1 0 0,0 0-1 0 0,1 0 0 0 0,-1-1 1 0 0,0 1-1 0 0,9-2 1 0 0,-7 1 2 0 0,1 0 0 0 0,-1-1 0 0 0,1-1 0 0 0,-1 1 0 0 0,0-1 0 0 0,0-1 0 0 0,0 0 0 0 0,0 0 0 0 0,0 0 0 0 0,0-1 0 0 0,-1 0 0 0 0,0 0 1 0 0,0-1-1 0 0,0 0 0 0 0,0-1 0 0 0,-1 1 0 0 0,0-1 0 0 0,0 0 0 0 0,0-1 0 0 0,-1 1 0 0 0,0-1 0 0 0,5-9 0 0 0,-4 2-13 0 0,0 0 0 0 0,-1 0 0 0 0,0 0 0 0 0,-1-1 0 0 0,-1 1 0 0 0,0-1 0 0 0,-1 0 0 0 0,0 0 0 0 0,-2 0 0 0 0,1 0 0 0 0,-2 0 0 0 0,0 0 0 0 0,-1 0 0 0 0,-1 0 0 0 0,0 0 0 0 0,-1 0 0 0 0,0 1 0 0 0,-1 0 0 0 0,-8-15 0 0 0,11 23 5 0 0,-1 1 1 0 0,0 0 0 0 0,-1 0-1 0 0,1 0 1 0 0,-1 0-1 0 0,0 0 1 0 0,0 1-1 0 0,-1 0 1 0 0,1 0-1 0 0,-1 0 1 0 0,0 0-1 0 0,0 1 1 0 0,0 0-1 0 0,-1 0 1 0 0,1 0-1 0 0,-1 0 1 0 0,1 1-1 0 0,-1 0 1 0 0,0 0-1 0 0,0 1 1 0 0,0 0 0 0 0,0 0-1 0 0,0 0 1 0 0,0 1-1 0 0,0 0 1 0 0,0 0-1 0 0,-1 0 1 0 0,1 1-1 0 0,0 0 1 0 0,0 0-1 0 0,0 0 1 0 0,0 1-1 0 0,1 0 1 0 0,-1 0-1 0 0,0 1 1 0 0,1-1-1 0 0,-8 6 1 0 0,-2 2 16 0 0,0 1 0 0 0,1 1 0 0 0,0 0 0 0 0,1 1 0 0 0,1 1 0 0 0,0 0 0 0 0,-15 23 0 0 0,22-29-60 0 0,0-1 0 0 0,1 1-1 0 0,0 0 1 0 0,0 1 0 0 0,1-1 0 0 0,0 1-1 0 0,0-1 1 0 0,1 1 0 0 0,0 0 0 0 0,1 0-1 0 0,-1 0 1 0 0,2 0 0 0 0,0 0 0 0 0,0 0 0 0 0,0 0-1 0 0,1 0 1 0 0,3 12 0 0 0,-2-16-207 0 0,0 0 0 0 0,0-1 0 0 0,0 1-1 0 0,1 0 1 0 0,-1-1 0 0 0,1 1 0 0 0,1-1 0 0 0,-1 0 0 0 0,0 0 0 0 0,1 0 0 0 0,0-1 0 0 0,0 1-1 0 0,0-1 1 0 0,0 0 0 0 0,1 0 0 0 0,-1 0 0 0 0,1-1 0 0 0,6 3 0 0 0,-1-1-810 0 0,1 0 0 0 0,-1-1 0 0 0,1 0 1 0 0,0-1-1 0 0,-1 0 0 0 0,1-1 0 0 0,0 0 1 0 0,12-1-1 0 0,7-1-3043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3:57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6 117 1056 0 0,'5'-22'4143'0'0,"0"1"1"0"0,2-43-1 0 0,-7 55-1008 0 0,1 14-1944 0 0,-1 16-343 0 0,-17 203 2408 0 0,11 111-2940 0 0,10-246-2526 0 0,-3-79 1276 0 0,1 0-1 0 0,0-1 1 0 0,0 1 0 0 0,1-1 0 0 0,0 0-1 0 0,1 0 1 0 0,4 10 0 0 0,1-8-3154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3:58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45 836 0 0,'7'-44'13823'0'0,"-6"45"-13638"0"0,1 0 0 0 0,-1 0 1 0 0,0 1-1 0 0,0-1 1 0 0,-1 1-1 0 0,1-1 0 0 0,0 1 1 0 0,0-1-1 0 0,-1 1 1 0 0,1 0-1 0 0,-1-1 0 0 0,1 1 1 0 0,-1 0-1 0 0,0-1 1 0 0,0 1-1 0 0,0 2 0 0 0,2 4 147 0 0,12 46 1038 0 0,18 57-403 0 0,-26-96-909 0 0,0 0 0 0 0,1 0 1 0 0,0-1-1 0 0,18 26 0 0 0,-24-39-53 0 0,1 1 1 0 0,-1 0-1 0 0,0-1 0 0 0,1 1 1 0 0,0 0-1 0 0,-1-1 1 0 0,1 0-1 0 0,0 1 0 0 0,0-1 1 0 0,0 0-1 0 0,0 0 1 0 0,0 0-1 0 0,0 0 0 0 0,0-1 1 0 0,0 1-1 0 0,0 0 1 0 0,0-1-1 0 0,0 1 0 0 0,3-1 1 0 0,-2 0 0 0 0,1 0 0 0 0,0-1 1 0 0,-1 1-1 0 0,1-1 0 0 0,-1 0 1 0 0,1 0-1 0 0,-1 0 0 0 0,0 0 0 0 0,1-1 1 0 0,4-3-1 0 0,5-3 5 0 0,0-1 0 0 0,-1-1 0 0 0,-1 0 0 0 0,14-16 0 0 0,27-31-4 0 0,38-37-48 0 0,-76 81 19 0 0,1 0 1 0 0,0 1 0 0 0,0 1 0 0 0,29-15-1 0 0,-41 25 25 0 0,2-1 0 0 0,-1 1 0 0 0,0 0 0 0 0,0 0 0 0 0,0 0 0 0 0,0 0 0 0 0,1 1 0 0 0,-1 0 0 0 0,0 0 0 0 0,1 0 0 0 0,-1 0 0 0 0,0 1 0 0 0,0-1 0 0 0,1 1 0 0 0,-1 0 0 0 0,0 0 0 0 0,0 1 0 0 0,5 2 0 0 0,8 4 37 0 0,1 2 0 0 0,29 21 0 0 0,8 4 5 0 0,-40-28-36 0 0,-1-1 0 0 0,1-1 0 0 0,22 5 0 0 0,-30-8 10 0 0,1 0 1 0 0,0-1-1 0 0,0 0 0 0 0,0-1 1 0 0,-1 0-1 0 0,1 0 1 0 0,0 0-1 0 0,14-4 0 0 0,-20 4-16 0 0,1-1 0 0 0,-1 0 0 0 0,1 1 0 0 0,-1-1 0 0 0,1 0 0 0 0,-1-1-1 0 0,1 1 1 0 0,-1 0 0 0 0,0-1 0 0 0,0 1 0 0 0,1-1 0 0 0,-1 0 0 0 0,-1 0 0 0 0,1 0-1 0 0,0 0 1 0 0,0 0 0 0 0,-1 0 0 0 0,1 0 0 0 0,-1-1 0 0 0,1 1 0 0 0,-1 0 0 0 0,0-1-1 0 0,0 1 1 0 0,0-1 0 0 0,-1 0 0 0 0,1 1 0 0 0,0-1 0 0 0,-1 0 0 0 0,0 1 0 0 0,0-1-1 0 0,0 0 1 0 0,0 1 0 0 0,0-1 0 0 0,0 0 0 0 0,0 1 0 0 0,-1-1 0 0 0,0 0 0 0 0,1 1-1 0 0,-1-1 1 0 0,0 1 0 0 0,0-1 0 0 0,-1 1 0 0 0,1-1 0 0 0,0 1 0 0 0,-1 0 0 0 0,1 0 0 0 0,-1 0-1 0 0,0 0 1 0 0,0 0 0 0 0,0 0 0 0 0,0 0 0 0 0,0 0 0 0 0,-4-2 0 0 0,2 2 48 0 0,0 0 0 0 0,0 0 0 0 0,0 0 0 0 0,-1 0 1 0 0,1 1-1 0 0,-1 0 0 0 0,0 0 0 0 0,1 0 0 0 0,-1 0 0 0 0,0 1 1 0 0,1 0-1 0 0,-1-1 0 0 0,0 2 0 0 0,0-1 0 0 0,1 1 0 0 0,-1-1 1 0 0,0 1-1 0 0,-6 3 0 0 0,-5 1 243 0 0,0 1 1 0 0,1 1-1 0 0,-28 15 0 0 0,25-11-101 0 0,1 1-1 0 0,0 1 1 0 0,1 0 0 0 0,0 1-1 0 0,1 1 1 0 0,-22 28-1 0 0,31-35-153 0 0,-1 1 0 0 0,1 0-1 0 0,1 0 1 0 0,-1 1-1 0 0,2 0 1 0 0,-1 0 0 0 0,1 0-1 0 0,1 0 1 0 0,0 0 0 0 0,0 1-1 0 0,1-1 1 0 0,0 1-1 0 0,1 0 1 0 0,0 18 0 0 0,2-23-37 0 0,0 1 0 0 0,0-1 1 0 0,0-1-1 0 0,1 1 0 0 0,0 0 0 0 0,0 0 1 0 0,0 0-1 0 0,1-1 0 0 0,0 0 0 0 0,0 1 1 0 0,0-1-1 0 0,1 0 0 0 0,6 7 1 0 0,-3-6 47 0 0,-1 0 1 0 0,1 0-1 0 0,0-1 1 0 0,1 0-1 0 0,-1 0 0 0 0,1-1 1 0 0,0 0-1 0 0,14 4 1 0 0,-6-2-324 0 0,0-2 1 0 0,1 0-1 0 0,32 3 1 0 0,-27-6-1262 0 0,-1-1 0 0 0,30-3 1 0 0,-37 2-1393 0 0,1-2 1 0 0,19-5 0 0 0,2-5-6216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3:5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76 364 0 0,'46'-76'12752'0'0,"-45"77"-12684"0"0,0-1 1 0 0,-1 0-1 0 0,1 1 0 0 0,0-1 1 0 0,-1 0-1 0 0,1 1 0 0 0,0-1 1 0 0,-1 1-1 0 0,1-1 0 0 0,-1 1 1 0 0,1-1-1 0 0,-1 1 0 0 0,1 0 1 0 0,-1-1-1 0 0,1 1 0 0 0,-1 0 1 0 0,0-1-1 0 0,1 1 0 0 0,-1 0 1 0 0,0-1-1 0 0,0 1 0 0 0,0 0 1 0 0,1 0-1 0 0,-1-1 0 0 0,0 1 1 0 0,0 0-1 0 0,0 0 0 0 0,0-1 1 0 0,0 2-1 0 0,0 26 1083 0 0,0-26-1040 0 0,-11 105 1825 0 0,-45 196 0 0 0,19-125-1569 0 0,32-153-544 0 0,-30 189 642 0 0,26-70-5229 0 0,9-138 3763 0 0,1 16-797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70 141 2644 0 0,'28'-141'11795'0'0,"-32"165"-9899"0"0,-35 190 1551 0 0,-8 111-2580 0 0,43-294-832 0 0,1 0 0 0 0,2 52-1 0 0,5-64-16 0 0,-3-19-16 0 0,0 0 0 0 0,0 0 0 0 0,0 0 0 0 0,0 0 0 0 0,0 0 0 0 0,0 0 0 0 0,0 0 0 0 0,0-1 0 0 0,0 1 0 0 0,-1 0 1 0 0,1-1-1 0 0,0 1 0 0 0,0 0 0 0 0,1-2 0 0 0,3-1-4 0 0,-1-1 0 0 0,0 1 0 0 0,0-1 0 0 0,0-1 0 0 0,0 1 0 0 0,0 0 1 0 0,-1-1-1 0 0,0 0 0 0 0,0 0 0 0 0,4-9 0 0 0,5-7-17 0 0,8-9-21 0 0,6-12-103 0 0,62-73 1 0 0,-87 113 143 0 0,0 1 0 0 0,1-1-1 0 0,-1 1 1 0 0,1-1 0 0 0,-1 1 0 0 0,1 0 0 0 0,0 0 0 0 0,0-1 0 0 0,-1 1 0 0 0,1 0 0 0 0,0 1 0 0 0,0-1 0 0 0,0 0 0 0 0,0 1 0 0 0,0-1 0 0 0,0 1 0 0 0,0-1 0 0 0,0 1 0 0 0,1 0 0 0 0,-1 0 0 0 0,0 0 0 0 0,0 0 0 0 0,0 0 0 0 0,0 0 0 0 0,0 1 0 0 0,4 0 0 0 0,-4 1 19 0 0,1-1 1 0 0,-1 0-1 0 0,0 1 0 0 0,0-1 1 0 0,0 1-1 0 0,0 0 1 0 0,0 0-1 0 0,0 0 0 0 0,0 0 1 0 0,0 0-1 0 0,-1 0 0 0 0,1 0 1 0 0,-1 0-1 0 0,0 1 1 0 0,0-1-1 0 0,0 0 0 0 0,0 1 1 0 0,0-1-1 0 0,0 1 0 0 0,-1 0 1 0 0,1 2-1 0 0,4 30 287 0 0,-1 39-1 0 0,-3-48-224 0 0,0 0-1 0 0,2 0 1 0 0,10 41 0 0 0,-12-64-78 0 0,0 1 1 0 0,0-1 0 0 0,0 0 0 0 0,1 1 0 0 0,-1-1 0 0 0,1 0-1 0 0,0 0 1 0 0,0 0 0 0 0,0 0 0 0 0,1-1 0 0 0,-1 1 0 0 0,1 0-1 0 0,-1-1 1 0 0,1 0 0 0 0,0 0 0 0 0,4 3 0 0 0,-3-3-2 0 0,1 0 1 0 0,-1 0-1 0 0,1-1 1 0 0,-1 0-1 0 0,1 1 1 0 0,0-2-1 0 0,-1 1 1 0 0,1 0-1 0 0,0-1 1 0 0,0 0-1 0 0,4-1 1 0 0,6-1 5 0 0,-1 0 1 0 0,0-1-1 0 0,0-1 1 0 0,0-1 0 0 0,0 1-1 0 0,-1-2 1 0 0,16-9-1 0 0,-9 4 12 0 0,-2-1 0 0 0,1-1 0 0 0,-2-1-1 0 0,0 0 1 0 0,0-1 0 0 0,-2-1-1 0 0,0 0 1 0 0,0-1 0 0 0,-2-1 0 0 0,0 0-1 0 0,-1-1 1 0 0,18-39 0 0 0,-28 52-21 0 0,0 0 1 0 0,0 0 0 0 0,-1 0-1 0 0,1 0 1 0 0,0-8-1 0 0,-2 12-2 0 0,0 0-1 0 0,0 0 0 0 0,0 0 0 0 0,0 0 0 0 0,0 0 1 0 0,-1 0-1 0 0,1 0 0 0 0,-1 0 0 0 0,1 0 0 0 0,-1 0 1 0 0,0 0-1 0 0,0 0 0 0 0,0 0 0 0 0,0 0 0 0 0,0 0 1 0 0,0 0-1 0 0,-3-2 0 0 0,3 3 3 0 0,0 0-1 0 0,0 1 1 0 0,-1-1 0 0 0,1 1-1 0 0,0-1 1 0 0,-1 1 0 0 0,1-1-1 0 0,-1 1 1 0 0,1 0 0 0 0,-1-1-1 0 0,1 1 1 0 0,0 0 0 0 0,-1 0-1 0 0,1 0 1 0 0,-1 0-1 0 0,1 1 1 0 0,-1-1 0 0 0,1 0-1 0 0,-1 0 1 0 0,1 1 0 0 0,0-1-1 0 0,-1 1 1 0 0,1 0 0 0 0,0-1-1 0 0,-2 2 1 0 0,-30 19-40 0 0,23-12 72 0 0,1 1-1 0 0,0-1 1 0 0,1 2 0 0 0,0-1 0 0 0,1 1 0 0 0,0 0-1 0 0,0 1 1 0 0,1-1 0 0 0,1 2 0 0 0,0-1 0 0 0,0 0 0 0 0,-3 22-1 0 0,6-27-21 0 0,1 0-1 0 0,0 0 0 0 0,0-1 0 0 0,1 1 0 0 0,0 0 0 0 0,0 0 0 0 0,1 0 0 0 0,0 0 0 0 0,0 0 1 0 0,1 0-1 0 0,-1 0 0 0 0,1-1 0 0 0,1 1 0 0 0,-1-1 0 0 0,1 1 0 0 0,1-1 0 0 0,-1 0 0 0 0,1 0 1 0 0,0 0-1 0 0,0-1 0 0 0,1 0 0 0 0,-1 1 0 0 0,1-2 0 0 0,0 1 0 0 0,10 7 0 0 0,-4-6-29 0 0,0 0-1 0 0,1 0 0 0 0,-1-1 0 0 0,1 0 0 0 0,0-1 0 0 0,1 0 0 0 0,-1-1 0 0 0,1-1 0 0 0,-1 0 1 0 0,1 0-1 0 0,0-1 0 0 0,0-1 0 0 0,-1 0 0 0 0,17-3 0 0 0,-13 1-717 0 0,0-1 0 0 0,0 0 0 0 0,0-2 0 0 0,24-9 0 0 0,-28 9-962 0 0,1-1 1 0 0,-2-1 0 0 0,1 0-1 0 0,-1-1 1 0 0,17-14-1 0 0,-8 2-4571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28 1740 0 0,'-75'2'4977'0'0,"-97"6"4329"0"0,161-6-7545 0 0,26-2-1295 0 0,28-2-298 0 0,249-19-2389 0 0,-113 9-5398 0 0,-106 7 1445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1096 316 0 0,'-63'3'6017'0'0,"-116"22"2141"0"0,182-27-7839 0 0,18-10 15 0 0,-1 0 1 0 0,-1-2-1 0 0,34-28 1 0 0,47-59 60 0 0,-72 70-340 0 0,-2-2 0 0 0,-1-1 0 0 0,-2-1 0 0 0,-2-1 0 0 0,-1-1-1 0 0,20-50 1 0 0,-22 38-50 0 0,-2-1-1 0 0,-3-1 0 0 0,-1 0 0 0 0,7-85 0 0 0,-14 77 252 0 0,-2-1 1 0 0,-3 1-1 0 0,-9-67 0 0 0,9 126-254 0 0,0 0 0 0 0,0-1 0 0 0,0 1 0 0 0,0 0 0 0 0,1 0 1 0 0,-1 0-1 0 0,0-1 0 0 0,0 1 0 0 0,0 0 0 0 0,0 0 0 0 0,0 0 0 0 0,-1-1 0 0 0,1 1 0 0 0,0 0 0 0 0,0 0 1 0 0,0 0-1 0 0,0-1 0 0 0,0 1 0 0 0,0 0 0 0 0,0 0 0 0 0,0 0 0 0 0,0-1 0 0 0,0 1 0 0 0,-1 0 0 0 0,1 0 1 0 0,0 0-1 0 0,0 0 0 0 0,0-1 0 0 0,0 1 0 0 0,-1 0 0 0 0,1 0 0 0 0,0 0 0 0 0,0 0 0 0 0,0 0 0 0 0,0 0 1 0 0,-1 0-1 0 0,1-1 0 0 0,0 1 0 0 0,0 0 0 0 0,0 0 0 0 0,-1 0 0 0 0,1 0 0 0 0,0 0 0 0 0,0 0 0 0 0,-1 0 1 0 0,1 0-1 0 0,0 0 0 0 0,0 0 0 0 0,0 0 0 0 0,-1 0 0 0 0,1 0 0 0 0,0 0 0 0 0,0 1 0 0 0,0-1 0 0 0,-1 0 1 0 0,1 0-1 0 0,0 0 0 0 0,-7 8 22 0 0,2 1-10 0 0,2 1 1 0 0,-1 0-1 0 0,1 0 1 0 0,1 0-1 0 0,-3 18 1 0 0,1-4-1 0 0,-81 555 345 0 0,37-222 124 0 0,-144 742 403 0 0,167-987-840 0 0,-20 99 73 0 0,45-207-120 0 0,-1-2 0 0 0,0 0-1 0 0,1 1 1 0 0,0-1-1 0 0,-1 0 0 0 0,1 0 1 0 0,0 0-1 0 0,0 0 1 0 0,0 0-1 0 0,0 1 0 0 0,1-1 1 0 0,-1 0-1 0 0,0 0 0 0 0,2 3 1 0 0,6 4-2 0 0,9-6-7 0 0,-4-4 7 0 0,1-2 1 0 0,0 1-1 0 0,-1-2 0 0 0,0 1 1 0 0,0-2-1 0 0,15-6 0 0 0,74-43-18 0 0,-83 43-1 0 0,0 0 1 0 0,-1-2-1 0 0,-1 0 1 0 0,26-25-1 0 0,-38 33 20 0 0,0-1-1 0 0,0 0 1 0 0,-1 0 0 0 0,1 0-1 0 0,-1-1 1 0 0,-1 0-1 0 0,1 0 1 0 0,-1 0-1 0 0,-1 0 1 0 0,1 0-1 0 0,-1 0 1 0 0,0-1 0 0 0,-1 1-1 0 0,1-1 1 0 0,-2 1-1 0 0,1-14 1 0 0,-3 5 7 0 0,0-1 0 0 0,-1 1 0 0 0,-1 0 0 0 0,0 0 0 0 0,-1 0 0 0 0,-1 0 0 0 0,0 1 0 0 0,-1 0 0 0 0,-16-25 0 0 0,-2 4-6 0 0,-1 0 0 0 0,-45-46 0 0 0,37 48 2 0 0,-2 1 0 0 0,0 2 0 0 0,-3 2 0 0 0,0 2-1 0 0,-2 1 1 0 0,-75-36 0 0 0,109 59-2 0 0,-79-40-11 0 0,73 35 8 0 0,1 1 1 0 0,1-2-1 0 0,-1 1 0 0 0,-16-18 1 0 0,26 24 1 0 0,0-1 0 0 0,0 1 0 0 0,0-1 0 0 0,0 1 0 0 0,1-1-1 0 0,-1 0 1 0 0,1 1 0 0 0,0-1 0 0 0,0 0 0 0 0,0 0 0 0 0,0 0 0 0 0,0 0 0 0 0,0 0 0 0 0,1-1 0 0 0,0 1 0 0 0,-1-4 0 0 0,2 1-32 0 0,0 1 1 0 0,-1 0 0 0 0,2 0 0 0 0,-1 0-1 0 0,0 0 1 0 0,1 0 0 0 0,0 0-1 0 0,0 1 1 0 0,4-6 0 0 0,3-4-297 0 0,1 0 0 0 0,0 1 0 0 0,1 0 1 0 0,1 1-1 0 0,15-12 0 0 0,26-19-3325 0 0,2 3-1 0 0,98-54 1 0 0,-112 71-538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2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247 476 1564 0 0,'0'-3'388'0'0,"1"1"0"0"0,-1 0 0 0 0,1-1 0 0 0,-1 1 0 0 0,0 0 0 0 0,0-1 0 0 0,0 1 0 0 0,0-1 0 0 0,0 1 0 0 0,-1 0-1 0 0,1-1 1 0 0,-1 1 0 0 0,0 0 0 0 0,1-1 0 0 0,-1 1 0 0 0,0 0 0 0 0,0 0 0 0 0,-1 0 0 0 0,1 0 0 0 0,0 0 0 0 0,-1 0 0 0 0,1 0 0 0 0,-1 0 0 0 0,0 0 0 0 0,1 1-1 0 0,-4-3 1 0 0,4 4-311 0 0,0-1-1 0 0,0 1 0 0 0,0 0 0 0 0,0-1 1 0 0,-1 1-1 0 0,1 0 0 0 0,0 0 0 0 0,0-1 1 0 0,0 1-1 0 0,-1 0 0 0 0,1 0 0 0 0,0 0 0 0 0,0 1 1 0 0,-1-1-1 0 0,1 0 0 0 0,0 0 0 0 0,0 1 1 0 0,0-1-1 0 0,0 1 0 0 0,-2 0 0 0 0,-21 13 681 0 0,11-3-460 0 0,1 1 1 0 0,1 0-1 0 0,0 0 0 0 0,1 1 0 0 0,0 0 1 0 0,-12 23-1 0 0,3 0 129 0 0,-22 57 0 0 0,35-78-377 0 0,1 0-1 0 0,1 0 1 0 0,0 0 0 0 0,1 1-1 0 0,1-1 1 0 0,0 1 0 0 0,1 0-1 0 0,1 17 1 0 0,1-28-42 0 0,-1 0 1 0 0,1 1-1 0 0,0-1 0 0 0,0 0 1 0 0,0 0-1 0 0,1 0 0 0 0,-1 0 0 0 0,2 0 1 0 0,-1 0-1 0 0,0 0 0 0 0,1 0 1 0 0,0-1-1 0 0,0 1 0 0 0,0-1 0 0 0,0 0 1 0 0,1 0-1 0 0,0 0 0 0 0,0-1 0 0 0,0 1 1 0 0,0-1-1 0 0,0 0 0 0 0,1 0 1 0 0,0 0-1 0 0,-1-1 0 0 0,1 1 0 0 0,0-1 1 0 0,6 1-1 0 0,0 0-5 0 0,-1 0 0 0 0,1-1 0 0 0,0 0 0 0 0,0-1 0 0 0,0 0 0 0 0,0-1 0 0 0,0 0 0 0 0,0-1 0 0 0,0 0 0 0 0,0-1 0 0 0,0 0 0 0 0,-1-1-1 0 0,1 0 1 0 0,-1-1 0 0 0,1 0 0 0 0,-1 0 0 0 0,0-1 0 0 0,-1 0 0 0 0,1-1 0 0 0,-1 0 0 0 0,0-1 0 0 0,-1 0 0 0 0,1 0 0 0 0,-1-1 0 0 0,-1 0 0 0 0,0 0 0 0 0,0-1 0 0 0,0 0 0 0 0,-1 0 0 0 0,0 0 0 0 0,-1-1 0 0 0,0 0 0 0 0,-1 0 0 0 0,6-18 0 0 0,-6 12-3 0 0,0 0 1 0 0,-1 0 0 0 0,-1 0 0 0 0,0 0 0 0 0,-1-1-1 0 0,-1 1 1 0 0,-1-1 0 0 0,-2-17 0 0 0,2 26 2 0 0,0 1 0 0 0,-1-1 0 0 0,1 1 0 0 0,-2-1 0 0 0,1 1 1 0 0,-1 0-1 0 0,0 0 0 0 0,0 0 0 0 0,-1 0 0 0 0,0 1 0 0 0,0-1 1 0 0,-1 1-1 0 0,0 0 0 0 0,0 1 0 0 0,0-1 0 0 0,-1 1 0 0 0,0 0 1 0 0,0 0-1 0 0,-9-5 0 0 0,12 8-5 0 0,0 0 0 0 0,-1 1-1 0 0,0 0 1 0 0,1 0 0 0 0,-1 0 0 0 0,0 0 0 0 0,0 0 0 0 0,1 1-1 0 0,-1-1 1 0 0,0 1 0 0 0,0 0 0 0 0,0 0 0 0 0,1 1-1 0 0,-8 1 1 0 0,4-1 2 0 0,1 1 0 0 0,0 1 0 0 0,0-1 0 0 0,0 1 0 0 0,0 1 0 0 0,0-1 0 0 0,-10 9-1 0 0,4-2 6 0 0,1 1-1 0 0,0 0 0 0 0,0 1 0 0 0,1 0 0 0 0,1 1 0 0 0,-12 19 0 0 0,17-24-2 0 0,-1 1 0 0 0,2-1-1 0 0,-1 1 1 0 0,1 0 0 0 0,0 0-1 0 0,1 0 1 0 0,0 1 0 0 0,0-1 0 0 0,1 0-1 0 0,1 1 1 0 0,0 16 0 0 0,0-21 1 0 0,1-1 0 0 0,0 1 1 0 0,0 0-1 0 0,0-1 1 0 0,1 1-1 0 0,-1-1 1 0 0,1 0-1 0 0,0 0 0 0 0,1 1 1 0 0,-1-1-1 0 0,0 0 1 0 0,1-1-1 0 0,0 1 1 0 0,0 0-1 0 0,0-1 0 0 0,1 0 1 0 0,-1 1-1 0 0,1-1 1 0 0,0-1-1 0 0,0 1 1 0 0,0-1-1 0 0,0 1 0 0 0,0-1 1 0 0,0 0-1 0 0,7 2 1 0 0,3 0 0 0 0,0-1-1 0 0,0-1 1 0 0,0 0 0 0 0,0 0 0 0 0,0-2 0 0 0,0 1 0 0 0,0-2 0 0 0,1 0 0 0 0,-1-1 0 0 0,0 0-1 0 0,0-1 1 0 0,22-8 0 0 0,-1-2-114 0 0,0-1 0 0 0,0-2 0 0 0,49-32-1 0 0,-53 28-141 0 0,-2-2-1 0 0,-1 0 1 0 0,-1-2-1 0 0,-1-1 1 0 0,-1-1-1 0 0,-1-2 1 0 0,27-38-1 0 0,-17 14 59 0 0,-3-2 0 0 0,-1-1-1 0 0,31-82 1 0 0,-57 128 317 0 0,-1 0 1 0 0,0 0-1 0 0,0 1 1 0 0,-1-2-1 0 0,-1 1 1 0 0,1 0 0 0 0,-1 0-1 0 0,-1 0 1 0 0,0-1-1 0 0,-1-13 1 0 0,1 21-2 0 0,-3 2 8 0 0,1 0-100 0 0,0 0 0 0 0,0 1 0 0 0,0-1 0 0 0,0 1 0 0 0,0-1 0 0 0,0 1 0 0 0,1 0 0 0 0,-1 0 0 0 0,0 0 1 0 0,0 0-1 0 0,1 0 0 0 0,-1 0 0 0 0,0 1 0 0 0,1-1 0 0 0,-1 0 0 0 0,1 1 0 0 0,0-1 0 0 0,0 1 0 0 0,-1 0 0 0 0,0 2 0 0 0,-26 43 358 0 0,24-40-330 0 0,-31 61 152 0 0,3 2-1 0 0,4 0 1 0 0,2 2-1 0 0,4 1 1 0 0,-23 130-1 0 0,40-167-153 0 0,0 44 0 0 0,5-66-40 0 0,0 0 1 0 0,1 1 0 0 0,1-1-1 0 0,1 0 1 0 0,8 28 0 0 0,-9-36-19 0 0,0-1 0 0 0,1 0 0 0 0,-1 0 0 0 0,1 0 0 0 0,1 0 0 0 0,-1-1 0 0 0,1 1 1 0 0,-1-1-1 0 0,1 0 0 0 0,0 0 0 0 0,1 0 0 0 0,-1 0 0 0 0,1-1 0 0 0,0 0 0 0 0,-1 0 0 0 0,1 0 1 0 0,1-1-1 0 0,-1 1 0 0 0,0-1 0 0 0,1 0 0 0 0,-1-1 0 0 0,1 1 0 0 0,-1-1 0 0 0,1 0 0 0 0,0-1 1 0 0,-1 1-1 0 0,11-1 0 0 0,-3-1-124 0 0,1 0 0 0 0,-1-1 0 0 0,0 0 0 0 0,0-1 1 0 0,0 0-1 0 0,-1-1 0 0 0,1 0 0 0 0,-1-1 0 0 0,0-1 1 0 0,0 0-1 0 0,12-9 0 0 0,-2-1-112 0 0,-1-2 1 0 0,-1 0-1 0 0,0-1 1 0 0,-1-1-1 0 0,-2-1 1 0 0,0-1-1 0 0,24-40 1 0 0,-3-6-104 0 0,42-106 0 0 0,-55 114 661 0 0,-3-1 0 0 0,-3-2 0 0 0,-2 0 0 0 0,-3 0-1 0 0,6-69 1 0 0,-19 88 430 0 0,-1 42-704 0 0,0-1 0 0 0,0 1 1 0 0,0-1-1 0 0,-1 1 0 0 0,1-1 0 0 0,-1 0 0 0 0,0 1 0 0 0,1 0 0 0 0,-1-1 0 0 0,0 1 1 0 0,0-1-1 0 0,-1 1 0 0 0,-1-3 0 0 0,3 5-37 0 0,0 0 1 0 0,-1-1-1 0 0,1 1 1 0 0,-1 0-1 0 0,1-1 1 0 0,-1 1-1 0 0,1 0 0 0 0,0 0 1 0 0,-1 0-1 0 0,1-1 1 0 0,-1 1-1 0 0,1 0 0 0 0,-1 0 1 0 0,0 0-1 0 0,1 0 1 0 0,-1 0-1 0 0,1 0 1 0 0,-1 0-1 0 0,1 0 0 0 0,-1 0 1 0 0,1 0-1 0 0,-1 0 1 0 0,1 0-1 0 0,-1 0 0 0 0,1 0 1 0 0,-1 1-1 0 0,1-1 1 0 0,-1 0-1 0 0,1 0 1 0 0,-1 0-1 0 0,0 1 0 0 0,-11 10 84 0 0,11-10-77 0 0,-11 12 119 0 0,2 1 0 0 0,-1 0 0 0 0,2 1 0 0 0,-12 23 0 0 0,-25 66 317 0 0,35-78-364 0 0,-77 216 479 0 0,75-196-489 0 0,2 1 0 0 0,2-1 1 0 0,-5 69-1 0 0,13-94-43 0 0,1 0 0 0 0,0 0 0 0 0,2 1 0 0 0,5 29 0 0 0,-5-44-110 0 0,0 0 0 0 0,0 0 1 0 0,0-1-1 0 0,1 1 0 0 0,0-1 1 0 0,0 1-1 0 0,0-1 0 0 0,1 0 1 0 0,0 0-1 0 0,1-1 0 0 0,-1 1 1 0 0,1-1-1 0 0,0 0 0 0 0,0 0 0 0 0,0-1 1 0 0,13 9-1 0 0,-9-8-307 0 0,0 0-1 0 0,1-1 0 0 0,0 0 1 0 0,0 0-1 0 0,1-1 1 0 0,-1-1-1 0 0,1 1 1 0 0,-1-2-1 0 0,1 1 0 0 0,0-2 1 0 0,-1 1-1 0 0,1-1 1 0 0,0-1-1 0 0,0 0 1 0 0,-1-1-1 0 0,1 0 1 0 0,-1 0-1 0 0,1-1 0 0 0,-1 0 1 0 0,0-1-1 0 0,12-6 1 0 0,-6 1 74 0 0,1-1-1 0 0,-1 0 1 0 0,-1-1 0 0 0,0-1 0 0 0,0 0 0 0 0,-1-1 0 0 0,-1 0-1 0 0,0-2 1 0 0,-1 1 0 0 0,0-1 0 0 0,11-20 0 0 0,-7 6 1198 0 0,24-55-1 0 0,-34 69-209 0 0,-2 1 0 0 0,1-1 0 0 0,-2 0-1 0 0,0 1 1 0 0,-1-2 0 0 0,1-19-1 0 0,-3 31-402 0 0,-1 0 0 0 0,1 0 1 0 0,-1 0-1 0 0,0 0 0 0 0,0 0 0 0 0,0 0 0 0 0,0 0 0 0 0,-3-3 0 0 0,3 5 124 0 0,-13 4 343 0 0,10 1-620 0 0,0-1 1 0 0,0 2-1 0 0,0-1 1 0 0,1 0-1 0 0,0 1 1 0 0,0-1-1 0 0,0 1 1 0 0,0 0-1 0 0,0 0 1 0 0,1 0-1 0 0,-4 8 0 0 0,5-11-79 0 0,-11 24 183 0 0,1 1 0 0 0,1-1 1 0 0,1 1-1 0 0,1 1 1 0 0,2 0-1 0 0,-4 33 0 0 0,9-51-202 0 0,0 1 1 0 0,0-1-1 0 0,1 0 0 0 0,1 0 1 0 0,-1 1-1 0 0,2-1 0 0 0,-1 0 0 0 0,1 0 1 0 0,3 10-1 0 0,-3-16-21 0 0,-1 0 1 0 0,0 0-1 0 0,1 0 1 0 0,-1 0 0 0 0,1 0-1 0 0,0 0 1 0 0,0-1-1 0 0,0 1 1 0 0,1-1-1 0 0,-1 1 1 0 0,0-1-1 0 0,1 0 1 0 0,0 0 0 0 0,-1 0-1 0 0,1 0 1 0 0,0 0-1 0 0,0-1 1 0 0,0 1-1 0 0,0-1 1 0 0,0 0-1 0 0,1 0 1 0 0,-1 0-1 0 0,0 0 1 0 0,0-1 0 0 0,1 1-1 0 0,-1-1 1 0 0,6 0-1 0 0,1 0 3 0 0,0-1 1 0 0,-1 0-1 0 0,1 0 0 0 0,0-1 0 0 0,-1-1 0 0 0,0 0 1 0 0,1 0-1 0 0,-1 0 0 0 0,0-1 0 0 0,9-6 0 0 0,-6 2-4 0 0,0 0 0 0 0,0-1 0 0 0,-1 0-1 0 0,0-1 1 0 0,0 0 0 0 0,11-17 0 0 0,-10 12-1 0 0,-1 0 0 0 0,-1-1 0 0 0,0 0 0 0 0,-1-1 0 0 0,-1 0 0 0 0,-1-1 0 0 0,0 1 0 0 0,-2-2 0 0 0,0 1 1 0 0,5-35-1 0 0,-9 47-3 0 0,-1 0 1 0 0,0 0 0 0 0,0 0 0 0 0,-1 0 0 0 0,0 0 0 0 0,0 0 0 0 0,0 0 0 0 0,-4-10 0 0 0,3 13-1 0 0,1 0 0 0 0,0 0 0 0 0,-1 0 0 0 0,0 0 0 0 0,0 0 0 0 0,1 1 0 0 0,-2-1 0 0 0,1 1 0 0 0,0-1 0 0 0,0 1 1 0 0,-1 0-1 0 0,1 0 0 0 0,-1 0 0 0 0,0 0 0 0 0,0 0 0 0 0,0 1 0 0 0,-5-3 0 0 0,4 3 1 0 0,0 0-1 0 0,-1 1 1 0 0,1-1-1 0 0,-1 1 1 0 0,1 0-1 0 0,-1 0 1 0 0,1 1-1 0 0,-1-1 1 0 0,1 1-1 0 0,-1 0 1 0 0,1 0-1 0 0,0 1 1 0 0,0-1-1 0 0,-1 1 1 0 0,1 0-1 0 0,0 0 1 0 0,1 0-1 0 0,-1 1 1 0 0,0-1-1 0 0,-3 4 1 0 0,-7 5-7 0 0,2 0 1 0 0,-1 1-1 0 0,-20 26 1 0 0,20-23 22 0 0,1 2-1 0 0,1 0 1 0 0,1 0 0 0 0,-13 29 0 0 0,20-38-120 0 0,1-1 0 0 0,-1 0 0 0 0,1 1-1 0 0,1 0 1 0 0,0-1 0 0 0,-1 13 0 0 0,2-16-92 0 0,0 0-1 0 0,1 0 1 0 0,-1 0-1 0 0,1 0 1 0 0,0 0 0 0 0,0 0-1 0 0,0 0 1 0 0,0 0 0 0 0,1 0-1 0 0,0-1 1 0 0,0 1-1 0 0,0 0 1 0 0,3 3 0 0 0,-1-2-134 0 0,0-1 0 0 0,1 0 1 0 0,0 0-1 0 0,-1 0 1 0 0,1-1-1 0 0,1 0 1 0 0,-1 0-1 0 0,0 0 0 0 0,1-1 1 0 0,-1 1-1 0 0,1-1 1 0 0,0-1-1 0 0,0 1 1 0 0,0-1-1 0 0,0 0 0 0 0,6 0 1 0 0,4 1-1017 0 0,-1-2 1 0 0,1 0-1 0 0,0-1 1 0 0,30-5-1 0 0,-16 1-1541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92 102 948 0 0,'4'-7'1879'0'0,"-1"0"-1"0"0,0 0 1 0 0,0-1 0 0 0,3-16 955 0 0,-12 22-979 0 0,6 1-1806 0 0,0 1 0 0 0,0 0 0 0 0,-1 0 0 0 0,1 0 1 0 0,0 0-1 0 0,-1 0 0 0 0,1 0 0 0 0,0 0 0 0 0,-1-1 0 0 0,1 1 1 0 0,0 0-1 0 0,-1 0 0 0 0,1 0 0 0 0,0 0 0 0 0,-1 0 0 0 0,1 0 1 0 0,0 1-1 0 0,-1-1 0 0 0,1 0 0 0 0,0 0 0 0 0,-1 0 0 0 0,1 0 0 0 0,0 0 1 0 0,0 0-1 0 0,-1 0 0 0 0,1 1 0 0 0,0-1 0 0 0,-1 0 0 0 0,1 0 1 0 0,0 0-1 0 0,0 1 0 0 0,-1-1 0 0 0,1 0 0 0 0,0 0 0 0 0,0 1 1 0 0,0-1-1 0 0,0 0 0 0 0,-1 1 0 0 0,1-1 0 0 0,0 1 0 0 0,-8 9 321 0 0,0 0 0 0 0,0 1 0 0 0,1 0 1 0 0,0 0-1 0 0,1 0 0 0 0,1 1 0 0 0,0 0 0 0 0,0 0 0 0 0,-2 14 0 0 0,-2 7-44 0 0,2 1 0 0 0,-4 44 0 0 0,11-70-292 0 0,-1 1 0 0 0,1 0 0 0 0,0-1 0 0 0,1 1 1 0 0,3 16-1 0 0,-3-22-26 0 0,0 0 1 0 0,0 0 0 0 0,0 0-1 0 0,0 0 1 0 0,0 0 0 0 0,1 0 0 0 0,0-1-1 0 0,-1 1 1 0 0,1 0 0 0 0,0-1-1 0 0,0 1 1 0 0,0-1 0 0 0,1 0-1 0 0,-1 0 1 0 0,1 0 0 0 0,-1 0-1 0 0,1 0 1 0 0,3 2 0 0 0,-2-3-7 0 0,0-1 0 0 0,0 1 0 0 0,0-1 0 0 0,0 0 0 0 0,0 0 0 0 0,0 0 0 0 0,0 0 0 0 0,0-1 0 0 0,0 0 0 0 0,0 1 0 0 0,0-1 0 0 0,-1-1 0 0 0,1 1 0 0 0,6-4 0 0 0,1 0-10 0 0,0-1 0 0 0,0 0 1 0 0,-1-1-1 0 0,0 0 0 0 0,0-1 1 0 0,0 0-1 0 0,-1 0 0 0 0,8-11 1 0 0,10-13-51 0 0,23-37 0 0 0,-8 10 27 0 0,9-12 16 0 0,-50 69 39 0 0,-1 3-20 0 0,1-1 0 0 0,-1 0 0 0 0,0 0 0 0 0,1 1 0 0 0,-1-1 0 0 0,1 0 0 0 0,-1 1 0 0 0,0-1 0 0 0,1 0 0 0 0,-1 1 0 0 0,1-1 1 0 0,-1 1-1 0 0,0-1 0 0 0,0 1 0 0 0,1-1 0 0 0,-1 1 0 0 0,0-1 0 0 0,0 0 0 0 0,0 1 0 0 0,0-1 0 0 0,1 1 0 0 0,-1 0 0 0 0,0-1 1 0 0,0 1-1 0 0,0-1 0 0 0,0 1 0 0 0,0-1 0 0 0,0 1 0 0 0,0-1 0 0 0,-1 2 0 0 0,-1 19 30 0 0,1-17-8 0 0,-1 7-4 0 0,1-1 1 0 0,1 1-1 0 0,-1-1 0 0 0,1 1 0 0 0,1-1 0 0 0,0 1 0 0 0,1-1 1 0 0,0 0-1 0 0,0 1 0 0 0,6 12 0 0 0,-6-18-17 0 0,0 0 0 0 0,1 0 0 0 0,-1-1 0 0 0,1 1 0 0 0,0-1 0 0 0,1 0-1 0 0,-1 0 1 0 0,1 0 0 0 0,-1 0 0 0 0,1 0 0 0 0,0-1 0 0 0,1 0 0 0 0,-1 0 0 0 0,0 0 0 0 0,1 0 0 0 0,0-1-1 0 0,0 0 1 0 0,0 0 0 0 0,0 0 0 0 0,0 0 0 0 0,0-1 0 0 0,6 1 0 0 0,-4-1-2 0 0,-1 0 0 0 0,1-1 0 0 0,-1 0 0 0 0,1 0 1 0 0,-1 0-1 0 0,1-1 0 0 0,-1 0 0 0 0,1 0 0 0 0,-1-1 0 0 0,0 0 0 0 0,0 0 0 0 0,0 0 0 0 0,0-1 1 0 0,10-5-1 0 0,-8 3-4 0 0,-1-1 0 0 0,0 1 0 0 0,0-2 0 0 0,0 1 0 0 0,-1-1 0 0 0,0 0 0 0 0,0 0 1 0 0,-1 0-1 0 0,9-16 0 0 0,-9 13 0 0 0,0 0 1 0 0,0 0-1 0 0,-1-1 1 0 0,-1 1-1 0 0,0-1 1 0 0,0 0-1 0 0,-1 0 1 0 0,0-1 0 0 0,-1 1-1 0 0,0 0 1 0 0,-1-1-1 0 0,0 1 1 0 0,-1 0-1 0 0,0 0 1 0 0,-1-1-1 0 0,0 1 1 0 0,-6-16-1 0 0,6 23-2 0 0,0 1-1 0 0,0-1 1 0 0,0 1 0 0 0,0 0-1 0 0,-1 0 1 0 0,1 0 0 0 0,-4-3-1 0 0,5 5 4 0 0,1 1 0 0 0,-1-1 0 0 0,1 1-1 0 0,-1-1 1 0 0,1 0 0 0 0,-1 1 0 0 0,0 0-1 0 0,1-1 1 0 0,-1 1 0 0 0,0-1 0 0 0,1 1 0 0 0,-1 0-1 0 0,0-1 1 0 0,0 1 0 0 0,1 0 0 0 0,-1 0-1 0 0,0 0 1 0 0,0-1 0 0 0,0 1 0 0 0,1 0 0 0 0,-1 0-1 0 0,0 0 1 0 0,0 0 0 0 0,0 0 0 0 0,1 1-1 0 0,-1-1 1 0 0,0 0 0 0 0,0 0 0 0 0,1 0-1 0 0,-1 1 1 0 0,0-1 0 0 0,0 0 0 0 0,1 1 0 0 0,-1-1-1 0 0,0 1 1 0 0,1-1 0 0 0,-1 1 0 0 0,1-1-1 0 0,-1 1 1 0 0,0-1 0 0 0,1 1 0 0 0,-1 1 0 0 0,-1 0-3 0 0,1 1 1 0 0,-1-1 0 0 0,1 1 0 0 0,0 0 0 0 0,0 0 0 0 0,0-1 0 0 0,0 1 0 0 0,0 0 0 0 0,1 0 0 0 0,0 0 0 0 0,-1 0 0 0 0,1 0-1 0 0,0 0 1 0 0,0 0 0 0 0,1 0 0 0 0,-1-1 0 0 0,0 1 0 0 0,1 0 0 0 0,0 0 0 0 0,0 0 0 0 0,0 0 0 0 0,0-1 0 0 0,0 1 0 0 0,0 0 0 0 0,1-1-1 0 0,-1 1 1 0 0,1-1 0 0 0,0 1 0 0 0,3 3 0 0 0,1 0-128 0 0,0 0 0 0 0,0 0 0 0 0,0-1 0 0 0,0 1 0 0 0,1-1 0 0 0,0-1 0 0 0,0 1 0 0 0,1-1 0 0 0,13 5 0 0 0,-5-4-600 0 0,1 0 1 0 0,0-1 0 0 0,1-1-1 0 0,-1 0 1 0 0,31 0 0 0 0,-37-3 395 0 0,1-1 0 0 0,0 0 0 0 0,-1 0 0 0 0,1-1 0 0 0,-1 0 0 0 0,0-1 0 0 0,0-1 0 0 0,0 1 0 0 0,17-10 0 0 0,-17 7 338 0 0,-1-1 1 0 0,0-1-1 0 0,0 0 1 0 0,-1 0-1 0 0,0-1 1 0 0,0 0 0 0 0,14-19-1 0 0,-17 18 889 0 0,1 0 1 0 0,-1-1-1 0 0,-1 1 0 0 0,7-20 0 0 0,-11 22 1581 0 0,-8 19-1636 0 0,-11 22-296 0 0,-1 11-193 0 0,2 1 0 0 0,2 1 0 0 0,-18 85 0 0 0,33-129-481 0 0,0 1 0 0 0,-1 0 1 0 0,1 0-1 0 0,0 0 0 0 0,1 0 0 0 0,-1-1 0 0 0,0 1 1 0 0,1 0-1 0 0,-1 0 0 0 0,1-1 0 0 0,0 1 0 0 0,0 0 1 0 0,0-1-1 0 0,0 1 0 0 0,1-1 0 0 0,-1 1 1 0 0,1-1-1 0 0,-1 1 0 0 0,1-1 0 0 0,0 0 0 0 0,4 4 1 0 0,-2-3-690 0 0,0-1 1 0 0,0 1-1 0 0,0-1 0 0 0,1 0 1 0 0,-1 0-1 0 0,1 0 1 0 0,-1 0-1 0 0,1-1 1 0 0,0 0-1 0 0,-1 0 1 0 0,11 1-1 0 0,5 0-5277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88 2308 0 0,'13'-27'14280'0'0,"-15"38"-12306"0"0,-3 10-1339 0 0,-1-1-1 0 0,0 0 1 0 0,-2 0-1 0 0,-1-1 1 0 0,-15 27-1 0 0,-66 86 54 0 0,90-131-685 0 0,0-1-1 0 0,0 1 1 0 0,-1-1 0 0 0,1 0 0 0 0,0 1 0 0 0,0-1-1 0 0,-1 1 1 0 0,1-1 0 0 0,0 1 0 0 0,-1-1 0 0 0,1 0-1 0 0,-1 1 1 0 0,1-1 0 0 0,0 1 0 0 0,-1-1 0 0 0,1 0-1 0 0,-1 0 1 0 0,1 1 0 0 0,-1-1 0 0 0,1 0 0 0 0,-1 0-1 0 0,1 0 1 0 0,-1 1 0 0 0,1-1 0 0 0,-1 0 0 0 0,1 0-1 0 0,-1 0 1 0 0,0 0 0 0 0,1 0 0 0 0,-1 0 0 0 0,1 0-1 0 0,-1 0 1 0 0,1 0 0 0 0,-1 0 0 0 0,1-1 0 0 0,-1 1-1 0 0,1 0 1 0 0,-1 0 0 0 0,0-1 0 0 0,7-15 28 0 0,9-13-98 0 0,1 0-1 0 0,1 1 1 0 0,1 1 0 0 0,1 1 0 0 0,2 0-1 0 0,24-23 1 0 0,-31 35 44 0 0,0 2 0 0 0,0 0 0 0 0,1 0 0 0 0,1 1 0 0 0,0 1 0 0 0,0 1 0 0 0,1 0 0 0 0,0 1 0 0 0,0 1 0 0 0,1 1 0 0 0,34-8 0 0 0,-47 13 70 0 0,1 0 0 0 0,0 1 1 0 0,0-1-1 0 0,0 1 1 0 0,0 1-1 0 0,0-1 0 0 0,0 1 1 0 0,0 0-1 0 0,0 0 0 0 0,-1 1 1 0 0,1 0-1 0 0,0 0 1 0 0,-1 0-1 0 0,0 1 0 0 0,1-1 1 0 0,-1 1-1 0 0,0 0 0 0 0,0 1 1 0 0,-1-1-1 0 0,1 1 0 0 0,-1 0 1 0 0,0 1-1 0 0,0-1 1 0 0,0 0-1 0 0,0 1 0 0 0,-1 0 1 0 0,0 0-1 0 0,0 0 0 0 0,0 1 1 0 0,0-1-1 0 0,-1 0 0 0 0,0 1 1 0 0,0 0-1 0 0,-1-1 1 0 0,1 1-1 0 0,-1 0 0 0 0,-1 0 1 0 0,1 0-1 0 0,-1 0 0 0 0,0 0 1 0 0,0 0-1 0 0,-2 8 1 0 0,-5 16 98 0 0,-2-1 0 0 0,0 0 1 0 0,-2 0-1 0 0,-28 51 1 0 0,32-66-155 0 0,7-14-35 0 0,-1 1 1 0 0,1-1-1 0 0,-1 1 0 0 0,1-1 0 0 0,0 1 0 0 0,-1 0 0 0 0,1-1 1 0 0,0 1-1 0 0,0 0 0 0 0,-1-1 0 0 0,1 1 0 0 0,0 0 0 0 0,0 0 0 0 0,0-1 1 0 0,0 1-1 0 0,0 0 0 0 0,0-1 0 0 0,0 1 0 0 0,0 0 0 0 0,0-1 1 0 0,0 1-1 0 0,1 0 0 0 0,-1 0 0 0 0,0-1 0 0 0,0 1 0 0 0,1 0 0 0 0,-1-1 1 0 0,0 1-1 0 0,1 0 0 0 0,0 0-56 0 0,0-1 0 0 0,1 1 0 0 0,-1-1 0 0 0,0 1 0 0 0,0-1 0 0 0,0 0 1 0 0,0 0-1 0 0,1 1 0 0 0,-1-1 0 0 0,0 0 0 0 0,0 0 0 0 0,1 0 0 0 0,-1 0 0 0 0,0 0 0 0 0,2-1 0 0 0,7-1-736 0 0,0 0-1 0 0,17-7 1 0 0,-27 9 807 0 0,277-112-4703 0 0,-217 84 5124 0 0,-2-2 1 0 0,84-59-1 0 0,-104 54 1257 0 0,-27 24-1015 0 0,-11 11-616 0 0,0-1 1 0 0,1 1-1 0 0,-1 0 0 0 0,0 0 1 0 0,0 0-1 0 0,0-1 1 0 0,0 1-1 0 0,0 0 1 0 0,1 0-1 0 0,-1 0 1 0 0,0-1-1 0 0,0 1 0 0 0,0 0 1 0 0,0 0-1 0 0,0 0 1 0 0,0-1-1 0 0,0 1 1 0 0,0 0-1 0 0,0 0 1 0 0,0-1-1 0 0,0 1 0 0 0,0 0 1 0 0,0 0-1 0 0,0-1 1 0 0,0 1-1 0 0,0 0 1 0 0,0 0-1 0 0,0-1 1 0 0,0 1-1 0 0,0 0 0 0 0,0 0 1 0 0,0 0-1 0 0,0-1 1 0 0,-1 1-1 0 0,1 0 1 0 0,0 0-1 0 0,0 0 1 0 0,0-1-1 0 0,0 1 0 0 0,-1 0 1 0 0,1-1 3 0 0,-1 1 0 0 0,1 0-1 0 0,-1 0 1 0 0,0-1 0 0 0,1 1 0 0 0,-1 0 0 0 0,1 0 0 0 0,-1 0 0 0 0,0 0-1 0 0,1-1 1 0 0,-1 1 0 0 0,0 0 0 0 0,1 0 0 0 0,-1 0 0 0 0,0 0-1 0 0,1 1 1 0 0,-1-1 0 0 0,0 0 0 0 0,0 0 0 0 0,-35 14 364 0 0,1 1 0 0 0,1 1 0 0 0,1 2 0 0 0,0 2-1 0 0,-31 24 1 0 0,44-30-161 0 0,-29 28 0 0 0,44-38-197 0 0,1 1-1 0 0,-1 0 0 0 0,1 0 1 0 0,0 0-1 0 0,0 0 1 0 0,0 1-1 0 0,1 0 0 0 0,0 0 1 0 0,0 0-1 0 0,-4 12 0 0 0,7-17-23 0 0,0 0 0 0 0,-1 1 0 0 0,1-1 1 0 0,0 0-1 0 0,0 1 0 0 0,0-1 0 0 0,0 1 0 0 0,0-1 0 0 0,1 0 0 0 0,-1 1 0 0 0,0-1 0 0 0,1 0 0 0 0,-1 1 0 0 0,1-1 0 0 0,-1 0 0 0 0,1 0 0 0 0,-1 0 0 0 0,1 1 0 0 0,0-1 0 0 0,0 0 0 0 0,0 0 0 0 0,0 0 0 0 0,-1 0 0 0 0,1 0 0 0 0,0 0 0 0 0,1 0 0 0 0,-1-1 0 0 0,0 1 0 0 0,0 0 0 0 0,0-1 0 0 0,0 1 0 0 0,1 0 0 0 0,-1-1 0 0 0,2 1 0 0 0,2 0 5 0 0,0 1 0 0 0,0-1 0 0 0,0-1 1 0 0,0 1-1 0 0,0-1 0 0 0,0 0 0 0 0,9-1 0 0 0,0-1 7 0 0,-1-1 0 0 0,1 0 0 0 0,-1-1 0 0 0,0-1 0 0 0,0 0 0 0 0,-1-1 0 0 0,1 0-1 0 0,14-10 1 0 0,12-11 6 0 0,38-34 0 0 0,-53 41-20 0 0,-17 14 50 0 0,1 0-1 0 0,0 0 0 0 0,11-6 0 0 0,-17 11 115 0 0,-2 2-128 0 0,1-1 0 0 0,-1 1 0 0 0,0-1 0 0 0,0 1 0 0 0,0-1 0 0 0,1 1 0 0 0,-1-1 0 0 0,0 1 0 0 0,0-1 0 0 0,0 1 0 0 0,0-1 0 0 0,0 1 0 0 0,0-1 0 0 0,0 1 0 0 0,0-1 0 0 0,0 1 0 0 0,0-1 0 0 0,-1 1 0 0 0,1-1 0 0 0,0 1 0 0 0,0-1 0 0 0,0 1 0 0 0,-1-1 0 0 0,1 0 0 0 0,0 1 0 0 0,-1 0 0 0 0,-5 12 319 0 0,-121 219 3462 0 0,38-76-2329 0 0,46-76-1219 0 0,-27 53 755 0 0,-106 146 0 0 0,150-244-1027 0 0,-39 40 0 0 0,52-62 0 0 0,1-2 0 0 0,-1 1 0 0 0,-1-2 0 0 0,0 0 0 0 0,-1 0 0 0 0,-18 8 0 0 0,29-16 0 0 0,1-1 0 0 0,-1 1 0 0 0,1-1 0 0 0,-1 0 0 0 0,1 0 0 0 0,-1 0 0 0 0,1 0 0 0 0,-1-1 0 0 0,0 0 0 0 0,1 0 0 0 0,-1 0 0 0 0,0 0 0 0 0,0 0 0 0 0,1-1 0 0 0,-1 1 0 0 0,0-1 0 0 0,1 0 0 0 0,-1 0 0 0 0,1 0 0 0 0,-1-1 0 0 0,-4-2 0 0 0,5 1 0 0 0,0 1 0 0 0,-1-1 0 0 0,1 0 0 0 0,1 0 0 0 0,-1 0 0 0 0,0-1 0 0 0,1 1 0 0 0,-1-1 0 0 0,1 1 0 0 0,0-1 0 0 0,1 0 0 0 0,-1 0 0 0 0,0 0 0 0 0,1 0 0 0 0,0 0 0 0 0,0 0 0 0 0,0 0 0 0 0,0-7 0 0 0,1-5 0 0 0,0 1 0 0 0,0-1 0 0 0,2 1 0 0 0,0-1 0 0 0,1 1 0 0 0,0 0 0 0 0,1 0 0 0 0,11-25 0 0 0,59-111 0 0 0,-71 145 0 0 0,24-42-740 0 0,10-16-5656 0 0,-4-1-1 0 0,44-121 0 0 0,-62 136-4036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58 3364 0 0,'-247'-56'14897'0'0,"244"55"-14440"0"0,0 2-1457 0 0,-4 5-1551 0 0,9-5 1730 0 0,2 2-272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154 142 2356 0 0,'22'-45'6836'0'0,"18"-51"1938"0"0,-42 112-8190 0 0,0-1 0 0 0,-1 1-1 0 0,-1-1 1 0 0,0 0 0 0 0,-8 18 0 0 0,1 1-151 0 0,-28 93 602 0 0,-73 256 707 0 0,110-377-1722 0 0,-6 28 105 0 0,-6 40 1 0 0,13-65-107 0 0,0 1 1 0 0,1-1-1 0 0,0 0 1 0 0,0 0 0 0 0,1 1-1 0 0,0-1 1 0 0,1 0-1 0 0,0 0 1 0 0,5 14 0 0 0,-6-19-16 0 0,1-1 0 0 0,0 1 0 0 0,0-1 0 0 0,0 1 0 0 0,0-1 0 0 0,1 0 1 0 0,0 0-1 0 0,-1 0 0 0 0,1 0 0 0 0,0 0 0 0 0,0-1 0 0 0,1 1 0 0 0,-1-1 0 0 0,0 0 1 0 0,1 0-1 0 0,4 2 0 0 0,-1-1-221 0 0,-1-1 0 0 0,1-1-1 0 0,0 1 1 0 0,0-1 0 0 0,0 0 0 0 0,0 0 0 0 0,0-1-1 0 0,12-1 1 0 0,0-1-995 0 0,1-2 0 0 0,-1 0 0 0 0,0-1 0 0 0,-1 0 0 0 0,34-16 0 0 0,28-22-5864 0 0,-40 17 567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91 512 0 0,'13'-22'4079'0'0,"-3"5"2399"0"0,15-35 2306 0 0,-26 73-7733 0 0,-2 0 0 0 0,0-1 0 0 0,-1 0 0 0 0,-9 25 0 0 0,4-11-547 0 0,-49 163 665 0 0,-26 108-644 0 0,79-282-915 0 0,-5 29-1854 0 0,8-18-4713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16 0 0,'1'-16'1798'0'0,"1"0"0"0"0,0 0 0 0 0,1 0 1 0 0,0 0-1 0 0,10-26 0 0 0,-10 37-1554 0 0,-1 0 1 0 0,1 0-1 0 0,-1 0 1 0 0,2 1-1 0 0,-1-1 1 0 0,0 1-1 0 0,1 0 1 0 0,0 0-1 0 0,-1 0 1 0 0,2 0-1 0 0,-1 1 1 0 0,0-1-1 0 0,1 1 1 0 0,-1 0-1 0 0,1 1 0 0 0,0-1 1 0 0,0 1-1 0 0,0 0 1 0 0,0 0-1 0 0,9-1 1 0 0,-1 1 29 0 0,-1 0 0 0 0,1 1 1 0 0,0 0-1 0 0,0 1 1 0 0,0 1-1 0 0,0 0 0 0 0,-1 1 1 0 0,1 0-1 0 0,24 8 0 0 0,-25-6-112 0 0,-1 0 0 0 0,0 1 0 0 0,0 0-1 0 0,0 1 1 0 0,-1 0 0 0 0,0 0 0 0 0,0 1 0 0 0,-1 0-1 0 0,1 1 1 0 0,14 17 0 0 0,-22-22-106 0 0,1 0 1 0 0,-1 0-1 0 0,0 1 1 0 0,0-1-1 0 0,0 1 1 0 0,0-1 0 0 0,0 1-1 0 0,-1 0 1 0 0,0 0-1 0 0,0 0 1 0 0,0 0-1 0 0,0 0 1 0 0,-1 0-1 0 0,1 0 1 0 0,-1 0-1 0 0,0 0 1 0 0,-1 5-1 0 0,0-3-14 0 0,0 0-1 0 0,-1 0 0 0 0,0-1 1 0 0,0 1-1 0 0,0 0 0 0 0,-1 0 1 0 0,0-1-1 0 0,0 0 0 0 0,-1 1 0 0 0,-4 5 1 0 0,-3 1-14 0 0,0 0 1 0 0,-1-1-1 0 0,-1 0 1 0 0,1-1-1 0 0,-1 0 0 0 0,-1-1 1 0 0,-25 12-1 0 0,24-13-85 0 0,-1-2-1 0 0,0 0 0 0 0,0 0 1 0 0,-23 3-1 0 0,-12-2-2862 0 0,49-7 2535 0 0,-23-1-2748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25 2904 0 0,'45'-24'13477'0'0,"-44"25"-13309"0"0,-1 0 1 0 0,1 0-1 0 0,0 0 1 0 0,0 1-1 0 0,0-1 1 0 0,-1 0-1 0 0,1 0 1 0 0,-1 1 0 0 0,1-1-1 0 0,-1 1 1 0 0,1-1-1 0 0,-1 0 1 0 0,0 1-1 0 0,0-1 1 0 0,0 1-1 0 0,0-1 1 0 0,0 1-1 0 0,0-1 1 0 0,0 0-1 0 0,0 1 1 0 0,-1 1-1 0 0,-8 41 1533 0 0,4-24-1127 0 0,-77 261 1885 0 0,12-52-3771 0 0,66-203-1191 0 0,2-13-1168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64 191 1832 0 0,'2'-10'1325'0'0,"0"-1"-1"0"0,1 1 0 0 0,0 0 1 0 0,1 0-1 0 0,0 0 0 0 0,0 1 1 0 0,1-1-1 0 0,12-16 0 0 0,-11 19-990 0 0,-1 1 0 0 0,1 0 0 0 0,0 0-1 0 0,0 1 1 0 0,1 0 0 0 0,-1 0 0 0 0,1 0-1 0 0,1 1 1 0 0,-1 0 0 0 0,0 0 0 0 0,1 1 0 0 0,8-3-1 0 0,1 1-11 0 0,1 1 0 0 0,-1 1 0 0 0,1 0 0 0 0,0 1 0 0 0,0 1 0 0 0,0 1 0 0 0,26 2 0 0 0,-32-1-177 0 0,-1 1-1 0 0,1 0 1 0 0,-1 1-1 0 0,0 0 1 0 0,0 1-1 0 0,0 0 1 0 0,0 0-1 0 0,0 1 1 0 0,-1 1-1 0 0,0 0 1 0 0,0 0-1 0 0,13 13 1 0 0,-20-17-92 0 0,0 1 0 0 0,0 0 0 0 0,-1 0 0 0 0,1 0 0 0 0,-1 0 0 0 0,0 1 0 0 0,0-1 0 0 0,0 1-1 0 0,0-1 1 0 0,0 1 0 0 0,-1 0 0 0 0,0-1 0 0 0,0 1 0 0 0,0 0 0 0 0,0 0 0 0 0,-1 0 0 0 0,1 7 0 0 0,-1-5-14 0 0,-1 0-1 0 0,0 0 0 0 0,0 0 1 0 0,-1 0-1 0 0,0 0 1 0 0,0 0-1 0 0,0 0 0 0 0,-1-1 1 0 0,1 1-1 0 0,-6 7 0 0 0,-3 2-4 0 0,0-1-1 0 0,-1 0 0 0 0,-1 0 0 0 0,0-2 0 0 0,0 1 0 0 0,-28 17 0 0 0,12-11-1 0 0,0-1-1 0 0,-2-2 1 0 0,-60 24 0 0 0,68-33-613 0 0,0 0 1 0 0,-29 4-1 0 0,33-9-861 0 0,0 0 0 0 0,0-1-1 0 0,-25-2 1 0 0,39 1 389 0 0,0-1 0 0 0,1 0 0 0 0,-1 0 0 0 0,0 0 0 0 0,0-1 0 0 0,-5-2 1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6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1436 0 0,'34'2'5232'0'0,"31"3"3101"0"0,-28-4-6202 0 0,-34-1-1902 0 0,17 0-120 0 0,-10-2-671 0 0,-7 1-333 0 0,6-1-1302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9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1 158 272 0 0,'2'-30'4103'0'0,"-1"16"-2462"0"0,1-1 0 0 0,6-26 0 0 0,-7 38-1469 0 0,0-1-1 0 0,0 0 0 0 0,1 1 0 0 0,0-1 0 0 0,-1 1 0 0 0,1-1 0 0 0,0 1 0 0 0,1 0 0 0 0,-1 0 0 0 0,1 0 0 0 0,-1 0 0 0 0,1 0 1 0 0,0 1-1 0 0,0-1 0 0 0,4-2 0 0 0,-5 4-111 0 0,0 0-1 0 0,-1 1 1 0 0,1-1 0 0 0,0 1 0 0 0,0-1 0 0 0,-1 1 0 0 0,1 0-1 0 0,0-1 1 0 0,0 1 0 0 0,0 0 0 0 0,-1 0 0 0 0,1 0 0 0 0,0 1-1 0 0,0-1 1 0 0,-1 0 0 0 0,1 1 0 0 0,0-1 0 0 0,0 1 0 0 0,-1 0-1 0 0,1-1 1 0 0,-1 1 0 0 0,1 0 0 0 0,0 0 0 0 0,-1 0 0 0 0,0 0-1 0 0,3 2 1 0 0,2 2 115 0 0,0 1 0 0 0,0 0 0 0 0,-1-1 0 0 0,6 10-1 0 0,-3-3-57 0 0,-1 1-1 0 0,0 0 1 0 0,-1 0-1 0 0,0 1 1 0 0,-1 0-1 0 0,0 0 0 0 0,-1 0 1 0 0,-1 0-1 0 0,-1 1 1 0 0,0-1-1 0 0,0 1 1 0 0,-2 21-1 0 0,-1 4-3 0 0,-3 0 1 0 0,-1-1-1 0 0,-14 55 0 0 0,-11 20 81 0 0,29-112-180 0 0,3-3-14 0 0,-1 0 0 0 0,0 0-1 0 0,1-1 1 0 0,-1 1 0 0 0,0-1-1 0 0,0 1 1 0 0,0-1 0 0 0,0 1 0 0 0,0-1-1 0 0,0 0 1 0 0,-1 1 0 0 0,1-1-1 0 0,0 0 1 0 0,0-3 0 0 0,1 0 7 0 0,33-79-30 0 0,20-43-32 0 0,-44 105 45 0 0,1 1-1 0 0,1 0 1 0 0,25-31 0 0 0,-33 47 7 0 0,-1 1 0 0 0,1-1 1 0 0,0 1-1 0 0,0 0 1 0 0,0 0-1 0 0,1 1 1 0 0,0-1-1 0 0,-1 1 1 0 0,1 0-1 0 0,10-3 1 0 0,-13 6 3 0 0,0 0 1 0 0,-1-1 0 0 0,1 1-1 0 0,0 0 1 0 0,-1 1 0 0 0,1-1-1 0 0,0 0 1 0 0,-1 1 0 0 0,1-1-1 0 0,-1 1 1 0 0,1 0 0 0 0,-1 0-1 0 0,1 0 1 0 0,-1 0 0 0 0,1 1-1 0 0,-1-1 1 0 0,0 0 0 0 0,0 1 0 0 0,0 0-1 0 0,4 3 1 0 0,-1 0 15 0 0,-1 0 0 0 0,1 0 0 0 0,-1 0 0 0 0,-1 0 1 0 0,1 1-1 0 0,5 10 0 0 0,-5-6 16 0 0,-1 0 0 0 0,0 0 0 0 0,0 0 0 0 0,-1 0 0 0 0,0 1 0 0 0,0 16-1 0 0,-5 61 109 0 0,-1-20 35 0 0,4-66-145 0 0,2-3-31 0 0,0 0 0 0 0,0-1 1 0 0,-1 1-1 0 0,1-1 0 0 0,0 1 0 0 0,-1-1 0 0 0,1 0 1 0 0,-1 0-1 0 0,0 0 0 0 0,0 0 0 0 0,0 0 0 0 0,1-2 1 0 0,11-30-9 0 0,-8 20 3 0 0,19-47-8 0 0,38-93-28 0 0,-52 134 26 0 0,1-1 0 0 0,1 2 0 0 0,1 0 0 0 0,0 0-1 0 0,17-17 1 0 0,-27 33 19 0 0,0 0-1 0 0,0 0 0 0 0,0 0 0 0 0,0 1 1 0 0,1-1-1 0 0,-1 1 0 0 0,1 0 0 0 0,0 0 1 0 0,-1 0-1 0 0,1 1 0 0 0,0-1 0 0 0,0 1 1 0 0,0 0-1 0 0,0 0 0 0 0,1 0 1 0 0,-1 0-1 0 0,0 1 0 0 0,8 0 0 0 0,-8 0 15 0 0,0 1 0 0 0,-1 0 0 0 0,1 0 0 0 0,0 0 0 0 0,-1 1-1 0 0,1-1 1 0 0,-1 1 0 0 0,0-1 0 0 0,0 1 0 0 0,1 0 0 0 0,-1 1 0 0 0,0-1-1 0 0,-1 0 1 0 0,1 1 0 0 0,0 0 0 0 0,-1-1 0 0 0,1 1 0 0 0,-1 0-1 0 0,0 0 1 0 0,0 1 0 0 0,2 3 0 0 0,1 3 14 0 0,-1 0 0 0 0,0 0 0 0 0,-1 1-1 0 0,0-1 1 0 0,0 1 0 0 0,-1-1 0 0 0,-1 1 0 0 0,1 18 0 0 0,-3 4 97 0 0,-7 50 0 0 0,5-56-457 0 0,0-1 1 0 0,2 1 0 0 0,1 30-1 0 0,0-53 44 0 0,1 0-1 0 0,-1-1 0 0 0,0 1 1 0 0,1 0-1 0 0,0-1 0 0 0,0 1 1 0 0,0-1-1 0 0,0 1 0 0 0,1-1 1 0 0,-1 1-1 0 0,1-1 0 0 0,0 0 1 0 0,0 0-1 0 0,0 0 0 0 0,1 0 1 0 0,-1 0-1 0 0,1 0 0 0 0,-1-1 1 0 0,1 1-1 0 0,0-1 0 0 0,0 1 1 0 0,0-1-1 0 0,0 0 0 0 0,0-1 1 0 0,1 1-1 0 0,-1 0 0 0 0,0-1 1 0 0,1 0-1 0 0,0 0 0 0 0,-1 0 1 0 0,1 0-1 0 0,-1 0 0 0 0,1-1 1 0 0,0 0-1 0 0,0 1 0 0 0,-1-1 1 0 0,1-1-1 0 0,0 1 0 0 0,-1 0 1 0 0,1-1-1 0 0,3-1 0 0 0,17-3-2179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0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157 192 1056 0 0,'24'-42'3972'0'0,"-1"0"0"0"0,22-60 1 0 0,-44 97-3042 0 0,-3 4-302 0 0,-10 13-9 0 0,-15 20-44 0 0,-80 122 955 0 0,84-115-1362 0 0,1 0 1 0 0,-19 50-1 0 0,38-81-153 0 0,0 0 0 0 0,1 0 0 0 0,0-1 0 0 0,0 1 0 0 0,1 0 0 0 0,-1 9 0 0 0,2-15-13 0 0,0 0-1 0 0,0-1 1 0 0,0 1-1 0 0,0 0 1 0 0,0 0 0 0 0,1 0-1 0 0,-1 0 1 0 0,1 0-1 0 0,-1-1 1 0 0,1 1-1 0 0,-1 0 1 0 0,1 0-1 0 0,0-1 1 0 0,0 1 0 0 0,0 0-1 0 0,0-1 1 0 0,0 1-1 0 0,0-1 1 0 0,1 1-1 0 0,-1-1 1 0 0,0 0 0 0 0,1 0-1 0 0,-1 1 1 0 0,1-1-1 0 0,-1 0 1 0 0,1 0-1 0 0,0 0 1 0 0,-1-1 0 0 0,1 1-1 0 0,3 1 1 0 0,1-1-3 0 0,-1 0-1 0 0,1 0 1 0 0,0-1 0 0 0,0 0 0 0 0,0 0 0 0 0,0 0 0 0 0,0-1 0 0 0,0 0 0 0 0,0 0 0 0 0,0 0 0 0 0,-1-1 0 0 0,1 1 0 0 0,0-2 0 0 0,-1 1-1 0 0,0 0 1 0 0,1-1 0 0 0,-1 0 0 0 0,0-1 0 0 0,6-4 0 0 0,-1 0-15 0 0,-1 0 0 0 0,1-1 0 0 0,-1 0 1 0 0,-1-1-1 0 0,0 0 0 0 0,0 0 0 0 0,-1-1 0 0 0,6-11 0 0 0,4-12 111 0 0,0-1 0 0 0,-2 0 0 0 0,20-74 0 0 0,-33 102 323 0 0,-1 18-248 0 0,-3 20-58 0 0,-11 42 35 0 0,2-16-437 0 0,3 0 0 0 0,-2 68 0 0 0,10-118-265 0 0,0 0 1 0 0,0-1-1 0 0,1 1 0 0 0,0 0 0 0 0,4 10 0 0 0,-5-15 195 0 0,1 0 0 0 0,-1-1 0 0 0,1 1-1 0 0,0-1 1 0 0,0 1 0 0 0,0-1 0 0 0,0 1 0 0 0,0-1 0 0 0,0 1-1 0 0,0-1 1 0 0,0 0 0 0 0,0 0 0 0 0,1 1 0 0 0,-1-1-1 0 0,0 0 1 0 0,1 0 0 0 0,-1 0 0 0 0,1-1 0 0 0,-1 1 0 0 0,1 0-1 0 0,0 0 1 0 0,-1-1 0 0 0,1 1 0 0 0,0-1 0 0 0,1 1 0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1112 0 0,'8'-19'2070'0'0,"-6"12"-1500"0"0,1-1 0 0 0,0 1 0 0 0,0 0 0 0 0,1 0-1 0 0,0 1 1 0 0,0-1 0 0 0,1 1 0 0 0,0 0-1 0 0,0 0 1 0 0,0 0 0 0 0,0 1 0 0 0,8-5 0 0 0,-12 9-462 0 0,1 0 1 0 0,0 0-1 0 0,-1 0 1 0 0,1 1-1 0 0,0-1 1 0 0,0 0-1 0 0,0 1 1 0 0,0 0-1 0 0,0-1 1 0 0,0 1-1 0 0,-1 0 1 0 0,1 0-1 0 0,0 0 1 0 0,0 0 0 0 0,0 1-1 0 0,0-1 1 0 0,0 0-1 0 0,0 1 1 0 0,0-1-1 0 0,-1 1 1 0 0,1 0-1 0 0,0 0 1 0 0,0 0-1 0 0,-1-1 1 0 0,1 2-1 0 0,0-1 1 0 0,-1 0-1 0 0,1 0 1 0 0,-1 0-1 0 0,0 1 1 0 0,1-1-1 0 0,1 3 1 0 0,0 1 40 0 0,1-1 1 0 0,-2 0-1 0 0,1 1 0 0 0,0-1 1 0 0,-1 1-1 0 0,0 0 0 0 0,0 0 1 0 0,0 0-1 0 0,0 0 0 0 0,0 8 0 0 0,-1-3-52 0 0,-1-1-1 0 0,0 0 0 0 0,-1 1 0 0 0,0-1 0 0 0,-1 0 0 0 0,0 0 0 0 0,0 0 0 0 0,-1 0 0 0 0,0 0 0 0 0,-1 0 1 0 0,-4 8-1 0 0,-9 13 93 0 0,-32 46-1 0 0,38-61-116 0 0,-21 32 79 0 0,31-45-160 0 0,4-4-2 0 0,14-8-1 0 0,0-1 0 0 0,-1 0 0 0 0,0-1 0 0 0,-1-1-1 0 0,24-26 1 0 0,3-3-80 0 0,13-6 36 0 0,-8 7 110 0 0,76-84 0 0 0,-111 104 183 0 0,-13 17-79 0 0,-10 8-108 0 0,6 0-18 0 0,1 0 1 0 0,-1 0-1 0 0,1 0 1 0 0,-1 1-1 0 0,1 0 1 0 0,1 0-1 0 0,-1 0 1 0 0,1 0-1 0 0,-6 10 0 0 0,-3 7 54 0 0,-1-2-3 0 0,1 0 1 0 0,1 1-1 0 0,-10 28 1 0 0,16-36-62 0 0,1-1 0 0 0,0 2 0 0 0,1-1 0 0 0,1 0 0 0 0,0 1 0 0 0,1-1 0 0 0,0 17 0 0 0,1-26-8 0 0,1 1 0 0 0,-1-1-1 0 0,1 1 1 0 0,0-1 0 0 0,0 0 0 0 0,1 1-1 0 0,-1-1 1 0 0,1 0 0 0 0,0 0 0 0 0,0 0 0 0 0,0 0-1 0 0,1 0 1 0 0,-1 0 0 0 0,1-1 0 0 0,6 7-1 0 0,-4-5-54 0 0,0-1 0 0 0,1 0 0 0 0,0-1 0 0 0,0 1 0 0 0,0-1 0 0 0,0 0-1 0 0,0 0 1 0 0,1-1 0 0 0,10 3 0 0 0,4-1-900 0 0,-1-1 1 0 0,1-1-1 0 0,0 0 0 0 0,1-2 1 0 0,40-5-1 0 0,0-5-4514 0 0,-31 3 350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64 1696 0 0,'-20'-28'8922'0'0,"-4"1"-3137"0"0,23 28-5742 0 0,1-1 0 0 0,0 0 0 0 0,0 0 1 0 0,0 0-1 0 0,0 0 0 0 0,0 0 0 0 0,-1 0 0 0 0,1 0 0 0 0,0 0 1 0 0,0 0-1 0 0,0-1 0 0 0,0 1 0 0 0,0 0 0 0 0,-1 0 1 0 0,1 0-1 0 0,0 0 0 0 0,0 0 0 0 0,0 0 0 0 0,0 0 0 0 0,0 0 1 0 0,0 0-1 0 0,-1 0 0 0 0,1 0 0 0 0,0 0 0 0 0,0-1 1 0 0,0 1-1 0 0,0 0 0 0 0,0 0 0 0 0,0 0 0 0 0,0 0 0 0 0,0 0 1 0 0,0 0-1 0 0,0-1 0 0 0,0 1 0 0 0,0 0 0 0 0,-1 0 1 0 0,1 0-1 0 0,0 0 0 0 0,0 0 0 0 0,0-1 0 0 0,0 1 0 0 0,0 0 1 0 0,0 0-1 0 0,0 0 0 0 0,0 0 0 0 0,0 0 0 0 0,1-1 1 0 0,-1 1-1 0 0,0 0 0 0 0,0 0 0 0 0,0-1 7 0 0,1 1-1 0 0,-1 0 1 0 0,1-1-1 0 0,-1 1 1 0 0,1-1-1 0 0,0 1 1 0 0,-1 0 0 0 0,1 0-1 0 0,0-1 1 0 0,-1 1-1 0 0,1 0 1 0 0,0 0-1 0 0,-1 0 1 0 0,1 0-1 0 0,0 0 1 0 0,-1 0 0 0 0,1 0-1 0 0,0 0 1 0 0,-1 0-1 0 0,2 0 1 0 0,129 4 919 0 0,-79-4-885 0 0,-1 2 0 0 0,0 2 0 0 0,62 13 0 0 0,-112-17-81 0 0,0 0 0 0 0,0 0 0 0 0,0 1 1 0 0,-1-1-1 0 0,1 0 0 0 0,0 1 0 0 0,0-1 0 0 0,0 0 0 0 0,0 1 0 0 0,-1-1 0 0 0,1 1 0 0 0,0 0 0 0 0,0-1 0 0 0,-1 1 0 0 0,1-1 0 0 0,0 1 0 0 0,-1 0 0 0 0,1 0 1 0 0,-1-1-1 0 0,1 1 0 0 0,-1 0 0 0 0,1 0 0 0 0,-1 0 0 0 0,1 0 0 0 0,-1-1 0 0 0,0 1 0 0 0,0 0 0 0 0,1 0 0 0 0,-1 0 0 0 0,0 0 0 0 0,0 0 0 0 0,0 0 0 0 0,0 0 1 0 0,0 0-1 0 0,0 0 0 0 0,0 0 0 0 0,0 0 0 0 0,-1 0 0 0 0,1-1 0 0 0,0 1 0 0 0,-1 0 0 0 0,1 0 0 0 0,0 0 0 0 0,-1 0 0 0 0,1 0 0 0 0,-2 1 0 0 0,-1 4 1 0 0,-1 0 0 0 0,1 0 0 0 0,-2-1 0 0 0,-5 8 0 0 0,-31 29 170 0 0,-59 47-1 0 0,60-55 234 0 0,-69 75 0 0 0,85-73-170 0 0,23-36-221 0 0,1 1-1 0 0,0-1 0 0 0,0 1 1 0 0,-1-1-1 0 0,1 1 0 0 0,0-1 1 0 0,0 1-1 0 0,-1-1 0 0 0,1 1 1 0 0,0-1-1 0 0,0 1 0 0 0,0 0 1 0 0,0-1-1 0 0,0 1 0 0 0,0-1 1 0 0,0 1-1 0 0,0 0 0 0 0,0-1 1 0 0,0 1-1 0 0,0-1 0 0 0,0 1 0 0 0,1-1 1 0 0,-1 1-1 0 0,0-1 0 0 0,0 1 1 0 0,0 0-1 0 0,1-1 0 0 0,-1 1 1 0 0,0-1-1 0 0,1 0 0 0 0,-1 1 1 0 0,1-1-1 0 0,-1 1 0 0 0,0-1 1 0 0,1 1-1 0 0,-1-1 0 0 0,1 0 1 0 0,-1 1-1 0 0,1-1 0 0 0,-1 0 1 0 0,2 1-1 0 0,19 7 277 0 0,-11-6-251 0 0,0-1 1 0 0,0 0-1 0 0,0 0 1 0 0,0-1 0 0 0,0-1-1 0 0,12-1 1 0 0,58-16 13 0 0,-57 13-50 0 0,223-68-4509 0 0,-86 23-2213 0 0,-109 35 2621 0 0,-1 0-1983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0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33 536 0 0,'-14'-8'7035'0'0,"-1"1"-3560"0"0,-15-4 6470 0 0,261 4-10385 0 0,-185 7-1999 0 0,-40 0 1942 0 0,23 1-2928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0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2156 0 0,'-94'57'10211'0'0,"37"-21"-4568"0"0,56-35-5574 0 0,1-1-1 0 0,-1 0 0 0 0,0 1 0 0 0,1-1 0 0 0,-1 1 1 0 0,0-1-1 0 0,1 0 0 0 0,-1 1 0 0 0,1-1 1 0 0,-1 1-1 0 0,1 0 0 0 0,-1-1 0 0 0,1 1 1 0 0,0-1-1 0 0,-1 1 0 0 0,1 0 0 0 0,0-1 1 0 0,-1 1-1 0 0,1 1 0 0 0,0-2-18 0 0,0 1-1 0 0,0-1 1 0 0,0 1 0 0 0,0-1 0 0 0,0 0-1 0 0,0 1 1 0 0,1-1 0 0 0,-1 1 0 0 0,0-1-1 0 0,0 0 1 0 0,1 1 0 0 0,-1-1-1 0 0,0 0 1 0 0,0 1 0 0 0,1-1 0 0 0,-1 0-1 0 0,0 0 1 0 0,1 1 0 0 0,-1-1 0 0 0,0 0-1 0 0,1 0 1 0 0,0 1 0 0 0,24 6 643 0 0,24-8-720 0 0,96-13-1 0 0,-85 7-1179 0 0,46-8-2544 0 0,-35 2-2738 0 0,-30 5-817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2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93 1700 0 0,'7'-12'4247'0'0,"-1"4"-3803"0"0,0 2-1 0 0,1-1 0 0 0,0 1 1 0 0,0 0-1 0 0,1 0 0 0 0,-1 1 1 0 0,1 0-1 0 0,0 0 0 0 0,1 1 1 0 0,-1 0-1 0 0,14-4 0 0 0,-16 6-397 0 0,-1 0-1 0 0,1 1 1 0 0,0-1 0 0 0,-1 1-1 0 0,1 0 1 0 0,0 1-1 0 0,0-1 1 0 0,0 1 0 0 0,0 0-1 0 0,0 0 1 0 0,0 1-1 0 0,-1 0 1 0 0,1 0 0 0 0,0 1-1 0 0,0-1 1 0 0,-1 1-1 0 0,1 0 1 0 0,-1 1 0 0 0,9 4-1 0 0,-11-5-19 0 0,-1 0 0 0 0,1 0 1 0 0,-1 0-1 0 0,0 1 0 0 0,0-1 0 0 0,0 1 0 0 0,0-1 0 0 0,0 1 0 0 0,-1 0 1 0 0,1-1-1 0 0,-1 1 0 0 0,0 0 0 0 0,0 0 0 0 0,0 0 0 0 0,0 0 0 0 0,1 4 1 0 0,-2-1-4 0 0,0 0 0 0 0,1-1 0 0 0,-2 1 1 0 0,1 0-1 0 0,-1 0 0 0 0,0 0 0 0 0,0-1 1 0 0,-2 8-1 0 0,-4 5 3 0 0,-1 1 1 0 0,0-1 0 0 0,-2-1-1 0 0,-11 18 1 0 0,-10 7 30 0 0,-1-1-1 0 0,-75 73 1 0 0,89-97-40 0 0,17-16 137 0 0,8-3-4 0 0,1 0 1 0 0,-1 0 0 0 0,12 0 0 0 0,-18 2-145 0 0,6 0 83 0 0,1 0 0 0 0,-1 0 0 0 0,0 0 0 0 0,1 1 0 0 0,-1 1 0 0 0,1-1 0 0 0,-1 1 0 0 0,9 4 1 0 0,2 1 280 0 0,31 18 0 0 0,-36-17-246 0 0,-1 0-1 0 0,0 1 1 0 0,0 0 0 0 0,0 1-1 0 0,-1 1 1 0 0,-1-1 0 0 0,0 2-1 0 0,13 17 1 0 0,-20-24-75 0 0,0 0 0 0 0,0 0 0 0 0,0 1 0 0 0,0-1 0 0 0,-1 1 0 0 0,0 0 0 0 0,0 0 0 0 0,0 0 0 0 0,-1 0 0 0 0,0 0 0 0 0,0 0 0 0 0,-1 0 0 0 0,1 0 0 0 0,-1 0 0 0 0,-1 0 0 0 0,1 0 0 0 0,-1 0 0 0 0,0 0 0 0 0,-1 0 1 0 0,1 0-1 0 0,-1 0 0 0 0,0 0 0 0 0,-4 7 0 0 0,0-2 53 0 0,-1 0 1 0 0,-1 0-1 0 0,0-1 1 0 0,0 0-1 0 0,0-1 1 0 0,-2 0-1 0 0,1 0 1 0 0,-1-1-1 0 0,0 0 1 0 0,-19 11-1 0 0,19-14 19 0 0,0 0 0 0 0,0 0 0 0 0,-1-1 0 0 0,1 0 1 0 0,-1 0-1 0 0,0-2 0 0 0,0 1 0 0 0,0-1 0 0 0,0-1 0 0 0,0 0 0 0 0,0 0 0 0 0,-19-3 0 0 0,25 2-101 0 0,1-1-1 0 0,-1-1 0 0 0,0 1 1 0 0,1-1-1 0 0,0 1 1 0 0,-1-1-1 0 0,1 0 0 0 0,0-1 1 0 0,0 1-1 0 0,0-1 1 0 0,1 0-1 0 0,-1 0 0 0 0,1 0 1 0 0,-1 0-1 0 0,1-1 1 0 0,0 1-1 0 0,0-1 0 0 0,0 0 1 0 0,1 0-1 0 0,-1 0 1 0 0,1 0-1 0 0,0 0 0 0 0,0-1 1 0 0,1 1-1 0 0,-1 0 1 0 0,1-1-1 0 0,0 0 1 0 0,-1-6-1 0 0,2 5-133 0 0,-1 1 1 0 0,1-1-1 0 0,0 0 1 0 0,0 0 0 0 0,1 1-1 0 0,0-1 1 0 0,0 0-1 0 0,0 1 1 0 0,0-1-1 0 0,4-7 1 0 0,-3 9-213 0 0,0-1-1 0 0,0 1 1 0 0,0 0 0 0 0,1 1 0 0 0,0-1 0 0 0,0 0 0 0 0,0 1 0 0 0,0-1 0 0 0,0 1 0 0 0,1 0-1 0 0,-1 0 1 0 0,1 1 0 0 0,7-5 0 0 0,57-22-7903 0 0,-49 22 3664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2736 0 0,'13'-25'7516'0'0,"3"9"-4163"0"0,-13 15-3197 0 0,0 0 0 0 0,0 0 0 0 0,0 0 0 0 0,1 0 0 0 0,-1 0 0 0 0,1 1 0 0 0,-1-1 0 0 0,0 1 0 0 0,1 0 0 0 0,-1 0 0 0 0,1 0 0 0 0,-1 1 0 0 0,4 0 0 0 0,2 1-61 0 0,0 0 0 0 0,1 1 0 0 0,-1 0 0 0 0,0 1 0 0 0,-1 0 0 0 0,1 0 0 0 0,-1 1 0 0 0,0 0 0 0 0,0 0 1 0 0,0 1-1 0 0,-1 0 0 0 0,0 0 0 0 0,0 1 0 0 0,0 0 0 0 0,-1 0 0 0 0,0 1 0 0 0,0-1 0 0 0,-1 1 0 0 0,5 10 0 0 0,-8-13-55 0 0,0 1 1 0 0,-1 0-1 0 0,1 0 0 0 0,-1 0 0 0 0,0 0 0 0 0,0 0 1 0 0,-1 1-1 0 0,0-1 0 0 0,0 0 0 0 0,-1 0 0 0 0,1 0 1 0 0,-1 0-1 0 0,-1 0 0 0 0,1 0 0 0 0,-1 0 0 0 0,0 0 1 0 0,0 0-1 0 0,-1 0 0 0 0,1-1 0 0 0,-1 0 0 0 0,-8 11 1 0 0,3-5 35 0 0,-1 0 0 0 0,0 0 1 0 0,-1-1-1 0 0,0 0 1 0 0,-1-1-1 0 0,0 0 1 0 0,-1-1-1 0 0,-16 10 0 0 0,26-17-38 0 0,1-1-37 0 0,1 1-1 0 0,0-1 1 0 0,0 0 0 0 0,-1 0 0 0 0,1 0 0 0 0,0 0-1 0 0,0 0 1 0 0,-1 0 0 0 0,1 0 0 0 0,0-1 0 0 0,0 1 0 0 0,-1 0-1 0 0,1 0 1 0 0,0 0 0 0 0,0 0 0 0 0,-1 0 0 0 0,1 0-1 0 0,0 0 1 0 0,0 0 0 0 0,0-1 0 0 0,-1 1 0 0 0,1 0 0 0 0,0 0-1 0 0,0 0 1 0 0,0 0 0 0 0,0-1 0 0 0,-1 1 0 0 0,1 0-1 0 0,0 0 1 0 0,0 0 0 0 0,0-1 0 0 0,0 1 0 0 0,0 0-1 0 0,0 0 1 0 0,-1-1 0 0 0,1 1 0 0 0,0 0 0 0 0,0 0 0 0 0,0-1-1 0 0,0 1 1 0 0,0 0 0 0 0,0-1 0 0 0,7-13 13 0 0,18-19-18 0 0,-21 29 3 0 0,56-65-4 0 0,-20 26-3 0 0,-2-2 0 0 0,41-65 1 0 0,-76 105 6 0 0,1 0-1 0 0,-1-1 1 0 0,-1 1 0 0 0,1-1-1 0 0,-1 1 1 0 0,0-1 0 0 0,0 0 0 0 0,1-9-1 0 0,-3 14-6 0 0,-8 1 6 0 0,6 0 3 0 0,1 0 0 0 0,0 0 0 0 0,0 0 0 0 0,-1 0 0 0 0,1 1 0 0 0,0-1 0 0 0,0 0 0 0 0,-1 1 0 0 0,1-1 0 0 0,0 1 0 0 0,0-1 0 0 0,0 1 0 0 0,0-1-1 0 0,0 1 1 0 0,0 0 0 0 0,0-1 0 0 0,0 1 0 0 0,0 0 0 0 0,-1 1 0 0 0,-13 14 69 0 0,1 0-1 0 0,0 1 1 0 0,2 0-1 0 0,0 1 1 0 0,1 1 0 0 0,-13 28-1 0 0,20-37-28 0 0,-1 0-1 0 0,2 0 1 0 0,0 0-1 0 0,0 0 1 0 0,1 1-1 0 0,0-1 0 0 0,0 1 1 0 0,2 0-1 0 0,-1-1 1 0 0,1 1-1 0 0,1 0 1 0 0,0-1-1 0 0,0 1 1 0 0,6 19-1 0 0,-4-22-87 0 0,1-1 0 0 0,0 0 0 0 0,0 1 0 0 0,0-2 0 0 0,1 1 0 0 0,0 0 0 0 0,1-1 0 0 0,-1 0 0 0 0,1 0 0 0 0,0-1 1 0 0,1 1-1 0 0,-1-1 0 0 0,1-1 0 0 0,0 1 0 0 0,0-1 0 0 0,12 4 0 0 0,-5-1-864 0 0,1-2 0 0 0,0 0 0 0 0,16 3 0 0 0,-13-5-1773 0 0,0 0 0 0 0,20 0 0 0 0,-12-3-2825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3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19 3132 0 0,'10'-19'15087'0'0,"-14"38"-13041"0"0,-6 26-879 0 0,-21 40-417 0 0,20-61-1190 0 0,2 0 0 0 0,1 1 0 0 0,0-1 0 0 0,2 2 0 0 0,-3 26 0 0 0,9-32-1756 0 0,7 3-6587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2412 0 0,'20'-20'5661'0'0,"-13"12"-2724"0"0,1 0-1 0 0,15-13 1 0 0,-19 18-2665 0 0,0 0-1 0 0,1 1 1 0 0,-1 0 0 0 0,1 0-1 0 0,6-3 1 0 0,43-9 467 0 0,81-10 0 0 0,-66 13-980 0 0,-27 6-822 0 0,12-1-2401 0 0,-21-6-3832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4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17 2836 0 0,'-14'-8'6360'0'0,"-3"-1"-1529"0"0,-3 25 109 0 0,14 1-4260 0 0,1 1 1 0 0,1-1-1 0 0,0 1 0 0 0,-1 27 0 0 0,-2 12-277 0 0,-1-17-496 0 0,-21 119 94 0 0,9-54-7640 0 0,17-90 2622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4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65 1392 0 0,'-129'-24'14625'0'0,"127"24"-14228"0"0,4-2-249 0 0,2-1-119 0 0,0 1 1 0 0,0 0-1 0 0,0-1 0 0 0,0 1 0 0 0,0 1 1 0 0,1-1-1 0 0,-1 1 0 0 0,1 0 1 0 0,6-1-1 0 0,50-5 28 0 0,-37 5-23 0 0,-3 0-400 0 0,107-6 545 0 0,-83 9-3145 0 0,0 4-3702 0 0,-26-2 1947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5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0 2048 0 0,'-4'1'2114'0'0,"-7"2"-1266"0"0,0 0-1 0 0,0 0 1 0 0,1 1 0 0 0,-1 1 0 0 0,1-1 0 0 0,0 2-1 0 0,1 0 1 0 0,-1 0 0 0 0,1 0 0 0 0,-15 15 0 0 0,7-5-368 0 0,0 2 1 0 0,0 0-1 0 0,2 0 1 0 0,-15 25-1 0 0,24-33-363 0 0,1-1 0 0 0,-8 19 0 0 0,12-25-97 0 0,0 1-1 0 0,0-1 1 0 0,0 1-1 0 0,0-1 1 0 0,0 1-1 0 0,1-1 1 0 0,-1 1-1 0 0,1-1 1 0 0,0 1-1 0 0,0 0 1 0 0,1 5 0 0 0,0-7-15 0 0,0 0 0 0 0,1 0 1 0 0,-1-1-1 0 0,0 1 0 0 0,0-1 1 0 0,1 1-1 0 0,-1-1 0 0 0,0 0 1 0 0,1 1-1 0 0,0-1 1 0 0,-1 0-1 0 0,1 0 0 0 0,0 0 1 0 0,-1 0-1 0 0,1 0 0 0 0,0-1 1 0 0,0 1-1 0 0,0 0 0 0 0,3 0 1 0 0,38 6 29 0 0,23-5-15 0 0,55 4-22 0 0,-103-3 17 0 0,0 0 0 0 0,-1 0 0 0 0,0 2-1 0 0,30 11 1 0 0,-42-14 93 0 0,-1 0 0 0 0,1 1 0 0 0,-1-1-1 0 0,1 1 1 0 0,-1 0 0 0 0,0 0 0 0 0,0 0 0 0 0,0 1-1 0 0,-1-1 1 0 0,1 1 0 0 0,-1 0 0 0 0,0 0 0 0 0,0 1-1 0 0,0-1 1 0 0,-1 0 0 0 0,1 1 0 0 0,-1 0 0 0 0,2 6-1 0 0,-3-6 18 0 0,0-1 0 0 0,0 1 0 0 0,-1-1 0 0 0,1 1 0 0 0,-1 0 0 0 0,0-1 0 0 0,-1 1 0 0 0,1-1 0 0 0,-1 1 0 0 0,0 0 0 0 0,0-1 0 0 0,0 0 0 0 0,-1 1 0 0 0,0-1 0 0 0,0 0 0 0 0,0 0 0 0 0,0 0 0 0 0,0 0 0 0 0,-1 0 0 0 0,-4 5 0 0 0,-3 2 37 0 0,0-1 0 0 0,0 0 0 0 0,-1-1 1 0 0,-1 0-1 0 0,1-1 0 0 0,-1 0 0 0 0,-1 0 0 0 0,0-2 0 0 0,-20 9 0 0 0,8-6-88 0 0,-1-1 0 0 0,0-1 0 0 0,0-1 1 0 0,-30 3-1 0 0,51-9-55 0 0,-1 0 0 0 0,1 0-1 0 0,0 0 1 0 0,0 0 0 0 0,-8-2 0 0 0,11 1-115 0 0,1 1 1 0 0,-1 0-1 0 0,0-1 0 0 0,1 1 1 0 0,-1-1-1 0 0,0 0 1 0 0,1 0-1 0 0,-1 0 0 0 0,1 1 1 0 0,-1-1-1 0 0,1-1 0 0 0,0 1 1 0 0,-1 0-1 0 0,1 0 1 0 0,0 0-1 0 0,0-1 0 0 0,-2-2 1 0 0,2 3-40 0 0,1 0 0 0 0,0 0 0 0 0,0 0 0 0 0,0 0 0 0 0,0 0 0 0 0,0 0 0 0 0,0 0 1 0 0,0-1-1 0 0,0 1 0 0 0,1 0 0 0 0,-1 0 0 0 0,0 0 0 0 0,0 0 0 0 0,1 0 0 0 0,-1 0 0 0 0,1 0 0 0 0,-1 0 1 0 0,1 0-1 0 0,0 0 0 0 0,-1 1 0 0 0,1-1 0 0 0,0 0 0 0 0,-1 0 0 0 0,2 0 0 0 0,19-18-2552 0 0,32-13-5389 0 0,-30 19 2849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5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2084 0 0,'7'-9'5003'0'0,"13"-9"833"0"0,-4 15-4090 0 0,-8 6-1517 0 0,-1 0-1 0 0,1 1 0 0 0,-1 0 1 0 0,0 0-1 0 0,0 1 0 0 0,-1 0 1 0 0,1 0-1 0 0,-1 0 0 0 0,0 1 1 0 0,0 0-1 0 0,-1 0 0 0 0,0 1 1 0 0,0-1-1 0 0,0 1 0 0 0,-1 0 1 0 0,6 14-1 0 0,-8-15-144 0 0,1 0 0 0 0,-1 1-1 0 0,-1 0 1 0 0,0-1 0 0 0,0 1 0 0 0,0 0 0 0 0,0-1-1 0 0,-1 1 1 0 0,0 0 0 0 0,-1 0 0 0 0,0 0-1 0 0,0-1 1 0 0,0 1 0 0 0,-1-1 0 0 0,0 1 0 0 0,0-1-1 0 0,0 1 1 0 0,-1-1 0 0 0,0 0 0 0 0,-7 11 0 0 0,1-5 67 0 0,-1 1 1 0 0,0-2 0 0 0,-1 1 0 0 0,0-2 0 0 0,0 1-1 0 0,-18 11 1 0 0,27-20-2 0 0,2-4-146 0 0,0 1-1 0 0,0-1 1 0 0,0 1 0 0 0,0 0-1 0 0,0-1 1 0 0,1 1-1 0 0,-1 0 1 0 0,0-1-1 0 0,1 1 1 0 0,0 0-1 0 0,-1-1 1 0 0,1 1 0 0 0,0 0-1 0 0,-1 0 1 0 0,1 0-1 0 0,0-1 1 0 0,0 1-1 0 0,0 0 1 0 0,1-1 0 0 0,26-23 11 0 0,-16 15-10 0 0,60-53-18 0 0,103-68 0 0 0,-53 42 13 0 0,-71 51 95 0 0,-46 31-55 0 0,-11 4-15 0 0,-15 6-5 0 0,0 9 5 0 0,1 1 1 0 0,0 0 0 0 0,1 2 0 0 0,0 0 0 0 0,2 1-1 0 0,-1 1 1 0 0,2 0 0 0 0,-19 26 0 0 0,31-37-18 0 0,-1 0 0 0 0,1 0 0 0 0,0 0 1 0 0,1 0-1 0 0,0 1 0 0 0,0 0 0 0 0,0 0 1 0 0,1 0-1 0 0,0 0 0 0 0,0 0 1 0 0,0 0-1 0 0,0 13 0 0 0,2-15-3 0 0,0 0-1 0 0,1-1 1 0 0,-1 1-1 0 0,1 0 1 0 0,0-1-1 0 0,0 1 1 0 0,1-1-1 0 0,0 1 1 0 0,-1-1-1 0 0,1 0 1 0 0,1 0 0 0 0,-1 0-1 0 0,1 0 1 0 0,-1 0-1 0 0,1 0 1 0 0,0-1-1 0 0,0 1 1 0 0,1-1-1 0 0,-1 0 1 0 0,8 6-1 0 0,4 0-588 0 0,1 1 0 0 0,0-2 0 0 0,0 0 0 0 0,1-1 0 0 0,0-1 0 0 0,18 4-1 0 0,2-1-2244 0 0,69 8 0 0 0,-71-14-1266 0 0,-2-1-1862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47 2300 0 0,'-2'-2'2455'0'0,"-36"-38"9814"0"0,40 40-12208 0 0,-1-1 1 0 0,1 0-1 0 0,-1 1 1 0 0,0-1-1 0 0,1 1 1 0 0,-1 0-1 0 0,1-1 1 0 0,0 1-1 0 0,-1 0 1 0 0,1 0-1 0 0,-1 0 1 0 0,1 0-1 0 0,-1 0 1 0 0,1 0-1 0 0,-1 1 1 0 0,1-1-1 0 0,-1 0 1 0 0,1 1-1 0 0,-1-1 1 0 0,1 1-1 0 0,-1-1 1 0 0,0 1-1 0 0,1 0 1 0 0,-1 0-1 0 0,0 0 1 0 0,1 0-1 0 0,-1 0 1 0 0,1 1-1 0 0,5 2 115 0 0,-1 1-1 0 0,0 0 1 0 0,-1 0 0 0 0,7 7-1 0 0,-10-9-67 0 0,0 0-1 0 0,0-1 0 0 0,-1 1 1 0 0,1 0-1 0 0,-1 0 0 0 0,1 1 1 0 0,-1-1-1 0 0,0 0 1 0 0,0 0-1 0 0,0 1 0 0 0,-1-1 1 0 0,1 0-1 0 0,-1 1 1 0 0,0-1-1 0 0,0 5 0 0 0,-1-2 55 0 0,0 0 0 0 0,0 0 0 0 0,0 0 0 0 0,-1 0 0 0 0,0 0 0 0 0,0 0 0 0 0,-6 10 0 0 0,-2-1 268 0 0,0 0-1 0 0,0-1 1 0 0,-2 0-1 0 0,-23 22 1 0 0,-4-2 294 0 0,24-22-482 0 0,1 0 0 0 0,-19 22 0 0 0,32-32-203 0 0,2-1-37 0 0,0-1-1 0 0,-1 1 1 0 0,1 0-1 0 0,0-1 1 0 0,0 1-1 0 0,0-1 1 0 0,0 1 0 0 0,0-1-1 0 0,0 0 1 0 0,0 1-1 0 0,0-1 1 0 0,0 0-1 0 0,0 1 1 0 0,0-1-1 0 0,0 0 1 0 0,0 0-1 0 0,2 0 1 0 0,20 0 1 0 0,-21 0-8 0 0,55-1-2577 0 0,86-12 0 0 0,-103 6-3327 0 0,49-16-1 0 0,-58 13-1065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88 103 828 0 0,'-61'-24'13059'0'0,"38"18"-10596"0"0,21 5-1815 0 0,2 1-598 0 0,-1-1 1 0 0,1 1 0 0 0,0 0-1 0 0,0 0 1 0 0,0-1 0 0 0,0 1-1 0 0,0 0 1 0 0,0-1 0 0 0,-1 1-1 0 0,1 0 1 0 0,0-1 0 0 0,0 1 0 0 0,0 0-1 0 0,0-1 1 0 0,0 1 0 0 0,0 0-1 0 0,0-1 1 0 0,0 1 0 0 0,0 0-1 0 0,1-1 1 0 0,-1 1 0 0 0,0 0-1 0 0,0 0 1 0 0,0-1 0 0 0,0 1 0 0 0,0 0-1 0 0,0-1 1 0 0,1 1 0 0 0,-1 0-1 0 0,0 0 1 0 0,1-1 0 0 0,15-6 156 0 0,0 1 0 0 0,1 1 1 0 0,0 1-1 0 0,0 0 1 0 0,0 1-1 0 0,32-1 0 0 0,-17 0-96 0 0,157-8 90 0 0,-104 9-1951 0 0,1-4-3444 0 0,-70 5 824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6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29 3180 0 0,'-10'-10'5599'0'0,"-16"-9"2923"0"0,25 19-8358 0 0,1 1 0 0 0,-1-1 0 0 0,0 0 0 0 0,0 0 0 0 0,0 1 0 0 0,0-1 0 0 0,0 1 0 0 0,1-1 0 0 0,-1 1 0 0 0,0-1 0 0 0,0 1 0 0 0,1-1 0 0 0,-1 1 0 0 0,0 1-1 0 0,-5 26 1677 0 0,-2 43 0 0 0,-2 12-1134 0 0,-21 54-173 0 0,-1 11-713 0 0,20-49-3020 0 0,13-53-1370 0 0,0-43 3566 0 0,-1 0 1 0 0,1 0-1 0 0,0 0 1 0 0,0 0-1 0 0,1 0 1 0 0,-1 0-1 0 0,2 4 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6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42 141 1364 0 0,'63'-140'17805'0'0,"-84"182"-15717"0"0,-38 84-173 0 0,53-112-1877 0 0,2 0-1 0 0,0 0 1 0 0,1 0 0 0 0,0 0-1 0 0,1 1 1 0 0,1 0-1 0 0,0 19 1 0 0,1-28-31 0 0,0-1 0 0 0,1 0 1 0 0,0 1-1 0 0,0-1 0 0 0,1 0 0 0 0,-1 1 1 0 0,1-1-1 0 0,0 0 0 0 0,0 0 0 0 0,1 0 1 0 0,-1-1-1 0 0,1 1 0 0 0,0-1 0 0 0,1 1 1 0 0,-1-1-1 0 0,1 0 0 0 0,0 0 0 0 0,0 0 1 0 0,8 5-1 0 0,-5-5 2 0 0,0 0 0 0 0,0-1 0 0 0,0 0 0 0 0,0 0 0 0 0,0 0 0 0 0,1-1 0 0 0,-1-1 0 0 0,1 1 0 0 0,0-1 0 0 0,0 0 0 0 0,-1-1 0 0 0,1 0 0 0 0,12-1 0 0 0,-10 0-10 0 0,0-1 0 0 0,-1 0 0 0 0,1-1 1 0 0,0 0-1 0 0,-1-1 0 0 0,0 0 1 0 0,0 0-1 0 0,0-1 0 0 0,-1 0 1 0 0,1 0-1 0 0,-1-1 0 0 0,-1 0 0 0 0,1-1 1 0 0,-1 0-1 0 0,9-10 0 0 0,7-12-8 0 0,-1 0 0 0 0,32-59 0 0 0,-46 75 17 0 0,19-36 107 0 0,-26 48 428 0 0,-2 8-250 0 0,-1 1-1 0 0,1-1 1 0 0,-2 1 0 0 0,1-1-1 0 0,-1 0 1 0 0,-5 10-1 0 0,0 2 87 0 0,-133 282 1631 0 0,34-107-3559 0 0,102-185 694 0 0,0 0 0 0 0,1 1 0 0 0,-6 15 0 0 0,6 2-3260 0 0,7-1-5561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7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2432 0 0,'1'-2'498'0'0,"1"-4"628"0"0,0 0 0 0 0,0 1-1 0 0,1-1 1 0 0,-1 0 0 0 0,1 1 0 0 0,1 0 0 0 0,-1 0 0 0 0,1 0 0 0 0,6-7 0 0 0,-9 11-1002 0 0,1 0-1 0 0,-1 1 1 0 0,1-1 0 0 0,0 1 0 0 0,-1-1 0 0 0,1 1 0 0 0,-1 0 0 0 0,1-1 0 0 0,0 1 0 0 0,-1 0 0 0 0,1 0 0 0 0,0 0 0 0 0,-1 0-1 0 0,1 0 1 0 0,0 1 0 0 0,-1-1 0 0 0,1 0 0 0 0,-1 1 0 0 0,3 0 0 0 0,28 13 1045 0 0,-25-9-1044 0 0,-1-1 0 0 0,1 1-1 0 0,-1 1 1 0 0,0-1-1 0 0,0 1 1 0 0,0 0 0 0 0,-1 1-1 0 0,0-1 1 0 0,0 1-1 0 0,-1 0 1 0 0,0 0 0 0 0,0 0-1 0 0,-1 1 1 0 0,1-1 0 0 0,-2 1-1 0 0,1 0 1 0 0,-1 0-1 0 0,0 0 1 0 0,-1 0 0 0 0,0 0-1 0 0,0 0 1 0 0,-1 1-1 0 0,0 10 1 0 0,-1-7-40 0 0,-1 1 1 0 0,0-1-1 0 0,0 1 1 0 0,-1-1-1 0 0,-1 0 0 0 0,0 0 1 0 0,-1 0-1 0 0,0 0 1 0 0,0-1-1 0 0,-1 0 0 0 0,-1 0 1 0 0,0-1-1 0 0,-1 1 1 0 0,-13 13-1 0 0,13-16-20 0 0,0-2 0 0 0,-1 1 0 0 0,0-1-1 0 0,0 0 1 0 0,0-1 0 0 0,-19 8 0 0 0,26-12-32 0 0,1-1-32 0 0,1 0 0 0 0,-1 0 0 0 0,1 0 0 0 0,-1 0-1 0 0,1-1 1 0 0,0 1 0 0 0,-1 0 0 0 0,1 0 0 0 0,0-1 0 0 0,-1 1 0 0 0,1 0 0 0 0,0 0 0 0 0,-1-1 0 0 0,1 1 0 0 0,0 0 0 0 0,-1-1 0 0 0,1 1 0 0 0,0-1 0 0 0,0 1 0 0 0,0 0 0 0 0,-1-1-1 0 0,1 1 1 0 0,0-1 0 0 0,0 1 0 0 0,0-1 0 0 0,0 1 0 0 0,0 0 0 0 0,0-1 0 0 0,0 1 0 0 0,0-1 0 0 0,0 1 0 0 0,0-1 0 0 0,0 1 0 0 0,0-1 0 0 0,0 1 0 0 0,0 0 0 0 0,0-1 0 0 0,0 1 0 0 0,0-1-1 0 0,1 1 1 0 0,-1-1 0 0 0,0 1 0 0 0,7-21-10 0 0,22-22-3 0 0,1 0-1 0 0,2 2 1 0 0,46-44 0 0 0,-45 48 10 0 0,148-152-68 0 0,-180 187 68 0 0,-2 3-58 0 0,0-1 58 0 0,-1 1-1 0 0,1-1 1 0 0,-1 1-1 0 0,1-1 1 0 0,0 1 0 0 0,0 0-1 0 0,-1-1 1 0 0,1 1 0 0 0,0 0-1 0 0,0 0 1 0 0,0 0-1 0 0,0 0 1 0 0,0 0 0 0 0,-1 1-1 0 0,-16 21-20 0 0,13-17 19 0 0,-14 18-3 0 0,-2 2 24 0 0,2 1 0 0 0,-23 41 0 0 0,38-61-16 0 0,0 0 1 0 0,1 0-1 0 0,0 0 0 0 0,0 1 1 0 0,1-1-1 0 0,0 1 0 0 0,0 0 0 0 0,1 0 1 0 0,0 0-1 0 0,0 0 0 0 0,1 0 1 0 0,0 0-1 0 0,0 0 0 0 0,1-1 0 0 0,3 13 1 0 0,-2-13-129 0 0,1-1 0 0 0,0 1 0 0 0,0-1-1 0 0,1 0 1 0 0,0-1 0 0 0,0 1 0 0 0,0 0 0 0 0,1-1 0 0 0,0 0 0 0 0,7 6 0 0 0,4 3-831 0 0,1-2 0 0 0,21 13-1 0 0,37 16-2873 0 0,-22-17-2194 0 0,-24-12 116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8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268 117 1552 0 0,'-28'-32'8268'0'0,"23"26"-6637"0"0,-1 0 1 0 0,1 0-1 0 0,0 0 1 0 0,-5-9-1 0 0,10 15-1576 0 0,-1-1 1 0 0,1 0-1 0 0,0 1 1 0 0,-1-1-1 0 0,1 0 0 0 0,0 0 1 0 0,0 1-1 0 0,0-1 1 0 0,0 0-1 0 0,0 0 0 0 0,0 1 1 0 0,0-1-1 0 0,0 0 1 0 0,0 0-1 0 0,0 1 1 0 0,0-1-1 0 0,0 0 0 0 0,0 0 1 0 0,1 1-1 0 0,-1-1 1 0 0,0 0-1 0 0,1 1 0 0 0,-1-1 1 0 0,0 0-1 0 0,1 0 1 0 0,1-1 0 0 0,-1 1 1 0 0,1-1-1 0 0,-1 1 0 0 0,1 0 1 0 0,0-1-1 0 0,-1 1 1 0 0,1 0-1 0 0,0 0 1 0 0,2-1-1 0 0,3 0 13 0 0,0-1 0 0 0,0 1 0 0 0,1 0 0 0 0,7 0 0 0 0,-6 1-20 0 0,0 1 0 0 0,0 0 0 0 0,-1 0 0 0 0,1 1 0 0 0,0 1 0 0 0,0-1 1 0 0,-1 1-1 0 0,1 1 0 0 0,-1-1 0 0 0,15 8 0 0 0,-20-9-12 0 0,-1 1 0 0 0,1-1 0 0 0,-1 0 0 0 0,1 1 0 0 0,-1-1 0 0 0,0 1 0 0 0,0 0 0 0 0,0 0 0 0 0,0 0 0 0 0,0 0 0 0 0,0 0 0 0 0,-1 0 0 0 0,1 0 0 0 0,-1 1 0 0 0,1-1 0 0 0,-1 0 0 0 0,0 1 0 0 0,0-1 0 0 0,0 1 0 0 0,0 0 0 0 0,0-1 0 0 0,-1 1 0 0 0,1 0 0 0 0,-1-1 0 0 0,0 1 0 0 0,0 0 0 0 0,0 0 0 0 0,0-1 0 0 0,0 1 0 0 0,0 0 0 0 0,-1 0 0 0 0,0-1 0 0 0,1 1 0 0 0,-1 0 0 0 0,0-1 0 0 0,0 1 0 0 0,-3 4 0 0 0,-2 4 69 0 0,0-1 0 0 0,-1 0 0 0 0,-1 0 0 0 0,1 0 0 0 0,-2-1 0 0 0,-14 14 1 0 0,-63 42 562 0 0,44-34-341 0 0,40-30-263 0 0,12 6-19 0 0,15-4-9 0 0,-1 1-1 0 0,1 2 1 0 0,-1 0-1 0 0,33 14 1 0 0,-48-17 95 0 0,-2 0 0 0 0,1 1 0 0 0,0 0 0 0 0,-1 1 0 0 0,1 0 0 0 0,-1 0 0 0 0,-1 0 0 0 0,1 1 0 0 0,-1 0 0 0 0,0 1 0 0 0,0-1 0 0 0,-1 1 1 0 0,0 0-1 0 0,0 0 0 0 0,0 1 0 0 0,5 12 0 0 0,-8-15 31 0 0,-1 0 1 0 0,1 0 0 0 0,-1 0-1 0 0,0 1 1 0 0,-1-1 0 0 0,1 0-1 0 0,-1 0 1 0 0,0 0-1 0 0,0 1 1 0 0,0-1 0 0 0,-1 0-1 0 0,0 0 1 0 0,0 0 0 0 0,-2 6-1 0 0,0-4 28 0 0,0 1 0 0 0,-1-1 0 0 0,0-1 0 0 0,0 1 0 0 0,0 0 0 0 0,-1-1 0 0 0,0 0 0 0 0,-9 9 0 0 0,0-3 62 0 0,0-1-1 0 0,-1 0 1 0 0,0-1-1 0 0,0 0 1 0 0,-1-1 0 0 0,0-1-1 0 0,-25 8 1 0 0,30-11-235 0 0,5-3-18 0 0,1-1 1 0 0,0 1-1 0 0,-1-1 0 0 0,0 0 1 0 0,1 0-1 0 0,-1 0 0 0 0,1-1 0 0 0,-1 0 1 0 0,-6-1-1 0 0,3 1-336 0 0,0 0 1 0 0,1-1-1 0 0,-1-1 0 0 0,0 1 1 0 0,1-2-1 0 0,-1 1 0 0 0,1-1 1 0 0,0 0-1 0 0,0-1 0 0 0,-9-5 0 0 0,1-1-580 0 0,1 0-1 0 0,1-1 0 0 0,0-1 1 0 0,-14-14-1 0 0,7 7-4587 0 0,-4 4-3747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18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3364 0 0,'-8'5'12417'0'0,"-4"-2"-11965"0"0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3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0 1824 0 0,'-175'19'6850'0'0,"173"-19"-6791"0"0,-7 0 32 0 0,9 1-322 0 0,-1-1-1 0 0,0 0 0 0 0,0 0 1 0 0,0 0-1 0 0,0 0 1 0 0,1 0-1 0 0,-1 0 0 0 0,0-1 1 0 0,0 1-1 0 0,0 0 1 0 0,0 0-1 0 0,1-1 0 0 0,-1 1 1 0 0,0 0-1 0 0,-1-1 0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3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32 125 1484 0 0,'0'0'5495'0'0,"-3"0"-4434"0"0,0 0 1 0 0,0-1-1 0 0,0 0 1 0 0,0 1-1 0 0,0-1 1 0 0,-4-2-1 0 0,7 0-1034 0 0,1 0 0 0 0,-1 0 0 0 0,1 1 0 0 0,-1-1 0 0 0,1 0 0 0 0,0 1 1 0 0,0-1-1 0 0,0 1 0 0 0,0-1 0 0 0,0 1 0 0 0,1-1 0 0 0,1-1 0 0 0,-2 2-15 0 0,7-9 8 0 0,-3 6-18 0 0,12-14 8 0 0,-16 18-20 0 0,19-25 123 0 0,-20 25-118 0 0,-1 0 1 0 0,1 1-1 0 0,-1-1 0 0 0,0 0 0 0 0,1 0 1 0 0,-1 0-1 0 0,0 1 0 0 0,0-1 1 0 0,1 0-1 0 0,-1 1 0 0 0,0-1 0 0 0,0 1 1 0 0,0-1-1 0 0,-2 0 0 0 0,1 0 0 0 0,0 0-2 0 0,-6-1 11 0 0,6 1-2 0 0,-12-1-118 0 0,5 4 116 0 0,7-2-8 0 0,-15 30-10 0 0,16-29 36 0 0,1 1-11 0 0,-1 4-10 0 0,1-5 3 0 0,-1 6-254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3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96 452 0 0,'0'0'4232'0'0,"13"5"-1131"0"0,-3-2-2637 0 0,1-1 0 0 0,0-1 0 0 0,0 0-1 0 0,-1 0 1 0 0,1-1 0 0 0,21-2 0 0 0,62-17 362 0 0,-92 19-792 0 0,0-1 0 0 0,-1 1 1 0 0,1 0-1 0 0,0-1 0 0 0,-1 1 1 0 0,1-1-1 0 0,0 0 0 0 0,-1 1 1 0 0,1-1-1 0 0,-1 0 0 0 0,1 0 1 0 0,-1 0-1 0 0,0 0 0 0 0,1 0 1 0 0,-1-1-1 0 0,0 1 0 0 0,0 0 1 0 0,0 0-1 0 0,0-1 0 0 0,0 1 1 0 0,0-1-1 0 0,0 1 0 0 0,0-1 0 0 0,0 1 1 0 0,-1-1-1 0 0,1 0 0 0 0,-1 1 1 0 0,1-1-1 0 0,-1 0 0 0 0,0 1 1 0 0,0-1-1 0 0,1 0 0 0 0,-1 0 1 0 0,-1-2-1 0 0,1 1-25 0 0,-1 1 1 0 0,0 0-1 0 0,1 0 0 0 0,-1 0 1 0 0,0 0-1 0 0,0 0 0 0 0,0 0 1 0 0,-1 0-1 0 0,1 0 0 0 0,0 0 1 0 0,-1 1-1 0 0,1-1 0 0 0,-1 0 1 0 0,0 1-1 0 0,1 0 0 0 0,-1-1 1 0 0,0 1-1 0 0,0 0 1 0 0,0 0-1 0 0,0 0 0 0 0,0 0 1 0 0,0 0-1 0 0,0 0 0 0 0,0 0 1 0 0,-3 0-1 0 0,-5 0-7 0 0,0 0-1 0 0,0 0 1 0 0,0 1 0 0 0,0 1 0 0 0,0-1-1 0 0,-16 5 1 0 0,-61 17 19 0 0,64-14 1 0 0,-52 14 154 0 0,2 3 0 0 0,1 4 1 0 0,-76 42-1 0 0,141-68-165 0 0,1 1 0 0 0,0-1 0 0 0,0 1 0 0 0,0 0 0 0 0,1 0 0 0 0,-1 1 0 0 0,1-1 0 0 0,0 1 0 0 0,0 1 0 0 0,1-1 0 0 0,0 1 0 0 0,0-1 0 0 0,-5 10 0 0 0,9-14-9 0 0,0 1 0 0 0,-1-1 0 0 0,1 0 0 0 0,0 1 0 0 0,0-1 0 0 0,0 1 1 0 0,0-1-1 0 0,1 0 0 0 0,-1 1 0 0 0,0-1 0 0 0,1 0 0 0 0,-1 1 0 0 0,0-1 0 0 0,1 0 0 0 0,0 1 0 0 0,-1-1 0 0 0,1 0 1 0 0,0 0-1 0 0,0 0 0 0 0,-1 1 0 0 0,1-1 0 0 0,0 0 0 0 0,0 0 0 0 0,0 0 0 0 0,3 1 0 0 0,28 20 27 0 0,8-6-23 0 0,0-1 1 0 0,0-2 0 0 0,2-3 0 0 0,57 9-1 0 0,41 11 26 0 0,-101-22-2 0 0,22 7-68 0 0,-56-14 66 0 0,0 1 0 0 0,0 0 1 0 0,0 0-1 0 0,0 1 1 0 0,0-1-1 0 0,-1 1 1 0 0,1 0-1 0 0,6 6 0 0 0,-10-8-7 0 0,-1 0-1 0 0,1-1 0 0 0,0 1 0 0 0,-1 0 0 0 0,1 0 0 0 0,0 0 1 0 0,-1 0-1 0 0,1 0 0 0 0,-1 0 0 0 0,0 0 0 0 0,1 0 1 0 0,-1 0-1 0 0,0 0 0 0 0,1 0 0 0 0,-1 0 0 0 0,0 0 0 0 0,0 0 1 0 0,0 0-1 0 0,0 0 0 0 0,0 0 0 0 0,0 0 0 0 0,0 0 1 0 0,0 0-1 0 0,-1 1 0 0 0,0 1 25 0 0,0-1 0 0 0,0 1 0 0 0,0-1 0 0 0,-1 0 0 0 0,1 0 0 0 0,-1 1 0 0 0,1-1 0 0 0,-1 0 0 0 0,-3 3 0 0 0,-4 2 167 0 0,-1 1 0 0 0,0-1 0 0 0,-13 7 1 0 0,22-13-190 0 0,-30 15 168 0 0,0-1-1 0 0,-1-2 1 0 0,-1-1-1 0 0,0-1 1 0 0,-40 7-1 0 0,-4-4-57 0 0,-94 5 0 0 0,124-16-66 0 0,-1-1-1 0 0,-70-7 1 0 0,96-2-41 0 0,21 7-45 0 0,0 0 1 0 0,1 0-1 0 0,-1 0 0 0 0,0 0 1 0 0,0-1-1 0 0,1 1 0 0 0,-1 0 1 0 0,0-1-1 0 0,1 1 0 0 0,-1 0 1 0 0,1-1-1 0 0,-1 1 0 0 0,0-1 0 0 0,1 1 1 0 0,-1-1-1 0 0,1 1 0 0 0,-1-1 1 0 0,1 0-1 0 0,0 1 0 0 0,-1-1 1 0 0,1 1-1 0 0,-1-1 0 0 0,1 0 0 0 0,0 1 1 0 0,0-1-1 0 0,-1 0 0 0 0,1 0 1 0 0,0 1-1 0 0,0-1 0 0 0,0-1 1 0 0,2-3-254 0 0,0 1-1 0 0,1-1 1 0 0,-1 1 0 0 0,1 0 0 0 0,0 0 0 0 0,1 0 0 0 0,-1 0 0 0 0,1 0 0 0 0,-1 1 0 0 0,1 0 0 0 0,0-1 0 0 0,0 1 0 0 0,1 1 0 0 0,4-4 0 0 0,14-6-2053 0 0,38-14 1 0 0,-27 12-545 0 0,1-1-622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0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0 499 68 0 0,'7'-7'1829'0'0,"8"-8"2692"0"0,0 0 1 0 0,26-18 0 0 0,-40 32-4021 0 0,4 26 358 0 0,-20 85 8 0 0,10-86-845 0 0,1 1 0 0 0,1 0 1 0 0,1-1-1 0 0,1 1 0 0 0,1 0 1 0 0,5 34-1 0 0,-5-57-18 0 0,1 1 1 0 0,-1-1-1 0 0,1 0 1 0 0,-1 1-1 0 0,1-1 1 0 0,0 0-1 0 0,0 0 1 0 0,0 0 0 0 0,0 0-1 0 0,0 0 1 0 0,1 0-1 0 0,-1 0 1 0 0,0 0-1 0 0,1 0 1 0 0,0 0-1 0 0,-1-1 1 0 0,1 1-1 0 0,0-1 1 0 0,0 1-1 0 0,0-1 1 0 0,0 0-1 0 0,0 1 1 0 0,0-1-1 0 0,0 0 1 0 0,0-1-1 0 0,1 1 1 0 0,-1 0-1 0 0,0-1 1 0 0,1 1-1 0 0,-1-1 1 0 0,0 1-1 0 0,1-1 1 0 0,-1 0-1 0 0,0 0 1 0 0,1 0-1 0 0,-1-1 1 0 0,0 1-1 0 0,1 0 1 0 0,-1-1-1 0 0,3 0 1 0 0,4-2-32 0 0,1 0 1 0 0,-1-1 0 0 0,0 0-1 0 0,0 0 1 0 0,0-1-1 0 0,0 0 1 0 0,-1-1 0 0 0,10-8-1 0 0,-6 3-77 0 0,-1 0-1 0 0,-1 0 0 0 0,0-1 0 0 0,0-1 0 0 0,-1 1 1 0 0,12-24-1 0 0,31-86-226 0 0,-35 78 307 0 0,-14 33 27 0 0,-8 15 80 0 0,-9 16 89 0 0,1 4-110 0 0,1 1 1 0 0,2 0 0 0 0,0 1 0 0 0,2 0-1 0 0,1 0 1 0 0,1 1 0 0 0,-3 30 0 0 0,8-50-55 0 0,0 0 0 0 0,1 0 0 0 0,0 1 0 0 0,1-1 0 0 0,0 0 0 0 0,0 0 1 0 0,0 0-1 0 0,1 0 0 0 0,0 0 0 0 0,0-1 0 0 0,4 9 0 0 0,-4-12-6 0 0,0 0 0 0 0,0 0-1 0 0,0 0 1 0 0,0 0 0 0 0,1 0 0 0 0,0-1-1 0 0,-1 1 1 0 0,1-1 0 0 0,0 0 0 0 0,0 0-1 0 0,0 0 1 0 0,0 0 0 0 0,1 0 0 0 0,-1 0-1 0 0,1-1 1 0 0,-1 0 0 0 0,1 0 0 0 0,-1 0-1 0 0,1 0 1 0 0,-1 0 0 0 0,1-1-1 0 0,0 0 1 0 0,3 1 0 0 0,4-1-133 0 0,0 0-1 0 0,0-1 1 0 0,0 0 0 0 0,0-1-1 0 0,0 0 1 0 0,0-1 0 0 0,0 0-1 0 0,-1 0 1 0 0,0-1 0 0 0,16-9-1 0 0,-13 5-76 0 0,1-1-1 0 0,-1 0 0 0 0,-1-1 0 0 0,0 0 0 0 0,0-1 0 0 0,16-20 0 0 0,-7 3-85 0 0,-2 0 0 0 0,-1 0 1 0 0,-2-2-1 0 0,0 0 0 0 0,-2-1 0 0 0,12-41 0 0 0,-2-15 51 0 0,25-169-1 0 0,-24 105 1445 0 0,-24 149-1198 0 0,2-17 261 0 0,-4 24 265 0 0,-11 54 649 0 0,-57 196 451 0 0,-15 60-1029 0 0,67-251-553 0 0,-7 32 242 0 0,24-85-114 0 0,5-21-99 0 0,-3 6-87 0 0,8-19 27 0 0,2 1 0 0 0,0 1 0 0 0,1 0 0 0 0,20-24 0 0 0,-27 38-25 0 0,0 0-1 0 0,0 1 0 0 0,1 0 1 0 0,-1 0-1 0 0,1 0 0 0 0,0 1 1 0 0,1 0-1 0 0,-1 1 1 0 0,1 0-1 0 0,0 0 0 0 0,0 0 1 0 0,0 1-1 0 0,1 0 1 0 0,-1 1-1 0 0,10-2 0 0 0,-13 4 9 0 0,0-1 0 0 0,-1 1 0 0 0,1 0 0 0 0,0 1 0 0 0,0-1 0 0 0,-1 1-1 0 0,1 0 1 0 0,-1 0 0 0 0,1 0 0 0 0,-1 1 0 0 0,1-1 0 0 0,-1 1 0 0 0,0 0 0 0 0,7 4-1 0 0,-5-1 20 0 0,0-1-1 0 0,-1 1 1 0 0,1 0-1 0 0,-1 1 1 0 0,0-1-1 0 0,-1 1 0 0 0,1 0 1 0 0,5 11-1 0 0,-4-5 110 0 0,1 1-1 0 0,-2 0 0 0 0,0 1 1 0 0,-1-1-1 0 0,0 1 0 0 0,-1 0 1 0 0,-1 0-1 0 0,0 0 0 0 0,0 16 1 0 0,-2-18 36 0 0,-1 0 0 0 0,0 1 1 0 0,-1-1-1 0 0,0 0 0 0 0,-1 0 1 0 0,0 0-1 0 0,-1 0 0 0 0,-1-1 0 0 0,1 0 1 0 0,-2 1-1 0 0,0-2 0 0 0,-9 15 1 0 0,10-19-104 0 0,0 0 0 0 0,0 0 0 0 0,-1 0 0 0 0,1 0 0 0 0,-1-1 0 0 0,-1 0 0 0 0,1-1 0 0 0,-1 1 0 0 0,0-1 0 0 0,0 0 0 0 0,0-1 0 0 0,0 0 0 0 0,-1 0 0 0 0,1 0 0 0 0,-1-1 0 0 0,0 0 0 0 0,1-1 0 0 0,-1 1 0 0 0,0-2 0 0 0,-9 1 0 0 0,-6-2-19 0 0,-1-1-1 0 0,1-1 1 0 0,0-1 0 0 0,0-1 0 0 0,-25-8 0 0 0,3-4-411 0 0,-63-31 0 0 0,107 48 255 0 0,0 0 1 0 0,1-1-1 0 0,-1 1 1 0 0,0 0-1 0 0,0-1 1 0 0,1 1-1 0 0,-1 0 0 0 0,0-1 1 0 0,1 1-1 0 0,-1-1 1 0 0,1 1-1 0 0,-1-1 0 0 0,0 1 1 0 0,1-1-1 0 0,-1 0 1 0 0,1 1-1 0 0,-1-1 1 0 0,1 0-1 0 0,0 1 0 0 0,-1-1 1 0 0,1 0-1 0 0,0 1 1 0 0,-1-1-1 0 0,1 0 0 0 0,0 0 1 0 0,0 1-1 0 0,0-1 1 0 0,0-1-1 0 0,0 0-102 0 0,1 1 0 0 0,-1 0-1 0 0,1 0 1 0 0,0 0 0 0 0,-1 0 0 0 0,1 0-1 0 0,0 0 1 0 0,0 0 0 0 0,0 0 0 0 0,0 0 0 0 0,0 0-1 0 0,0 1 1 0 0,0-1 0 0 0,0 0 0 0 0,2 0-1 0 0,6-4-1882 0 0,0 1 0 0 0,1 0-1 0 0,10-2 1 0 0,0 0-2646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33 3268 0 0,'20'-33'13844'0'0,"-20"52"-13260"0"0,-7 55 963 0 0,-21 94 1 0 0,14-99-1087 0 0,13-61-422 0 0,-30 160 1369 0 0,-60 188 1 0 0,86-340-1267 0 0,-31 84 917 0 0,30-86-789 0 0,-1-2 0 0 0,1 1 0 0 0,-2-1-1 0 0,0 0 1 0 0,-12 15 0 0 0,18-25-241 0 0,1-1 0 0 0,-1 1 1 0 0,1-1-1 0 0,-1 1 0 0 0,0-1 1 0 0,0 0-1 0 0,1 1 0 0 0,-1-1 1 0 0,0 0-1 0 0,0 0 0 0 0,0 0 1 0 0,0-1-1 0 0,0 1 0 0 0,-1 0 1 0 0,1-1-1 0 0,0 1 0 0 0,0-1 1 0 0,0 0-1 0 0,0 0 0 0 0,-1 0 1 0 0,-1 0-1 0 0,0-1-28 0 0,1 0 0 0 0,-1 0 0 0 0,1 0 1 0 0,-1 0-1 0 0,1-1 0 0 0,0 1 0 0 0,-1-1 0 0 0,1 0 0 0 0,0 0 1 0 0,0 0-1 0 0,-4-5 0 0 0,-3-3-292 0 0,0-1 0 0 0,0-1 1 0 0,1 0-1 0 0,1 0 0 0 0,-8-16 0 0 0,9 14-279 0 0,1 0-1 0 0,0 0 1 0 0,1 0 0 0 0,1-1-1 0 0,1 0 1 0 0,0 0-1 0 0,0 0 1 0 0,2 0-1 0 0,0-18 1 0 0,1-3-2905 0 0,3 0 1 0 0,12-63-1 0 0,-3 41-3835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70 184 0 0,'9'-20'6007'0'0,"-5"12"-3761"0"0,0 0 0 0 0,-1-1 0 0 0,4-14 0 0 0,-7 22-1720 0 0,5 6-2746 0 0,-3-3 1709 0 0,-1 0 0 0 0,0 0-1 0 0,1 0 1 0 0,-1 0 0 0 0,0 0 0 0 0,0 0 0 0 0,-1 0-1 0 0,1 1 1 0 0,0-1 0 0 0,-1 0 0 0 0,1 1-1 0 0,-1 2 1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1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 1396 0 0,'17'44'8065'0'0,"8"15"-2193"0"0,-24-57-5786 0 0,1 0 0 0 0,-1 0 0 0 0,1 0 0 0 0,-1-1 0 0 0,1 1 0 0 0,0 0 0 0 0,-1-1 1 0 0,1 1-1 0 0,0-1 0 0 0,0 0 0 0 0,0 0 0 0 0,0 0 0 0 0,0 0 0 0 0,1 0 0 0 0,-1 0 0 0 0,0 0 1 0 0,0-1-1 0 0,1 1 0 0 0,3 0 0 0 0,0 0 111 0 0,-3 0-81 0 0,-3-2-111 0 0,0 1 0 0 0,0 0 0 0 0,1 0 0 0 0,-1-1 0 0 0,0 1 0 0 0,1 0-1 0 0,-1 0 1 0 0,0 0 0 0 0,1 0 0 0 0,-1 0 0 0 0,0-1 0 0 0,1 1 0 0 0,-1 0 0 0 0,0 0 0 0 0,1 0-1 0 0,-1 0 1 0 0,0 0 0 0 0,1 0 0 0 0,-1 0 0 0 0,1 0 0 0 0,-1 0 0 0 0,0 0 0 0 0,1 0 0 0 0,-1 1-1 0 0,0-1 1 0 0,1 0 0 0 0,0 0 3 0 0,-1 0-1 0 0,1 1 1 0 0,0-1-1 0 0,0 0 0 0 0,-1 0 1 0 0,1 0-1 0 0,0 0 1 0 0,-1 0-1 0 0,1 0 1 0 0,0 0-1 0 0,0 0 1 0 0,-1-1-1 0 0,1 1 1 0 0,0 0-1 0 0,-1 0 0 0 0,2-1 1 0 0,0 0 6 0 0,-1 0 0 0 0,1 0 0 0 0,0 0 0 0 0,-1 0 0 0 0,1 0 0 0 0,-1 0 0 0 0,0 0 0 0 0,1-1 0 0 0,-1 1 0 0 0,0 0 0 0 0,0-1 0 0 0,1 1 0 0 0,-1-1 0 0 0,0 0 0 0 0,-1 1 0 0 0,1-1 0 0 0,0 0 0 0 0,0 1 0 0 0,-1-1 0 0 0,1-3 0 0 0,0 2-12 0 0,-1 0-1 0 0,0 0 0 0 0,0 0 1 0 0,-1 0-1 0 0,1 0 0 0 0,-1 0 0 0 0,1 0 1 0 0,-1 0-1 0 0,0 1 0 0 0,0-1 0 0 0,0 0 1 0 0,-3-4-1 0 0,2 3-10 0 0,0 0 1 0 0,-1 0-1 0 0,1 1 0 0 0,-1-1 1 0 0,0 1-1 0 0,0 0 0 0 0,0 0 1 0 0,-1 0-1 0 0,1 0 1 0 0,-1 0-1 0 0,0 1 0 0 0,0-1 1 0 0,1 1-1 0 0,-2 0 0 0 0,1 0 1 0 0,0 1-1 0 0,0-1 0 0 0,0 1 1 0 0,-7-1-1 0 0,4 1 9 0 0,-1 1 1 0 0,0 1-1 0 0,1 0 0 0 0,-1 0 0 0 0,0 0 1 0 0,1 1-1 0 0,0 0 0 0 0,-1 0 1 0 0,1 1-1 0 0,0 0 0 0 0,-12 7 1 0 0,9-4 9 0 0,0 1 1 0 0,0 0 0 0 0,1 1-1 0 0,0 0 1 0 0,0 0-1 0 0,1 1 1 0 0,-10 13 0 0 0,11-12 1 0 0,0 0 1 0 0,0 0 0 0 0,1 1-1 0 0,0 0 1 0 0,1 0-1 0 0,1 1 1 0 0,-1-1 0 0 0,2 1-1 0 0,0 0 1 0 0,0 0 0 0 0,1 0-1 0 0,0 0 1 0 0,1 0-1 0 0,1 1 1 0 0,0-1 0 0 0,2 16-1 0 0,-1-22-30 0 0,1 0-1 0 0,-1-1 0 0 0,1 1 1 0 0,1 0-1 0 0,-1 0 0 0 0,1-1 0 0 0,0 0 1 0 0,0 1-1 0 0,0-1 0 0 0,1 0 1 0 0,-1-1-1 0 0,1 1 0 0 0,7 6 1 0 0,-5-6-159 0 0,1 0 0 0 0,0-1 1 0 0,0 0-1 0 0,0 0 0 0 0,0 0 1 0 0,1-1-1 0 0,-1 0 1 0 0,1 0-1 0 0,9 1 0 0 0,0-1-858 0 0,1 0-1 0 0,-1-2 1 0 0,1 0-1 0 0,0-1 0 0 0,-1 0 1 0 0,1-2-1 0 0,0 0 1 0 0,27-7-1 0 0,-7-3-3280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1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55 1920 0 0,'0'-3'728'0'0,"0"-1"1"0"0,-1 1-1 0 0,0 0 0 0 0,0 1 0 0 0,0-1 0 0 0,0 0 1 0 0,0 0-1 0 0,0 0 0 0 0,-1 0 0 0 0,1 1 0 0 0,-1-1 1 0 0,0 1-1 0 0,0-1 0 0 0,-4-3 0 0 0,4 5-564 0 0,0-1 0 0 0,0 1 0 0 0,0 0-1 0 0,0 1 1 0 0,0-1 0 0 0,0 0 0 0 0,0 1 0 0 0,0-1-1 0 0,0 1 1 0 0,-1 0 0 0 0,1-1 0 0 0,0 1 0 0 0,0 0-1 0 0,0 0 1 0 0,0 0 0 0 0,-1 1 0 0 0,1-1 0 0 0,0 1-1 0 0,0-1 1 0 0,0 1 0 0 0,-4 1 0 0 0,0 1 12 0 0,-1 0 1 0 0,1 1-1 0 0,0 0 1 0 0,0 0-1 0 0,0 1 1 0 0,1-1 0 0 0,-1 1-1 0 0,1 0 1 0 0,-7 10-1 0 0,2-3-7 0 0,2 0 0 0 0,-1 1-1 0 0,-10 22 1 0 0,4-4 19 0 0,2 2 1 0 0,-17 58-1 0 0,28-81-169 0 0,0 0 1 0 0,0 0-1 0 0,1 0 1 0 0,0 1-1 0 0,0-1 1 0 0,1 0-1 0 0,1 1 1 0 0,0-1-1 0 0,0 0 1 0 0,1 1-1 0 0,1-1 1 0 0,-1 0-1 0 0,9 18 0 0 0,-9-25-32 0 0,0 1 0 0 0,1 0 0 0 0,0-1 0 0 0,-1 1-1 0 0,2-1 1 0 0,-1 0 0 0 0,0 0 0 0 0,0 0 0 0 0,1 0-1 0 0,0-1 1 0 0,-1 0 0 0 0,1 1 0 0 0,0-1 0 0 0,0-1-1 0 0,1 1 1 0 0,-1 0 0 0 0,0-1 0 0 0,0 0 0 0 0,1 0-1 0 0,-1 0 1 0 0,0-1 0 0 0,1 0 0 0 0,-1 1 0 0 0,9-2-1 0 0,4 0-352 0 0,-1-1-1 0 0,1 0 1 0 0,-1-2 0 0 0,0 0-1 0 0,21-7 1 0 0,-13 1-596 0 0,-1 0 1 0 0,0-1 0 0 0,0-1 0 0 0,-1-2 0 0 0,-1 0 0 0 0,0-1 0 0 0,-1-1 0 0 0,0-1 0 0 0,-2 0-1 0 0,17-21 1 0 0,-1-6-3258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188 279 496 0 0,'20'-139'8438'0'0,"-19"118"-6811"0"0,0 0 0 0 0,-2 0 0 0 0,0 0-1 0 0,-7-32 1 0 0,8 50-1101 0 0,-16 12 9 0 0,13-4-437 0 0,-1-1 1 0 0,1 1-1 0 0,0 0 1 0 0,0 0-1 0 0,0 0 1 0 0,1 1-1 0 0,0-1 1 0 0,0 1-1 0 0,-1 7 1 0 0,-1-2 95 0 0,-35 113 920 0 0,5 1 1 0 0,6 2 0 0 0,-16 164-1 0 0,41-260-1023 0 0,1-1-1 0 0,1 1 0 0 0,1 0 1 0 0,2-1-1 0 0,8 43 0 0 0,-10-71-131 0 0,1 0-1 0 0,0 0 0 0 0,-1 0 1 0 0,1 0-1 0 0,0-1 0 0 0,0 1 1 0 0,0 0-1 0 0,0 0 0 0 0,0-1 1 0 0,1 1-1 0 0,-1-1 0 0 0,0 1 1 0 0,1-1-1 0 0,-1 0 0 0 0,1 0 0 0 0,0 1 1 0 0,-1-1-1 0 0,1 0 0 0 0,0 0 1 0 0,-1 0-1 0 0,1-1 0 0 0,0 1 1 0 0,0 0-1 0 0,0-1 0 0 0,0 1 1 0 0,0-1-1 0 0,0 0 0 0 0,0 1 1 0 0,0-1-1 0 0,0 0 0 0 0,0 0 1 0 0,0 0-1 0 0,0-1 0 0 0,0 1 1 0 0,0 0-1 0 0,0-1 0 0 0,2 0 1 0 0,3-2-302 0 0,0 1 0 0 0,0-1 0 0 0,0 0 0 0 0,-1 0 0 0 0,0-1 0 0 0,1 1 0 0 0,-1-2 0 0 0,9-7 0 0 0,40-43-2348 0 0,-45 45 2121 0 0,22-28-3567 0 0,30-44 1 0 0,-33 39-1564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 3372 0 0,'-67'7'4859'0'0,"0"2"0"0"0,-70 21-1 0 0,135-30-4770 0 0,0 1-1 0 0,0-1 1 0 0,0 1 0 0 0,0-1-1 0 0,1 1 1 0 0,-1 0-1 0 0,0 0 1 0 0,0 0-1 0 0,0 0 1 0 0,1 0 0 0 0,-1 0-1 0 0,0 1 1 0 0,1-1-1 0 0,-3 3 1 0 0,21 2 217 0 0,2-4-233 0 0,1-1 1 0 0,0 0-1 0 0,-1-1 0 0 0,23-3 0 0 0,-9 0-50 0 0,199-19-2698 0 0,-78-4-6337 0 0,-109 18 3156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2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1043 1316 0 0,'-21'6'2446'0'0,"1"-1"-54"0"0,-1 1 1 0 0,-32 16-1 0 0,47-20-2123 0 0,1 1 0 0 0,0 0 0 0 0,0 1 1 0 0,0-1-1 0 0,0 1 0 0 0,0 0 0 0 0,1 1 0 0 0,0-1 0 0 0,0 1 0 0 0,0-1 0 0 0,0 1 1 0 0,1 0-1 0 0,-1 1 0 0 0,-2 5 0 0 0,3-3-46 0 0,0 0 0 0 0,1 0-1 0 0,-1 0 1 0 0,1 1 0 0 0,1-1-1 0 0,0 0 1 0 0,0 1 0 0 0,0 0 0 0 0,1-1-1 0 0,1 1 1 0 0,0 8 0 0 0,0-13-171 0 0,0-1 1 0 0,-1 0 0 0 0,1 1-1 0 0,1-1 1 0 0,-1 0-1 0 0,0 0 1 0 0,1 0-1 0 0,-1 0 1 0 0,1 0 0 0 0,0 0-1 0 0,0 0 1 0 0,0 0-1 0 0,1-1 1 0 0,-1 1-1 0 0,1-1 1 0 0,-1 0 0 0 0,1 0-1 0 0,0 0 1 0 0,0 0-1 0 0,0 0 1 0 0,0 0-1 0 0,0-1 1 0 0,0 1-1 0 0,0-1 1 0 0,0 0 0 0 0,1 0-1 0 0,-1 0 1 0 0,1-1-1 0 0,-1 1 1 0 0,5 0-1 0 0,8-1-9 0 0,-1 0-1 0 0,0-2 0 0 0,0 1 0 0 0,1-2 0 0 0,-1 0 0 0 0,-1 0 0 0 0,1-1 0 0 0,0-1 0 0 0,-1-1 0 0 0,0 0 0 0 0,0-1 0 0 0,-1 0 1 0 0,0-1-1 0 0,17-13 0 0 0,2-5-14 0 0,-1 0 0 0 0,-1-2 0 0 0,-2-2 0 0 0,29-37 0 0 0,-10 5-48 0 0,-3-2 0 0 0,-3-2 0 0 0,-3-2 0 0 0,-3-1 1 0 0,29-83-1 0 0,-27 45-79 0 0,-5-1 1 0 0,36-214-1 0 0,-62 283 62 0 0,-7 24 29 0 0,1 14 8 0 0,0 1 0 0 0,0 0-1 0 0,0 0 1 0 0,0 0-1 0 0,0 0 1 0 0,0-1 0 0 0,-1 1-1 0 0,1 0 1 0 0,0 0 0 0 0,0 0-1 0 0,0 0 1 0 0,0 0 0 0 0,0 0-1 0 0,-1 0 1 0 0,1-1 0 0 0,0 1-1 0 0,0 0 1 0 0,0 0 0 0 0,-1 0-1 0 0,1 0 1 0 0,0 0 0 0 0,0 0-1 0 0,0 0 1 0 0,0 0 0 0 0,-1 0-1 0 0,1 0 1 0 0,0 0 0 0 0,0 0-1 0 0,0 0 1 0 0,-1 0 0 0 0,1 0-1 0 0,0 0 1 0 0,0 0 0 0 0,0 0-1 0 0,-1 1 1 0 0,-11 8-19 0 0,12-8 19 0 0,-15 15 52 0 0,0 0 1 0 0,1 2-1 0 0,1 0 0 0 0,0 0 0 0 0,-15 32 1 0 0,3-6 42 0 0,-13 21 179 0 0,2 2 0 0 0,4 2-1 0 0,-44 134 1 0 0,61-152-220 0 0,3 0 0 0 0,2 1-1 0 0,2 1 1 0 0,3-1 0 0 0,2 1 0 0 0,5 74-1 0 0,-1-110-39 0 0,1 1 1 0 0,1 0-1 0 0,1-1 0 0 0,1 0 0 0 0,0 0 0 0 0,13 28 0 0 0,-15-40-7 0 0,0 1-1 0 0,0-1 1 0 0,0 0 0 0 0,1 0-1 0 0,0 0 1 0 0,0-1-1 0 0,0 0 1 0 0,1 1-1 0 0,-1-1 1 0 0,7 3 0 0 0,-8-5-4 0 0,1 0 1 0 0,0 0-1 0 0,0 0 1 0 0,0-1-1 0 0,0 1 1 0 0,1-1-1 0 0,-1 0 1 0 0,0-1-1 0 0,0 1 1 0 0,1-1 0 0 0,-1 1-1 0 0,0-1 1 0 0,1-1-1 0 0,-1 1 1 0 0,8-2-1 0 0,-4 0-1 0 0,0-1-1 0 0,0 0 1 0 0,0 0-1 0 0,0-1 1 0 0,0 0-1 0 0,-1 0 0 0 0,0-1 1 0 0,0 0-1 0 0,0 0 1 0 0,0 0-1 0 0,7-9 1 0 0,8-10 0 0 0,30-42 0 0 0,-21 19-38 0 0,44-90 0 0 0,-75 136 35 0 0,16-32 151 0 0,21-65 1 0 0,-36 96-67 0 0,-2 3-71 0 0,0-1 1 0 0,0 1-1 0 0,0-1 0 0 0,0 1 0 0 0,0 0 0 0 0,0 0 0 0 0,1-1 0 0 0,-1 1 1 0 0,0 0-1 0 0,0 0 0 0 0,1 0 0 0 0,-1 0 0 0 0,1 0 0 0 0,-1 0 0 0 0,1 0 1 0 0,-1 1-1 0 0,-9 20 118 0 0,9-20-106 0 0,-8 24 176 0 0,1 0 1 0 0,1 0-1 0 0,2 1 0 0 0,0-1 0 0 0,2 1 0 0 0,1 0 0 0 0,3 53 0 0 0,0-70-128 0 0,0 0-1 0 0,0 0 1 0 0,1-1 0 0 0,1 1-1 0 0,0 0 1 0 0,5 11-1 0 0,-7-18-49 0 0,0 0 0 0 0,1 0 0 0 0,-1-1 0 0 0,1 1 0 0 0,0 0 0 0 0,0-1 0 0 0,0 0 0 0 0,0 1 0 0 0,0-1 0 0 0,1 0 0 0 0,-1 0 0 0 0,1 0 0 0 0,-1 0 0 0 0,1-1 0 0 0,-1 1 0 0 0,1-1 0 0 0,0 1 0 0 0,0-1 0 0 0,0 0 0 0 0,0 0 0 0 0,0 0 0 0 0,0-1 0 0 0,6 1 0 0 0,2-1 54 0 0,1-1 0 0 0,-1 0-1 0 0,0 0 1 0 0,0-2-1 0 0,0 1 1 0 0,0-1 0 0 0,-1-1-1 0 0,1 0 1 0 0,-1 0 0 0 0,0-1-1 0 0,0-1 1 0 0,0 1 0 0 0,-1-2-1 0 0,0 1 1 0 0,0-1-1 0 0,10-11 1 0 0,-3 2-5 0 0,0-1 0 0 0,-2 0 0 0 0,0-1 0 0 0,-1-1 0 0 0,-1 0 0 0 0,0 0 0 0 0,10-26 0 0 0,-19 38-56 0 0,-1 0 0 0 0,1 0-1 0 0,-1 0 1 0 0,0-1 0 0 0,-1 1-1 0 0,0 0 1 0 0,0-1 0 0 0,-1 1 0 0 0,1-1-1 0 0,-2 1 1 0 0,1-1 0 0 0,-1 1-1 0 0,0-1 1 0 0,-1 1 0 0 0,0 0 0 0 0,-2-8-1 0 0,0 7-1 0 0,1 0-1 0 0,-1 1 1 0 0,-1-1 0 0 0,0 1-1 0 0,0 0 1 0 0,0 0-1 0 0,-1 0 1 0 0,0 1 0 0 0,0 0-1 0 0,0 0 1 0 0,-1 1-1 0 0,0-1 1 0 0,-12-5 0 0 0,-12-6-181 0 0,-1 3 1 0 0,-1 0 0 0 0,-44-11-1 0 0,4 1-5439 0 0,59 21 2982 0 0,1 0-451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47 2336 0 0,'-179'10'16478'0'0,"156"-7"-13659"0"0,39-4-2239 0 0,540-46 317 0 0,-497 43-930 0 0,18-2-2463 0 0,-26 4-9228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4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90 1564 0 0,'0'-6'1874'0'0,"0"-1"-317"0"0,0-1 0 0 0,1 1 0 0 0,-1-1 0 0 0,4-13 1 0 0,-3 19-1471 0 0,-1 0 0 0 0,1 1 0 0 0,0-1 0 0 0,-1 0 1 0 0,1 1-1 0 0,0-1 0 0 0,0 1 0 0 0,0-1 1 0 0,0 1-1 0 0,0-1 0 0 0,0 1 0 0 0,1-1 1 0 0,-1 1-1 0 0,0 0 0 0 0,1 0 0 0 0,-1 0 0 0 0,1 0 1 0 0,-1 0-1 0 0,1 0 0 0 0,-1 0 0 0 0,1 0 1 0 0,0 1-1 0 0,0-1 0 0 0,-1 1 0 0 0,1-1 0 0 0,0 1 1 0 0,2-1-1 0 0,4 1-16 0 0,0 0 0 0 0,1 1 0 0 0,-1-1 0 0 0,0 2 0 0 0,0-1 0 0 0,0 1 0 0 0,0 0 0 0 0,-1 1 0 0 0,1 0 0 0 0,-1 0-1 0 0,1 1 1 0 0,-1 0 0 0 0,0 0 0 0 0,0 0 0 0 0,-1 1 0 0 0,1 0 0 0 0,6 7 0 0 0,-7-6-20 0 0,1 1 0 0 0,-1 0 0 0 0,0 0 0 0 0,0 1 0 0 0,-1 0 1 0 0,0 0-1 0 0,0 0 0 0 0,-1 0 0 0 0,0 1 0 0 0,-1 0 0 0 0,0 0 0 0 0,0 0 0 0 0,-1 0 0 0 0,0 0 0 0 0,1 10 0 0 0,-3-2 44 0 0,0 0-1 0 0,-1 0 0 0 0,-1 0 1 0 0,0 0-1 0 0,-1 0 1 0 0,-11 32-1 0 0,5-25 75 0 0,-1 0-1 0 0,-1-1 1 0 0,-1-1-1 0 0,-17 24 1 0 0,1-7 245 0 0,-2-3 0 0 0,-1 0 0 0 0,-2-2 0 0 0,-59 47 0 0 0,-20 9 575 0 0,111-90-986 0 0,1 1 0 0 0,-1-1 0 0 0,1 1 0 0 0,-1-1 0 0 0,1 0 0 0 0,-1 1 0 0 0,1-1 1 0 0,-1 1-1 0 0,1-1 0 0 0,-1 1 0 0 0,1-1 0 0 0,0 1 0 0 0,-1 0 0 0 0,1-1 1 0 0,0 1-1 0 0,0-1 0 0 0,-1 1 0 0 0,1 0 0 0 0,0-1 0 0 0,0 1 0 0 0,0-1 0 0 0,0 1 1 0 0,0 0-1 0 0,0-1 0 0 0,0 2 0 0 0,0-2 0 0 0,1 1-1 0 0,-1 0 1 0 0,0-1 0 0 0,1 1 0 0 0,-1-1-1 0 0,1 1 1 0 0,-1-1 0 0 0,1 1 0 0 0,0-1-1 0 0,-1 1 1 0 0,1-1 0 0 0,-1 0-1 0 0,1 1 1 0 0,0-1 0 0 0,-1 0 0 0 0,1 0-1 0 0,1 1 1 0 0,30 3 23 0 0,-31-4-26 0 0,53-1-973 0 0,0-2 0 0 0,0-3 0 0 0,65-15 0 0 0,-49 6-2457 0 0,-25-1-1864 0 0,-19 5-165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81 2004 0 0,'-2'-11'3892'0'0,"-8"-33"4213"0"0,10 43-7672 0 0,0 0-359 0 0,0 0 1 0 0,0 1-1 0 0,1-1 1 0 0,-1 0-1 0 0,1 1 0 0 0,-1-1 1 0 0,0 0-1 0 0,1 1 1 0 0,-1-1-1 0 0,1 1 1 0 0,-1-1-1 0 0,1 1 0 0 0,0-1 1 0 0,-1 1-1 0 0,1 0 1 0 0,-1-1-1 0 0,2 1 0 0 0,3 1 33 0 0,1 1-1 0 0,-1-1 0 0 0,1 1 0 0 0,-1 1 0 0 0,0-1 0 0 0,0 1 0 0 0,0 0 0 0 0,0 0 0 0 0,0 1 0 0 0,-1-1 0 0 0,1 1 1 0 0,-1 0-1 0 0,0 0 0 0 0,0 1 0 0 0,-1-1 0 0 0,1 1 0 0 0,-1-1 0 0 0,4 9 0 0 0,-2-4-27 0 0,0 0 1 0 0,-1 0-1 0 0,0 1 0 0 0,0 0 1 0 0,-1 0-1 0 0,0 0 0 0 0,-1 0 1 0 0,0 0-1 0 0,1 18 0 0 0,-4-18-6 0 0,1 0 0 0 0,-2 0 0 0 0,1 0 1 0 0,-1 0-1 0 0,-1 0 0 0 0,0 0 0 0 0,0-1 0 0 0,-1 1 0 0 0,0-1 0 0 0,-1 0 0 0 0,0 0 0 0 0,-8 11 0 0 0,1-5 67 0 0,0 0 1 0 0,-1-1-1 0 0,-1-1 1 0 0,0 0-1 0 0,-25 16 1 0 0,37-27-100 0 0,-2-4 5 0 0,4 3-46 0 0,0-1 1 0 0,-1 0 0 0 0,1 0 0 0 0,0 0-1 0 0,0 0 1 0 0,-1 0 0 0 0,1 0 0 0 0,0 0-1 0 0,0 0 1 0 0,-1 0 0 0 0,1 0 0 0 0,0 0-1 0 0,0 0 1 0 0,-1-1 0 0 0,1 1 0 0 0,0 0-1 0 0,0 0 1 0 0,-1 0 0 0 0,1 0 0 0 0,0 0 0 0 0,0 0-1 0 0,0-1 1 0 0,-1 1 0 0 0,1 0 0 0 0,0 0-1 0 0,0 0 1 0 0,0 0 0 0 0,-1-1 0 0 0,1 1-1 0 0,0 0 1 0 0,0 0 0 0 0,0-1 0 0 0,0 1-1 0 0,0 0 1 0 0,0 0 0 0 0,0-1 0 0 0,-1 1 0 0 0,2-5 1 0 0,0 1 1 0 0,0-1 0 0 0,0 0 0 0 0,1 1 0 0 0,0-1 0 0 0,-1 1 0 0 0,1 0 0 0 0,1-1-1 0 0,-1 1 1 0 0,1 0 0 0 0,3-4 0 0 0,40-47-4 0 0,-33 40-4 0 0,125-124-34 0 0,-9 11 61 0 0,-124 122-28 0 0,-4 5 4 0 0,0 1 1 0 0,0-1-1 0 0,0 0 0 0 0,0 0 1 0 0,0 0-1 0 0,0 0 1 0 0,0 0-1 0 0,0-1 0 0 0,0 1 1 0 0,-1 0-1 0 0,1 0 1 0 0,0-1-1 0 0,-1 1 1 0 0,1 0-1 0 0,-1 0 0 0 0,0-1 1 0 0,1 1-1 0 0,-1-1 1 0 0,0 1-1 0 0,0 0 0 0 0,0-1 1 0 0,0-1-1 0 0,0 2-14 0 0,-3 1 15 0 0,0 0-1 0 0,1 1 1 0 0,-1 0 0 0 0,1-1-1 0 0,-1 1 1 0 0,1 0-1 0 0,-1 0 1 0 0,1 1-1 0 0,-1-1 1 0 0,1 0 0 0 0,0 1-1 0 0,-3 2 1 0 0,-27 25 3 0 0,22-18-10 0 0,-4 3 5 0 0,0 0 1 0 0,1 1 0 0 0,-19 30 0 0 0,27-37 3 0 0,0 1 0 0 0,0 0 0 0 0,1 0 0 0 0,0 0 1 0 0,0 1-1 0 0,1-1 0 0 0,0 1 0 0 0,1 0 1 0 0,-1 13-1 0 0,3-18 10 0 0,0 1 0 0 0,0-1 0 0 0,1 1 0 0 0,-1-1 0 0 0,1 1 0 0 0,1-1 0 0 0,-1 1 0 0 0,1-1 0 0 0,0 0 0 0 0,0 0 0 0 0,1 0 0 0 0,4 8 0 0 0,-2-5-96 0 0,1-1 0 0 0,0 0 0 0 0,1 0 0 0 0,-1-1 0 0 0,1 0 0 0 0,0 0-1 0 0,9 5 1 0 0,3 1-781 0 0,1-1-1 0 0,0-1 0 0 0,1-1 0 0 0,1-1 0 0 0,29 8 0 0 0,-36-12-761 0 0,1-1 0 0 0,0 0 0 0 0,0-1 0 0 0,19 1 0 0 0,-11-5-2511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4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15 140 0 0,'23'-11'12195'0'0,"-23"11"-12035"0"0,0-1 0 0 0,1 1-1 0 0,-1 0 1 0 0,1-1 0 0 0,-1 1-1 0 0,1 0 1 0 0,-1 0 0 0 0,1-1 0 0 0,-1 1-1 0 0,1 0 1 0 0,-1 0 0 0 0,1 0 0 0 0,-1 0-1 0 0,1 0 1 0 0,-1 0 0 0 0,1 0-1 0 0,-1 0 1 0 0,1 0 0 0 0,-1 0 0 0 0,1 0-1 0 0,-1 0 1 0 0,1 0 0 0 0,0 0 0 0 0,-1 0-1 0 0,1 1 1 0 0,-1-1 0 0 0,0 0-1 0 0,1 0 1 0 0,-1 1 0 0 0,1-1 0 0 0,0 1-1 0 0,-1 0 8 0 0,1 0-1 0 0,-1 0 0 0 0,1 0 1 0 0,-1 0-1 0 0,0 0 1 0 0,0 1-1 0 0,1-1 0 0 0,-1 0 1 0 0,0 0-1 0 0,0 0 0 0 0,0 0 1 0 0,-1 1-1 0 0,1 1 1 0 0,-14 45 1009 0 0,12-44-965 0 0,-44 142 1048 0 0,26-47-3514 0 0,20-96 1401 0 0,-2 23-1190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69 127 2824 0 0,'-43'-35'14318'0'0,"19"17"-9020"0"0,24 18-5254 0 0,0-1 0 0 0,0 1-1 0 0,0 0 1 0 0,0 0 0 0 0,-1 0 0 0 0,1 0-1 0 0,0 0 1 0 0,0-1 0 0 0,0 1 0 0 0,0 0-1 0 0,0 0 1 0 0,0 0 0 0 0,-1 0 0 0 0,1-1-1 0 0,0 1 1 0 0,0 0 0 0 0,0 0 0 0 0,0 0 0 0 0,0-1-1 0 0,0 1 1 0 0,0 0 0 0 0,0 0 0 0 0,0 0-1 0 0,0-1 1 0 0,0 1 0 0 0,0 0 0 0 0,0 0-1 0 0,0-1 1 0 0,0 1 0 0 0,0 0 0 0 0,0 0-1 0 0,0 0 1 0 0,0-1 0 0 0,1 1 0 0 0,-1 0-1 0 0,0 0 1 0 0,0 0 0 0 0,0 0 0 0 0,0-1-1 0 0,0 1 1 0 0,1 0 0 0 0,11-5 708 0 0,21 1-490 0 0,-29 4-134 0 0,150-8 619 0 0,5-1-2425 0 0,-54-4-3269 0 0,-99 12 4176 0 0,0-1 0 0 0,-1 1 0 0 0,0-1 0 0 0,9-4 0 0 0,7-8-5905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 3392 0 0,'-2'-1'2701'0'0,"-1"-1"-1676"0"0,-1 0 1 0 0,1 1 0 0 0,0-1 0 0 0,-1 1 0 0 0,1 0 0 0 0,-1 0 0 0 0,0 0 0 0 0,1 1 0 0 0,-1-1-1 0 0,-3 1 1 0 0,5 0-767 0 0,0 1 0 0 0,0-1 0 0 0,0 1 0 0 0,0-1 0 0 0,0 1 0 0 0,0 0 0 0 0,0 0 0 0 0,0 0 0 0 0,0 0 0 0 0,1 0-1 0 0,-1 1 1 0 0,0-1 0 0 0,1 0 0 0 0,-1 1 0 0 0,1-1 0 0 0,0 1 0 0 0,-1 0 0 0 0,1-1 0 0 0,0 1 0 0 0,-2 3 0 0 0,-3 7 281 0 0,0 0 0 0 0,1 0-1 0 0,0 1 1 0 0,1-1 0 0 0,0 1 0 0 0,-2 17 0 0 0,-7 82 393 0 0,11-92-761 0 0,0 2-241 0 0,-8 154-67 0 0,10-143-3833 0 0,7 50 0 0 0,-4-66 509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216 125 896 0 0,'-9'-5'2093'0'0,"1"0"0"0"0,0-1 0 0 0,0 0 0 0 0,-7-7 0 0 0,0-5-123 0 0,15 17-1913 0 0,0 0 0 0 0,0 0 0 0 0,-1 1-1 0 0,1-1 1 0 0,0 0 0 0 0,0 0 0 0 0,0 0 0 0 0,0 1-1 0 0,0-1 1 0 0,0 0 0 0 0,0 0 0 0 0,0 0 0 0 0,0 0-1 0 0,0 1 1 0 0,1-1 0 0 0,-1 0 0 0 0,0 0 0 0 0,1 0-1 0 0,-1 1 1 0 0,0-1 0 0 0,1 0 0 0 0,-1 1-1 0 0,1-1 1 0 0,-1 0 0 0 0,1 1 0 0 0,-1-1 0 0 0,2-1-1 0 0,16-13 787 0 0,-17 14-769 0 0,8-3 110 0 0,0-1 0 0 0,-1 1 1 0 0,1 0-1 0 0,1 1 0 0 0,-1 0 0 0 0,1 0 0 0 0,-1 1 1 0 0,1 0-1 0 0,0 1 0 0 0,12-1 0 0 0,-2 2-41 0 0,0 0 0 0 0,0 2 0 0 0,0 0 1 0 0,22 5-1 0 0,-32-4-116 0 0,-1-1 1 0 0,1 1-1 0 0,-1 1 1 0 0,0-1-1 0 0,0 2 0 0 0,0-1 1 0 0,0 1-1 0 0,-1 1 1 0 0,12 8-1 0 0,-17-11-15 0 0,-1-1 0 0 0,0 1 0 0 0,1-1-1 0 0,-1 1 1 0 0,0 0 0 0 0,0 0 0 0 0,0 0 0 0 0,-1 0-1 0 0,1 0 1 0 0,-1 0 0 0 0,0 0 0 0 0,0 1 0 0 0,0-1-1 0 0,0 1 1 0 0,0-1 0 0 0,-1 0 0 0 0,1 1-1 0 0,-1-1 1 0 0,0 1 0 0 0,0-1 0 0 0,0 1 0 0 0,-1-1-1 0 0,1 1 1 0 0,-1-1 0 0 0,0 1 0 0 0,0-1 0 0 0,0 0-1 0 0,0 0 1 0 0,-1 1 0 0 0,-2 3 0 0 0,-2 4 49 0 0,0 0 1 0 0,-1-1 0 0 0,-1 1-1 0 0,0-1 1 0 0,0-1 0 0 0,-1 1-1 0 0,0-2 1 0 0,-1 1 0 0 0,-11 7-1 0 0,-11 5 202 0 0,-57 29-1 0 0,49-29 4 0 0,2-4-44 0 0,38-17-219 0 0,0 0 0 0 0,-1 0 0 0 0,1 0 0 0 0,0 0 0 0 0,-1 0 1 0 0,1 1-1 0 0,0-1 0 0 0,-1 0 0 0 0,1 0 0 0 0,0 0 0 0 0,-1 1 1 0 0,1-1-1 0 0,0 0 0 0 0,0 0 0 0 0,-1 1 0 0 0,1-1 0 0 0,0 0 1 0 0,0 1-1 0 0,0-1 0 0 0,-1 0 0 0 0,1 1 0 0 0,0-1 0 0 0,0 0 1 0 0,0 1-1 0 0,0-1 0 0 0,0 0 0 0 0,0 1 0 0 0,0-1 0 0 0,0 1 1 0 0,9 6 35 0 0,30 3-32 0 0,-24-7 8 0 0,8 4-23 0 0,-1 0 1 0 0,0 2-1 0 0,0 1 1 0 0,34 20-1 0 0,-48-24 59 0 0,0-1-1 0 0,1 1 1 0 0,-2 1-1 0 0,1-1 1 0 0,-1 1-1 0 0,0 0 1 0 0,0 1 0 0 0,-1 0-1 0 0,0 0 1 0 0,-1 0-1 0 0,1 1 1 0 0,-2 0-1 0 0,8 17 1 0 0,-11-22 20 0 0,0 0 0 0 0,0 0 1 0 0,-1 0-1 0 0,1 1 0 0 0,-1-1 1 0 0,0 0-1 0 0,0 0 0 0 0,0 1 1 0 0,0-1-1 0 0,-1 0 1 0 0,0 1-1 0 0,0-1 0 0 0,0 0 1 0 0,-2 4-1 0 0,0-1 18 0 0,0-1 0 0 0,-1 0 0 0 0,1-1 0 0 0,-1 1 0 0 0,0-1 0 0 0,-1 1 0 0 0,1-1 0 0 0,-8 6 0 0 0,3-4 9 0 0,0 1 0 0 0,-1-2 1 0 0,0 0-1 0 0,0 0 0 0 0,0 0 0 0 0,-1-1 0 0 0,0-1 0 0 0,0 0 0 0 0,0 0 0 0 0,-14 2 1 0 0,5-4-52 0 0,0 0 0 0 0,0-1 1 0 0,-1-1-1 0 0,1-1 1 0 0,0-1-1 0 0,0-1 1 0 0,0-1-1 0 0,0 0 0 0 0,1-1 1 0 0,0-2-1 0 0,0 0 1 0 0,0 0-1 0 0,1-2 0 0 0,0 0 1 0 0,-32-24-1 0 0,48 32-122 0 0,0 0 0 0 0,0-1 0 0 0,0 1 0 0 0,0-1 0 0 0,0 0 0 0 0,0 1 0 0 0,1-1 0 0 0,-1 0 0 0 0,1 0 0 0 0,0 0 0 0 0,-1 0 0 0 0,1 0 0 0 0,0-1 0 0 0,0 1 1 0 0,0 0-1 0 0,0 0 0 0 0,1-1 0 0 0,-1 1 0 0 0,1-1 0 0 0,-1 1 0 0 0,1 0 0 0 0,0-1 0 0 0,0 1 0 0 0,0-1 0 0 0,0 1 0 0 0,0-1 0 0 0,1 1 0 0 0,-1-1 0 0 0,1 1 0 0 0,0-3 0 0 0,2 0-310 0 0,-1 0 1 0 0,1 1-1 0 0,0-1 0 0 0,1 1 1 0 0,-1 0-1 0 0,1 0 1 0 0,-1 0-1 0 0,1 0 1 0 0,1 1-1 0 0,-1-1 0 0 0,0 1 1 0 0,10-5-1 0 0,9-3-2957 0 0,1 0-1 0 0,49-14 1 0 0,-69 24 2752 0 0,24-8-4449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6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8 152 2596 0 0,'-4'-24'6539'0'0,"1"2"653"0"0,3 10-5392 0 0,0 11-1749 0 0,0 1 0 0 0,1-1 1 0 0,-1 1-1 0 0,0-1 0 0 0,0 1 0 0 0,1 0 0 0 0,-1-1 0 0 0,1 1 1 0 0,-1 0-1 0 0,0-1 0 0 0,1 1 0 0 0,-1 0 0 0 0,1-1 0 0 0,-1 1 1 0 0,0 0-1 0 0,1 0 0 0 0,-1-1 0 0 0,1 1 0 0 0,-1 0 0 0 0,1 0 1 0 0,-1 0-1 0 0,1 0 0 0 0,-1 0 0 0 0,1 0 0 0 0,-1 0 0 0 0,1 0 1 0 0,-1 0-1 0 0,1 0 0 0 0,0 0 0 0 0,20 2 612 0 0,-8 2-565 0 0,-1 1-1 0 0,0-1 1 0 0,0 2-1 0 0,0 0 1 0 0,-1 0-1 0 0,0 1 1 0 0,0 1-1 0 0,-1-1 1 0 0,0 2-1 0 0,14 14 1 0 0,-20-19-88 0 0,-1 0 1 0 0,1 1-1 0 0,-1 0 1 0 0,1 0 0 0 0,-2 0-1 0 0,1 0 1 0 0,0 1-1 0 0,-1-1 1 0 0,0 0-1 0 0,0 1 1 0 0,1 8 0 0 0,-3-10 0 0 0,1 1 1 0 0,-1-1 0 0 0,-1 0-1 0 0,1 0 1 0 0,0 1 0 0 0,-1-1-1 0 0,0 0 1 0 0,0 0 0 0 0,0 0-1 0 0,-1 0 1 0 0,0 0 0 0 0,1 0-1 0 0,-1 0 1 0 0,0 0 0 0 0,-1-1-1 0 0,1 1 1 0 0,-5 4 0 0 0,2-3 41 0 0,0 0 0 0 0,0 0 0 0 0,0-1 0 0 0,-1 1 0 0 0,0-1 0 0 0,0-1 0 0 0,0 1 0 0 0,0-1 0 0 0,-1 0 0 0 0,1 0 0 0 0,-1-1 0 0 0,0 0 0 0 0,-8 2 0 0 0,14-4-47 0 0,0 0 0 0 0,0 0-1 0 0,0 0 1 0 0,0 0-1 0 0,0 0 1 0 0,0 0 0 0 0,1 0-1 0 0,-1 0 1 0 0,0 0-1 0 0,0 0 1 0 0,0 0 0 0 0,0-1-1 0 0,0 1 1 0 0,0 0-1 0 0,0-1 1 0 0,1 1 0 0 0,-1 0-1 0 0,0-1 1 0 0,0 1-1 0 0,1-1 1 0 0,-1 0 0 0 0,0 1-1 0 0,0-1 1 0 0,1 1-1 0 0,-2-2 1 0 0,2 0-1 0 0,-1 1-1 0 0,0-1 1 0 0,1 1 0 0 0,-1-1 0 0 0,1 1-1 0 0,0-1 1 0 0,0 0 0 0 0,-1 1 0 0 0,1-1-1 0 0,0 0 1 0 0,0 1 0 0 0,1-4-1 0 0,0-3 3 0 0,1 0-1 0 0,0 0 1 0 0,0 0-1 0 0,5-10 1 0 0,6-7-6 0 0,2 0 1 0 0,1 0 0 0 0,0 2-1 0 0,2 0 1 0 0,20-21 0 0 0,30-39-41 0 0,-59 74 39 0 0,-7 7 3 0 0,0 0 1 0 0,1 0-1 0 0,-1 0 1 0 0,0-1-1 0 0,0 1 0 0 0,-1-1 1 0 0,1 1-1 0 0,0-1 1 0 0,-1 0-1 0 0,2-4 0 0 0,-2 6 21 0 0,-45 20-5 0 0,33-11-6 0 0,1-1 0 0 0,-1 1 1 0 0,1 1-1 0 0,0 0 0 0 0,1 1 0 0 0,0 0 0 0 0,1 0 1 0 0,0 0-1 0 0,0 1 0 0 0,1 1 0 0 0,0-1 0 0 0,1 1 1 0 0,1 0-1 0 0,-6 19 0 0 0,10-26-5 0 0,0-1 0 0 0,1 1 0 0 0,0-1 0 0 0,0 1 0 0 0,0-1 0 0 0,1 1 0 0 0,0 0 0 0 0,0-1 0 0 0,0 0 0 0 0,0 1 0 0 0,1-1 0 0 0,-1 0 0 0 0,1 1 0 0 0,0-1 0 0 0,0 0 0 0 0,1 0 0 0 0,-1-1 0 0 0,1 1 0 0 0,0 0 0 0 0,0-1 0 0 0,0 0 0 0 0,0 0 0 0 0,5 4 0 0 0,4 3-141 0 0,2 0 0 0 0,-1-1-1 0 0,1 0 1 0 0,0-1 0 0 0,17 7 0 0 0,-3-3-1079 0 0,0-2-1 0 0,1-1 0 0 0,32 6 0 0 0,39-1-7536 0 0,-70-12 2394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62 1408 0 0,'-12'-45'14539'0'0,"10"35"-11670"0"0,3 10-2814 0 0,-1-1-1 0 0,0 1 1 0 0,0 0-1 0 0,1-1 1 0 0,-1 1-1 0 0,0-1 1 0 0,1 1-1 0 0,-1 0 1 0 0,1-1-1 0 0,-1 1 1 0 0,0 0-1 0 0,1 0 1 0 0,-1-1-1 0 0,1 1 1 0 0,-1 0-1 0 0,1 0 1 0 0,-1 0-1 0 0,0-1 1 0 0,1 1-1 0 0,-1 0 1 0 0,1 0-1 0 0,-1 0 1 0 0,1 0-1 0 0,-1 0 1 0 0,1 0-1 0 0,-1 0 1 0 0,1 0-1 0 0,0 0 1 0 0,21 6 623 0 0,-15-2-575 0 0,-1-1 0 0 0,1 1 0 0 0,-1 0 1 0 0,8 6-1 0 0,-10-7-48 0 0,-1 0 0 0 0,0 0 1 0 0,-1 0-1 0 0,1 0 1 0 0,-1 1-1 0 0,1-1 1 0 0,-1 1-1 0 0,0-1 0 0 0,0 1 1 0 0,0 0-1 0 0,-1 0 1 0 0,1 0-1 0 0,-1 0 1 0 0,0 0-1 0 0,0 0 0 0 0,-1 0 1 0 0,1 5-1 0 0,-1-2 26 0 0,-1-1 1 0 0,1 1-1 0 0,-1-1 0 0 0,-1 0 0 0 0,1 0 0 0 0,-1 1 0 0 0,0-1 0 0 0,-1 0 1 0 0,0 0-1 0 0,-5 8 0 0 0,-8 10 284 0 0,-1 0 1 0 0,-2-1 0 0 0,0-1-1 0 0,-42 36 1 0 0,11-10 7 0 0,39-38-302 0 0,9-9-58 0 0,1 0-1 0 0,-1 0 1 0 0,1 0 0 0 0,0 0 0 0 0,-1 1 0 0 0,1-1 0 0 0,0 1 0 0 0,0-1 0 0 0,0 1 0 0 0,0-1 0 0 0,0 1 0 0 0,-1 3 0 0 0,2-5-10 0 0,0 1 0 0 0,-1-1-1 0 0,1 0 1 0 0,0 1 0 0 0,0-1 0 0 0,0 0-1 0 0,0 1 1 0 0,0-1 0 0 0,0 0-1 0 0,0 1 1 0 0,0-1 0 0 0,0 1 0 0 0,0-1-1 0 0,1 0 1 0 0,-1 1 0 0 0,0-1 0 0 0,0 0-1 0 0,0 1 1 0 0,0-1 0 0 0,0 0 0 0 0,1 0-1 0 0,-1 1 1 0 0,0-1 0 0 0,0 0 0 0 0,0 1-1 0 0,1-1 1 0 0,-1 0 0 0 0,0 0 0 0 0,0 0-1 0 0,1 1 1 0 0,-1-1 0 0 0,0 0 0 0 0,1 0-1 0 0,-1 0 1 0 0,0 0 0 0 0,1 1 0 0 0,17 2 41 0 0,32-2-851 0 0,0-2 0 0 0,0-3 0 0 0,96-19 0 0 0,148-56-12642 0 0,-231 59 6463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7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80 3424 0 0,'28'-51'11129'0'0,"-19"34"-8075"0"0,-3 6 1488 0 0,-7 11-4491 0 0,1 0 0 0 0,-1-1 1 0 0,1 1-1 0 0,-1 0 1 0 0,1 0-1 0 0,-1 0 1 0 0,1 0-1 0 0,-1 0 1 0 0,1 0-1 0 0,-1 0 0 0 0,1 0 1 0 0,-1 0-1 0 0,1 1 1 0 0,-1-1-1 0 0,1 0 1 0 0,-1 0-1 0 0,1 0 0 0 0,-1 1 1 0 0,1-1-1 0 0,-1 0 1 0 0,1 0-1 0 0,0 1 1 0 0,-1-1-1 0 0,1 0 1 0 0,-1 1-1 0 0,1 0 1 0 0,-128 72 1833 0 0,-23 13-1351 0 0,-63 14-121 0 0,102-49-83 0 0,54-23-77 0 0,59-26-234 0 0,-1-1-17 0 0,1-1 0 0 0,-1 1-1 0 0,0-1 1 0 0,0 1-1 0 0,0 0 1 0 0,1-1 0 0 0,-1 1-1 0 0,0-1 1 0 0,1 1 0 0 0,-1-1-1 0 0,0 1 1 0 0,1-1-1 0 0,-1 1 1 0 0,1-1 0 0 0,-1 1-1 0 0,0-1 1 0 0,1 1 0 0 0,-1-1-1 0 0,1 0 1 0 0,0 1-1 0 0,33 9 26 0 0,-1-1-1 0 0,66 8 0 0 0,-21-5-1 0 0,9 1 21 0 0,27 6-1743 0 0,-96-15 42 0 0,0 1 0 0 0,17 8 0 0 0,-6 2-2033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0 808 0 0,'-84'24'16058'0'0,"84"-24"-15865"0"0,-1 0 0 0 0,0 0 0 0 0,0 0 0 0 0,1 0 0 0 0,-1 1 1 0 0,0-1-1 0 0,1 0 0 0 0,-1 0 0 0 0,0 1 0 0 0,1-1 1 0 0,-1 1-1 0 0,0-1 0 0 0,1 0 0 0 0,-1 1 0 0 0,1-1 0 0 0,-1 1 1 0 0,1-1-1 0 0,-1 1 0 0 0,0 1 0 0 0,1-2-126 0 0,0 0 0 0 0,0 1 0 0 0,0-1-1 0 0,0 0 1 0 0,0 1 0 0 0,0-1 0 0 0,0 1 0 0 0,0-1 0 0 0,1 0-1 0 0,-1 1 1 0 0,0-1 0 0 0,0 0 0 0 0,0 1 0 0 0,0-1-1 0 0,1 0 1 0 0,-1 1 0 0 0,0-1 0 0 0,0 0 0 0 0,1 1 0 0 0,-1-1-1 0 0,0 0 1 0 0,1 0 0 0 0,-1 1 0 0 0,1-1 0 0 0,21 11 719 0 0,24 0-480 0 0,0-2 0 0 0,50 2-1 0 0,-27-3-755 0 0,125 11-3233 0 0,-154-17-18 0 0,0-2 1 0 0,73-10-1 0 0,-65 2-2763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8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401 347 2976 0 0,'89'-133'20598'0'0,"-80"116"-18477"0"0,-9 16-2100 0 0,0 1 0 0 0,0 0 0 0 0,1-1 0 0 0,-1 1 0 0 0,0 0 0 0 0,0 0 0 0 0,0-1 0 0 0,0 1 0 0 0,0 0 0 0 0,0-1 0 0 0,0 1 0 0 0,0 0 0 0 0,0-1 0 0 0,0 1 0 0 0,0 0 0 0 0,0-1 0 0 0,0 1 0 0 0,0 0-1 0 0,0-1 1 0 0,0 1 0 0 0,-1 0 0 0 0,1-1 0 0 0,0 1 0 0 0,0 0 0 0 0,0 0 0 0 0,0-1 0 0 0,-1 1 0 0 0,1 0 0 0 0,0 0 0 0 0,0-1 0 0 0,-1 1 0 0 0,1 0 0 0 0,0 0 0 0 0,0 0 0 0 0,-1-1 0 0 0,1 1 0 0 0,-2-1 66 0 0,-1 2 51 0 0,-6-1-60 0 0,0 1 0 0 0,1 1 1 0 0,-1 0-1 0 0,-13 4 0 0 0,-32 20 79 0 0,49-23-130 0 0,1 0-1 0 0,-1 0 1 0 0,1 1 0 0 0,-1-1-1 0 0,1 1 1 0 0,0 0-1 0 0,1 0 1 0 0,-8 10-1 0 0,10-12-9 0 0,0 1 0 0 0,0 0 0 0 0,0 0 0 0 0,0 0 0 0 0,1 0 0 0 0,-1 0 0 0 0,1 0 0 0 0,-1 0 0 0 0,1 0 0 0 0,0 0 0 0 0,1 1 0 0 0,-1-1 0 0 0,0 0 0 0 0,1 0 0 0 0,0 0 0 0 0,-1 0 0 0 0,1 0 0 0 0,0-1 0 0 0,1 1 1 0 0,-1 0-1 0 0,0 0 0 0 0,1-1 0 0 0,2 4 0 0 0,2 3 66 0 0,1 1 1 0 0,0-1 0 0 0,0-1-1 0 0,16 14 1 0 0,99 75 622 0 0,-4-3-257 0 0,-111-89-410 0 0,-1 1 1 0 0,0 0-1 0 0,0 1 1 0 0,0-1-1 0 0,-1 1 1 0 0,0 0 0 0 0,0 1-1 0 0,-1-1 1 0 0,6 13-1 0 0,-9-17-28 0 0,0 1-1 0 0,0-1 0 0 0,-1 0 0 0 0,1 1 0 0 0,-1-1 1 0 0,0 1-1 0 0,0-1 0 0 0,0 1 0 0 0,0-1 1 0 0,0 0-1 0 0,-1 1 0 0 0,0-1 0 0 0,0 0 1 0 0,0 1-1 0 0,0-1 0 0 0,0 0 0 0 0,0 0 1 0 0,-1 0-1 0 0,0 0 0 0 0,0 0 0 0 0,1 0 1 0 0,-2 0-1 0 0,1 0 0 0 0,0-1 0 0 0,0 1 1 0 0,-5 2-1 0 0,-2 3 1 0 0,-1 0-1 0 0,0-1 1 0 0,0-1 0 0 0,-1 0 0 0 0,0 0 0 0 0,0-1-1 0 0,0 0 1 0 0,-16 4 0 0 0,-14 2 14 0 0,-43 5 1 0 0,63-12-21 0 0,-38 4 142 0 0,0-2 0 0 0,-1-3 0 0 0,-118-8 0 0 0,175 5-116 0 0,0 0-1 0 0,0-1 1 0 0,0 1 0 0 0,0-1-1 0 0,0 1 1 0 0,0-1 0 0 0,0 0-1 0 0,0 0 1 0 0,1 0-1 0 0,-1 0 1 0 0,0 0 0 0 0,1-1-1 0 0,-1 1 1 0 0,1-1 0 0 0,-1 0-1 0 0,1 0 1 0 0,-4-4 0 0 0,5 5-20 0 0,1 0 0 0 0,0 0-1 0 0,0 0 1 0 0,0-1 0 0 0,0 1 0 0 0,0 0 0 0 0,0 0 0 0 0,0 0 0 0 0,0 0 0 0 0,0-1 0 0 0,0 1 0 0 0,1 0 0 0 0,-1 0 0 0 0,0 0 0 0 0,1 0 0 0 0,-1 0 0 0 0,1 0 0 0 0,-1 0 0 0 0,1 0 0 0 0,0 0 0 0 0,-1 0 0 0 0,2-1 0 0 0,18-20 93 0 0,-20 22-100 0 0,25-20 33 0 0,1 1-1 0 0,1 1 0 0 0,0 1 0 0 0,51-21 1 0 0,-27 12-57 0 0,60-30 44 0 0,-29 16-30 0 0,-2-3-1 0 0,100-71 1 0 0,-172 108-26 0 0,-1 0 0 0 0,0-1 0 0 0,0 1 0 0 0,0-1 1 0 0,-1-1-1 0 0,0 1 0 0 0,0-1 0 0 0,-1 0 0 0 0,5-11 0 0 0,-8 15 25 0 0,0 0-1 0 0,-1 0 1 0 0,0 0-1 0 0,0 0 1 0 0,0 0-1 0 0,0-1 1 0 0,0 1-1 0 0,-1 0 1 0 0,0 0-1 0 0,0-1 1 0 0,0 1-1 0 0,-1 0 1 0 0,1-1 0 0 0,-1 1-1 0 0,0 0 1 0 0,0 0-1 0 0,-1 0 1 0 0,1 0-1 0 0,-1 0 1 0 0,0 0-1 0 0,0 0 1 0 0,-4-6-1 0 0,-2 0 2 0 0,-1 0 0 0 0,0 0 0 0 0,-1 0 0 0 0,0 2-1 0 0,0-1 1 0 0,-1 1 0 0 0,0 0 0 0 0,0 1 0 0 0,-21-9 0 0 0,-13-4-22 0 0,-57-16 0 0 0,94 33 24 0 0,-43-13-340 0 0,-76-13 0 0 0,97 24-709 0 0,0 2 1 0 0,-1 1 0 0 0,1 1 0 0 0,-33 4 0 0 0,53-2 303 0 0,1 0 0 0 0,-1 1-1 0 0,1 1 1 0 0,-1 0-1 0 0,1 0 1 0 0,-10 6 0 0 0,11-5-1691 0 0,0 0 1 0 0,0 1-1 0 0,-13 11 1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49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98 844 0 0,'-3'-2'851'0'0,"-13"-14"4543"0"0,16 15-5298 0 0,-1 1 0 0 0,1-1 0 0 0,0 1 1 0 0,-1-1-1 0 0,1 0 0 0 0,0 1 1 0 0,0-1-1 0 0,0 0 0 0 0,0 1 0 0 0,0-1 1 0 0,0 1-1 0 0,0-1 0 0 0,0 0 1 0 0,0 1-1 0 0,0-1 0 0 0,0 0 0 0 0,0 1 1 0 0,0-1-1 0 0,0 0 0 0 0,0 1 1 0 0,1-1-1 0 0,-1 1 0 0 0,0-1 0 0 0,0 0 1 0 0,1 1-1 0 0,-1-1 0 0 0,0 1 0 0 0,1-1 1 0 0,-1 1-1 0 0,1-1 0 0 0,-1 1 1 0 0,1-1-1 0 0,-1 1 0 0 0,1 0 0 0 0,-1-1 1 0 0,1 1-1 0 0,11-8 329 0 0,0 1 1 0 0,0 1-1 0 0,0 0 0 0 0,1 0 1 0 0,-1 1-1 0 0,1 1 1 0 0,0 0-1 0 0,1 1 0 0 0,15-2 1 0 0,-10 3-311 0 0,-1 0 0 0 0,1 2 0 0 0,0 0 0 0 0,-1 1 0 0 0,1 1 1 0 0,26 5-1 0 0,-40-6-95 0 0,1 1 1 0 0,-1 0-1 0 0,0 0 0 0 0,1 0 1 0 0,-1 1-1 0 0,0-1 0 0 0,0 1 1 0 0,-1 0-1 0 0,1 1 0 0 0,8 7 1 0 0,-11-9-6 0 0,0 1-1 0 0,0-1 1 0 0,0 1 0 0 0,0-1 0 0 0,-1 1 0 0 0,1 0 0 0 0,-1 0-1 0 0,1 0 1 0 0,-1 0 0 0 0,0 0 0 0 0,0 0 0 0 0,-1 0 0 0 0,1 0-1 0 0,-1 1 1 0 0,1-1 0 0 0,-1 0 0 0 0,0 0 0 0 0,0 1-1 0 0,0-1 1 0 0,-2 6 0 0 0,-2 6 73 0 0,0-1 0 0 0,-1 0 0 0 0,-1 0 0 0 0,0 0 0 0 0,-1 0 0 0 0,-1-1-1 0 0,0 0 1 0 0,-18 22 0 0 0,-9 4 326 0 0,-45 42-1 0 0,72-74-359 0 0,-221 185 1584 0 0,131-114-1098 0 0,95-76-496 0 0,0 0 0 0 0,0 1 0 0 0,0-1 0 0 0,0 1 1 0 0,1-1-1 0 0,-1 1 0 0 0,1 0 0 0 0,0 0 0 0 0,0 0 0 0 0,0 1 0 0 0,0-1 1 0 0,1 0-1 0 0,-3 7 0 0 0,5-10-31 0 0,-1 1 0 0 0,0-1 1 0 0,1 1-1 0 0,-1-1 0 0 0,1 1 1 0 0,-1-1-1 0 0,1 1 0 0 0,-1-1 1 0 0,1 1-1 0 0,-1-1 0 0 0,1 0 0 0 0,-1 1 1 0 0,1-1-1 0 0,0 0 0 0 0,-1 1 1 0 0,1-1-1 0 0,0 0 0 0 0,-1 0 0 0 0,1 0 1 0 0,0 0-1 0 0,-1 0 0 0 0,1 1 1 0 0,0-1-1 0 0,-1 0 0 0 0,1-1 1 0 0,1 1-1 0 0,17 1 51 0 0,-18-1-62 0 0,34-2 46 0 0,1-2 1 0 0,-1-2 0 0 0,50-13 0 0 0,-12 2-22 0 0,70-10-757 0 0,86-20-5770 0 0,-153 25-394 0 0,-55 14 2061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0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110 161 948 0 0,'-8'-12'3256'0'0,"-1"1"0"0"0,-20-21 0 0 0,1 1 1550 0 0,26 30-4404 0 0,3-2 145 0 0,-1 3-525 0 0,0 0-1 0 0,0-1 1 0 0,0 1 0 0 0,0 0 0 0 0,0 0 0 0 0,0 0-1 0 0,0-1 1 0 0,0 1 0 0 0,0 0 0 0 0,0 0 0 0 0,0 0-1 0 0,0-1 1 0 0,0 1 0 0 0,0 0 0 0 0,0 0 0 0 0,0 0-1 0 0,0-1 1 0 0,0 1 0 0 0,0 0 0 0 0,0 0 0 0 0,1 0-1 0 0,-1-1 1 0 0,0 1 0 0 0,0 0 0 0 0,0 0 0 0 0,0 0-1 0 0,0 0 1 0 0,1 0 0 0 0,-1-1 0 0 0,0 1 0 0 0,0 0-1 0 0,0 0 1 0 0,0 0 0 0 0,1 0 0 0 0,-1 0 0 0 0,0 0-1 0 0,0 0 1 0 0,1 0 0 0 0,4-1 49 0 0,0 1-1 0 0,1 1 1 0 0,-1-1 0 0 0,0 1-1 0 0,0 0 1 0 0,0 0 0 0 0,0 0-1 0 0,0 1 1 0 0,0 0-1 0 0,0 0 1 0 0,0 0 0 0 0,0 1-1 0 0,-1-1 1 0 0,1 1 0 0 0,-1 0-1 0 0,0 0 1 0 0,0 1 0 0 0,0-1-1 0 0,0 1 1 0 0,4 6 0 0 0,-3-5-53 0 0,-1 1 1 0 0,-1-1 0 0 0,1 0-1 0 0,-1 1 1 0 0,0 0 0 0 0,0 0 0 0 0,-1 0-1 0 0,0 0 1 0 0,0 0 0 0 0,0 1-1 0 0,-1-1 1 0 0,1 0 0 0 0,-2 1-1 0 0,1-1 1 0 0,-1 1 0 0 0,-1 10-1 0 0,-1-4-4 0 0,-1 1 1 0 0,0-1-1 0 0,-1 0 0 0 0,-1 0 0 0 0,0-1 0 0 0,0 1 0 0 0,-1-1 0 0 0,-14 20 0 0 0,7-15 15 0 0,0-1-1 0 0,-1 0 1 0 0,-1 0 0 0 0,-29 23-1 0 0,41-37 4 0 0,3-1-27 0 0,-1-1 1 0 0,0 1-1 0 0,1 0 0 0 0,-1-1 1 0 0,0 1-1 0 0,1-1 1 0 0,-1 1-1 0 0,0-1 0 0 0,0 0 1 0 0,1 1-1 0 0,-1-1 1 0 0,0 0-1 0 0,0 1 0 0 0,1-1 1 0 0,-1 0-1 0 0,0 0 1 0 0,0 0-1 0 0,0 0 0 0 0,-1 0 1 0 0,1 0-6 0 0,1 0 1 0 0,0 0-1 0 0,-1 0 1 0 0,1 0-1 0 0,0 0 1 0 0,0 0-1 0 0,-1 0 1 0 0,1-1-1 0 0,0 1 1 0 0,-1 0-1 0 0,1 0 1 0 0,0 0-1 0 0,0-1 1 0 0,0 1-1 0 0,-1 0 1 0 0,1 0-1 0 0,0 0 1 0 0,0-1-1 0 0,-1 1 1 0 0,1 0-1 0 0,0 0 1 0 0,0-1-1 0 0,0 1 1 0 0,0 0-1 0 0,0-1 1 0 0,0 1-1 0 0,-1-1 1 0 0,2-1 0 0 0,-1-1 0 0 0,1 0 0 0 0,0 1 0 0 0,0-1 0 0 0,-1 1 0 0 0,2-1 0 0 0,-1 1 0 0 0,0-1 0 0 0,0 1 0 0 0,4-4 0 0 0,22-30-10 0 0,-19 26 5 0 0,33-35 1 0 0,1 1-1 0 0,76-60 1 0 0,-61 56 51 0 0,57-62 0 0 0,-113 109-49 0 0,0 0 0 0 0,0 0 0 0 0,0 0 0 0 0,0 0 0 0 0,0 0 0 0 0,0 0 0 0 0,0-1 0 0 0,0 1 0 0 0,-1 0 0 0 0,1-1 0 0 0,0 1 0 0 0,-1 0 0 0 0,1-1 0 0 0,-1 1 0 0 0,1-1 0 0 0,-1 1 0 0 0,0-1 0 0 0,0 1 0 0 0,0-1 0 0 0,0 1 0 0 0,0-1 0 0 0,0 1 0 0 0,0-1-1 0 0,0-1 1 0 0,-1 3 1 0 0,0-1-1 0 0,0 1 0 0 0,1-1 0 0 0,-1 1 0 0 0,0 0 0 0 0,0-1 0 0 0,0 1 0 0 0,0 0 0 0 0,1 0 1 0 0,-1 0-1 0 0,0-1 0 0 0,0 1 0 0 0,0 0 0 0 0,0 0 0 0 0,0 0 0 0 0,0 1 0 0 0,0-1 0 0 0,1 0 1 0 0,-1 0-1 0 0,0 0 0 0 0,0 1 0 0 0,0-1 0 0 0,0 0 0 0 0,0 1 0 0 0,-23 8-4 0 0,11-2 9 0 0,1 0 0 0 0,0 0 0 0 0,1 2-1 0 0,-1-1 1 0 0,2 2 0 0 0,-1-1 0 0 0,1 1 0 0 0,1 1-1 0 0,-1 0 1 0 0,2 0 0 0 0,0 1 0 0 0,0 0 0 0 0,1 0 0 0 0,1 1-1 0 0,0 0 1 0 0,0 0 0 0 0,-4 19 0 0 0,9-26-67 0 0,0 1 1 0 0,0-1 0 0 0,1 0-1 0 0,0 1 1 0 0,1-1 0 0 0,-1 0-1 0 0,1 1 1 0 0,0-1-1 0 0,1 0 1 0 0,-1 0 0 0 0,1 0-1 0 0,0 0 1 0 0,1 0 0 0 0,0 0-1 0 0,0-1 1 0 0,0 1-1 0 0,0-1 1 0 0,1 1 0 0 0,0-1-1 0 0,0-1 1 0 0,0 1 0 0 0,10 8-1 0 0,-2-4-845 0 0,-1 1 1 0 0,2-1-1 0 0,18 9 0 0 0,41 16-6171 0 0,-44-24 1982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37 2480 0 0,'-15'-16'10310'0'0,"10"9"-8248"0"0,7 5-1929 0 0,-1 1 0 0 0,0 0-1 0 0,1 0 1 0 0,-1 0 0 0 0,1 0 0 0 0,-1 0-1 0 0,1 0 1 0 0,0 0 0 0 0,-1 0 0 0 0,1 1 0 0 0,0-1-1 0 0,0 1 1 0 0,-1-1 0 0 0,1 1 0 0 0,0 0-1 0 0,0 0 1 0 0,0 0 0 0 0,-1 0 0 0 0,1 0 0 0 0,0 0-1 0 0,0 0 1 0 0,0 0 0 0 0,2 1 0 0 0,1 0-61 0 0,0 0 0 0 0,0 0 0 0 0,0 1 0 0 0,0-1-1 0 0,0 1 1 0 0,-1 0 0 0 0,9 5 0 0 0,-11-6-43 0 0,0 1 0 0 0,0-1-1 0 0,0 1 1 0 0,-1-1-1 0 0,1 1 1 0 0,0 0 0 0 0,-1 0-1 0 0,1 0 1 0 0,-1 0-1 0 0,0 0 1 0 0,0 0 0 0 0,0 1-1 0 0,0-1 1 0 0,0 0-1 0 0,0 0 1 0 0,0 1 0 0 0,-1-1-1 0 0,1 4 1 0 0,-1-2 25 0 0,0 1 1 0 0,0-1 0 0 0,0 1-1 0 0,-1-1 1 0 0,0 1 0 0 0,0-1-1 0 0,0 0 1 0 0,0 1 0 0 0,-3 5-1 0 0,-4 5 132 0 0,0 0 0 0 0,-1-1 0 0 0,0 0 0 0 0,-14 15 0 0 0,-85 86 682 0 0,88-94-789 0 0,19-21-80 0 0,1 0 0 0 0,-1 0 0 0 0,1 1-1 0 0,-1-1 1 0 0,1 1 0 0 0,-1-1 0 0 0,1 0 0 0 0,0 1-1 0 0,-1-1 1 0 0,1 1 0 0 0,0-1 0 0 0,-1 1-1 0 0,1-1 1 0 0,0 1 0 0 0,0-1 0 0 0,-1 1 0 0 0,1-1-1 0 0,0 1 1 0 0,0-1 0 0 0,0 1 0 0 0,0-1-1 0 0,0 1 1 0 0,0 0 0 0 0,0-1 0 0 0,0 1 0 0 0,0-1-1 0 0,0 1 1 0 0,0-1 0 0 0,0 1 0 0 0,0 0-1 0 0,1 0 1 0 0,0 0-1 0 0,-1-1-1 0 0,1 1 1 0 0,0 0-1 0 0,0-1 1 0 0,0 1 0 0 0,0-1-1 0 0,0 1 1 0 0,0-1-1 0 0,0 1 1 0 0,0-1-1 0 0,1 0 1 0 0,-1 0-1 0 0,0 1 1 0 0,1-1 0 0 0,39 0-207 0 0,232-36-4295 0 0,-94-2-3730 0 0,-117 24 2079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109 140 2992 0 0,'-108'-40'17659'0'0,"109"39"-17592"0"0,0 0 0 0 0,1 0 0 0 0,-1 0 0 0 0,1 0 0 0 0,-1 0 1 0 0,1 0-1 0 0,-1 1 0 0 0,1-1 0 0 0,-1 0 0 0 0,1 1 0 0 0,0 0 0 0 0,-1-1 0 0 0,4 1 0 0 0,142-26 708 0 0,-30 6-1953 0 0,-2-5-3980 0 0,-90 17 2040 0 0,-10-2-2050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15 2864 0 0,'-51'-15'10874'0'0,"49"15"-10685"0"0,1 0 1 0 0,0 1-1 0 0,0-1 1 0 0,-1 0-1 0 0,1 1 1 0 0,0-1-1 0 0,0 0 1 0 0,-1 1-1 0 0,1-1 1 0 0,0 1-1 0 0,0 0 1 0 0,0-1-1 0 0,0 1 1 0 0,0 0-1 0 0,0 0 1 0 0,0 0-1 0 0,0 0 1 0 0,-1 2-1 0 0,-13 19 1264 0 0,9-6-1030 0 0,0 1-1 0 0,2 0 1 0 0,0 0-1 0 0,-2 19 1 0 0,-3 74-8 0 0,7-81-292 0 0,-1 21-181 0 0,-4 73-229 0 0,8-40-4668 0 0,3-58-2061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74 174 1920 0 0,'-7'-3'1190'0'0,"0"0"0"0"0,0 0 0 0 0,0-1 0 0 0,1 0 0 0 0,-1-1 0 0 0,1 1 0 0 0,0-1 0 0 0,0 0 0 0 0,-6-7 0 0 0,12 11-1128 0 0,-1 0 0 0 0,1 0 0 0 0,-1-1-1 0 0,1 1 1 0 0,0 0 0 0 0,0 0 0 0 0,-1 0 0 0 0,1-1 0 0 0,0 1 0 0 0,0 0 0 0 0,0 0-1 0 0,0-1 1 0 0,0 1 0 0 0,1 0 0 0 0,-1 0 0 0 0,0 0 0 0 0,1 0 0 0 0,-1-1 0 0 0,0 1-1 0 0,1 0 1 0 0,-1 0 0 0 0,1 0 0 0 0,0 0 0 0 0,-1 0 0 0 0,1 0 0 0 0,0 0 0 0 0,0 0-1 0 0,0 0 1 0 0,-1 0 0 0 0,1 1 0 0 0,0-1 0 0 0,0 0 0 0 0,0 0 0 0 0,2 0 0 0 0,3-4 26 0 0,0 1 0 0 0,1 0 1 0 0,12-5-1 0 0,15-4-207 0 0,0 1 1 0 0,1 2-1 0 0,63-10 0 0 0,-29 12-2911 0 0,-2 5-3428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0 864 0 0,'-14'3'1994'0'0,"0"1"0"0"0,0 0-1 0 0,1 1 1 0 0,-20 9 0 0 0,24-9-1557 0 0,0 1 0 0 0,0-1-1 0 0,1 2 1 0 0,0-1 0 0 0,0 1 0 0 0,0 0-1 0 0,1 1 1 0 0,0-1 0 0 0,1 2 0 0 0,-1-1-1 0 0,-5 11 1 0 0,7-11-315 0 0,1 0 1 0 0,0 0-1 0 0,1 0 0 0 0,0 0 0 0 0,0 1 1 0 0,0 0-1 0 0,1-1 0 0 0,1 1 0 0 0,-2 14 1 0 0,3-20-103 0 0,0 1 0 0 0,1 0 0 0 0,-1-1 0 0 0,1 1 0 0 0,-1 0 0 0 0,1-1 0 0 0,0 1 0 0 0,1 0 0 0 0,-1-1 0 0 0,1 0 0 0 0,-1 1 0 0 0,1-1 1 0 0,0 0-1 0 0,0 0 0 0 0,1 0 0 0 0,-1 0 0 0 0,0 0 0 0 0,1 0 0 0 0,0-1 0 0 0,0 1 0 0 0,0-1 0 0 0,0 0 0 0 0,0 0 0 0 0,0 0 0 0 0,5 2 0 0 0,2 0 11 0 0,1 1-1 0 0,0-2 1 0 0,0 1 0 0 0,0-2-1 0 0,0 1 1 0 0,20 0-1 0 0,73-2 51 0 0,-12 0-38 0 0,-77 0 4 0 0,1 0-1 0 0,-1 2 0 0 0,1 0 0 0 0,-1 1 0 0 0,0 0 1 0 0,0 1-1 0 0,22 11 0 0 0,-33-14 3 0 0,0 0-1 0 0,-1 0 0 0 0,1 1 1 0 0,-1-1-1 0 0,1 1 1 0 0,-1 0-1 0 0,0 0 1 0 0,0 0-1 0 0,0 0 1 0 0,0 0-1 0 0,-1 1 1 0 0,1-1-1 0 0,-1 1 0 0 0,0 0 1 0 0,0 0-1 0 0,0 0 1 0 0,-1 0-1 0 0,1 0 1 0 0,-1 0-1 0 0,0 0 1 0 0,0 0-1 0 0,-1 1 1 0 0,1-1-1 0 0,-1 0 1 0 0,0 0-1 0 0,0 1 0 0 0,0-1 1 0 0,0 0-1 0 0,-1 1 1 0 0,0-1-1 0 0,0 0 1 0 0,-2 5-1 0 0,0-1 32 0 0,0 1 0 0 0,-1-1 0 0 0,0 0 0 0 0,-1-1 0 0 0,0 1 0 0 0,0-1 0 0 0,0 0 0 0 0,-1 0 0 0 0,0 0 0 0 0,-1-1 0 0 0,-9 8-1 0 0,-9 5 158 0 0,-50 29 0 0 0,59-40-165 0 0,0 0 0 0 0,0-1 0 0 0,-1 0 0 0 0,0-2 0 0 0,-32 7 0 0 0,37-10-293 0 0,1 0 0 0 0,0-1 1 0 0,-1 0-1 0 0,1-1 0 0 0,-1-1 1 0 0,1 1-1 0 0,0-2 0 0 0,-1 0 1 0 0,1 0-1 0 0,-12-4 0 0 0,22 5-21 0 0,-1 1-1 0 0,1-1 1 0 0,0 1-1 0 0,0-1 1 0 0,0 0-1 0 0,0 1 1 0 0,0-1-1 0 0,0 0 0 0 0,0 0 1 0 0,0 0-1 0 0,0 0 1 0 0,0 0-1 0 0,0 0 1 0 0,0 0-1 0 0,1 0 1 0 0,-1 0-1 0 0,0 0 0 0 0,1 0 1 0 0,-1-2-1 0 0,1 2-132 0 0,-1 0 0 0 0,1 0 0 0 0,0 0-1 0 0,0 0 1 0 0,0 0 0 0 0,0 0 0 0 0,0 0 0 0 0,0 0 0 0 0,0 0-1 0 0,1 0 1 0 0,-1 0 0 0 0,0 0 0 0 0,0 0 0 0 0,1 0-1 0 0,0-2 1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2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51 155 300 0 0,'-3'-3'1240'0'0,"-4"-4"585"0"0,1-1 1 0 0,-1 0-1 0 0,2 0 0 0 0,-1 0 0 0 0,-7-16 0 0 0,12 22-1703 0 0,1 0 0 0 0,-1 1 0 0 0,1-1 0 0 0,-1 0 1 0 0,1 0-1 0 0,0 0 0 0 0,-1 0 0 0 0,1 0 0 0 0,0 0 0 0 0,0 0 0 0 0,0 0 0 0 0,1 1 0 0 0,-1-1 0 0 0,0 0 0 0 0,1 0 0 0 0,0 0 1 0 0,-1 0-1 0 0,1 1 0 0 0,0-1 0 0 0,0 0 0 0 0,0 0 0 0 0,0 1 0 0 0,0-1 0 0 0,0 1 0 0 0,0-1 0 0 0,0 1 0 0 0,1-1 0 0 0,-1 1 1 0 0,1 0-1 0 0,-1 0 0 0 0,1 0 0 0 0,-1 0 0 0 0,1 0 0 0 0,0 0 0 0 0,-1 0 0 0 0,3-1 0 0 0,8-3 29 0 0,0 0-1 0 0,0 1 1 0 0,1 0 0 0 0,-1 1-1 0 0,1 1 1 0 0,0 0-1 0 0,0 0 1 0 0,0 1-1 0 0,-1 1 1 0 0,18 1 0 0 0,-1 2 9 0 0,-1 1 0 0 0,0 1 0 0 0,45 14 0 0 0,-66-17-142 0 0,-1 1 1 0 0,0-1-1 0 0,0 1 0 0 0,0 0 0 0 0,0 1 0 0 0,-1-1 1 0 0,1 1-1 0 0,-1 0 0 0 0,0 1 0 0 0,0-1 1 0 0,6 8-1 0 0,-10-10-12 0 0,1 0 0 0 0,-1 0 0 0 0,1 1 0 0 0,-1-1 1 0 0,0 0-1 0 0,0 1 0 0 0,0-1 0 0 0,0 0 0 0 0,-1 1 0 0 0,1-1 1 0 0,-1 1-1 0 0,1-1 0 0 0,-1 1 0 0 0,0-1 0 0 0,0 1 0 0 0,0-1 0 0 0,0 1 1 0 0,0 0-1 0 0,-1-1 0 0 0,1 1 0 0 0,-1-1 0 0 0,0 1 0 0 0,1-1 1 0 0,-1 0-1 0 0,0 1 0 0 0,-1-1 0 0 0,1 0 0 0 0,0 0 0 0 0,-1 0 1 0 0,1 0-1 0 0,-1 0 0 0 0,-3 4 0 0 0,0-1 6 0 0,0 1 0 0 0,0-1 0 0 0,-1-1 0 0 0,0 1 0 0 0,0-1 0 0 0,0 0-1 0 0,0 0 1 0 0,-1-1 0 0 0,1 1 0 0 0,-1-2 0 0 0,0 1 0 0 0,0-1 0 0 0,-8 2 0 0 0,15-4-12 0 0,0 0 0 0 0,-1 0 0 0 0,1 1 0 0 0,-1-1 0 0 0,1 0 1 0 0,-1 0-1 0 0,1 0 0 0 0,0 0 0 0 0,-1 0 0 0 0,1 0 0 0 0,-1-1 0 0 0,1 1 0 0 0,0 0 0 0 0,-1 0 1 0 0,1 0-1 0 0,-1 0 0 0 0,1 0 0 0 0,0-1 0 0 0,-1 1 0 0 0,1 0 0 0 0,0 0 0 0 0,-1-1 0 0 0,1 1 1 0 0,0 0-1 0 0,-1 0 0 0 0,1-1 0 0 0,0 1 0 0 0,-1 0 0 0 0,1-1 0 0 0,0 1 0 0 0,0 0 1 0 0,0-1-1 0 0,-1 1 0 0 0,1-1 0 0 0,0 1 0 0 0,0 0 0 0 0,0-1 0 0 0,0 1 0 0 0,0-1 0 0 0,0 1 1 0 0,0 0-1 0 0,0-1 0 0 0,0 1 0 0 0,0-1 0 0 0,0 1 0 0 0,0-1 0 0 0,0 1 0 0 0,0 0 0 0 0,0-1 1 0 0,7-19-22 0 0,5 0 14 0 0,2 1-1 0 0,0-1 1 0 0,1 2 0 0 0,1 0 0 0 0,21-18-1 0 0,-20 19 22 0 0,-10 11-14 0 0,7-9-56 0 0,-13 14 31 0 0,-3 2-17 0 0,-14 14 33 0 0,0 0 0 0 0,1 0-1 0 0,1 2 1 0 0,0 0-1 0 0,1 1 1 0 0,1 0 0 0 0,-12 25-1 0 0,22-40 15 0 0,0 1 0 0 0,0-1-1 0 0,1 1 1 0 0,-1 0 0 0 0,1-1 0 0 0,0 1-1 0 0,0 0 1 0 0,1 0 0 0 0,-1-1-1 0 0,1 1 1 0 0,0 0 0 0 0,0 0 0 0 0,0 0-1 0 0,0 0 1 0 0,1-1 0 0 0,-1 1 0 0 0,1 0-1 0 0,0 0 1 0 0,0-1 0 0 0,1 1-1 0 0,2 6 1 0 0,0-4-34 0 0,0-1-1 0 0,0 0 0 0 0,0 1 1 0 0,1-1-1 0 0,0-1 1 0 0,0 1-1 0 0,0-1 1 0 0,0 0-1 0 0,1 0 1 0 0,-1-1-1 0 0,11 6 0 0 0,30 11-2167 0 0,72 24 0 0 0,-5-10-4388 0 0,-95-29 4941 0 0,15 4-2729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95 696 0 0,'-11'-12'2968'0'0,"5"5"-850"0"0,-1 0 0 0 0,1-1 0 0 0,0 0 0 0 0,1 0 0 0 0,-9-16 0 0 0,14 23-2070 0 0,0 1 0 0 0,0-1-1 0 0,0 0 1 0 0,0 1 0 0 0,0-1-1 0 0,0 0 1 0 0,1 1 0 0 0,-1-1-1 0 0,0 0 1 0 0,0 1 0 0 0,0-1-1 0 0,1 0 1 0 0,-1 1 0 0 0,0-1 0 0 0,1 1-1 0 0,-1-1 1 0 0,1 1 0 0 0,-1-1-1 0 0,0 1 1 0 0,1-1 0 0 0,-1 1-1 0 0,1-1 1 0 0,-1 1 0 0 0,1-1 0 0 0,0 1-1 0 0,-1 0 1 0 0,1-1 0 0 0,-1 1-1 0 0,1 0 1 0 0,0 0 0 0 0,-1-1-1 0 0,1 1 1 0 0,0 0 0 0 0,-1 0-1 0 0,1 0 1 0 0,0 0 0 0 0,-1 0 0 0 0,2 0-1 0 0,24-3 590 0 0,-18 3-582 0 0,0 1 0 0 0,0 1 0 0 0,0-1 0 0 0,-1 1 1 0 0,1 0-1 0 0,0 1 0 0 0,-1 0 0 0 0,0 0 0 0 0,0 1 0 0 0,0-1 0 0 0,0 2 0 0 0,0-1 0 0 0,-1 1 1 0 0,0 0-1 0 0,0 0 0 0 0,0 1 0 0 0,0-1 0 0 0,-1 1 0 0 0,8 13 0 0 0,-11-16-48 0 0,-1 1-1 0 0,1-1 0 0 0,-1 1 1 0 0,0-1-1 0 0,0 1 1 0 0,-1 0-1 0 0,1-1 0 0 0,-1 1 1 0 0,0 0-1 0 0,0-1 1 0 0,0 1-1 0 0,0 0 0 0 0,-1 0 1 0 0,1-1-1 0 0,-1 1 1 0 0,0-1-1 0 0,0 1 0 0 0,0 0 1 0 0,-1-1-1 0 0,1 0 1 0 0,-1 1-1 0 0,-3 4 1 0 0,-1 1 2 0 0,0-1 1 0 0,-1 0 0 0 0,0 0 0 0 0,0 0 0 0 0,0-1 0 0 0,-17 12 0 0 0,7-9 6 0 0,11-6 6 0 0,0 0-1 0 0,1 0 0 0 0,-1 0 0 0 0,1 0 1 0 0,-5 6-1 0 0,8-9-16 0 0,4 1-16 0 0,-1-1 9 0 0,1 0 0 0 0,0 1 1 0 0,-1-1-1 0 0,1 0 0 0 0,0 0 1 0 0,0 0-1 0 0,-1 0 0 0 0,1-1 1 0 0,0 1-1 0 0,0 0 0 0 0,0-1 1 0 0,0 1-1 0 0,0-1 0 0 0,0 0 0 0 0,0 0 1 0 0,0 0-1 0 0,0 0 0 0 0,3 0 1 0 0,-1 0 0 0 0,19 4 1 0 0,-1 1 1 0 0,1 1 0 0 0,28 13 0 0 0,-38-14 1 0 0,-1 1-1 0 0,1 1 0 0 0,-1 0 1 0 0,-1 1-1 0 0,1 0 1 0 0,17 16-1 0 0,-27-22 2 0 0,0 0 1 0 0,0 0 0 0 0,-1 0-1 0 0,1 0 1 0 0,0 0-1 0 0,-1 0 1 0 0,1 1 0 0 0,-1-1-1 0 0,0 0 1 0 0,1 1-1 0 0,-1-1 1 0 0,0 1-1 0 0,-1-1 1 0 0,1 1 0 0 0,0-1-1 0 0,-1 1 1 0 0,1 0-1 0 0,-1-1 1 0 0,0 1 0 0 0,0 0-1 0 0,0 0 1 0 0,0-1-1 0 0,-1 1 1 0 0,1 0 0 0 0,-1-1-1 0 0,1 1 1 0 0,-1-1-1 0 0,0 1 1 0 0,0-1-1 0 0,0 1 1 0 0,-1-1 0 0 0,1 1-1 0 0,0-1 1 0 0,-1 0-1 0 0,1 0 1 0 0,-1 0 0 0 0,0 0-1 0 0,0 0 1 0 0,-2 2-1 0 0,-5 4 9 0 0,0-1 0 0 0,0 0 0 0 0,-1 0 0 0 0,0-1 0 0 0,0-1 0 0 0,0 1 0 0 0,-22 6 0 0 0,1-1 55 0 0,0-2 1 0 0,-1-2-1 0 0,-52 6 0 0 0,68-11-237 0 0,0-2-1 0 0,0 0 0 0 0,-1 0 0 0 0,1-2 0 0 0,0 0 0 0 0,0-1 0 0 0,1 0 0 0 0,-1-1 0 0 0,-19-8 0 0 0,33 11-73 0 0,0 0-1 0 0,0 0 1 0 0,0-1 0 0 0,0 1-1 0 0,0 0 1 0 0,0 0-1 0 0,1-1 1 0 0,-1 1 0 0 0,1-1-1 0 0,-1 0 1 0 0,1 1 0 0 0,-1-1-1 0 0,0-3 1 0 0,1 4-224 0 0,0-1 0 0 0,1 1 0 0 0,-1 0 0 0 0,1-1 0 0 0,0 1 0 0 0,-1 0 0 0 0,1-1 0 0 0,0 1 0 0 0,0-1 0 0 0,0 1 0 0 0,0 0 0 0 0,0-1 0 0 0,0 1 0 0 0,1-2 0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3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85 1348 0 0,'27'-21'8083'0'0,"36"-36"0"0"0,-62 56-7621 0 0,4-5 834 0 0,-13 12-973 0 0,-183 103 960 0 0,-25 15-318 0 0,215-123-957 0 0,-1 0-1 0 0,1 0 0 0 0,-1 0 1 0 0,1 0-1 0 0,0 0 1 0 0,-1 0-1 0 0,1 1 0 0 0,0-1 1 0 0,0 0-1 0 0,0 1 1 0 0,0-1-1 0 0,-1 3 0 0 0,2-3 5 0 0,-1-1-1 0 0,1 1 0 0 0,0 0 0 0 0,0 0 1 0 0,0-1-1 0 0,0 1 0 0 0,0 0 0 0 0,0-1 1 0 0,0 1-1 0 0,0 0 0 0 0,0 0 1 0 0,0-1-1 0 0,0 1 0 0 0,0 0 0 0 0,1 0 1 0 0,-1-1-1 0 0,0 1 0 0 0,1 0 1 0 0,-1-1-1 0 0,1 2 0 0 0,1 0 14 0 0,1 1 0 0 0,-1-1 0 0 0,0 0-1 0 0,1 0 1 0 0,0 0 0 0 0,-1 0 0 0 0,1-1 0 0 0,0 1 0 0 0,0-1-1 0 0,0 0 1 0 0,5 2 0 0 0,44 12 147 0 0,0-1 0 0 0,67 7-1 0 0,-75-14-1205 0 0,50 15-1 0 0,-49-8-2949 0 0,-1 1-3753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2992 0 0,'-75'10'12741'0'0,"73"-10"-12086"0"0,1 0-508 0 0,1 1 0 0 0,-1-1 0 0 0,1 0-1 0 0,-1 0 1 0 0,1 1 0 0 0,-1-1 0 0 0,0 0-1 0 0,1 1 1 0 0,0-1 0 0 0,-1 1 0 0 0,1-1 0 0 0,-1 1-1 0 0,1-1 1 0 0,-1 1 0 0 0,1-1 0 0 0,0 1 0 0 0,-1-1-1 0 0,1 1 1 0 0,2 2-22 0 0,1-1 1 0 0,0 0-1 0 0,0 0 0 0 0,0 0 1 0 0,0 0-1 0 0,0 0 0 0 0,0-1 1 0 0,0 0-1 0 0,0 1 0 0 0,1-1 1 0 0,3 0-1 0 0,43 10 274 0 0,-41-10-301 0 0,299 42-439 0 0,-102-32-7006 0 0,-174-12 2942 0 0,-1-2-2276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115 116 3140 0 0,'-3'-90'13949'0'0,"2"64"-8985"0"0,1 81-4528 0 0,-3-1 1 0 0,-2 0-1 0 0,-23 104 1 0 0,4-76-321 0 0,-11 44-1712 0 0,30-102-525 0 0,1 1 0 0 0,0 0 0 0 0,1 26 0 0 0,5-35-2430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59 227 2360 0 0,'3'-12'2650'0'0,"0"1"2032"0"0,-1-1 1 0 0,2-24 0 0 0,-7 37-4033 0 0,-1 1-486 0 0,1 1 0 0 0,0-1-1 0 0,0 0 1 0 0,-1 1 0 0 0,1 0-1 0 0,1 0 1 0 0,-1 0-1 0 0,0 0 1 0 0,1 0 0 0 0,-1 0-1 0 0,1 1 1 0 0,0-1 0 0 0,0 1-1 0 0,1 0 1 0 0,-1-1-1 0 0,-1 7 1 0 0,-3 7 343 0 0,1 0 0 0 0,-4 28 1 0 0,8-33-361 0 0,0-1 0 0 0,0 1 0 0 0,2 0 0 0 0,-1 0 0 0 0,2-1 0 0 0,-1 1 0 0 0,1-1 0 0 0,1 1 1 0 0,0-1-1 0 0,1 0 0 0 0,0 0 0 0 0,1 0 0 0 0,0 0 0 0 0,9 13 0 0 0,-8-15-105 0 0,0 0 0 0 0,1 0 0 0 0,0 0 0 0 0,1-1 1 0 0,0-1-1 0 0,0 1 0 0 0,0-1 0 0 0,1 0 0 0 0,0-1 0 0 0,0 0 0 0 0,1 0 0 0 0,0-1 0 0 0,0-1 0 0 0,0 1 0 0 0,14 3 0 0 0,-11-5-27 0 0,0-1-1 0 0,0 0 1 0 0,0 0-1 0 0,0-1 0 0 0,1-1 1 0 0,-1 0-1 0 0,0-1 1 0 0,0-1-1 0 0,0 0 1 0 0,0 0-1 0 0,0-2 1 0 0,0 1-1 0 0,0-2 1 0 0,-1 1-1 0 0,0-2 0 0 0,0 0 1 0 0,0 0-1 0 0,-1-1 1 0 0,0 0-1 0 0,0-1 1 0 0,-1 0-1 0 0,0-1 1 0 0,-1 0-1 0 0,1-1 1 0 0,-2 0-1 0 0,1 0 1 0 0,-2-1-1 0 0,11-17 1 0 0,-9 12-17 0 0,-1 1 1 0 0,-1-2 0 0 0,0 1-1 0 0,-2-1 1 0 0,1 0 0 0 0,-2 0 0 0 0,0 0-1 0 0,2-31 1 0 0,-6 38 6 0 0,0 1-1 0 0,0-1 1 0 0,0 0 0 0 0,-1 1-1 0 0,-1-1 1 0 0,0 1 0 0 0,0 0-1 0 0,-1-1 1 0 0,0 1 0 0 0,0 0-1 0 0,-1 0 1 0 0,-1 1 0 0 0,1-1-1 0 0,-1 1 1 0 0,-1 0 0 0 0,1 0-1 0 0,-11-10 1 0 0,6 9-64 0 0,0 0 0 0 0,0 1-1 0 0,-1 0 1 0 0,-1 0 0 0 0,1 1 0 0 0,-1 1-1 0 0,0 0 1 0 0,-1 0 0 0 0,1 1 0 0 0,-1 1 0 0 0,0 0-1 0 0,0 1 1 0 0,0 1 0 0 0,-1 0 0 0 0,-21-1-1 0 0,10 3-1451 0 0,0 0 0 0 0,-44 8 1 0 0,-49 19-8591 0 0,62-12 703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4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1556 0 0,'24'-11'2452'0'0,"5"-1"-871"0"0,1 0-953 0 0,4-1-652 0 0,4-3-825 0 0,0-1-843 0 0,8-5 444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6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42 756 0 0,'-42'-13'5504'0'0,"40"13"-4961"0"0,1-1-456 0 0,1 1 0 0 0,-1 0 0 0 0,1-1 0 0 0,-1 1 0 0 0,1-1 0 0 0,-1 1 0 0 0,1 0 0 0 0,-1-1 0 0 0,1 1 0 0 0,0-1 0 0 0,-1 0 0 0 0,1 1 0 0 0,0-1 0 0 0,-1 1 1 0 0,1-1-1 0 0,0 1 0 0 0,0-1 0 0 0,-1-1 0 0 0,3 1-12 0 0,0-1-1 0 0,0 0 1 0 0,0 1 0 0 0,0-1 0 0 0,0 1 0 0 0,0 0-1 0 0,0 0 1 0 0,1-1 0 0 0,-1 2 0 0 0,0-1 0 0 0,1 0-1 0 0,-1 0 1 0 0,0 1 0 0 0,1-1 0 0 0,-1 1 0 0 0,1 0 0 0 0,-1 0-1 0 0,3 0 1 0 0,7 0 39 0 0,-1 0 0 0 0,20 3 0 0 0,-23-1-96 0 0,-1 0-1 0 0,1 0 1 0 0,0 0-1 0 0,-1 1 1 0 0,1 0-1 0 0,-1 1 1 0 0,0 0-1 0 0,0 0 0 0 0,0 0 1 0 0,-1 1-1 0 0,0 0 1 0 0,0 0-1 0 0,0 1 1 0 0,5 5-1 0 0,-7-7-15 0 0,-1 0-1 0 0,0 1 1 0 0,-1-1-1 0 0,1 0 1 0 0,-1 1-1 0 0,0-1 1 0 0,0 1-1 0 0,0 0 1 0 0,-1 0-1 0 0,1 0 1 0 0,-1 0-1 0 0,0 0 1 0 0,-1 0-1 0 0,1 0 1 0 0,-1 0-1 0 0,0 0 1 0 0,0 0-1 0 0,-1 0 1 0 0,1 0-1 0 0,-1 0 1 0 0,0 0-1 0 0,-1 0 1 0 0,-2 6-1 0 0,-2 3 5 0 0,-1 0 0 0 0,0 0 0 0 0,-2-1 0 0 0,1 0 0 0 0,-2 0 0 0 0,1-1 0 0 0,-2 0 0 0 0,0-1 0 0 0,0 0 0 0 0,-1-1 0 0 0,-25 17 0 0 0,-8 1 101 0 0,-1-3-1 0 0,-59 24 1 0 0,51-25 256 0 0,29-14-220 0 0,22-10-19 0 0,7 0-131 0 0,36-3 108 0 0,1 2 0 0 0,61 7 0 0 0,-85-4-88 0 0,0 0-1 0 0,-1 2 0 0 0,1 0 0 0 0,-1 0 0 0 0,0 2 0 0 0,0 0 0 0 0,-1 1 0 0 0,0 0 0 0 0,17 12 0 0 0,-28-16 23 0 0,0 0-1 0 0,0 0 1 0 0,0 0-1 0 0,0 1 1 0 0,0 0 0 0 0,-1 0-1 0 0,1 0 1 0 0,-1 0-1 0 0,0 0 1 0 0,-1 1 0 0 0,1-1-1 0 0,-1 1 1 0 0,0 0-1 0 0,0 0 1 0 0,2 7-1 0 0,-3-8 42 0 0,-1 0-1 0 0,0 0 0 0 0,0 1 1 0 0,0-1-1 0 0,0 0 0 0 0,-1 0 0 0 0,1 0 1 0 0,-1 0-1 0 0,0 1 0 0 0,-1-1 0 0 0,1 0 1 0 0,0-1-1 0 0,-1 1 0 0 0,0 0 1 0 0,0 0-1 0 0,0-1 0 0 0,-1 1 0 0 0,1-1 1 0 0,-6 6-1 0 0,-3 2 46 0 0,-1 0-1 0 0,0-1 1 0 0,0 0 0 0 0,-1-1-1 0 0,-1 0 1 0 0,1-1 0 0 0,-1-1-1 0 0,-1 0 1 0 0,-17 5 0 0 0,8-3-57 0 0,-1-2 0 0 0,0-1 1 0 0,-1-1-1 0 0,-48 4 1 0 0,52-8-73 0 0,1-1 1 0 0,-1-1 0 0 0,1-1-1 0 0,0 0 1 0 0,-1-2 0 0 0,1-1-1 0 0,1 0 1 0 0,-24-10 0 0 0,43 15-54 0 0,1 0 1 0 0,-1 0-1 0 0,0 0 1 0 0,1-1-1 0 0,-1 1 0 0 0,1 0 1 0 0,-1 0-1 0 0,0 0 1 0 0,1-1-1 0 0,-1 1 1 0 0,1 0-1 0 0,-1-1 1 0 0,1 1-1 0 0,-1-1 1 0 0,1 1-1 0 0,-1 0 0 0 0,1-1 1 0 0,-1 1-1 0 0,1-1 1 0 0,0 1-1 0 0,-1-1 1 0 0,1 1-1 0 0,0-1 1 0 0,-1 0-1 0 0,1 1 0 0 0,0-1 1 0 0,0 1-1 0 0,-1-1 1 0 0,1 0-1 0 0,0 1 1 0 0,0-1-1 0 0,0 1 1 0 0,0-1-1 0 0,0 0 1 0 0,0 1-1 0 0,0-1 0 0 0,0 0 1 0 0,0 1-1 0 0,0-1 1 0 0,0 0-1 0 0,1 1 1 0 0,-1-1-1 0 0,0 1 1 0 0,0-1-1 0 0,1 1 0 0 0,-1-1 1 0 0,0 0-1 0 0,1 1 1 0 0,-1-1-1 0 0,0 1 1 0 0,1-1-1 0 0,-1 1 1 0 0,1-1-1 0 0,-1 1 1 0 0,1 0-1 0 0,0-1 0 0 0,3-2-600 0 0,0-1 0 0 0,0 2 0 0 0,1-1 0 0 0,0 0 0 0 0,5-1 0 0 0,3-3-1873 0 0,3-1-589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47 1800 0 0,'-28'-40'9823'0'0,"23"33"-8019"0"0,26 42-646 0 0,-2-5-564 0 0,-6-11-379 0 0,-1 0-1 0 0,-1 1 0 0 0,0 1 1 0 0,9 27-1 0 0,-18-42-192 0 0,-1 0 0 0 0,1 0 0 0 0,-1 0 0 0 0,0 0 0 0 0,-1 0 0 0 0,1 0 0 0 0,-1 0-1 0 0,-1 0 1 0 0,1 0 0 0 0,-1 0 0 0 0,0 0 0 0 0,0 0 0 0 0,-1 0 0 0 0,1 0 0 0 0,-1-1 0 0 0,-1 1 0 0 0,1 0 0 0 0,-1-1 0 0 0,0 0 0 0 0,0 0 0 0 0,-5 6 0 0 0,5-7 4 0 0,-1-1 1 0 0,0 1-1 0 0,0-1 1 0 0,0 0-1 0 0,-1 0 1 0 0,1 0-1 0 0,-1-1 1 0 0,1 1-1 0 0,-7 1 1 0 0,7-5 2 0 0,3-1-29 0 0,1 1 0 0 0,-1-1 0 0 0,1 0 0 0 0,-1 1 0 0 0,1-1 0 0 0,0 0 0 0 0,0 0 1 0 0,-1 1-1 0 0,1-1 0 0 0,0 0 0 0 0,0 0 0 0 0,1 1 0 0 0,-1-1 0 0 0,0 0 0 0 0,1 0 0 0 0,-1 1 1 0 0,1-1-1 0 0,-1 0 0 0 0,1 1 0 0 0,0-1 0 0 0,0 1 0 0 0,0-1 0 0 0,0 1 0 0 0,0-1 1 0 0,0 1-1 0 0,0 0 0 0 0,3-3 0 0 0,0-2 1 0 0,111-130-77 0 0,-19 26 124 0 0,-95 109-49 0 0,0 0 0 0 0,0 0 0 0 0,0 0-1 0 0,0 1 1 0 0,-1-1 0 0 0,1 0 0 0 0,0 0-1 0 0,-1 0 1 0 0,1 0 0 0 0,-1-1 0 0 0,1 1 0 0 0,-1 0-1 0 0,1 0 1 0 0,-1 0 0 0 0,0 0 0 0 0,0 0 0 0 0,1-1-1 0 0,-1 1 1 0 0,0 0 0 0 0,0 0 0 0 0,0 0-1 0 0,0-1 1 0 0,-1 1 0 0 0,1 0 0 0 0,0 0 0 0 0,0 0-1 0 0,-1 0 1 0 0,1 0 0 0 0,0-1 0 0 0,-1 1 0 0 0,0 0-1 0 0,1 0 1 0 0,-2-2 0 0 0,1 3-1 0 0,0 0 0 0 0,0 0 0 0 0,0-1 1 0 0,0 1-1 0 0,0 0 0 0 0,0 0 0 0 0,0 0 0 0 0,0 0 0 0 0,0 0 0 0 0,0 0 1 0 0,0 0-1 0 0,0 1 0 0 0,0-1 0 0 0,0 0 0 0 0,0 1 0 0 0,-2 0 1 0 0,-1 0-2 0 0,-1 0 1 0 0,1 1 0 0 0,-1-1-1 0 0,1 1 1 0 0,-1 0 0 0 0,1 1 0 0 0,0-1-1 0 0,0 1 1 0 0,0 0 0 0 0,1-1 0 0 0,-1 2-1 0 0,-4 4 1 0 0,-1 2 7 0 0,0 1-1 0 0,-13 20 1 0 0,18-23 0 0 0,-1-1-1 0 0,2 1 0 0 0,-1 0 1 0 0,1 0-1 0 0,0 0 1 0 0,0 1-1 0 0,1-1 1 0 0,0 1-1 0 0,1-1 0 0 0,0 1 1 0 0,0 0-1 0 0,1 9 1 0 0,1-14 4 0 0,0 0 1 0 0,0 0 0 0 0,1 0 0 0 0,-1 0-1 0 0,1 0 1 0 0,0 0 0 0 0,0 0 0 0 0,0-1-1 0 0,0 1 1 0 0,1-1 0 0 0,0 0-1 0 0,-1 1 1 0 0,1-1 0 0 0,0 0 0 0 0,1-1-1 0 0,-1 1 1 0 0,0-1 0 0 0,1 1 0 0 0,6 2-1 0 0,7 5-91 0 0,1-1-1 0 0,32 10 0 0 0,-29-12-735 0 0,0-1 0 0 0,0-1 0 0 0,27 3 0 0 0,-26-6-2489 0 0,32-1 1 0 0,-31-2-1325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7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43 2352 0 0,'2'-16'5319'0'0,"-2"16"-5310"0"0,-1-20 4525 0 0,-2 14-2044 0 0,-1 16-2242 0 0,-14 97 1223 0 0,12-67-1321 0 0,6-35-214 0 0,-5 26 82 0 0,-1 47 1 0 0,6-67-653 0 0,1 1-1 0 0,0-1 1 0 0,3 11 0 0 0,-3-16-405 0 0,1-1 0 0 0,0 1 0 0 0,0 0 0 0 0,0-1 0 0 0,1 1-1 0 0,5 8 1 0 0,2-3-3292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86 32 0 0,'-82'-21'11172'0'0,"80"20"-10616"0"0,1 1-385 0 0,0 0-1 0 0,1 0 0 0 0,-1 0 1 0 0,0 0-1 0 0,0 0 0 0 0,0-1 0 0 0,1 1 1 0 0,-1 0-1 0 0,0-1 0 0 0,0 1 1 0 0,1 0-1 0 0,-1-1 0 0 0,0 1 0 0 0,0-1 1 0 0,5-2 12 0 0,0 1 0 0 0,0 0 0 0 0,1 0 0 0 0,-1 0 0 0 0,1 0 0 0 0,-1 1 0 0 0,1 0 0 0 0,7-1 0 0 0,48-4 301 0 0,-38 4-292 0 0,45-5-160 0 0,154-13 377 0 0,-75 14-5104 0 0,-130 5 3078 0 0,0 1-2557 0 0,-3 0-15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8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50 1296 0 0,'-35'-35'10268'0'0,"20"20"-7611"0"0,13 15-2250 0 0,0 1-330 0 0,0-1-1 0 0,0 1 1 0 0,0 0 0 0 0,1 0 0 0 0,-1 0-1 0 0,0 0 1 0 0,1 0 0 0 0,-1 0 0 0 0,1 0-1 0 0,-1 0 1 0 0,1 1 0 0 0,0-1 0 0 0,-1 0-1 0 0,1 1 1 0 0,0-1 0 0 0,0 1 0 0 0,0 0-1 0 0,0-1 1 0 0,0 1 0 0 0,0 2-1 0 0,-12 21 283 0 0,1 0-1 0 0,1 1 0 0 0,-13 51 0 0 0,-10 84-191 0 0,33-158-159 0 0,-4 27-694 0 0,1 0 0 0 0,0 54 0 0 0,5-66-1339 0 0,0-1 0 0 0,2 1 0 0 0,5 24 0 0 0,-1-21-3260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8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207 149 184 0 0,'-8'-10'2423'0'0,"1"-1"1"0"0,0 0-1 0 0,0 0 1 0 0,-8-20-1 0 0,15 29-2342 0 0,-1 0 0 0 0,1 0-1 0 0,0 0 1 0 0,0 1 0 0 0,0-1-1 0 0,0 0 1 0 0,0 0 0 0 0,0 0-1 0 0,1 0 1 0 0,-1 0 0 0 0,1 0-1 0 0,-1 1 1 0 0,1-1 0 0 0,0 0 0 0 0,-1 0-1 0 0,1 1 1 0 0,0-1 0 0 0,0 0-1 0 0,0 1 1 0 0,1-1 0 0 0,-1 1-1 0 0,0 0 1 0 0,1-1 0 0 0,-1 1 0 0 0,0 0-1 0 0,1 0 1 0 0,-1 0 0 0 0,1 0-1 0 0,0 0 1 0 0,2-1 0 0 0,3-2-14 0 0,-1 0 0 0 0,1 1 0 0 0,0 0 0 0 0,1 1-1 0 0,-1 0 1 0 0,9-2 0 0 0,-12 3-54 0 0,1 0-1 0 0,0 1 0 0 0,-1 0 1 0 0,1-1-1 0 0,0 2 0 0 0,-1-1 1 0 0,1 0-1 0 0,0 1 0 0 0,-1 0 1 0 0,1 0-1 0 0,0 0 0 0 0,-1 1 0 0 0,0 0 1 0 0,1-1-1 0 0,-1 1 0 0 0,0 1 1 0 0,0-1-1 0 0,0 1 0 0 0,0 0 1 0 0,0-1-1 0 0,-1 2 0 0 0,1-1 1 0 0,-1 0-1 0 0,0 1 0 0 0,0-1 1 0 0,0 1-1 0 0,-1 0 0 0 0,1 0 0 0 0,-1 0 1 0 0,0 0-1 0 0,0 1 0 0 0,0-1 1 0 0,0 1-1 0 0,-1-1 0 0 0,0 1 1 0 0,0-1-1 0 0,0 1 0 0 0,-1 0 1 0 0,1-1-1 0 0,-1 1 0 0 0,0 0 1 0 0,-1 0-1 0 0,1-1 0 0 0,-1 1 0 0 0,0 0 1 0 0,-2 7-1 0 0,-3 6 23 0 0,-1 1 0 0 0,-1-1 0 0 0,0-1 0 0 0,-2 1 0 0 0,0-2 0 0 0,0 1 0 0 0,-2-1 0 0 0,-25 27 0 0 0,-10 4 94 0 0,-65 51 0 0 0,93-82-79 0 0,-60 48 35 0 0,79-64-82 0 0,-1 0 0 0 0,1 0 0 0 0,0 1 0 0 0,-1-1 0 0 0,1 0 0 0 0,-1 0 0 0 0,1 1 0 0 0,0-1 0 0 0,-1 0 0 0 0,1 1 0 0 0,0-1 0 0 0,-1 0 0 0 0,1 1 0 0 0,0-1 0 0 0,-1 1 0 0 0,1-1 0 0 0,0 0 0 0 0,0 1 0 0 0,0-1 0 0 0,-1 1 1 0 0,1-1-1 0 0,0 1 0 0 0,0-1 0 0 0,0 1 0 0 0,0-1 0 0 0,0 1 0 0 0,0-1 0 0 0,0 1 0 0 0,0-1 0 0 0,0 1 0 0 0,0-1 0 0 0,0 0 0 0 0,0 1 0 0 0,0-1 0 0 0,0 1 0 0 0,1-1 0 0 0,-1 1 0 0 0,0-1 0 0 0,0 1 0 0 0,0-1 1 0 0,1 0-1 0 0,-1 1 0 0 0,0-1 0 0 0,0 1 0 0 0,1-1 0 0 0,-1 0 0 0 0,0 1 0 0 0,1-1 0 0 0,-1 0 0 0 0,1 0 0 0 0,-1 1 0 0 0,0-1 0 0 0,1 0 0 0 0,-1 0 0 0 0,1 1 0 0 0,-1-1 0 0 0,1 0 0 0 0,-1 0 0 0 0,1 0 0 0 0,0 0 0 0 0,28 8 64 0 0,17-6-2 0 0,76-5 0 0 0,-78 1-61 0 0,107-9-1956 0 0,-52-3-5713 0 0,-78 9 2742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9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32 147 1716 0 0,'-3'-4'895'0'0,"-2"-1"567"0"0,1-1 0 0 0,-1 1 0 0 0,1-1 1 0 0,-5-11-1 0 0,9 17-1387 0 0,0-1 1 0 0,-1 0-1 0 0,1 0 1 0 0,0 1 0 0 0,0-1-1 0 0,0 0 1 0 0,0 0-1 0 0,0 0 1 0 0,0 1 0 0 0,0-1-1 0 0,0 0 1 0 0,0 0-1 0 0,0 0 1 0 0,0 1 0 0 0,0-1-1 0 0,1 0 1 0 0,-1 0-1 0 0,0 1 1 0 0,0-1 0 0 0,1 0-1 0 0,-1 0 1 0 0,1 1-1 0 0,-1-1 1 0 0,1 0 0 0 0,-1 1-1 0 0,1-1 1 0 0,-1 1-1 0 0,1-1 1 0 0,-1 1 0 0 0,1-1-1 0 0,0 1 1 0 0,-1-1-1 0 0,1 1 1 0 0,0-1 0 0 0,-1 1-1 0 0,1 0 1 0 0,0 0-1 0 0,1-1 1 0 0,28-6 947 0 0,-21 6-907 0 0,-1 0 1 0 0,1 1-1 0 0,0 1 0 0 0,0 0 0 0 0,0 0 0 0 0,-1 0 0 0 0,1 1 1 0 0,0 1-1 0 0,-1-1 0 0 0,0 1 0 0 0,0 1 0 0 0,13 6 1 0 0,-16-7-94 0 0,-1-1 1 0 0,0 1-1 0 0,1 1 1 0 0,-1-1-1 0 0,0 0 1 0 0,-1 1-1 0 0,1 0 1 0 0,-1 0-1 0 0,1 0 1 0 0,-1 0-1 0 0,0 0 1 0 0,-1 1-1 0 0,1 0 1 0 0,-1-1 0 0 0,0 1-1 0 0,0 0 1 0 0,0 0-1 0 0,-1 0 1 0 0,1 0-1 0 0,-1 0 1 0 0,-1 0-1 0 0,1 8 1 0 0,-1 1-4 0 0,-1 0 1 0 0,-1-1 0 0 0,0 1 0 0 0,-1 0-1 0 0,-1-1 1 0 0,0 1 0 0 0,0-1-1 0 0,-1 0 1 0 0,-11 18 0 0 0,4-10 112 0 0,-2-1 0 0 0,0 0 0 0 0,-1 0 0 0 0,-28 26 0 0 0,19-22 804 0 0,22-22-608 0 0,-3-13-201 0 0,6 7-117 0 0,0 0-1 0 0,1-1 1 0 0,-1 1-1 0 0,1 0 1 0 0,0 0-1 0 0,0 0 1 0 0,0 0-1 0 0,1 0 1 0 0,-1 1-1 0 0,1-1 1 0 0,4-3-1 0 0,0-2 3 0 0,48-61 21 0 0,73-71-1 0 0,26-32-25 0 0,-137 148-11 0 0,-16 24 0 0 0,-1 0-1 0 0,1-1 0 0 0,-1 1 1 0 0,1 0-1 0 0,-1-1 0 0 0,1 1 0 0 0,-1 0 1 0 0,0-1-1 0 0,0 1 0 0 0,1-1 0 0 0,-1 1 1 0 0,0 0-1 0 0,0-1 0 0 0,-1 1 0 0 0,1-1 1 0 0,-1-1-1 0 0,1 1-8 0 0,-4 2 10 0 0,0 0 0 0 0,1 0 0 0 0,-1 0 0 0 0,0 0 0 0 0,0 1 0 0 0,0-1 0 0 0,1 1 0 0 0,-1 0 0 0 0,1 0 0 0 0,-1 1 0 0 0,0-1 0 0 0,1 1 0 0 0,0-1 0 0 0,-1 1 0 0 0,-3 3 0 0 0,-6 4 2 0 0,0 1 0 0 0,-14 13-1 0 0,17-14 8 0 0,1 1-1 0 0,0-1 0 0 0,1 2 1 0 0,0-1-1 0 0,1 1 1 0 0,0 0-1 0 0,0 1 0 0 0,-7 20 1 0 0,11-27-1 0 0,2 1 1 0 0,-1 0-1 0 0,0 0 1 0 0,1 0 0 0 0,1 0-1 0 0,-1-1 1 0 0,1 1-1 0 0,-1 0 1 0 0,2 0 0 0 0,-1 0-1 0 0,1 0 1 0 0,0 0 0 0 0,0 0-1 0 0,0 0 1 0 0,1 0-1 0 0,0-1 1 0 0,0 1 0 0 0,1 0-1 0 0,0-1 1 0 0,-1 0-1 0 0,5 6 1 0 0,1-2-84 0 0,0 0-1 0 0,0-1 0 0 0,0 0 1 0 0,1 0-1 0 0,0-1 1 0 0,1 0-1 0 0,0-1 1 0 0,0 1-1 0 0,12 4 1 0 0,15 5-1588 0 0,50 15-1 0 0,-59-21 619 0 0,49 11-4592 0 0,-42-12 318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51 2388 0 0,'-62'-41'13021'0'0,"62"40"-12981"0"0,0 1-1 0 0,0-1 1 0 0,0 1 0 0 0,0 0 0 0 0,0-1 0 0 0,1 1 0 0 0,-1-1 0 0 0,0 1-1 0 0,0 0 1 0 0,0-1 0 0 0,1 1 0 0 0,-1 0 0 0 0,0-1 0 0 0,0 1 0 0 0,1 0-1 0 0,-1-1 1 0 0,0 1 0 0 0,1 0 0 0 0,-1 0 0 0 0,0-1 0 0 0,1 1 0 0 0,-1 0-1 0 0,0 0 1 0 0,1-1 0 0 0,-1 1 0 0 0,1 0 0 0 0,-1 0 0 0 0,0 0 0 0 0,1 0-1 0 0,-1 0 1 0 0,1 0 0 0 0,19 1 463 0 0,-11 1-425 0 0,0 0-1 0 0,-1 1 1 0 0,1 0 0 0 0,-1 1-1 0 0,0 0 1 0 0,0 0 0 0 0,8 7-1 0 0,-13-9-57 0 0,0 0 0 0 0,0 1-1 0 0,-1-1 1 0 0,1 1-1 0 0,-1 0 1 0 0,0-1-1 0 0,1 1 1 0 0,-1 0 0 0 0,-1 0-1 0 0,1 1 1 0 0,0-1-1 0 0,-1 0 1 0 0,0 1-1 0 0,0-1 1 0 0,0 1 0 0 0,0-1-1 0 0,0 1 1 0 0,-1-1-1 0 0,1 1 1 0 0,-1 0-1 0 0,0 5 1 0 0,-2 2 91 0 0,1 0 0 0 0,-2 0 0 0 0,0-1 0 0 0,0 1 0 0 0,-1-1 0 0 0,0 1 0 0 0,0-1 0 0 0,-1 0 0 0 0,-10 14 0 0 0,-10 11 452 0 0,-33 36 0 0 0,23-29-184 0 0,34-41-316 0 0,1 0-58 0 0,0-1 0 0 0,0 1 1 0 0,1-1-1 0 0,-1 1 1 0 0,0-1-1 0 0,1 1 1 0 0,-1-1-1 0 0,0 1 0 0 0,1-1 1 0 0,-1 0-1 0 0,1 1 1 0 0,-1-1-1 0 0,0 1 0 0 0,1-1 1 0 0,-1 0-1 0 0,1 0 1 0 0,-1 1-1 0 0,1-1 1 0 0,-1 0-1 0 0,1 0 0 0 0,0 0 1 0 0,-1 1-1 0 0,1-1 1 0 0,42-3-284 0 0,0-2 1 0 0,-1-2 0 0 0,49-15-1 0 0,-28 7-917 0 0,20-3-572 0 0,152-35-7100 0 0,-156 35 3163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4:5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96 2176 0 0,'-61'-16'7878'0'0,"59"15"-6764"0"0,8-11-110 0 0,-2 9-906 0 0,-1 1 0 0 0,1-1-1 0 0,0 1 1 0 0,0 0 0 0 0,0 1 0 0 0,1-1 0 0 0,-1 1 0 0 0,0-1 0 0 0,0 1 0 0 0,1 1-1 0 0,-1-1 1 0 0,9 0 0 0 0,7-2 111 0 0,191-28 463 0 0,-117 23-5932 0 0,-68 6 2444 0 0,-9 0-1029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30 408 0 0,'-1'-2'2478'0'0,"-24"-22"4999"0"0,25 24-7330 0 0,-1 0 0 0 0,1-1 0 0 0,-1 1 0 0 0,1-1-1 0 0,-1 1 1 0 0,1 0 0 0 0,-1 0 0 0 0,1-1 0 0 0,-1 1 0 0 0,0 0 0 0 0,1 0 0 0 0,-1 0 0 0 0,0 0 0 0 0,1 0-1 0 0,-1 0 1 0 0,1 0 0 0 0,-2 0 0 0 0,-3 8 264 0 0,1 1 1 0 0,0 0-1 0 0,0 0 0 0 0,1 0 0 0 0,1 0 0 0 0,-1 1 1 0 0,1-1-1 0 0,-1 17 0 0 0,-4 13-43 0 0,-24 141 313 0 0,28-154-1403 0 0,2 1-1 0 0,1-1 1 0 0,1 0 0 0 0,8 50-1 0 0,-8-70-28 0 0,0 0-1 0 0,1-1 1 0 0,0 1-1 0 0,0-1 1 0 0,0 1-1 0 0,1-1 0 0 0,0 0 1 0 0,3 6-1 0 0,4 1-4225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18 116 16 0 0,'31'-115'15428'0'0,"-45"134"-14384"0"0,7-3-865 0 0,1 1 0 0 0,1 0 0 0 0,0 0 1 0 0,1 1-1 0 0,1-1 0 0 0,-1 27 0 0 0,4-36-153 0 0,0 0-1 0 0,0 0 1 0 0,1 0 0 0 0,0 0-1 0 0,0-1 1 0 0,1 1 0 0 0,0 0 0 0 0,1 0-1 0 0,-1-1 1 0 0,1 0 0 0 0,1 1-1 0 0,0-1 1 0 0,0 0 0 0 0,0-1 0 0 0,1 1-1 0 0,9 10 1 0 0,-11-14-20 0 0,1 1 0 0 0,0-1 0 0 0,1 0 0 0 0,-1-1-1 0 0,0 1 1 0 0,1-1 0 0 0,0 0 0 0 0,-1 0 0 0 0,1 0 0 0 0,0 0 0 0 0,0-1 0 0 0,0 0 0 0 0,0 0-1 0 0,0 0 1 0 0,0-1 0 0 0,0 0 0 0 0,1 0 0 0 0,-1 0 0 0 0,0 0 0 0 0,0-1 0 0 0,0 0-1 0 0,7-2 1 0 0,-2 0 4 0 0,-1 0 0 0 0,0-1-1 0 0,0 1 1 0 0,-1-2-1 0 0,1 1 1 0 0,-1-1 0 0 0,0-1-1 0 0,0 0 1 0 0,0 0-1 0 0,-1 0 1 0 0,7-8 0 0 0,-2-2 151 0 0,0-1 1 0 0,-1 0-1 0 0,-1-1 1 0 0,0 0-1 0 0,-1 0 1 0 0,10-35-1 0 0,-3 12-9 0 0,-14 33 183 0 0,-6 13-253 0 0,-6 16-64 0 0,1 6-36 0 0,-24 70-129 0 0,4 1 0 0 0,-17 109 0 0 0,44-197-439 0 0,2-1-1 0 0,-1 1 1 0 0,1 0 0 0 0,1-1 0 0 0,-1 1 0 0 0,4 12-1 0 0,-3-17-109 0 0,1 1 0 0 0,-1-1 0 0 0,1 0 0 0 0,0 0 0 0 0,1 0 0 0 0,-1 0 0 0 0,1 0 0 0 0,0-1 0 0 0,0 1 0 0 0,0-1 0 0 0,1 0 0 0 0,5 6 0 0 0,5 0-3436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1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40 145 2544 0 0,'-8'-16'2404'0'0,"1"-1"-1"0"0,1 1 0 0 0,0-1 0 0 0,-4-22 1 0 0,9 38-2342 0 0,1-1 0 0 0,-1 1 1 0 0,1 0-1 0 0,0 0 0 0 0,0 0 1 0 0,-1-1-1 0 0,1 1 1 0 0,0 0-1 0 0,0 0 0 0 0,0-1 1 0 0,0 1-1 0 0,1 0 0 0 0,-1 0 1 0 0,0-1-1 0 0,0 1 0 0 0,1 0 1 0 0,-1 0-1 0 0,1 0 0 0 0,-1 0 1 0 0,1 0-1 0 0,0 0 0 0 0,-1-1 1 0 0,1 1-1 0 0,0 0 1 0 0,0 1-1 0 0,-1-1 0 0 0,1 0 1 0 0,0 0-1 0 0,0 0 0 0 0,0 0 1 0 0,0 1-1 0 0,0-1 0 0 0,0 0 1 0 0,0 1-1 0 0,1-1 0 0 0,-1 1 1 0 0,1-1-1 0 0,1 1-27 0 0,1-1 0 0 0,-1 1-1 0 0,0 0 1 0 0,0 1 0 0 0,0-1 0 0 0,0 0-1 0 0,0 1 1 0 0,0 0 0 0 0,1 0-1 0 0,-1 0 1 0 0,0 0 0 0 0,4 2 0 0 0,1 1 2 0 0,0 1 0 0 0,0 0 0 0 0,0 0 1 0 0,-1 1-1 0 0,1 0 0 0 0,-1 0 0 0 0,-1 1 1 0 0,1-1-1 0 0,-1 1 0 0 0,0 1 0 0 0,-1-1 1 0 0,0 1-1 0 0,0 0 0 0 0,-1 1 0 0 0,5 9 1 0 0,-7-11-19 0 0,0 1 1 0 0,0 0-1 0 0,0 0 1 0 0,-1 0-1 0 0,0 0 1 0 0,0 0-1 0 0,-1 0 1 0 0,0 0-1 0 0,0 0 1 0 0,-1 0-1 0 0,0 0 1 0 0,-1-1-1 0 0,0 1 1 0 0,0 0-1 0 0,0 0 1 0 0,-1-1-1 0 0,-7 14 1 0 0,4-10 16 0 0,2-2 52 0 0,-1 0 0 0 0,0-1 1 0 0,-1 1-1 0 0,-8 9 0 0 0,12-16 79 0 0,-1 2 193 0 0,2-5-356 0 0,1 1 1 0 0,0 0-1 0 0,0 0 1 0 0,-1-1-1 0 0,1 1 1 0 0,0 0-1 0 0,0-1 1 0 0,0 1-1 0 0,0-1 1 0 0,-1 1-1 0 0,1 0 1 0 0,0-1-1 0 0,0 1 1 0 0,0 0-1 0 0,0-1 1 0 0,0 1-1 0 0,0-1 1 0 0,0 1-1 0 0,0 0 1 0 0,0-1-1 0 0,0 1 1 0 0,0-1-1 0 0,0 1 1 0 0,0 0-1 0 0,0-1 1 0 0,1 1-1 0 0,-1 0 1 0 0,0-1-1 0 0,0 1 1 0 0,1-1-1 0 0,1-7 8 0 0,1 0-1 0 0,0 0 1 0 0,1 0-1 0 0,0 1 0 0 0,0-1 1 0 0,0 1-1 0 0,1 0 1 0 0,11-13-1 0 0,57-51-2 0 0,-46 46-9 0 0,33-27 16 0 0,-36 32 16 0 0,36-38 0 0 0,-49 45-63 0 0,-27 27-26 0 0,2-1 57 0 0,-6 7 8 0 0,1 0 0 0 0,0 0-1 0 0,2 2 1 0 0,0 0-1 0 0,1 2 1 0 0,2-1 0 0 0,-21 46-1 0 0,32-62-53 0 0,1 1 0 0 0,0 0 0 0 0,0 0 1 0 0,1 0-1 0 0,0 0 0 0 0,1 0 0 0 0,-1 0 0 0 0,1 0 0 0 0,1 0 0 0 0,0 0 0 0 0,0 0 0 0 0,0-1 1 0 0,1 1-1 0 0,0 0 0 0 0,6 13 0 0 0,-5-15-346 0 0,0 0 1 0 0,1 0-1 0 0,-1 0 0 0 0,1 0 1 0 0,0 0-1 0 0,1-1 1 0 0,0 0-1 0 0,-1 0 0 0 0,1 0 1 0 0,1 0-1 0 0,-1-1 1 0 0,1 0-1 0 0,0 0 0 0 0,0-1 1 0 0,0 1-1 0 0,0-1 1 0 0,1 0-1 0 0,9 2 0 0 0,15-1-4483 0 0,-14-4 692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403 123 608 0 0,'-1'-2'2274'0'0,"-4"-32"4756"0"0,2 20-4579 0 0,1 1 1 0 0,-1-17 0 0 0,3 29-2424 0 0,1 0 0 0 0,-1 0 0 0 0,1 0 0 0 0,-1 0 0 0 0,1 0 0 0 0,0 0 0 0 0,-1 1 1 0 0,1-1-1 0 0,0 0 0 0 0,0 0 0 0 0,0 1 0 0 0,-1-1 0 0 0,1 0 0 0 0,0 1 0 0 0,0-1 0 0 0,0 1 0 0 0,0-1 0 0 0,0 1 0 0 0,2-1 0 0 0,20-7 127 0 0,-23 8-153 0 0,8-2 18 0 0,-1 0 1 0 0,1 1-1 0 0,0 0 0 0 0,-1 1 0 0 0,1 0 1 0 0,9 0-1 0 0,-13 0-23 0 0,0 1 1 0 0,1 0-1 0 0,-1-1 0 0 0,0 1 1 0 0,0 0-1 0 0,0 1 0 0 0,0-1 1 0 0,0 1-1 0 0,0 0 0 0 0,0 0 1 0 0,0 0-1 0 0,4 4 0 0 0,-7-5 5 0 0,0 1-1 0 0,1 0 0 0 0,-1 0 1 0 0,0 0-1 0 0,0-1 0 0 0,0 1 1 0 0,-1 0-1 0 0,1 0 0 0 0,0 0 1 0 0,-1 0-1 0 0,1 0 0 0 0,-1 0 1 0 0,0 1-1 0 0,0-1 0 0 0,0 0 1 0 0,0 0-1 0 0,0 0 0 0 0,0 0 1 0 0,0 0-1 0 0,-1 0 0 0 0,1 0 1 0 0,-1 0-1 0 0,1 0 0 0 0,-1 0 1 0 0,0 0-1 0 0,-2 4 0 0 0,-2 4 3 0 0,-1 1 0 0 0,0-1-1 0 0,-9 11 1 0 0,2-3 5 0 0,-1-2-1 0 0,-1 1 1 0 0,-18 14 0 0 0,-61 42 40 0 0,85-66-44 0 0,5-4 20 0 0,-7 12 29 0 0,15-13-29 0 0,-1-2-32 0 0,-1 1 5 0 0,2-1 3 0 0,35-2-2 0 0,8 4-4 0 0,-37-1 8 0 0,1 0 0 0 0,-1 1 0 0 0,0 1 0 0 0,0-1 0 0 0,0 2 0 0 0,0-1 0 0 0,0 2 0 0 0,-1-1 0 0 0,1 1 0 0 0,11 8 0 0 0,-18-11 28 0 0,-1 0 1 0 0,1 0-1 0 0,0 1 1 0 0,-1-1 0 0 0,1 1-1 0 0,-1-1 1 0 0,1 1-1 0 0,-1 0 1 0 0,0 0 0 0 0,0 0-1 0 0,-1 0 1 0 0,1 0-1 0 0,-1 0 1 0 0,1 0 0 0 0,-1 1-1 0 0,0-1 1 0 0,0 1-1 0 0,0-1 1 0 0,-1 1 0 0 0,1-1-1 0 0,-1 1 1 0 0,0-1 0 0 0,0 1-1 0 0,0-1 1 0 0,-1 1-1 0 0,1-1 1 0 0,-1 1 0 0 0,0-1-1 0 0,0 1 1 0 0,0-1-1 0 0,0 0 1 0 0,0 1 0 0 0,-4 5-1 0 0,-2 1 82 0 0,0 0 0 0 0,0 0 0 0 0,-1-1 0 0 0,0 0 0 0 0,-1 0 0 0 0,1-1 0 0 0,-2 0 0 0 0,1-1 0 0 0,-1 0 0 0 0,-1 0 0 0 0,1-1 0 0 0,-1-1 0 0 0,0 1 0 0 0,-21 5 0 0 0,7-2-57 0 0,-1-2 0 0 0,0-1 0 0 0,-1-2 0 0 0,1 0-1 0 0,-46 0 1 0 0,50-4-383 0 0,0-1 1 0 0,-39-8-1 0 0,54 8-187 0 0,0-1 1 0 0,-1 0 0 0 0,1 0 0 0 0,0-1 0 0 0,0 0-1 0 0,0 0 1 0 0,1-1 0 0 0,-1 0 0 0 0,1 0-1 0 0,0 0 1 0 0,-9-9 0 0 0,13 11-9 0 0,0 0 0 0 0,1 0 0 0 0,-1 0 0 0 0,1 0 1 0 0,-1-1-1 0 0,1 1 0 0 0,0 0 0 0 0,0-1 0 0 0,0 1 0 0 0,0 0 0 0 0,0-5 0 0 0,-1-12-5131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387 182 184 0 0,'-2'-5'588'0'0,"0"-1"1"0"0,0 1-1 0 0,0 0 0 0 0,1-1 1 0 0,0 1-1 0 0,0-1 0 0 0,0 1 1 0 0,1-1-1 0 0,0 0 0 0 0,0 1 1 0 0,0-1-1 0 0,1 1 0 0 0,1-8 1 0 0,2-3 549 0 0,1-1 0 0 0,13-29 1 0 0,-14 30-272 0 0,-4 16-843 0 0,0 0 1 0 0,0 0 0 0 0,0 0-1 0 0,0-1 1 0 0,0 1 0 0 0,0 0-1 0 0,0 0 1 0 0,0 0 0 0 0,0 0-1 0 0,0 0 1 0 0,0 0 0 0 0,-1 0-1 0 0,1 0 1 0 0,0-1-1 0 0,0 1 1 0 0,0 0 0 0 0,0 0-1 0 0,0 0 1 0 0,0 0 0 0 0,0 0-1 0 0,-1 0 1 0 0,1 0 0 0 0,0 0-1 0 0,0 0 1 0 0,0 0 0 0 0,0 0-1 0 0,0 0 1 0 0,0 0-1 0 0,-1 0 1 0 0,1 0 0 0 0,0 0-1 0 0,0 0 1 0 0,0 0 0 0 0,0 0-1 0 0,0 0 1 0 0,0 0 0 0 0,-1 0-1 0 0,1 0 1 0 0,0 0 0 0 0,0 0-1 0 0,0 0 1 0 0,0 0 0 0 0,0 0-1 0 0,0 0 1 0 0,0 0-1 0 0,-1 1 1 0 0,1-1 0 0 0,0 0-1 0 0,-19 15 1204 0 0,18-14-1285 0 0,-134 105 1788 0 0,34-30-1248 0 0,-42 32-76 0 0,143-108-402 0 0,0 0 1 0 0,-1 0-1 0 0,1 1 1 0 0,0-1-1 0 0,-1 0 1 0 0,1 0-1 0 0,0 1 1 0 0,0-1 0 0 0,-1 0-1 0 0,1 1 1 0 0,0-1-1 0 0,0 0 1 0 0,-1 1-1 0 0,1-1 1 0 0,0 0-1 0 0,0 1 1 0 0,0-1-1 0 0,0 1 1 0 0,0-1 0 0 0,-1 0-1 0 0,1 1 1 0 0,0-1-1 0 0,0 1 1 0 0,0-1-1 0 0,0 1 1 0 0,0-1-1 0 0,0 0 1 0 0,0 1 0 0 0,1-1-1 0 0,-1 1 1 0 0,0-1-1 0 0,0 0 1 0 0,0 1-1 0 0,0-1 1 0 0,0 0-1 0 0,1 1 1 0 0,-1-1-1 0 0,0 1 1 0 0,0-1 0 0 0,1 0-1 0 0,-1 0 1 0 0,0 1-1 0 0,0-1 1 0 0,1 0-1 0 0,-1 1 1 0 0,0-1-1 0 0,1 0 1 0 0,-1 0 0 0 0,0 0-1 0 0,1 1 1 0 0,0-1-1 0 0,14 9 65 0 0,-15-9-68 0 0,19 5 38 0 0,1 0 0 0 0,-1-1-1 0 0,34 3 1 0 0,-5-2-52 0 0,43 6-640 0 0,18 3-2307 0 0,-38 2-4362 0 0,-59-12 2448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0 164 0 0,'-18'4'3365'0'0,"-58"16"6981"0"0,74-20-9776 0 0,2 1-512 0 0,1 0 0 0 0,-1 0 0 0 0,1-1 1 0 0,-1 1-1 0 0,1 0 0 0 0,-1 0 0 0 0,1-1 0 0 0,-1 1 1 0 0,1 0-1 0 0,0-1 0 0 0,-1 1 0 0 0,1-1 0 0 0,0 1 1 0 0,0-1-1 0 0,-1 1 0 0 0,1-1 0 0 0,0 1 1 0 0,0-1-1 0 0,0 0 0 0 0,0 0 0 0 0,0 1 0 0 0,-1-1 1 0 0,1 0-1 0 0,0 0 0 0 0,0 0 0 0 0,1 0 0 0 0,1 1-21 0 0,46 7-698 0 0,0-1-1 0 0,97-1 0 0 0,-100-5-785 0 0,28-3-3829 0 0,-38-1 335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3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107 169 1112 0 0,'-5'-48'8727'0'0,"1"-64"-1"0"0,4 110-8449 0 0,-2-1 372 0 0,0-1 3 0 0,-1 14-101 0 0,-26 242 2860 0 0,-22 128-2646 0 0,49-365-980 0 0,-6 50-2142 0 0,8-58 972 0 0,-1 0 0 0 0,2 0 0 0 0,-1-1 0 0 0,1 1 0 0 0,0 0 0 0 0,0-1 0 0 0,3 8 0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3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87 2416 0 0,'6'-6'1816'0'0,"0"-1"0"0"0,-1 0 0 0 0,1 0 0 0 0,-2-1 0 0 0,1 0 0 0 0,6-14 0 0 0,-11 22-1748 0 0,0-1 0 0 0,0 0 1 0 0,0 1-1 0 0,0-1 0 0 0,0 0 0 0 0,0 0 0 0 0,0 1 0 0 0,0-1 1 0 0,-1 0-1 0 0,1 1 0 0 0,0-1 0 0 0,0 0 0 0 0,0 1 0 0 0,-1-1 1 0 0,1 0-1 0 0,0 1 0 0 0,-1-1 0 0 0,1 0 0 0 0,-1 1 0 0 0,1-1 1 0 0,-1 1-1 0 0,1-1 0 0 0,-1 1 0 0 0,1-1 0 0 0,-1 1 0 0 0,1 0 1 0 0,-1-1-1 0 0,1 1 0 0 0,-1-1 0 0 0,0 1 0 0 0,1 0 0 0 0,-1 0 0 0 0,0-1 1 0 0,1 1-1 0 0,-1 0 0 0 0,0 0 0 0 0,-1 0 0 0 0,-28-3 717 0 0,29 3-762 0 0,-5 0 30 0 0,-1 1 1 0 0,1-1 0 0 0,0 1-1 0 0,-1 0 1 0 0,1 1 0 0 0,0-1-1 0 0,0 1 1 0 0,0 0 0 0 0,0 1-1 0 0,0 0 1 0 0,1 0 0 0 0,-1 0-1 0 0,-9 8 1 0 0,13-10-36 0 0,1 1 0 0 0,-1 0 0 0 0,1 0 0 0 0,-1 0 0 0 0,1 0 0 0 0,0 1 0 0 0,0-1 0 0 0,0 0 0 0 0,0 0 0 0 0,0 1 1 0 0,0-1-1 0 0,1 1 0 0 0,-1-1 0 0 0,1 1 0 0 0,-1-1 0 0 0,1 0 0 0 0,0 1 0 0 0,0-1 0 0 0,0 1 0 0 0,1-1 0 0 0,-1 1 0 0 0,1-1 0 0 0,-1 1 0 0 0,1-1 0 0 0,0 0 0 0 0,-1 1 0 0 0,1-1 0 0 0,1 0 0 0 0,-1 0 0 0 0,3 4 0 0 0,2 4 115 0 0,1 0 1 0 0,1-1-1 0 0,-1 0 0 0 0,18 14 0 0 0,22 15 75 0 0,-34-29-161 0 0,-1 0 1 0 0,-1 1-1 0 0,0 0 0 0 0,18 21 1 0 0,-28-29-27 0 0,1 0 0 0 0,-1 0 0 0 0,0-1 1 0 0,0 1-1 0 0,0 0 0 0 0,-1 0 0 0 0,1 0 1 0 0,0 0-1 0 0,-1 0 0 0 0,1 1 0 0 0,-1-1 1 0 0,0 0-1 0 0,0 0 0 0 0,0 0 0 0 0,0 0 1 0 0,0 0-1 0 0,0 0 0 0 0,0 1 0 0 0,-1-1 1 0 0,1 0-1 0 0,-1 0 0 0 0,0 0 0 0 0,1 0 1 0 0,-1 0-1 0 0,0 0 0 0 0,0 0 0 0 0,0 0 1 0 0,0-1-1 0 0,-1 1 0 0 0,-1 1 1 0 0,-1 2 39 0 0,0 0 1 0 0,-1 0 0 0 0,1-1 0 0 0,-1 0 0 0 0,0 0 0 0 0,-1 0 0 0 0,1-1 0 0 0,-8 4 0 0 0,-13 4 34 0 0,0-1 0 0 0,0-1 0 0 0,-45 9 0 0 0,-83 4 52 0 0,115-17-496 0 0,1-2 0 0 0,-1-2 0 0 0,-75-8 0 0 0,106 6-355 0 0,1 0 0 0 0,0-1 0 0 0,-13-5 0 0 0,18 6 357 0 0,0 0-1 0 0,0 0 0 0 0,0 0 1 0 0,0-1-1 0 0,0 1 0 0 0,0 0 1 0 0,0-1-1 0 0,0 1 0 0 0,1-1 1 0 0,-1 0-1 0 0,1 1 0 0 0,-1-1 1 0 0,1 0-1 0 0,-1 0 0 0 0,0-3 1 0 0,1-8-4144 0 0,2 10 3341 0 0,2-11-3753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3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80 2712 0 0,'-33'-19'4029'0'0,"-37"-24"6002"0"0,69 42-9550 0 0,15-5 418 0 0,3 2-650 0 0,-1 2-1 0 0,0 0 1 0 0,1 0-1 0 0,-1 2 1 0 0,24 1-1 0 0,-1 0-62 0 0,297 6 392 0 0,5 0-386 0 0,-232-7-424 0 0,83 0 614 0 0,-66 0-5318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5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81 452 0 0,'3'-8'1077'0'0,"0"0"0"0"0,1 0 0 0 0,0 1 0 0 0,1-1 1 0 0,7-9-1 0 0,-9 14-977 0 0,-1 1 0 0 0,1 0 1 0 0,-1 0-1 0 0,1 0 0 0 0,0 0 0 0 0,-1 0 1 0 0,1 1-1 0 0,0-1 0 0 0,1 1 1 0 0,-1 0-1 0 0,0 0 0 0 0,0 0 0 0 0,0 0 1 0 0,1 0-1 0 0,-1 1 0 0 0,0-1 1 0 0,1 1-1 0 0,3 0 0 0 0,-1 1-55 0 0,1-1 0 0 0,-1 1 0 0 0,0 0 0 0 0,0 0 1 0 0,0 0-1 0 0,0 1 0 0 0,0 0 0 0 0,0 1 0 0 0,0-1 0 0 0,0 1 0 0 0,-1 0 0 0 0,1 0 0 0 0,-1 1 0 0 0,0 0 0 0 0,0 0 1 0 0,-1 0-1 0 0,1 0 0 0 0,-1 1 0 0 0,0 0 0 0 0,0 0 0 0 0,0 0 0 0 0,0 0 0 0 0,3 8 0 0 0,-2-2-27 0 0,-1-1 0 0 0,0 1 0 0 0,-1-1 0 0 0,0 1-1 0 0,-1 0 1 0 0,0 0 0 0 0,-1 0 0 0 0,0 0 0 0 0,0 1 0 0 0,-1-1 0 0 0,-1 0-1 0 0,0 0 1 0 0,-1 0 0 0 0,0 0 0 0 0,0 0 0 0 0,-1 0 0 0 0,-9 20-1 0 0,3-9 122 0 0,-2-1-1 0 0,0 1 1 0 0,-2-2-1 0 0,0 0 1 0 0,-1 0-1 0 0,-2-1 1 0 0,-21 21-1 0 0,36-39 45 0 0,12-17 11 0 0,47-50-255 0 0,76-68-1 0 0,-43 47 167 0 0,-78 69-39 0 0,-13 18-66 0 0,1 0-1 0 0,-1-1 1 0 0,0 1-1 0 0,0-1 0 0 0,0 1 1 0 0,0-1-1 0 0,1 1 1 0 0,-1-1-1 0 0,0 1 1 0 0,0-1-1 0 0,0 1 0 0 0,0-1 1 0 0,0 1-1 0 0,0-1 1 0 0,-1 1-1 0 0,1-1 1 0 0,0 1-1 0 0,0-1 0 0 0,0 1 1 0 0,0-1-1 0 0,-1 1 1 0 0,1-1-1 0 0,0 1 1 0 0,0-1-1 0 0,-1 1 0 0 0,1-1 1 0 0,0 1-1 0 0,-1 0 1 0 0,0-1-1 0 0,0 1 1 0 0,-1 0 0 0 0,0 1 0 0 0,0-1 0 0 0,0 1 0 0 0,0-1 0 0 0,1 1 0 0 0,-1 0-1 0 0,0 0 1 0 0,0-1 0 0 0,1 1 0 0 0,-1 1 0 0 0,1-1 0 0 0,-2 1 0 0 0,1-1-1 0 0,-12 9 1 0 0,0 0 0 0 0,1 1 0 0 0,1 1 0 0 0,0 0 0 0 0,0 0 1 0 0,-11 17-1 0 0,16-20 29 0 0,1 1 1 0 0,-1 0-1 0 0,1 1 1 0 0,1-1-1 0 0,0 1 1 0 0,1 0-1 0 0,0 1 1 0 0,1-1 0 0 0,-4 20-1 0 0,6-27-29 0 0,1 0 0 0 0,0 0 1 0 0,0 0-1 0 0,0 0 0 0 0,0 0 0 0 0,1 0 0 0 0,0 0 0 0 0,0 0 0 0 0,0 0 1 0 0,0 0-1 0 0,0-1 0 0 0,1 1 0 0 0,-1 0 0 0 0,1-1 0 0 0,0 1 1 0 0,1-1-1 0 0,2 4 0 0 0,-1-2 22 0 0,1-1 0 0 0,0 1-1 0 0,0-1 1 0 0,0-1 0 0 0,0 1 0 0 0,1-1 0 0 0,-1 1 0 0 0,1-2 0 0 0,11 5 0 0 0,7 0-31 0 0,1-1 1 0 0,-1-1-1 0 0,1-1 1 0 0,32 0-1 0 0,-57-4 7 0 0,85 2-2141 0 0,-29-6-2666 0 0,-39 2 1955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5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 1420 0 0,'16'-10'12035'0'0,"-15"12"-11906"0"0,-1 1 0 0 0,1-1 0 0 0,-1 1 1 0 0,0-1-1 0 0,0 1 0 0 0,0-1 1 0 0,0 1-1 0 0,0-1 0 0 0,0 1 1 0 0,-1-1-1 0 0,1 1 0 0 0,-2 3 1 0 0,-13 39 486 0 0,6-21-444 0 0,0 8-143 0 0,-10 62-1 0 0,18-80-920 0 0,0 0 0 0 0,2 23 0 0 0,0-28-347 0 0,0-1 0 0 0,0 1 0 0 0,1-1 1 0 0,1 0-1 0 0,3 11 0 0 0,0-8-2229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5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36 1096 0 0,'5'-4'1459'0'0,"1"-1"722"0"0,0 0 1 0 0,1 0-1 0 0,10-6 1 0 0,-10 8-822 0 0,-7 3-1288 0 0,0 0-1 0 0,1-1 1 0 0,-1 1 0 0 0,0 0-1 0 0,0 0 1 0 0,1 0 0 0 0,-1-1-1 0 0,0 1 1 0 0,1 0 0 0 0,-1 0-1 0 0,0 0 1 0 0,1 0 0 0 0,-1 0-1 0 0,0 0 1 0 0,1 0 0 0 0,-1 0-1 0 0,0 0 1 0 0,1 0-1 0 0,-1 0 1 0 0,0 0 0 0 0,1 0-1 0 0,-1 0 1 0 0,0 0 0 0 0,1 0-1 0 0,-1 0 1 0 0,0 0 0 0 0,0 0-1 0 0,1 1 1 0 0,-1-1 0 0 0,0 0-1 0 0,1 0 1 0 0,-1 1 0 0 0,1-1-133 0 0,-1 1 95 0 0,0 0 0 0 0,0 0 1 0 0,0 0-1 0 0,0 0 0 0 0,0 0 0 0 0,0 0 1 0 0,-1 0-1 0 0,1 0 0 0 0,0 0 0 0 0,0 0 1 0 0,-1 0-1 0 0,1 0 0 0 0,-1-1 0 0 0,0 2 1 0 0,-9 21 436 0 0,-27 42 0 0 0,2-4-507 0 0,-2 19-2605 0 0,19-25-3926 0 0,14-41 1814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6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6 241 772 0 0,'-2'-6'675'0'0,"1"1"0"0"0,0-1 0 0 0,0 0 0 0 0,1 0-1 0 0,-1 0 1 0 0,1 1 0 0 0,1-1 0 0 0,-1 0 0 0 0,1 0 0 0 0,0 0 0 0 0,0 1-1 0 0,3-7 1 0 0,-3 9-581 0 0,0 0-1 0 0,1 0 1 0 0,0 0-1 0 0,-1 0 1 0 0,1 1-1 0 0,1-1 1 0 0,-1 0 0 0 0,0 1-1 0 0,0-1 1 0 0,1 1-1 0 0,0 0 1 0 0,-1 0-1 0 0,1 0 1 0 0,0 0-1 0 0,0 1 1 0 0,0-1-1 0 0,0 1 1 0 0,0 0-1 0 0,0 0 1 0 0,0 0-1 0 0,1 0 1 0 0,3-1-1 0 0,-2 2-35 0 0,0-1 0 0 0,-1 1 0 0 0,1 0 0 0 0,0 0 0 0 0,-1 0 0 0 0,1 1 0 0 0,0 0 0 0 0,0 0 0 0 0,-1 0 0 0 0,1 0 0 0 0,-1 1 0 0 0,1-1 0 0 0,-1 1 0 0 0,0 1 0 0 0,0-1 0 0 0,0 0 0 0 0,0 1 0 0 0,0 0 0 0 0,0 0 0 0 0,-1 0 0 0 0,1 0 0 0 0,-1 1-1 0 0,0-1 1 0 0,0 1 0 0 0,0 0 0 0 0,-1 0 0 0 0,1 0 0 0 0,-1 0 0 0 0,0 0 0 0 0,0 1 0 0 0,0-1 0 0 0,-1 1 0 0 0,0-1 0 0 0,0 1 0 0 0,0 0 0 0 0,0-1 0 0 0,0 1 0 0 0,-1 0 0 0 0,0-1 0 0 0,0 1 0 0 0,-1 0 0 0 0,1 0 0 0 0,-2 6 0 0 0,-3 4-16 0 0,1-1 0 0 0,-2-1 0 0 0,0 1 0 0 0,0-1 0 0 0,-1 0 0 0 0,-1 0 0 0 0,0-1 0 0 0,-14 16 0 0 0,5-9 51 0 0,-1 0-1 0 0,-1-1 0 0 0,-39 28 1 0 0,56-44-77 0 0,2-3-15 0 0,0 0-1 0 0,0 0 0 0 0,-1 0 1 0 0,1 0-1 0 0,0 0 0 0 0,0 0 1 0 0,0 0-1 0 0,0 0 0 0 0,0 0 0 0 0,0 0 1 0 0,1 0-1 0 0,-1 0 0 0 0,0 0 1 0 0,1-1-1 0 0,31-42 2 0 0,1 2 0 0 0,3 2-1 0 0,62-56 1 0 0,40-45 19 0 0,-127 128-16 0 0,-5 7-5 0 0,0 0 0 0 0,-1 0 0 0 0,1-1 0 0 0,-2 0 0 0 0,1 0 0 0 0,-1-1 0 0 0,0 1 0 0 0,5-15 0 0 0,-9 21-1 0 0,0 0-1 0 0,0 1 1 0 0,0-1-1 0 0,0 1 1 0 0,0-1-1 0 0,0 0 1 0 0,0 1-1 0 0,0-1 0 0 0,-1 1 1 0 0,1-1-1 0 0,0 0 1 0 0,0 1-1 0 0,-1-1 1 0 0,1 1-1 0 0,0-1 1 0 0,-1 1-1 0 0,1-1 1 0 0,0 1-1 0 0,-1-1 1 0 0,1 1-1 0 0,-1-1 0 0 0,1 1 1 0 0,-1 0-1 0 0,1-1 1 0 0,-1 1-1 0 0,1 0 1 0 0,-1-1-1 0 0,1 1 1 0 0,-1 0-1 0 0,0 0 1 0 0,1 0-1 0 0,-1-1 0 0 0,1 1 1 0 0,-1 0-1 0 0,0 0 1 0 0,1 0-1 0 0,-1 0 1 0 0,0 0-1 0 0,1 0 1 0 0,-1 0-1 0 0,1 0 1 0 0,-1 0-1 0 0,0 0 0 0 0,1 1 1 0 0,-1-1-1 0 0,1 0 1 0 0,-1 0-1 0 0,0 1 1 0 0,1-1-1 0 0,-2 1 1 0 0,-14 10 7 0 0,1 1 0 0 0,0 1 1 0 0,0 0-1 0 0,2 1 0 0 0,-1 0 0 0 0,2 1 1 0 0,0 1-1 0 0,1 0 0 0 0,0 0 1 0 0,2 1-1 0 0,0 1 0 0 0,0-1 1 0 0,2 2-1 0 0,0-1 0 0 0,-7 34 0 0 0,13-46-4 0 0,1 0 0 0 0,-1 0-1 0 0,1 0 1 0 0,1 0-1 0 0,-1 0 1 0 0,1 0-1 0 0,0 0 1 0 0,0 0-1 0 0,0 0 1 0 0,1 0 0 0 0,0 0-1 0 0,1-1 1 0 0,-1 1-1 0 0,1-1 1 0 0,0 0-1 0 0,0 0 1 0 0,0 0-1 0 0,9 9 1 0 0,-7-9-326 0 0,0 0 1 0 0,1 0-1 0 0,-1 0 1 0 0,1-1-1 0 0,0 0 1 0 0,10 5-1 0 0,-9-5-646 0 0,0-1 1 0 0,0-1-1 0 0,1 1 1 0 0,-1-1-1 0 0,1 0 1 0 0,8 0-1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6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87 976 0 0,'2'-17'5430'0'0,"9"-28"343"0"0,-10 44-5682 0 0,-1-1 0 0 0,1 1-1 0 0,0 0 1 0 0,0-1 0 0 0,0 1-1 0 0,0 0 1 0 0,0 0 0 0 0,0 0 0 0 0,0 0-1 0 0,0 0 1 0 0,0 0 0 0 0,0 0 0 0 0,1 0-1 0 0,-1 0 1 0 0,0 0 0 0 0,1 1 0 0 0,-1-1-1 0 0,0 1 1 0 0,1-1 0 0 0,-1 1-1 0 0,3-1 1 0 0,22-2 420 0 0,-24 2-472 0 0,-1 1 0 0 0,1 0 0 0 0,0 1 0 0 0,0-1 0 0 0,0 0 1 0 0,0 0-1 0 0,0 1 0 0 0,0-1 0 0 0,-1 1 0 0 0,1 0 0 0 0,0-1 0 0 0,0 1 0 0 0,-1 0 0 0 0,1 0 0 0 0,0 0 0 0 0,-1 0 1 0 0,1 0-1 0 0,-1 1 0 0 0,1-1 0 0 0,-1 0 0 0 0,0 1 0 0 0,0-1 0 0 0,1 1 0 0 0,-1-1 0 0 0,0 1 0 0 0,0 0 0 0 0,-1-1 1 0 0,1 1-1 0 0,0 0 0 0 0,0 0 0 0 0,-1 0 0 0 0,1-1 0 0 0,-1 1 0 0 0,0 0 0 0 0,0 0 0 0 0,1 0 0 0 0,-1 0 0 0 0,-1 3 1 0 0,1 6 89 0 0,-1-1 1 0 0,0 0 0 0 0,-1 0-1 0 0,0 0 1 0 0,-6 15 0 0 0,-2 2 119 0 0,-2-1-1 0 0,0 0 1 0 0,-22 33 0 0 0,-55 69 504 0 0,83-120-714 0 0,-1 2-37 0 0,4-8 22 0 0,1 1 1 0 0,0-1-1 0 0,0 1 1 0 0,0 0-1 0 0,0 0 1 0 0,0 0-1 0 0,1 1 1 0 0,-1-1-1 0 0,1 0 1 0 0,0 0-1 0 0,-1 5 1 0 0,2-6-11 0 0,15 5 139 0 0,-5-7-137 0 0,0 0 0 0 0,-1 0-1 0 0,1-1 1 0 0,0-1 0 0 0,18-4-1 0 0,53-21-677 0 0,-45 15-241 0 0,72-31-3854 0 0,-36 11-1249 0 0,-66 29 5319 0 0,29-12-3227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80 1940 0 0,'3'-7'1480'0'0,"1"1"-1"0"0,0 0 0 0 0,8-12 1 0 0,4-5 1030 0 0,0 3 237 0 0,-28 34-1377 0 0,-1-2-1250 0 0,-108 102 1202 0 0,98-90-1973 0 0,1 1 0 0 0,-36 55-1 0 0,39-42-1874 0 0,13-11-2762 0 0,5-16 1533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108 149 120 0 0,'-2'-104'12655'0'0,"2"104"-12645"0"0,0 0 0 0 0,0 0 0 0 0,0 0 0 0 0,0-1 0 0 0,0 1 0 0 0,0 0 0 0 0,0 0 1 0 0,0 0-1 0 0,0 0 0 0 0,0-1 0 0 0,0 1 0 0 0,0 0 0 0 0,0 0 0 0 0,0 0 0 0 0,0-1 0 0 0,0 1 0 0 0,1 0 0 0 0,-1 0 0 0 0,0 0 0 0 0,0 0 0 0 0,0 0 0 0 0,0-1 0 0 0,0 1 0 0 0,1 0 0 0 0,-1 0 0 0 0,0 0 0 0 0,0 0 0 0 0,0 0 0 0 0,0 0 0 0 0,1 0 1 0 0,-1 0-1 0 0,0-1 0 0 0,0 1 0 0 0,0 0 0 0 0,1 0 0 0 0,-1 0 0 0 0,0 0 0 0 0,0 0 0 0 0,0 0 0 0 0,1 0 0 0 0,-1 0 0 0 0,11 4 296 0 0,6 7-50 0 0,-14-8-209 0 0,0 1 0 0 0,0-1 0 0 0,0 1 0 0 0,-1 0 0 0 0,1 0 0 0 0,-1 0 1 0 0,0 0-1 0 0,0 0 0 0 0,-1 0 0 0 0,1 0 0 0 0,-1 1 0 0 0,0-1 0 0 0,1 6 0 0 0,-1-2 3 0 0,-1-1-1 0 0,0 1 0 0 0,-1 0 0 0 0,1-1 1 0 0,-1 1-1 0 0,-1-1 0 0 0,-2 10 0 0 0,-2 1 16 0 0,-1 0 0 0 0,0-1 0 0 0,-2 0 0 0 0,0 0 0 0 0,-16 21 0 0 0,7-15 32 0 0,-24 24 0 0 0,5-6 196 0 0,36-40-227 0 0,3-3-60 0 0,36-32 3 0 0,2 3 0 0 0,53-35 0 0 0,-22 18-2 0 0,-8 4-1 0 0,-24 18 3 0 0,0-2-1 0 0,-2-2 1 0 0,42-42 0 0 0,-78 71-9 0 0,0 0-1 0 0,0 1-1 0 0,0-1 1 0 0,0 0 0 0 0,0 0-1 0 0,0 0 1 0 0,0 0-1 0 0,0 0 1 0 0,0 0 0 0 0,-1-1-1 0 0,1 1 1 0 0,0 0-1 0 0,-1 0 1 0 0,1 0 0 0 0,-1-1-1 0 0,1 1 1 0 0,-1 0 0 0 0,0-1-1 0 0,0 1 1 0 0,1 0-1 0 0,-1-1 1 0 0,0 1 0 0 0,0 0-1 0 0,0-1 1 0 0,0 1 0 0 0,-1 0-1 0 0,1-1 1 0 0,-1-1-1 0 0,1 2 1 0 0,-1 0 0 0 0,0 1 0 0 0,1-1-1 0 0,-1 1 1 0 0,0 0 0 0 0,0-1 0 0 0,0 1-1 0 0,1-1 1 0 0,-1 1 0 0 0,0 0-1 0 0,0 0 1 0 0,0 0 0 0 0,0-1 0 0 0,1 1-1 0 0,-1 0 1 0 0,0 0 0 0 0,0 0-1 0 0,0 0 1 0 0,0 0 0 0 0,0 0 0 0 0,0 1-1 0 0,1-1 1 0 0,-1 0 0 0 0,0 0 0 0 0,0 1-1 0 0,-1 0 1 0 0,-24 8-28 0 0,9 0 33 0 0,1 1 1 0 0,-1 0-1 0 0,2 2 0 0 0,0 0 1 0 0,0 0-1 0 0,1 2 0 0 0,0 0 1 0 0,2 0-1 0 0,-1 1 0 0 0,2 1 1 0 0,0 0-1 0 0,1 0 0 0 0,0 1 0 0 0,-7 20 1 0 0,15-31 1 0 0,-1-1 0 0 0,2 1 1 0 0,-1 0-1 0 0,1 0 1 0 0,-1 1-1 0 0,2-1 0 0 0,-1 0 1 0 0,1 0-1 0 0,0 0 0 0 0,0 1 1 0 0,1-1-1 0 0,-1 0 0 0 0,1 0 1 0 0,1 0-1 0 0,-1 0 0 0 0,1 0 1 0 0,0 0-1 0 0,1 0 0 0 0,-1-1 1 0 0,1 1-1 0 0,0-1 0 0 0,1 1 1 0 0,-1-1-1 0 0,1 0 0 0 0,0 0 1 0 0,0-1-1 0 0,1 1 0 0 0,-1-1 1 0 0,1 0-1 0 0,6 4 0 0 0,10 6-677 0 0,1-1 0 0 0,0 0-1 0 0,1-2 1 0 0,29 10-1 0 0,-21-10-2419 0 0,40 7 0 0 0,-37-12-961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8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315 141 716 0 0,'-13'-9'2359'0'0,"0"-1"0"0"0,0-1 0 0 0,-12-13 0 0 0,24 23-2291 0 0,0 0 1 0 0,0 0 0 0 0,0 0 0 0 0,0 0-1 0 0,1-1 1 0 0,-1 1 0 0 0,0 0 0 0 0,1 0-1 0 0,-1-1 1 0 0,1 1 0 0 0,-1 0 0 0 0,1-1-1 0 0,-1 1 1 0 0,1-1 0 0 0,0 1-1 0 0,0 0 1 0 0,0-1 0 0 0,0 1 0 0 0,0-1-1 0 0,0 1 1 0 0,0-1 0 0 0,0 1 0 0 0,1 0-1 0 0,-1-1 1 0 0,1 1 0 0 0,-1 0 0 0 0,1-1-1 0 0,-1 1 1 0 0,1 0 0 0 0,0-1 0 0 0,-1 1-1 0 0,1 0 1 0 0,0 0 0 0 0,0 0 0 0 0,0 0-1 0 0,0 0 1 0 0,0 0 0 0 0,0 0 0 0 0,0 0-1 0 0,2-1 1 0 0,2-2 53 0 0,0 0 0 0 0,0 0 0 0 0,1 1 1 0 0,-1 0-1 0 0,1 0 0 0 0,0 0 0 0 0,9-2 0 0 0,-9 3-66 0 0,-1 1 0 0 0,1 0 0 0 0,0 0 0 0 0,-1 1 0 0 0,1 0 0 0 0,0 0 0 0 0,-1 0 0 0 0,1 1 0 0 0,0 0 0 0 0,-1 0 0 0 0,1 0 0 0 0,-1 1 0 0 0,11 3 0 0 0,-14-4-31 0 0,0 1 1 0 0,0-1-1 0 0,0 0 0 0 0,0 1 1 0 0,0-1-1 0 0,0 1 0 0 0,0-1 1 0 0,-1 1-1 0 0,1 0 0 0 0,0 0 1 0 0,-1 0-1 0 0,0 0 0 0 0,1 0 1 0 0,-1 0-1 0 0,0 0 0 0 0,0 1 1 0 0,0-1-1 0 0,0 0 0 0 0,-1 1 1 0 0,1-1-1 0 0,-1 0 0 0 0,1 1 1 0 0,-1-1-1 0 0,0 1 0 0 0,0-1 1 0 0,0 1-1 0 0,0-1 0 0 0,0 0 0 0 0,-1 1 1 0 0,1-1-1 0 0,-1 1 0 0 0,1-1 1 0 0,-2 4-1 0 0,-4 9 66 0 0,-1-1-1 0 0,0 0 0 0 0,0 0 1 0 0,-2 0-1 0 0,-12 16 1 0 0,8-12 77 0 0,-16 29 1 0 0,28-45-111 0 0,0 4-42 0 0,0-2 14 0 0,11-2-63 0 0,4-2 37 0 0,1 0 1 0 0,-1 2 0 0 0,0-1-1 0 0,1 2 1 0 0,-1-1 0 0 0,24 10-1 0 0,-32-10 72 0 0,0 1-1 0 0,0 0 0 0 0,0 0 0 0 0,-1 1 1 0 0,1 0-1 0 0,-1 0 0 0 0,0 0 0 0 0,0 0 1 0 0,-1 1-1 0 0,1 0 0 0 0,-1 0 1 0 0,0 0-1 0 0,0 0 0 0 0,-1 1 0 0 0,1 0 1 0 0,-1 0-1 0 0,3 9 0 0 0,-5-11 40 0 0,1 1-1 0 0,-2 0 0 0 0,1-1 0 0 0,-1 1 0 0 0,1 0 1 0 0,-1-1-1 0 0,0 1 0 0 0,-1 0 0 0 0,1-1 1 0 0,-1 1-1 0 0,0 0 0 0 0,0-1 0 0 0,-1 1 0 0 0,1-1 1 0 0,-1 0-1 0 0,0 1 0 0 0,0-1 0 0 0,0 0 0 0 0,-1 0 1 0 0,0 0-1 0 0,-4 5 0 0 0,-2 2 16 0 0,0-1 0 0 0,-1 1 0 0 0,0-1 0 0 0,-1-1 0 0 0,-21 15 0 0 0,10-11-40 0 0,-1-1 0 0 0,0-1 0 0 0,-1-1 0 0 0,0 0 0 0 0,-1-2 1 0 0,0-1-1 0 0,0-2 0 0 0,0 0 0 0 0,-1-1 0 0 0,1-2 0 0 0,-1 0 1 0 0,-43-4-1 0 0,63 2-245 0 0,0-1 1 0 0,0 0 0 0 0,0-1-1 0 0,0 1 1 0 0,0-1 0 0 0,0 0-1 0 0,-10-6 1 0 0,15 8 0 0 0,-1-1 0 0 0,1 0 1 0 0,-1 0-1 0 0,1 0 0 0 0,0 0 1 0 0,-1 0-1 0 0,1 0 0 0 0,0 0 1 0 0,0-1-1 0 0,0 1 0 0 0,0 0 1 0 0,0-1-1 0 0,0 1 0 0 0,0-1 1 0 0,1 1-1 0 0,-1-1 0 0 0,0 1 1 0 0,1-1-1 0 0,-1 0 0 0 0,1 1 1 0 0,0-1-1 0 0,-1 1 0 0 0,1-1 1 0 0,0 0-1 0 0,0 1 0 0 0,0-1 1 0 0,0 0-1 0 0,1 1 0 0 0,-1-1 1 0 0,0 0-1 0 0,1 1 0 0 0,-1-1 0 0 0,1-2 1 0 0,3-3-845 0 0,-1 0 0 0 0,1 1 0 0 0,1-1 0 0 0,-1 1 0 0 0,1-1-1 0 0,6-5 1 0 0,-8 9 219 0 0,21-24-4986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51 1516 0 0,'-35'-49'10135'0'0,"34"48"-9656"0"0,15 6 862 0 0,401 175 1578 0 0,-393-171-2886 0 0,-1 0 0 0 0,22 13 1 0 0,-42-22-32 0 0,-1 1 1 0 0,1-1 0 0 0,-1 0 0 0 0,1 1 0 0 0,-1-1 0 0 0,1 1 0 0 0,-1-1 0 0 0,1 1 0 0 0,-1-1 0 0 0,0 1 0 0 0,1-1 0 0 0,-1 1 0 0 0,0-1 0 0 0,1 1 0 0 0,-1 0 0 0 0,0-1 0 0 0,0 1 0 0 0,0-1 0 0 0,1 1 0 0 0,-1 0 0 0 0,0-1 0 0 0,0 1 0 0 0,0 0 0 0 0,0-1 0 0 0,0 1 0 0 0,0 0 0 0 0,0-1 0 0 0,0 1 0 0 0,-1-1 0 0 0,1 1 0 0 0,0 0 0 0 0,0-1 0 0 0,0 1 0 0 0,-1-1 0 0 0,1 1 0 0 0,0 0 0 0 0,-1-1 0 0 0,1 1 0 0 0,0-1-1 0 0,-1 1 1 0 0,0 0 0 0 0,-20 19 45 0 0,19-18-36 0 0,-13 10-6 0 0,-1-1 0 0 0,0 0 0 0 0,-34 15 1 0 0,-57 18 2 0 0,87-36-3 0 0,-117 38 12 0 0,-46 20-540 0 0,178-64 33 0 0,0 0-1 0 0,0 0 1 0 0,0 1-1 0 0,1-1 0 0 0,-1 1 1 0 0,1 1-1 0 0,-1-1 1 0 0,1 0-1 0 0,0 1 1 0 0,0 0-1 0 0,-5 8 1 0 0,8-12 312 0 0,1 1 0 0 0,0-1 0 0 0,0 1 0 0 0,-1-1 0 0 0,1 1 0 0 0,0-1 1 0 0,0 1-1 0 0,0-1 0 0 0,-1 1 0 0 0,1-1 0 0 0,0 1 0 0 0,0-1 0 0 0,0 1 1 0 0,0 0-1 0 0,0-1 0 0 0,0 1 0 0 0,0-1 0 0 0,0 1 0 0 0,0-1 0 0 0,1 2 0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18 1548 0 0,'42'-11'13911'0'0,"-44"10"-13836"0"0,0 0 1 0 0,0 0 0 0 0,0 0-1 0 0,0 0 1 0 0,0 1 0 0 0,0-1-1 0 0,0 1 1 0 0,0 0 0 0 0,0-1 0 0 0,0 1-1 0 0,0 0 1 0 0,0 0 0 0 0,-1 1-1 0 0,1-1 1 0 0,0 0 0 0 0,-2 1-1 0 0,-45 10 330 0 0,35-8-225 0 0,-44 11-302 0 0,0 3 0 0 0,2 2 0 0 0,0 3 0 0 0,-68 37 0 0 0,117-55-443 0 0,-38 23-1900 0 0,42-25 1544 0 0,0 0 0 0 0,1 1 1 0 0,-1-1-1 0 0,1 1 0 0 0,-1 0 0 0 0,-2 4 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9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677 183 1588 0 0,'2'-4'593'0'0,"5"-11"1584"0"0,0 1 0 0 0,7-23 0 0 0,-13 34-1915 0 0,0 1 0 0 0,-1-1 0 0 0,1 0 0 0 0,0 1 0 0 0,-1-1 0 0 0,0 0 0 0 0,1 0-1 0 0,-1 1 1 0 0,0-1 0 0 0,-1 0 0 0 0,1 0 0 0 0,0 1 0 0 0,-1-1 0 0 0,1 0 0 0 0,-1 1 0 0 0,0-1 0 0 0,0 0 0 0 0,0 1 0 0 0,0-1 0 0 0,-1 1 0 0 0,-2-5 0 0 0,1 6-158 0 0,1-1 1 0 0,0 1-1 0 0,-1 0 1 0 0,0 0-1 0 0,1 0 1 0 0,-1 0 0 0 0,0 0-1 0 0,1 1 1 0 0,-1-1-1 0 0,0 1 1 0 0,0-1-1 0 0,1 1 1 0 0,-1 0-1 0 0,0 0 1 0 0,0 1-1 0 0,1-1 1 0 0,-1 1 0 0 0,0-1-1 0 0,0 1 1 0 0,-4 1-1 0 0,-13 5 225 0 0,0 1-1 0 0,0 1 1 0 0,0 0-1 0 0,1 2 1 0 0,0 0 0 0 0,1 1-1 0 0,1 1 1 0 0,-21 19-1 0 0,20-16-105 0 0,1 1-1 0 0,1 1 1 0 0,1 1-1 0 0,0 0 0 0 0,2 1 1 0 0,0 0-1 0 0,-13 29 1 0 0,21-39-139 0 0,2 1 0 0 0,-1-1 0 0 0,1 1 0 0 0,1-1 0 0 0,0 1 0 0 0,0 0 0 0 0,1 0-1 0 0,1 0 1 0 0,-1 0 0 0 0,3 15 0 0 0,-1-19-36 0 0,0 1-1 0 0,1-1 1 0 0,0-1-1 0 0,0 1 1 0 0,0 0-1 0 0,1 0 1 0 0,0-1-1 0 0,0 1 1 0 0,1-1-1 0 0,0 0 1 0 0,0 0-1 0 0,0-1 1 0 0,1 1-1 0 0,-1-1 1 0 0,1 0-1 0 0,11 9 0 0 0,-6-8 11 0 0,0 1 0 0 0,0-1 0 0 0,1-1 0 0 0,-1 0 0 0 0,1 0 0 0 0,0-1 0 0 0,1-1 0 0 0,-1 0 0 0 0,1 0 0 0 0,-1-1 0 0 0,1 0 0 0 0,15-1 0 0 0,-12-1 59 0 0,-1-1-1 0 0,1-1 0 0 0,0 0 0 0 0,-1-1 1 0 0,0 0-1 0 0,0-1 0 0 0,0-1 0 0 0,0 0 1 0 0,16-10-1 0 0,-15 7-23 0 0,-1 0-1 0 0,0-1 1 0 0,-1-1-1 0 0,0 0 1 0 0,0-1 0 0 0,-1 0-1 0 0,-1-1 1 0 0,0 0 0 0 0,-1-1-1 0 0,0 0 1 0 0,0 0-1 0 0,-2-1 1 0 0,0-1 0 0 0,0 1-1 0 0,-1-1 1 0 0,-1-1 0 0 0,-1 1-1 0 0,6-26 1 0 0,-10 33-63 0 0,0 0 0 0 0,0 0 0 0 0,-1 0 0 0 0,0 0-1 0 0,0 0 1 0 0,-1 0 0 0 0,0 0 0 0 0,0 0 0 0 0,-1 1 0 0 0,0-1 0 0 0,-1 0 0 0 0,1 1 0 0 0,-5-9 0 0 0,1 7-9 0 0,1 0-1 0 0,-1 1 1 0 0,0-1 0 0 0,-1 1 0 0 0,0 0-1 0 0,0 1 1 0 0,-1 0 0 0 0,0 0-1 0 0,-9-5 1 0 0,-8-4-88 0 0,-1 2-1 0 0,0 1 1 0 0,-1 1 0 0 0,0 2-1 0 0,0 0 1 0 0,-38-7-1 0 0,4 4-1236 0 0,0 1 0 0 0,-74-2-1 0 0,4 15-3355 0 0,96 2 246 0 0,-58 13-1 0 0,51-5-2747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0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6005 0 0,'0'0'9500'0'0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55 734 1292 0 0,'0'0'1441'0'0,"-31"13"5835"0"0,28-8-7093 0 0,0-1-1 0 0,1 1 1 0 0,-1-1-1 0 0,1 1 1 0 0,0 0 0 0 0,0 0-1 0 0,1 0 1 0 0,-1 0-1 0 0,1 0 1 0 0,0 0 0 0 0,1 1-1 0 0,-1-1 1 0 0,1 0-1 0 0,0 0 1 0 0,0 1 0 0 0,2 8-1 0 0,-1-13-171 0 0,-1-1 0 0 0,1 1 0 0 0,0 0 0 0 0,0 0 0 0 0,-1-1 0 0 0,1 1 0 0 0,0 0 0 0 0,0-1 0 0 0,0 1 0 0 0,0 0 0 0 0,0-1 0 0 0,0 0 0 0 0,0 1 0 0 0,0-1 0 0 0,0 0 0 0 0,0 1 0 0 0,0-1 0 0 0,0 0 0 0 0,0 0 0 0 0,0 0 0 0 0,0 0 0 0 0,0 0 0 0 0,0 0 0 0 0,0 0 0 0 0,1 0 0 0 0,-1 0 0 0 0,1-1 0 0 0,13-3-7 0 0,0 0 0 0 0,0-1 0 0 0,0-1 0 0 0,-1 0 0 0 0,0-1 0 0 0,0 0 0 0 0,0-1 0 0 0,18-16 0 0 0,11-10-26 0 0,42-44 0 0 0,-44 35 2 0 0,-2-1 0 0 0,50-73-1 0 0,51-107-43 0 0,-62 96 37 0 0,-60 97-2 0 0,-10 16 22 0 0,1 1-1 0 0,0 0 0 0 0,19-21 1 0 0,-26 33 6 0 0,11 10 46 0 0,-11-6-38 0 0,-1-1 1 0 0,1 1 0 0 0,-1 0-1 0 0,0 0 1 0 0,0 0 0 0 0,0 1-1 0 0,0-1 1 0 0,0 0-1 0 0,0 0 1 0 0,-1 0 0 0 0,1 1-1 0 0,-1-1 1 0 0,1 3-1 0 0,1 35 111 0 0,-2-26-65 0 0,0 53 133 0 0,-3 0 0 0 0,-13 76 0 0 0,-36 133 275 0 0,17-103-243 0 0,30-147-216 0 0,-1 2-70 0 0,1 0-1 0 0,0 32 1 0 0,5-58-133 0 0,-1-4-432 0 0,0 1 515 0 0,1-1 0 0 0,-1 0 0 0 0,0 1 0 0 0,1-1 0 0 0,-1 0 0 0 0,1 0 0 0 0,0 0-1 0 0,0 0 1 0 0,0-2 0 0 0,-1 2 74 0 0,-2-12-291 0 0,-2 1 0 0 0,1 0 0 0 0,-2 0 0 0 0,0 1 0 0 0,-13-21-1 0 0,6 11 103 0 0,1 1 141 0 0,-1 1 0 0 0,-1 0-1 0 0,-1 1 1 0 0,0 1 0 0 0,-2 0-1 0 0,-27-23 1 0 0,34 33 192 0 0,0 0 0 0 0,0 0 0 0 0,-1 1 0 0 0,-1 1 0 0 0,1 0 0 0 0,-1 0 0 0 0,0 1 0 0 0,0 1 0 0 0,-1 0 0 0 0,1 0 0 0 0,-1 1 0 0 0,0 1 0 0 0,-20-2 0 0 0,27 4-36 0 0,0 0 0 0 0,1 1 0 0 0,-1-1 0 0 0,0 1 1 0 0,0 0-1 0 0,1 0 0 0 0,-1 1 0 0 0,1-1 0 0 0,-1 1 0 0 0,1 1 0 0 0,0-1 0 0 0,0 1 0 0 0,0 0 0 0 0,0 0 0 0 0,0 0 0 0 0,1 1 0 0 0,-1-1 0 0 0,1 1 0 0 0,0 0 0 0 0,0 0 0 0 0,-6 10 0 0 0,9-13-42 0 0,1 0 0 0 0,-1 0 0 0 0,1 0 0 0 0,-1 0 0 0 0,1 0 0 0 0,0 0 1 0 0,0 0-1 0 0,-1 0 0 0 0,1 0 0 0 0,0 0 0 0 0,0 0 0 0 0,0 1 0 0 0,0-1 0 0 0,0 0 0 0 0,0 0 0 0 0,0 0 0 0 0,1 0 0 0 0,-1 0 0 0 0,0 0 0 0 0,1 0 0 0 0,-1 0 0 0 0,1 0 0 0 0,-1 0 0 0 0,1 0 1 0 0,-1 0-1 0 0,1 0 0 0 0,-1 0 0 0 0,1 0 0 0 0,0 0 0 0 0,0 0 0 0 0,0-1 0 0 0,-1 1 0 0 0,3 1 0 0 0,0 0 57 0 0,0 1 0 0 0,1-1 1 0 0,-1 0-1 0 0,1 0 0 0 0,-1-1 0 0 0,1 1 0 0 0,7 1 1 0 0,8 1 9 0 0,0-2 1 0 0,0 0-1 0 0,1-1 1 0 0,-1-1-1 0 0,0 0 1 0 0,0-2-1 0 0,20-4 1 0 0,132-35 41 0 0,-152 35-110 0 0,64-22-283 0 0,-2-4-1 0 0,92-49 0 0 0,-58 25-123 0 0,-112 54 373 0 0,1 0 1 0 0,-1 1-1 0 0,1 0 0 0 0,-1-1 0 0 0,1 1 0 0 0,0 1 1 0 0,-1-1-1 0 0,1 0 0 0 0,6 1 0 0 0,-8 0 19 0 0,-1 0-1 0 0,0 1 1 0 0,1-1-1 0 0,-1 0 0 0 0,0 1 1 0 0,0 0-1 0 0,1-1 1 0 0,-1 1-1 0 0,0 0 1 0 0,0-1-1 0 0,0 1 1 0 0,0 0-1 0 0,0 0 0 0 0,0 0 1 0 0,0 0-1 0 0,0 0 1 0 0,-1 0-1 0 0,1 0 1 0 0,0 0-1 0 0,0 0 1 0 0,-1 1-1 0 0,1-1 1 0 0,-1 0-1 0 0,1 0 0 0 0,-1 1 1 0 0,0-1-1 0 0,1 0 1 0 0,-1 3-1 0 0,2 12 204 0 0,-1 0-1 0 0,0 1 1 0 0,-2-1-1 0 0,0 0 1 0 0,0 0-1 0 0,-2 1 1 0 0,-7 24-1 0 0,9-33-194 0 0,-11 35 283 0 0,-30 72-1 0 0,42-113-291 0 0,-7 20 238 0 0,9-18-83 0 0,6-8-153 0 0,3-7-41 0 0,-1 1 0 0 0,-1-1-1 0 0,16-22 1 0 0,14-17-77 0 0,-7 18 21 0 0,0 1-1 0 0,53-39 1 0 0,-71 60 74 0 0,0 1-1 0 0,1 0 1 0 0,0 1 0 0 0,0 1-1 0 0,1 0 1 0 0,0 1-1 0 0,0 1 1 0 0,0 0 0 0 0,30-3-1 0 0,-41 7 22 0 0,1 1 0 0 0,-1 0-1 0 0,0 0 1 0 0,1 0 0 0 0,-1 0 0 0 0,1 1 0 0 0,-1 0-1 0 0,0 1 1 0 0,1-1 0 0 0,-1 1 0 0 0,0 0 0 0 0,6 3-1 0 0,-8-3 12 0 0,0 0-1 0 0,0 0 1 0 0,0 1-1 0 0,0-1 0 0 0,0 1 1 0 0,-1-1-1 0 0,1 1 0 0 0,-1 0 1 0 0,0 0-1 0 0,0 0 1 0 0,0 0-1 0 0,0 1 0 0 0,-1-1 1 0 0,1 1-1 0 0,-1-1 1 0 0,0 1-1 0 0,0-1 0 0 0,1 7 1 0 0,0 6 39 0 0,-2 0-1 0 0,0 1 1 0 0,0-1 0 0 0,-2 0-1 0 0,0 0 1 0 0,-1 0 0 0 0,-8 28 0 0 0,4-18-406 0 0,-5 44 0 0 0,11-68 257 0 0,1 0 0 0 0,0 0 1 0 0,0-1-1 0 0,0 1 0 0 0,0 0 0 0 0,0 0 1 0 0,1-1-1 0 0,-1 1 0 0 0,0 0 1 0 0,1-1-1 0 0,-1 1 0 0 0,1 0 0 0 0,0-1 1 0 0,-1 1-1 0 0,1-1 0 0 0,0 1 0 0 0,0-1 1 0 0,0 1-1 0 0,0-1 0 0 0,0 0 1 0 0,3 3-1 0 0,-2-3-57 0 0,1 1-1 0 0,-1-1 1 0 0,0 0 0 0 0,1 0 0 0 0,0 0-1 0 0,-1 0 1 0 0,1 0 0 0 0,0-1 0 0 0,-1 1 0 0 0,1-1-1 0 0,0 0 1 0 0,4 1 0 0 0,7-2-590 0 0,0-1 0 0 0,0 0 0 0 0,0 0 0 0 0,16-6 1 0 0,-28 7 598 0 0,60-19-3240 0 0,-28 6 1419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4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92 608 0 0,'11'-10'1409'0'0,"2"-3"1293"0"0,-1 0 0 0 0,21-28 1 0 0,-32 41-2680 0 0,-1 0 0 0 0,0-1 1 0 0,1 1-1 0 0,-1 0 0 0 0,0 0 0 0 0,0-1 1 0 0,0 1-1 0 0,1 0 0 0 0,-1 0 1 0 0,0-1-1 0 0,0 1 0 0 0,0 0 1 0 0,0-1-1 0 0,1 1 0 0 0,-1 0 1 0 0,0-1-1 0 0,0 1 0 0 0,0 0 1 0 0,0-1-1 0 0,0 1 0 0 0,0 0 0 0 0,0-1 1 0 0,0 1-1 0 0,0 0 0 0 0,0-1 1 0 0,0 1-1 0 0,0 0 0 0 0,0-1 1 0 0,0 1-1 0 0,0 0 0 0 0,-1-1 1 0 0,1 1-1 0 0,0 0 0 0 0,0 0 1 0 0,0-1-1 0 0,0 1 0 0 0,-1 0 1 0 0,1-1-1 0 0,0 1 0 0 0,0 0 0 0 0,-1 0 1 0 0,1-1-1 0 0,0 1 0 0 0,0 0 1 0 0,-1 0-1 0 0,1 0 0 0 0,0 0 1 0 0,-1-1-1 0 0,1 1 0 0 0,0 0 1 0 0,0 0-1 0 0,-1 0 0 0 0,1 0 1 0 0,0 0-1 0 0,-1 0 0 0 0,1 0 0 0 0,0 0 1 0 0,-1 0-1 0 0,0 0 0 0 0,-18 2 551 0 0,0 4-409 0 0,0 1 0 0 0,1 1 1 0 0,-1 1-1 0 0,1 0 1 0 0,1 1-1 0 0,0 1 0 0 0,1 1 1 0 0,0 0-1 0 0,0 1 0 0 0,1 1 1 0 0,-20 24-1 0 0,34-36-162 0 0,0-1 0 0 0,-1 1 0 0 0,1 0 1 0 0,0 0-1 0 0,0-1 0 0 0,0 1 0 0 0,0 0 0 0 0,0 0 0 0 0,1 0 1 0 0,-1 0-1 0 0,1 0 0 0 0,-1 0 0 0 0,1 0 0 0 0,0 0 0 0 0,-1 1 1 0 0,1-1-1 0 0,0 0 0 0 0,0 0 0 0 0,1 3 0 0 0,0-1 1 0 0,0-1 0 0 0,1 0-1 0 0,-1 0 1 0 0,1 0 0 0 0,-1 0 0 0 0,1 0-1 0 0,0 0 1 0 0,0 0 0 0 0,0-1 0 0 0,1 1-1 0 0,2 2 1 0 0,8 6 5 0 0,0-1 0 0 0,0-1 0 0 0,1 0-1 0 0,16 7 1 0 0,-19-10-6 0 0,21 11 40 0 0,-13-8 124 0 0,-1 2 1 0 0,1 0-1 0 0,-2 0 0 0 0,31 27 1 0 0,-48-37-123 0 0,1-1 0 0 0,0 1 0 0 0,0 0 0 0 0,0 0 0 0 0,-1 0 0 0 0,1 0 0 0 0,-1 0 0 0 0,1 0 0 0 0,0 0 1 0 0,-1 0-1 0 0,0 1 0 0 0,1-1 0 0 0,-1 0 0 0 0,0 0 0 0 0,1 0 0 0 0,-1 0 0 0 0,0 0 0 0 0,0 1 0 0 0,0-1 0 0 0,0 0 1 0 0,0 0-1 0 0,-1 2 0 0 0,0-1 19 0 0,1 1 0 0 0,-1-1 0 0 0,0 0 0 0 0,-1 0 1 0 0,1 1-1 0 0,0-1 0 0 0,0 0 0 0 0,-1 0 0 0 0,0 0 0 0 0,-2 2 0 0 0,-1 1 77 0 0,-2 0-1 0 0,1 0 1 0 0,0 0-1 0 0,-1-1 0 0 0,-13 7 1 0 0,2-4-38 0 0,-1 0 1 0 0,0 0 0 0 0,-1-2 0 0 0,0-1 0 0 0,0 0 0 0 0,0-1 0 0 0,0-1 0 0 0,-37-2 0 0 0,38-1-1114 0 0,0-2 0 0 0,-33-7 0 0 0,50 9 425 0 0,0 0 0 0 0,0 1-1 0 0,0-1 1 0 0,0 0-1 0 0,1 1 1 0 0,-1-1 0 0 0,0 0-1 0 0,1-1 1 0 0,-1 1 0 0 0,1 0-1 0 0,-1 0 1 0 0,1-1-1 0 0,-3-2 1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7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20 672 0 0,'-41'-14'8514'0'0,"39"14"-7761"0"0,-1-1-62 0 0,-22-3 2628 0 0,23 3-3101 0 0,-5 1-179 0 0,6 1 117 0 0,8 3 575 0 0,0-1-721 0 0,-1-1 0 0 0,0-1 0 0 0,0 1-1 0 0,1-1 1 0 0,-1 0 0 0 0,1 0-1 0 0,-1-1 1 0 0,1 0 0 0 0,6-1-1 0 0,9 1 15 0 0,176 2-88 0 0,-130-3 49 0 0,-55 1 13 0 0,-10 0 2 0 0,0-1-1 0 0,0 1 0 0 0,0 0 0 0 0,0 1 0 0 0,0-1 0 0 0,0 1 0 0 0,6 1 0 0 0,-1 1 1 0 0,-7-2 3 0 0,-1 0 0 0 0,1-1 0 0 0,-1 1 0 0 0,1 0 0 0 0,-1 0 0 0 0,1 0 0 0 0,-1-1 0 0 0,0 1-1 0 0,1 0 1 0 0,-1 0 0 0 0,0 0 0 0 0,0 0 0 0 0,0 0 0 0 0,0 0 0 0 0,0 0 0 0 0,0-1 0 0 0,0 1 0 0 0,0 0 0 0 0,0 0 0 0 0,0 0 0 0 0,0 0 0 0 0,0 0 0 0 0,-1 0 0 0 0,1 0-1 0 0,0-1 1 0 0,-1 1 0 0 0,1 0 0 0 0,-1 0 0 0 0,1 0 0 0 0,-1-1 0 0 0,0 2 0 0 0,-15 20 36 0 0,-1-1 0 0 0,-2-1-1 0 0,-25 22 1 0 0,-71 51 116 0 0,-16 15 168 0 0,109-86-237 0 0,-40 46 0 0 0,61-67-81 0 0,0 0 0 0 0,1 0 0 0 0,-1-1 0 0 0,0 1 0 0 0,1 0 0 0 0,-1 0 0 0 0,1 0 0 0 0,-1 0 0 0 0,1 0 0 0 0,0 0 0 0 0,0 0 0 0 0,-1 0 0 0 0,1 0 0 0 0,0 0 0 0 0,0 0 0 0 0,0 0 0 0 0,0 0 0 0 0,0 0 0 0 0,0 0 0 0 0,0 0 0 0 0,0 0 0 0 0,0 0 0 0 0,1 0 0 0 0,-1 1 0 0 0,1 0 4 0 0,0-1 1 0 0,0 0-1 0 0,0 0 0 0 0,0 1 0 0 0,0-1 0 0 0,1 0 1 0 0,-1 0-1 0 0,0 0 0 0 0,0 0 0 0 0,1 0 0 0 0,-1 0 1 0 0,1-1-1 0 0,2 2 0 0 0,2 1 18 0 0,1-1 1 0 0,0 0 0 0 0,0-1-1 0 0,0 1 1 0 0,12 0-1 0 0,56-3 33 0 0,-1-3-1 0 0,90-17 1 0 0,-22 2 114 0 0,-109 16 603 0 0,48-12 0 0 0,-79 14-721 0 0,25-2-1334 0 0,3-7-9362 0 0,-18 4 6555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83 112 0 0,'10'-9'9039'0'0,"8"-5"-3214"0"0,8 4-4114 0 0,31-3-2810 0 0,-37 9 1692 0 0,13-3-862 0 0,97-16-1980 0 0,-112 21-268 0 0,0 1 0 0 0,31 3 0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0 696 0 0,'-107'60'14672'0'0,"108"-57"-14280"0"0,-1-3-386 0 0,0 1 1 0 0,0-1-1 0 0,0 0 1 0 0,-1 0-1 0 0,1 0 1 0 0,0 0-1 0 0,0 1 1 0 0,0-1-1 0 0,0 0 1 0 0,0 0 0 0 0,0 0-1 0 0,0 1 1 0 0,1-1-1 0 0,-1 0 1 0 0,0 0-1 0 0,0 0 1 0 0,0 0-1 0 0,0 1 1 0 0,0-1-1 0 0,0 0 1 0 0,0 0-1 0 0,0 0 1 0 0,0 0-1 0 0,0 0 1 0 0,0 1 0 0 0,1-1-1 0 0,-1 0 1 0 0,0 0-1 0 0,0 0 1 0 0,0 0-1 0 0,0 0 1 0 0,0 0-1 0 0,1 0 1 0 0,-1 0-1 0 0,0 1 1 0 0,0-1-1 0 0,0 0 1 0 0,0 0 0 0 0,0 0-1 0 0,1 0 1 0 0,-1 0-1 0 0,0 0 1 0 0,0 0-1 0 0,0 0 1 0 0,1 0-1 0 0,-1 0 1 0 0,140-11 518 0 0,-38 1-1376 0 0,38 1-1751 0 0,-46 4-2892 0 0,-47 2 253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178 154 976 0 0,'-158'-37'14215'0'0,"157"37"-14154"0"0,0-1 0 0 0,0 1-1 0 0,0 0 1 0 0,0 0 0 0 0,-1 0-1 0 0,1-1 1 0 0,0 1 0 0 0,0-1-1 0 0,0 1 1 0 0,0-1 0 0 0,0 1-1 0 0,0-1 1 0 0,0 0 0 0 0,0 1-1 0 0,0-1 1 0 0,0 0 0 0 0,-1-1 0 0 0,2 2-49 0 0,1-1 1 0 0,-1 1 0 0 0,0-1 0 0 0,0 1-1 0 0,0-1 1 0 0,1 1 0 0 0,-1 0 0 0 0,0-1-1 0 0,1 1 1 0 0,-1-1 0 0 0,0 1 0 0 0,1 0-1 0 0,-1-1 1 0 0,1 1 0 0 0,-1 0 0 0 0,0-1-1 0 0,1 1 1 0 0,-1 0 0 0 0,1 0 0 0 0,-1-1-1 0 0,1 1 1 0 0,-1 0 0 0 0,1 0 0 0 0,-1 0 0 0 0,2-1-1 0 0,49-12-76 0 0,-44 12 173 0 0,434-63 104 0 0,-374 57-203 0 0,-48 5-10 0 0,120-8 11 0 0,-136 10 2 0 0,3 1 7 0 0,-6-1-20 0 0,1 0 0 0 0,-1 0 1 0 0,1 0-1 0 0,0 0 0 0 0,-1 0 0 0 0,1 0 1 0 0,-1 0-1 0 0,1 0 0 0 0,-1 0 0 0 0,1 1 1 0 0,0-1-1 0 0,-1 0 0 0 0,1 0 0 0 0,-1 1 0 0 0,1-1 1 0 0,-1 0-1 0 0,1 0 0 0 0,-1 1 0 0 0,0-1 1 0 0,1 1-1 0 0,-1-1 0 0 0,1 0 0 0 0,-1 1 1 0 0,0-1-1 0 0,1 1 0 0 0,-1-1 0 0 0,0 1 1 0 0,1-1-1 0 0,-1 1 0 0 0,0-1 0 0 0,0 1 0 0 0,0-1 1 0 0,1 1-1 0 0,-1-1 0 0 0,0 1 0 0 0,0 0 1 0 0,0-1-1 0 0,0 1 0 0 0,0-1 0 0 0,0 1 1 0 0,0-1-1 0 0,0 1 0 0 0,0 0 0 0 0,0-1 0 0 0,0 1 1 0 0,-1-1-1 0 0,1 2 0 0 0,-9 26 39 0 0,-1 0 0 0 0,-1-1 0 0 0,-21 38 0 0 0,2-4 52 0 0,-181 380 1111 0 0,155-331-2103 0 0,50-96-1995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54 608 0 0,'108'-53'11456'0'0,"-109"55"-11000"0"0,-5 9-153 0 0,0-1 1 0 0,-1 0-1 0 0,0 0 1 0 0,0 0-1 0 0,-1-1 1 0 0,-1-1-1 0 0,-13 12 1 0 0,3-1-23 0 0,-72 73 374 0 0,4 3 0 0 0,-78 112 0 0 0,154-192-628 0 0,1 0 1 0 0,1 1-1 0 0,0 0 0 0 0,1 0 0 0 0,0 1 0 0 0,-9 33 0 0 0,17-49-22 0 0,0 0 0 0 0,0 0-1 0 0,0 0 1 0 0,0 0 0 0 0,0 0-1 0 0,0 0 1 0 0,0 0 0 0 0,0 0-1 0 0,0 1 1 0 0,0-1 0 0 0,1 0-1 0 0,-1 0 1 0 0,0 0 0 0 0,1 0-1 0 0,-1 0 1 0 0,1 0 0 0 0,-1 0-1 0 0,1-1 1 0 0,-1 1 0 0 0,1 0-1 0 0,0 0 1 0 0,-1 0 0 0 0,1 0-1 0 0,0-1 1 0 0,0 1 0 0 0,0 0-1 0 0,0-1 1 0 0,-1 1 0 0 0,1-1-1 0 0,0 1 1 0 0,0-1 0 0 0,0 1-1 0 0,0-1 1 0 0,0 1 0 0 0,0-1-1 0 0,0 0 1 0 0,1 0 0 0 0,-1 0-1 0 0,0 0 1 0 0,0 1 0 0 0,1-2-1 0 0,5 2 23 0 0,-1-1 0 0 0,1 0-1 0 0,-1 0 1 0 0,0-1 0 0 0,10-2-1 0 0,-7 1 124 0 0,0-1-1 0 0,-1 0 1 0 0,1 0 0 0 0,-1-1-1 0 0,0 0 1 0 0,0-1-1 0 0,0 0 1 0 0,-1 0 0 0 0,0 0-1 0 0,0-1 1 0 0,0 0-1 0 0,0-1 1 0 0,-1 1 0 0 0,0-1-1 0 0,-1-1 1 0 0,1 1-1 0 0,-2-1 1 0 0,9-15 0 0 0,-12 21-135 0 0,-1 0 0 0 0,0 1 0 0 0,1-1 0 0 0,-1 0 0 0 0,0 0 0 0 0,0 0 0 0 0,0 0 0 0 0,0 0 0 0 0,0 1 0 0 0,0-1 0 0 0,0 0 0 0 0,-1 0 0 0 0,1 0 0 0 0,-1 1 0 0 0,1-1 0 0 0,-1 0 0 0 0,0 0 0 0 0,0 1 0 0 0,0-1 0 0 0,0 1 0 0 0,0-1 0 0 0,0 1 0 0 0,0-1 0 0 0,0 1 0 0 0,-1-1 0 0 0,1 1 0 0 0,0 0 0 0 0,-1 0 0 0 0,1 0 0 0 0,-1 0 0 0 0,0 0 0 0 0,1 0 0 0 0,-3-1 0 0 0,-4-2-4 0 0,1 1 0 0 0,-1-1 0 0 0,0 2 0 0 0,0-1 0 0 0,-15-2 0 0 0,6 3-185 0 0,0 1 0 0 0,0 0 0 0 0,0 1 1 0 0,-1 1-1 0 0,1 1 0 0 0,0 1 0 0 0,0 0 1 0 0,1 1-1 0 0,-27 9 0 0 0,41-12-104 0 0,-1 0-1 0 0,0 1 0 0 0,0-1 1 0 0,1 0-1 0 0,-1 1 1 0 0,1 0-1 0 0,-1 0 1 0 0,1-1-1 0 0,0 2 0 0 0,-3 1 1 0 0,5-3-62 0 0,-1 0 0 0 0,0 0 0 0 0,1 0 1 0 0,-1 0-1 0 0,1 0 0 0 0,-1 0 0 0 0,1 0 0 0 0,-1 1 1 0 0,1-1-1 0 0,0 0 0 0 0,0 0 0 0 0,0 0 0 0 0,-1 0 1 0 0,1 1-1 0 0,0-1 0 0 0,0 0 0 0 0,1 0 0 0 0,-1 0 1 0 0,0 1-1 0 0,0-1 0 0 0,0 0 0 0 0,1 0 0 0 0,-1 0 1 0 0,1 0-1 0 0,0 2 0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88 540 0 0,'11'-8'2187'0'0,"-4"5"-1137"0"0,-1-1 1 0 0,0 0-1 0 0,0 0 0 0 0,0-1 0 0 0,-1 0 1 0 0,1 0-1 0 0,-1 0 0 0 0,-1 0 0 0 0,1-1 1 0 0,-1 0-1 0 0,5-7 0 0 0,-8 12-603 0 0,-10-11 612 0 0,6 12-1032 0 0,1-1 0 0 0,0 1 1 0 0,-1-1-1 0 0,1 1 0 0 0,0 0 0 0 0,-1 0 0 0 0,1 0 0 0 0,-1 0 0 0 0,1 1 0 0 0,0-1 0 0 0,-1 1 0 0 0,1-1 1 0 0,0 1-1 0 0,-1 0 0 0 0,1 0 0 0 0,0 0 0 0 0,0 0 0 0 0,0 0 0 0 0,0 0 0 0 0,0 0 0 0 0,0 1 1 0 0,0-1-1 0 0,0 1 0 0 0,0 0 0 0 0,-2 2 0 0 0,2-1-19 0 0,-1-1 0 0 0,1 1 0 0 0,0 0 0 0 0,0 0 0 0 0,0 0 0 0 0,0 0 0 0 0,1 0 0 0 0,-1 0 0 0 0,1 0 0 0 0,0 0 0 0 0,0 0 0 0 0,0 1-1 0 0,0-1 1 0 0,1 1 0 0 0,-1-1 0 0 0,1 0 0 0 0,0 1 0 0 0,0 3 0 0 0,2 1 97 0 0,0 0 0 0 0,0 1 1 0 0,1-2-1 0 0,1 1 0 0 0,-1 0 0 0 0,1-1 0 0 0,0 1 0 0 0,7 7 0 0 0,46 54 745 0 0,-22-29-445 0 0,-15-17-232 0 0,-11-14 27 0 0,0 2 0 0 0,-1-1 0 0 0,0 1 0 0 0,-1 0 0 0 0,7 14 0 0 0,-13-22-132 0 0,0 0 0 0 0,0 0 0 0 0,0 0 0 0 0,0 0 0 0 0,0 0 1 0 0,-1 0-1 0 0,1 1 0 0 0,-1-1 0 0 0,0 0 0 0 0,0 0 0 0 0,0 0 0 0 0,-1 1 0 0 0,1-1 0 0 0,-1 0 1 0 0,1 0-1 0 0,-1 0 0 0 0,0 0 0 0 0,0 0 0 0 0,-1 0 0 0 0,1 0 0 0 0,-1 0 0 0 0,1 0 0 0 0,-1-1 0 0 0,0 1 1 0 0,0-1-1 0 0,-3 4 0 0 0,-2 0-7 0 0,0 1 1 0 0,-1-2 0 0 0,0 1-1 0 0,1-1 1 0 0,-2-1 0 0 0,1 1-1 0 0,0-1 1 0 0,-1-1-1 0 0,0 0 1 0 0,0 0 0 0 0,0 0-1 0 0,0-1 1 0 0,0-1 0 0 0,-18 1-1 0 0,10-1-609 0 0,0 0-1 0 0,0-2 0 0 0,0 0 1 0 0,1-1-1 0 0,-1-1 1 0 0,0 0-1 0 0,-22-8 0 0 0,32 8-217 0 0,0 0-1 0 0,1 0 0 0 0,0 0 0 0 0,-1-1 0 0 0,-6-5 0 0 0,-11-16-6085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29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0 146 968 0 0,'16'-35'11264'0'0,"-14"30"-10111"0"0,0-1 0 0 0,1 0 0 0 0,0 1 0 0 0,0 0 0 0 0,5-8 0 0 0,-5 11-1093 0 0,-1 1-1 0 0,1-1 1 0 0,0 0 0 0 0,0 1-1 0 0,0-1 1 0 0,0 1-1 0 0,1 0 1 0 0,-1 0-1 0 0,0 0 1 0 0,0 0-1 0 0,7 0 1 0 0,2-1 61 0 0,52-12 172 0 0,103-9 1 0 0,68 11-260 0 0,-181 10-60 0 0,-30 1-1786 0 0,-1 0 0 0 0,43 7 0 0 0,-65-6 1680 0 0,0 0 0 0 0,-1 0-1 0 0,1 0 1 0 0,0 1 0 0 0,-1-1 0 0 0,1 0-1 0 0,0 0 1 0 0,-1 1 0 0 0,1-1-1 0 0,-1 1 1 0 0,1-1 0 0 0,-1 0-1 0 0,1 1 1 0 0,-1-1 0 0 0,1 1-1 0 0,-1-1 1 0 0,1 1 0 0 0,-1-1-1 0 0,1 1 1 0 0,-1-1 0 0 0,0 1-1 0 0,0 0 1 0 0,1-1 0 0 0,-1 1 0 0 0,0-1-1 0 0,0 1 1 0 0,1 0 0 0 0,-1 0-1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0 32 0 0,'-618'131'16998'0'0,"575"-121"-15521"0"0,-26 4 1527 0 0,62-12-1576 0 0,15 0-1023 0 0,18-1-60 0 0,174-10 837 0 0,604-18-145 0 0,1176 12-723 0 0,-1863 14 14 0 0,0 0-4329 0 0,-135 15-616 0 0,-50 10-4333 0 0,37-14 2372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89 2164 0 0,'6'-11'2710'0'0,"-1"0"-1"0"0,1 0 0 0 0,-2-1 0 0 0,7-24 1 0 0,-11 35-2286 0 0,1-6 381 0 0,0 17 34 0 0,-5 14-417 0 0,-10 37-1 0 0,-2 12-127 0 0,12-52-249 0 0,1-1 1 0 0,1 1 0 0 0,1 0 0 0 0,1 0-1 0 0,3 23 1 0 0,-2-38-39 0 0,0 0 0 0 0,0-1 1 0 0,1 0-1 0 0,0 1 0 0 0,-1-1 0 0 0,2 0 0 0 0,-1 0 0 0 0,1 0 0 0 0,0 0 0 0 0,0 0 1 0 0,0 0-1 0 0,0-1 0 0 0,1 0 0 0 0,0 0 0 0 0,0 0 0 0 0,0 0 0 0 0,0 0 0 0 0,1-1 1 0 0,-1 0-1 0 0,1 0 0 0 0,0 0 0 0 0,0 0 0 0 0,11 3 0 0 0,-4-2-7 0 0,2-1 0 0 0,-1 0 0 0 0,0-1 0 0 0,0 0 0 0 0,1-1 0 0 0,-1 0 0 0 0,1-2 0 0 0,-1 1 0 0 0,0-2 0 0 0,1 1 0 0 0,-1-2 0 0 0,0 0 0 0 0,0 0 0 0 0,0-2 0 0 0,-1 1 0 0 0,1-2 0 0 0,-1 1 0 0 0,14-10 0 0 0,-6 2 186 0 0,0 0 0 0 0,-1-2 0 0 0,0 0 0 0 0,-1-1-1 0 0,-1-1 1 0 0,0-1 0 0 0,-2 0 0 0 0,0-1-1 0 0,17-28 1 0 0,13-42 5231 0 0,-46 93-5225 0 0,-1 1-1 0 0,1-1 0 0 0,-1 0 1 0 0,1 0-1 0 0,-6 8 0 0 0,0 5 206 0 0,-163 494 1921 0 0,168-504-2501 0 0,-20 72-198 0 0,12-27-6975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99 3552 0 0,'6'-35'7517'0'0,"2"-28"8474"0"0,-5 119-14053 0 0,-6 90 0 0 0,-18 59-1104 0 0,-2-47-663 0 0,6-39 325 0 0,7-41-3452 0 0,5-12-3084 0 0,3 0-4393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51 1044 0 0,'0'0'1450'0'0,"4"-10"2929"0"0,-2 6-3984 0 0,-1 1 170 0 0,-1 1 0 0 0,1-1 0 0 0,0 1 0 0 0,-1 0 0 0 0,1-1-1 0 0,-1 0 1 0 0,1 1 0 0 0,-1-1 0 0 0,0 1 0 0 0,0-1 0 0 0,-1 1-1 0 0,0-4 1 0 0,0 7-462 0 0,-1 0-1 0 0,0 0 0 0 0,1 0 0 0 0,-1 1 0 0 0,1-1 1 0 0,-1 1-1 0 0,1-1 0 0 0,-3 4 0 0 0,-175 231 1248 0 0,48-87-4004 0 0,39-56-3566 0 0,43-46 617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1144 0 0,'6'8'8287'0'0,"4"-2"-4013"0"0,14-2-3088 0 0,11 3-1254 0 0,-25-3 98 0 0,-1 0-1 0 0,1 1 1 0 0,-1 0-1 0 0,0 1 1 0 0,-1 0-1 0 0,0 0 1 0 0,0 1-1 0 0,0 0 0 0 0,-1 0 1 0 0,0 1-1 0 0,0 0 1 0 0,-1 0-1 0 0,0 1 1 0 0,0 0-1 0 0,-1 0 1 0 0,7 15-1 0 0,-8-12-16 0 0,0 0 1 0 0,-1 0-1 0 0,0 0 0 0 0,-1 1 1 0 0,-1 0-1 0 0,0-1 0 0 0,0 1 0 0 0,-1 0 1 0 0,-1-1-1 0 0,0 1 0 0 0,-1-1 1 0 0,0 1-1 0 0,-5 15 0 0 0,-3 2 5 0 0,0 0 1 0 0,-2-1-1 0 0,-2 0 0 0 0,0-1 0 0 0,-20 27 0 0 0,6-15 26 0 0,-2-2-1 0 0,-55 55 0 0 0,59-69-49 0 0,24-23-4 0 0,4-2 2 0 0,13-18-128 0 0,1 0 0 0 0,1 2 1 0 0,27-24-1 0 0,-12 13-18 0 0,250-212-706 0 0,-149 130 622 0 0,-132 109 236 0 0,45-41-52 0 0,-42 38 49 0 0,-1 1 0 0 0,0-1 0 0 0,0 0 0 0 0,0 0 0 0 0,0 0 0 0 0,-1-1 0 0 0,0 1 0 0 0,1-1 0 0 0,-2 1 0 0 0,3-6 0 0 0,-4 10 6 0 0,0-1 0 0 0,1 0 0 0 0,-1 0 0 0 0,0 0 0 0 0,0 0 0 0 0,0 0 0 0 0,0 0 0 0 0,0 0 0 0 0,0 0 0 0 0,0 0 1 0 0,0 1-1 0 0,0-1 0 0 0,0 0 0 0 0,0 0 0 0 0,-1 0 0 0 0,1 0 0 0 0,0 0 0 0 0,-1 0 0 0 0,1 0 0 0 0,-1 1 0 0 0,1-1 1 0 0,-1 0-1 0 0,1 0 0 0 0,-1 1 0 0 0,1-1 0 0 0,-1 0 0 0 0,0 1 0 0 0,1-1 0 0 0,-1 0 0 0 0,0 1 0 0 0,0-1 0 0 0,1 1 1 0 0,-1-1-1 0 0,0 1 0 0 0,0 0 0 0 0,0-1 0 0 0,0 1 0 0 0,1 0 0 0 0,-1-1 0 0 0,0 1 0 0 0,0 0 0 0 0,0 0 0 0 0,0 0 1 0 0,0 0-1 0 0,0 0 0 0 0,0 0 0 0 0,0 0 0 0 0,0 0 0 0 0,-1 1 0 0 0,-4 0 33 0 0,0 0 0 0 0,0 0 0 0 0,1 0 0 0 0,-1 1 0 0 0,1 0 0 0 0,-9 4 0 0 0,0 2 42 0 0,1 1 1 0 0,0 0-1 0 0,0 1 0 0 0,1 0 0 0 0,0 1 0 0 0,-10 14 0 0 0,-1 2 78 0 0,-31 49 1 0 0,46-64-135 0 0,1 0 0 0 0,0 1 0 0 0,1-1 1 0 0,1 1-1 0 0,0 1 0 0 0,1-1 0 0 0,0 1 1 0 0,-3 24-1 0 0,7-32-13 0 0,-1 0 0 0 0,1 0 0 0 0,0 0-1 0 0,0 0 1 0 0,1 0 0 0 0,0-1 0 0 0,0 1 0 0 0,0 0 0 0 0,1 0 0 0 0,0-1 0 0 0,0 1 0 0 0,0-1 0 0 0,1 1 0 0 0,0-1-1 0 0,0 0 1 0 0,0 0 0 0 0,0 0 0 0 0,1-1 0 0 0,0 1 0 0 0,0-1 0 0 0,0 0 0 0 0,1 0 0 0 0,5 4 0 0 0,3 1-165 0 0,1-2 0 0 0,0 1 0 0 0,0-2 1 0 0,1 0-1 0 0,0 0 0 0 0,0-2 0 0 0,0 0 0 0 0,21 3 1 0 0,-7-3-1844 0 0,1-2 1 0 0,0-1 0 0 0,42-3 0 0 0,-40-1-1476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14 2300 0 0,'-3'-13'14180'0'0,"3"12"-14087"0"0,-7 19 1622 0 0,-4 23-989 0 0,11-41-721 0 0,-63 309 1197 0 0,49-239-2364 0 0,13-33-1908 0 0,8-5-4731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99 2900 0 0,'-6'-26'9804'0'0,"5"19"-7505"0"0,0 6-2154 0 0,1 0-1 0 0,-1 0 0 0 0,1 0 0 0 0,0 0 0 0 0,-1 0 1 0 0,1-1-1 0 0,0 1 0 0 0,0 0 0 0 0,0 0 0 0 0,0 0 1 0 0,0 0-1 0 0,0-1 0 0 0,0 1 0 0 0,1 0 0 0 0,-1 0 1 0 0,0 0-1 0 0,1 0 0 0 0,-1 0 0 0 0,1 0 0 0 0,0-2 1 0 0,2 2-98 0 0,1 0 1 0 0,0 0-1 0 0,0 0 1 0 0,0 0-1 0 0,-1 1 1 0 0,1-1-1 0 0,7 1 1 0 0,-8 0-40 0 0,190-24-748 0 0,-129 19-2412 0 0,0 1-3568 0 0,-47 3 1316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3112 0 0,'-132'95'13538'0'0,"131"-95"-13522"0"0,1 0 0 0 0,0 0 1 0 0,0 1-1 0 0,-1-1 1 0 0,1 0-1 0 0,0 0 0 0 0,-1 0 1 0 0,1 1-1 0 0,0-1 1 0 0,0 0-1 0 0,-1 0 0 0 0,1 1 1 0 0,0-1-1 0 0,0 0 1 0 0,0 0-1 0 0,0 1 1 0 0,-1-1-1 0 0,1 0 0 0 0,0 1 1 0 0,0-1-1 0 0,0 0 1 0 0,0 1-1 0 0,0-1 0 0 0,0 0 1 0 0,0 1-1 0 0,0-1 1 0 0,0 0-1 0 0,0 1 0 0 0,0-1 1 0 0,0 0-1 0 0,0 1 1 0 0,0-1-1 0 0,0 0 1 0 0,0 1-1 0 0,0-1 0 0 0,0 0 1 0 0,0 1-1 0 0,0-1 1 0 0,1 0-1 0 0,-1 0 0 0 0,0 1 1 0 0,0-1-1 0 0,0 0 1 0 0,1 1-1 0 0,-1-1 0 0 0,0 0 1 0 0,0 0-1 0 0,1 0 1 0 0,-1 1-1 0 0,0-1 1 0 0,0 0-1 0 0,1 0 0 0 0,-1 0 1 0 0,0 0-1 0 0,1 1 1 0 0,-1-1-1 0 0,1 0 0 0 0,15 6 201 0 0,2-3-131 0 0,1-2-1 0 0,0 0 1 0 0,32-2 0 0 0,-18-1-297 0 0,125-7-3404 0 0,-53-8-3471 0 0,-65 7 2241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9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266 119 436 0 0,'5'-18'3940'0'0,"-1"0"0"0"0,2-25 1 0 0,-4 31-2885 0 0,-2 10-560 0 0,0-2 24 0 0,0 3-437 0 0,1 0 1 0 0,-1 0-1 0 0,0 0 0 0 0,0 0 0 0 0,0 0 0 0 0,0 0 0 0 0,0 0 0 0 0,0 0 0 0 0,0 0 0 0 0,0 0 0 0 0,-1 0 0 0 0,1 0 0 0 0,0 0 0 0 0,0 0 0 0 0,-1 0 0 0 0,1 0 0 0 0,-1 0 0 0 0,1 0 0 0 0,-1 1 0 0 0,0-3 0 0 0,-8 4-40 0 0,1 0-1 0 0,0 1 0 0 0,-1 0 1 0 0,1 0-1 0 0,0 1 0 0 0,1 0 1 0 0,-1 0-1 0 0,0 1 0 0 0,-10 7 1 0 0,-65 47 212 0 0,82-57-251 0 0,-14 10 29 0 0,1 1 0 0 0,0 1 0 0 0,-18 21 0 0 0,29-31-26 0 0,0 1 0 0 0,0-1 0 0 0,1 1 0 0 0,-1-1 0 0 0,1 1 0 0 0,0 0-1 0 0,0 0 1 0 0,0 0 0 0 0,1 0 0 0 0,-1 0 0 0 0,1 0 0 0 0,0 0 0 0 0,0 1 0 0 0,1-1 0 0 0,-1 0 0 0 0,1 1 0 0 0,0-1 0 0 0,0 0 0 0 0,0 1 0 0 0,2 7 0 0 0,1-7 16 0 0,-1 1 1 0 0,1 0 0 0 0,0-1 0 0 0,1 0 0 0 0,0 0 0 0 0,-1 0 0 0 0,1 0 0 0 0,1 0 0 0 0,-1-1 0 0 0,7 6 0 0 0,9 5 43 0 0,26 16 0 0 0,-33-23-44 0 0,58 36 86 0 0,-31-21-56 0 0,0 2-1 0 0,-2 2 1 0 0,49 45-1 0 0,-84-69-19 0 0,1 0-1 0 0,-1 1 1 0 0,0-1 0 0 0,-1 1 0 0 0,1-1-1 0 0,-1 1 1 0 0,1 0 0 0 0,-1 0-1 0 0,0 0 1 0 0,0 1 0 0 0,-1-1 0 0 0,0 0-1 0 0,1 1 1 0 0,-1-1 0 0 0,-1 1-1 0 0,2 8 1 0 0,-3-9 34 0 0,0 0-1 0 0,1 0 0 0 0,-1 0 1 0 0,0 0-1 0 0,-1 0 1 0 0,1 0-1 0 0,-1 0 1 0 0,0-1-1 0 0,0 1 0 0 0,0-1 1 0 0,0 1-1 0 0,0-1 1 0 0,-1 1-1 0 0,0-1 0 0 0,0 0 1 0 0,0 0-1 0 0,0-1 1 0 0,-6 5-1 0 0,-1 0 105 0 0,-1 0-1 0 0,0-1 1 0 0,0 0-1 0 0,0-1 1 0 0,-1-1 0 0 0,0 1-1 0 0,0-2 1 0 0,0 0-1 0 0,0 0 1 0 0,-1-1 0 0 0,1 0-1 0 0,-1-1 1 0 0,-16-1-1 0 0,27 0-145 0 0,0 0-1 0 0,0 0 0 0 0,0 0 0 0 0,0 0 1 0 0,0-1-1 0 0,0 1 0 0 0,0 0 1 0 0,-1-1-1 0 0,2 1 0 0 0,-1-1 0 0 0,0 0 1 0 0,0 0-1 0 0,0 0 0 0 0,0 0 0 0 0,0 0 1 0 0,1 0-1 0 0,-4-3 0 0 0,4 3-13 0 0,1 0-1 0 0,-1 0 0 0 0,0-1 1 0 0,1 1-1 0 0,-1 0 1 0 0,1-1-1 0 0,-1 1 0 0 0,1 0 1 0 0,-1-1-1 0 0,1 1 0 0 0,0-1 1 0 0,0 1-1 0 0,0-1 1 0 0,0 1-1 0 0,0-1 0 0 0,0 1 1 0 0,0 0-1 0 0,1-4 0 0 0,1-2 0 0 0,1-1 0 0 0,0 1 0 0 0,0-1 0 0 0,1 1 0 0 0,0 0 0 0 0,9-13 0 0 0,16-15 5 0 0,2 1 0 0 0,43-38-1 0 0,-42 43-13 0 0,37-32-23 0 0,20-20-4 0 0,-75 67 29 0 0,-1 0 1 0 0,0-2-1 0 0,20-31 0 0 0,-31 44-2 0 0,-1 0-1 0 0,1 0 0 0 0,-1 0 1 0 0,1 0-1 0 0,-1 0 0 0 0,0 0 0 0 0,0 0 1 0 0,0 0-1 0 0,-1-1 0 0 0,1 1 0 0 0,-1 0 1 0 0,0 0-1 0 0,0-1 0 0 0,0 1 1 0 0,0 0-1 0 0,0-1 0 0 0,-1 1 0 0 0,0-4 1 0 0,-1 3-3 0 0,0 1 0 0 0,0 0 0 0 0,0 0 1 0 0,0-1-1 0 0,0 1 0 0 0,-1 0 0 0 0,1 1 1 0 0,-1-1-1 0 0,0 0 0 0 0,0 1 0 0 0,0-1 1 0 0,0 1-1 0 0,0 0 0 0 0,0 0 0 0 0,-7-2 1 0 0,-4-2 1 0 0,0 1 0 0 0,0 0 0 0 0,-1 1 0 0 0,1 1 1 0 0,-1 0-1 0 0,0 1 0 0 0,0 1 0 0 0,0 0 0 0 0,-18 2 1 0 0,-3 1-7 0 0,0 2 1 0 0,-58 14 0 0 0,91-17-14 0 0,-21 5-581 0 0,-47 17-1 0 0,66-21 279 0 0,0 0-1 0 0,0 1 0 0 0,0-1 1 0 0,0 1-1 0 0,0 0 0 0 0,1 1 0 0 0,-1-1 1 0 0,1 1-1 0 0,0-1 0 0 0,0 1 1 0 0,1 1-1 0 0,-1-1 0 0 0,1 0 1 0 0,0 1-1 0 0,-3 5 0 0 0,5-9 196 0 0,1 0-1 0 0,0-1 1 0 0,0 1-1 0 0,0 0 1 0 0,-1 0 0 0 0,1 0-1 0 0,0 0 1 0 0,0 0-1 0 0,0 0 1 0 0,0 0 0 0 0,1 0-1 0 0,-1 0 1 0 0,0 0-1 0 0,0 0 1 0 0,0 0-1 0 0,1 0 1 0 0,-1-1 0 0 0,1 1-1 0 0,-1 0 1 0 0,0 0-1 0 0,1 0 1 0 0,-1 0-1 0 0,1-1 1 0 0,0 1 0 0 0,-1 0-1 0 0,1 0 1 0 0,1 0-1 0 0,20 13-4785 0 0,-2-7-476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39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18 1832 0 0,'25'-18'11620'0'0,"-37"22"-10781"0"0,-10 7-351 0 0,0 1 1 0 0,0 1-1 0 0,2 1 1 0 0,-1 1 0 0 0,2 1-1 0 0,-19 19 1 0 0,32-29-460 0 0,0 0-1 0 0,0 0 1 0 0,1 0 0 0 0,0 1 0 0 0,1 0 0 0 0,-1 0-1 0 0,1 0 1 0 0,-3 9 0 0 0,6-15-23 0 0,0 1 0 0 0,0 0 0 0 0,1 0 1 0 0,-1 0-1 0 0,1 0 0 0 0,0-1 0 0 0,-1 1 1 0 0,1 0-1 0 0,0 0 0 0 0,0 0 0 0 0,0 0 0 0 0,1 0 1 0 0,-1 0-1 0 0,0 0 0 0 0,1 0 0 0 0,-1-1 0 0 0,1 1 1 0 0,-1 0-1 0 0,1 0 0 0 0,0 0 0 0 0,0-1 1 0 0,0 1-1 0 0,0 0 0 0 0,0-1 0 0 0,0 1 0 0 0,1-1 1 0 0,-1 0-1 0 0,0 1 0 0 0,1-1 0 0 0,-1 0 0 0 0,1 0 1 0 0,-1 0-1 0 0,1 0 0 0 0,0 0 0 0 0,-1 0 0 0 0,1 0 1 0 0,0 0-1 0 0,0-1 0 0 0,3 2 0 0 0,2-1 7 0 0,-1 1-1 0 0,1-1 1 0 0,0 0-1 0 0,-1-1 1 0 0,1 1-1 0 0,0-1 1 0 0,0-1-1 0 0,0 1 1 0 0,-1-1-1 0 0,1 0 1 0 0,0-1-1 0 0,-1 0 1 0 0,1 0-1 0 0,-1 0 0 0 0,0-1 1 0 0,1 0-1 0 0,7-5 1 0 0,8-6 10 0 0,-1 0 1 0 0,-1-1 0 0 0,24-23-1 0 0,-18 12 1121 0 0,45-59 0 0 0,-45 51 35 0 0,-25 33-1000 0 0,0 1-172 0 0,-1 0 0 0 0,1 0 0 0 0,-1 0 0 0 0,0 0 0 0 0,1 0 0 0 0,-1 0 0 0 0,0 0 0 0 0,1 1 0 0 0,-1-1 0 0 0,0 0 1 0 0,1 0-1 0 0,-1 0 0 0 0,0 0 0 0 0,0 1 0 0 0,1-1 0 0 0,-1 0 0 0 0,0 0 0 0 0,1 1 0 0 0,-1-1 0 0 0,0 0 0 0 0,0 1 0 0 0,0-1 0 0 0,1 0 1 0 0,-1 1-1 0 0,0-1 0 0 0,0 0 0 0 0,0 1 0 0 0,0-1 0 0 0,0 0 0 0 0,0 1 0 0 0,0-1 0 0 0,0 0 0 0 0,1 1 0 0 0,-1-1 0 0 0,0 14 192 0 0,0-12-185 0 0,-9 91 1511 0 0,-22 101 1 0 0,13-93-1193 0 0,-8 84-1405 0 0,11-61-5632 0 0,7-83-1304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0 3504 0 0,'-273'40'13204'0'0,"272"-40"-13147"0"0,-115 19 4499 0 0,112-18-3765 0 0,13 3-30 0 0,6-2-573 0 0,-1-1-1 0 0,1-1 1 0 0,-1 0-1 0 0,19-3 1 0 0,14-1-15 0 0,769-12 639 0 0,-399 10-1056 0 0,-354 4-539 0 0,14 0-1377 0 0,-51 2-2605 0 0,1 0-3498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0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2028 0 0,'-23'10'4822'0'0,"11"-5"-1674"0"0,0 0-1 0 0,-22 14 1 0 0,31-17-2851 0 0,-1 1 1 0 0,1-1 0 0 0,0 1-1 0 0,0 0 1 0 0,0 0 0 0 0,1 0 0 0 0,-1 1-1 0 0,1-1 1 0 0,-1 1 0 0 0,1-1-1 0 0,0 1 1 0 0,1 0 0 0 0,-3 4 0 0 0,-1 11-60 0 0,1-1 1 0 0,0 0 0 0 0,1 1-1 0 0,1 0 1 0 0,1 0 0 0 0,1 0 0 0 0,0 0-1 0 0,1-1 1 0 0,1 1 0 0 0,1 0 0 0 0,1-1-1 0 0,1 1 1 0 0,0-1 0 0 0,12 27 0 0 0,-14-40-217 0 0,0 0 0 0 0,-1 0 0 0 0,2-1 0 0 0,-1 1 0 0 0,1-1 0 0 0,-1 1 0 0 0,1-1 0 0 0,0 0-1 0 0,1-1 1 0 0,-1 1 0 0 0,1-1 0 0 0,-1 0 0 0 0,1 0 0 0 0,0 0 0 0 0,0-1 0 0 0,0 1 0 0 0,11 2 0 0 0,-9-4-13 0 0,-1 1 0 0 0,1-2-1 0 0,0 1 1 0 0,-1-1 0 0 0,1 0-1 0 0,0 0 1 0 0,-1-1 0 0 0,1 0-1 0 0,-1 0 1 0 0,1-1-1 0 0,-1 1 1 0 0,1-1 0 0 0,-1-1-1 0 0,0 1 1 0 0,6-4 0 0 0,2-3 78 0 0,-1 0 1 0 0,-1-1 0 0 0,0 0-1 0 0,0-1 1 0 0,-1 0 0 0 0,17-22-1 0 0,13-12 2921 0 0,-40 44-2814 0 0,-1 0-173 0 0,0 1 1 0 0,1 0 0 0 0,-1 0 0 0 0,0-1 0 0 0,0 1 0 0 0,0 0-1 0 0,1 0 1 0 0,-1 0 0 0 0,0-1 0 0 0,0 1 0 0 0,0 0-1 0 0,1 0 1 0 0,-1 0 0 0 0,0 0 0 0 0,1-1 0 0 0,-1 1 0 0 0,0 0-1 0 0,0 0 1 0 0,1 0 0 0 0,-1 0 0 0 0,0 0 0 0 0,1 0-1 0 0,-1 0 1 0 0,0 0 0 0 0,0 0 0 0 0,1 0 0 0 0,-1 0 0 0 0,0 0-1 0 0,1 0 1 0 0,-1 0 0 0 0,0 0 0 0 0,1 0 0 0 0,-1 0 0 0 0,0 0-1 0 0,0 0 1 0 0,1 1 0 0 0,-1-1 0 0 0,0 0 0 0 0,0 0-1 0 0,1 0 1 0 0,-1 1 0 0 0,5 14 854 0 0,-4 24 480 0 0,-14 96-810 0 0,-44 188-1 0 0,43-255-487 0 0,11-49-672 0 0,-5 20-2645 0 0,7-34 1959 0 0,1-1-1 0 0,0 1 1 0 0,0 0-1 0 0,0-1 1 0 0,1 9 0 0 0,10-6-3145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0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63 1800 0 0,'29'-62'16836'0'0,"-28"62"-16744"0"0,-1 0 0 0 0,0 1-1 0 0,1-1 1 0 0,-1 0 0 0 0,1 0-1 0 0,-1 1 1 0 0,0-1 0 0 0,1 0-1 0 0,-1 1 1 0 0,0-1 0 0 0,1 1-1 0 0,-1-1 1 0 0,0 0 0 0 0,0 1-1 0 0,1-1 1 0 0,-1 1 0 0 0,0-1-1 0 0,0 1 1 0 0,0-1 0 0 0,1 1 0 0 0,-1-1-1 0 0,0 0 1 0 0,0 1 0 0 0,0-1-1 0 0,0 1 1 0 0,0-1 0 0 0,0 1-1 0 0,0-1 1 0 0,0 1 0 0 0,0-1-1 0 0,0 1 1 0 0,-1-1 0 0 0,1 1-1 0 0,0 0 1 0 0,-4 23 1544 0 0,2-18-1108 0 0,-34 180 4682 0 0,-4 24-3726 0 0,31-151-3506 0 0,0 94 0 0 0,13-87-2440 0 0,5-23-5551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1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19 1776 0 0,'-10'-11'5498'0'0,"9"10"-4948"0"0,-1 0-1 0 0,1 0 1 0 0,0 0 0 0 0,-1 1 0 0 0,1-1 0 0 0,-1 0-1 0 0,1 1 1 0 0,-1 0 0 0 0,-1-1 0 0 0,2 2-415 0 0,-1-1 0 0 0,1 1 0 0 0,0 0 0 0 0,-1 0 0 0 0,1 0 1 0 0,0 0-1 0 0,0 0 0 0 0,0 1 0 0 0,0-1 0 0 0,0 0 0 0 0,0 0 1 0 0,0 1-1 0 0,1-1 0 0 0,-1 0 0 0 0,0 1 0 0 0,1-1 0 0 0,-1 1 0 0 0,1-1 1 0 0,-1 3-1 0 0,-102 223 2045 0 0,61-141-3135 0 0,-51 148 0 0 0,75-173-1578 0 0,8-21-2318 0 0,5-15-1106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2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8 147 332 0 0,'-2'-9'1257'0'0,"0"1"0"0"0,1-1 0 0 0,0 0 0 0 0,0 0 0 0 0,1 0 0 0 0,0 0 0 0 0,2-13 0 0 0,-1 19-1118 0 0,0 0 0 0 0,0 0 0 0 0,0 0 0 0 0,0 0 0 0 0,0 0 0 0 0,1 0 0 0 0,-1 0 0 0 0,1 0 0 0 0,0 1 0 0 0,0-1 0 0 0,0 0 0 0 0,0 1 0 0 0,0 0 0 0 0,0-1 0 0 0,1 1 0 0 0,-1 0 0 0 0,1 0 0 0 0,0 1 0 0 0,-1-1 0 0 0,1 0 0 0 0,0 1 0 0 0,0 0 1 0 0,0-1-1 0 0,0 1 0 0 0,4 0 0 0 0,-4 0-115 0 0,0 0 1 0 0,1 0 0 0 0,-1 1-1 0 0,1-1 1 0 0,-1 1 0 0 0,1 0 0 0 0,-1 0-1 0 0,1 0 1 0 0,-1 1 0 0 0,0-1-1 0 0,1 1 1 0 0,-1 0 0 0 0,0 0-1 0 0,1 0 1 0 0,-1 0 0 0 0,0 1 0 0 0,0-1-1 0 0,0 1 1 0 0,0 0 0 0 0,0 0-1 0 0,0 0 1 0 0,0 0 0 0 0,-1 0 0 0 0,1 1-1 0 0,-1-1 1 0 0,0 1 0 0 0,1-1-1 0 0,-1 1 1 0 0,0 0 0 0 0,-1 0-1 0 0,1 0 1 0 0,1 5 0 0 0,1 0 60 0 0,0 1 0 0 0,-1 0 0 0 0,-1 0 0 0 0,0 0 0 0 0,0 0 0 0 0,0 0 0 0 0,-1 0 0 0 0,-1 1 0 0 0,0-1 0 0 0,0 0-1 0 0,-2 14 1 0 0,-5 9 351 0 0,-1-1 0 0 0,-26 62-1 0 0,6-19 619 0 0,28-72-740 0 0,2-3-186 0 0,10-7-58 0 0,0-1-1 0 0,-1 1 1 0 0,0-2 0 0 0,-1 0-1 0 0,14-15 1 0 0,0-1 14 0 0,11-9 546 0 0,-2-2-1 0 0,54-76 0 0 0,-66 65 428 0 0,-20 46-987 0 0,-3 0-20 0 0,2 2-48 0 0,0-1-1 0 0,0 1 1 0 0,0 0-1 0 0,0 0 1 0 0,0 0-1 0 0,0 0 1 0 0,0-1-1 0 0,0 1 1 0 0,0 0-1 0 0,0 0 1 0 0,0 0-1 0 0,0 0 1 0 0,0 0-1 0 0,-1 0 1 0 0,1-1-1 0 0,0 1 0 0 0,0 0 1 0 0,0 0-1 0 0,0 0 1 0 0,0 0-1 0 0,0 0 1 0 0,-1 0-1 0 0,1 0 1 0 0,0 0-1 0 0,0-1 1 0 0,0 1-1 0 0,0 0 1 0 0,0 0-1 0 0,-1 0 1 0 0,1 0-1 0 0,0 0 1 0 0,0 0-1 0 0,0 0 0 0 0,0 0 1 0 0,-1 0-1 0 0,1 0 1 0 0,0 0-1 0 0,0 0 1 0 0,0 0-1 0 0,0 0 1 0 0,0 0-1 0 0,-1 0 1 0 0,-5 5-1 0 0,0-1 0 0 0,1 1 0 0 0,-1 0 0 0 0,1 1-1 0 0,0-1 1 0 0,1 1 0 0 0,-1 0 0 0 0,1 0 0 0 0,0 0 0 0 0,1 1 0 0 0,-1 0 0 0 0,-3 9 0 0 0,3-4 3 0 0,-1 1-1 0 0,2-1 1 0 0,0 1-1 0 0,0 0 1 0 0,1 0-1 0 0,-1 19 1 0 0,3-24-12 0 0,1-1 0 0 0,0 1 0 0 0,0-1-1 0 0,0 1 1 0 0,1-1 0 0 0,0 0 0 0 0,1 1 0 0 0,0-1-1 0 0,0 0 1 0 0,0-1 0 0 0,8 13 0 0 0,-5-10-203 0 0,1-1 0 0 0,1 0-1 0 0,-1 0 1 0 0,1 0 0 0 0,0-1 0 0 0,1 0 0 0 0,15 9-1 0 0,-10-7-719 0 0,1-2-1 0 0,-1 0 1 0 0,1 0-1 0 0,28 7 1 0 0,-28-11-869 0 0,1 1-1 0 0,-1-2 1 0 0,1 0 0 0 0,25-1-1 0 0,-17-2-2656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2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37 844 0 0,'2'-12'6816'0'0,"-2"11"-6315"0"0,0 0 0 0 0,0-1 1 0 0,0 1-1 0 0,1-1 0 0 0,-1 1 0 0 0,0 0 1 0 0,1-1-1 0 0,-1 1 0 0 0,1 0 0 0 0,-1-1 0 0 0,1 1 1 0 0,0 0-1 0 0,1-3 1003 0 0,0 2-1003 0 0,-1 1-295 0 0,26 15 435 0 0,-23-11-571 0 0,0 0 0 0 0,-1 0 0 0 0,1 1 1 0 0,-1 0-1 0 0,0 0 0 0 0,0 0 0 0 0,0 0 1 0 0,0 0-1 0 0,-1 0 0 0 0,0 1 1 0 0,1-1-1 0 0,-2 1 0 0 0,4 8 0 0 0,-4-4 81 0 0,1-1 0 0 0,-1 1 0 0 0,0 0 0 0 0,-1 0-1 0 0,0 0 1 0 0,-1 0 0 0 0,-1 10 0 0 0,-4 7 200 0 0,0-1 1 0 0,-2 0-1 0 0,0 0 1 0 0,-16 30-1 0 0,-31 49 381 0 0,12-27-312 0 0,42-75-383 0 0,8-2-179 0 0,0-1 0 0 0,0 0 0 0 0,0 0-1 0 0,0-1 1 0 0,0 0 0 0 0,-1 0 0 0 0,9-4 0 0 0,46-26-1874 0 0,-25 13 676 0 0,100-55-7099 0 0,-88 46 1611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24 1716 0 0,'-4'-1'2763'0'0,"-22"-5"3323"0"0,-35-4 1595 0 0,66 10-7525 0 0,206 1-129 0 0,-138-4-3280 0 0,-2 0-4321 0 0,-55 1 2376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1 984 0 0,'-55'30'9175'0'0,"35"-20"-5073"0"0,-31 21 0 0 0,50-30-3797 0 0,1-1-281 0 0,0 1 1 0 0,0-1-1 0 0,0 0 0 0 0,0 1 0 0 0,0-1 0 0 0,0 1 0 0 0,0-1 0 0 0,0 0 0 0 0,0 1 0 0 0,1-1 0 0 0,-1 0 0 0 0,0 1 0 0 0,0-1 0 0 0,0 0 0 0 0,1 1 1 0 0,-1-1-1 0 0,0 0 0 0 0,0 1 0 0 0,1-1 0 0 0,-1 0 0 0 0,0 0 0 0 0,1 1 0 0 0,-1-1 0 0 0,0 0 0 0 0,1 0 0 0 0,-1 0 0 0 0,0 1 0 0 0,2-1 0 0 0,39 4-425 0 0,1-2 0 0 0,1-2 0 0 0,44-6 0 0 0,-24 2-1510 0 0,40-5-4877 0 0,-46-1 129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122 196 3052 0 0,'-34'-13'6069'0'0,"-40"-23"0"0"0,73 36-5993 0 0,1 0-1 0 0,-1-1 1 0 0,0 1-1 0 0,0-1 1 0 0,0 1 0 0 0,1-1-1 0 0,-1 1 1 0 0,0-1-1 0 0,1 1 1 0 0,-1-1 0 0 0,0 0-1 0 0,1 1 1 0 0,-1-1-1 0 0,1 0 1 0 0,-1 0 0 0 0,1 0-1 0 0,0 1 1 0 0,-1-1-1 0 0,1 0 1 0 0,0 0 0 0 0,-1 0-1 0 0,1 0 1 0 0,0 1 0 0 0,0-1-1 0 0,0-2 1 0 0,0 2-29 0 0,0 0 0 0 0,1-1 0 0 0,-1 1 1 0 0,1 0-1 0 0,-1 0 0 0 0,1-1 0 0 0,0 1 1 0 0,0 0-1 0 0,-1 0 0 0 0,1 0 0 0 0,0 0 0 0 0,0 0 1 0 0,0 0-1 0 0,2-2 0 0 0,3-1 21 0 0,0 0 0 0 0,0 0 0 0 0,1 0 0 0 0,11-5 0 0 0,24-6 0 0 0,0 1 0 0 0,88-16 1 0 0,-20 16-2152 0 0,1 6-3703 0 0,-93 7 2385 0 0,-5-1-1334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3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0 2552 0 0,'-9'2'945'0'0,"0"1"0"0"0,1-1 0 0 0,-1 2 0 0 0,1-1-1 0 0,-1 1 1 0 0,1 0 0 0 0,0 1 0 0 0,-12 9 0 0 0,14-8-699 0 0,0-1 1 0 0,0 1 0 0 0,1 0-1 0 0,0 0 1 0 0,0 1 0 0 0,1 0-1 0 0,-1 0 1 0 0,1 0 0 0 0,1 0-1 0 0,-1 1 1 0 0,1-1-1 0 0,1 1 1 0 0,0 0 0 0 0,0 0-1 0 0,-2 13 1 0 0,3-16-171 0 0,1-1 1 0 0,0 1-1 0 0,-1 0 1 0 0,2-1-1 0 0,-1 1 1 0 0,0-1-1 0 0,1 1 1 0 0,0-1-1 0 0,0 1 0 0 0,0-1 1 0 0,1 0-1 0 0,-1 1 1 0 0,1-1-1 0 0,0 0 1 0 0,1 0-1 0 0,-1 0 1 0 0,0-1-1 0 0,1 1 0 0 0,0 0 1 0 0,0-1-1 0 0,0 0 1 0 0,0 1-1 0 0,1-1 1 0 0,-1-1-1 0 0,1 1 0 0 0,0 0 1 0 0,0-1-1 0 0,6 3 1 0 0,10 4 194 0 0,0-2 1 0 0,0 0-1 0 0,0-1 0 0 0,40 5 1 0 0,-28-5-238 0 0,2 1 52 0 0,107 27 117 0 0,-126-30-172 0 0,-1 2 1 0 0,1 0-1 0 0,-1 0 0 0 0,-1 1 0 0 0,1 1 1 0 0,-1 0-1 0 0,14 13 0 0 0,-24-19 19 0 0,0 1-1 0 0,0 0 1 0 0,0 0-1 0 0,-1 0 1 0 0,1 0-1 0 0,-1 0 1 0 0,0 0-1 0 0,0 1 1 0 0,0-1-1 0 0,0 1 1 0 0,0-1-1 0 0,-1 1 1 0 0,0 0-1 0 0,0-1 1 0 0,0 1-1 0 0,0 0 1 0 0,0 0-1 0 0,-1 4 1 0 0,0-2 32 0 0,-1-1-1 0 0,0 1 1 0 0,0-1 0 0 0,0 0-1 0 0,0 0 1 0 0,-1 1 0 0 0,0-1-1 0 0,0 0 1 0 0,-1 0 0 0 0,1-1-1 0 0,-6 9 1 0 0,-3 0 49 0 0,0 0 1 0 0,-1 0-1 0 0,0-1 0 0 0,-1 0 0 0 0,0-1 1 0 0,-1-1-1 0 0,-19 11 0 0 0,11-8-4 0 0,0-2 0 0 0,-25 10 0 0 0,35-17-93 0 0,0 0-1 0 0,0-1 1 0 0,-1 0 0 0 0,1 0-1 0 0,-1-2 1 0 0,-12 1 0 0 0,22-2-182 0 0,0 0-1 0 0,0 0 1 0 0,0 0 0 0 0,0 0 0 0 0,0-1 0 0 0,0 1 0 0 0,0-1-1 0 0,1 0 1 0 0,-1 0 0 0 0,0 0 0 0 0,0 0 0 0 0,0 0 0 0 0,1-1 0 0 0,-1 1-1 0 0,1-1 1 0 0,-1 1 0 0 0,1-1 0 0 0,0 0 0 0 0,0 0 0 0 0,-1-1-1 0 0,2 1 1 0 0,-4-4 0 0 0,4 4-165 0 0,0-1 0 0 0,-1-1 1 0 0,2 1-1 0 0,-1 0 0 0 0,0 0 0 0 0,1 0 1 0 0,-1 0-1 0 0,1 0 0 0 0,0-1 0 0 0,0 1 0 0 0,0 0 1 0 0,0 0-1 0 0,1 0 0 0 0,-1-1 0 0 0,1 1 0 0 0,0 0 1 0 0,0 0-1 0 0,0 0 0 0 0,0 0 0 0 0,4-5 1 0 0,27-45-5266 0 0,-10 25 799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3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31 2584 0 0,'4'-3'1554'0'0,"-4"3"-1243"0"0,1-1-1 0 0,0 1 1 0 0,0-1 0 0 0,-1 1 0 0 0,1 0-1 0 0,0-1 1 0 0,0 1 0 0 0,0 0 0 0 0,0 0-1 0 0,0 0 1 0 0,-1-1 0 0 0,1 1-1 0 0,0 0 1 0 0,1 0 0 0 0,-1 1-196 0 0,-1-1 0 0 0,1 0 0 0 0,-1 1 0 0 0,0-1 0 0 0,1 1 0 0 0,-1-1 0 0 0,0 1 0 0 0,0-1 0 0 0,1 0 0 0 0,-1 1 0 0 0,0-1 0 0 0,0 1-1 0 0,0-1 1 0 0,0 1 0 0 0,0-1 0 0 0,0 1 0 0 0,1-1 0 0 0,-1 1 0 0 0,0-1 0 0 0,0 1 0 0 0,0-1 0 0 0,-1 1 0 0 0,1-1 0 0 0,0 2 0 0 0,-11 42 1288 0 0,7-32-510 0 0,-1 5-447 0 0,2 0-1 0 0,0 0 1 0 0,1 1-1 0 0,0 0 1 0 0,2-1-1 0 0,0 1 1 0 0,4 32-1 0 0,-3-44-384 0 0,0 1-1 0 0,1-1 1 0 0,0 1-1 0 0,0-1 0 0 0,0 0 1 0 0,1 0-1 0 0,0 0 1 0 0,0 0-1 0 0,0-1 0 0 0,1 1 1 0 0,0-1-1 0 0,0 0 1 0 0,0 0-1 0 0,1 0 0 0 0,-1 0 1 0 0,1-1-1 0 0,0 0 1 0 0,1 0-1 0 0,-1 0 0 0 0,1-1 1 0 0,0 1-1 0 0,0-1 1 0 0,12 4-1 0 0,-6-4-21 0 0,1 0-1 0 0,0 0 0 0 0,0-1 1 0 0,1-1-1 0 0,-1 0 1 0 0,0-1-1 0 0,0-1 1 0 0,0 0-1 0 0,1 0 0 0 0,-1-1 1 0 0,0-1-1 0 0,-1 0 1 0 0,1-1-1 0 0,0 0 1 0 0,18-10-1 0 0,-23 10-32 0 0,-1 0 0 0 0,0 0 0 0 0,0-1 0 0 0,-1 0 0 0 0,1 0 0 0 0,-1-1 0 0 0,0 0 0 0 0,0 0 0 0 0,-1 0 1 0 0,0 0-1 0 0,0-1 0 0 0,0 0 0 0 0,-1 0 0 0 0,0 0 0 0 0,-1-1 0 0 0,1 1 0 0 0,-1-1 0 0 0,-1 0 0 0 0,0 0 0 0 0,0 0 0 0 0,0 0 0 0 0,-1 0 0 0 0,0-1 0 0 0,-1 1 0 0 0,1 0 0 0 0,-2-9 0 0 0,0 9-5 0 0,0 0-1 0 0,0 0 1 0 0,-1 0 0 0 0,0 1-1 0 0,0-1 1 0 0,-1 0 0 0 0,0 1 0 0 0,0-1-1 0 0,-1 1 1 0 0,0 0 0 0 0,0 0-1 0 0,-1 1 1 0 0,0-1 0 0 0,0 1-1 0 0,0 0 1 0 0,-10-8 0 0 0,7 8-57 0 0,0 0 0 0 0,0 1 0 0 0,-1 0 0 0 0,1 1 0 0 0,-1 0 1 0 0,0 0-1 0 0,-1 0 0 0 0,1 2 0 0 0,-1-1 0 0 0,1 1 1 0 0,-1 0-1 0 0,1 1 0 0 0,-14 0 0 0 0,0 1-462 0 0,1 1-1 0 0,-1 1 1 0 0,1 1 0 0 0,0 1-1 0 0,0 1 1 0 0,-34 13-1 0 0,16-2-2394 0 0,0 2 0 0 0,-54 33 0 0 0,61-31-1306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4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18 300 0 0,'-117'73'14059'0'0,"57"-36"-7893"0"0,60-37-6125 0 0,0 0 1 0 0,0 1 0 0 0,0-1 0 0 0,0 0-1 0 0,1 1 1 0 0,-1-1 0 0 0,0 0 0 0 0,0 0-1 0 0,1 1 1 0 0,-1-1 0 0 0,0 0 0 0 0,0 0-1 0 0,1 1 1 0 0,-1-1 0 0 0,0 0 0 0 0,1 0-1 0 0,-1 0 1 0 0,0 1 0 0 0,1-1 0 0 0,-1 0 0 0 0,0 0-1 0 0,1 0 1 0 0,-1 0 0 0 0,1 0 0 0 0,-1 0-1 0 0,0 0 1 0 0,1 0 0 0 0,-1 0 0 0 0,0 0-1 0 0,1 0 1 0 0,-1 0 0 0 0,0 0 0 0 0,1 0-1 0 0,14-2 426 0 0,492-87 2839 0 0,-297 65-2947 0 0,348 7 1 0 0,-505 18-364 0 0,153 8-782 0 0,-204-8 600 0 0,0-1 1 0 0,1 0-1 0 0,-1 0 1 0 0,1 1-1 0 0,-1 0 1 0 0,1-1-1 0 0,-1 1 1 0 0,0 0-1 0 0,1 0 1 0 0,-1 0-1 0 0,0 0 1 0 0,3 3-1 0 0,-5-4 78 0 0,1 1 0 0 0,-1-1 0 0 0,0 0 0 0 0,1 1-1 0 0,-1-1 1 0 0,0 1 0 0 0,0-1 0 0 0,1 0 0 0 0,-1 1 0 0 0,0-1-1 0 0,0 1 1 0 0,0-1 0 0 0,0 1 0 0 0,0-1 0 0 0,1 1 0 0 0,-1-1 0 0 0,0 1-1 0 0,0-1 1 0 0,0 1 0 0 0,0-1 0 0 0,-1 1 0 0 0,1 0 0 0 0,0 0-72 0 0,-1 1 0 0 0,1-1 0 0 0,-1 0 1 0 0,0 0-1 0 0,0 1 0 0 0,1-1 0 0 0,-1 0 1 0 0,0 0-1 0 0,0 0 0 0 0,0 0 0 0 0,-2 1 1 0 0,-4 4-1650 0 0,-1-1 0 0 0,0 0 0 0 0,1-1 0 0 0,-11 5 1 0 0,-8 3-5214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2096 0 0,'-8'4'2118'0'0,"0"-1"0"0"0,1 2 0 0 0,0-1 0 0 0,0 1-1 0 0,-8 7 1 0 0,12-9-1772 0 0,0 0-1 0 0,1 1 1 0 0,-1-1-1 0 0,1 0 1 0 0,0 1-1 0 0,0-1 1 0 0,1 1-1 0 0,-1 0 0 0 0,1 0 1 0 0,-1 0-1 0 0,1 0 1 0 0,0 0-1 0 0,0 5 1 0 0,-3 32 273 0 0,2 0 1 0 0,1 0 0 0 0,3 1 0 0 0,1-1-1 0 0,2 0 1 0 0,18 72 0 0 0,-22-109-601 0 0,0 1 1 0 0,0-1 0 0 0,1 0-1 0 0,-1 0 1 0 0,1 0 0 0 0,0 0 0 0 0,0 0-1 0 0,1 0 1 0 0,-1-1 0 0 0,1 1-1 0 0,0-1 1 0 0,-1 1 0 0 0,2-1 0 0 0,3 4-1 0 0,-4-5-43 0 0,1-1-1 0 0,-1 1 0 0 0,0-1 1 0 0,0 1-1 0 0,1-1 1 0 0,-1 0-1 0 0,0 0 0 0 0,1-1 1 0 0,-1 1-1 0 0,1-1 0 0 0,-1 1 1 0 0,1-1-1 0 0,-1 0 1 0 0,1-1-1 0 0,-1 1 0 0 0,1-1 1 0 0,-1 1-1 0 0,6-3 1 0 0,7-2-254 0 0,0-1 1 0 0,-1 0-1 0 0,1-2 1 0 0,-2 0 0 0 0,1 0-1 0 0,-1-1 1 0 0,18-15-1 0 0,85-85-667 0 0,-110 103 929 0 0,53-64 1341 0 0,-3 5 3969 0 0,-56 63-5006 0 0,2 5 356 0 0,-2-3-613 0 0,-1 0 0 0 0,0 1 0 0 0,1-1 0 0 0,-1 0 0 0 0,0 0 0 0 0,0 0 0 0 0,1 0 0 0 0,-1 0 0 0 0,0 0 0 0 0,0 1 0 0 0,1-1 0 0 0,-1 0 0 0 0,0 0 0 0 0,0 0 0 0 0,1 1 0 0 0,-1-1 0 0 0,0 0 0 0 0,0 0 0 0 0,0 1 0 0 0,1-1-1 0 0,-1 0 1 0 0,0 0 0 0 0,0 1 0 0 0,0-1 0 0 0,0 0 0 0 0,0 0 0 0 0,0 1 0 0 0,0-1 0 0 0,0 0 0 0 0,1 1 0 0 0,-1-1 0 0 0,0 1 0 0 0,4 49 825 0 0,-2 0 1 0 0,-1 0-1 0 0,-11 79 0 0 0,6-88-712 0 0,-39 266-684 0 0,36-262 254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4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4424 0 0,'22'-27'7798'0'0,"-18"20"-5534"0"0,0 2 1 0 0,1-1 0 0 0,11-11 1018 0 0,-15 18-3118 0 0,-1-1 0 0 0,1 0 0 0 0,0 0 0 0 0,-1 1 1 0 0,1-1-1 0 0,-1 1 0 0 0,1-1 0 0 0,-1 0 0 0 0,1 1 1 0 0,-1-1-1 0 0,0 1 0 0 0,1-1 0 0 0,-1 1 0 0 0,0-1 1 0 0,1 1-1 0 0,-1 0 0 0 0,0-1 0 0 0,1 1 0 0 0,-1-1 1 0 0,0 2-1 0 0,7 129 5250 0 0,-7 70-3680 0 0,1 21-2109 0 0,0-190-1118 0 0,0 21-3403 0 0,2-21-2437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26 3400 0 0,'-71'-25'11414'0'0,"69"25"-11284"0"0,0 0-1 0 0,0-1 1 0 0,0 1-1 0 0,0 0 1 0 0,0 0 0 0 0,0 0-1 0 0,0 1 1 0 0,0-1-1 0 0,0 0 1 0 0,0 1-1 0 0,0-1 1 0 0,0 1 0 0 0,0 0-1 0 0,1-1 1 0 0,-1 1-1 0 0,0 0 1 0 0,0 0 0 0 0,1 0-1 0 0,-1 1 1 0 0,0-1-1 0 0,-1 2 1 0 0,-31 33 794 0 0,28-28-675 0 0,3-5-228 0 0,-235 285 1955 0 0,190-222-3483 0 0,2 1 0 0 0,-57 116-1 0 0,67-111-5429 0 0,20-42-35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6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1 150 148 0 0,'-1'-10'3140'0'0,"1"2"-1241"0"0,0 0 0 0 0,1 0 1 0 0,2-15-1 0 0,-2 20-1724 0 0,0 0-1 0 0,0-1 1 0 0,1 1 0 0 0,-1 0-1 0 0,1-1 1 0 0,0 1 0 0 0,0 0-1 0 0,0 0 1 0 0,0 1 0 0 0,1-1-1 0 0,4-4 1 0 0,0 1-64 0 0,0 1-1 0 0,1-1 1 0 0,-1 1-1 0 0,1 1 0 0 0,0 0 1 0 0,1 0-1 0 0,-1 0 1 0 0,1 1-1 0 0,-1 0 1 0 0,1 1-1 0 0,0 0 1 0 0,0 0-1 0 0,0 1 0 0 0,0 0 1 0 0,0 1-1 0 0,1 0 1 0 0,-1 1-1 0 0,9 1 1 0 0,-12-2-92 0 0,-1 1 0 0 0,0 0 1 0 0,0 1-1 0 0,0-1 0 0 0,0 1 0 0 0,0 0 1 0 0,0 1-1 0 0,0-1 0 0 0,0 1 0 0 0,-1 0 1 0 0,1 0-1 0 0,-1 0 0 0 0,0 1 0 0 0,0-1 1 0 0,0 1-1 0 0,-1 0 0 0 0,1 0 0 0 0,-1 0 1 0 0,0 1-1 0 0,0-1 0 0 0,0 1 0 0 0,-1 0 1 0 0,0 0-1 0 0,0 0 0 0 0,0 0 1 0 0,0 0-1 0 0,-1 0 0 0 0,0 0 0 0 0,0 0 1 0 0,0 1-1 0 0,0 8 0 0 0,-2-1 30 0 0,0-1-1 0 0,0 0 0 0 0,-1 0 1 0 0,0 1-1 0 0,-1-1 1 0 0,-1-1-1 0 0,0 1 1 0 0,-1-1-1 0 0,0 1 1 0 0,0-1-1 0 0,-10 14 1 0 0,-10 12 141 0 0,-52 59-1 0 0,69-87-156 0 0,-34 37 425 0 0,41-45-335 0 0,1-2-116 0 0,1-1-1 0 0,-1 0 1 0 0,1 0 0 0 0,-1 1 0 0 0,1-1 0 0 0,0 1-1 0 0,0-1 1 0 0,0 0 0 0 0,0 1 0 0 0,0-1-1 0 0,0 1 1 0 0,0 0 0 0 0,2-2 0 0 0,0 0 5 0 0,241-280 306 0 0,-220 257-132 0 0,8-15 654 0 0,-31 40-832 0 0,-1 1 1 0 0,1-1 0 0 0,-1 1 0 0 0,0-1 0 0 0,1 0-1 0 0,-1 1 1 0 0,0-1 0 0 0,1 1 0 0 0,-1-1 0 0 0,0 0-1 0 0,0 1 1 0 0,0-1 0 0 0,0 0 0 0 0,1 1-1 0 0,-1-1 1 0 0,0 0 0 0 0,0 1 0 0 0,0-1 0 0 0,-1 0-1 0 0,1 1 1 0 0,0-1 0 0 0,0 0 0 0 0,0 1-1 0 0,0-1 1 0 0,-1 0 0 0 0,1 1 0 0 0,0-1 0 0 0,0 1-1 0 0,-1-1 1 0 0,1 0 0 0 0,-1 1 0 0 0,1-1-1 0 0,0 1 1 0 0,-2-1 0 0 0,-1 0-6 0 0,1 1-1 0 0,-1 0 1 0 0,0 1-1 0 0,0-1 1 0 0,0 0 0 0 0,0 1-1 0 0,1-1 1 0 0,-1 1-1 0 0,0 0 1 0 0,0 0 0 0 0,1 0-1 0 0,-1 1 1 0 0,1-1-1 0 0,-1 0 1 0 0,1 1 0 0 0,-1 0-1 0 0,1 0 1 0 0,0-1 0 0 0,0 1-1 0 0,0 0 1 0 0,-2 3-1 0 0,-2 1 0 0 0,-5 5-3 0 0,0-1 1 0 0,1 2-1 0 0,0-1 0 0 0,1 1 0 0 0,0 1 0 0 0,1-1 0 0 0,-7 16 0 0 0,11-20 5 0 0,1-1 0 0 0,0 1 0 0 0,0-1 0 0 0,1 1 0 0 0,0 0 0 0 0,0 0 0 0 0,1 0 0 0 0,0 0 0 0 0,1 0 0 0 0,-1 0 0 0 0,1 0 0 0 0,1 0-1 0 0,0 0 1 0 0,3 15 0 0 0,-1-15-42 0 0,0 0-1 0 0,1-1 0 0 0,1 1 0 0 0,-1-1 0 0 0,1 0 0 0 0,0 0 0 0 0,0 0 0 0 0,1-1 1 0 0,0 1-1 0 0,0-2 0 0 0,1 1 0 0 0,12 8 0 0 0,6 2-1100 0 0,0-1 1 0 0,37 16-1 0 0,-34-19-2731 0 0,47 12 0 0 0,-43-13-1205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6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73 704 0 0,'-28'-6'5636'0'0,"-35"-13"1"0"0,32 9-2578 0 0,30 10-2997 0 0,0 0-1 0 0,1 0 0 0 0,-1 0 1 0 0,0 0-1 0 0,1 0 1 0 0,-1-1-1 0 0,0 1 1 0 0,1 0-1 0 0,-1 0 1 0 0,1-1-1 0 0,-1 1 1 0 0,0 0-1 0 0,1-1 1 0 0,-1 1-1 0 0,1 0 1 0 0,-1-1-1 0 0,1 1 0 0 0,-1-1 1 0 0,1 1-1 0 0,-1-1 1 0 0,1 1-1 0 0,-1-1 1 0 0,1 0-1 0 0,0 1 1 0 0,-1-1-1 0 0,1 1 1 0 0,-1-2-1 0 0,2 1-29 0 0,-1 1 0 0 0,1-1 0 0 0,-1 0 0 0 0,1 0 0 0 0,-1 1 0 0 0,1-1 0 0 0,-1 0 0 0 0,1 1 1 0 0,0-1-1 0 0,-1 1 0 0 0,1-1 0 0 0,0 1 0 0 0,0-1 0 0 0,-1 1 0 0 0,1 0 0 0 0,0-1 0 0 0,1 1 0 0 0,5-3 37 0 0,0 0 1 0 0,0 1 0 0 0,13-2-1 0 0,-6 2-30 0 0,0 1 0 0 0,0 0 0 0 0,0 1 0 0 0,0 1 0 0 0,0 0 0 0 0,0 1 0 0 0,-1 0 0 0 0,1 1 0 0 0,-1 1 0 0 0,20 7 0 0 0,-31-10-32 0 0,0 0 0 0 0,0 0 0 0 0,0 0-1 0 0,0 0 1 0 0,0 1 0 0 0,0-1 0 0 0,-1 0 0 0 0,1 1 0 0 0,0-1 0 0 0,-1 1 0 0 0,0-1-1 0 0,1 1 1 0 0,-1 0 0 0 0,0 0 0 0 0,0 0 0 0 0,0-1 0 0 0,0 1 0 0 0,0 0 0 0 0,0 0-1 0 0,0 0 1 0 0,-1 1 0 0 0,1 2 0 0 0,-1-2 3 0 0,0 0 0 0 0,0 0 0 0 0,-1 1-1 0 0,1-1 1 0 0,-1 0 0 0 0,0 1 0 0 0,0-1 0 0 0,0 0 0 0 0,0 0-1 0 0,-1 0 1 0 0,1 0 0 0 0,-1 0 0 0 0,-2 3 0 0 0,-4 4 16 0 0,0 0-1 0 0,-1 0 1 0 0,0 0 0 0 0,-1-1 0 0 0,0-1 0 0 0,-13 10 0 0 0,-91 48 181 0 0,112-65-202 0 0,-1 3 2 0 0,5-3-19 0 0,9-1-1 0 0,4 0 12 0 0,1 1 0 0 0,0 1-1 0 0,-1 1 1 0 0,1 0 0 0 0,-1 1-1 0 0,24 9 1 0 0,-29-9 19 0 0,-1 1 1 0 0,1-1-1 0 0,-1 1 1 0 0,0 1-1 0 0,-1 0 1 0 0,1 0-1 0 0,-1 1 1 0 0,0 0-1 0 0,0 0 1 0 0,-1 1-1 0 0,7 9 0 0 0,-11-13 78 0 0,-1 0 0 0 0,1 0 0 0 0,-1 1 0 0 0,0-1 0 0 0,0 1 0 0 0,0 0 0 0 0,0 0-1 0 0,-1-1 1 0 0,0 1 0 0 0,0 0 0 0 0,0 0 0 0 0,0 0 0 0 0,-1 0 0 0 0,0 0 0 0 0,-1 10 0 0 0,-1-9 36 0 0,1 0 1 0 0,-1 1 0 0 0,0-1 0 0 0,-1 0 0 0 0,1-1 0 0 0,-1 1-1 0 0,0 0 1 0 0,-1-1 0 0 0,1 0 0 0 0,-1 0 0 0 0,-6 6 0 0 0,1-1 7 0 0,-1-1 0 0 0,-1 0 1 0 0,0-1-1 0 0,0 0 1 0 0,-1 0-1 0 0,1-2 0 0 0,-1 1 1 0 0,-1-2-1 0 0,0 1 1 0 0,1-2-1 0 0,-16 4 1 0 0,-3-1 68 0 0,-63 6 0 0 0,82-13-282 0 0,1 0 0 0 0,-1 0 0 0 0,1-1 0 0 0,-1-1 1 0 0,1 1-1 0 0,0-2 0 0 0,0 0 0 0 0,0 0 0 0 0,-11-6 0 0 0,20 9-73 0 0,0-1-1 0 0,1 0 0 0 0,-1 0 1 0 0,0 0-1 0 0,1 0 0 0 0,-1 0 0 0 0,0 0 1 0 0,1 0-1 0 0,-1 0 0 0 0,1-1 0 0 0,0 1 1 0 0,-1 0-1 0 0,1-1 0 0 0,0 0 1 0 0,0 1-1 0 0,0-1 0 0 0,0 0 0 0 0,0 1 1 0 0,0-1-1 0 0,1 0 0 0 0,-1 0 0 0 0,1 0 1 0 0,-1 1-1 0 0,1-1 0 0 0,0 0 1 0 0,-1 0-1 0 0,1 0 0 0 0,0 0 0 0 0,0 0 1 0 0,0 0-1 0 0,1 0 0 0 0,-1 0 0 0 0,0 0 1 0 0,1 0-1 0 0,-1 1 0 0 0,1-1 1 0 0,0 0-1 0 0,-1 0 0 0 0,1 1 0 0 0,2-4 1 0 0,3-5-824 0 0,1 0 1 0 0,0 0-1 0 0,0 0 0 0 0,1 1 1 0 0,10-9-1 0 0,17-16-2866 0 0,3-2-1518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6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1 100 956 0 0,'36'-32'8382'0'0,"-26"25"-6311"0"0,0-1 0 0 0,-1-1-1 0 0,9-10 1 0 0,-17 18-1991 0 0,1 0 0 0 0,-1 0 0 0 0,1-1-1 0 0,-1 1 1 0 0,1 0 0 0 0,0 1 0 0 0,0-1 0 0 0,-1 0 0 0 0,1 0 0 0 0,0 1 0 0 0,0-1-1 0 0,0 1 1 0 0,0 0 0 0 0,3-1 0 0 0,43-5 53 0 0,80 0 1 0 0,-99 7-1601 0 0,32 5-1 0 0,-41-2-1405 0 0,0 0 0 0 0,26 11 1 0 0,-31-10-2257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7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1808 0 0,'-84'26'15049'0'0,"93"-23"-14864"0"0,0-1 1 0 0,0 0-1 0 0,0 0 0 0 0,0-1 1 0 0,0 0-1 0 0,0 0 1 0 0,0-1-1 0 0,11-1 1 0 0,13 0-12 0 0,66 6-835 0 0,27 1-2205 0 0,-1-10-4986 0 0,-88 1 2935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7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91 2056 0 0,'8'-22'4237'0'0,"-1"6"-299"0"0,-2 1-1 0 0,6-23 875 0 0,-26 39-4016 0 0,10 1-676 0 0,1 1 0 0 0,-1 0 0 0 0,1 0 0 0 0,-1 0 0 0 0,1 0 0 0 0,0 1 0 0 0,0-1 1 0 0,-6 9-1 0 0,-1-1 97 0 0,-22 23 36 0 0,2 0 0 0 0,2 2 0 0 0,1 1 0 0 0,2 1 0 0 0,2 2 0 0 0,-21 44 0 0 0,38-70-218 0 0,1 1 1 0 0,0 0 0 0 0,1 0-1 0 0,1 1 1 0 0,0-1 0 0 0,1 1-1 0 0,1 0 1 0 0,0 0-1 0 0,1 21 1 0 0,2-30-17 0 0,-1 1-1 0 0,1-1 0 0 0,1 1 1 0 0,-1-1-1 0 0,1 1 1 0 0,1-1-1 0 0,-1 0 0 0 0,1 0 1 0 0,0 0-1 0 0,1 0 1 0 0,-1-1-1 0 0,1 1 0 0 0,1-1 1 0 0,-1 0-1 0 0,1 0 1 0 0,0 0-1 0 0,1-1 1 0 0,-1 0-1 0 0,1 0 0 0 0,0 0 1 0 0,11 5-1 0 0,-12-6 7 0 0,1-1 0 0 0,-1 0 0 0 0,1 0 0 0 0,0-1 0 0 0,0 0-1 0 0,0 0 1 0 0,1 0 0 0 0,-1-1 0 0 0,7 1 0 0 0,-9-2-10 0 0,-1 0 0 0 0,0-1 0 0 0,1 1 0 0 0,-1-1 1 0 0,1 1-1 0 0,-1-1 0 0 0,0 0 0 0 0,1 0 0 0 0,-1 0 0 0 0,0-1 0 0 0,0 1 0 0 0,0-1 0 0 0,0 0 0 0 0,0 0 1 0 0,0 0-1 0 0,0 0 0 0 0,4-5 0 0 0,-6 6-10 0 0,0-1-1 0 0,-1 1 1 0 0,1 0 0 0 0,0-1 0 0 0,0 1 0 0 0,-1 0-1 0 0,1-1 1 0 0,-1 1 0 0 0,1-1 0 0 0,-1 1 0 0 0,0-1-1 0 0,0 1 1 0 0,0-1 0 0 0,1 1 0 0 0,-1-1-1 0 0,-1 1 1 0 0,1-1 0 0 0,0 1 0 0 0,-1-3 0 0 0,1 1 15 0 0,-1 0 1 0 0,0 0-1 0 0,0 0 1 0 0,0 0-1 0 0,0 1 1 0 0,0-1-1 0 0,-1 0 1 0 0,-2-4 0 0 0,-2 1-5 0 0,0 0 0 0 0,0 0 1 0 0,-1 1-1 0 0,0-1 0 0 0,0 2 0 0 0,0-1 1 0 0,0 1-1 0 0,-1 0 0 0 0,0 0 1 0 0,0 1-1 0 0,-11-3 0 0 0,-13-3-37 0 0,-52-6-1 0 0,57 11-29 0 0,-86-10-1175 0 0,92 13-2119 0 0,-31 3 0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7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89 102 2192 0 0,'-5'-41'10233'0'0,"1"3"-4200"0"0,5 37-5959 0 0,0-1 0 0 0,0 1 0 0 0,0-1 1 0 0,0 1-1 0 0,0 0 0 0 0,0 0 0 0 0,1 0 1 0 0,-1-1-1 0 0,0 1 0 0 0,1 0 0 0 0,-1 1 0 0 0,0-1 1 0 0,1 0-1 0 0,0 0 0 0 0,-1 1 0 0 0,1-1 1 0 0,-1 1-1 0 0,1-1 0 0 0,0 1 0 0 0,1-1 1 0 0,7 0-16 0 0,-1 0 0 0 0,1 1 0 0 0,0 0 0 0 0,-1 0 0 0 0,1 1 0 0 0,-1 1 0 0 0,0-1 0 0 0,1 1 1 0 0,9 4-1 0 0,-13-4-30 0 0,0 0 1 0 0,-1 0 0 0 0,1 1-1 0 0,-1 0 1 0 0,0-1 0 0 0,0 2-1 0 0,0-1 1 0 0,0 1 0 0 0,0-1-1 0 0,-1 1 1 0 0,0 1 0 0 0,0-1-1 0 0,0 0 1 0 0,0 1 0 0 0,-1 0-1 0 0,6 9 1 0 0,-8-9 5 0 0,1 1 1 0 0,-1-1-1 0 0,0 1 0 0 0,-1-1 1 0 0,1 1-1 0 0,-1-1 1 0 0,0 1-1 0 0,0 0 0 0 0,-1-1 1 0 0,0 1-1 0 0,0-1 0 0 0,0 1 1 0 0,0-1-1 0 0,-1 0 0 0 0,0 1 1 0 0,0-1-1 0 0,-1 0 1 0 0,1 0-1 0 0,-7 8 0 0 0,-4 7 114 0 0,-1-1-1 0 0,-1 0 0 0 0,-20 20 1 0 0,-12 6 553 0 0,-57 41 1 0 0,76-64-393 0 0,17-15-158 0 0,10-7-141 0 0,1 1 1 0 0,-1-1-1 0 0,0 0 1 0 0,0 1-1 0 0,1-1 0 0 0,-1 1 1 0 0,0-1-1 0 0,1 0 0 0 0,-1 1 1 0 0,0-1-1 0 0,1 1 1 0 0,-1 0-1 0 0,1-1 0 0 0,-1 1 1 0 0,1 0-1 0 0,-1-1 1 0 0,1 1-1 0 0,0 0 0 0 0,-1-1 1 0 0,1 1-1 0 0,0 0 0 0 0,-1 0 1 0 0,1-1-1 0 0,0 1 1 0 0,0 0-1 0 0,0 0 0 0 0,0-1 1 0 0,0 1-1 0 0,0 0 1 0 0,0 1-1 0 0,3 0 64 0 0,52-1 4 0 0,103-9 0 0 0,-37-1-92 0 0,-94 8-266 0 0,189-3-1887 0 0,-108 10-2316 0 0,-1 9-5093 0 0,-89-12 3628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0 2780 0 0,'-364'34'16514'0'0,"337"-30"-15199"0"0,-12 1 381 0 0,19-4 2831 0 0,197-4-2225 0 0,-67-1-1873 0 0,1308 53 1058 0 0,-1284-40-1580 0 0,107 9-236 0 0,-79-9-3799 0 0,-133-6 41 0 0,-62 16-5625 0 0,32-19 9298 0 0,-21 4-3674 0 0,-6 1-1707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1600 0 0,'-40'7'7962'0'0,"-15"3"-1053"0"0,54-10-6813 0 0,-1 1 1 0 0,1-1-1 0 0,0 1 0 0 0,0 0 1 0 0,0-1-1 0 0,0 1 0 0 0,0 0 1 0 0,0 0-1 0 0,0 0 0 0 0,0-1 1 0 0,1 1-1 0 0,-1 0 0 0 0,0 0 1 0 0,0 1-1 0 0,1-1 0 0 0,-1 0 1 0 0,1 0-1 0 0,-1 0 0 0 0,0 1 1 0 0,-5 24 984 0 0,4-12-722 0 0,1 1 0 0 0,1 0-1 0 0,0 0 1 0 0,5 29 0 0 0,17 57 201 0 0,-21-98-548 0 0,0 3 13 0 0,1 0-1 0 0,0 1 0 0 0,1-1 0 0 0,-1 0 0 0 0,1 0 1 0 0,0 0-1 0 0,0 0 0 0 0,1-1 0 0 0,0 1 0 0 0,0-1 0 0 0,0 0 1 0 0,10 8-1 0 0,-11-11-64 0 0,0 1 0 0 0,1-1 0 0 0,0 0 0 0 0,0 0 1 0 0,-1 0-1 0 0,1-1 0 0 0,0 1 0 0 0,0-1 0 0 0,1 0 0 0 0,-1 0 0 0 0,0-1 0 0 0,0 1 1 0 0,0-1-1 0 0,1 0 0 0 0,-1 0 0 0 0,0 0 0 0 0,0 0 0 0 0,0-1 0 0 0,1 0 0 0 0,7-2 1 0 0,-5 0-24 0 0,1 0 1 0 0,0-1 0 0 0,-1 0-1 0 0,0 0 1 0 0,0 0-1 0 0,0-1 1 0 0,0 0 0 0 0,-1-1-1 0 0,0 1 1 0 0,0-1 0 0 0,7-9-1 0 0,6-10 320 0 0,26-44 0 0 0,-33 50 188 0 0,26-48 2148 0 0,-37 65-2316 0 0,6 16 862 0 0,-4 77 757 0 0,-4-1 0 0 0,-16 119 0 0 0,12-168-1929 0 0,-3 38-592 0 0,8-30-6390 0 0,1-48 6682 0 0,-1 0 1 0 0,0 0-1 0 0,0 0 0 0 0,1 0 1 0 0,-1 0-1 0 0,1 0 0 0 0,-1 0 1 0 0,1 0-1 0 0,0 0 0 0 0,-1 0 1 0 0,1 0-1 0 0,0 0 1 0 0,-1-1-1 0 0,1 1 0 0 0,0 0 1 0 0,0 0-1 0 0,0-1 0 0 0,0 1 1 0 0,0-1-1 0 0,0 1 0 0 0,0-1 1 0 0,0 1-1 0 0,2 0 1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6T03:25:4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136 130 1648 0 0,'0'-27'10330'0'0,"9"-47"0"0"0,-9 46-1379 0 0,-2 41-7443 0 0,-25 136-1508 0 0,-52 170 0 0 0,69-284-803 0 0,0 0-2518 0 0,-7 41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903C-BBB7-4866-938E-DF4E37A1EFCE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E16A4-5641-4B18-935E-0367F7FB7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55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8D28-E287-49C6-955F-D09E555C473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8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9409-8734-2A89-FF64-7C6E0E31E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4510B-1764-E579-0B36-5C211EB56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C52A6-EE17-0959-C678-FAC0A7E7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76A01-E685-9FDA-21C8-A44AB201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416B-E36C-73FC-D2B8-B0D1F58C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6721-9ECF-711F-5050-3BAB791A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769F-CA6B-378A-56C3-8DA713107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17982-075B-B080-891A-873BA1AF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2703A-6268-BE79-9F03-99C978A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AB594-4F30-BEB2-FBCB-A7414677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4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7B56-A264-6686-950F-72C0CFD8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146F-0FFD-3526-77F4-2C1F011AD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358A-452B-B3A9-0CA6-86EAAC1F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7550-391A-4BDE-619F-4C321183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14071-18F4-63D3-7450-E0DA53F8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55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9EC7-84DC-D2DD-DF48-25C65C86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B5412-B7A6-F3E6-9A70-500C50870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6CE26-333D-837E-5F52-433ED46E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0BD5A-345C-8CB3-221B-3C2CA68B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2DCD0-36B6-FD74-219D-EC7786BC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A3331-2F8F-5B77-613A-C0D7D269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0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AF21-23A8-D0AB-A285-F12F6D59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EB957-B85F-512A-9592-9D9411A1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49112-4EA9-1E05-5A9C-022F170F7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303A5-B449-705D-BDB3-CEA125443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2F49A-3091-AAC3-8C8D-AA8BC217B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D9DA4-DBF3-1CF1-1E41-ACA07C31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170D3-C74B-FBD9-B029-4CE63B66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C324B-FD36-7868-A8D5-9B081C26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6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32AA-002C-50F9-8DF0-A005E052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771BF-9101-F21C-CEA4-7E7BD551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B684E-3C1B-69D8-2DFC-862C9D07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797FF-26D0-C58A-A342-C53216FE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52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08A59-372C-FF5D-36FB-15F9A421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30D59-1D86-CCE1-2E32-07F72E4B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F9B81-135E-D06C-A9C0-BC44F9B5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94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AA6B-6C69-C19E-605F-CA3C2F49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04BC-0C5E-8404-F1EB-CFC291E04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9692-9F09-6C46-680C-2016C734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A4D12-28AF-7A28-2AE3-B2ECC2FA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85A0C-5EE3-9325-D327-1767437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47F20-2BDD-3F73-B8DE-DB870F54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8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217C-E35D-B5DE-F702-715DB0EDB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0FF79-F22A-CFB7-6707-91D0D7A36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BBE90-937A-006B-2974-3054A597E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E6C00-EF2A-1DEC-F593-77CCA454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8F5F8-916E-B55D-0741-1C78004F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90960-B906-B3CD-187F-8EB7B18B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29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6A0E-BE86-7F3F-0CDE-34328482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8CB6E-6F2C-969D-9D6F-2B8DF3214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022D6-4459-4831-1BF9-A3E88FF3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E0DB8-A916-6D37-1666-D7DD9EAD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C2571-DD25-A50A-0B29-6B8298DD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77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B7DEC-0E61-984D-9087-9B49C9C57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F6FEA-D6C6-E32C-319B-12A8C07D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181D1-ED91-51CB-2CE1-AC2CB0A2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A3DE6-6803-56DF-A5FE-E8C9C48A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F73A-6B9E-A89E-3708-F72C5080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12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251AA-6143-A7A5-E99B-C4734C74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D944C-2A6E-F02D-BA78-061AAF409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4061B-0106-0EDE-9117-FCFDA6060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3378F-CF2B-4B65-8F00-F0D87BFBFC5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EB896-ED31-98D7-A001-570688467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07441-3BC3-95ED-A363-746B60214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75F06-AF57-444E-A7A1-61DC542B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17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28.png"/><Relationship Id="rId299" Type="http://schemas.openxmlformats.org/officeDocument/2006/relationships/image" Target="../media/image4518.png"/><Relationship Id="rId21" Type="http://schemas.openxmlformats.org/officeDocument/2006/relationships/image" Target="../media/image4380.png"/><Relationship Id="rId63" Type="http://schemas.openxmlformats.org/officeDocument/2006/relationships/image" Target="../media/image4401.png"/><Relationship Id="rId159" Type="http://schemas.openxmlformats.org/officeDocument/2006/relationships/image" Target="../media/image444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4535.png"/><Relationship Id="rId5" Type="http://schemas.openxmlformats.org/officeDocument/2006/relationships/image" Target="../media/image4372.png"/><Relationship Id="rId181" Type="http://schemas.openxmlformats.org/officeDocument/2006/relationships/image" Target="../media/image4460.png"/><Relationship Id="rId237" Type="http://schemas.openxmlformats.org/officeDocument/2006/relationships/image" Target="../media/image4487.png"/><Relationship Id="rId279" Type="http://schemas.openxmlformats.org/officeDocument/2006/relationships/image" Target="../media/image4508.png"/><Relationship Id="rId43" Type="http://schemas.openxmlformats.org/officeDocument/2006/relationships/image" Target="../media/image4391.png"/><Relationship Id="rId139" Type="http://schemas.openxmlformats.org/officeDocument/2006/relationships/image" Target="../media/image443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85" Type="http://schemas.openxmlformats.org/officeDocument/2006/relationships/image" Target="../media/image441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4525.png"/><Relationship Id="rId357" Type="http://schemas.openxmlformats.org/officeDocument/2006/relationships/image" Target="../media/image4546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4450.png"/><Relationship Id="rId217" Type="http://schemas.openxmlformats.org/officeDocument/2006/relationships/image" Target="../media/image4477.png"/><Relationship Id="rId259" Type="http://schemas.openxmlformats.org/officeDocument/2006/relationships/image" Target="../media/image4498.png"/><Relationship Id="rId23" Type="http://schemas.openxmlformats.org/officeDocument/2006/relationships/image" Target="../media/image4381.png"/><Relationship Id="rId119" Type="http://schemas.openxmlformats.org/officeDocument/2006/relationships/image" Target="../media/image442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440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4509.png"/><Relationship Id="rId337" Type="http://schemas.openxmlformats.org/officeDocument/2006/relationships/image" Target="../media/image4536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4440.png"/><Relationship Id="rId7" Type="http://schemas.openxmlformats.org/officeDocument/2006/relationships/image" Target="../media/image4373.png"/><Relationship Id="rId183" Type="http://schemas.openxmlformats.org/officeDocument/2006/relationships/image" Target="../media/image4461.png"/><Relationship Id="rId239" Type="http://schemas.openxmlformats.org/officeDocument/2006/relationships/image" Target="../media/image4488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4392.png"/><Relationship Id="rId87" Type="http://schemas.openxmlformats.org/officeDocument/2006/relationships/image" Target="../media/image441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449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4526.png"/><Relationship Id="rId359" Type="http://schemas.openxmlformats.org/officeDocument/2006/relationships/image" Target="../media/image4547.png"/><Relationship Id="rId98" Type="http://schemas.openxmlformats.org/officeDocument/2006/relationships/customXml" Target="../ink/ink49.xml"/><Relationship Id="rId121" Type="http://schemas.openxmlformats.org/officeDocument/2006/relationships/image" Target="../media/image4430.png"/><Relationship Id="rId163" Type="http://schemas.openxmlformats.org/officeDocument/2006/relationships/image" Target="../media/image4451.png"/><Relationship Id="rId219" Type="http://schemas.openxmlformats.org/officeDocument/2006/relationships/image" Target="../media/image4478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25" Type="http://schemas.openxmlformats.org/officeDocument/2006/relationships/image" Target="../media/image4382.png"/><Relationship Id="rId67" Type="http://schemas.openxmlformats.org/officeDocument/2006/relationships/image" Target="../media/image440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241" Type="http://schemas.openxmlformats.org/officeDocument/2006/relationships/image" Target="../media/image4489.png"/><Relationship Id="rId36" Type="http://schemas.openxmlformats.org/officeDocument/2006/relationships/customXml" Target="../ink/ink18.xml"/><Relationship Id="rId283" Type="http://schemas.openxmlformats.org/officeDocument/2006/relationships/image" Target="../media/image4510.png"/><Relationship Id="rId339" Type="http://schemas.openxmlformats.org/officeDocument/2006/relationships/image" Target="../media/image4537.png"/><Relationship Id="rId78" Type="http://schemas.openxmlformats.org/officeDocument/2006/relationships/customXml" Target="../ink/ink39.xml"/><Relationship Id="rId99" Type="http://schemas.openxmlformats.org/officeDocument/2006/relationships/image" Target="../media/image4419.png"/><Relationship Id="rId101" Type="http://schemas.openxmlformats.org/officeDocument/2006/relationships/image" Target="../media/image4420.png"/><Relationship Id="rId122" Type="http://schemas.openxmlformats.org/officeDocument/2006/relationships/customXml" Target="../ink/ink61.xml"/><Relationship Id="rId143" Type="http://schemas.openxmlformats.org/officeDocument/2006/relationships/image" Target="../media/image4441.png"/><Relationship Id="rId164" Type="http://schemas.openxmlformats.org/officeDocument/2006/relationships/customXml" Target="../ink/ink82.xml"/><Relationship Id="rId185" Type="http://schemas.openxmlformats.org/officeDocument/2006/relationships/image" Target="../media/image4462.png"/><Relationship Id="rId350" Type="http://schemas.openxmlformats.org/officeDocument/2006/relationships/customXml" Target="../ink/ink175.xml"/><Relationship Id="rId371" Type="http://schemas.openxmlformats.org/officeDocument/2006/relationships/customXml" Target="../ink/ink186.xml"/><Relationship Id="rId9" Type="http://schemas.openxmlformats.org/officeDocument/2006/relationships/image" Target="../media/image437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4484.png"/><Relationship Id="rId252" Type="http://schemas.openxmlformats.org/officeDocument/2006/relationships/customXml" Target="../ink/ink126.xml"/><Relationship Id="rId273" Type="http://schemas.openxmlformats.org/officeDocument/2006/relationships/image" Target="../media/image4505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4532.png"/><Relationship Id="rId47" Type="http://schemas.openxmlformats.org/officeDocument/2006/relationships/image" Target="../media/image4393.png"/><Relationship Id="rId68" Type="http://schemas.openxmlformats.org/officeDocument/2006/relationships/customXml" Target="../ink/ink34.xml"/><Relationship Id="rId89" Type="http://schemas.openxmlformats.org/officeDocument/2006/relationships/image" Target="../media/image4414.png"/><Relationship Id="rId112" Type="http://schemas.openxmlformats.org/officeDocument/2006/relationships/customXml" Target="../ink/ink56.xml"/><Relationship Id="rId133" Type="http://schemas.openxmlformats.org/officeDocument/2006/relationships/image" Target="../media/image4436.png"/><Relationship Id="rId154" Type="http://schemas.openxmlformats.org/officeDocument/2006/relationships/customXml" Target="../ink/ink77.xml"/><Relationship Id="rId175" Type="http://schemas.openxmlformats.org/officeDocument/2006/relationships/image" Target="../media/image4457.png"/><Relationship Id="rId340" Type="http://schemas.openxmlformats.org/officeDocument/2006/relationships/customXml" Target="../ink/ink170.xml"/><Relationship Id="rId361" Type="http://schemas.openxmlformats.org/officeDocument/2006/relationships/image" Target="../media/image454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4479.png"/><Relationship Id="rId242" Type="http://schemas.openxmlformats.org/officeDocument/2006/relationships/customXml" Target="../ink/ink121.xml"/><Relationship Id="rId263" Type="http://schemas.openxmlformats.org/officeDocument/2006/relationships/image" Target="../media/image4500.png"/><Relationship Id="rId284" Type="http://schemas.openxmlformats.org/officeDocument/2006/relationships/customXml" Target="../ink/ink142.xml"/><Relationship Id="rId319" Type="http://schemas.openxmlformats.org/officeDocument/2006/relationships/image" Target="../media/image4527.png"/><Relationship Id="rId37" Type="http://schemas.openxmlformats.org/officeDocument/2006/relationships/image" Target="../media/image4388.png"/><Relationship Id="rId58" Type="http://schemas.openxmlformats.org/officeDocument/2006/relationships/customXml" Target="../ink/ink29.xml"/><Relationship Id="rId79" Type="http://schemas.openxmlformats.org/officeDocument/2006/relationships/image" Target="../media/image4409.png"/><Relationship Id="rId102" Type="http://schemas.openxmlformats.org/officeDocument/2006/relationships/customXml" Target="../ink/ink51.xml"/><Relationship Id="rId123" Type="http://schemas.openxmlformats.org/officeDocument/2006/relationships/image" Target="../media/image4431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4452.png"/><Relationship Id="rId186" Type="http://schemas.openxmlformats.org/officeDocument/2006/relationships/customXml" Target="../ink/ink93.xml"/><Relationship Id="rId351" Type="http://schemas.openxmlformats.org/officeDocument/2006/relationships/image" Target="../media/image4543.png"/><Relationship Id="rId372" Type="http://schemas.openxmlformats.org/officeDocument/2006/relationships/image" Target="../media/image4552.png"/><Relationship Id="rId211" Type="http://schemas.openxmlformats.org/officeDocument/2006/relationships/image" Target="../media/image4474.png"/><Relationship Id="rId232" Type="http://schemas.openxmlformats.org/officeDocument/2006/relationships/customXml" Target="../ink/ink116.xml"/><Relationship Id="rId253" Type="http://schemas.openxmlformats.org/officeDocument/2006/relationships/image" Target="../media/image4495.png"/><Relationship Id="rId274" Type="http://schemas.openxmlformats.org/officeDocument/2006/relationships/customXml" Target="../ink/ink137.xml"/><Relationship Id="rId295" Type="http://schemas.openxmlformats.org/officeDocument/2006/relationships/image" Target="../media/image4516.png"/><Relationship Id="rId309" Type="http://schemas.openxmlformats.org/officeDocument/2006/relationships/image" Target="../media/image4522.png"/><Relationship Id="rId27" Type="http://schemas.openxmlformats.org/officeDocument/2006/relationships/image" Target="../media/image4383.png"/><Relationship Id="rId48" Type="http://schemas.openxmlformats.org/officeDocument/2006/relationships/customXml" Target="../ink/ink24.xml"/><Relationship Id="rId69" Type="http://schemas.openxmlformats.org/officeDocument/2006/relationships/image" Target="../media/image4404.png"/><Relationship Id="rId113" Type="http://schemas.openxmlformats.org/officeDocument/2006/relationships/image" Target="../media/image442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4447.png"/><Relationship Id="rId176" Type="http://schemas.openxmlformats.org/officeDocument/2006/relationships/customXml" Target="../ink/ink88.xml"/><Relationship Id="rId197" Type="http://schemas.openxmlformats.org/officeDocument/2006/relationships/image" Target="../media/image4467.png"/><Relationship Id="rId341" Type="http://schemas.openxmlformats.org/officeDocument/2006/relationships/image" Target="../media/image4538.png"/><Relationship Id="rId362" Type="http://schemas.openxmlformats.org/officeDocument/2006/relationships/customXml" Target="../ink/ink181.xml"/><Relationship Id="rId201" Type="http://schemas.openxmlformats.org/officeDocument/2006/relationships/image" Target="../media/image4469.png"/><Relationship Id="rId222" Type="http://schemas.openxmlformats.org/officeDocument/2006/relationships/customXml" Target="../ink/ink111.xml"/><Relationship Id="rId243" Type="http://schemas.openxmlformats.org/officeDocument/2006/relationships/image" Target="../media/image4490.png"/><Relationship Id="rId264" Type="http://schemas.openxmlformats.org/officeDocument/2006/relationships/customXml" Target="../ink/ink132.xml"/><Relationship Id="rId285" Type="http://schemas.openxmlformats.org/officeDocument/2006/relationships/image" Target="../media/image4511.png"/><Relationship Id="rId17" Type="http://schemas.openxmlformats.org/officeDocument/2006/relationships/image" Target="../media/image4378.png"/><Relationship Id="rId38" Type="http://schemas.openxmlformats.org/officeDocument/2006/relationships/customXml" Target="../ink/ink19.xml"/><Relationship Id="rId59" Type="http://schemas.openxmlformats.org/officeDocument/2006/relationships/image" Target="../media/image4399.png"/><Relationship Id="rId103" Type="http://schemas.openxmlformats.org/officeDocument/2006/relationships/image" Target="../media/image442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415.png"/><Relationship Id="rId145" Type="http://schemas.openxmlformats.org/officeDocument/2006/relationships/image" Target="../media/image4442.png"/><Relationship Id="rId166" Type="http://schemas.openxmlformats.org/officeDocument/2006/relationships/customXml" Target="../ink/ink83.xml"/><Relationship Id="rId187" Type="http://schemas.openxmlformats.org/officeDocument/2006/relationships/image" Target="../media/image4463.png"/><Relationship Id="rId331" Type="http://schemas.openxmlformats.org/officeDocument/2006/relationships/image" Target="../media/image4533.png"/><Relationship Id="rId352" Type="http://schemas.openxmlformats.org/officeDocument/2006/relationships/customXml" Target="../ink/ink176.xml"/><Relationship Id="rId373" Type="http://schemas.openxmlformats.org/officeDocument/2006/relationships/customXml" Target="../ink/ink18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4485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4394.png"/><Relationship Id="rId114" Type="http://schemas.openxmlformats.org/officeDocument/2006/relationships/customXml" Target="../ink/ink57.xml"/><Relationship Id="rId275" Type="http://schemas.openxmlformats.org/officeDocument/2006/relationships/image" Target="../media/image4506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410.png"/><Relationship Id="rId135" Type="http://schemas.openxmlformats.org/officeDocument/2006/relationships/image" Target="../media/image4437.png"/><Relationship Id="rId156" Type="http://schemas.openxmlformats.org/officeDocument/2006/relationships/customXml" Target="../ink/ink78.xml"/><Relationship Id="rId177" Type="http://schemas.openxmlformats.org/officeDocument/2006/relationships/image" Target="../media/image4458.png"/><Relationship Id="rId198" Type="http://schemas.openxmlformats.org/officeDocument/2006/relationships/customXml" Target="../ink/ink99.xml"/><Relationship Id="rId321" Type="http://schemas.openxmlformats.org/officeDocument/2006/relationships/image" Target="../media/image4528.png"/><Relationship Id="rId342" Type="http://schemas.openxmlformats.org/officeDocument/2006/relationships/customXml" Target="../ink/ink171.xml"/><Relationship Id="rId363" Type="http://schemas.openxmlformats.org/officeDocument/2006/relationships/image" Target="../media/image4549.png"/><Relationship Id="rId202" Type="http://schemas.openxmlformats.org/officeDocument/2006/relationships/customXml" Target="../ink/ink101.xml"/><Relationship Id="rId223" Type="http://schemas.openxmlformats.org/officeDocument/2006/relationships/image" Target="../media/image4480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4389.png"/><Relationship Id="rId265" Type="http://schemas.openxmlformats.org/officeDocument/2006/relationships/image" Target="../media/image4501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4432.png"/><Relationship Id="rId146" Type="http://schemas.openxmlformats.org/officeDocument/2006/relationships/customXml" Target="../ink/ink73.xml"/><Relationship Id="rId167" Type="http://schemas.openxmlformats.org/officeDocument/2006/relationships/image" Target="../media/image4453.png"/><Relationship Id="rId188" Type="http://schemas.openxmlformats.org/officeDocument/2006/relationships/customXml" Target="../ink/ink94.xml"/><Relationship Id="rId311" Type="http://schemas.openxmlformats.org/officeDocument/2006/relationships/image" Target="../media/image4523.png"/><Relationship Id="rId332" Type="http://schemas.openxmlformats.org/officeDocument/2006/relationships/customXml" Target="../ink/ink166.xml"/><Relationship Id="rId353" Type="http://schemas.openxmlformats.org/officeDocument/2006/relationships/image" Target="../media/image4544.png"/><Relationship Id="rId374" Type="http://schemas.openxmlformats.org/officeDocument/2006/relationships/image" Target="../media/image4553.png"/><Relationship Id="rId71" Type="http://schemas.openxmlformats.org/officeDocument/2006/relationships/image" Target="../media/image4405.png"/><Relationship Id="rId92" Type="http://schemas.openxmlformats.org/officeDocument/2006/relationships/customXml" Target="../ink/ink46.xml"/><Relationship Id="rId213" Type="http://schemas.openxmlformats.org/officeDocument/2006/relationships/image" Target="../media/image447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4384.png"/><Relationship Id="rId255" Type="http://schemas.openxmlformats.org/officeDocument/2006/relationships/image" Target="../media/image4496.png"/><Relationship Id="rId276" Type="http://schemas.openxmlformats.org/officeDocument/2006/relationships/customXml" Target="../ink/ink138.xml"/><Relationship Id="rId297" Type="http://schemas.openxmlformats.org/officeDocument/2006/relationships/image" Target="../media/image4517.png"/><Relationship Id="rId40" Type="http://schemas.openxmlformats.org/officeDocument/2006/relationships/customXml" Target="../ink/ink20.xml"/><Relationship Id="rId115" Type="http://schemas.openxmlformats.org/officeDocument/2006/relationships/image" Target="../media/image4427.png"/><Relationship Id="rId136" Type="http://schemas.openxmlformats.org/officeDocument/2006/relationships/customXml" Target="../ink/ink68.xml"/><Relationship Id="rId157" Type="http://schemas.openxmlformats.org/officeDocument/2006/relationships/image" Target="../media/image4448.png"/><Relationship Id="rId178" Type="http://schemas.openxmlformats.org/officeDocument/2006/relationships/customXml" Target="../ink/ink89.xml"/><Relationship Id="rId301" Type="http://schemas.openxmlformats.org/officeDocument/2006/relationships/image" Target="../media/image2894.png"/><Relationship Id="rId322" Type="http://schemas.openxmlformats.org/officeDocument/2006/relationships/customXml" Target="../ink/ink161.xml"/><Relationship Id="rId343" Type="http://schemas.openxmlformats.org/officeDocument/2006/relationships/image" Target="../media/image4539.png"/><Relationship Id="rId364" Type="http://schemas.openxmlformats.org/officeDocument/2006/relationships/customXml" Target="../ink/ink182.xml"/><Relationship Id="rId61" Type="http://schemas.openxmlformats.org/officeDocument/2006/relationships/image" Target="../media/image4400.png"/><Relationship Id="rId82" Type="http://schemas.openxmlformats.org/officeDocument/2006/relationships/customXml" Target="../ink/ink41.xml"/><Relationship Id="rId199" Type="http://schemas.openxmlformats.org/officeDocument/2006/relationships/image" Target="../media/image4468.png"/><Relationship Id="rId203" Type="http://schemas.openxmlformats.org/officeDocument/2006/relationships/image" Target="../media/image4470.png"/><Relationship Id="rId19" Type="http://schemas.openxmlformats.org/officeDocument/2006/relationships/image" Target="../media/image4379.png"/><Relationship Id="rId224" Type="http://schemas.openxmlformats.org/officeDocument/2006/relationships/customXml" Target="../ink/ink112.xml"/><Relationship Id="rId245" Type="http://schemas.openxmlformats.org/officeDocument/2006/relationships/image" Target="../media/image4491.png"/><Relationship Id="rId266" Type="http://schemas.openxmlformats.org/officeDocument/2006/relationships/customXml" Target="../ink/ink133.xml"/><Relationship Id="rId287" Type="http://schemas.openxmlformats.org/officeDocument/2006/relationships/image" Target="../media/image4512.png"/><Relationship Id="rId30" Type="http://schemas.openxmlformats.org/officeDocument/2006/relationships/customXml" Target="../ink/ink15.xml"/><Relationship Id="rId105" Type="http://schemas.openxmlformats.org/officeDocument/2006/relationships/image" Target="../media/image4422.png"/><Relationship Id="rId126" Type="http://schemas.openxmlformats.org/officeDocument/2006/relationships/customXml" Target="../ink/ink63.xml"/><Relationship Id="rId147" Type="http://schemas.openxmlformats.org/officeDocument/2006/relationships/image" Target="../media/image444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4534.png"/><Relationship Id="rId354" Type="http://schemas.openxmlformats.org/officeDocument/2006/relationships/customXml" Target="../ink/ink177.xml"/><Relationship Id="rId51" Type="http://schemas.openxmlformats.org/officeDocument/2006/relationships/image" Target="../media/image4395.png"/><Relationship Id="rId72" Type="http://schemas.openxmlformats.org/officeDocument/2006/relationships/customXml" Target="../ink/ink36.xml"/><Relationship Id="rId93" Type="http://schemas.openxmlformats.org/officeDocument/2006/relationships/image" Target="../media/image4416.png"/><Relationship Id="rId189" Type="http://schemas.openxmlformats.org/officeDocument/2006/relationships/image" Target="../media/image4464.png"/><Relationship Id="rId375" Type="http://schemas.openxmlformats.org/officeDocument/2006/relationships/customXml" Target="../ink/ink188.xml"/><Relationship Id="rId3" Type="http://schemas.openxmlformats.org/officeDocument/2006/relationships/image" Target="../media/image4371.png"/><Relationship Id="rId214" Type="http://schemas.openxmlformats.org/officeDocument/2006/relationships/customXml" Target="../ink/ink107.xml"/><Relationship Id="rId235" Type="http://schemas.openxmlformats.org/officeDocument/2006/relationships/image" Target="../media/image4486.png"/><Relationship Id="rId256" Type="http://schemas.openxmlformats.org/officeDocument/2006/relationships/customXml" Target="../ink/ink128.xml"/><Relationship Id="rId277" Type="http://schemas.openxmlformats.org/officeDocument/2006/relationships/image" Target="../media/image4507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443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4529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4390.png"/><Relationship Id="rId62" Type="http://schemas.openxmlformats.org/officeDocument/2006/relationships/customXml" Target="../ink/ink31.xml"/><Relationship Id="rId83" Type="http://schemas.openxmlformats.org/officeDocument/2006/relationships/image" Target="../media/image4411.png"/><Relationship Id="rId179" Type="http://schemas.openxmlformats.org/officeDocument/2006/relationships/image" Target="../media/image4459.png"/><Relationship Id="rId365" Type="http://schemas.openxmlformats.org/officeDocument/2006/relationships/image" Target="../media/image455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4481.png"/><Relationship Id="rId246" Type="http://schemas.openxmlformats.org/officeDocument/2006/relationships/customXml" Target="../ink/ink123.xml"/><Relationship Id="rId267" Type="http://schemas.openxmlformats.org/officeDocument/2006/relationships/image" Target="../media/image4502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4433.png"/><Relationship Id="rId313" Type="http://schemas.openxmlformats.org/officeDocument/2006/relationships/image" Target="../media/image4524.png"/><Relationship Id="rId10" Type="http://schemas.openxmlformats.org/officeDocument/2006/relationships/customXml" Target="../ink/ink5.xml"/><Relationship Id="rId31" Type="http://schemas.openxmlformats.org/officeDocument/2006/relationships/image" Target="../media/image4385.png"/><Relationship Id="rId52" Type="http://schemas.openxmlformats.org/officeDocument/2006/relationships/customXml" Target="../ink/ink26.xml"/><Relationship Id="rId73" Type="http://schemas.openxmlformats.org/officeDocument/2006/relationships/image" Target="../media/image440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4454.png"/><Relationship Id="rId334" Type="http://schemas.openxmlformats.org/officeDocument/2006/relationships/customXml" Target="../ink/ink167.xml"/><Relationship Id="rId355" Type="http://schemas.openxmlformats.org/officeDocument/2006/relationships/image" Target="../media/image4545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4476.png"/><Relationship Id="rId236" Type="http://schemas.openxmlformats.org/officeDocument/2006/relationships/customXml" Target="../ink/ink118.xml"/><Relationship Id="rId257" Type="http://schemas.openxmlformats.org/officeDocument/2006/relationships/image" Target="../media/image4497.png"/><Relationship Id="rId278" Type="http://schemas.openxmlformats.org/officeDocument/2006/relationships/customXml" Target="../ink/ink139.xml"/><Relationship Id="rId303" Type="http://schemas.openxmlformats.org/officeDocument/2006/relationships/image" Target="../media/image4519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4540.png"/><Relationship Id="rId191" Type="http://schemas.openxmlformats.org/officeDocument/2006/relationships/image" Target="../media/image262.png"/><Relationship Id="rId205" Type="http://schemas.openxmlformats.org/officeDocument/2006/relationships/image" Target="../media/image4471.png"/><Relationship Id="rId247" Type="http://schemas.openxmlformats.org/officeDocument/2006/relationships/image" Target="../media/image4492.png"/><Relationship Id="rId107" Type="http://schemas.openxmlformats.org/officeDocument/2006/relationships/image" Target="../media/image4423.png"/><Relationship Id="rId289" Type="http://schemas.openxmlformats.org/officeDocument/2006/relationships/image" Target="../media/image4513.png"/><Relationship Id="rId11" Type="http://schemas.openxmlformats.org/officeDocument/2006/relationships/image" Target="../media/image4375.png"/><Relationship Id="rId53" Type="http://schemas.openxmlformats.org/officeDocument/2006/relationships/image" Target="../media/image4396.png"/><Relationship Id="rId149" Type="http://schemas.openxmlformats.org/officeDocument/2006/relationships/image" Target="../media/image444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95" Type="http://schemas.openxmlformats.org/officeDocument/2006/relationships/image" Target="../media/image441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4530.png"/><Relationship Id="rId367" Type="http://schemas.openxmlformats.org/officeDocument/2006/relationships/image" Target="../media/image4551.png"/><Relationship Id="rId171" Type="http://schemas.openxmlformats.org/officeDocument/2006/relationships/image" Target="../media/image4455.png"/><Relationship Id="rId227" Type="http://schemas.openxmlformats.org/officeDocument/2006/relationships/image" Target="../media/image4482.png"/><Relationship Id="rId269" Type="http://schemas.openxmlformats.org/officeDocument/2006/relationships/image" Target="../media/image4503.png"/><Relationship Id="rId33" Type="http://schemas.openxmlformats.org/officeDocument/2006/relationships/image" Target="../media/image4386.png"/><Relationship Id="rId129" Type="http://schemas.openxmlformats.org/officeDocument/2006/relationships/image" Target="../media/image443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440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4514.png"/><Relationship Id="rId305" Type="http://schemas.openxmlformats.org/officeDocument/2006/relationships/image" Target="../media/image4520.png"/><Relationship Id="rId347" Type="http://schemas.openxmlformats.org/officeDocument/2006/relationships/image" Target="../media/image4541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4445.png"/><Relationship Id="rId193" Type="http://schemas.openxmlformats.org/officeDocument/2006/relationships/image" Target="../media/image4465.png"/><Relationship Id="rId207" Type="http://schemas.openxmlformats.org/officeDocument/2006/relationships/image" Target="../media/image4472.png"/><Relationship Id="rId249" Type="http://schemas.openxmlformats.org/officeDocument/2006/relationships/image" Target="../media/image4493.png"/><Relationship Id="rId13" Type="http://schemas.openxmlformats.org/officeDocument/2006/relationships/image" Target="../media/image4376.png"/><Relationship Id="rId109" Type="http://schemas.openxmlformats.org/officeDocument/2006/relationships/image" Target="../media/image442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4397.png"/><Relationship Id="rId97" Type="http://schemas.openxmlformats.org/officeDocument/2006/relationships/image" Target="../media/image441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4504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4435.png"/><Relationship Id="rId327" Type="http://schemas.openxmlformats.org/officeDocument/2006/relationships/image" Target="../media/image4531.png"/><Relationship Id="rId369" Type="http://schemas.openxmlformats.org/officeDocument/2006/relationships/image" Target="../media/image1757.png"/><Relationship Id="rId173" Type="http://schemas.openxmlformats.org/officeDocument/2006/relationships/image" Target="../media/image4456.png"/><Relationship Id="rId229" Type="http://schemas.openxmlformats.org/officeDocument/2006/relationships/image" Target="../media/image4483.png"/><Relationship Id="rId240" Type="http://schemas.openxmlformats.org/officeDocument/2006/relationships/customXml" Target="../ink/ink120.xml"/><Relationship Id="rId35" Type="http://schemas.openxmlformats.org/officeDocument/2006/relationships/image" Target="../media/image4387.png"/><Relationship Id="rId77" Type="http://schemas.openxmlformats.org/officeDocument/2006/relationships/image" Target="../media/image440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251" Type="http://schemas.openxmlformats.org/officeDocument/2006/relationships/image" Target="../media/image4494.png"/><Relationship Id="rId46" Type="http://schemas.openxmlformats.org/officeDocument/2006/relationships/customXml" Target="../ink/ink23.xml"/><Relationship Id="rId293" Type="http://schemas.openxmlformats.org/officeDocument/2006/relationships/image" Target="../media/image4515.png"/><Relationship Id="rId307" Type="http://schemas.openxmlformats.org/officeDocument/2006/relationships/image" Target="../media/image4521.png"/><Relationship Id="rId349" Type="http://schemas.openxmlformats.org/officeDocument/2006/relationships/image" Target="../media/image4542.png"/><Relationship Id="rId88" Type="http://schemas.openxmlformats.org/officeDocument/2006/relationships/customXml" Target="../ink/ink44.xml"/><Relationship Id="rId111" Type="http://schemas.openxmlformats.org/officeDocument/2006/relationships/image" Target="../media/image4425.png"/><Relationship Id="rId153" Type="http://schemas.openxmlformats.org/officeDocument/2006/relationships/image" Target="../media/image4446.png"/><Relationship Id="rId195" Type="http://schemas.openxmlformats.org/officeDocument/2006/relationships/image" Target="../media/image4466.png"/><Relationship Id="rId209" Type="http://schemas.openxmlformats.org/officeDocument/2006/relationships/image" Target="../media/image4473.png"/><Relationship Id="rId360" Type="http://schemas.openxmlformats.org/officeDocument/2006/relationships/customXml" Target="../ink/ink180.xml"/><Relationship Id="rId220" Type="http://schemas.openxmlformats.org/officeDocument/2006/relationships/customXml" Target="../ink/ink110.xml"/><Relationship Id="rId15" Type="http://schemas.openxmlformats.org/officeDocument/2006/relationships/image" Target="../media/image4377.png"/><Relationship Id="rId57" Type="http://schemas.openxmlformats.org/officeDocument/2006/relationships/image" Target="../media/image439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10.png"/><Relationship Id="rId21" Type="http://schemas.openxmlformats.org/officeDocument/2006/relationships/image" Target="../media/image4563.png"/><Relationship Id="rId42" Type="http://schemas.openxmlformats.org/officeDocument/2006/relationships/customXml" Target="../ink/ink209.xml"/><Relationship Id="rId63" Type="http://schemas.openxmlformats.org/officeDocument/2006/relationships/image" Target="../media/image4584.png"/><Relationship Id="rId84" Type="http://schemas.openxmlformats.org/officeDocument/2006/relationships/customXml" Target="../ink/ink230.xml"/><Relationship Id="rId138" Type="http://schemas.openxmlformats.org/officeDocument/2006/relationships/customXml" Target="../ink/ink257.xml"/><Relationship Id="rId159" Type="http://schemas.openxmlformats.org/officeDocument/2006/relationships/image" Target="../media/image4631.png"/><Relationship Id="rId170" Type="http://schemas.openxmlformats.org/officeDocument/2006/relationships/customXml" Target="../ink/ink273.xml"/><Relationship Id="rId191" Type="http://schemas.openxmlformats.org/officeDocument/2006/relationships/customXml" Target="../ink/ink284.xml"/><Relationship Id="rId205" Type="http://schemas.openxmlformats.org/officeDocument/2006/relationships/customXml" Target="../ink/ink291.xml"/><Relationship Id="rId226" Type="http://schemas.openxmlformats.org/officeDocument/2006/relationships/image" Target="../media/image4660.png"/><Relationship Id="rId107" Type="http://schemas.openxmlformats.org/officeDocument/2006/relationships/image" Target="../media/image4605.png"/><Relationship Id="rId11" Type="http://schemas.openxmlformats.org/officeDocument/2006/relationships/image" Target="../media/image4558.png"/><Relationship Id="rId32" Type="http://schemas.openxmlformats.org/officeDocument/2006/relationships/customXml" Target="../ink/ink204.xml"/><Relationship Id="rId53" Type="http://schemas.openxmlformats.org/officeDocument/2006/relationships/image" Target="../media/image4579.png"/><Relationship Id="rId74" Type="http://schemas.openxmlformats.org/officeDocument/2006/relationships/customXml" Target="../ink/ink225.xml"/><Relationship Id="rId128" Type="http://schemas.openxmlformats.org/officeDocument/2006/relationships/customXml" Target="../ink/ink252.xml"/><Relationship Id="rId149" Type="http://schemas.openxmlformats.org/officeDocument/2006/relationships/image" Target="../media/image4626.png"/><Relationship Id="rId5" Type="http://schemas.openxmlformats.org/officeDocument/2006/relationships/image" Target="../media/image4555.png"/><Relationship Id="rId95" Type="http://schemas.openxmlformats.org/officeDocument/2006/relationships/image" Target="../media/image4599.png"/><Relationship Id="rId160" Type="http://schemas.openxmlformats.org/officeDocument/2006/relationships/customXml" Target="../ink/ink268.xml"/><Relationship Id="rId181" Type="http://schemas.openxmlformats.org/officeDocument/2006/relationships/image" Target="../media/image1497.png"/><Relationship Id="rId216" Type="http://schemas.openxmlformats.org/officeDocument/2006/relationships/image" Target="../media/image4656.png"/><Relationship Id="rId237" Type="http://schemas.openxmlformats.org/officeDocument/2006/relationships/customXml" Target="../ink/ink308.xml"/><Relationship Id="rId22" Type="http://schemas.openxmlformats.org/officeDocument/2006/relationships/customXml" Target="../ink/ink199.xml"/><Relationship Id="rId43" Type="http://schemas.openxmlformats.org/officeDocument/2006/relationships/image" Target="../media/image4574.png"/><Relationship Id="rId64" Type="http://schemas.openxmlformats.org/officeDocument/2006/relationships/customXml" Target="../ink/ink220.xml"/><Relationship Id="rId118" Type="http://schemas.openxmlformats.org/officeDocument/2006/relationships/customXml" Target="../ink/ink247.xml"/><Relationship Id="rId139" Type="http://schemas.openxmlformats.org/officeDocument/2006/relationships/image" Target="../media/image4621.png"/><Relationship Id="rId85" Type="http://schemas.openxmlformats.org/officeDocument/2006/relationships/image" Target="../media/image1552.png"/><Relationship Id="rId150" Type="http://schemas.openxmlformats.org/officeDocument/2006/relationships/customXml" Target="../ink/ink263.xml"/><Relationship Id="rId171" Type="http://schemas.openxmlformats.org/officeDocument/2006/relationships/image" Target="../media/image4637.png"/><Relationship Id="rId192" Type="http://schemas.openxmlformats.org/officeDocument/2006/relationships/image" Target="../media/image4644.png"/><Relationship Id="rId206" Type="http://schemas.openxmlformats.org/officeDocument/2006/relationships/image" Target="../media/image4651.png"/><Relationship Id="rId227" Type="http://schemas.openxmlformats.org/officeDocument/2006/relationships/customXml" Target="../ink/ink302.xml"/><Relationship Id="rId12" Type="http://schemas.openxmlformats.org/officeDocument/2006/relationships/customXml" Target="../ink/ink194.xml"/><Relationship Id="rId33" Type="http://schemas.openxmlformats.org/officeDocument/2006/relationships/image" Target="../media/image4569.png"/><Relationship Id="rId108" Type="http://schemas.openxmlformats.org/officeDocument/2006/relationships/customXml" Target="../ink/ink242.xml"/><Relationship Id="rId129" Type="http://schemas.openxmlformats.org/officeDocument/2006/relationships/image" Target="../media/image4616.png"/><Relationship Id="rId54" Type="http://schemas.openxmlformats.org/officeDocument/2006/relationships/customXml" Target="../ink/ink215.xml"/><Relationship Id="rId75" Type="http://schemas.openxmlformats.org/officeDocument/2006/relationships/image" Target="../media/image4590.png"/><Relationship Id="rId96" Type="http://schemas.openxmlformats.org/officeDocument/2006/relationships/customXml" Target="../ink/ink236.xml"/><Relationship Id="rId140" Type="http://schemas.openxmlformats.org/officeDocument/2006/relationships/customXml" Target="../ink/ink258.xml"/><Relationship Id="rId161" Type="http://schemas.openxmlformats.org/officeDocument/2006/relationships/image" Target="../media/image4632.png"/><Relationship Id="rId182" Type="http://schemas.openxmlformats.org/officeDocument/2006/relationships/customXml" Target="../ink/ink279.xml"/><Relationship Id="rId217" Type="http://schemas.openxmlformats.org/officeDocument/2006/relationships/customXml" Target="../ink/ink297.xml"/><Relationship Id="rId6" Type="http://schemas.openxmlformats.org/officeDocument/2006/relationships/customXml" Target="../ink/ink191.xml"/><Relationship Id="rId238" Type="http://schemas.openxmlformats.org/officeDocument/2006/relationships/image" Target="../media/image3.png"/><Relationship Id="rId23" Type="http://schemas.openxmlformats.org/officeDocument/2006/relationships/image" Target="../media/image4564.png"/><Relationship Id="rId119" Type="http://schemas.openxmlformats.org/officeDocument/2006/relationships/image" Target="../media/image4611.png"/><Relationship Id="rId44" Type="http://schemas.openxmlformats.org/officeDocument/2006/relationships/customXml" Target="../ink/ink210.xml"/><Relationship Id="rId65" Type="http://schemas.openxmlformats.org/officeDocument/2006/relationships/image" Target="../media/image4585.png"/><Relationship Id="rId86" Type="http://schemas.openxmlformats.org/officeDocument/2006/relationships/customXml" Target="../ink/ink231.xml"/><Relationship Id="rId130" Type="http://schemas.openxmlformats.org/officeDocument/2006/relationships/customXml" Target="../ink/ink253.xml"/><Relationship Id="rId151" Type="http://schemas.openxmlformats.org/officeDocument/2006/relationships/image" Target="../media/image4627.png"/><Relationship Id="rId172" Type="http://schemas.openxmlformats.org/officeDocument/2006/relationships/customXml" Target="../ink/ink274.xml"/><Relationship Id="rId193" Type="http://schemas.openxmlformats.org/officeDocument/2006/relationships/customXml" Target="../ink/ink285.xml"/><Relationship Id="rId207" Type="http://schemas.openxmlformats.org/officeDocument/2006/relationships/customXml" Target="../ink/ink292.xml"/><Relationship Id="rId228" Type="http://schemas.openxmlformats.org/officeDocument/2006/relationships/image" Target="../media/image4661.png"/><Relationship Id="rId13" Type="http://schemas.openxmlformats.org/officeDocument/2006/relationships/image" Target="../media/image4559.png"/><Relationship Id="rId109" Type="http://schemas.openxmlformats.org/officeDocument/2006/relationships/image" Target="../media/image4606.png"/><Relationship Id="rId34" Type="http://schemas.openxmlformats.org/officeDocument/2006/relationships/customXml" Target="../ink/ink205.xml"/><Relationship Id="rId55" Type="http://schemas.openxmlformats.org/officeDocument/2006/relationships/image" Target="../media/image4580.png"/><Relationship Id="rId76" Type="http://schemas.openxmlformats.org/officeDocument/2006/relationships/customXml" Target="../ink/ink226.xml"/><Relationship Id="rId97" Type="http://schemas.openxmlformats.org/officeDocument/2006/relationships/image" Target="../media/image4600.png"/><Relationship Id="rId120" Type="http://schemas.openxmlformats.org/officeDocument/2006/relationships/customXml" Target="../ink/ink248.xml"/><Relationship Id="rId141" Type="http://schemas.openxmlformats.org/officeDocument/2006/relationships/image" Target="../media/image4622.png"/><Relationship Id="rId7" Type="http://schemas.openxmlformats.org/officeDocument/2006/relationships/image" Target="../media/image4556.png"/><Relationship Id="rId162" Type="http://schemas.openxmlformats.org/officeDocument/2006/relationships/customXml" Target="../ink/ink269.xml"/><Relationship Id="rId183" Type="http://schemas.openxmlformats.org/officeDocument/2006/relationships/image" Target="../media/image972.png"/><Relationship Id="rId218" Type="http://schemas.openxmlformats.org/officeDocument/2006/relationships/image" Target="../media/image4657.png"/><Relationship Id="rId239" Type="http://schemas.openxmlformats.org/officeDocument/2006/relationships/customXml" Target="../ink/ink309.xml"/><Relationship Id="rId24" Type="http://schemas.openxmlformats.org/officeDocument/2006/relationships/customXml" Target="../ink/ink200.xml"/><Relationship Id="rId45" Type="http://schemas.openxmlformats.org/officeDocument/2006/relationships/image" Target="../media/image4575.png"/><Relationship Id="rId66" Type="http://schemas.openxmlformats.org/officeDocument/2006/relationships/customXml" Target="../ink/ink221.xml"/><Relationship Id="rId87" Type="http://schemas.openxmlformats.org/officeDocument/2006/relationships/image" Target="../media/image4595.png"/><Relationship Id="rId110" Type="http://schemas.openxmlformats.org/officeDocument/2006/relationships/customXml" Target="../ink/ink243.xml"/><Relationship Id="rId131" Type="http://schemas.openxmlformats.org/officeDocument/2006/relationships/image" Target="../media/image4617.png"/><Relationship Id="rId152" Type="http://schemas.openxmlformats.org/officeDocument/2006/relationships/customXml" Target="../ink/ink264.xml"/><Relationship Id="rId173" Type="http://schemas.openxmlformats.org/officeDocument/2006/relationships/image" Target="../media/image4638.png"/><Relationship Id="rId194" Type="http://schemas.openxmlformats.org/officeDocument/2006/relationships/image" Target="../media/image4645.png"/><Relationship Id="rId208" Type="http://schemas.openxmlformats.org/officeDocument/2006/relationships/image" Target="../media/image4652.png"/><Relationship Id="rId229" Type="http://schemas.openxmlformats.org/officeDocument/2006/relationships/customXml" Target="../ink/ink303.xml"/><Relationship Id="rId240" Type="http://schemas.openxmlformats.org/officeDocument/2006/relationships/image" Target="../media/image4.png"/><Relationship Id="rId14" Type="http://schemas.openxmlformats.org/officeDocument/2006/relationships/customXml" Target="../ink/ink195.xml"/><Relationship Id="rId35" Type="http://schemas.openxmlformats.org/officeDocument/2006/relationships/image" Target="../media/image4570.png"/><Relationship Id="rId56" Type="http://schemas.openxmlformats.org/officeDocument/2006/relationships/customXml" Target="../ink/ink216.xml"/><Relationship Id="rId77" Type="http://schemas.openxmlformats.org/officeDocument/2006/relationships/image" Target="../media/image4591.png"/><Relationship Id="rId100" Type="http://schemas.openxmlformats.org/officeDocument/2006/relationships/customXml" Target="../ink/ink238.xml"/><Relationship Id="rId8" Type="http://schemas.openxmlformats.org/officeDocument/2006/relationships/customXml" Target="../ink/ink192.xml"/><Relationship Id="rId98" Type="http://schemas.openxmlformats.org/officeDocument/2006/relationships/customXml" Target="../ink/ink237.xml"/><Relationship Id="rId121" Type="http://schemas.openxmlformats.org/officeDocument/2006/relationships/image" Target="../media/image4612.png"/><Relationship Id="rId142" Type="http://schemas.openxmlformats.org/officeDocument/2006/relationships/customXml" Target="../ink/ink259.xml"/><Relationship Id="rId163" Type="http://schemas.openxmlformats.org/officeDocument/2006/relationships/image" Target="../media/image4633.png"/><Relationship Id="rId184" Type="http://schemas.openxmlformats.org/officeDocument/2006/relationships/customXml" Target="../ink/ink280.xml"/><Relationship Id="rId219" Type="http://schemas.openxmlformats.org/officeDocument/2006/relationships/customXml" Target="../ink/ink298.xml"/><Relationship Id="rId230" Type="http://schemas.openxmlformats.org/officeDocument/2006/relationships/image" Target="../media/image4662.png"/><Relationship Id="rId25" Type="http://schemas.openxmlformats.org/officeDocument/2006/relationships/image" Target="../media/image4565.png"/><Relationship Id="rId46" Type="http://schemas.openxmlformats.org/officeDocument/2006/relationships/customXml" Target="../ink/ink211.xml"/><Relationship Id="rId67" Type="http://schemas.openxmlformats.org/officeDocument/2006/relationships/image" Target="../media/image4586.png"/><Relationship Id="rId88" Type="http://schemas.openxmlformats.org/officeDocument/2006/relationships/customXml" Target="../ink/ink232.xml"/><Relationship Id="rId111" Type="http://schemas.openxmlformats.org/officeDocument/2006/relationships/image" Target="../media/image4607.png"/><Relationship Id="rId132" Type="http://schemas.openxmlformats.org/officeDocument/2006/relationships/customXml" Target="../ink/ink254.xml"/><Relationship Id="rId153" Type="http://schemas.openxmlformats.org/officeDocument/2006/relationships/image" Target="../media/image4628.png"/><Relationship Id="rId174" Type="http://schemas.openxmlformats.org/officeDocument/2006/relationships/customXml" Target="../ink/ink275.xml"/><Relationship Id="rId195" Type="http://schemas.openxmlformats.org/officeDocument/2006/relationships/customXml" Target="../ink/ink286.xml"/><Relationship Id="rId209" Type="http://schemas.openxmlformats.org/officeDocument/2006/relationships/customXml" Target="../ink/ink293.xml"/><Relationship Id="rId220" Type="http://schemas.openxmlformats.org/officeDocument/2006/relationships/image" Target="../media/image4658.png"/><Relationship Id="rId241" Type="http://schemas.openxmlformats.org/officeDocument/2006/relationships/customXml" Target="../ink/ink310.xml"/><Relationship Id="rId15" Type="http://schemas.openxmlformats.org/officeDocument/2006/relationships/image" Target="../media/image4560.png"/><Relationship Id="rId36" Type="http://schemas.openxmlformats.org/officeDocument/2006/relationships/customXml" Target="../ink/ink206.xml"/><Relationship Id="rId57" Type="http://schemas.openxmlformats.org/officeDocument/2006/relationships/image" Target="../media/image4581.png"/><Relationship Id="rId106" Type="http://schemas.openxmlformats.org/officeDocument/2006/relationships/customXml" Target="../ink/ink241.xml"/><Relationship Id="rId127" Type="http://schemas.openxmlformats.org/officeDocument/2006/relationships/image" Target="../media/image4615.png"/><Relationship Id="rId10" Type="http://schemas.openxmlformats.org/officeDocument/2006/relationships/customXml" Target="../ink/ink193.xml"/><Relationship Id="rId31" Type="http://schemas.openxmlformats.org/officeDocument/2006/relationships/image" Target="../media/image4568.png"/><Relationship Id="rId52" Type="http://schemas.openxmlformats.org/officeDocument/2006/relationships/customXml" Target="../ink/ink214.xml"/><Relationship Id="rId73" Type="http://schemas.openxmlformats.org/officeDocument/2006/relationships/image" Target="../media/image4589.png"/><Relationship Id="rId78" Type="http://schemas.openxmlformats.org/officeDocument/2006/relationships/customXml" Target="../ink/ink227.xml"/><Relationship Id="rId94" Type="http://schemas.openxmlformats.org/officeDocument/2006/relationships/customXml" Target="../ink/ink235.xml"/><Relationship Id="rId99" Type="http://schemas.openxmlformats.org/officeDocument/2006/relationships/image" Target="../media/image4601.png"/><Relationship Id="rId101" Type="http://schemas.openxmlformats.org/officeDocument/2006/relationships/image" Target="../media/image4602.png"/><Relationship Id="rId122" Type="http://schemas.openxmlformats.org/officeDocument/2006/relationships/customXml" Target="../ink/ink249.xml"/><Relationship Id="rId143" Type="http://schemas.openxmlformats.org/officeDocument/2006/relationships/image" Target="../media/image4623.png"/><Relationship Id="rId148" Type="http://schemas.openxmlformats.org/officeDocument/2006/relationships/customXml" Target="../ink/ink262.xml"/><Relationship Id="rId164" Type="http://schemas.openxmlformats.org/officeDocument/2006/relationships/customXml" Target="../ink/ink270.xml"/><Relationship Id="rId169" Type="http://schemas.openxmlformats.org/officeDocument/2006/relationships/image" Target="../media/image4636.png"/><Relationship Id="rId185" Type="http://schemas.openxmlformats.org/officeDocument/2006/relationships/customXml" Target="../ink/ink281.xml"/><Relationship Id="rId4" Type="http://schemas.openxmlformats.org/officeDocument/2006/relationships/customXml" Target="../ink/ink190.xml"/><Relationship Id="rId9" Type="http://schemas.openxmlformats.org/officeDocument/2006/relationships/image" Target="../media/image4557.png"/><Relationship Id="rId180" Type="http://schemas.openxmlformats.org/officeDocument/2006/relationships/customXml" Target="../ink/ink278.xml"/><Relationship Id="rId210" Type="http://schemas.openxmlformats.org/officeDocument/2006/relationships/image" Target="../media/image4653.png"/><Relationship Id="rId215" Type="http://schemas.openxmlformats.org/officeDocument/2006/relationships/customXml" Target="../ink/ink296.xml"/><Relationship Id="rId236" Type="http://schemas.openxmlformats.org/officeDocument/2006/relationships/image" Target="../media/image2.png"/><Relationship Id="rId26" Type="http://schemas.openxmlformats.org/officeDocument/2006/relationships/customXml" Target="../ink/ink201.xml"/><Relationship Id="rId231" Type="http://schemas.openxmlformats.org/officeDocument/2006/relationships/customXml" Target="../ink/ink304.xml"/><Relationship Id="rId47" Type="http://schemas.openxmlformats.org/officeDocument/2006/relationships/image" Target="../media/image4576.png"/><Relationship Id="rId68" Type="http://schemas.openxmlformats.org/officeDocument/2006/relationships/customXml" Target="../ink/ink222.xml"/><Relationship Id="rId89" Type="http://schemas.openxmlformats.org/officeDocument/2006/relationships/image" Target="../media/image4596.png"/><Relationship Id="rId112" Type="http://schemas.openxmlformats.org/officeDocument/2006/relationships/customXml" Target="../ink/ink244.xml"/><Relationship Id="rId133" Type="http://schemas.openxmlformats.org/officeDocument/2006/relationships/image" Target="../media/image4618.png"/><Relationship Id="rId154" Type="http://schemas.openxmlformats.org/officeDocument/2006/relationships/customXml" Target="../ink/ink265.xml"/><Relationship Id="rId175" Type="http://schemas.openxmlformats.org/officeDocument/2006/relationships/image" Target="../media/image4639.png"/><Relationship Id="rId196" Type="http://schemas.openxmlformats.org/officeDocument/2006/relationships/image" Target="../media/image4646.png"/><Relationship Id="rId200" Type="http://schemas.openxmlformats.org/officeDocument/2006/relationships/image" Target="../media/image4648.png"/><Relationship Id="rId16" Type="http://schemas.openxmlformats.org/officeDocument/2006/relationships/customXml" Target="../ink/ink196.xml"/><Relationship Id="rId221" Type="http://schemas.openxmlformats.org/officeDocument/2006/relationships/customXml" Target="../ink/ink299.xml"/><Relationship Id="rId37" Type="http://schemas.openxmlformats.org/officeDocument/2006/relationships/image" Target="../media/image4571.png"/><Relationship Id="rId58" Type="http://schemas.openxmlformats.org/officeDocument/2006/relationships/customXml" Target="../ink/ink217.xml"/><Relationship Id="rId79" Type="http://schemas.openxmlformats.org/officeDocument/2006/relationships/image" Target="../media/image4592.png"/><Relationship Id="rId102" Type="http://schemas.openxmlformats.org/officeDocument/2006/relationships/customXml" Target="../ink/ink239.xml"/><Relationship Id="rId123" Type="http://schemas.openxmlformats.org/officeDocument/2006/relationships/image" Target="../media/image4613.png"/><Relationship Id="rId144" Type="http://schemas.openxmlformats.org/officeDocument/2006/relationships/customXml" Target="../ink/ink260.xml"/><Relationship Id="rId90" Type="http://schemas.openxmlformats.org/officeDocument/2006/relationships/customXml" Target="../ink/ink233.xml"/><Relationship Id="rId165" Type="http://schemas.openxmlformats.org/officeDocument/2006/relationships/image" Target="../media/image4634.png"/><Relationship Id="rId186" Type="http://schemas.openxmlformats.org/officeDocument/2006/relationships/image" Target="../media/image4642.png"/><Relationship Id="rId211" Type="http://schemas.openxmlformats.org/officeDocument/2006/relationships/customXml" Target="../ink/ink294.xml"/><Relationship Id="rId232" Type="http://schemas.openxmlformats.org/officeDocument/2006/relationships/customXml" Target="../ink/ink305.xml"/><Relationship Id="rId27" Type="http://schemas.openxmlformats.org/officeDocument/2006/relationships/image" Target="../media/image4566.png"/><Relationship Id="rId48" Type="http://schemas.openxmlformats.org/officeDocument/2006/relationships/customXml" Target="../ink/ink212.xml"/><Relationship Id="rId69" Type="http://schemas.openxmlformats.org/officeDocument/2006/relationships/image" Target="../media/image4587.png"/><Relationship Id="rId113" Type="http://schemas.openxmlformats.org/officeDocument/2006/relationships/image" Target="../media/image4608.png"/><Relationship Id="rId134" Type="http://schemas.openxmlformats.org/officeDocument/2006/relationships/customXml" Target="../ink/ink255.xml"/><Relationship Id="rId80" Type="http://schemas.openxmlformats.org/officeDocument/2006/relationships/customXml" Target="../ink/ink228.xml"/><Relationship Id="rId155" Type="http://schemas.openxmlformats.org/officeDocument/2006/relationships/image" Target="../media/image4629.png"/><Relationship Id="rId176" Type="http://schemas.openxmlformats.org/officeDocument/2006/relationships/customXml" Target="../ink/ink276.xml"/><Relationship Id="rId197" Type="http://schemas.openxmlformats.org/officeDocument/2006/relationships/customXml" Target="../ink/ink287.xml"/><Relationship Id="rId201" Type="http://schemas.openxmlformats.org/officeDocument/2006/relationships/customXml" Target="../ink/ink289.xml"/><Relationship Id="rId222" Type="http://schemas.openxmlformats.org/officeDocument/2006/relationships/image" Target="../media/image262.png"/><Relationship Id="rId17" Type="http://schemas.openxmlformats.org/officeDocument/2006/relationships/image" Target="../media/image4561.png"/><Relationship Id="rId38" Type="http://schemas.openxmlformats.org/officeDocument/2006/relationships/customXml" Target="../ink/ink207.xml"/><Relationship Id="rId59" Type="http://schemas.openxmlformats.org/officeDocument/2006/relationships/image" Target="../media/image4582.png"/><Relationship Id="rId103" Type="http://schemas.openxmlformats.org/officeDocument/2006/relationships/image" Target="../media/image4603.png"/><Relationship Id="rId124" Type="http://schemas.openxmlformats.org/officeDocument/2006/relationships/customXml" Target="../ink/ink250.xml"/><Relationship Id="rId70" Type="http://schemas.openxmlformats.org/officeDocument/2006/relationships/customXml" Target="../ink/ink223.xml"/><Relationship Id="rId91" Type="http://schemas.openxmlformats.org/officeDocument/2006/relationships/image" Target="../media/image4597.png"/><Relationship Id="rId145" Type="http://schemas.openxmlformats.org/officeDocument/2006/relationships/image" Target="../media/image4624.png"/><Relationship Id="rId166" Type="http://schemas.openxmlformats.org/officeDocument/2006/relationships/customXml" Target="../ink/ink271.xml"/><Relationship Id="rId187" Type="http://schemas.openxmlformats.org/officeDocument/2006/relationships/customXml" Target="../ink/ink28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654.png"/><Relationship Id="rId233" Type="http://schemas.openxmlformats.org/officeDocument/2006/relationships/customXml" Target="../ink/ink306.xml"/><Relationship Id="rId28" Type="http://schemas.openxmlformats.org/officeDocument/2006/relationships/customXml" Target="../ink/ink202.xml"/><Relationship Id="rId49" Type="http://schemas.openxmlformats.org/officeDocument/2006/relationships/image" Target="../media/image4577.png"/><Relationship Id="rId114" Type="http://schemas.openxmlformats.org/officeDocument/2006/relationships/customXml" Target="../ink/ink245.xml"/><Relationship Id="rId60" Type="http://schemas.openxmlformats.org/officeDocument/2006/relationships/customXml" Target="../ink/ink218.xml"/><Relationship Id="rId81" Type="http://schemas.openxmlformats.org/officeDocument/2006/relationships/image" Target="../media/image4593.png"/><Relationship Id="rId135" Type="http://schemas.openxmlformats.org/officeDocument/2006/relationships/image" Target="../media/image4619.png"/><Relationship Id="rId156" Type="http://schemas.openxmlformats.org/officeDocument/2006/relationships/customXml" Target="../ink/ink266.xml"/><Relationship Id="rId177" Type="http://schemas.openxmlformats.org/officeDocument/2006/relationships/image" Target="../media/image4640.png"/><Relationship Id="rId198" Type="http://schemas.openxmlformats.org/officeDocument/2006/relationships/image" Target="../media/image4647.png"/><Relationship Id="rId202" Type="http://schemas.openxmlformats.org/officeDocument/2006/relationships/image" Target="../media/image4649.png"/><Relationship Id="rId223" Type="http://schemas.openxmlformats.org/officeDocument/2006/relationships/customXml" Target="../ink/ink300.xml"/><Relationship Id="rId18" Type="http://schemas.openxmlformats.org/officeDocument/2006/relationships/customXml" Target="../ink/ink197.xml"/><Relationship Id="rId39" Type="http://schemas.openxmlformats.org/officeDocument/2006/relationships/image" Target="../media/image4572.png"/><Relationship Id="rId50" Type="http://schemas.openxmlformats.org/officeDocument/2006/relationships/customXml" Target="../ink/ink213.xml"/><Relationship Id="rId104" Type="http://schemas.openxmlformats.org/officeDocument/2006/relationships/customXml" Target="../ink/ink240.xml"/><Relationship Id="rId125" Type="http://schemas.openxmlformats.org/officeDocument/2006/relationships/image" Target="../media/image4614.png"/><Relationship Id="rId146" Type="http://schemas.openxmlformats.org/officeDocument/2006/relationships/customXml" Target="../ink/ink261.xml"/><Relationship Id="rId167" Type="http://schemas.openxmlformats.org/officeDocument/2006/relationships/image" Target="../media/image4635.png"/><Relationship Id="rId188" Type="http://schemas.openxmlformats.org/officeDocument/2006/relationships/image" Target="../media/image4643.png"/><Relationship Id="rId71" Type="http://schemas.openxmlformats.org/officeDocument/2006/relationships/image" Target="../media/image4588.png"/><Relationship Id="rId92" Type="http://schemas.openxmlformats.org/officeDocument/2006/relationships/customXml" Target="../ink/ink234.xml"/><Relationship Id="rId213" Type="http://schemas.openxmlformats.org/officeDocument/2006/relationships/customXml" Target="../ink/ink295.xml"/><Relationship Id="rId234" Type="http://schemas.openxmlformats.org/officeDocument/2006/relationships/image" Target="../media/image1.png"/><Relationship Id="rId2" Type="http://schemas.openxmlformats.org/officeDocument/2006/relationships/customXml" Target="../ink/ink189.xml"/><Relationship Id="rId29" Type="http://schemas.openxmlformats.org/officeDocument/2006/relationships/image" Target="../media/image4567.png"/><Relationship Id="rId40" Type="http://schemas.openxmlformats.org/officeDocument/2006/relationships/customXml" Target="../ink/ink208.xml"/><Relationship Id="rId115" Type="http://schemas.openxmlformats.org/officeDocument/2006/relationships/image" Target="../media/image4609.png"/><Relationship Id="rId136" Type="http://schemas.openxmlformats.org/officeDocument/2006/relationships/customXml" Target="../ink/ink256.xml"/><Relationship Id="rId157" Type="http://schemas.openxmlformats.org/officeDocument/2006/relationships/image" Target="../media/image4630.png"/><Relationship Id="rId178" Type="http://schemas.openxmlformats.org/officeDocument/2006/relationships/customXml" Target="../ink/ink277.xml"/><Relationship Id="rId61" Type="http://schemas.openxmlformats.org/officeDocument/2006/relationships/image" Target="../media/image4583.png"/><Relationship Id="rId82" Type="http://schemas.openxmlformats.org/officeDocument/2006/relationships/customXml" Target="../ink/ink229.xml"/><Relationship Id="rId199" Type="http://schemas.openxmlformats.org/officeDocument/2006/relationships/customXml" Target="../ink/ink288.xml"/><Relationship Id="rId203" Type="http://schemas.openxmlformats.org/officeDocument/2006/relationships/customXml" Target="../ink/ink290.xml"/><Relationship Id="rId19" Type="http://schemas.openxmlformats.org/officeDocument/2006/relationships/image" Target="../media/image4562.png"/><Relationship Id="rId224" Type="http://schemas.openxmlformats.org/officeDocument/2006/relationships/image" Target="../media/image4659.png"/><Relationship Id="rId30" Type="http://schemas.openxmlformats.org/officeDocument/2006/relationships/customXml" Target="../ink/ink203.xml"/><Relationship Id="rId105" Type="http://schemas.openxmlformats.org/officeDocument/2006/relationships/image" Target="../media/image4604.png"/><Relationship Id="rId126" Type="http://schemas.openxmlformats.org/officeDocument/2006/relationships/customXml" Target="../ink/ink251.xml"/><Relationship Id="rId147" Type="http://schemas.openxmlformats.org/officeDocument/2006/relationships/image" Target="../media/image4625.png"/><Relationship Id="rId168" Type="http://schemas.openxmlformats.org/officeDocument/2006/relationships/customXml" Target="../ink/ink272.xml"/><Relationship Id="rId51" Type="http://schemas.openxmlformats.org/officeDocument/2006/relationships/image" Target="../media/image4578.png"/><Relationship Id="rId72" Type="http://schemas.openxmlformats.org/officeDocument/2006/relationships/customXml" Target="../ink/ink224.xml"/><Relationship Id="rId93" Type="http://schemas.openxmlformats.org/officeDocument/2006/relationships/image" Target="../media/image4598.png"/><Relationship Id="rId189" Type="http://schemas.openxmlformats.org/officeDocument/2006/relationships/customXml" Target="../ink/ink283.xml"/><Relationship Id="rId3" Type="http://schemas.openxmlformats.org/officeDocument/2006/relationships/image" Target="../media/image4554.png"/><Relationship Id="rId214" Type="http://schemas.openxmlformats.org/officeDocument/2006/relationships/image" Target="../media/image4655.png"/><Relationship Id="rId235" Type="http://schemas.openxmlformats.org/officeDocument/2006/relationships/customXml" Target="../ink/ink307.xml"/><Relationship Id="rId116" Type="http://schemas.openxmlformats.org/officeDocument/2006/relationships/customXml" Target="../ink/ink246.xml"/><Relationship Id="rId137" Type="http://schemas.openxmlformats.org/officeDocument/2006/relationships/image" Target="../media/image4620.png"/><Relationship Id="rId158" Type="http://schemas.openxmlformats.org/officeDocument/2006/relationships/customXml" Target="../ink/ink267.xml"/><Relationship Id="rId20" Type="http://schemas.openxmlformats.org/officeDocument/2006/relationships/customXml" Target="../ink/ink198.xml"/><Relationship Id="rId41" Type="http://schemas.openxmlformats.org/officeDocument/2006/relationships/image" Target="../media/image4573.png"/><Relationship Id="rId62" Type="http://schemas.openxmlformats.org/officeDocument/2006/relationships/customXml" Target="../ink/ink219.xml"/><Relationship Id="rId83" Type="http://schemas.openxmlformats.org/officeDocument/2006/relationships/image" Target="../media/image4594.png"/><Relationship Id="rId179" Type="http://schemas.openxmlformats.org/officeDocument/2006/relationships/image" Target="../media/image4641.png"/><Relationship Id="rId190" Type="http://schemas.openxmlformats.org/officeDocument/2006/relationships/image" Target="../media/image1535.png"/><Relationship Id="rId204" Type="http://schemas.openxmlformats.org/officeDocument/2006/relationships/image" Target="../media/image4650.png"/><Relationship Id="rId225" Type="http://schemas.openxmlformats.org/officeDocument/2006/relationships/customXml" Target="../ink/ink30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68.xml"/><Relationship Id="rId299" Type="http://schemas.openxmlformats.org/officeDocument/2006/relationships/customXml" Target="../ink/ink460.xml"/><Relationship Id="rId21" Type="http://schemas.openxmlformats.org/officeDocument/2006/relationships/customXml" Target="../ink/ink320.xml"/><Relationship Id="rId63" Type="http://schemas.openxmlformats.org/officeDocument/2006/relationships/customXml" Target="../ink/ink341.xml"/><Relationship Id="rId159" Type="http://schemas.openxmlformats.org/officeDocument/2006/relationships/customXml" Target="../ink/ink389.xml"/><Relationship Id="rId324" Type="http://schemas.openxmlformats.org/officeDocument/2006/relationships/image" Target="../media/image864.png"/><Relationship Id="rId170" Type="http://schemas.openxmlformats.org/officeDocument/2006/relationships/image" Target="../media/image4739.png"/><Relationship Id="rId226" Type="http://schemas.openxmlformats.org/officeDocument/2006/relationships/image" Target="../media/image4767.png"/><Relationship Id="rId268" Type="http://schemas.openxmlformats.org/officeDocument/2006/relationships/image" Target="../media/image4788.png"/><Relationship Id="rId32" Type="http://schemas.openxmlformats.org/officeDocument/2006/relationships/image" Target="../media/image4677.png"/><Relationship Id="rId74" Type="http://schemas.openxmlformats.org/officeDocument/2006/relationships/image" Target="../media/image4698.png"/><Relationship Id="rId128" Type="http://schemas.openxmlformats.org/officeDocument/2006/relationships/image" Target="../media/image4722.png"/><Relationship Id="rId335" Type="http://schemas.openxmlformats.org/officeDocument/2006/relationships/customXml" Target="../ink/ink479.xml"/><Relationship Id="rId5" Type="http://schemas.openxmlformats.org/officeDocument/2006/relationships/customXml" Target="../ink/ink312.xml"/><Relationship Id="rId181" Type="http://schemas.openxmlformats.org/officeDocument/2006/relationships/customXml" Target="../ink/ink400.xml"/><Relationship Id="rId237" Type="http://schemas.openxmlformats.org/officeDocument/2006/relationships/customXml" Target="../ink/ink428.xml"/><Relationship Id="rId279" Type="http://schemas.openxmlformats.org/officeDocument/2006/relationships/customXml" Target="../ink/ink449.xml"/><Relationship Id="rId43" Type="http://schemas.openxmlformats.org/officeDocument/2006/relationships/customXml" Target="../ink/ink331.xml"/><Relationship Id="rId139" Type="http://schemas.openxmlformats.org/officeDocument/2006/relationships/customXml" Target="../ink/ink379.xml"/><Relationship Id="rId290" Type="http://schemas.openxmlformats.org/officeDocument/2006/relationships/customXml" Target="../ink/ink455.xml"/><Relationship Id="rId304" Type="http://schemas.openxmlformats.org/officeDocument/2006/relationships/image" Target="../media/image4802.png"/><Relationship Id="rId85" Type="http://schemas.openxmlformats.org/officeDocument/2006/relationships/customXml" Target="../ink/ink352.xml"/><Relationship Id="rId150" Type="http://schemas.openxmlformats.org/officeDocument/2006/relationships/image" Target="../media/image4733.png"/><Relationship Id="rId192" Type="http://schemas.openxmlformats.org/officeDocument/2006/relationships/image" Target="../media/image4750.png"/><Relationship Id="rId206" Type="http://schemas.openxmlformats.org/officeDocument/2006/relationships/image" Target="../media/image4757.png"/><Relationship Id="rId248" Type="http://schemas.openxmlformats.org/officeDocument/2006/relationships/image" Target="../media/image4778.png"/><Relationship Id="rId12" Type="http://schemas.openxmlformats.org/officeDocument/2006/relationships/image" Target="../media/image4667.png"/><Relationship Id="rId108" Type="http://schemas.openxmlformats.org/officeDocument/2006/relationships/image" Target="../media/image4714.png"/><Relationship Id="rId315" Type="http://schemas.openxmlformats.org/officeDocument/2006/relationships/image" Target="../media/image4807.png"/><Relationship Id="rId54" Type="http://schemas.openxmlformats.org/officeDocument/2006/relationships/image" Target="../media/image4688.png"/><Relationship Id="rId96" Type="http://schemas.openxmlformats.org/officeDocument/2006/relationships/image" Target="../media/image4708.png"/><Relationship Id="rId161" Type="http://schemas.openxmlformats.org/officeDocument/2006/relationships/customXml" Target="../ink/ink390.xml"/><Relationship Id="rId217" Type="http://schemas.openxmlformats.org/officeDocument/2006/relationships/customXml" Target="../ink/ink418.xml"/><Relationship Id="rId259" Type="http://schemas.openxmlformats.org/officeDocument/2006/relationships/customXml" Target="../ink/ink439.xml"/><Relationship Id="rId23" Type="http://schemas.openxmlformats.org/officeDocument/2006/relationships/customXml" Target="../ink/ink321.xml"/><Relationship Id="rId119" Type="http://schemas.openxmlformats.org/officeDocument/2006/relationships/customXml" Target="../ink/ink369.xml"/><Relationship Id="rId270" Type="http://schemas.openxmlformats.org/officeDocument/2006/relationships/image" Target="../media/image4789.png"/><Relationship Id="rId326" Type="http://schemas.openxmlformats.org/officeDocument/2006/relationships/image" Target="../media/image2.png"/><Relationship Id="rId65" Type="http://schemas.openxmlformats.org/officeDocument/2006/relationships/customXml" Target="../ink/ink342.xml"/><Relationship Id="rId130" Type="http://schemas.openxmlformats.org/officeDocument/2006/relationships/image" Target="../media/image4723.png"/><Relationship Id="rId172" Type="http://schemas.openxmlformats.org/officeDocument/2006/relationships/image" Target="../media/image4740.png"/><Relationship Id="rId228" Type="http://schemas.openxmlformats.org/officeDocument/2006/relationships/image" Target="../media/image4768.png"/><Relationship Id="rId281" Type="http://schemas.openxmlformats.org/officeDocument/2006/relationships/customXml" Target="../ink/ink450.xml"/><Relationship Id="rId337" Type="http://schemas.openxmlformats.org/officeDocument/2006/relationships/image" Target="../media/image9.png"/><Relationship Id="rId34" Type="http://schemas.openxmlformats.org/officeDocument/2006/relationships/image" Target="../media/image4678.png"/><Relationship Id="rId76" Type="http://schemas.openxmlformats.org/officeDocument/2006/relationships/image" Target="../media/image4699.png"/><Relationship Id="rId141" Type="http://schemas.openxmlformats.org/officeDocument/2006/relationships/customXml" Target="../ink/ink380.xml"/><Relationship Id="rId7" Type="http://schemas.openxmlformats.org/officeDocument/2006/relationships/customXml" Target="../ink/ink313.xml"/><Relationship Id="rId183" Type="http://schemas.openxmlformats.org/officeDocument/2006/relationships/customXml" Target="../ink/ink401.xml"/><Relationship Id="rId239" Type="http://schemas.openxmlformats.org/officeDocument/2006/relationships/customXml" Target="../ink/ink429.xml"/><Relationship Id="rId250" Type="http://schemas.openxmlformats.org/officeDocument/2006/relationships/image" Target="../media/image4779.png"/><Relationship Id="rId292" Type="http://schemas.openxmlformats.org/officeDocument/2006/relationships/customXml" Target="../ink/ink456.xml"/><Relationship Id="rId306" Type="http://schemas.openxmlformats.org/officeDocument/2006/relationships/image" Target="../media/image4803.png"/><Relationship Id="rId45" Type="http://schemas.openxmlformats.org/officeDocument/2006/relationships/customXml" Target="../ink/ink332.xml"/><Relationship Id="rId87" Type="http://schemas.openxmlformats.org/officeDocument/2006/relationships/customXml" Target="../ink/ink353.xml"/><Relationship Id="rId110" Type="http://schemas.openxmlformats.org/officeDocument/2006/relationships/image" Target="../media/image4715.png"/><Relationship Id="rId152" Type="http://schemas.openxmlformats.org/officeDocument/2006/relationships/image" Target="../media/image1229.png"/><Relationship Id="rId194" Type="http://schemas.openxmlformats.org/officeDocument/2006/relationships/image" Target="../media/image4751.png"/><Relationship Id="rId208" Type="http://schemas.openxmlformats.org/officeDocument/2006/relationships/image" Target="../media/image4758.png"/><Relationship Id="rId240" Type="http://schemas.openxmlformats.org/officeDocument/2006/relationships/image" Target="../media/image4774.png"/><Relationship Id="rId261" Type="http://schemas.openxmlformats.org/officeDocument/2006/relationships/customXml" Target="../ink/ink440.xml"/><Relationship Id="rId14" Type="http://schemas.openxmlformats.org/officeDocument/2006/relationships/image" Target="../media/image4668.png"/><Relationship Id="rId35" Type="http://schemas.openxmlformats.org/officeDocument/2006/relationships/customXml" Target="../ink/ink327.xml"/><Relationship Id="rId56" Type="http://schemas.openxmlformats.org/officeDocument/2006/relationships/image" Target="../media/image4689.png"/><Relationship Id="rId77" Type="http://schemas.openxmlformats.org/officeDocument/2006/relationships/customXml" Target="../ink/ink348.xml"/><Relationship Id="rId100" Type="http://schemas.openxmlformats.org/officeDocument/2006/relationships/image" Target="../media/image4710.png"/><Relationship Id="rId282" Type="http://schemas.openxmlformats.org/officeDocument/2006/relationships/image" Target="../media/image4795.png"/><Relationship Id="rId317" Type="http://schemas.openxmlformats.org/officeDocument/2006/relationships/customXml" Target="../ink/ink470.xml"/><Relationship Id="rId338" Type="http://schemas.openxmlformats.org/officeDocument/2006/relationships/customXml" Target="../ink/ink481.xml"/><Relationship Id="rId8" Type="http://schemas.openxmlformats.org/officeDocument/2006/relationships/image" Target="../media/image4665.png"/><Relationship Id="rId98" Type="http://schemas.openxmlformats.org/officeDocument/2006/relationships/image" Target="../media/image4709.png"/><Relationship Id="rId121" Type="http://schemas.openxmlformats.org/officeDocument/2006/relationships/customXml" Target="../ink/ink370.xml"/><Relationship Id="rId142" Type="http://schemas.openxmlformats.org/officeDocument/2006/relationships/image" Target="../media/image4729.png"/><Relationship Id="rId163" Type="http://schemas.openxmlformats.org/officeDocument/2006/relationships/customXml" Target="../ink/ink391.xml"/><Relationship Id="rId184" Type="http://schemas.openxmlformats.org/officeDocument/2006/relationships/image" Target="../media/image4746.png"/><Relationship Id="rId219" Type="http://schemas.openxmlformats.org/officeDocument/2006/relationships/customXml" Target="../ink/ink419.xml"/><Relationship Id="rId230" Type="http://schemas.openxmlformats.org/officeDocument/2006/relationships/image" Target="../media/image4769.png"/><Relationship Id="rId251" Type="http://schemas.openxmlformats.org/officeDocument/2006/relationships/customXml" Target="../ink/ink435.xml"/><Relationship Id="rId25" Type="http://schemas.openxmlformats.org/officeDocument/2006/relationships/customXml" Target="../ink/ink322.xml"/><Relationship Id="rId46" Type="http://schemas.openxmlformats.org/officeDocument/2006/relationships/image" Target="../media/image4684.png"/><Relationship Id="rId67" Type="http://schemas.openxmlformats.org/officeDocument/2006/relationships/customXml" Target="../ink/ink343.xml"/><Relationship Id="rId272" Type="http://schemas.openxmlformats.org/officeDocument/2006/relationships/image" Target="../media/image4790.png"/><Relationship Id="rId293" Type="http://schemas.openxmlformats.org/officeDocument/2006/relationships/customXml" Target="../ink/ink457.xml"/><Relationship Id="rId307" Type="http://schemas.openxmlformats.org/officeDocument/2006/relationships/customXml" Target="../ink/ink464.xml"/><Relationship Id="rId328" Type="http://schemas.openxmlformats.org/officeDocument/2006/relationships/image" Target="../media/image5.png"/><Relationship Id="rId88" Type="http://schemas.openxmlformats.org/officeDocument/2006/relationships/image" Target="../media/image4705.png"/><Relationship Id="rId111" Type="http://schemas.openxmlformats.org/officeDocument/2006/relationships/customXml" Target="../ink/ink365.xml"/><Relationship Id="rId132" Type="http://schemas.openxmlformats.org/officeDocument/2006/relationships/image" Target="../media/image4724.png"/><Relationship Id="rId153" Type="http://schemas.openxmlformats.org/officeDocument/2006/relationships/customXml" Target="../ink/ink386.xml"/><Relationship Id="rId174" Type="http://schemas.openxmlformats.org/officeDocument/2006/relationships/image" Target="../media/image4741.png"/><Relationship Id="rId195" Type="http://schemas.openxmlformats.org/officeDocument/2006/relationships/customXml" Target="../ink/ink407.xml"/><Relationship Id="rId209" Type="http://schemas.openxmlformats.org/officeDocument/2006/relationships/customXml" Target="../ink/ink414.xml"/><Relationship Id="rId220" Type="http://schemas.openxmlformats.org/officeDocument/2006/relationships/image" Target="../media/image4764.png"/><Relationship Id="rId241" Type="http://schemas.openxmlformats.org/officeDocument/2006/relationships/customXml" Target="../ink/ink430.xml"/><Relationship Id="rId15" Type="http://schemas.openxmlformats.org/officeDocument/2006/relationships/customXml" Target="../ink/ink317.xml"/><Relationship Id="rId36" Type="http://schemas.openxmlformats.org/officeDocument/2006/relationships/image" Target="../media/image4679.png"/><Relationship Id="rId57" Type="http://schemas.openxmlformats.org/officeDocument/2006/relationships/customXml" Target="../ink/ink338.xml"/><Relationship Id="rId262" Type="http://schemas.openxmlformats.org/officeDocument/2006/relationships/image" Target="../media/image4785.png"/><Relationship Id="rId283" Type="http://schemas.openxmlformats.org/officeDocument/2006/relationships/customXml" Target="../ink/ink451.xml"/><Relationship Id="rId318" Type="http://schemas.openxmlformats.org/officeDocument/2006/relationships/image" Target="../media/image4808.png"/><Relationship Id="rId339" Type="http://schemas.openxmlformats.org/officeDocument/2006/relationships/customXml" Target="../ink/ink482.xml"/><Relationship Id="rId78" Type="http://schemas.openxmlformats.org/officeDocument/2006/relationships/image" Target="../media/image4700.png"/><Relationship Id="rId99" Type="http://schemas.openxmlformats.org/officeDocument/2006/relationships/customXml" Target="../ink/ink359.xml"/><Relationship Id="rId101" Type="http://schemas.openxmlformats.org/officeDocument/2006/relationships/customXml" Target="../ink/ink360.xml"/><Relationship Id="rId122" Type="http://schemas.openxmlformats.org/officeDocument/2006/relationships/image" Target="../media/image1017.png"/><Relationship Id="rId143" Type="http://schemas.openxmlformats.org/officeDocument/2006/relationships/customXml" Target="../ink/ink381.xml"/><Relationship Id="rId164" Type="http://schemas.openxmlformats.org/officeDocument/2006/relationships/image" Target="../media/image4738.png"/><Relationship Id="rId185" Type="http://schemas.openxmlformats.org/officeDocument/2006/relationships/customXml" Target="../ink/ink402.xml"/><Relationship Id="rId9" Type="http://schemas.openxmlformats.org/officeDocument/2006/relationships/customXml" Target="../ink/ink314.xml"/><Relationship Id="rId210" Type="http://schemas.openxmlformats.org/officeDocument/2006/relationships/image" Target="../media/image4759.png"/><Relationship Id="rId26" Type="http://schemas.openxmlformats.org/officeDocument/2006/relationships/image" Target="../media/image4674.png"/><Relationship Id="rId231" Type="http://schemas.openxmlformats.org/officeDocument/2006/relationships/customXml" Target="../ink/ink425.xml"/><Relationship Id="rId252" Type="http://schemas.openxmlformats.org/officeDocument/2006/relationships/image" Target="../media/image4780.png"/><Relationship Id="rId273" Type="http://schemas.openxmlformats.org/officeDocument/2006/relationships/customXml" Target="../ink/ink446.xml"/><Relationship Id="rId294" Type="http://schemas.openxmlformats.org/officeDocument/2006/relationships/image" Target="../media/image4798.png"/><Relationship Id="rId308" Type="http://schemas.openxmlformats.org/officeDocument/2006/relationships/customXml" Target="../ink/ink465.xml"/><Relationship Id="rId329" Type="http://schemas.openxmlformats.org/officeDocument/2006/relationships/customXml" Target="../ink/ink476.xml"/><Relationship Id="rId47" Type="http://schemas.openxmlformats.org/officeDocument/2006/relationships/customXml" Target="../ink/ink333.xml"/><Relationship Id="rId68" Type="http://schemas.openxmlformats.org/officeDocument/2006/relationships/image" Target="../media/image4695.png"/><Relationship Id="rId89" Type="http://schemas.openxmlformats.org/officeDocument/2006/relationships/customXml" Target="../ink/ink354.xml"/><Relationship Id="rId112" Type="http://schemas.openxmlformats.org/officeDocument/2006/relationships/image" Target="../media/image3146.png"/><Relationship Id="rId133" Type="http://schemas.openxmlformats.org/officeDocument/2006/relationships/customXml" Target="../ink/ink376.xml"/><Relationship Id="rId154" Type="http://schemas.openxmlformats.org/officeDocument/2006/relationships/image" Target="../media/image4734.png"/><Relationship Id="rId175" Type="http://schemas.openxmlformats.org/officeDocument/2006/relationships/customXml" Target="../ink/ink397.xml"/><Relationship Id="rId340" Type="http://schemas.openxmlformats.org/officeDocument/2006/relationships/customXml" Target="../ink/ink483.xml"/><Relationship Id="rId196" Type="http://schemas.openxmlformats.org/officeDocument/2006/relationships/image" Target="../media/image4752.png"/><Relationship Id="rId200" Type="http://schemas.openxmlformats.org/officeDocument/2006/relationships/image" Target="../media/image4754.png"/><Relationship Id="rId16" Type="http://schemas.openxmlformats.org/officeDocument/2006/relationships/image" Target="../media/image4669.png"/><Relationship Id="rId221" Type="http://schemas.openxmlformats.org/officeDocument/2006/relationships/customXml" Target="../ink/ink420.xml"/><Relationship Id="rId242" Type="http://schemas.openxmlformats.org/officeDocument/2006/relationships/image" Target="../media/image4775.png"/><Relationship Id="rId263" Type="http://schemas.openxmlformats.org/officeDocument/2006/relationships/customXml" Target="../ink/ink441.xml"/><Relationship Id="rId284" Type="http://schemas.openxmlformats.org/officeDocument/2006/relationships/image" Target="../media/image4796.png"/><Relationship Id="rId319" Type="http://schemas.openxmlformats.org/officeDocument/2006/relationships/customXml" Target="../ink/ink471.xml"/><Relationship Id="rId37" Type="http://schemas.openxmlformats.org/officeDocument/2006/relationships/customXml" Target="../ink/ink328.xml"/><Relationship Id="rId58" Type="http://schemas.openxmlformats.org/officeDocument/2006/relationships/image" Target="../media/image4690.png"/><Relationship Id="rId79" Type="http://schemas.openxmlformats.org/officeDocument/2006/relationships/customXml" Target="../ink/ink349.xml"/><Relationship Id="rId102" Type="http://schemas.openxmlformats.org/officeDocument/2006/relationships/image" Target="../media/image4711.png"/><Relationship Id="rId123" Type="http://schemas.openxmlformats.org/officeDocument/2006/relationships/customXml" Target="../ink/ink371.xml"/><Relationship Id="rId144" Type="http://schemas.openxmlformats.org/officeDocument/2006/relationships/image" Target="../media/image4730.png"/><Relationship Id="rId330" Type="http://schemas.openxmlformats.org/officeDocument/2006/relationships/image" Target="../media/image6.png"/><Relationship Id="rId90" Type="http://schemas.openxmlformats.org/officeDocument/2006/relationships/image" Target="../media/image4706.png"/><Relationship Id="rId165" Type="http://schemas.openxmlformats.org/officeDocument/2006/relationships/customXml" Target="../ink/ink392.xml"/><Relationship Id="rId186" Type="http://schemas.openxmlformats.org/officeDocument/2006/relationships/image" Target="../media/image4747.png"/><Relationship Id="rId211" Type="http://schemas.openxmlformats.org/officeDocument/2006/relationships/customXml" Target="../ink/ink415.xml"/><Relationship Id="rId232" Type="http://schemas.openxmlformats.org/officeDocument/2006/relationships/image" Target="../media/image4770.png"/><Relationship Id="rId253" Type="http://schemas.openxmlformats.org/officeDocument/2006/relationships/customXml" Target="../ink/ink436.xml"/><Relationship Id="rId274" Type="http://schemas.openxmlformats.org/officeDocument/2006/relationships/image" Target="../media/image4791.png"/><Relationship Id="rId295" Type="http://schemas.openxmlformats.org/officeDocument/2006/relationships/customXml" Target="../ink/ink458.xml"/><Relationship Id="rId309" Type="http://schemas.openxmlformats.org/officeDocument/2006/relationships/image" Target="../media/image4804.png"/><Relationship Id="rId27" Type="http://schemas.openxmlformats.org/officeDocument/2006/relationships/customXml" Target="../ink/ink323.xml"/><Relationship Id="rId48" Type="http://schemas.openxmlformats.org/officeDocument/2006/relationships/image" Target="../media/image4685.png"/><Relationship Id="rId69" Type="http://schemas.openxmlformats.org/officeDocument/2006/relationships/customXml" Target="../ink/ink344.xml"/><Relationship Id="rId113" Type="http://schemas.openxmlformats.org/officeDocument/2006/relationships/customXml" Target="../ink/ink366.xml"/><Relationship Id="rId134" Type="http://schemas.openxmlformats.org/officeDocument/2006/relationships/image" Target="../media/image4725.png"/><Relationship Id="rId320" Type="http://schemas.openxmlformats.org/officeDocument/2006/relationships/image" Target="../media/image4809.png"/><Relationship Id="rId80" Type="http://schemas.openxmlformats.org/officeDocument/2006/relationships/image" Target="../media/image4701.png"/><Relationship Id="rId155" Type="http://schemas.openxmlformats.org/officeDocument/2006/relationships/customXml" Target="../ink/ink387.xml"/><Relationship Id="rId176" Type="http://schemas.openxmlformats.org/officeDocument/2006/relationships/image" Target="../media/image4742.png"/><Relationship Id="rId197" Type="http://schemas.openxmlformats.org/officeDocument/2006/relationships/customXml" Target="../ink/ink408.xml"/><Relationship Id="rId341" Type="http://schemas.openxmlformats.org/officeDocument/2006/relationships/customXml" Target="../ink/ink484.xml"/><Relationship Id="rId201" Type="http://schemas.openxmlformats.org/officeDocument/2006/relationships/customXml" Target="../ink/ink410.xml"/><Relationship Id="rId222" Type="http://schemas.openxmlformats.org/officeDocument/2006/relationships/image" Target="../media/image4765.png"/><Relationship Id="rId243" Type="http://schemas.openxmlformats.org/officeDocument/2006/relationships/customXml" Target="../ink/ink431.xml"/><Relationship Id="rId264" Type="http://schemas.openxmlformats.org/officeDocument/2006/relationships/image" Target="../media/image4786.png"/><Relationship Id="rId285" Type="http://schemas.openxmlformats.org/officeDocument/2006/relationships/customXml" Target="../ink/ink452.xml"/><Relationship Id="rId17" Type="http://schemas.openxmlformats.org/officeDocument/2006/relationships/customXml" Target="../ink/ink318.xml"/><Relationship Id="rId38" Type="http://schemas.openxmlformats.org/officeDocument/2006/relationships/image" Target="../media/image4680.png"/><Relationship Id="rId59" Type="http://schemas.openxmlformats.org/officeDocument/2006/relationships/customXml" Target="../ink/ink339.xml"/><Relationship Id="rId103" Type="http://schemas.openxmlformats.org/officeDocument/2006/relationships/customXml" Target="../ink/ink361.xml"/><Relationship Id="rId124" Type="http://schemas.openxmlformats.org/officeDocument/2006/relationships/image" Target="../media/image4720.png"/><Relationship Id="rId310" Type="http://schemas.openxmlformats.org/officeDocument/2006/relationships/customXml" Target="../ink/ink466.xml"/><Relationship Id="rId70" Type="http://schemas.openxmlformats.org/officeDocument/2006/relationships/image" Target="../media/image4696.png"/><Relationship Id="rId91" Type="http://schemas.openxmlformats.org/officeDocument/2006/relationships/customXml" Target="../ink/ink355.xml"/><Relationship Id="rId145" Type="http://schemas.openxmlformats.org/officeDocument/2006/relationships/customXml" Target="../ink/ink382.xml"/><Relationship Id="rId166" Type="http://schemas.openxmlformats.org/officeDocument/2006/relationships/image" Target="../media/image1535.png"/><Relationship Id="rId187" Type="http://schemas.openxmlformats.org/officeDocument/2006/relationships/customXml" Target="../ink/ink403.xml"/><Relationship Id="rId331" Type="http://schemas.openxmlformats.org/officeDocument/2006/relationships/customXml" Target="../ink/ink477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760.png"/><Relationship Id="rId233" Type="http://schemas.openxmlformats.org/officeDocument/2006/relationships/customXml" Target="../ink/ink426.xml"/><Relationship Id="rId254" Type="http://schemas.openxmlformats.org/officeDocument/2006/relationships/image" Target="../media/image4781.png"/><Relationship Id="rId28" Type="http://schemas.openxmlformats.org/officeDocument/2006/relationships/image" Target="../media/image4675.png"/><Relationship Id="rId49" Type="http://schemas.openxmlformats.org/officeDocument/2006/relationships/customXml" Target="../ink/ink334.xml"/><Relationship Id="rId114" Type="http://schemas.openxmlformats.org/officeDocument/2006/relationships/image" Target="../media/image4716.png"/><Relationship Id="rId275" Type="http://schemas.openxmlformats.org/officeDocument/2006/relationships/customXml" Target="../ink/ink447.xml"/><Relationship Id="rId296" Type="http://schemas.openxmlformats.org/officeDocument/2006/relationships/image" Target="../media/image4799.png"/><Relationship Id="rId300" Type="http://schemas.openxmlformats.org/officeDocument/2006/relationships/image" Target="../media/image2965.png"/><Relationship Id="rId60" Type="http://schemas.openxmlformats.org/officeDocument/2006/relationships/image" Target="../media/image4691.png"/><Relationship Id="rId81" Type="http://schemas.openxmlformats.org/officeDocument/2006/relationships/customXml" Target="../ink/ink350.xml"/><Relationship Id="rId135" Type="http://schemas.openxmlformats.org/officeDocument/2006/relationships/customXml" Target="../ink/ink377.xml"/><Relationship Id="rId156" Type="http://schemas.openxmlformats.org/officeDocument/2006/relationships/image" Target="../media/image4735.png"/><Relationship Id="rId177" Type="http://schemas.openxmlformats.org/officeDocument/2006/relationships/customXml" Target="../ink/ink398.xml"/><Relationship Id="rId198" Type="http://schemas.openxmlformats.org/officeDocument/2006/relationships/image" Target="../media/image4753.png"/><Relationship Id="rId321" Type="http://schemas.openxmlformats.org/officeDocument/2006/relationships/customXml" Target="../ink/ink472.xml"/><Relationship Id="rId342" Type="http://schemas.openxmlformats.org/officeDocument/2006/relationships/customXml" Target="../ink/ink485.xml"/><Relationship Id="rId202" Type="http://schemas.openxmlformats.org/officeDocument/2006/relationships/image" Target="../media/image4755.png"/><Relationship Id="rId223" Type="http://schemas.openxmlformats.org/officeDocument/2006/relationships/customXml" Target="../ink/ink421.xml"/><Relationship Id="rId244" Type="http://schemas.openxmlformats.org/officeDocument/2006/relationships/image" Target="../media/image4776.png"/><Relationship Id="rId18" Type="http://schemas.openxmlformats.org/officeDocument/2006/relationships/image" Target="../media/image4670.png"/><Relationship Id="rId39" Type="http://schemas.openxmlformats.org/officeDocument/2006/relationships/customXml" Target="../ink/ink329.xml"/><Relationship Id="rId265" Type="http://schemas.openxmlformats.org/officeDocument/2006/relationships/customXml" Target="../ink/ink442.xml"/><Relationship Id="rId286" Type="http://schemas.openxmlformats.org/officeDocument/2006/relationships/image" Target="../media/image262.png"/><Relationship Id="rId50" Type="http://schemas.openxmlformats.org/officeDocument/2006/relationships/image" Target="../media/image4686.png"/><Relationship Id="rId104" Type="http://schemas.openxmlformats.org/officeDocument/2006/relationships/image" Target="../media/image4712.png"/><Relationship Id="rId125" Type="http://schemas.openxmlformats.org/officeDocument/2006/relationships/customXml" Target="../ink/ink372.xml"/><Relationship Id="rId146" Type="http://schemas.openxmlformats.org/officeDocument/2006/relationships/image" Target="../media/image4731.png"/><Relationship Id="rId167" Type="http://schemas.openxmlformats.org/officeDocument/2006/relationships/customXml" Target="../ink/ink393.xml"/><Relationship Id="rId188" Type="http://schemas.openxmlformats.org/officeDocument/2006/relationships/image" Target="../media/image4748.png"/><Relationship Id="rId311" Type="http://schemas.openxmlformats.org/officeDocument/2006/relationships/image" Target="../media/image4805.png"/><Relationship Id="rId332" Type="http://schemas.openxmlformats.org/officeDocument/2006/relationships/image" Target="../media/image7.png"/><Relationship Id="rId71" Type="http://schemas.openxmlformats.org/officeDocument/2006/relationships/customXml" Target="../ink/ink345.xml"/><Relationship Id="rId92" Type="http://schemas.openxmlformats.org/officeDocument/2006/relationships/image" Target="../media/image4707.png"/><Relationship Id="rId213" Type="http://schemas.openxmlformats.org/officeDocument/2006/relationships/customXml" Target="../ink/ink416.xml"/><Relationship Id="rId234" Type="http://schemas.openxmlformats.org/officeDocument/2006/relationships/image" Target="../media/image4771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324.xml"/><Relationship Id="rId255" Type="http://schemas.openxmlformats.org/officeDocument/2006/relationships/customXml" Target="../ink/ink437.xml"/><Relationship Id="rId276" Type="http://schemas.openxmlformats.org/officeDocument/2006/relationships/image" Target="../media/image4792.png"/><Relationship Id="rId297" Type="http://schemas.openxmlformats.org/officeDocument/2006/relationships/customXml" Target="../ink/ink459.xml"/><Relationship Id="rId40" Type="http://schemas.openxmlformats.org/officeDocument/2006/relationships/image" Target="../media/image4681.png"/><Relationship Id="rId115" Type="http://schemas.openxmlformats.org/officeDocument/2006/relationships/customXml" Target="../ink/ink367.xml"/><Relationship Id="rId136" Type="http://schemas.openxmlformats.org/officeDocument/2006/relationships/image" Target="../media/image4726.png"/><Relationship Id="rId157" Type="http://schemas.openxmlformats.org/officeDocument/2006/relationships/customXml" Target="../ink/ink388.xml"/><Relationship Id="rId178" Type="http://schemas.openxmlformats.org/officeDocument/2006/relationships/image" Target="../media/image4743.png"/><Relationship Id="rId301" Type="http://schemas.openxmlformats.org/officeDocument/2006/relationships/customXml" Target="../ink/ink461.xml"/><Relationship Id="rId322" Type="http://schemas.openxmlformats.org/officeDocument/2006/relationships/image" Target="../media/image4810.png"/><Relationship Id="rId343" Type="http://schemas.openxmlformats.org/officeDocument/2006/relationships/customXml" Target="../ink/ink486.xml"/><Relationship Id="rId61" Type="http://schemas.openxmlformats.org/officeDocument/2006/relationships/customXml" Target="../ink/ink340.xml"/><Relationship Id="rId82" Type="http://schemas.openxmlformats.org/officeDocument/2006/relationships/image" Target="../media/image4702.png"/><Relationship Id="rId199" Type="http://schemas.openxmlformats.org/officeDocument/2006/relationships/customXml" Target="../ink/ink409.xml"/><Relationship Id="rId203" Type="http://schemas.openxmlformats.org/officeDocument/2006/relationships/customXml" Target="../ink/ink411.xml"/><Relationship Id="rId19" Type="http://schemas.openxmlformats.org/officeDocument/2006/relationships/customXml" Target="../ink/ink319.xml"/><Relationship Id="rId224" Type="http://schemas.openxmlformats.org/officeDocument/2006/relationships/image" Target="../media/image4766.png"/><Relationship Id="rId245" Type="http://schemas.openxmlformats.org/officeDocument/2006/relationships/customXml" Target="../ink/ink432.xml"/><Relationship Id="rId266" Type="http://schemas.openxmlformats.org/officeDocument/2006/relationships/image" Target="../media/image4787.png"/><Relationship Id="rId287" Type="http://schemas.openxmlformats.org/officeDocument/2006/relationships/customXml" Target="../ink/ink453.xml"/><Relationship Id="rId30" Type="http://schemas.openxmlformats.org/officeDocument/2006/relationships/image" Target="../media/image4676.png"/><Relationship Id="rId105" Type="http://schemas.openxmlformats.org/officeDocument/2006/relationships/customXml" Target="../ink/ink362.xml"/><Relationship Id="rId126" Type="http://schemas.openxmlformats.org/officeDocument/2006/relationships/image" Target="../media/image4721.png"/><Relationship Id="rId147" Type="http://schemas.openxmlformats.org/officeDocument/2006/relationships/customXml" Target="../ink/ink383.xml"/><Relationship Id="rId168" Type="http://schemas.openxmlformats.org/officeDocument/2006/relationships/image" Target="../media/image972.png"/><Relationship Id="rId312" Type="http://schemas.openxmlformats.org/officeDocument/2006/relationships/customXml" Target="../ink/ink467.xml"/><Relationship Id="rId333" Type="http://schemas.openxmlformats.org/officeDocument/2006/relationships/customXml" Target="../ink/ink478.xml"/><Relationship Id="rId51" Type="http://schemas.openxmlformats.org/officeDocument/2006/relationships/customXml" Target="../ink/ink335.xml"/><Relationship Id="rId72" Type="http://schemas.openxmlformats.org/officeDocument/2006/relationships/image" Target="../media/image4697.png"/><Relationship Id="rId93" Type="http://schemas.openxmlformats.org/officeDocument/2006/relationships/customXml" Target="../ink/ink356.xml"/><Relationship Id="rId189" Type="http://schemas.openxmlformats.org/officeDocument/2006/relationships/customXml" Target="../ink/ink404.xml"/><Relationship Id="rId3" Type="http://schemas.openxmlformats.org/officeDocument/2006/relationships/customXml" Target="../ink/ink311.xml"/><Relationship Id="rId214" Type="http://schemas.openxmlformats.org/officeDocument/2006/relationships/image" Target="../media/image4761.png"/><Relationship Id="rId235" Type="http://schemas.openxmlformats.org/officeDocument/2006/relationships/customXml" Target="../ink/ink427.xml"/><Relationship Id="rId256" Type="http://schemas.openxmlformats.org/officeDocument/2006/relationships/image" Target="../media/image4782.png"/><Relationship Id="rId277" Type="http://schemas.openxmlformats.org/officeDocument/2006/relationships/customXml" Target="../ink/ink448.xml"/><Relationship Id="rId298" Type="http://schemas.openxmlformats.org/officeDocument/2006/relationships/image" Target="../media/image4800.png"/><Relationship Id="rId116" Type="http://schemas.openxmlformats.org/officeDocument/2006/relationships/image" Target="../media/image4717.png"/><Relationship Id="rId137" Type="http://schemas.openxmlformats.org/officeDocument/2006/relationships/customXml" Target="../ink/ink378.xml"/><Relationship Id="rId158" Type="http://schemas.openxmlformats.org/officeDocument/2006/relationships/image" Target="../media/image4736.png"/><Relationship Id="rId302" Type="http://schemas.openxmlformats.org/officeDocument/2006/relationships/image" Target="../media/image4801.png"/><Relationship Id="rId323" Type="http://schemas.openxmlformats.org/officeDocument/2006/relationships/customXml" Target="../ink/ink473.xml"/><Relationship Id="rId344" Type="http://schemas.openxmlformats.org/officeDocument/2006/relationships/image" Target="../media/image10.png"/><Relationship Id="rId20" Type="http://schemas.openxmlformats.org/officeDocument/2006/relationships/image" Target="../media/image4671.png"/><Relationship Id="rId41" Type="http://schemas.openxmlformats.org/officeDocument/2006/relationships/customXml" Target="../ink/ink330.xml"/><Relationship Id="rId62" Type="http://schemas.openxmlformats.org/officeDocument/2006/relationships/image" Target="../media/image4692.png"/><Relationship Id="rId83" Type="http://schemas.openxmlformats.org/officeDocument/2006/relationships/customXml" Target="../ink/ink351.xml"/><Relationship Id="rId179" Type="http://schemas.openxmlformats.org/officeDocument/2006/relationships/customXml" Target="../ink/ink399.xml"/><Relationship Id="rId190" Type="http://schemas.openxmlformats.org/officeDocument/2006/relationships/image" Target="../media/image4749.png"/><Relationship Id="rId204" Type="http://schemas.openxmlformats.org/officeDocument/2006/relationships/image" Target="../media/image4756.png"/><Relationship Id="rId225" Type="http://schemas.openxmlformats.org/officeDocument/2006/relationships/customXml" Target="../ink/ink422.xml"/><Relationship Id="rId246" Type="http://schemas.openxmlformats.org/officeDocument/2006/relationships/image" Target="../media/image4777.png"/><Relationship Id="rId267" Type="http://schemas.openxmlformats.org/officeDocument/2006/relationships/customXml" Target="../ink/ink443.xml"/><Relationship Id="rId288" Type="http://schemas.openxmlformats.org/officeDocument/2006/relationships/customXml" Target="../ink/ink454.xml"/><Relationship Id="rId106" Type="http://schemas.openxmlformats.org/officeDocument/2006/relationships/image" Target="../media/image4713.png"/><Relationship Id="rId127" Type="http://schemas.openxmlformats.org/officeDocument/2006/relationships/customXml" Target="../ink/ink373.xml"/><Relationship Id="rId313" Type="http://schemas.openxmlformats.org/officeDocument/2006/relationships/image" Target="../media/image4806.png"/><Relationship Id="rId10" Type="http://schemas.openxmlformats.org/officeDocument/2006/relationships/image" Target="../media/image4666.png"/><Relationship Id="rId31" Type="http://schemas.openxmlformats.org/officeDocument/2006/relationships/customXml" Target="../ink/ink325.xml"/><Relationship Id="rId52" Type="http://schemas.openxmlformats.org/officeDocument/2006/relationships/image" Target="../media/image4687.png"/><Relationship Id="rId73" Type="http://schemas.openxmlformats.org/officeDocument/2006/relationships/customXml" Target="../ink/ink346.xml"/><Relationship Id="rId94" Type="http://schemas.openxmlformats.org/officeDocument/2006/relationships/image" Target="../media/image2892.png"/><Relationship Id="rId148" Type="http://schemas.openxmlformats.org/officeDocument/2006/relationships/image" Target="../media/image4732.png"/><Relationship Id="rId169" Type="http://schemas.openxmlformats.org/officeDocument/2006/relationships/customXml" Target="../ink/ink394.xml"/><Relationship Id="rId334" Type="http://schemas.openxmlformats.org/officeDocument/2006/relationships/image" Target="../media/image8.png"/><Relationship Id="rId4" Type="http://schemas.openxmlformats.org/officeDocument/2006/relationships/image" Target="../media/image4663.png"/><Relationship Id="rId180" Type="http://schemas.openxmlformats.org/officeDocument/2006/relationships/image" Target="../media/image4744.png"/><Relationship Id="rId215" Type="http://schemas.openxmlformats.org/officeDocument/2006/relationships/customXml" Target="../ink/ink417.xml"/><Relationship Id="rId236" Type="http://schemas.openxmlformats.org/officeDocument/2006/relationships/image" Target="../media/image4772.png"/><Relationship Id="rId257" Type="http://schemas.openxmlformats.org/officeDocument/2006/relationships/customXml" Target="../ink/ink438.xml"/><Relationship Id="rId278" Type="http://schemas.openxmlformats.org/officeDocument/2006/relationships/image" Target="../media/image4793.png"/><Relationship Id="rId303" Type="http://schemas.openxmlformats.org/officeDocument/2006/relationships/customXml" Target="../ink/ink462.xml"/><Relationship Id="rId42" Type="http://schemas.openxmlformats.org/officeDocument/2006/relationships/image" Target="../media/image4682.png"/><Relationship Id="rId84" Type="http://schemas.openxmlformats.org/officeDocument/2006/relationships/image" Target="../media/image4703.png"/><Relationship Id="rId138" Type="http://schemas.openxmlformats.org/officeDocument/2006/relationships/image" Target="../media/image4727.png"/><Relationship Id="rId191" Type="http://schemas.openxmlformats.org/officeDocument/2006/relationships/customXml" Target="../ink/ink405.xml"/><Relationship Id="rId205" Type="http://schemas.openxmlformats.org/officeDocument/2006/relationships/customXml" Target="../ink/ink412.xml"/><Relationship Id="rId247" Type="http://schemas.openxmlformats.org/officeDocument/2006/relationships/customXml" Target="../ink/ink433.xml"/><Relationship Id="rId107" Type="http://schemas.openxmlformats.org/officeDocument/2006/relationships/customXml" Target="../ink/ink363.xml"/><Relationship Id="rId289" Type="http://schemas.openxmlformats.org/officeDocument/2006/relationships/image" Target="../media/image4797.png"/><Relationship Id="rId11" Type="http://schemas.openxmlformats.org/officeDocument/2006/relationships/customXml" Target="../ink/ink315.xml"/><Relationship Id="rId53" Type="http://schemas.openxmlformats.org/officeDocument/2006/relationships/customXml" Target="../ink/ink336.xml"/><Relationship Id="rId149" Type="http://schemas.openxmlformats.org/officeDocument/2006/relationships/customXml" Target="../ink/ink384.xml"/><Relationship Id="rId314" Type="http://schemas.openxmlformats.org/officeDocument/2006/relationships/customXml" Target="../ink/ink468.xml"/><Relationship Id="rId95" Type="http://schemas.openxmlformats.org/officeDocument/2006/relationships/customXml" Target="../ink/ink357.xml"/><Relationship Id="rId160" Type="http://schemas.openxmlformats.org/officeDocument/2006/relationships/image" Target="../media/image4737.png"/><Relationship Id="rId216" Type="http://schemas.openxmlformats.org/officeDocument/2006/relationships/image" Target="../media/image4762.png"/><Relationship Id="rId258" Type="http://schemas.openxmlformats.org/officeDocument/2006/relationships/image" Target="../media/image4783.png"/><Relationship Id="rId22" Type="http://schemas.openxmlformats.org/officeDocument/2006/relationships/image" Target="../media/image4672.png"/><Relationship Id="rId64" Type="http://schemas.openxmlformats.org/officeDocument/2006/relationships/image" Target="../media/image4693.png"/><Relationship Id="rId118" Type="http://schemas.openxmlformats.org/officeDocument/2006/relationships/image" Target="../media/image4718.png"/><Relationship Id="rId325" Type="http://schemas.openxmlformats.org/officeDocument/2006/relationships/customXml" Target="../ink/ink474.xml"/><Relationship Id="rId171" Type="http://schemas.openxmlformats.org/officeDocument/2006/relationships/customXml" Target="../ink/ink395.xml"/><Relationship Id="rId227" Type="http://schemas.openxmlformats.org/officeDocument/2006/relationships/customXml" Target="../ink/ink423.xml"/><Relationship Id="rId269" Type="http://schemas.openxmlformats.org/officeDocument/2006/relationships/customXml" Target="../ink/ink444.xml"/><Relationship Id="rId33" Type="http://schemas.openxmlformats.org/officeDocument/2006/relationships/customXml" Target="../ink/ink326.xml"/><Relationship Id="rId129" Type="http://schemas.openxmlformats.org/officeDocument/2006/relationships/customXml" Target="../ink/ink374.xml"/><Relationship Id="rId280" Type="http://schemas.openxmlformats.org/officeDocument/2006/relationships/image" Target="../media/image4794.png"/><Relationship Id="rId336" Type="http://schemas.openxmlformats.org/officeDocument/2006/relationships/customXml" Target="../ink/ink480.xml"/><Relationship Id="rId75" Type="http://schemas.openxmlformats.org/officeDocument/2006/relationships/customXml" Target="../ink/ink347.xml"/><Relationship Id="rId140" Type="http://schemas.openxmlformats.org/officeDocument/2006/relationships/image" Target="../media/image4728.png"/><Relationship Id="rId182" Type="http://schemas.openxmlformats.org/officeDocument/2006/relationships/image" Target="../media/image4745.png"/><Relationship Id="rId6" Type="http://schemas.openxmlformats.org/officeDocument/2006/relationships/image" Target="../media/image4664.png"/><Relationship Id="rId238" Type="http://schemas.openxmlformats.org/officeDocument/2006/relationships/image" Target="../media/image4773.png"/><Relationship Id="rId291" Type="http://schemas.openxmlformats.org/officeDocument/2006/relationships/image" Target="../media/image1075.png"/><Relationship Id="rId305" Type="http://schemas.openxmlformats.org/officeDocument/2006/relationships/customXml" Target="../ink/ink463.xml"/><Relationship Id="rId44" Type="http://schemas.openxmlformats.org/officeDocument/2006/relationships/image" Target="../media/image4683.png"/><Relationship Id="rId86" Type="http://schemas.openxmlformats.org/officeDocument/2006/relationships/image" Target="../media/image4704.png"/><Relationship Id="rId151" Type="http://schemas.openxmlformats.org/officeDocument/2006/relationships/customXml" Target="../ink/ink385.xml"/><Relationship Id="rId193" Type="http://schemas.openxmlformats.org/officeDocument/2006/relationships/customXml" Target="../ink/ink406.xml"/><Relationship Id="rId207" Type="http://schemas.openxmlformats.org/officeDocument/2006/relationships/customXml" Target="../ink/ink413.xml"/><Relationship Id="rId249" Type="http://schemas.openxmlformats.org/officeDocument/2006/relationships/customXml" Target="../ink/ink434.xml"/><Relationship Id="rId13" Type="http://schemas.openxmlformats.org/officeDocument/2006/relationships/customXml" Target="../ink/ink316.xml"/><Relationship Id="rId109" Type="http://schemas.openxmlformats.org/officeDocument/2006/relationships/customXml" Target="../ink/ink364.xml"/><Relationship Id="rId260" Type="http://schemas.openxmlformats.org/officeDocument/2006/relationships/image" Target="../media/image4784.png"/><Relationship Id="rId316" Type="http://schemas.openxmlformats.org/officeDocument/2006/relationships/customXml" Target="../ink/ink469.xml"/><Relationship Id="rId55" Type="http://schemas.openxmlformats.org/officeDocument/2006/relationships/customXml" Target="../ink/ink337.xml"/><Relationship Id="rId97" Type="http://schemas.openxmlformats.org/officeDocument/2006/relationships/customXml" Target="../ink/ink358.xml"/><Relationship Id="rId120" Type="http://schemas.openxmlformats.org/officeDocument/2006/relationships/image" Target="../media/image4719.png"/><Relationship Id="rId162" Type="http://schemas.openxmlformats.org/officeDocument/2006/relationships/image" Target="../media/image814.png"/><Relationship Id="rId218" Type="http://schemas.openxmlformats.org/officeDocument/2006/relationships/image" Target="../media/image4763.png"/><Relationship Id="rId271" Type="http://schemas.openxmlformats.org/officeDocument/2006/relationships/customXml" Target="../ink/ink445.xml"/><Relationship Id="rId24" Type="http://schemas.openxmlformats.org/officeDocument/2006/relationships/image" Target="../media/image4673.png"/><Relationship Id="rId66" Type="http://schemas.openxmlformats.org/officeDocument/2006/relationships/image" Target="../media/image4694.png"/><Relationship Id="rId131" Type="http://schemas.openxmlformats.org/officeDocument/2006/relationships/customXml" Target="../ink/ink375.xml"/><Relationship Id="rId327" Type="http://schemas.openxmlformats.org/officeDocument/2006/relationships/customXml" Target="../ink/ink475.xml"/><Relationship Id="rId173" Type="http://schemas.openxmlformats.org/officeDocument/2006/relationships/customXml" Target="../ink/ink396.xml"/><Relationship Id="rId229" Type="http://schemas.openxmlformats.org/officeDocument/2006/relationships/customXml" Target="../ink/ink42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.png"/><Relationship Id="rId299" Type="http://schemas.openxmlformats.org/officeDocument/2006/relationships/image" Target="../media/image123.png"/><Relationship Id="rId21" Type="http://schemas.openxmlformats.org/officeDocument/2006/relationships/image" Target="../media/image4820.png"/><Relationship Id="rId63" Type="http://schemas.openxmlformats.org/officeDocument/2006/relationships/image" Target="../media/image4841.png"/><Relationship Id="rId159" Type="http://schemas.openxmlformats.org/officeDocument/2006/relationships/image" Target="../media/image56.png"/><Relationship Id="rId324" Type="http://schemas.openxmlformats.org/officeDocument/2006/relationships/customXml" Target="../ink/ink651.xml"/><Relationship Id="rId366" Type="http://schemas.openxmlformats.org/officeDocument/2006/relationships/customXml" Target="../ink/ink672.xml"/><Relationship Id="rId170" Type="http://schemas.openxmlformats.org/officeDocument/2006/relationships/customXml" Target="../ink/ink571.xml"/><Relationship Id="rId226" Type="http://schemas.openxmlformats.org/officeDocument/2006/relationships/image" Target="../media/image89.png"/><Relationship Id="rId268" Type="http://schemas.openxmlformats.org/officeDocument/2006/relationships/image" Target="../media/image108.png"/><Relationship Id="rId32" Type="http://schemas.openxmlformats.org/officeDocument/2006/relationships/customXml" Target="../ink/ink502.xml"/><Relationship Id="rId74" Type="http://schemas.openxmlformats.org/officeDocument/2006/relationships/customXml" Target="../ink/ink523.xml"/><Relationship Id="rId128" Type="http://schemas.openxmlformats.org/officeDocument/2006/relationships/customXml" Target="../ink/ink550.xml"/><Relationship Id="rId335" Type="http://schemas.openxmlformats.org/officeDocument/2006/relationships/image" Target="../media/image139.png"/><Relationship Id="rId377" Type="http://schemas.openxmlformats.org/officeDocument/2006/relationships/image" Target="../media/image160.png"/><Relationship Id="rId5" Type="http://schemas.openxmlformats.org/officeDocument/2006/relationships/image" Target="../media/image4812.png"/><Relationship Id="rId181" Type="http://schemas.openxmlformats.org/officeDocument/2006/relationships/image" Target="../media/image67.png"/><Relationship Id="rId237" Type="http://schemas.openxmlformats.org/officeDocument/2006/relationships/customXml" Target="../ink/ink605.xml"/><Relationship Id="rId402" Type="http://schemas.openxmlformats.org/officeDocument/2006/relationships/customXml" Target="../ink/ink690.xml"/><Relationship Id="rId279" Type="http://schemas.openxmlformats.org/officeDocument/2006/relationships/customXml" Target="../ink/ink626.xml"/><Relationship Id="rId43" Type="http://schemas.openxmlformats.org/officeDocument/2006/relationships/image" Target="../media/image4831.png"/><Relationship Id="rId139" Type="http://schemas.openxmlformats.org/officeDocument/2006/relationships/image" Target="../media/image46.png"/><Relationship Id="rId290" Type="http://schemas.openxmlformats.org/officeDocument/2006/relationships/image" Target="../media/image119.png"/><Relationship Id="rId304" Type="http://schemas.openxmlformats.org/officeDocument/2006/relationships/customXml" Target="../ink/ink639.xml"/><Relationship Id="rId346" Type="http://schemas.openxmlformats.org/officeDocument/2006/relationships/customXml" Target="../ink/ink662.xml"/><Relationship Id="rId388" Type="http://schemas.openxmlformats.org/officeDocument/2006/relationships/customXml" Target="../ink/ink683.xml"/><Relationship Id="rId85" Type="http://schemas.openxmlformats.org/officeDocument/2006/relationships/image" Target="../media/image19.png"/><Relationship Id="rId150" Type="http://schemas.openxmlformats.org/officeDocument/2006/relationships/customXml" Target="../ink/ink561.xml"/><Relationship Id="rId192" Type="http://schemas.openxmlformats.org/officeDocument/2006/relationships/customXml" Target="../ink/ink582.xml"/><Relationship Id="rId206" Type="http://schemas.openxmlformats.org/officeDocument/2006/relationships/customXml" Target="../ink/ink589.xml"/><Relationship Id="rId248" Type="http://schemas.openxmlformats.org/officeDocument/2006/relationships/image" Target="../media/image100.png"/><Relationship Id="rId12" Type="http://schemas.openxmlformats.org/officeDocument/2006/relationships/customXml" Target="../ink/ink492.xml"/><Relationship Id="rId108" Type="http://schemas.openxmlformats.org/officeDocument/2006/relationships/customXml" Target="../ink/ink540.xml"/><Relationship Id="rId315" Type="http://schemas.openxmlformats.org/officeDocument/2006/relationships/image" Target="../media/image129.png"/><Relationship Id="rId357" Type="http://schemas.openxmlformats.org/officeDocument/2006/relationships/image" Target="../media/image150.png"/><Relationship Id="rId54" Type="http://schemas.openxmlformats.org/officeDocument/2006/relationships/customXml" Target="../ink/ink513.xml"/><Relationship Id="rId96" Type="http://schemas.openxmlformats.org/officeDocument/2006/relationships/customXml" Target="../ink/ink534.xml"/><Relationship Id="rId161" Type="http://schemas.openxmlformats.org/officeDocument/2006/relationships/image" Target="../media/image57.png"/><Relationship Id="rId217" Type="http://schemas.openxmlformats.org/officeDocument/2006/relationships/customXml" Target="../ink/ink595.xml"/><Relationship Id="rId399" Type="http://schemas.openxmlformats.org/officeDocument/2006/relationships/image" Target="../media/image171.png"/><Relationship Id="rId259" Type="http://schemas.openxmlformats.org/officeDocument/2006/relationships/customXml" Target="../ink/ink616.xml"/><Relationship Id="rId23" Type="http://schemas.openxmlformats.org/officeDocument/2006/relationships/image" Target="../media/image4821.png"/><Relationship Id="rId119" Type="http://schemas.openxmlformats.org/officeDocument/2006/relationships/image" Target="../media/image36.png"/><Relationship Id="rId270" Type="http://schemas.openxmlformats.org/officeDocument/2006/relationships/image" Target="../media/image109.png"/><Relationship Id="rId326" Type="http://schemas.openxmlformats.org/officeDocument/2006/relationships/customXml" Target="../ink/ink652.xml"/><Relationship Id="rId65" Type="http://schemas.openxmlformats.org/officeDocument/2006/relationships/image" Target="../media/image315.png"/><Relationship Id="rId130" Type="http://schemas.openxmlformats.org/officeDocument/2006/relationships/customXml" Target="../ink/ink551.xml"/><Relationship Id="rId368" Type="http://schemas.openxmlformats.org/officeDocument/2006/relationships/customXml" Target="../ink/ink673.xml"/><Relationship Id="rId172" Type="http://schemas.openxmlformats.org/officeDocument/2006/relationships/customXml" Target="../ink/ink572.xml"/><Relationship Id="rId228" Type="http://schemas.openxmlformats.org/officeDocument/2006/relationships/image" Target="../media/image90.png"/><Relationship Id="rId281" Type="http://schemas.openxmlformats.org/officeDocument/2006/relationships/customXml" Target="../ink/ink627.xml"/><Relationship Id="rId337" Type="http://schemas.openxmlformats.org/officeDocument/2006/relationships/image" Target="../media/image140.png"/><Relationship Id="rId34" Type="http://schemas.openxmlformats.org/officeDocument/2006/relationships/customXml" Target="../ink/ink503.xml"/><Relationship Id="rId76" Type="http://schemas.openxmlformats.org/officeDocument/2006/relationships/customXml" Target="../ink/ink524.xml"/><Relationship Id="rId141" Type="http://schemas.openxmlformats.org/officeDocument/2006/relationships/image" Target="../media/image47.png"/><Relationship Id="rId379" Type="http://schemas.openxmlformats.org/officeDocument/2006/relationships/image" Target="../media/image161.png"/><Relationship Id="rId7" Type="http://schemas.openxmlformats.org/officeDocument/2006/relationships/image" Target="../media/image4813.png"/><Relationship Id="rId183" Type="http://schemas.openxmlformats.org/officeDocument/2006/relationships/image" Target="../media/image68.png"/><Relationship Id="rId239" Type="http://schemas.openxmlformats.org/officeDocument/2006/relationships/customXml" Target="../ink/ink606.xml"/><Relationship Id="rId390" Type="http://schemas.openxmlformats.org/officeDocument/2006/relationships/customXml" Target="../ink/ink684.xml"/><Relationship Id="rId250" Type="http://schemas.openxmlformats.org/officeDocument/2006/relationships/image" Target="../media/image101.png"/><Relationship Id="rId292" Type="http://schemas.openxmlformats.org/officeDocument/2006/relationships/image" Target="../media/image120.png"/><Relationship Id="rId306" Type="http://schemas.openxmlformats.org/officeDocument/2006/relationships/customXml" Target="../ink/ink640.xml"/><Relationship Id="rId45" Type="http://schemas.openxmlformats.org/officeDocument/2006/relationships/image" Target="../media/image4832.png"/><Relationship Id="rId87" Type="http://schemas.openxmlformats.org/officeDocument/2006/relationships/image" Target="../media/image20.png"/><Relationship Id="rId110" Type="http://schemas.openxmlformats.org/officeDocument/2006/relationships/customXml" Target="../ink/ink541.xml"/><Relationship Id="rId348" Type="http://schemas.openxmlformats.org/officeDocument/2006/relationships/customXml" Target="../ink/ink663.xml"/><Relationship Id="rId152" Type="http://schemas.openxmlformats.org/officeDocument/2006/relationships/customXml" Target="../ink/ink562.xml"/><Relationship Id="rId194" Type="http://schemas.openxmlformats.org/officeDocument/2006/relationships/customXml" Target="../ink/ink583.xml"/><Relationship Id="rId208" Type="http://schemas.openxmlformats.org/officeDocument/2006/relationships/customXml" Target="../ink/ink590.xml"/><Relationship Id="rId261" Type="http://schemas.openxmlformats.org/officeDocument/2006/relationships/customXml" Target="../ink/ink617.xml"/><Relationship Id="rId14" Type="http://schemas.openxmlformats.org/officeDocument/2006/relationships/customXml" Target="../ink/ink493.xml"/><Relationship Id="rId56" Type="http://schemas.openxmlformats.org/officeDocument/2006/relationships/customXml" Target="../ink/ink514.xml"/><Relationship Id="rId317" Type="http://schemas.openxmlformats.org/officeDocument/2006/relationships/image" Target="../media/image130.png"/><Relationship Id="rId359" Type="http://schemas.openxmlformats.org/officeDocument/2006/relationships/image" Target="../media/image151.png"/><Relationship Id="rId98" Type="http://schemas.openxmlformats.org/officeDocument/2006/relationships/customXml" Target="../ink/ink535.xml"/><Relationship Id="rId121" Type="http://schemas.openxmlformats.org/officeDocument/2006/relationships/image" Target="../media/image37.png"/><Relationship Id="rId163" Type="http://schemas.openxmlformats.org/officeDocument/2006/relationships/image" Target="../media/image58.png"/><Relationship Id="rId219" Type="http://schemas.openxmlformats.org/officeDocument/2006/relationships/customXml" Target="../ink/ink596.xml"/><Relationship Id="rId370" Type="http://schemas.openxmlformats.org/officeDocument/2006/relationships/customXml" Target="../ink/ink674.xml"/><Relationship Id="rId230" Type="http://schemas.openxmlformats.org/officeDocument/2006/relationships/image" Target="../media/image91.png"/><Relationship Id="rId25" Type="http://schemas.openxmlformats.org/officeDocument/2006/relationships/image" Target="../media/image4822.png"/><Relationship Id="rId67" Type="http://schemas.openxmlformats.org/officeDocument/2006/relationships/image" Target="../media/image11.png"/><Relationship Id="rId272" Type="http://schemas.openxmlformats.org/officeDocument/2006/relationships/image" Target="../media/image110.png"/><Relationship Id="rId328" Type="http://schemas.openxmlformats.org/officeDocument/2006/relationships/customXml" Target="../ink/ink653.xml"/><Relationship Id="rId132" Type="http://schemas.openxmlformats.org/officeDocument/2006/relationships/customXml" Target="../ink/ink552.xml"/><Relationship Id="rId174" Type="http://schemas.openxmlformats.org/officeDocument/2006/relationships/customXml" Target="../ink/ink573.xml"/><Relationship Id="rId381" Type="http://schemas.openxmlformats.org/officeDocument/2006/relationships/image" Target="../media/image162.png"/><Relationship Id="rId241" Type="http://schemas.openxmlformats.org/officeDocument/2006/relationships/customXml" Target="../ink/ink607.xml"/><Relationship Id="rId36" Type="http://schemas.openxmlformats.org/officeDocument/2006/relationships/customXml" Target="../ink/ink504.xml"/><Relationship Id="rId283" Type="http://schemas.openxmlformats.org/officeDocument/2006/relationships/customXml" Target="../ink/ink628.xml"/><Relationship Id="rId339" Type="http://schemas.openxmlformats.org/officeDocument/2006/relationships/image" Target="../media/image141.png"/><Relationship Id="rId78" Type="http://schemas.openxmlformats.org/officeDocument/2006/relationships/customXml" Target="../ink/ink525.xml"/><Relationship Id="rId101" Type="http://schemas.openxmlformats.org/officeDocument/2006/relationships/image" Target="../media/image27.png"/><Relationship Id="rId143" Type="http://schemas.openxmlformats.org/officeDocument/2006/relationships/image" Target="../media/image48.png"/><Relationship Id="rId185" Type="http://schemas.openxmlformats.org/officeDocument/2006/relationships/image" Target="../media/image69.png"/><Relationship Id="rId350" Type="http://schemas.openxmlformats.org/officeDocument/2006/relationships/customXml" Target="../ink/ink664.xml"/><Relationship Id="rId9" Type="http://schemas.openxmlformats.org/officeDocument/2006/relationships/image" Target="../media/image4814.png"/><Relationship Id="rId210" Type="http://schemas.openxmlformats.org/officeDocument/2006/relationships/image" Target="../media/image81.png"/><Relationship Id="rId392" Type="http://schemas.openxmlformats.org/officeDocument/2006/relationships/customXml" Target="../ink/ink685.xml"/><Relationship Id="rId252" Type="http://schemas.openxmlformats.org/officeDocument/2006/relationships/image" Target="../media/image102.png"/><Relationship Id="rId294" Type="http://schemas.openxmlformats.org/officeDocument/2006/relationships/image" Target="../media/image121.png"/><Relationship Id="rId308" Type="http://schemas.openxmlformats.org/officeDocument/2006/relationships/customXml" Target="../ink/ink642.xml"/><Relationship Id="rId47" Type="http://schemas.openxmlformats.org/officeDocument/2006/relationships/image" Target="../media/image4833.png"/><Relationship Id="rId89" Type="http://schemas.openxmlformats.org/officeDocument/2006/relationships/image" Target="../media/image21.png"/><Relationship Id="rId112" Type="http://schemas.openxmlformats.org/officeDocument/2006/relationships/customXml" Target="../ink/ink542.xml"/><Relationship Id="rId154" Type="http://schemas.openxmlformats.org/officeDocument/2006/relationships/customXml" Target="../ink/ink563.xml"/><Relationship Id="rId361" Type="http://schemas.openxmlformats.org/officeDocument/2006/relationships/image" Target="../media/image152.png"/><Relationship Id="rId196" Type="http://schemas.openxmlformats.org/officeDocument/2006/relationships/customXml" Target="../ink/ink584.xml"/><Relationship Id="rId16" Type="http://schemas.openxmlformats.org/officeDocument/2006/relationships/customXml" Target="../ink/ink494.xml"/><Relationship Id="rId221" Type="http://schemas.openxmlformats.org/officeDocument/2006/relationships/customXml" Target="../ink/ink597.xml"/><Relationship Id="rId263" Type="http://schemas.openxmlformats.org/officeDocument/2006/relationships/customXml" Target="../ink/ink618.xml"/><Relationship Id="rId319" Type="http://schemas.openxmlformats.org/officeDocument/2006/relationships/image" Target="../media/image131.png"/><Relationship Id="rId58" Type="http://schemas.openxmlformats.org/officeDocument/2006/relationships/customXml" Target="../ink/ink515.xml"/><Relationship Id="rId123" Type="http://schemas.openxmlformats.org/officeDocument/2006/relationships/image" Target="../media/image38.png"/><Relationship Id="rId330" Type="http://schemas.openxmlformats.org/officeDocument/2006/relationships/customXml" Target="../ink/ink654.xml"/><Relationship Id="rId90" Type="http://schemas.openxmlformats.org/officeDocument/2006/relationships/customXml" Target="../ink/ink531.xml"/><Relationship Id="rId165" Type="http://schemas.openxmlformats.org/officeDocument/2006/relationships/image" Target="../media/image59.png"/><Relationship Id="rId186" Type="http://schemas.openxmlformats.org/officeDocument/2006/relationships/customXml" Target="../ink/ink579.xml"/><Relationship Id="rId351" Type="http://schemas.openxmlformats.org/officeDocument/2006/relationships/image" Target="../media/image147.png"/><Relationship Id="rId372" Type="http://schemas.openxmlformats.org/officeDocument/2006/relationships/customXml" Target="../ink/ink675.xml"/><Relationship Id="rId393" Type="http://schemas.openxmlformats.org/officeDocument/2006/relationships/image" Target="../media/image168.png"/><Relationship Id="rId211" Type="http://schemas.openxmlformats.org/officeDocument/2006/relationships/customXml" Target="../ink/ink592.xml"/><Relationship Id="rId232" Type="http://schemas.openxmlformats.org/officeDocument/2006/relationships/image" Target="../media/image92.png"/><Relationship Id="rId253" Type="http://schemas.openxmlformats.org/officeDocument/2006/relationships/customXml" Target="../ink/ink613.xml"/><Relationship Id="rId274" Type="http://schemas.openxmlformats.org/officeDocument/2006/relationships/image" Target="../media/image111.png"/><Relationship Id="rId295" Type="http://schemas.openxmlformats.org/officeDocument/2006/relationships/customXml" Target="../ink/ink634.xml"/><Relationship Id="rId309" Type="http://schemas.openxmlformats.org/officeDocument/2006/relationships/customXml" Target="../ink/ink643.xml"/><Relationship Id="rId27" Type="http://schemas.openxmlformats.org/officeDocument/2006/relationships/image" Target="../media/image4823.png"/><Relationship Id="rId48" Type="http://schemas.openxmlformats.org/officeDocument/2006/relationships/customXml" Target="../ink/ink510.xml"/><Relationship Id="rId69" Type="http://schemas.openxmlformats.org/officeDocument/2006/relationships/image" Target="../media/image12.png"/><Relationship Id="rId113" Type="http://schemas.openxmlformats.org/officeDocument/2006/relationships/image" Target="../media/image33.png"/><Relationship Id="rId134" Type="http://schemas.openxmlformats.org/officeDocument/2006/relationships/customXml" Target="../ink/ink553.xml"/><Relationship Id="rId320" Type="http://schemas.openxmlformats.org/officeDocument/2006/relationships/customXml" Target="../ink/ink649.xml"/><Relationship Id="rId80" Type="http://schemas.openxmlformats.org/officeDocument/2006/relationships/customXml" Target="../ink/ink526.xml"/><Relationship Id="rId155" Type="http://schemas.openxmlformats.org/officeDocument/2006/relationships/image" Target="../media/image54.png"/><Relationship Id="rId176" Type="http://schemas.openxmlformats.org/officeDocument/2006/relationships/customXml" Target="../ink/ink574.xml"/><Relationship Id="rId197" Type="http://schemas.openxmlformats.org/officeDocument/2006/relationships/image" Target="../media/image75.png"/><Relationship Id="rId341" Type="http://schemas.openxmlformats.org/officeDocument/2006/relationships/image" Target="../media/image142.png"/><Relationship Id="rId362" Type="http://schemas.openxmlformats.org/officeDocument/2006/relationships/customXml" Target="../ink/ink670.xml"/><Relationship Id="rId383" Type="http://schemas.openxmlformats.org/officeDocument/2006/relationships/image" Target="../media/image163.png"/><Relationship Id="rId201" Type="http://schemas.openxmlformats.org/officeDocument/2006/relationships/image" Target="../media/image77.png"/><Relationship Id="rId222" Type="http://schemas.openxmlformats.org/officeDocument/2006/relationships/image" Target="../media/image87.png"/><Relationship Id="rId243" Type="http://schemas.openxmlformats.org/officeDocument/2006/relationships/customXml" Target="../ink/ink608.xml"/><Relationship Id="rId264" Type="http://schemas.openxmlformats.org/officeDocument/2006/relationships/image" Target="../media/image107.png"/><Relationship Id="rId285" Type="http://schemas.openxmlformats.org/officeDocument/2006/relationships/customXml" Target="../ink/ink629.xml"/><Relationship Id="rId17" Type="http://schemas.openxmlformats.org/officeDocument/2006/relationships/image" Target="../media/image4818.png"/><Relationship Id="rId38" Type="http://schemas.openxmlformats.org/officeDocument/2006/relationships/customXml" Target="../ink/ink505.xml"/><Relationship Id="rId59" Type="http://schemas.openxmlformats.org/officeDocument/2006/relationships/image" Target="../media/image4839.png"/><Relationship Id="rId103" Type="http://schemas.openxmlformats.org/officeDocument/2006/relationships/image" Target="../media/image28.png"/><Relationship Id="rId124" Type="http://schemas.openxmlformats.org/officeDocument/2006/relationships/customXml" Target="../ink/ink548.xml"/><Relationship Id="rId310" Type="http://schemas.openxmlformats.org/officeDocument/2006/relationships/image" Target="../media/image127.png"/><Relationship Id="rId70" Type="http://schemas.openxmlformats.org/officeDocument/2006/relationships/customXml" Target="../ink/ink521.xml"/><Relationship Id="rId91" Type="http://schemas.openxmlformats.org/officeDocument/2006/relationships/image" Target="../media/image22.png"/><Relationship Id="rId145" Type="http://schemas.openxmlformats.org/officeDocument/2006/relationships/image" Target="../media/image49.png"/><Relationship Id="rId166" Type="http://schemas.openxmlformats.org/officeDocument/2006/relationships/customXml" Target="../ink/ink569.xml"/><Relationship Id="rId187" Type="http://schemas.openxmlformats.org/officeDocument/2006/relationships/image" Target="../media/image70.png"/><Relationship Id="rId331" Type="http://schemas.openxmlformats.org/officeDocument/2006/relationships/image" Target="../media/image137.png"/><Relationship Id="rId352" Type="http://schemas.openxmlformats.org/officeDocument/2006/relationships/customXml" Target="../ink/ink665.xml"/><Relationship Id="rId373" Type="http://schemas.openxmlformats.org/officeDocument/2006/relationships/image" Target="../media/image158.png"/><Relationship Id="rId394" Type="http://schemas.openxmlformats.org/officeDocument/2006/relationships/customXml" Target="../ink/ink686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82.png"/><Relationship Id="rId233" Type="http://schemas.openxmlformats.org/officeDocument/2006/relationships/customXml" Target="../ink/ink603.xml"/><Relationship Id="rId254" Type="http://schemas.openxmlformats.org/officeDocument/2006/relationships/image" Target="../media/image103.png"/><Relationship Id="rId28" Type="http://schemas.openxmlformats.org/officeDocument/2006/relationships/customXml" Target="../ink/ink500.xml"/><Relationship Id="rId49" Type="http://schemas.openxmlformats.org/officeDocument/2006/relationships/image" Target="../media/image4834.png"/><Relationship Id="rId114" Type="http://schemas.openxmlformats.org/officeDocument/2006/relationships/customXml" Target="../ink/ink543.xml"/><Relationship Id="rId275" Type="http://schemas.openxmlformats.org/officeDocument/2006/relationships/customXml" Target="../ink/ink624.xml"/><Relationship Id="rId296" Type="http://schemas.openxmlformats.org/officeDocument/2006/relationships/image" Target="../media/image122.png"/><Relationship Id="rId300" Type="http://schemas.openxmlformats.org/officeDocument/2006/relationships/customXml" Target="../ink/ink637.xml"/><Relationship Id="rId60" Type="http://schemas.openxmlformats.org/officeDocument/2006/relationships/customXml" Target="../ink/ink516.xml"/><Relationship Id="rId81" Type="http://schemas.openxmlformats.org/officeDocument/2006/relationships/image" Target="../media/image6.png"/><Relationship Id="rId135" Type="http://schemas.openxmlformats.org/officeDocument/2006/relationships/image" Target="../media/image44.png"/><Relationship Id="rId156" Type="http://schemas.openxmlformats.org/officeDocument/2006/relationships/customXml" Target="../ink/ink564.xml"/><Relationship Id="rId177" Type="http://schemas.openxmlformats.org/officeDocument/2006/relationships/image" Target="../media/image65.png"/><Relationship Id="rId198" Type="http://schemas.openxmlformats.org/officeDocument/2006/relationships/customXml" Target="../ink/ink585.xml"/><Relationship Id="rId321" Type="http://schemas.openxmlformats.org/officeDocument/2006/relationships/image" Target="../media/image132.png"/><Relationship Id="rId342" Type="http://schemas.openxmlformats.org/officeDocument/2006/relationships/customXml" Target="../ink/ink660.xml"/><Relationship Id="rId363" Type="http://schemas.openxmlformats.org/officeDocument/2006/relationships/image" Target="../media/image153.png"/><Relationship Id="rId384" Type="http://schemas.openxmlformats.org/officeDocument/2006/relationships/customXml" Target="../ink/ink681.xml"/><Relationship Id="rId202" Type="http://schemas.openxmlformats.org/officeDocument/2006/relationships/customXml" Target="../ink/ink587.xml"/><Relationship Id="rId223" Type="http://schemas.openxmlformats.org/officeDocument/2006/relationships/customXml" Target="../ink/ink598.xml"/><Relationship Id="rId244" Type="http://schemas.openxmlformats.org/officeDocument/2006/relationships/image" Target="../media/image98.png"/><Relationship Id="rId18" Type="http://schemas.openxmlformats.org/officeDocument/2006/relationships/customXml" Target="../ink/ink495.xml"/><Relationship Id="rId39" Type="http://schemas.openxmlformats.org/officeDocument/2006/relationships/image" Target="../media/image4829.png"/><Relationship Id="rId265" Type="http://schemas.openxmlformats.org/officeDocument/2006/relationships/customXml" Target="../ink/ink619.xml"/><Relationship Id="rId286" Type="http://schemas.openxmlformats.org/officeDocument/2006/relationships/image" Target="../media/image117.png"/><Relationship Id="rId50" Type="http://schemas.openxmlformats.org/officeDocument/2006/relationships/customXml" Target="../ink/ink511.xml"/><Relationship Id="rId104" Type="http://schemas.openxmlformats.org/officeDocument/2006/relationships/customXml" Target="../ink/ink538.xml"/><Relationship Id="rId125" Type="http://schemas.openxmlformats.org/officeDocument/2006/relationships/image" Target="../media/image39.png"/><Relationship Id="rId146" Type="http://schemas.openxmlformats.org/officeDocument/2006/relationships/customXml" Target="../ink/ink559.xml"/><Relationship Id="rId167" Type="http://schemas.openxmlformats.org/officeDocument/2006/relationships/image" Target="../media/image60.png"/><Relationship Id="rId188" Type="http://schemas.openxmlformats.org/officeDocument/2006/relationships/customXml" Target="../ink/ink580.xml"/><Relationship Id="rId311" Type="http://schemas.openxmlformats.org/officeDocument/2006/relationships/customXml" Target="../ink/ink644.xml"/><Relationship Id="rId332" Type="http://schemas.openxmlformats.org/officeDocument/2006/relationships/customXml" Target="../ink/ink655.xml"/><Relationship Id="rId353" Type="http://schemas.openxmlformats.org/officeDocument/2006/relationships/image" Target="../media/image148.png"/><Relationship Id="rId374" Type="http://schemas.openxmlformats.org/officeDocument/2006/relationships/customXml" Target="../ink/ink676.xml"/><Relationship Id="rId395" Type="http://schemas.openxmlformats.org/officeDocument/2006/relationships/image" Target="../media/image169.png"/><Relationship Id="rId71" Type="http://schemas.openxmlformats.org/officeDocument/2006/relationships/image" Target="../media/image13.png"/><Relationship Id="rId92" Type="http://schemas.openxmlformats.org/officeDocument/2006/relationships/customXml" Target="../ink/ink532.xml"/><Relationship Id="rId213" Type="http://schemas.openxmlformats.org/officeDocument/2006/relationships/customXml" Target="../ink/ink593.xml"/><Relationship Id="rId234" Type="http://schemas.openxmlformats.org/officeDocument/2006/relationships/image" Target="../media/image93.png"/><Relationship Id="rId2" Type="http://schemas.openxmlformats.org/officeDocument/2006/relationships/customXml" Target="../ink/ink487.xml"/><Relationship Id="rId29" Type="http://schemas.openxmlformats.org/officeDocument/2006/relationships/image" Target="../media/image4824.png"/><Relationship Id="rId255" Type="http://schemas.openxmlformats.org/officeDocument/2006/relationships/customXml" Target="../ink/ink614.xml"/><Relationship Id="rId276" Type="http://schemas.openxmlformats.org/officeDocument/2006/relationships/image" Target="../media/image112.png"/><Relationship Id="rId297" Type="http://schemas.openxmlformats.org/officeDocument/2006/relationships/customXml" Target="../ink/ink635.xml"/><Relationship Id="rId40" Type="http://schemas.openxmlformats.org/officeDocument/2006/relationships/customXml" Target="../ink/ink506.xml"/><Relationship Id="rId115" Type="http://schemas.openxmlformats.org/officeDocument/2006/relationships/image" Target="../media/image34.png"/><Relationship Id="rId136" Type="http://schemas.openxmlformats.org/officeDocument/2006/relationships/customXml" Target="../ink/ink554.xml"/><Relationship Id="rId157" Type="http://schemas.openxmlformats.org/officeDocument/2006/relationships/image" Target="../media/image55.png"/><Relationship Id="rId178" Type="http://schemas.openxmlformats.org/officeDocument/2006/relationships/customXml" Target="../ink/ink575.xml"/><Relationship Id="rId301" Type="http://schemas.openxmlformats.org/officeDocument/2006/relationships/image" Target="../media/image124.png"/><Relationship Id="rId322" Type="http://schemas.openxmlformats.org/officeDocument/2006/relationships/customXml" Target="../ink/ink650.xml"/><Relationship Id="rId343" Type="http://schemas.openxmlformats.org/officeDocument/2006/relationships/image" Target="../media/image143.png"/><Relationship Id="rId364" Type="http://schemas.openxmlformats.org/officeDocument/2006/relationships/customXml" Target="../ink/ink671.xml"/><Relationship Id="rId61" Type="http://schemas.openxmlformats.org/officeDocument/2006/relationships/image" Target="../media/image4840.png"/><Relationship Id="rId82" Type="http://schemas.openxmlformats.org/officeDocument/2006/relationships/customXml" Target="../ink/ink527.xml"/><Relationship Id="rId199" Type="http://schemas.openxmlformats.org/officeDocument/2006/relationships/image" Target="../media/image76.png"/><Relationship Id="rId203" Type="http://schemas.openxmlformats.org/officeDocument/2006/relationships/image" Target="../media/image78.png"/><Relationship Id="rId385" Type="http://schemas.openxmlformats.org/officeDocument/2006/relationships/image" Target="../media/image164.png"/><Relationship Id="rId19" Type="http://schemas.openxmlformats.org/officeDocument/2006/relationships/image" Target="../media/image4819.png"/><Relationship Id="rId224" Type="http://schemas.openxmlformats.org/officeDocument/2006/relationships/image" Target="../media/image88.png"/><Relationship Id="rId245" Type="http://schemas.openxmlformats.org/officeDocument/2006/relationships/customXml" Target="../ink/ink609.xml"/><Relationship Id="rId266" Type="http://schemas.openxmlformats.org/officeDocument/2006/relationships/image" Target="../media/image2.png"/><Relationship Id="rId287" Type="http://schemas.openxmlformats.org/officeDocument/2006/relationships/customXml" Target="../ink/ink630.xml"/><Relationship Id="rId30" Type="http://schemas.openxmlformats.org/officeDocument/2006/relationships/customXml" Target="../ink/ink501.xml"/><Relationship Id="rId105" Type="http://schemas.openxmlformats.org/officeDocument/2006/relationships/image" Target="../media/image29.png"/><Relationship Id="rId126" Type="http://schemas.openxmlformats.org/officeDocument/2006/relationships/customXml" Target="../ink/ink549.xml"/><Relationship Id="rId147" Type="http://schemas.openxmlformats.org/officeDocument/2006/relationships/image" Target="../media/image50.png"/><Relationship Id="rId168" Type="http://schemas.openxmlformats.org/officeDocument/2006/relationships/customXml" Target="../ink/ink570.xml"/><Relationship Id="rId312" Type="http://schemas.openxmlformats.org/officeDocument/2006/relationships/customXml" Target="../ink/ink645.xml"/><Relationship Id="rId333" Type="http://schemas.openxmlformats.org/officeDocument/2006/relationships/image" Target="../media/image138.png"/><Relationship Id="rId354" Type="http://schemas.openxmlformats.org/officeDocument/2006/relationships/customXml" Target="../ink/ink666.xml"/><Relationship Id="rId51" Type="http://schemas.openxmlformats.org/officeDocument/2006/relationships/image" Target="../media/image4835.png"/><Relationship Id="rId72" Type="http://schemas.openxmlformats.org/officeDocument/2006/relationships/customXml" Target="../ink/ink522.xml"/><Relationship Id="rId93" Type="http://schemas.openxmlformats.org/officeDocument/2006/relationships/image" Target="../media/image23.png"/><Relationship Id="rId189" Type="http://schemas.openxmlformats.org/officeDocument/2006/relationships/image" Target="../media/image71.png"/><Relationship Id="rId375" Type="http://schemas.openxmlformats.org/officeDocument/2006/relationships/image" Target="../media/image159.png"/><Relationship Id="rId396" Type="http://schemas.openxmlformats.org/officeDocument/2006/relationships/customXml" Target="../ink/ink687.xml"/><Relationship Id="rId3" Type="http://schemas.openxmlformats.org/officeDocument/2006/relationships/image" Target="../media/image4811.png"/><Relationship Id="rId214" Type="http://schemas.openxmlformats.org/officeDocument/2006/relationships/image" Target="../media/image83.png"/><Relationship Id="rId235" Type="http://schemas.openxmlformats.org/officeDocument/2006/relationships/customXml" Target="../ink/ink604.xml"/><Relationship Id="rId256" Type="http://schemas.openxmlformats.org/officeDocument/2006/relationships/image" Target="../media/image104.png"/><Relationship Id="rId277" Type="http://schemas.openxmlformats.org/officeDocument/2006/relationships/customXml" Target="../ink/ink625.xml"/><Relationship Id="rId298" Type="http://schemas.openxmlformats.org/officeDocument/2006/relationships/customXml" Target="../ink/ink636.xml"/><Relationship Id="rId400" Type="http://schemas.openxmlformats.org/officeDocument/2006/relationships/customXml" Target="../ink/ink689.xml"/><Relationship Id="rId116" Type="http://schemas.openxmlformats.org/officeDocument/2006/relationships/customXml" Target="../ink/ink544.xml"/><Relationship Id="rId137" Type="http://schemas.openxmlformats.org/officeDocument/2006/relationships/image" Target="../media/image45.png"/><Relationship Id="rId158" Type="http://schemas.openxmlformats.org/officeDocument/2006/relationships/customXml" Target="../ink/ink565.xml"/><Relationship Id="rId302" Type="http://schemas.openxmlformats.org/officeDocument/2006/relationships/customXml" Target="../ink/ink638.xml"/><Relationship Id="rId323" Type="http://schemas.openxmlformats.org/officeDocument/2006/relationships/image" Target="../media/image133.png"/><Relationship Id="rId344" Type="http://schemas.openxmlformats.org/officeDocument/2006/relationships/customXml" Target="../ink/ink661.xml"/><Relationship Id="rId20" Type="http://schemas.openxmlformats.org/officeDocument/2006/relationships/customXml" Target="../ink/ink496.xml"/><Relationship Id="rId41" Type="http://schemas.openxmlformats.org/officeDocument/2006/relationships/image" Target="../media/image4830.png"/><Relationship Id="rId62" Type="http://schemas.openxmlformats.org/officeDocument/2006/relationships/customXml" Target="../ink/ink517.xml"/><Relationship Id="rId83" Type="http://schemas.openxmlformats.org/officeDocument/2006/relationships/image" Target="../media/image18.png"/><Relationship Id="rId179" Type="http://schemas.openxmlformats.org/officeDocument/2006/relationships/image" Target="../media/image66.png"/><Relationship Id="rId365" Type="http://schemas.openxmlformats.org/officeDocument/2006/relationships/image" Target="../media/image154.png"/><Relationship Id="rId386" Type="http://schemas.openxmlformats.org/officeDocument/2006/relationships/customXml" Target="../ink/ink682.xml"/><Relationship Id="rId190" Type="http://schemas.openxmlformats.org/officeDocument/2006/relationships/customXml" Target="../ink/ink581.xml"/><Relationship Id="rId204" Type="http://schemas.openxmlformats.org/officeDocument/2006/relationships/customXml" Target="../ink/ink588.xml"/><Relationship Id="rId225" Type="http://schemas.openxmlformats.org/officeDocument/2006/relationships/customXml" Target="../ink/ink599.xml"/><Relationship Id="rId246" Type="http://schemas.openxmlformats.org/officeDocument/2006/relationships/image" Target="../media/image99.png"/><Relationship Id="rId267" Type="http://schemas.openxmlformats.org/officeDocument/2006/relationships/customXml" Target="../ink/ink620.xml"/><Relationship Id="rId288" Type="http://schemas.openxmlformats.org/officeDocument/2006/relationships/image" Target="../media/image118.png"/><Relationship Id="rId106" Type="http://schemas.openxmlformats.org/officeDocument/2006/relationships/customXml" Target="../ink/ink539.xml"/><Relationship Id="rId127" Type="http://schemas.openxmlformats.org/officeDocument/2006/relationships/image" Target="../media/image40.png"/><Relationship Id="rId313" Type="http://schemas.openxmlformats.org/officeDocument/2006/relationships/image" Target="../media/image128.png"/><Relationship Id="rId10" Type="http://schemas.openxmlformats.org/officeDocument/2006/relationships/customXml" Target="../ink/ink491.xml"/><Relationship Id="rId31" Type="http://schemas.openxmlformats.org/officeDocument/2006/relationships/image" Target="../media/image4825.png"/><Relationship Id="rId52" Type="http://schemas.openxmlformats.org/officeDocument/2006/relationships/customXml" Target="../ink/ink512.xml"/><Relationship Id="rId73" Type="http://schemas.openxmlformats.org/officeDocument/2006/relationships/image" Target="../media/image14.png"/><Relationship Id="rId94" Type="http://schemas.openxmlformats.org/officeDocument/2006/relationships/customXml" Target="../ink/ink533.xml"/><Relationship Id="rId148" Type="http://schemas.openxmlformats.org/officeDocument/2006/relationships/customXml" Target="../ink/ink560.xml"/><Relationship Id="rId169" Type="http://schemas.openxmlformats.org/officeDocument/2006/relationships/image" Target="../media/image61.png"/><Relationship Id="rId334" Type="http://schemas.openxmlformats.org/officeDocument/2006/relationships/customXml" Target="../ink/ink656.xml"/><Relationship Id="rId355" Type="http://schemas.openxmlformats.org/officeDocument/2006/relationships/image" Target="../media/image149.png"/><Relationship Id="rId376" Type="http://schemas.openxmlformats.org/officeDocument/2006/relationships/customXml" Target="../ink/ink677.xml"/><Relationship Id="rId397" Type="http://schemas.openxmlformats.org/officeDocument/2006/relationships/image" Target="../media/image170.png"/><Relationship Id="rId4" Type="http://schemas.openxmlformats.org/officeDocument/2006/relationships/customXml" Target="../ink/ink488.xml"/><Relationship Id="rId180" Type="http://schemas.openxmlformats.org/officeDocument/2006/relationships/customXml" Target="../ink/ink576.xml"/><Relationship Id="rId215" Type="http://schemas.openxmlformats.org/officeDocument/2006/relationships/customXml" Target="../ink/ink594.xml"/><Relationship Id="rId236" Type="http://schemas.openxmlformats.org/officeDocument/2006/relationships/image" Target="../media/image94.png"/><Relationship Id="rId257" Type="http://schemas.openxmlformats.org/officeDocument/2006/relationships/customXml" Target="../ink/ink615.xml"/><Relationship Id="rId278" Type="http://schemas.openxmlformats.org/officeDocument/2006/relationships/image" Target="../media/image113.png"/><Relationship Id="rId401" Type="http://schemas.openxmlformats.org/officeDocument/2006/relationships/image" Target="../media/image172.png"/><Relationship Id="rId303" Type="http://schemas.openxmlformats.org/officeDocument/2006/relationships/image" Target="../media/image125.png"/><Relationship Id="rId42" Type="http://schemas.openxmlformats.org/officeDocument/2006/relationships/customXml" Target="../ink/ink507.xml"/><Relationship Id="rId84" Type="http://schemas.openxmlformats.org/officeDocument/2006/relationships/customXml" Target="../ink/ink528.xml"/><Relationship Id="rId138" Type="http://schemas.openxmlformats.org/officeDocument/2006/relationships/customXml" Target="../ink/ink555.xml"/><Relationship Id="rId345" Type="http://schemas.openxmlformats.org/officeDocument/2006/relationships/image" Target="../media/image144.png"/><Relationship Id="rId387" Type="http://schemas.openxmlformats.org/officeDocument/2006/relationships/image" Target="../media/image165.png"/><Relationship Id="rId191" Type="http://schemas.openxmlformats.org/officeDocument/2006/relationships/image" Target="../media/image72.png"/><Relationship Id="rId205" Type="http://schemas.openxmlformats.org/officeDocument/2006/relationships/image" Target="../media/image79.png"/><Relationship Id="rId247" Type="http://schemas.openxmlformats.org/officeDocument/2006/relationships/customXml" Target="../ink/ink610.xml"/><Relationship Id="rId107" Type="http://schemas.openxmlformats.org/officeDocument/2006/relationships/image" Target="../media/image30.png"/><Relationship Id="rId289" Type="http://schemas.openxmlformats.org/officeDocument/2006/relationships/customXml" Target="../ink/ink631.xml"/><Relationship Id="rId11" Type="http://schemas.openxmlformats.org/officeDocument/2006/relationships/image" Target="../media/image4815.png"/><Relationship Id="rId53" Type="http://schemas.openxmlformats.org/officeDocument/2006/relationships/image" Target="../media/image4836.png"/><Relationship Id="rId149" Type="http://schemas.openxmlformats.org/officeDocument/2006/relationships/image" Target="../media/image51.png"/><Relationship Id="rId314" Type="http://schemas.openxmlformats.org/officeDocument/2006/relationships/customXml" Target="../ink/ink646.xml"/><Relationship Id="rId356" Type="http://schemas.openxmlformats.org/officeDocument/2006/relationships/customXml" Target="../ink/ink667.xml"/><Relationship Id="rId398" Type="http://schemas.openxmlformats.org/officeDocument/2006/relationships/customXml" Target="../ink/ink688.xml"/><Relationship Id="rId95" Type="http://schemas.openxmlformats.org/officeDocument/2006/relationships/image" Target="../media/image24.png"/><Relationship Id="rId160" Type="http://schemas.openxmlformats.org/officeDocument/2006/relationships/customXml" Target="../ink/ink566.xml"/><Relationship Id="rId216" Type="http://schemas.openxmlformats.org/officeDocument/2006/relationships/image" Target="../media/image84.png"/><Relationship Id="rId258" Type="http://schemas.openxmlformats.org/officeDocument/2006/relationships/image" Target="../media/image105.png"/><Relationship Id="rId22" Type="http://schemas.openxmlformats.org/officeDocument/2006/relationships/customXml" Target="../ink/ink497.xml"/><Relationship Id="rId64" Type="http://schemas.openxmlformats.org/officeDocument/2006/relationships/customXml" Target="../ink/ink518.xml"/><Relationship Id="rId118" Type="http://schemas.openxmlformats.org/officeDocument/2006/relationships/customXml" Target="../ink/ink545.xml"/><Relationship Id="rId325" Type="http://schemas.openxmlformats.org/officeDocument/2006/relationships/image" Target="../media/image134.png"/><Relationship Id="rId367" Type="http://schemas.openxmlformats.org/officeDocument/2006/relationships/image" Target="../media/image155.png"/><Relationship Id="rId171" Type="http://schemas.openxmlformats.org/officeDocument/2006/relationships/image" Target="../media/image62.png"/><Relationship Id="rId227" Type="http://schemas.openxmlformats.org/officeDocument/2006/relationships/customXml" Target="../ink/ink600.xml"/><Relationship Id="rId269" Type="http://schemas.openxmlformats.org/officeDocument/2006/relationships/customXml" Target="../ink/ink621.xml"/><Relationship Id="rId33" Type="http://schemas.openxmlformats.org/officeDocument/2006/relationships/image" Target="../media/image4826.png"/><Relationship Id="rId129" Type="http://schemas.openxmlformats.org/officeDocument/2006/relationships/image" Target="../media/image41.png"/><Relationship Id="rId280" Type="http://schemas.openxmlformats.org/officeDocument/2006/relationships/image" Target="../media/image114.png"/><Relationship Id="rId336" Type="http://schemas.openxmlformats.org/officeDocument/2006/relationships/customXml" Target="../ink/ink657.xml"/><Relationship Id="rId75" Type="http://schemas.openxmlformats.org/officeDocument/2006/relationships/image" Target="../media/image15.png"/><Relationship Id="rId140" Type="http://schemas.openxmlformats.org/officeDocument/2006/relationships/customXml" Target="../ink/ink556.xml"/><Relationship Id="rId182" Type="http://schemas.openxmlformats.org/officeDocument/2006/relationships/customXml" Target="../ink/ink577.xml"/><Relationship Id="rId378" Type="http://schemas.openxmlformats.org/officeDocument/2006/relationships/customXml" Target="../ink/ink678.xml"/><Relationship Id="rId403" Type="http://schemas.openxmlformats.org/officeDocument/2006/relationships/image" Target="../media/image173.png"/><Relationship Id="rId6" Type="http://schemas.openxmlformats.org/officeDocument/2006/relationships/customXml" Target="../ink/ink489.xml"/><Relationship Id="rId238" Type="http://schemas.openxmlformats.org/officeDocument/2006/relationships/image" Target="../media/image95.png"/><Relationship Id="rId291" Type="http://schemas.openxmlformats.org/officeDocument/2006/relationships/customXml" Target="../ink/ink632.xml"/><Relationship Id="rId305" Type="http://schemas.openxmlformats.org/officeDocument/2006/relationships/image" Target="../media/image126.png"/><Relationship Id="rId347" Type="http://schemas.openxmlformats.org/officeDocument/2006/relationships/image" Target="../media/image145.png"/><Relationship Id="rId44" Type="http://schemas.openxmlformats.org/officeDocument/2006/relationships/customXml" Target="../ink/ink508.xml"/><Relationship Id="rId86" Type="http://schemas.openxmlformats.org/officeDocument/2006/relationships/customXml" Target="../ink/ink529.xml"/><Relationship Id="rId151" Type="http://schemas.openxmlformats.org/officeDocument/2006/relationships/image" Target="../media/image52.png"/><Relationship Id="rId389" Type="http://schemas.openxmlformats.org/officeDocument/2006/relationships/image" Target="../media/image166.png"/><Relationship Id="rId193" Type="http://schemas.openxmlformats.org/officeDocument/2006/relationships/image" Target="../media/image73.png"/><Relationship Id="rId207" Type="http://schemas.openxmlformats.org/officeDocument/2006/relationships/image" Target="../media/image80.png"/><Relationship Id="rId249" Type="http://schemas.openxmlformats.org/officeDocument/2006/relationships/customXml" Target="../ink/ink611.xml"/><Relationship Id="rId13" Type="http://schemas.openxmlformats.org/officeDocument/2006/relationships/image" Target="../media/image4816.png"/><Relationship Id="rId109" Type="http://schemas.openxmlformats.org/officeDocument/2006/relationships/image" Target="../media/image31.png"/><Relationship Id="rId260" Type="http://schemas.openxmlformats.org/officeDocument/2006/relationships/image" Target="../media/image106.png"/><Relationship Id="rId316" Type="http://schemas.openxmlformats.org/officeDocument/2006/relationships/customXml" Target="../ink/ink647.xml"/><Relationship Id="rId55" Type="http://schemas.openxmlformats.org/officeDocument/2006/relationships/image" Target="../media/image4837.png"/><Relationship Id="rId97" Type="http://schemas.openxmlformats.org/officeDocument/2006/relationships/image" Target="../media/image25.png"/><Relationship Id="rId120" Type="http://schemas.openxmlformats.org/officeDocument/2006/relationships/customXml" Target="../ink/ink546.xml"/><Relationship Id="rId358" Type="http://schemas.openxmlformats.org/officeDocument/2006/relationships/customXml" Target="../ink/ink668.xml"/><Relationship Id="rId162" Type="http://schemas.openxmlformats.org/officeDocument/2006/relationships/customXml" Target="../ink/ink567.xml"/><Relationship Id="rId218" Type="http://schemas.openxmlformats.org/officeDocument/2006/relationships/image" Target="../media/image85.png"/><Relationship Id="rId271" Type="http://schemas.openxmlformats.org/officeDocument/2006/relationships/customXml" Target="../ink/ink622.xml"/><Relationship Id="rId24" Type="http://schemas.openxmlformats.org/officeDocument/2006/relationships/customXml" Target="../ink/ink498.xml"/><Relationship Id="rId66" Type="http://schemas.openxmlformats.org/officeDocument/2006/relationships/customXml" Target="../ink/ink519.xml"/><Relationship Id="rId131" Type="http://schemas.openxmlformats.org/officeDocument/2006/relationships/image" Target="../media/image42.png"/><Relationship Id="rId327" Type="http://schemas.openxmlformats.org/officeDocument/2006/relationships/image" Target="../media/image135.png"/><Relationship Id="rId369" Type="http://schemas.openxmlformats.org/officeDocument/2006/relationships/image" Target="../media/image156.png"/><Relationship Id="rId173" Type="http://schemas.openxmlformats.org/officeDocument/2006/relationships/image" Target="../media/image63.png"/><Relationship Id="rId229" Type="http://schemas.openxmlformats.org/officeDocument/2006/relationships/customXml" Target="../ink/ink601.xml"/><Relationship Id="rId380" Type="http://schemas.openxmlformats.org/officeDocument/2006/relationships/customXml" Target="../ink/ink679.xml"/><Relationship Id="rId240" Type="http://schemas.openxmlformats.org/officeDocument/2006/relationships/image" Target="../media/image96.png"/><Relationship Id="rId35" Type="http://schemas.openxmlformats.org/officeDocument/2006/relationships/image" Target="../media/image4827.png"/><Relationship Id="rId77" Type="http://schemas.openxmlformats.org/officeDocument/2006/relationships/image" Target="../media/image16.png"/><Relationship Id="rId100" Type="http://schemas.openxmlformats.org/officeDocument/2006/relationships/customXml" Target="../ink/ink536.xml"/><Relationship Id="rId282" Type="http://schemas.openxmlformats.org/officeDocument/2006/relationships/image" Target="../media/image115.png"/><Relationship Id="rId338" Type="http://schemas.openxmlformats.org/officeDocument/2006/relationships/customXml" Target="../ink/ink658.xml"/><Relationship Id="rId8" Type="http://schemas.openxmlformats.org/officeDocument/2006/relationships/customXml" Target="../ink/ink490.xml"/><Relationship Id="rId142" Type="http://schemas.openxmlformats.org/officeDocument/2006/relationships/customXml" Target="../ink/ink557.xml"/><Relationship Id="rId184" Type="http://schemas.openxmlformats.org/officeDocument/2006/relationships/customXml" Target="../ink/ink578.xml"/><Relationship Id="rId391" Type="http://schemas.openxmlformats.org/officeDocument/2006/relationships/image" Target="../media/image167.png"/><Relationship Id="rId251" Type="http://schemas.openxmlformats.org/officeDocument/2006/relationships/customXml" Target="../ink/ink612.xml"/><Relationship Id="rId46" Type="http://schemas.openxmlformats.org/officeDocument/2006/relationships/customXml" Target="../ink/ink509.xml"/><Relationship Id="rId293" Type="http://schemas.openxmlformats.org/officeDocument/2006/relationships/customXml" Target="../ink/ink633.xml"/><Relationship Id="rId307" Type="http://schemas.openxmlformats.org/officeDocument/2006/relationships/customXml" Target="../ink/ink641.xml"/><Relationship Id="rId349" Type="http://schemas.openxmlformats.org/officeDocument/2006/relationships/image" Target="../media/image146.png"/><Relationship Id="rId88" Type="http://schemas.openxmlformats.org/officeDocument/2006/relationships/customXml" Target="../ink/ink530.xml"/><Relationship Id="rId111" Type="http://schemas.openxmlformats.org/officeDocument/2006/relationships/image" Target="../media/image32.png"/><Relationship Id="rId153" Type="http://schemas.openxmlformats.org/officeDocument/2006/relationships/image" Target="../media/image53.png"/><Relationship Id="rId195" Type="http://schemas.openxmlformats.org/officeDocument/2006/relationships/image" Target="../media/image74.png"/><Relationship Id="rId209" Type="http://schemas.openxmlformats.org/officeDocument/2006/relationships/customXml" Target="../ink/ink591.xml"/><Relationship Id="rId360" Type="http://schemas.openxmlformats.org/officeDocument/2006/relationships/customXml" Target="../ink/ink669.xml"/><Relationship Id="rId220" Type="http://schemas.openxmlformats.org/officeDocument/2006/relationships/image" Target="../media/image86.png"/><Relationship Id="rId15" Type="http://schemas.openxmlformats.org/officeDocument/2006/relationships/image" Target="../media/image4817.png"/><Relationship Id="rId57" Type="http://schemas.openxmlformats.org/officeDocument/2006/relationships/image" Target="../media/image4838.png"/><Relationship Id="rId262" Type="http://schemas.openxmlformats.org/officeDocument/2006/relationships/image" Target="../media/image3.png"/><Relationship Id="rId318" Type="http://schemas.openxmlformats.org/officeDocument/2006/relationships/customXml" Target="../ink/ink648.xml"/><Relationship Id="rId99" Type="http://schemas.openxmlformats.org/officeDocument/2006/relationships/image" Target="../media/image26.png"/><Relationship Id="rId122" Type="http://schemas.openxmlformats.org/officeDocument/2006/relationships/customXml" Target="../ink/ink547.xml"/><Relationship Id="rId164" Type="http://schemas.openxmlformats.org/officeDocument/2006/relationships/customXml" Target="../ink/ink568.xml"/><Relationship Id="rId371" Type="http://schemas.openxmlformats.org/officeDocument/2006/relationships/image" Target="../media/image157.png"/><Relationship Id="rId26" Type="http://schemas.openxmlformats.org/officeDocument/2006/relationships/customXml" Target="../ink/ink499.xml"/><Relationship Id="rId231" Type="http://schemas.openxmlformats.org/officeDocument/2006/relationships/customXml" Target="../ink/ink602.xml"/><Relationship Id="rId273" Type="http://schemas.openxmlformats.org/officeDocument/2006/relationships/customXml" Target="../ink/ink623.xml"/><Relationship Id="rId329" Type="http://schemas.openxmlformats.org/officeDocument/2006/relationships/image" Target="../media/image136.png"/><Relationship Id="rId68" Type="http://schemas.openxmlformats.org/officeDocument/2006/relationships/customXml" Target="../ink/ink520.xml"/><Relationship Id="rId133" Type="http://schemas.openxmlformats.org/officeDocument/2006/relationships/image" Target="../media/image43.png"/><Relationship Id="rId175" Type="http://schemas.openxmlformats.org/officeDocument/2006/relationships/image" Target="../media/image64.png"/><Relationship Id="rId340" Type="http://schemas.openxmlformats.org/officeDocument/2006/relationships/customXml" Target="../ink/ink659.xml"/><Relationship Id="rId200" Type="http://schemas.openxmlformats.org/officeDocument/2006/relationships/customXml" Target="../ink/ink586.xml"/><Relationship Id="rId382" Type="http://schemas.openxmlformats.org/officeDocument/2006/relationships/customXml" Target="../ink/ink680.xml"/><Relationship Id="rId242" Type="http://schemas.openxmlformats.org/officeDocument/2006/relationships/image" Target="../media/image97.png"/><Relationship Id="rId284" Type="http://schemas.openxmlformats.org/officeDocument/2006/relationships/image" Target="../media/image116.png"/><Relationship Id="rId37" Type="http://schemas.openxmlformats.org/officeDocument/2006/relationships/image" Target="../media/image4828.png"/><Relationship Id="rId79" Type="http://schemas.openxmlformats.org/officeDocument/2006/relationships/image" Target="../media/image17.png"/><Relationship Id="rId102" Type="http://schemas.openxmlformats.org/officeDocument/2006/relationships/customXml" Target="../ink/ink537.xml"/><Relationship Id="rId144" Type="http://schemas.openxmlformats.org/officeDocument/2006/relationships/customXml" Target="../ink/ink55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1.png"/><Relationship Id="rId21" Type="http://schemas.openxmlformats.org/officeDocument/2006/relationships/image" Target="../media/image183.png"/><Relationship Id="rId324" Type="http://schemas.openxmlformats.org/officeDocument/2006/relationships/customXml" Target="../ink/ink854.xml"/><Relationship Id="rId531" Type="http://schemas.openxmlformats.org/officeDocument/2006/relationships/customXml" Target="../ink/ink963.xml"/><Relationship Id="rId629" Type="http://schemas.openxmlformats.org/officeDocument/2006/relationships/image" Target="../media/image9.png"/><Relationship Id="rId170" Type="http://schemas.openxmlformats.org/officeDocument/2006/relationships/customXml" Target="../ink/ink775.xml"/><Relationship Id="rId268" Type="http://schemas.openxmlformats.org/officeDocument/2006/relationships/image" Target="../media/image302.png"/><Relationship Id="rId475" Type="http://schemas.openxmlformats.org/officeDocument/2006/relationships/customXml" Target="../ink/ink933.xml"/><Relationship Id="rId32" Type="http://schemas.openxmlformats.org/officeDocument/2006/relationships/customXml" Target="../ink/ink706.xml"/><Relationship Id="rId128" Type="http://schemas.openxmlformats.org/officeDocument/2006/relationships/customXml" Target="../ink/ink754.xml"/><Relationship Id="rId335" Type="http://schemas.openxmlformats.org/officeDocument/2006/relationships/image" Target="../media/image336.png"/><Relationship Id="rId542" Type="http://schemas.openxmlformats.org/officeDocument/2006/relationships/customXml" Target="../ink/ink969.xml"/><Relationship Id="rId181" Type="http://schemas.openxmlformats.org/officeDocument/2006/relationships/image" Target="../media/image264.png"/><Relationship Id="rId402" Type="http://schemas.openxmlformats.org/officeDocument/2006/relationships/customXml" Target="../ink/ink896.xml"/><Relationship Id="rId279" Type="http://schemas.openxmlformats.org/officeDocument/2006/relationships/customXml" Target="../ink/ink831.xml"/><Relationship Id="rId486" Type="http://schemas.openxmlformats.org/officeDocument/2006/relationships/customXml" Target="../ink/ink940.xml"/><Relationship Id="rId43" Type="http://schemas.openxmlformats.org/officeDocument/2006/relationships/image" Target="../media/image194.png"/><Relationship Id="rId139" Type="http://schemas.openxmlformats.org/officeDocument/2006/relationships/image" Target="../media/image242.png"/><Relationship Id="rId346" Type="http://schemas.openxmlformats.org/officeDocument/2006/relationships/customXml" Target="../ink/ink865.xml"/><Relationship Id="rId553" Type="http://schemas.openxmlformats.org/officeDocument/2006/relationships/image" Target="../media/image437.png"/><Relationship Id="rId192" Type="http://schemas.openxmlformats.org/officeDocument/2006/relationships/customXml" Target="../ink/ink786.xml"/><Relationship Id="rId206" Type="http://schemas.openxmlformats.org/officeDocument/2006/relationships/image" Target="../media/image273.png"/><Relationship Id="rId413" Type="http://schemas.openxmlformats.org/officeDocument/2006/relationships/image" Target="../media/image370.png"/><Relationship Id="rId497" Type="http://schemas.openxmlformats.org/officeDocument/2006/relationships/customXml" Target="../ink/ink946.xml"/><Relationship Id="rId620" Type="http://schemas.openxmlformats.org/officeDocument/2006/relationships/image" Target="../media/image468.png"/><Relationship Id="rId357" Type="http://schemas.openxmlformats.org/officeDocument/2006/relationships/customXml" Target="../ink/ink873.xml"/><Relationship Id="rId54" Type="http://schemas.openxmlformats.org/officeDocument/2006/relationships/customXml" Target="../ink/ink717.xml"/><Relationship Id="rId217" Type="http://schemas.openxmlformats.org/officeDocument/2006/relationships/customXml" Target="../ink/ink799.xml"/><Relationship Id="rId564" Type="http://schemas.openxmlformats.org/officeDocument/2006/relationships/customXml" Target="../ink/ink980.xml"/><Relationship Id="rId424" Type="http://schemas.openxmlformats.org/officeDocument/2006/relationships/customXml" Target="../ink/ink907.xml"/><Relationship Id="rId631" Type="http://schemas.openxmlformats.org/officeDocument/2006/relationships/image" Target="../media/image472.png"/><Relationship Id="rId270" Type="http://schemas.openxmlformats.org/officeDocument/2006/relationships/image" Target="../media/image303.png"/><Relationship Id="rId65" Type="http://schemas.openxmlformats.org/officeDocument/2006/relationships/image" Target="../media/image205.png"/><Relationship Id="rId130" Type="http://schemas.openxmlformats.org/officeDocument/2006/relationships/customXml" Target="../ink/ink755.xml"/><Relationship Id="rId368" Type="http://schemas.openxmlformats.org/officeDocument/2006/relationships/image" Target="../media/image350.png"/><Relationship Id="rId575" Type="http://schemas.openxmlformats.org/officeDocument/2006/relationships/image" Target="../media/image448.png"/><Relationship Id="rId228" Type="http://schemas.openxmlformats.org/officeDocument/2006/relationships/image" Target="../media/image283.png"/><Relationship Id="rId435" Type="http://schemas.openxmlformats.org/officeDocument/2006/relationships/image" Target="../media/image381.png"/><Relationship Id="rId642" Type="http://schemas.openxmlformats.org/officeDocument/2006/relationships/customXml" Target="../ink/ink1022.xml"/><Relationship Id="rId281" Type="http://schemas.openxmlformats.org/officeDocument/2006/relationships/customXml" Target="../ink/ink832.xml"/><Relationship Id="rId502" Type="http://schemas.openxmlformats.org/officeDocument/2006/relationships/image" Target="../media/image412.png"/><Relationship Id="rId76" Type="http://schemas.openxmlformats.org/officeDocument/2006/relationships/customXml" Target="../ink/ink728.xml"/><Relationship Id="rId141" Type="http://schemas.openxmlformats.org/officeDocument/2006/relationships/image" Target="../media/image243.png"/><Relationship Id="rId379" Type="http://schemas.openxmlformats.org/officeDocument/2006/relationships/customXml" Target="../ink/ink884.xml"/><Relationship Id="rId586" Type="http://schemas.openxmlformats.org/officeDocument/2006/relationships/customXml" Target="../ink/ink992.xml"/><Relationship Id="rId7" Type="http://schemas.openxmlformats.org/officeDocument/2006/relationships/image" Target="../media/image176.png"/><Relationship Id="rId239" Type="http://schemas.openxmlformats.org/officeDocument/2006/relationships/customXml" Target="../ink/ink811.xml"/><Relationship Id="rId446" Type="http://schemas.openxmlformats.org/officeDocument/2006/relationships/customXml" Target="../ink/ink918.xml"/><Relationship Id="rId653" Type="http://schemas.openxmlformats.org/officeDocument/2006/relationships/customXml" Target="../ink/ink1028.xml"/><Relationship Id="rId292" Type="http://schemas.openxmlformats.org/officeDocument/2006/relationships/image" Target="../media/image314.png"/><Relationship Id="rId306" Type="http://schemas.openxmlformats.org/officeDocument/2006/relationships/image" Target="../media/image322.png"/><Relationship Id="rId87" Type="http://schemas.openxmlformats.org/officeDocument/2006/relationships/image" Target="../media/image216.png"/><Relationship Id="rId513" Type="http://schemas.openxmlformats.org/officeDocument/2006/relationships/customXml" Target="../ink/ink954.xml"/><Relationship Id="rId597" Type="http://schemas.openxmlformats.org/officeDocument/2006/relationships/customXml" Target="../ink/ink998.xml"/><Relationship Id="rId152" Type="http://schemas.openxmlformats.org/officeDocument/2006/relationships/customXml" Target="../ink/ink766.xml"/><Relationship Id="rId457" Type="http://schemas.openxmlformats.org/officeDocument/2006/relationships/image" Target="../media/image392.png"/><Relationship Id="rId664" Type="http://schemas.openxmlformats.org/officeDocument/2006/relationships/image" Target="../media/image486.png"/><Relationship Id="rId14" Type="http://schemas.openxmlformats.org/officeDocument/2006/relationships/customXml" Target="../ink/ink697.xml"/><Relationship Id="rId317" Type="http://schemas.openxmlformats.org/officeDocument/2006/relationships/customXml" Target="../ink/ink850.xml"/><Relationship Id="rId524" Type="http://schemas.openxmlformats.org/officeDocument/2006/relationships/image" Target="../media/image423.png"/><Relationship Id="rId98" Type="http://schemas.openxmlformats.org/officeDocument/2006/relationships/customXml" Target="../ink/ink739.xml"/><Relationship Id="rId163" Type="http://schemas.openxmlformats.org/officeDocument/2006/relationships/image" Target="../media/image254.png"/><Relationship Id="rId370" Type="http://schemas.openxmlformats.org/officeDocument/2006/relationships/image" Target="../media/image351.png"/><Relationship Id="rId230" Type="http://schemas.openxmlformats.org/officeDocument/2006/relationships/image" Target="../media/image284.png"/><Relationship Id="rId468" Type="http://schemas.openxmlformats.org/officeDocument/2006/relationships/customXml" Target="../ink/ink929.xml"/><Relationship Id="rId25" Type="http://schemas.openxmlformats.org/officeDocument/2006/relationships/image" Target="../media/image185.png"/><Relationship Id="rId328" Type="http://schemas.openxmlformats.org/officeDocument/2006/relationships/customXml" Target="../ink/ink856.xml"/><Relationship Id="rId535" Type="http://schemas.openxmlformats.org/officeDocument/2006/relationships/customXml" Target="../ink/ink965.xml"/><Relationship Id="rId174" Type="http://schemas.openxmlformats.org/officeDocument/2006/relationships/customXml" Target="../ink/ink777.xml"/><Relationship Id="rId381" Type="http://schemas.openxmlformats.org/officeDocument/2006/relationships/customXml" Target="../ink/ink885.xml"/><Relationship Id="rId602" Type="http://schemas.openxmlformats.org/officeDocument/2006/relationships/customXml" Target="../ink/ink1001.xml"/><Relationship Id="rId241" Type="http://schemas.openxmlformats.org/officeDocument/2006/relationships/customXml" Target="../ink/ink812.xml"/><Relationship Id="rId479" Type="http://schemas.openxmlformats.org/officeDocument/2006/relationships/image" Target="../media/image402.png"/><Relationship Id="rId36" Type="http://schemas.openxmlformats.org/officeDocument/2006/relationships/customXml" Target="../ink/ink708.xml"/><Relationship Id="rId339" Type="http://schemas.openxmlformats.org/officeDocument/2006/relationships/image" Target="../media/image338.png"/><Relationship Id="rId546" Type="http://schemas.openxmlformats.org/officeDocument/2006/relationships/customXml" Target="../ink/ink971.xml"/><Relationship Id="rId101" Type="http://schemas.openxmlformats.org/officeDocument/2006/relationships/image" Target="../media/image223.png"/><Relationship Id="rId185" Type="http://schemas.openxmlformats.org/officeDocument/2006/relationships/image" Target="../media/image10.png"/><Relationship Id="rId406" Type="http://schemas.openxmlformats.org/officeDocument/2006/relationships/customXml" Target="../ink/ink898.xml"/><Relationship Id="rId392" Type="http://schemas.openxmlformats.org/officeDocument/2006/relationships/customXml" Target="../ink/ink891.xml"/><Relationship Id="rId613" Type="http://schemas.openxmlformats.org/officeDocument/2006/relationships/customXml" Target="../ink/ink1007.xml"/><Relationship Id="rId252" Type="http://schemas.openxmlformats.org/officeDocument/2006/relationships/image" Target="../media/image294.png"/><Relationship Id="rId47" Type="http://schemas.openxmlformats.org/officeDocument/2006/relationships/image" Target="../media/image196.png"/><Relationship Id="rId112" Type="http://schemas.openxmlformats.org/officeDocument/2006/relationships/customXml" Target="../ink/ink746.xml"/><Relationship Id="rId557" Type="http://schemas.openxmlformats.org/officeDocument/2006/relationships/image" Target="../media/image439.png"/><Relationship Id="rId196" Type="http://schemas.openxmlformats.org/officeDocument/2006/relationships/image" Target="../media/image268.png"/><Relationship Id="rId417" Type="http://schemas.openxmlformats.org/officeDocument/2006/relationships/image" Target="../media/image372.png"/><Relationship Id="rId624" Type="http://schemas.openxmlformats.org/officeDocument/2006/relationships/image" Target="../media/image470.png"/><Relationship Id="rId263" Type="http://schemas.openxmlformats.org/officeDocument/2006/relationships/customXml" Target="../ink/ink823.xml"/><Relationship Id="rId470" Type="http://schemas.openxmlformats.org/officeDocument/2006/relationships/image" Target="../media/image398.png"/><Relationship Id="rId58" Type="http://schemas.openxmlformats.org/officeDocument/2006/relationships/customXml" Target="../ink/ink719.xml"/><Relationship Id="rId123" Type="http://schemas.openxmlformats.org/officeDocument/2006/relationships/image" Target="../media/image234.png"/><Relationship Id="rId330" Type="http://schemas.openxmlformats.org/officeDocument/2006/relationships/customXml" Target="../ink/ink857.xml"/><Relationship Id="rId568" Type="http://schemas.openxmlformats.org/officeDocument/2006/relationships/customXml" Target="../ink/ink982.xml"/><Relationship Id="rId428" Type="http://schemas.openxmlformats.org/officeDocument/2006/relationships/customXml" Target="../ink/ink909.xml"/><Relationship Id="rId635" Type="http://schemas.openxmlformats.org/officeDocument/2006/relationships/image" Target="../media/image474.png"/><Relationship Id="rId274" Type="http://schemas.openxmlformats.org/officeDocument/2006/relationships/image" Target="../media/image305.png"/><Relationship Id="rId481" Type="http://schemas.openxmlformats.org/officeDocument/2006/relationships/customXml" Target="../ink/ink937.xml"/><Relationship Id="rId27" Type="http://schemas.openxmlformats.org/officeDocument/2006/relationships/image" Target="../media/image186.png"/><Relationship Id="rId69" Type="http://schemas.openxmlformats.org/officeDocument/2006/relationships/image" Target="../media/image207.png"/><Relationship Id="rId134" Type="http://schemas.openxmlformats.org/officeDocument/2006/relationships/customXml" Target="../ink/ink757.xml"/><Relationship Id="rId537" Type="http://schemas.openxmlformats.org/officeDocument/2006/relationships/customXml" Target="../ink/ink966.xml"/><Relationship Id="rId579" Type="http://schemas.openxmlformats.org/officeDocument/2006/relationships/image" Target="../media/image450.png"/><Relationship Id="rId80" Type="http://schemas.openxmlformats.org/officeDocument/2006/relationships/customXml" Target="../ink/ink730.xml"/><Relationship Id="rId176" Type="http://schemas.openxmlformats.org/officeDocument/2006/relationships/customXml" Target="../ink/ink778.xml"/><Relationship Id="rId341" Type="http://schemas.openxmlformats.org/officeDocument/2006/relationships/image" Target="../media/image339.png"/><Relationship Id="rId383" Type="http://schemas.openxmlformats.org/officeDocument/2006/relationships/customXml" Target="../ink/ink886.xml"/><Relationship Id="rId439" Type="http://schemas.openxmlformats.org/officeDocument/2006/relationships/image" Target="../media/image383.png"/><Relationship Id="rId590" Type="http://schemas.openxmlformats.org/officeDocument/2006/relationships/customXml" Target="../ink/ink994.xml"/><Relationship Id="rId604" Type="http://schemas.openxmlformats.org/officeDocument/2006/relationships/customXml" Target="../ink/ink1002.xml"/><Relationship Id="rId646" Type="http://schemas.openxmlformats.org/officeDocument/2006/relationships/customXml" Target="../ink/ink1024.xml"/><Relationship Id="rId201" Type="http://schemas.openxmlformats.org/officeDocument/2006/relationships/customXml" Target="../ink/ink791.xml"/><Relationship Id="rId243" Type="http://schemas.openxmlformats.org/officeDocument/2006/relationships/customXml" Target="../ink/ink813.xml"/><Relationship Id="rId285" Type="http://schemas.openxmlformats.org/officeDocument/2006/relationships/customXml" Target="../ink/ink834.xml"/><Relationship Id="rId450" Type="http://schemas.openxmlformats.org/officeDocument/2006/relationships/customXml" Target="../ink/ink920.xml"/><Relationship Id="rId506" Type="http://schemas.openxmlformats.org/officeDocument/2006/relationships/image" Target="../media/image414.png"/><Relationship Id="rId38" Type="http://schemas.openxmlformats.org/officeDocument/2006/relationships/customXml" Target="../ink/ink709.xml"/><Relationship Id="rId103" Type="http://schemas.openxmlformats.org/officeDocument/2006/relationships/image" Target="../media/image224.png"/><Relationship Id="rId310" Type="http://schemas.openxmlformats.org/officeDocument/2006/relationships/image" Target="../media/image324.png"/><Relationship Id="rId492" Type="http://schemas.openxmlformats.org/officeDocument/2006/relationships/image" Target="../media/image407.png"/><Relationship Id="rId548" Type="http://schemas.openxmlformats.org/officeDocument/2006/relationships/customXml" Target="../ink/ink972.xml"/><Relationship Id="rId91" Type="http://schemas.openxmlformats.org/officeDocument/2006/relationships/image" Target="../media/image218.png"/><Relationship Id="rId145" Type="http://schemas.openxmlformats.org/officeDocument/2006/relationships/image" Target="../media/image245.png"/><Relationship Id="rId187" Type="http://schemas.openxmlformats.org/officeDocument/2006/relationships/image" Target="../media/image2.png"/><Relationship Id="rId352" Type="http://schemas.openxmlformats.org/officeDocument/2006/relationships/customXml" Target="../ink/ink869.xml"/><Relationship Id="rId394" Type="http://schemas.openxmlformats.org/officeDocument/2006/relationships/customXml" Target="../ink/ink892.xml"/><Relationship Id="rId408" Type="http://schemas.openxmlformats.org/officeDocument/2006/relationships/customXml" Target="../ink/ink899.xml"/><Relationship Id="rId615" Type="http://schemas.openxmlformats.org/officeDocument/2006/relationships/customXml" Target="../ink/ink1008.xml"/><Relationship Id="rId212" Type="http://schemas.openxmlformats.org/officeDocument/2006/relationships/image" Target="../media/image276.png"/><Relationship Id="rId254" Type="http://schemas.openxmlformats.org/officeDocument/2006/relationships/image" Target="../media/image295.png"/><Relationship Id="rId657" Type="http://schemas.openxmlformats.org/officeDocument/2006/relationships/image" Target="../media/image483.png"/><Relationship Id="rId49" Type="http://schemas.openxmlformats.org/officeDocument/2006/relationships/image" Target="../media/image197.png"/><Relationship Id="rId114" Type="http://schemas.openxmlformats.org/officeDocument/2006/relationships/customXml" Target="../ink/ink747.xml"/><Relationship Id="rId296" Type="http://schemas.openxmlformats.org/officeDocument/2006/relationships/image" Target="../media/image317.png"/><Relationship Id="rId461" Type="http://schemas.openxmlformats.org/officeDocument/2006/relationships/image" Target="../media/image394.png"/><Relationship Id="rId517" Type="http://schemas.openxmlformats.org/officeDocument/2006/relationships/customXml" Target="../ink/ink956.xml"/><Relationship Id="rId559" Type="http://schemas.openxmlformats.org/officeDocument/2006/relationships/image" Target="../media/image440.png"/><Relationship Id="rId60" Type="http://schemas.openxmlformats.org/officeDocument/2006/relationships/customXml" Target="../ink/ink720.xml"/><Relationship Id="rId156" Type="http://schemas.openxmlformats.org/officeDocument/2006/relationships/customXml" Target="../ink/ink768.xml"/><Relationship Id="rId198" Type="http://schemas.openxmlformats.org/officeDocument/2006/relationships/image" Target="../media/image269.png"/><Relationship Id="rId321" Type="http://schemas.openxmlformats.org/officeDocument/2006/relationships/customXml" Target="../ink/ink852.xml"/><Relationship Id="rId363" Type="http://schemas.openxmlformats.org/officeDocument/2006/relationships/customXml" Target="../ink/ink876.xml"/><Relationship Id="rId419" Type="http://schemas.openxmlformats.org/officeDocument/2006/relationships/image" Target="../media/image373.png"/><Relationship Id="rId570" Type="http://schemas.openxmlformats.org/officeDocument/2006/relationships/customXml" Target="../ink/ink983.xml"/><Relationship Id="rId626" Type="http://schemas.openxmlformats.org/officeDocument/2006/relationships/image" Target="../media/image471.png"/><Relationship Id="rId223" Type="http://schemas.openxmlformats.org/officeDocument/2006/relationships/customXml" Target="../ink/ink802.xml"/><Relationship Id="rId430" Type="http://schemas.openxmlformats.org/officeDocument/2006/relationships/customXml" Target="../ink/ink910.xml"/><Relationship Id="rId18" Type="http://schemas.openxmlformats.org/officeDocument/2006/relationships/customXml" Target="../ink/ink699.xml"/><Relationship Id="rId265" Type="http://schemas.openxmlformats.org/officeDocument/2006/relationships/customXml" Target="../ink/ink824.xml"/><Relationship Id="rId472" Type="http://schemas.openxmlformats.org/officeDocument/2006/relationships/image" Target="../media/image399.png"/><Relationship Id="rId528" Type="http://schemas.openxmlformats.org/officeDocument/2006/relationships/image" Target="../media/image425.png"/><Relationship Id="rId125" Type="http://schemas.openxmlformats.org/officeDocument/2006/relationships/image" Target="../media/image235.png"/><Relationship Id="rId167" Type="http://schemas.openxmlformats.org/officeDocument/2006/relationships/image" Target="../media/image256.png"/><Relationship Id="rId332" Type="http://schemas.openxmlformats.org/officeDocument/2006/relationships/customXml" Target="../ink/ink858.xml"/><Relationship Id="rId374" Type="http://schemas.openxmlformats.org/officeDocument/2006/relationships/image" Target="../media/image353.png"/><Relationship Id="rId581" Type="http://schemas.openxmlformats.org/officeDocument/2006/relationships/customXml" Target="../ink/ink989.xml"/><Relationship Id="rId71" Type="http://schemas.openxmlformats.org/officeDocument/2006/relationships/image" Target="../media/image208.png"/><Relationship Id="rId234" Type="http://schemas.openxmlformats.org/officeDocument/2006/relationships/customXml" Target="../ink/ink808.xml"/><Relationship Id="rId637" Type="http://schemas.openxmlformats.org/officeDocument/2006/relationships/image" Target="../media/image475.png"/><Relationship Id="rId2" Type="http://schemas.openxmlformats.org/officeDocument/2006/relationships/customXml" Target="../ink/ink691.xml"/><Relationship Id="rId29" Type="http://schemas.openxmlformats.org/officeDocument/2006/relationships/image" Target="../media/image187.png"/><Relationship Id="rId276" Type="http://schemas.openxmlformats.org/officeDocument/2006/relationships/image" Target="../media/image306.png"/><Relationship Id="rId441" Type="http://schemas.openxmlformats.org/officeDocument/2006/relationships/image" Target="../media/image384.png"/><Relationship Id="rId483" Type="http://schemas.openxmlformats.org/officeDocument/2006/relationships/customXml" Target="../ink/ink938.xml"/><Relationship Id="rId539" Type="http://schemas.openxmlformats.org/officeDocument/2006/relationships/image" Target="../media/image430.png"/><Relationship Id="rId40" Type="http://schemas.openxmlformats.org/officeDocument/2006/relationships/customXml" Target="../ink/ink710.xml"/><Relationship Id="rId136" Type="http://schemas.openxmlformats.org/officeDocument/2006/relationships/customXml" Target="../ink/ink758.xml"/><Relationship Id="rId178" Type="http://schemas.openxmlformats.org/officeDocument/2006/relationships/customXml" Target="../ink/ink779.xml"/><Relationship Id="rId301" Type="http://schemas.openxmlformats.org/officeDocument/2006/relationships/customXml" Target="../ink/ink842.xml"/><Relationship Id="rId343" Type="http://schemas.openxmlformats.org/officeDocument/2006/relationships/image" Target="../media/image340.png"/><Relationship Id="rId550" Type="http://schemas.openxmlformats.org/officeDocument/2006/relationships/customXml" Target="../ink/ink973.xml"/><Relationship Id="rId82" Type="http://schemas.openxmlformats.org/officeDocument/2006/relationships/customXml" Target="../ink/ink731.xml"/><Relationship Id="rId203" Type="http://schemas.openxmlformats.org/officeDocument/2006/relationships/customXml" Target="../ink/ink792.xml"/><Relationship Id="rId385" Type="http://schemas.openxmlformats.org/officeDocument/2006/relationships/customXml" Target="../ink/ink887.xml"/><Relationship Id="rId592" Type="http://schemas.openxmlformats.org/officeDocument/2006/relationships/customXml" Target="../ink/ink995.xml"/><Relationship Id="rId606" Type="http://schemas.openxmlformats.org/officeDocument/2006/relationships/customXml" Target="../ink/ink1003.xml"/><Relationship Id="rId648" Type="http://schemas.openxmlformats.org/officeDocument/2006/relationships/customXml" Target="../ink/ink1025.xml"/><Relationship Id="rId245" Type="http://schemas.openxmlformats.org/officeDocument/2006/relationships/customXml" Target="../ink/ink814.xml"/><Relationship Id="rId287" Type="http://schemas.openxmlformats.org/officeDocument/2006/relationships/customXml" Target="../ink/ink835.xml"/><Relationship Id="rId410" Type="http://schemas.openxmlformats.org/officeDocument/2006/relationships/customXml" Target="../ink/ink900.xml"/><Relationship Id="rId452" Type="http://schemas.openxmlformats.org/officeDocument/2006/relationships/customXml" Target="../ink/ink921.xml"/><Relationship Id="rId494" Type="http://schemas.openxmlformats.org/officeDocument/2006/relationships/image" Target="../media/image408.png"/><Relationship Id="rId508" Type="http://schemas.openxmlformats.org/officeDocument/2006/relationships/image" Target="../media/image415.png"/><Relationship Id="rId105" Type="http://schemas.openxmlformats.org/officeDocument/2006/relationships/image" Target="../media/image225.png"/><Relationship Id="rId147" Type="http://schemas.openxmlformats.org/officeDocument/2006/relationships/image" Target="../media/image246.png"/><Relationship Id="rId312" Type="http://schemas.openxmlformats.org/officeDocument/2006/relationships/image" Target="../media/image325.png"/><Relationship Id="rId354" Type="http://schemas.openxmlformats.org/officeDocument/2006/relationships/customXml" Target="../ink/ink870.xml"/><Relationship Id="rId51" Type="http://schemas.openxmlformats.org/officeDocument/2006/relationships/image" Target="../media/image198.png"/><Relationship Id="rId93" Type="http://schemas.openxmlformats.org/officeDocument/2006/relationships/image" Target="../media/image219.png"/><Relationship Id="rId189" Type="http://schemas.openxmlformats.org/officeDocument/2006/relationships/image" Target="../media/image125.png"/><Relationship Id="rId396" Type="http://schemas.openxmlformats.org/officeDocument/2006/relationships/customXml" Target="../ink/ink893.xml"/><Relationship Id="rId561" Type="http://schemas.openxmlformats.org/officeDocument/2006/relationships/image" Target="../media/image441.png"/><Relationship Id="rId617" Type="http://schemas.openxmlformats.org/officeDocument/2006/relationships/customXml" Target="../ink/ink1009.xml"/><Relationship Id="rId659" Type="http://schemas.openxmlformats.org/officeDocument/2006/relationships/image" Target="../media/image484.png"/><Relationship Id="rId214" Type="http://schemas.openxmlformats.org/officeDocument/2006/relationships/image" Target="../media/image277.png"/><Relationship Id="rId256" Type="http://schemas.openxmlformats.org/officeDocument/2006/relationships/image" Target="../media/image296.png"/><Relationship Id="rId298" Type="http://schemas.openxmlformats.org/officeDocument/2006/relationships/image" Target="../media/image318.png"/><Relationship Id="rId421" Type="http://schemas.openxmlformats.org/officeDocument/2006/relationships/image" Target="../media/image374.png"/><Relationship Id="rId463" Type="http://schemas.openxmlformats.org/officeDocument/2006/relationships/image" Target="../media/image395.png"/><Relationship Id="rId519" Type="http://schemas.openxmlformats.org/officeDocument/2006/relationships/customXml" Target="../ink/ink957.xml"/><Relationship Id="rId116" Type="http://schemas.openxmlformats.org/officeDocument/2006/relationships/customXml" Target="../ink/ink748.xml"/><Relationship Id="rId158" Type="http://schemas.openxmlformats.org/officeDocument/2006/relationships/customXml" Target="../ink/ink769.xml"/><Relationship Id="rId323" Type="http://schemas.openxmlformats.org/officeDocument/2006/relationships/customXml" Target="../ink/ink853.xml"/><Relationship Id="rId530" Type="http://schemas.openxmlformats.org/officeDocument/2006/relationships/image" Target="../media/image426.png"/><Relationship Id="rId20" Type="http://schemas.openxmlformats.org/officeDocument/2006/relationships/customXml" Target="../ink/ink700.xml"/><Relationship Id="rId62" Type="http://schemas.openxmlformats.org/officeDocument/2006/relationships/customXml" Target="../ink/ink721.xml"/><Relationship Id="rId365" Type="http://schemas.openxmlformats.org/officeDocument/2006/relationships/customXml" Target="../ink/ink877.xml"/><Relationship Id="rId572" Type="http://schemas.openxmlformats.org/officeDocument/2006/relationships/customXml" Target="../ink/ink984.xml"/><Relationship Id="rId628" Type="http://schemas.openxmlformats.org/officeDocument/2006/relationships/customXml" Target="../ink/ink1015.xml"/><Relationship Id="rId225" Type="http://schemas.openxmlformats.org/officeDocument/2006/relationships/customXml" Target="../ink/ink803.xml"/><Relationship Id="rId267" Type="http://schemas.openxmlformats.org/officeDocument/2006/relationships/customXml" Target="../ink/ink825.xml"/><Relationship Id="rId432" Type="http://schemas.openxmlformats.org/officeDocument/2006/relationships/customXml" Target="../ink/ink911.xml"/><Relationship Id="rId474" Type="http://schemas.openxmlformats.org/officeDocument/2006/relationships/image" Target="../media/image400.png"/><Relationship Id="rId127" Type="http://schemas.openxmlformats.org/officeDocument/2006/relationships/image" Target="../media/image236.png"/><Relationship Id="rId31" Type="http://schemas.openxmlformats.org/officeDocument/2006/relationships/image" Target="../media/image188.png"/><Relationship Id="rId73" Type="http://schemas.openxmlformats.org/officeDocument/2006/relationships/image" Target="../media/image209.png"/><Relationship Id="rId169" Type="http://schemas.openxmlformats.org/officeDocument/2006/relationships/image" Target="../media/image257.png"/><Relationship Id="rId334" Type="http://schemas.openxmlformats.org/officeDocument/2006/relationships/customXml" Target="../ink/ink859.xml"/><Relationship Id="rId376" Type="http://schemas.openxmlformats.org/officeDocument/2006/relationships/image" Target="../media/image354.png"/><Relationship Id="rId541" Type="http://schemas.openxmlformats.org/officeDocument/2006/relationships/image" Target="../media/image431.png"/><Relationship Id="rId583" Type="http://schemas.openxmlformats.org/officeDocument/2006/relationships/image" Target="../media/image451.png"/><Relationship Id="rId639" Type="http://schemas.openxmlformats.org/officeDocument/2006/relationships/image" Target="../media/image476.png"/><Relationship Id="rId4" Type="http://schemas.openxmlformats.org/officeDocument/2006/relationships/customXml" Target="../ink/ink692.xml"/><Relationship Id="rId180" Type="http://schemas.openxmlformats.org/officeDocument/2006/relationships/customXml" Target="../ink/ink780.xml"/><Relationship Id="rId236" Type="http://schemas.openxmlformats.org/officeDocument/2006/relationships/image" Target="../media/image286.png"/><Relationship Id="rId278" Type="http://schemas.openxmlformats.org/officeDocument/2006/relationships/image" Target="../media/image307.png"/><Relationship Id="rId401" Type="http://schemas.openxmlformats.org/officeDocument/2006/relationships/image" Target="../media/image364.png"/><Relationship Id="rId443" Type="http://schemas.openxmlformats.org/officeDocument/2006/relationships/image" Target="../media/image385.png"/><Relationship Id="rId650" Type="http://schemas.openxmlformats.org/officeDocument/2006/relationships/image" Target="../media/image481.png"/><Relationship Id="rId303" Type="http://schemas.openxmlformats.org/officeDocument/2006/relationships/customXml" Target="../ink/ink843.xml"/><Relationship Id="rId485" Type="http://schemas.openxmlformats.org/officeDocument/2006/relationships/customXml" Target="../ink/ink939.xml"/><Relationship Id="rId42" Type="http://schemas.openxmlformats.org/officeDocument/2006/relationships/customXml" Target="../ink/ink711.xml"/><Relationship Id="rId84" Type="http://schemas.openxmlformats.org/officeDocument/2006/relationships/customXml" Target="../ink/ink732.xml"/><Relationship Id="rId138" Type="http://schemas.openxmlformats.org/officeDocument/2006/relationships/customXml" Target="../ink/ink759.xml"/><Relationship Id="rId345" Type="http://schemas.openxmlformats.org/officeDocument/2006/relationships/image" Target="../media/image341.png"/><Relationship Id="rId387" Type="http://schemas.openxmlformats.org/officeDocument/2006/relationships/customXml" Target="../ink/ink888.xml"/><Relationship Id="rId510" Type="http://schemas.openxmlformats.org/officeDocument/2006/relationships/image" Target="../media/image416.png"/><Relationship Id="rId552" Type="http://schemas.openxmlformats.org/officeDocument/2006/relationships/customXml" Target="../ink/ink974.xml"/><Relationship Id="rId594" Type="http://schemas.openxmlformats.org/officeDocument/2006/relationships/customXml" Target="../ink/ink996.xml"/><Relationship Id="rId608" Type="http://schemas.openxmlformats.org/officeDocument/2006/relationships/image" Target="../media/image462.png"/><Relationship Id="rId191" Type="http://schemas.openxmlformats.org/officeDocument/2006/relationships/image" Target="../media/image266.png"/><Relationship Id="rId205" Type="http://schemas.openxmlformats.org/officeDocument/2006/relationships/customXml" Target="../ink/ink793.xml"/><Relationship Id="rId247" Type="http://schemas.openxmlformats.org/officeDocument/2006/relationships/customXml" Target="../ink/ink815.xml"/><Relationship Id="rId412" Type="http://schemas.openxmlformats.org/officeDocument/2006/relationships/customXml" Target="../ink/ink901.xml"/><Relationship Id="rId107" Type="http://schemas.openxmlformats.org/officeDocument/2006/relationships/image" Target="../media/image226.png"/><Relationship Id="rId289" Type="http://schemas.openxmlformats.org/officeDocument/2006/relationships/customXml" Target="../ink/ink836.xml"/><Relationship Id="rId454" Type="http://schemas.openxmlformats.org/officeDocument/2006/relationships/customXml" Target="../ink/ink922.xml"/><Relationship Id="rId496" Type="http://schemas.openxmlformats.org/officeDocument/2006/relationships/image" Target="../media/image409.png"/><Relationship Id="rId661" Type="http://schemas.openxmlformats.org/officeDocument/2006/relationships/customXml" Target="../ink/ink1034.xml"/><Relationship Id="rId11" Type="http://schemas.openxmlformats.org/officeDocument/2006/relationships/image" Target="../media/image178.png"/><Relationship Id="rId53" Type="http://schemas.openxmlformats.org/officeDocument/2006/relationships/image" Target="../media/image199.png"/><Relationship Id="rId149" Type="http://schemas.openxmlformats.org/officeDocument/2006/relationships/image" Target="../media/image247.png"/><Relationship Id="rId314" Type="http://schemas.openxmlformats.org/officeDocument/2006/relationships/image" Target="../media/image326.png"/><Relationship Id="rId356" Type="http://schemas.openxmlformats.org/officeDocument/2006/relationships/customXml" Target="../ink/ink872.xml"/><Relationship Id="rId398" Type="http://schemas.openxmlformats.org/officeDocument/2006/relationships/customXml" Target="../ink/ink894.xml"/><Relationship Id="rId521" Type="http://schemas.openxmlformats.org/officeDocument/2006/relationships/customXml" Target="../ink/ink958.xml"/><Relationship Id="rId563" Type="http://schemas.openxmlformats.org/officeDocument/2006/relationships/image" Target="../media/image442.png"/><Relationship Id="rId619" Type="http://schemas.openxmlformats.org/officeDocument/2006/relationships/customXml" Target="../ink/ink1010.xml"/><Relationship Id="rId95" Type="http://schemas.openxmlformats.org/officeDocument/2006/relationships/image" Target="../media/image220.png"/><Relationship Id="rId160" Type="http://schemas.openxmlformats.org/officeDocument/2006/relationships/customXml" Target="../ink/ink770.xml"/><Relationship Id="rId216" Type="http://schemas.openxmlformats.org/officeDocument/2006/relationships/image" Target="../media/image278.png"/><Relationship Id="rId423" Type="http://schemas.openxmlformats.org/officeDocument/2006/relationships/image" Target="../media/image375.png"/><Relationship Id="rId258" Type="http://schemas.openxmlformats.org/officeDocument/2006/relationships/image" Target="../media/image297.png"/><Relationship Id="rId465" Type="http://schemas.openxmlformats.org/officeDocument/2006/relationships/image" Target="../media/image396.png"/><Relationship Id="rId630" Type="http://schemas.openxmlformats.org/officeDocument/2006/relationships/customXml" Target="../ink/ink1016.xml"/><Relationship Id="rId22" Type="http://schemas.openxmlformats.org/officeDocument/2006/relationships/customXml" Target="../ink/ink701.xml"/><Relationship Id="rId64" Type="http://schemas.openxmlformats.org/officeDocument/2006/relationships/customXml" Target="../ink/ink722.xml"/><Relationship Id="rId118" Type="http://schemas.openxmlformats.org/officeDocument/2006/relationships/customXml" Target="../ink/ink749.xml"/><Relationship Id="rId325" Type="http://schemas.openxmlformats.org/officeDocument/2006/relationships/image" Target="../media/image331.png"/><Relationship Id="rId367" Type="http://schemas.openxmlformats.org/officeDocument/2006/relationships/customXml" Target="../ink/ink878.xml"/><Relationship Id="rId532" Type="http://schemas.openxmlformats.org/officeDocument/2006/relationships/image" Target="../media/image427.png"/><Relationship Id="rId574" Type="http://schemas.openxmlformats.org/officeDocument/2006/relationships/customXml" Target="../ink/ink985.xml"/><Relationship Id="rId171" Type="http://schemas.openxmlformats.org/officeDocument/2006/relationships/image" Target="../media/image258.png"/><Relationship Id="rId227" Type="http://schemas.openxmlformats.org/officeDocument/2006/relationships/customXml" Target="../ink/ink804.xml"/><Relationship Id="rId269" Type="http://schemas.openxmlformats.org/officeDocument/2006/relationships/customXml" Target="../ink/ink826.xml"/><Relationship Id="rId434" Type="http://schemas.openxmlformats.org/officeDocument/2006/relationships/customXml" Target="../ink/ink912.xml"/><Relationship Id="rId476" Type="http://schemas.openxmlformats.org/officeDocument/2006/relationships/customXml" Target="../ink/ink934.xml"/><Relationship Id="rId641" Type="http://schemas.openxmlformats.org/officeDocument/2006/relationships/image" Target="../media/image477.png"/><Relationship Id="rId33" Type="http://schemas.openxmlformats.org/officeDocument/2006/relationships/image" Target="../media/image189.png"/><Relationship Id="rId129" Type="http://schemas.openxmlformats.org/officeDocument/2006/relationships/image" Target="../media/image237.png"/><Relationship Id="rId280" Type="http://schemas.openxmlformats.org/officeDocument/2006/relationships/image" Target="../media/image308.png"/><Relationship Id="rId336" Type="http://schemas.openxmlformats.org/officeDocument/2006/relationships/customXml" Target="../ink/ink860.xml"/><Relationship Id="rId501" Type="http://schemas.openxmlformats.org/officeDocument/2006/relationships/customXml" Target="../ink/ink948.xml"/><Relationship Id="rId543" Type="http://schemas.openxmlformats.org/officeDocument/2006/relationships/image" Target="../media/image432.png"/><Relationship Id="rId75" Type="http://schemas.openxmlformats.org/officeDocument/2006/relationships/image" Target="../media/image210.png"/><Relationship Id="rId140" Type="http://schemas.openxmlformats.org/officeDocument/2006/relationships/customXml" Target="../ink/ink760.xml"/><Relationship Id="rId182" Type="http://schemas.openxmlformats.org/officeDocument/2006/relationships/customXml" Target="../ink/ink781.xml"/><Relationship Id="rId378" Type="http://schemas.openxmlformats.org/officeDocument/2006/relationships/image" Target="../media/image355.png"/><Relationship Id="rId403" Type="http://schemas.openxmlformats.org/officeDocument/2006/relationships/image" Target="../media/image365.png"/><Relationship Id="rId585" Type="http://schemas.openxmlformats.org/officeDocument/2006/relationships/image" Target="../media/image452.png"/><Relationship Id="rId6" Type="http://schemas.openxmlformats.org/officeDocument/2006/relationships/customXml" Target="../ink/ink693.xml"/><Relationship Id="rId238" Type="http://schemas.openxmlformats.org/officeDocument/2006/relationships/image" Target="../media/image287.png"/><Relationship Id="rId445" Type="http://schemas.openxmlformats.org/officeDocument/2006/relationships/image" Target="../media/image386.png"/><Relationship Id="rId487" Type="http://schemas.openxmlformats.org/officeDocument/2006/relationships/image" Target="../media/image405.png"/><Relationship Id="rId610" Type="http://schemas.openxmlformats.org/officeDocument/2006/relationships/image" Target="../media/image463.png"/><Relationship Id="rId652" Type="http://schemas.openxmlformats.org/officeDocument/2006/relationships/image" Target="../media/image482.png"/><Relationship Id="rId291" Type="http://schemas.openxmlformats.org/officeDocument/2006/relationships/customXml" Target="../ink/ink837.xml"/><Relationship Id="rId305" Type="http://schemas.openxmlformats.org/officeDocument/2006/relationships/customXml" Target="../ink/ink844.xml"/><Relationship Id="rId347" Type="http://schemas.openxmlformats.org/officeDocument/2006/relationships/image" Target="../media/image342.png"/><Relationship Id="rId512" Type="http://schemas.openxmlformats.org/officeDocument/2006/relationships/image" Target="../media/image417.png"/><Relationship Id="rId44" Type="http://schemas.openxmlformats.org/officeDocument/2006/relationships/customXml" Target="../ink/ink712.xml"/><Relationship Id="rId86" Type="http://schemas.openxmlformats.org/officeDocument/2006/relationships/customXml" Target="../ink/ink733.xml"/><Relationship Id="rId151" Type="http://schemas.openxmlformats.org/officeDocument/2006/relationships/image" Target="../media/image248.png"/><Relationship Id="rId389" Type="http://schemas.openxmlformats.org/officeDocument/2006/relationships/image" Target="../media/image358.png"/><Relationship Id="rId554" Type="http://schemas.openxmlformats.org/officeDocument/2006/relationships/customXml" Target="../ink/ink975.xml"/><Relationship Id="rId596" Type="http://schemas.openxmlformats.org/officeDocument/2006/relationships/customXml" Target="../ink/ink997.xml"/><Relationship Id="rId193" Type="http://schemas.openxmlformats.org/officeDocument/2006/relationships/customXml" Target="../ink/ink787.xml"/><Relationship Id="rId207" Type="http://schemas.openxmlformats.org/officeDocument/2006/relationships/customXml" Target="../ink/ink794.xml"/><Relationship Id="rId249" Type="http://schemas.openxmlformats.org/officeDocument/2006/relationships/customXml" Target="../ink/ink816.xml"/><Relationship Id="rId414" Type="http://schemas.openxmlformats.org/officeDocument/2006/relationships/customXml" Target="../ink/ink902.xml"/><Relationship Id="rId456" Type="http://schemas.openxmlformats.org/officeDocument/2006/relationships/customXml" Target="../ink/ink923.xml"/><Relationship Id="rId498" Type="http://schemas.openxmlformats.org/officeDocument/2006/relationships/image" Target="../media/image410.png"/><Relationship Id="rId621" Type="http://schemas.openxmlformats.org/officeDocument/2006/relationships/customXml" Target="../ink/ink1011.xml"/><Relationship Id="rId663" Type="http://schemas.openxmlformats.org/officeDocument/2006/relationships/customXml" Target="../ink/ink1035.xml"/><Relationship Id="rId13" Type="http://schemas.openxmlformats.org/officeDocument/2006/relationships/image" Target="../media/image179.png"/><Relationship Id="rId109" Type="http://schemas.openxmlformats.org/officeDocument/2006/relationships/image" Target="../media/image227.png"/><Relationship Id="rId260" Type="http://schemas.openxmlformats.org/officeDocument/2006/relationships/image" Target="../media/image298.png"/><Relationship Id="rId316" Type="http://schemas.openxmlformats.org/officeDocument/2006/relationships/image" Target="../media/image327.png"/><Relationship Id="rId523" Type="http://schemas.openxmlformats.org/officeDocument/2006/relationships/customXml" Target="../ink/ink959.xml"/><Relationship Id="rId55" Type="http://schemas.openxmlformats.org/officeDocument/2006/relationships/image" Target="../media/image200.png"/><Relationship Id="rId97" Type="http://schemas.openxmlformats.org/officeDocument/2006/relationships/image" Target="../media/image221.png"/><Relationship Id="rId120" Type="http://schemas.openxmlformats.org/officeDocument/2006/relationships/customXml" Target="../ink/ink750.xml"/><Relationship Id="rId358" Type="http://schemas.openxmlformats.org/officeDocument/2006/relationships/image" Target="../media/image345.png"/><Relationship Id="rId565" Type="http://schemas.openxmlformats.org/officeDocument/2006/relationships/image" Target="../media/image443.png"/><Relationship Id="rId162" Type="http://schemas.openxmlformats.org/officeDocument/2006/relationships/customXml" Target="../ink/ink771.xml"/><Relationship Id="rId218" Type="http://schemas.openxmlformats.org/officeDocument/2006/relationships/image" Target="../media/image279.png"/><Relationship Id="rId425" Type="http://schemas.openxmlformats.org/officeDocument/2006/relationships/image" Target="../media/image376.png"/><Relationship Id="rId467" Type="http://schemas.openxmlformats.org/officeDocument/2006/relationships/image" Target="../media/image397.png"/><Relationship Id="rId632" Type="http://schemas.openxmlformats.org/officeDocument/2006/relationships/customXml" Target="../ink/ink1017.xml"/><Relationship Id="rId271" Type="http://schemas.openxmlformats.org/officeDocument/2006/relationships/customXml" Target="../ink/ink827.xml"/><Relationship Id="rId24" Type="http://schemas.openxmlformats.org/officeDocument/2006/relationships/customXml" Target="../ink/ink702.xml"/><Relationship Id="rId66" Type="http://schemas.openxmlformats.org/officeDocument/2006/relationships/customXml" Target="../ink/ink723.xml"/><Relationship Id="rId131" Type="http://schemas.openxmlformats.org/officeDocument/2006/relationships/image" Target="../media/image238.png"/><Relationship Id="rId327" Type="http://schemas.openxmlformats.org/officeDocument/2006/relationships/image" Target="../media/image332.png"/><Relationship Id="rId369" Type="http://schemas.openxmlformats.org/officeDocument/2006/relationships/customXml" Target="../ink/ink879.xml"/><Relationship Id="rId534" Type="http://schemas.openxmlformats.org/officeDocument/2006/relationships/image" Target="../media/image428.png"/><Relationship Id="rId576" Type="http://schemas.openxmlformats.org/officeDocument/2006/relationships/customXml" Target="../ink/ink986.xml"/><Relationship Id="rId173" Type="http://schemas.openxmlformats.org/officeDocument/2006/relationships/image" Target="../media/image259.png"/><Relationship Id="rId229" Type="http://schemas.openxmlformats.org/officeDocument/2006/relationships/customXml" Target="../ink/ink805.xml"/><Relationship Id="rId380" Type="http://schemas.openxmlformats.org/officeDocument/2006/relationships/image" Target="../media/image356.png"/><Relationship Id="rId436" Type="http://schemas.openxmlformats.org/officeDocument/2006/relationships/customXml" Target="../ink/ink913.xml"/><Relationship Id="rId601" Type="http://schemas.openxmlformats.org/officeDocument/2006/relationships/image" Target="../media/image459.png"/><Relationship Id="rId643" Type="http://schemas.openxmlformats.org/officeDocument/2006/relationships/image" Target="../media/image478.png"/><Relationship Id="rId240" Type="http://schemas.openxmlformats.org/officeDocument/2006/relationships/image" Target="../media/image288.png"/><Relationship Id="rId478" Type="http://schemas.openxmlformats.org/officeDocument/2006/relationships/customXml" Target="../ink/ink935.xml"/><Relationship Id="rId35" Type="http://schemas.openxmlformats.org/officeDocument/2006/relationships/image" Target="../media/image190.png"/><Relationship Id="rId77" Type="http://schemas.openxmlformats.org/officeDocument/2006/relationships/image" Target="../media/image211.png"/><Relationship Id="rId100" Type="http://schemas.openxmlformats.org/officeDocument/2006/relationships/customXml" Target="../ink/ink740.xml"/><Relationship Id="rId282" Type="http://schemas.openxmlformats.org/officeDocument/2006/relationships/image" Target="../media/image309.png"/><Relationship Id="rId338" Type="http://schemas.openxmlformats.org/officeDocument/2006/relationships/customXml" Target="../ink/ink861.xml"/><Relationship Id="rId503" Type="http://schemas.openxmlformats.org/officeDocument/2006/relationships/customXml" Target="../ink/ink949.xml"/><Relationship Id="rId545" Type="http://schemas.openxmlformats.org/officeDocument/2006/relationships/image" Target="../media/image433.png"/><Relationship Id="rId587" Type="http://schemas.openxmlformats.org/officeDocument/2006/relationships/image" Target="../media/image453.png"/><Relationship Id="rId8" Type="http://schemas.openxmlformats.org/officeDocument/2006/relationships/customXml" Target="../ink/ink694.xml"/><Relationship Id="rId142" Type="http://schemas.openxmlformats.org/officeDocument/2006/relationships/customXml" Target="../ink/ink761.xml"/><Relationship Id="rId184" Type="http://schemas.openxmlformats.org/officeDocument/2006/relationships/customXml" Target="../ink/ink782.xml"/><Relationship Id="rId391" Type="http://schemas.openxmlformats.org/officeDocument/2006/relationships/image" Target="../media/image359.png"/><Relationship Id="rId405" Type="http://schemas.openxmlformats.org/officeDocument/2006/relationships/image" Target="../media/image366.png"/><Relationship Id="rId447" Type="http://schemas.openxmlformats.org/officeDocument/2006/relationships/image" Target="../media/image387.png"/><Relationship Id="rId612" Type="http://schemas.openxmlformats.org/officeDocument/2006/relationships/image" Target="../media/image464.png"/><Relationship Id="rId251" Type="http://schemas.openxmlformats.org/officeDocument/2006/relationships/customXml" Target="../ink/ink817.xml"/><Relationship Id="rId489" Type="http://schemas.openxmlformats.org/officeDocument/2006/relationships/image" Target="../media/image406.png"/><Relationship Id="rId654" Type="http://schemas.openxmlformats.org/officeDocument/2006/relationships/customXml" Target="../ink/ink1029.xml"/><Relationship Id="rId46" Type="http://schemas.openxmlformats.org/officeDocument/2006/relationships/customXml" Target="../ink/ink713.xml"/><Relationship Id="rId293" Type="http://schemas.openxmlformats.org/officeDocument/2006/relationships/customXml" Target="../ink/ink838.xml"/><Relationship Id="rId307" Type="http://schemas.openxmlformats.org/officeDocument/2006/relationships/customXml" Target="../ink/ink845.xml"/><Relationship Id="rId349" Type="http://schemas.openxmlformats.org/officeDocument/2006/relationships/image" Target="../media/image343.png"/><Relationship Id="rId514" Type="http://schemas.openxmlformats.org/officeDocument/2006/relationships/image" Target="../media/image418.png"/><Relationship Id="rId556" Type="http://schemas.openxmlformats.org/officeDocument/2006/relationships/customXml" Target="../ink/ink976.xml"/><Relationship Id="rId88" Type="http://schemas.openxmlformats.org/officeDocument/2006/relationships/customXml" Target="../ink/ink734.xml"/><Relationship Id="rId111" Type="http://schemas.openxmlformats.org/officeDocument/2006/relationships/image" Target="../media/image228.png"/><Relationship Id="rId153" Type="http://schemas.openxmlformats.org/officeDocument/2006/relationships/image" Target="../media/image249.png"/><Relationship Id="rId195" Type="http://schemas.openxmlformats.org/officeDocument/2006/relationships/customXml" Target="../ink/ink788.xml"/><Relationship Id="rId209" Type="http://schemas.openxmlformats.org/officeDocument/2006/relationships/customXml" Target="../ink/ink795.xml"/><Relationship Id="rId360" Type="http://schemas.openxmlformats.org/officeDocument/2006/relationships/image" Target="../media/image346.png"/><Relationship Id="rId416" Type="http://schemas.openxmlformats.org/officeDocument/2006/relationships/customXml" Target="../ink/ink903.xml"/><Relationship Id="rId598" Type="http://schemas.openxmlformats.org/officeDocument/2006/relationships/customXml" Target="../ink/ink999.xml"/><Relationship Id="rId220" Type="http://schemas.openxmlformats.org/officeDocument/2006/relationships/image" Target="../media/image8.png"/><Relationship Id="rId458" Type="http://schemas.openxmlformats.org/officeDocument/2006/relationships/customXml" Target="../ink/ink924.xml"/><Relationship Id="rId623" Type="http://schemas.openxmlformats.org/officeDocument/2006/relationships/customXml" Target="../ink/ink1012.xml"/><Relationship Id="rId665" Type="http://schemas.openxmlformats.org/officeDocument/2006/relationships/customXml" Target="../ink/ink1036.xml"/><Relationship Id="rId15" Type="http://schemas.openxmlformats.org/officeDocument/2006/relationships/image" Target="../media/image180.png"/><Relationship Id="rId57" Type="http://schemas.openxmlformats.org/officeDocument/2006/relationships/image" Target="../media/image201.png"/><Relationship Id="rId262" Type="http://schemas.openxmlformats.org/officeDocument/2006/relationships/image" Target="../media/image299.png"/><Relationship Id="rId318" Type="http://schemas.openxmlformats.org/officeDocument/2006/relationships/image" Target="../media/image328.png"/><Relationship Id="rId525" Type="http://schemas.openxmlformats.org/officeDocument/2006/relationships/customXml" Target="../ink/ink960.xml"/><Relationship Id="rId567" Type="http://schemas.openxmlformats.org/officeDocument/2006/relationships/image" Target="../media/image444.png"/><Relationship Id="rId99" Type="http://schemas.openxmlformats.org/officeDocument/2006/relationships/image" Target="../media/image222.png"/><Relationship Id="rId122" Type="http://schemas.openxmlformats.org/officeDocument/2006/relationships/customXml" Target="../ink/ink751.xml"/><Relationship Id="rId164" Type="http://schemas.openxmlformats.org/officeDocument/2006/relationships/customXml" Target="../ink/ink772.xml"/><Relationship Id="rId371" Type="http://schemas.openxmlformats.org/officeDocument/2006/relationships/customXml" Target="../ink/ink880.xml"/><Relationship Id="rId427" Type="http://schemas.openxmlformats.org/officeDocument/2006/relationships/image" Target="../media/image377.png"/><Relationship Id="rId469" Type="http://schemas.openxmlformats.org/officeDocument/2006/relationships/customXml" Target="../ink/ink930.xml"/><Relationship Id="rId634" Type="http://schemas.openxmlformats.org/officeDocument/2006/relationships/customXml" Target="../ink/ink1018.xml"/><Relationship Id="rId26" Type="http://schemas.openxmlformats.org/officeDocument/2006/relationships/customXml" Target="../ink/ink703.xml"/><Relationship Id="rId231" Type="http://schemas.openxmlformats.org/officeDocument/2006/relationships/customXml" Target="../ink/ink806.xml"/><Relationship Id="rId273" Type="http://schemas.openxmlformats.org/officeDocument/2006/relationships/customXml" Target="../ink/ink828.xml"/><Relationship Id="rId329" Type="http://schemas.openxmlformats.org/officeDocument/2006/relationships/image" Target="../media/image333.png"/><Relationship Id="rId480" Type="http://schemas.openxmlformats.org/officeDocument/2006/relationships/customXml" Target="../ink/ink936.xml"/><Relationship Id="rId536" Type="http://schemas.openxmlformats.org/officeDocument/2006/relationships/image" Target="../media/image429.png"/><Relationship Id="rId68" Type="http://schemas.openxmlformats.org/officeDocument/2006/relationships/customXml" Target="../ink/ink724.xml"/><Relationship Id="rId133" Type="http://schemas.openxmlformats.org/officeDocument/2006/relationships/image" Target="../media/image239.png"/><Relationship Id="rId175" Type="http://schemas.openxmlformats.org/officeDocument/2006/relationships/image" Target="../media/image260.png"/><Relationship Id="rId340" Type="http://schemas.openxmlformats.org/officeDocument/2006/relationships/customXml" Target="../ink/ink862.xml"/><Relationship Id="rId578" Type="http://schemas.openxmlformats.org/officeDocument/2006/relationships/customXml" Target="../ink/ink987.xml"/><Relationship Id="rId200" Type="http://schemas.openxmlformats.org/officeDocument/2006/relationships/image" Target="../media/image270.png"/><Relationship Id="rId382" Type="http://schemas.openxmlformats.org/officeDocument/2006/relationships/image" Target="../media/image357.png"/><Relationship Id="rId438" Type="http://schemas.openxmlformats.org/officeDocument/2006/relationships/customXml" Target="../ink/ink914.xml"/><Relationship Id="rId603" Type="http://schemas.openxmlformats.org/officeDocument/2006/relationships/image" Target="../media/image460.png"/><Relationship Id="rId645" Type="http://schemas.openxmlformats.org/officeDocument/2006/relationships/image" Target="../media/image479.png"/><Relationship Id="rId242" Type="http://schemas.openxmlformats.org/officeDocument/2006/relationships/image" Target="../media/image289.png"/><Relationship Id="rId284" Type="http://schemas.openxmlformats.org/officeDocument/2006/relationships/image" Target="../media/image310.png"/><Relationship Id="rId491" Type="http://schemas.openxmlformats.org/officeDocument/2006/relationships/customXml" Target="../ink/ink943.xml"/><Relationship Id="rId505" Type="http://schemas.openxmlformats.org/officeDocument/2006/relationships/customXml" Target="../ink/ink950.xml"/><Relationship Id="rId37" Type="http://schemas.openxmlformats.org/officeDocument/2006/relationships/image" Target="../media/image191.png"/><Relationship Id="rId79" Type="http://schemas.openxmlformats.org/officeDocument/2006/relationships/image" Target="../media/image212.png"/><Relationship Id="rId102" Type="http://schemas.openxmlformats.org/officeDocument/2006/relationships/customXml" Target="../ink/ink741.xml"/><Relationship Id="rId144" Type="http://schemas.openxmlformats.org/officeDocument/2006/relationships/customXml" Target="../ink/ink762.xml"/><Relationship Id="rId547" Type="http://schemas.openxmlformats.org/officeDocument/2006/relationships/image" Target="../media/image434.png"/><Relationship Id="rId589" Type="http://schemas.openxmlformats.org/officeDocument/2006/relationships/image" Target="../media/image454.png"/><Relationship Id="rId90" Type="http://schemas.openxmlformats.org/officeDocument/2006/relationships/customXml" Target="../ink/ink735.xml"/><Relationship Id="rId186" Type="http://schemas.openxmlformats.org/officeDocument/2006/relationships/customXml" Target="../ink/ink783.xml"/><Relationship Id="rId351" Type="http://schemas.openxmlformats.org/officeDocument/2006/relationships/customXml" Target="../ink/ink868.xml"/><Relationship Id="rId393" Type="http://schemas.openxmlformats.org/officeDocument/2006/relationships/image" Target="../media/image360.png"/><Relationship Id="rId407" Type="http://schemas.openxmlformats.org/officeDocument/2006/relationships/image" Target="../media/image367.png"/><Relationship Id="rId449" Type="http://schemas.openxmlformats.org/officeDocument/2006/relationships/image" Target="../media/image388.png"/><Relationship Id="rId614" Type="http://schemas.openxmlformats.org/officeDocument/2006/relationships/image" Target="../media/image465.png"/><Relationship Id="rId656" Type="http://schemas.openxmlformats.org/officeDocument/2006/relationships/customXml" Target="../ink/ink1031.xml"/><Relationship Id="rId211" Type="http://schemas.openxmlformats.org/officeDocument/2006/relationships/customXml" Target="../ink/ink796.xml"/><Relationship Id="rId253" Type="http://schemas.openxmlformats.org/officeDocument/2006/relationships/customXml" Target="../ink/ink818.xml"/><Relationship Id="rId295" Type="http://schemas.openxmlformats.org/officeDocument/2006/relationships/customXml" Target="../ink/ink839.xml"/><Relationship Id="rId309" Type="http://schemas.openxmlformats.org/officeDocument/2006/relationships/customXml" Target="../ink/ink846.xml"/><Relationship Id="rId460" Type="http://schemas.openxmlformats.org/officeDocument/2006/relationships/customXml" Target="../ink/ink925.xml"/><Relationship Id="rId516" Type="http://schemas.openxmlformats.org/officeDocument/2006/relationships/image" Target="../media/image419.png"/><Relationship Id="rId48" Type="http://schemas.openxmlformats.org/officeDocument/2006/relationships/customXml" Target="../ink/ink714.xml"/><Relationship Id="rId113" Type="http://schemas.openxmlformats.org/officeDocument/2006/relationships/image" Target="../media/image229.png"/><Relationship Id="rId320" Type="http://schemas.openxmlformats.org/officeDocument/2006/relationships/image" Target="../media/image329.png"/><Relationship Id="rId558" Type="http://schemas.openxmlformats.org/officeDocument/2006/relationships/customXml" Target="../ink/ink977.xml"/><Relationship Id="rId155" Type="http://schemas.openxmlformats.org/officeDocument/2006/relationships/image" Target="../media/image250.png"/><Relationship Id="rId197" Type="http://schemas.openxmlformats.org/officeDocument/2006/relationships/customXml" Target="../ink/ink789.xml"/><Relationship Id="rId362" Type="http://schemas.openxmlformats.org/officeDocument/2006/relationships/image" Target="../media/image347.png"/><Relationship Id="rId418" Type="http://schemas.openxmlformats.org/officeDocument/2006/relationships/customXml" Target="../ink/ink904.xml"/><Relationship Id="rId625" Type="http://schemas.openxmlformats.org/officeDocument/2006/relationships/customXml" Target="../ink/ink1013.xml"/><Relationship Id="rId222" Type="http://schemas.openxmlformats.org/officeDocument/2006/relationships/image" Target="../media/image280.png"/><Relationship Id="rId264" Type="http://schemas.openxmlformats.org/officeDocument/2006/relationships/image" Target="../media/image300.png"/><Relationship Id="rId471" Type="http://schemas.openxmlformats.org/officeDocument/2006/relationships/customXml" Target="../ink/ink931.xml"/><Relationship Id="rId17" Type="http://schemas.openxmlformats.org/officeDocument/2006/relationships/image" Target="../media/image181.png"/><Relationship Id="rId59" Type="http://schemas.openxmlformats.org/officeDocument/2006/relationships/image" Target="../media/image202.png"/><Relationship Id="rId124" Type="http://schemas.openxmlformats.org/officeDocument/2006/relationships/customXml" Target="../ink/ink752.xml"/><Relationship Id="rId527" Type="http://schemas.openxmlformats.org/officeDocument/2006/relationships/customXml" Target="../ink/ink961.xml"/><Relationship Id="rId569" Type="http://schemas.openxmlformats.org/officeDocument/2006/relationships/image" Target="../media/image445.png"/><Relationship Id="rId70" Type="http://schemas.openxmlformats.org/officeDocument/2006/relationships/customXml" Target="../ink/ink725.xml"/><Relationship Id="rId166" Type="http://schemas.openxmlformats.org/officeDocument/2006/relationships/customXml" Target="../ink/ink773.xml"/><Relationship Id="rId331" Type="http://schemas.openxmlformats.org/officeDocument/2006/relationships/image" Target="../media/image334.png"/><Relationship Id="rId373" Type="http://schemas.openxmlformats.org/officeDocument/2006/relationships/customXml" Target="../ink/ink881.xml"/><Relationship Id="rId429" Type="http://schemas.openxmlformats.org/officeDocument/2006/relationships/image" Target="../media/image378.png"/><Relationship Id="rId580" Type="http://schemas.openxmlformats.org/officeDocument/2006/relationships/customXml" Target="../ink/ink988.xml"/><Relationship Id="rId636" Type="http://schemas.openxmlformats.org/officeDocument/2006/relationships/customXml" Target="../ink/ink1019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807.xml"/><Relationship Id="rId440" Type="http://schemas.openxmlformats.org/officeDocument/2006/relationships/customXml" Target="../ink/ink915.xml"/><Relationship Id="rId28" Type="http://schemas.openxmlformats.org/officeDocument/2006/relationships/customXml" Target="../ink/ink704.xml"/><Relationship Id="rId275" Type="http://schemas.openxmlformats.org/officeDocument/2006/relationships/customXml" Target="../ink/ink829.xml"/><Relationship Id="rId300" Type="http://schemas.openxmlformats.org/officeDocument/2006/relationships/image" Target="../media/image319.png"/><Relationship Id="rId482" Type="http://schemas.openxmlformats.org/officeDocument/2006/relationships/image" Target="../media/image403.png"/><Relationship Id="rId538" Type="http://schemas.openxmlformats.org/officeDocument/2006/relationships/customXml" Target="../ink/ink967.xml"/><Relationship Id="rId81" Type="http://schemas.openxmlformats.org/officeDocument/2006/relationships/image" Target="../media/image213.png"/><Relationship Id="rId135" Type="http://schemas.openxmlformats.org/officeDocument/2006/relationships/image" Target="../media/image240.png"/><Relationship Id="rId177" Type="http://schemas.openxmlformats.org/officeDocument/2006/relationships/image" Target="../media/image261.png"/><Relationship Id="rId342" Type="http://schemas.openxmlformats.org/officeDocument/2006/relationships/customXml" Target="../ink/ink863.xml"/><Relationship Id="rId384" Type="http://schemas.openxmlformats.org/officeDocument/2006/relationships/image" Target="../media/image6.png"/><Relationship Id="rId591" Type="http://schemas.openxmlformats.org/officeDocument/2006/relationships/image" Target="../media/image455.png"/><Relationship Id="rId605" Type="http://schemas.openxmlformats.org/officeDocument/2006/relationships/image" Target="../media/image461.png"/><Relationship Id="rId202" Type="http://schemas.openxmlformats.org/officeDocument/2006/relationships/image" Target="../media/image271.png"/><Relationship Id="rId244" Type="http://schemas.openxmlformats.org/officeDocument/2006/relationships/image" Target="../media/image290.png"/><Relationship Id="rId647" Type="http://schemas.openxmlformats.org/officeDocument/2006/relationships/image" Target="../media/image480.png"/><Relationship Id="rId39" Type="http://schemas.openxmlformats.org/officeDocument/2006/relationships/image" Target="../media/image192.png"/><Relationship Id="rId286" Type="http://schemas.openxmlformats.org/officeDocument/2006/relationships/image" Target="../media/image311.png"/><Relationship Id="rId451" Type="http://schemas.openxmlformats.org/officeDocument/2006/relationships/image" Target="../media/image389.png"/><Relationship Id="rId493" Type="http://schemas.openxmlformats.org/officeDocument/2006/relationships/customXml" Target="../ink/ink944.xml"/><Relationship Id="rId507" Type="http://schemas.openxmlformats.org/officeDocument/2006/relationships/customXml" Target="../ink/ink951.xml"/><Relationship Id="rId549" Type="http://schemas.openxmlformats.org/officeDocument/2006/relationships/image" Target="../media/image435.png"/><Relationship Id="rId50" Type="http://schemas.openxmlformats.org/officeDocument/2006/relationships/customXml" Target="../ink/ink715.xml"/><Relationship Id="rId104" Type="http://schemas.openxmlformats.org/officeDocument/2006/relationships/customXml" Target="../ink/ink742.xml"/><Relationship Id="rId146" Type="http://schemas.openxmlformats.org/officeDocument/2006/relationships/customXml" Target="../ink/ink763.xml"/><Relationship Id="rId188" Type="http://schemas.openxmlformats.org/officeDocument/2006/relationships/customXml" Target="../ink/ink784.xml"/><Relationship Id="rId311" Type="http://schemas.openxmlformats.org/officeDocument/2006/relationships/customXml" Target="../ink/ink847.xml"/><Relationship Id="rId353" Type="http://schemas.openxmlformats.org/officeDocument/2006/relationships/image" Target="../media/image344.png"/><Relationship Id="rId395" Type="http://schemas.openxmlformats.org/officeDocument/2006/relationships/image" Target="../media/image361.png"/><Relationship Id="rId409" Type="http://schemas.openxmlformats.org/officeDocument/2006/relationships/image" Target="../media/image368.png"/><Relationship Id="rId560" Type="http://schemas.openxmlformats.org/officeDocument/2006/relationships/customXml" Target="../ink/ink978.xml"/><Relationship Id="rId92" Type="http://schemas.openxmlformats.org/officeDocument/2006/relationships/customXml" Target="../ink/ink736.xml"/><Relationship Id="rId213" Type="http://schemas.openxmlformats.org/officeDocument/2006/relationships/customXml" Target="../ink/ink797.xml"/><Relationship Id="rId420" Type="http://schemas.openxmlformats.org/officeDocument/2006/relationships/customXml" Target="../ink/ink905.xml"/><Relationship Id="rId616" Type="http://schemas.openxmlformats.org/officeDocument/2006/relationships/image" Target="../media/image466.png"/><Relationship Id="rId658" Type="http://schemas.openxmlformats.org/officeDocument/2006/relationships/customXml" Target="../ink/ink1032.xml"/><Relationship Id="rId255" Type="http://schemas.openxmlformats.org/officeDocument/2006/relationships/customXml" Target="../ink/ink819.xml"/><Relationship Id="rId297" Type="http://schemas.openxmlformats.org/officeDocument/2006/relationships/customXml" Target="../ink/ink840.xml"/><Relationship Id="rId462" Type="http://schemas.openxmlformats.org/officeDocument/2006/relationships/customXml" Target="../ink/ink926.xml"/><Relationship Id="rId518" Type="http://schemas.openxmlformats.org/officeDocument/2006/relationships/image" Target="../media/image420.png"/><Relationship Id="rId115" Type="http://schemas.openxmlformats.org/officeDocument/2006/relationships/image" Target="../media/image230.png"/><Relationship Id="rId157" Type="http://schemas.openxmlformats.org/officeDocument/2006/relationships/image" Target="../media/image251.png"/><Relationship Id="rId322" Type="http://schemas.openxmlformats.org/officeDocument/2006/relationships/image" Target="../media/image330.png"/><Relationship Id="rId364" Type="http://schemas.openxmlformats.org/officeDocument/2006/relationships/image" Target="../media/image348.png"/><Relationship Id="rId61" Type="http://schemas.openxmlformats.org/officeDocument/2006/relationships/image" Target="../media/image203.png"/><Relationship Id="rId199" Type="http://schemas.openxmlformats.org/officeDocument/2006/relationships/customXml" Target="../ink/ink790.xml"/><Relationship Id="rId571" Type="http://schemas.openxmlformats.org/officeDocument/2006/relationships/image" Target="../media/image446.png"/><Relationship Id="rId627" Type="http://schemas.openxmlformats.org/officeDocument/2006/relationships/customXml" Target="../ink/ink1014.xml"/><Relationship Id="rId19" Type="http://schemas.openxmlformats.org/officeDocument/2006/relationships/image" Target="../media/image182.png"/><Relationship Id="rId224" Type="http://schemas.openxmlformats.org/officeDocument/2006/relationships/image" Target="../media/image281.png"/><Relationship Id="rId266" Type="http://schemas.openxmlformats.org/officeDocument/2006/relationships/image" Target="../media/image301.png"/><Relationship Id="rId431" Type="http://schemas.openxmlformats.org/officeDocument/2006/relationships/image" Target="../media/image379.png"/><Relationship Id="rId473" Type="http://schemas.openxmlformats.org/officeDocument/2006/relationships/customXml" Target="../ink/ink932.xml"/><Relationship Id="rId529" Type="http://schemas.openxmlformats.org/officeDocument/2006/relationships/customXml" Target="../ink/ink962.xml"/><Relationship Id="rId30" Type="http://schemas.openxmlformats.org/officeDocument/2006/relationships/customXml" Target="../ink/ink705.xml"/><Relationship Id="rId126" Type="http://schemas.openxmlformats.org/officeDocument/2006/relationships/customXml" Target="../ink/ink753.xml"/><Relationship Id="rId168" Type="http://schemas.openxmlformats.org/officeDocument/2006/relationships/customXml" Target="../ink/ink774.xml"/><Relationship Id="rId333" Type="http://schemas.openxmlformats.org/officeDocument/2006/relationships/image" Target="../media/image335.png"/><Relationship Id="rId540" Type="http://schemas.openxmlformats.org/officeDocument/2006/relationships/customXml" Target="../ink/ink968.xml"/><Relationship Id="rId72" Type="http://schemas.openxmlformats.org/officeDocument/2006/relationships/customXml" Target="../ink/ink726.xml"/><Relationship Id="rId375" Type="http://schemas.openxmlformats.org/officeDocument/2006/relationships/customXml" Target="../ink/ink882.xml"/><Relationship Id="rId582" Type="http://schemas.openxmlformats.org/officeDocument/2006/relationships/customXml" Target="../ink/ink990.xml"/><Relationship Id="rId638" Type="http://schemas.openxmlformats.org/officeDocument/2006/relationships/customXml" Target="../ink/ink1020.xml"/><Relationship Id="rId3" Type="http://schemas.openxmlformats.org/officeDocument/2006/relationships/image" Target="../media/image174.png"/><Relationship Id="rId235" Type="http://schemas.openxmlformats.org/officeDocument/2006/relationships/customXml" Target="../ink/ink809.xml"/><Relationship Id="rId277" Type="http://schemas.openxmlformats.org/officeDocument/2006/relationships/customXml" Target="../ink/ink830.xml"/><Relationship Id="rId400" Type="http://schemas.openxmlformats.org/officeDocument/2006/relationships/customXml" Target="../ink/ink895.xml"/><Relationship Id="rId442" Type="http://schemas.openxmlformats.org/officeDocument/2006/relationships/customXml" Target="../ink/ink916.xml"/><Relationship Id="rId484" Type="http://schemas.openxmlformats.org/officeDocument/2006/relationships/image" Target="../media/image404.png"/><Relationship Id="rId137" Type="http://schemas.openxmlformats.org/officeDocument/2006/relationships/image" Target="../media/image241.png"/><Relationship Id="rId302" Type="http://schemas.openxmlformats.org/officeDocument/2006/relationships/image" Target="../media/image320.png"/><Relationship Id="rId344" Type="http://schemas.openxmlformats.org/officeDocument/2006/relationships/customXml" Target="../ink/ink864.xml"/><Relationship Id="rId41" Type="http://schemas.openxmlformats.org/officeDocument/2006/relationships/image" Target="../media/image193.png"/><Relationship Id="rId83" Type="http://schemas.openxmlformats.org/officeDocument/2006/relationships/image" Target="../media/image214.png"/><Relationship Id="rId179" Type="http://schemas.openxmlformats.org/officeDocument/2006/relationships/image" Target="../media/image263.png"/><Relationship Id="rId386" Type="http://schemas.openxmlformats.org/officeDocument/2006/relationships/image" Target="../media/image81.png"/><Relationship Id="rId551" Type="http://schemas.openxmlformats.org/officeDocument/2006/relationships/image" Target="../media/image436.png"/><Relationship Id="rId593" Type="http://schemas.openxmlformats.org/officeDocument/2006/relationships/image" Target="../media/image456.png"/><Relationship Id="rId607" Type="http://schemas.openxmlformats.org/officeDocument/2006/relationships/customXml" Target="../ink/ink1004.xml"/><Relationship Id="rId649" Type="http://schemas.openxmlformats.org/officeDocument/2006/relationships/customXml" Target="../ink/ink1026.xml"/><Relationship Id="rId190" Type="http://schemas.openxmlformats.org/officeDocument/2006/relationships/customXml" Target="../ink/ink785.xml"/><Relationship Id="rId204" Type="http://schemas.openxmlformats.org/officeDocument/2006/relationships/image" Target="../media/image272.png"/><Relationship Id="rId246" Type="http://schemas.openxmlformats.org/officeDocument/2006/relationships/image" Target="../media/image291.png"/><Relationship Id="rId288" Type="http://schemas.openxmlformats.org/officeDocument/2006/relationships/image" Target="../media/image312.png"/><Relationship Id="rId411" Type="http://schemas.openxmlformats.org/officeDocument/2006/relationships/image" Target="../media/image369.png"/><Relationship Id="rId453" Type="http://schemas.openxmlformats.org/officeDocument/2006/relationships/image" Target="../media/image390.png"/><Relationship Id="rId509" Type="http://schemas.openxmlformats.org/officeDocument/2006/relationships/customXml" Target="../ink/ink952.xml"/><Relationship Id="rId660" Type="http://schemas.openxmlformats.org/officeDocument/2006/relationships/customXml" Target="../ink/ink1033.xml"/><Relationship Id="rId106" Type="http://schemas.openxmlformats.org/officeDocument/2006/relationships/customXml" Target="../ink/ink743.xml"/><Relationship Id="rId313" Type="http://schemas.openxmlformats.org/officeDocument/2006/relationships/customXml" Target="../ink/ink848.xml"/><Relationship Id="rId495" Type="http://schemas.openxmlformats.org/officeDocument/2006/relationships/customXml" Target="../ink/ink945.xml"/><Relationship Id="rId10" Type="http://schemas.openxmlformats.org/officeDocument/2006/relationships/customXml" Target="../ink/ink695.xml"/><Relationship Id="rId52" Type="http://schemas.openxmlformats.org/officeDocument/2006/relationships/customXml" Target="../ink/ink716.xml"/><Relationship Id="rId94" Type="http://schemas.openxmlformats.org/officeDocument/2006/relationships/customXml" Target="../ink/ink737.xml"/><Relationship Id="rId148" Type="http://schemas.openxmlformats.org/officeDocument/2006/relationships/customXml" Target="../ink/ink764.xml"/><Relationship Id="rId355" Type="http://schemas.openxmlformats.org/officeDocument/2006/relationships/customXml" Target="../ink/ink871.xml"/><Relationship Id="rId397" Type="http://schemas.openxmlformats.org/officeDocument/2006/relationships/image" Target="../media/image362.png"/><Relationship Id="rId520" Type="http://schemas.openxmlformats.org/officeDocument/2006/relationships/image" Target="../media/image421.png"/><Relationship Id="rId562" Type="http://schemas.openxmlformats.org/officeDocument/2006/relationships/customXml" Target="../ink/ink979.xml"/><Relationship Id="rId618" Type="http://schemas.openxmlformats.org/officeDocument/2006/relationships/image" Target="../media/image467.png"/><Relationship Id="rId215" Type="http://schemas.openxmlformats.org/officeDocument/2006/relationships/customXml" Target="../ink/ink798.xml"/><Relationship Id="rId257" Type="http://schemas.openxmlformats.org/officeDocument/2006/relationships/customXml" Target="../ink/ink820.xml"/><Relationship Id="rId422" Type="http://schemas.openxmlformats.org/officeDocument/2006/relationships/customXml" Target="../ink/ink906.xml"/><Relationship Id="rId464" Type="http://schemas.openxmlformats.org/officeDocument/2006/relationships/customXml" Target="../ink/ink927.xml"/><Relationship Id="rId299" Type="http://schemas.openxmlformats.org/officeDocument/2006/relationships/customXml" Target="../ink/ink841.xml"/><Relationship Id="rId63" Type="http://schemas.openxmlformats.org/officeDocument/2006/relationships/image" Target="../media/image204.png"/><Relationship Id="rId159" Type="http://schemas.openxmlformats.org/officeDocument/2006/relationships/image" Target="../media/image252.png"/><Relationship Id="rId366" Type="http://schemas.openxmlformats.org/officeDocument/2006/relationships/image" Target="../media/image349.png"/><Relationship Id="rId573" Type="http://schemas.openxmlformats.org/officeDocument/2006/relationships/image" Target="../media/image447.png"/><Relationship Id="rId226" Type="http://schemas.openxmlformats.org/officeDocument/2006/relationships/image" Target="../media/image282.png"/><Relationship Id="rId433" Type="http://schemas.openxmlformats.org/officeDocument/2006/relationships/image" Target="../media/image380.png"/><Relationship Id="rId640" Type="http://schemas.openxmlformats.org/officeDocument/2006/relationships/customXml" Target="../ink/ink1021.xml"/><Relationship Id="rId74" Type="http://schemas.openxmlformats.org/officeDocument/2006/relationships/customXml" Target="../ink/ink727.xml"/><Relationship Id="rId377" Type="http://schemas.openxmlformats.org/officeDocument/2006/relationships/customXml" Target="../ink/ink883.xml"/><Relationship Id="rId500" Type="http://schemas.openxmlformats.org/officeDocument/2006/relationships/image" Target="../media/image411.png"/><Relationship Id="rId584" Type="http://schemas.openxmlformats.org/officeDocument/2006/relationships/customXml" Target="../ink/ink991.xml"/><Relationship Id="rId5" Type="http://schemas.openxmlformats.org/officeDocument/2006/relationships/image" Target="../media/image175.png"/><Relationship Id="rId237" Type="http://schemas.openxmlformats.org/officeDocument/2006/relationships/customXml" Target="../ink/ink810.xml"/><Relationship Id="rId444" Type="http://schemas.openxmlformats.org/officeDocument/2006/relationships/customXml" Target="../ink/ink917.xml"/><Relationship Id="rId651" Type="http://schemas.openxmlformats.org/officeDocument/2006/relationships/customXml" Target="../ink/ink1027.xml"/><Relationship Id="rId290" Type="http://schemas.openxmlformats.org/officeDocument/2006/relationships/image" Target="../media/image313.png"/><Relationship Id="rId304" Type="http://schemas.openxmlformats.org/officeDocument/2006/relationships/image" Target="../media/image321.png"/><Relationship Id="rId388" Type="http://schemas.openxmlformats.org/officeDocument/2006/relationships/customXml" Target="../ink/ink889.xml"/><Relationship Id="rId511" Type="http://schemas.openxmlformats.org/officeDocument/2006/relationships/customXml" Target="../ink/ink953.xml"/><Relationship Id="rId609" Type="http://schemas.openxmlformats.org/officeDocument/2006/relationships/customXml" Target="../ink/ink1005.xml"/><Relationship Id="rId85" Type="http://schemas.openxmlformats.org/officeDocument/2006/relationships/image" Target="../media/image215.png"/><Relationship Id="rId150" Type="http://schemas.openxmlformats.org/officeDocument/2006/relationships/customXml" Target="../ink/ink765.xml"/><Relationship Id="rId595" Type="http://schemas.openxmlformats.org/officeDocument/2006/relationships/image" Target="../media/image457.png"/><Relationship Id="rId248" Type="http://schemas.openxmlformats.org/officeDocument/2006/relationships/image" Target="../media/image292.png"/><Relationship Id="rId455" Type="http://schemas.openxmlformats.org/officeDocument/2006/relationships/image" Target="../media/image391.png"/><Relationship Id="rId662" Type="http://schemas.openxmlformats.org/officeDocument/2006/relationships/image" Target="../media/image485.png"/><Relationship Id="rId12" Type="http://schemas.openxmlformats.org/officeDocument/2006/relationships/customXml" Target="../ink/ink696.xml"/><Relationship Id="rId108" Type="http://schemas.openxmlformats.org/officeDocument/2006/relationships/customXml" Target="../ink/ink744.xml"/><Relationship Id="rId315" Type="http://schemas.openxmlformats.org/officeDocument/2006/relationships/customXml" Target="../ink/ink849.xml"/><Relationship Id="rId522" Type="http://schemas.openxmlformats.org/officeDocument/2006/relationships/image" Target="../media/image422.png"/><Relationship Id="rId96" Type="http://schemas.openxmlformats.org/officeDocument/2006/relationships/customXml" Target="../ink/ink738.xml"/><Relationship Id="rId161" Type="http://schemas.openxmlformats.org/officeDocument/2006/relationships/image" Target="../media/image253.png"/><Relationship Id="rId399" Type="http://schemas.openxmlformats.org/officeDocument/2006/relationships/image" Target="../media/image363.png"/><Relationship Id="rId259" Type="http://schemas.openxmlformats.org/officeDocument/2006/relationships/customXml" Target="../ink/ink821.xml"/><Relationship Id="rId466" Type="http://schemas.openxmlformats.org/officeDocument/2006/relationships/customXml" Target="../ink/ink928.xml"/><Relationship Id="rId23" Type="http://schemas.openxmlformats.org/officeDocument/2006/relationships/image" Target="../media/image184.png"/><Relationship Id="rId119" Type="http://schemas.openxmlformats.org/officeDocument/2006/relationships/image" Target="../media/image232.png"/><Relationship Id="rId326" Type="http://schemas.openxmlformats.org/officeDocument/2006/relationships/customXml" Target="../ink/ink855.xml"/><Relationship Id="rId533" Type="http://schemas.openxmlformats.org/officeDocument/2006/relationships/customXml" Target="../ink/ink964.xml"/><Relationship Id="rId172" Type="http://schemas.openxmlformats.org/officeDocument/2006/relationships/customXml" Target="../ink/ink776.xml"/><Relationship Id="rId477" Type="http://schemas.openxmlformats.org/officeDocument/2006/relationships/image" Target="../media/image401.png"/><Relationship Id="rId600" Type="http://schemas.openxmlformats.org/officeDocument/2006/relationships/customXml" Target="../ink/ink1000.xml"/><Relationship Id="rId337" Type="http://schemas.openxmlformats.org/officeDocument/2006/relationships/image" Target="../media/image337.png"/><Relationship Id="rId34" Type="http://schemas.openxmlformats.org/officeDocument/2006/relationships/customXml" Target="../ink/ink707.xml"/><Relationship Id="rId544" Type="http://schemas.openxmlformats.org/officeDocument/2006/relationships/customXml" Target="../ink/ink970.xml"/><Relationship Id="rId183" Type="http://schemas.openxmlformats.org/officeDocument/2006/relationships/image" Target="../media/image265.png"/><Relationship Id="rId390" Type="http://schemas.openxmlformats.org/officeDocument/2006/relationships/customXml" Target="../ink/ink890.xml"/><Relationship Id="rId404" Type="http://schemas.openxmlformats.org/officeDocument/2006/relationships/customXml" Target="../ink/ink897.xml"/><Relationship Id="rId611" Type="http://schemas.openxmlformats.org/officeDocument/2006/relationships/customXml" Target="../ink/ink1006.xml"/><Relationship Id="rId250" Type="http://schemas.openxmlformats.org/officeDocument/2006/relationships/image" Target="../media/image293.png"/><Relationship Id="rId488" Type="http://schemas.openxmlformats.org/officeDocument/2006/relationships/customXml" Target="../ink/ink941.xml"/><Relationship Id="rId45" Type="http://schemas.openxmlformats.org/officeDocument/2006/relationships/image" Target="../media/image195.png"/><Relationship Id="rId110" Type="http://schemas.openxmlformats.org/officeDocument/2006/relationships/customXml" Target="../ink/ink745.xml"/><Relationship Id="rId348" Type="http://schemas.openxmlformats.org/officeDocument/2006/relationships/customXml" Target="../ink/ink866.xml"/><Relationship Id="rId555" Type="http://schemas.openxmlformats.org/officeDocument/2006/relationships/image" Target="../media/image438.png"/><Relationship Id="rId194" Type="http://schemas.openxmlformats.org/officeDocument/2006/relationships/image" Target="../media/image267.png"/><Relationship Id="rId208" Type="http://schemas.openxmlformats.org/officeDocument/2006/relationships/image" Target="../media/image274.png"/><Relationship Id="rId415" Type="http://schemas.openxmlformats.org/officeDocument/2006/relationships/image" Target="../media/image371.png"/><Relationship Id="rId622" Type="http://schemas.openxmlformats.org/officeDocument/2006/relationships/image" Target="../media/image469.png"/><Relationship Id="rId261" Type="http://schemas.openxmlformats.org/officeDocument/2006/relationships/customXml" Target="../ink/ink822.xml"/><Relationship Id="rId499" Type="http://schemas.openxmlformats.org/officeDocument/2006/relationships/customXml" Target="../ink/ink947.xml"/><Relationship Id="rId56" Type="http://schemas.openxmlformats.org/officeDocument/2006/relationships/customXml" Target="../ink/ink718.xml"/><Relationship Id="rId359" Type="http://schemas.openxmlformats.org/officeDocument/2006/relationships/customXml" Target="../ink/ink874.xml"/><Relationship Id="rId566" Type="http://schemas.openxmlformats.org/officeDocument/2006/relationships/customXml" Target="../ink/ink981.xml"/><Relationship Id="rId121" Type="http://schemas.openxmlformats.org/officeDocument/2006/relationships/image" Target="../media/image233.png"/><Relationship Id="rId219" Type="http://schemas.openxmlformats.org/officeDocument/2006/relationships/customXml" Target="../ink/ink800.xml"/><Relationship Id="rId426" Type="http://schemas.openxmlformats.org/officeDocument/2006/relationships/customXml" Target="../ink/ink908.xml"/><Relationship Id="rId633" Type="http://schemas.openxmlformats.org/officeDocument/2006/relationships/image" Target="../media/image473.png"/><Relationship Id="rId67" Type="http://schemas.openxmlformats.org/officeDocument/2006/relationships/image" Target="../media/image206.png"/><Relationship Id="rId272" Type="http://schemas.openxmlformats.org/officeDocument/2006/relationships/image" Target="../media/image304.png"/><Relationship Id="rId577" Type="http://schemas.openxmlformats.org/officeDocument/2006/relationships/image" Target="../media/image449.png"/><Relationship Id="rId132" Type="http://schemas.openxmlformats.org/officeDocument/2006/relationships/customXml" Target="../ink/ink756.xml"/><Relationship Id="rId437" Type="http://schemas.openxmlformats.org/officeDocument/2006/relationships/image" Target="../media/image382.png"/><Relationship Id="rId644" Type="http://schemas.openxmlformats.org/officeDocument/2006/relationships/customXml" Target="../ink/ink1023.xml"/><Relationship Id="rId283" Type="http://schemas.openxmlformats.org/officeDocument/2006/relationships/customXml" Target="../ink/ink833.xml"/><Relationship Id="rId490" Type="http://schemas.openxmlformats.org/officeDocument/2006/relationships/customXml" Target="../ink/ink942.xml"/><Relationship Id="rId504" Type="http://schemas.openxmlformats.org/officeDocument/2006/relationships/image" Target="../media/image413.png"/><Relationship Id="rId78" Type="http://schemas.openxmlformats.org/officeDocument/2006/relationships/customXml" Target="../ink/ink729.xml"/><Relationship Id="rId143" Type="http://schemas.openxmlformats.org/officeDocument/2006/relationships/image" Target="../media/image244.png"/><Relationship Id="rId350" Type="http://schemas.openxmlformats.org/officeDocument/2006/relationships/customXml" Target="../ink/ink867.xml"/><Relationship Id="rId588" Type="http://schemas.openxmlformats.org/officeDocument/2006/relationships/customXml" Target="../ink/ink993.xml"/><Relationship Id="rId9" Type="http://schemas.openxmlformats.org/officeDocument/2006/relationships/image" Target="../media/image177.png"/><Relationship Id="rId210" Type="http://schemas.openxmlformats.org/officeDocument/2006/relationships/image" Target="../media/image275.png"/><Relationship Id="rId448" Type="http://schemas.openxmlformats.org/officeDocument/2006/relationships/customXml" Target="../ink/ink919.xml"/><Relationship Id="rId655" Type="http://schemas.openxmlformats.org/officeDocument/2006/relationships/customXml" Target="../ink/ink1030.xml"/><Relationship Id="rId294" Type="http://schemas.openxmlformats.org/officeDocument/2006/relationships/image" Target="../media/image316.png"/><Relationship Id="rId308" Type="http://schemas.openxmlformats.org/officeDocument/2006/relationships/image" Target="../media/image323.png"/><Relationship Id="rId515" Type="http://schemas.openxmlformats.org/officeDocument/2006/relationships/customXml" Target="../ink/ink955.xml"/><Relationship Id="rId89" Type="http://schemas.openxmlformats.org/officeDocument/2006/relationships/image" Target="../media/image217.png"/><Relationship Id="rId154" Type="http://schemas.openxmlformats.org/officeDocument/2006/relationships/customXml" Target="../ink/ink767.xml"/><Relationship Id="rId361" Type="http://schemas.openxmlformats.org/officeDocument/2006/relationships/customXml" Target="../ink/ink875.xml"/><Relationship Id="rId599" Type="http://schemas.openxmlformats.org/officeDocument/2006/relationships/image" Target="../media/image458.png"/><Relationship Id="rId459" Type="http://schemas.openxmlformats.org/officeDocument/2006/relationships/image" Target="../media/image393.png"/><Relationship Id="rId666" Type="http://schemas.openxmlformats.org/officeDocument/2006/relationships/image" Target="../media/image487.png"/><Relationship Id="rId16" Type="http://schemas.openxmlformats.org/officeDocument/2006/relationships/customXml" Target="../ink/ink698.xml"/><Relationship Id="rId221" Type="http://schemas.openxmlformats.org/officeDocument/2006/relationships/customXml" Target="../ink/ink801.xml"/><Relationship Id="rId319" Type="http://schemas.openxmlformats.org/officeDocument/2006/relationships/customXml" Target="../ink/ink851.xml"/><Relationship Id="rId526" Type="http://schemas.openxmlformats.org/officeDocument/2006/relationships/image" Target="../media/image424.png"/><Relationship Id="rId165" Type="http://schemas.openxmlformats.org/officeDocument/2006/relationships/image" Target="../media/image255.png"/><Relationship Id="rId372" Type="http://schemas.openxmlformats.org/officeDocument/2006/relationships/image" Target="../media/image352.png"/><Relationship Id="rId232" Type="http://schemas.openxmlformats.org/officeDocument/2006/relationships/image" Target="../media/image28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98.xml"/><Relationship Id="rId299" Type="http://schemas.openxmlformats.org/officeDocument/2006/relationships/customXml" Target="../ink/ink1193.xml"/><Relationship Id="rId21" Type="http://schemas.openxmlformats.org/officeDocument/2006/relationships/image" Target="../media/image3.png"/><Relationship Id="rId63" Type="http://schemas.openxmlformats.org/officeDocument/2006/relationships/image" Target="../media/image511.png"/><Relationship Id="rId159" Type="http://schemas.openxmlformats.org/officeDocument/2006/relationships/customXml" Target="../ink/ink1119.xml"/><Relationship Id="rId324" Type="http://schemas.openxmlformats.org/officeDocument/2006/relationships/customXml" Target="../ink/ink1209.xml"/><Relationship Id="rId366" Type="http://schemas.openxmlformats.org/officeDocument/2006/relationships/image" Target="../media/image646.png"/><Relationship Id="rId170" Type="http://schemas.openxmlformats.org/officeDocument/2006/relationships/image" Target="../media/image563.png"/><Relationship Id="rId226" Type="http://schemas.openxmlformats.org/officeDocument/2006/relationships/customXml" Target="../ink/ink1153.xml"/><Relationship Id="rId433" Type="http://schemas.openxmlformats.org/officeDocument/2006/relationships/customXml" Target="../ink/ink1267.xml"/><Relationship Id="rId268" Type="http://schemas.openxmlformats.org/officeDocument/2006/relationships/customXml" Target="../ink/ink1175.xml"/><Relationship Id="rId32" Type="http://schemas.openxmlformats.org/officeDocument/2006/relationships/customXml" Target="../ink/ink1052.xml"/><Relationship Id="rId74" Type="http://schemas.openxmlformats.org/officeDocument/2006/relationships/customXml" Target="../ink/ink1076.xml"/><Relationship Id="rId128" Type="http://schemas.openxmlformats.org/officeDocument/2006/relationships/image" Target="../media/image543.png"/><Relationship Id="rId335" Type="http://schemas.openxmlformats.org/officeDocument/2006/relationships/customXml" Target="../ink/ink1216.xml"/><Relationship Id="rId377" Type="http://schemas.openxmlformats.org/officeDocument/2006/relationships/customXml" Target="../ink/ink1238.xml"/><Relationship Id="rId5" Type="http://schemas.openxmlformats.org/officeDocument/2006/relationships/image" Target="../media/image489.png"/><Relationship Id="rId181" Type="http://schemas.openxmlformats.org/officeDocument/2006/relationships/customXml" Target="../ink/ink1130.xml"/><Relationship Id="rId237" Type="http://schemas.openxmlformats.org/officeDocument/2006/relationships/image" Target="../media/image592.png"/><Relationship Id="rId402" Type="http://schemas.openxmlformats.org/officeDocument/2006/relationships/image" Target="../media/image664.png"/><Relationship Id="rId279" Type="http://schemas.openxmlformats.org/officeDocument/2006/relationships/image" Target="../media/image612.png"/><Relationship Id="rId43" Type="http://schemas.openxmlformats.org/officeDocument/2006/relationships/customXml" Target="../ink/ink1060.xml"/><Relationship Id="rId139" Type="http://schemas.openxmlformats.org/officeDocument/2006/relationships/customXml" Target="../ink/ink1109.xml"/><Relationship Id="rId290" Type="http://schemas.openxmlformats.org/officeDocument/2006/relationships/image" Target="../media/image616.png"/><Relationship Id="rId304" Type="http://schemas.openxmlformats.org/officeDocument/2006/relationships/customXml" Target="../ink/ink1197.xml"/><Relationship Id="rId346" Type="http://schemas.openxmlformats.org/officeDocument/2006/relationships/image" Target="../media/image636.png"/><Relationship Id="rId388" Type="http://schemas.openxmlformats.org/officeDocument/2006/relationships/image" Target="../media/image657.png"/><Relationship Id="rId85" Type="http://schemas.openxmlformats.org/officeDocument/2006/relationships/image" Target="../media/image522.png"/><Relationship Id="rId150" Type="http://schemas.openxmlformats.org/officeDocument/2006/relationships/image" Target="../media/image554.png"/><Relationship Id="rId192" Type="http://schemas.openxmlformats.org/officeDocument/2006/relationships/image" Target="../media/image572.png"/><Relationship Id="rId206" Type="http://schemas.openxmlformats.org/officeDocument/2006/relationships/image" Target="../media/image579.png"/><Relationship Id="rId413" Type="http://schemas.openxmlformats.org/officeDocument/2006/relationships/image" Target="../media/image669.png"/><Relationship Id="rId248" Type="http://schemas.openxmlformats.org/officeDocument/2006/relationships/customXml" Target="../ink/ink1165.xml"/><Relationship Id="rId12" Type="http://schemas.openxmlformats.org/officeDocument/2006/relationships/customXml" Target="../ink/ink1042.xml"/><Relationship Id="rId108" Type="http://schemas.openxmlformats.org/officeDocument/2006/relationships/customXml" Target="../ink/ink1093.xml"/><Relationship Id="rId315" Type="http://schemas.openxmlformats.org/officeDocument/2006/relationships/image" Target="../media/image623.png"/><Relationship Id="rId357" Type="http://schemas.openxmlformats.org/officeDocument/2006/relationships/customXml" Target="../ink/ink1228.xml"/><Relationship Id="rId54" Type="http://schemas.openxmlformats.org/officeDocument/2006/relationships/customXml" Target="../ink/ink1066.xml"/><Relationship Id="rId96" Type="http://schemas.openxmlformats.org/officeDocument/2006/relationships/customXml" Target="../ink/ink1087.xml"/><Relationship Id="rId161" Type="http://schemas.openxmlformats.org/officeDocument/2006/relationships/customXml" Target="../ink/ink1120.xml"/><Relationship Id="rId217" Type="http://schemas.openxmlformats.org/officeDocument/2006/relationships/customXml" Target="../ink/ink1148.xml"/><Relationship Id="rId399" Type="http://schemas.openxmlformats.org/officeDocument/2006/relationships/customXml" Target="../ink/ink1249.xml"/><Relationship Id="rId259" Type="http://schemas.openxmlformats.org/officeDocument/2006/relationships/image" Target="../media/image603.png"/><Relationship Id="rId424" Type="http://schemas.openxmlformats.org/officeDocument/2006/relationships/customXml" Target="../ink/ink1262.xml"/><Relationship Id="rId23" Type="http://schemas.openxmlformats.org/officeDocument/2006/relationships/image" Target="../media/image497.png"/><Relationship Id="rId119" Type="http://schemas.openxmlformats.org/officeDocument/2006/relationships/customXml" Target="../ink/ink1099.xml"/><Relationship Id="rId270" Type="http://schemas.openxmlformats.org/officeDocument/2006/relationships/customXml" Target="../ink/ink1176.xml"/><Relationship Id="rId326" Type="http://schemas.openxmlformats.org/officeDocument/2006/relationships/customXml" Target="../ink/ink1210.xml"/><Relationship Id="rId65" Type="http://schemas.openxmlformats.org/officeDocument/2006/relationships/image" Target="../media/image512.png"/><Relationship Id="rId130" Type="http://schemas.openxmlformats.org/officeDocument/2006/relationships/image" Target="../media/image544.png"/><Relationship Id="rId368" Type="http://schemas.openxmlformats.org/officeDocument/2006/relationships/image" Target="../media/image647.png"/><Relationship Id="rId172" Type="http://schemas.openxmlformats.org/officeDocument/2006/relationships/image" Target="../media/image564.png"/><Relationship Id="rId228" Type="http://schemas.openxmlformats.org/officeDocument/2006/relationships/image" Target="../media/image589.png"/><Relationship Id="rId435" Type="http://schemas.openxmlformats.org/officeDocument/2006/relationships/customXml" Target="../ink/ink1268.xml"/><Relationship Id="rId281" Type="http://schemas.openxmlformats.org/officeDocument/2006/relationships/image" Target="../media/image613.png"/><Relationship Id="rId337" Type="http://schemas.openxmlformats.org/officeDocument/2006/relationships/image" Target="../media/image632.png"/><Relationship Id="rId34" Type="http://schemas.openxmlformats.org/officeDocument/2006/relationships/customXml" Target="../ink/ink1053.xml"/><Relationship Id="rId76" Type="http://schemas.openxmlformats.org/officeDocument/2006/relationships/customXml" Target="../ink/ink1077.xml"/><Relationship Id="rId141" Type="http://schemas.openxmlformats.org/officeDocument/2006/relationships/customXml" Target="../ink/ink1110.xml"/><Relationship Id="rId379" Type="http://schemas.openxmlformats.org/officeDocument/2006/relationships/customXml" Target="../ink/ink1239.xml"/><Relationship Id="rId7" Type="http://schemas.openxmlformats.org/officeDocument/2006/relationships/image" Target="../media/image490.png"/><Relationship Id="rId183" Type="http://schemas.openxmlformats.org/officeDocument/2006/relationships/customXml" Target="../ink/ink1131.xml"/><Relationship Id="rId239" Type="http://schemas.openxmlformats.org/officeDocument/2006/relationships/image" Target="../media/image593.png"/><Relationship Id="rId390" Type="http://schemas.openxmlformats.org/officeDocument/2006/relationships/image" Target="../media/image658.png"/><Relationship Id="rId404" Type="http://schemas.openxmlformats.org/officeDocument/2006/relationships/image" Target="../media/image665.png"/><Relationship Id="rId250" Type="http://schemas.openxmlformats.org/officeDocument/2006/relationships/customXml" Target="../ink/ink1166.xml"/><Relationship Id="rId292" Type="http://schemas.openxmlformats.org/officeDocument/2006/relationships/image" Target="../media/image617.png"/><Relationship Id="rId306" Type="http://schemas.openxmlformats.org/officeDocument/2006/relationships/image" Target="../media/image620.png"/><Relationship Id="rId45" Type="http://schemas.openxmlformats.org/officeDocument/2006/relationships/customXml" Target="../ink/ink1061.xml"/><Relationship Id="rId87" Type="http://schemas.openxmlformats.org/officeDocument/2006/relationships/image" Target="../media/image523.png"/><Relationship Id="rId110" Type="http://schemas.openxmlformats.org/officeDocument/2006/relationships/customXml" Target="../ink/ink1094.xml"/><Relationship Id="rId348" Type="http://schemas.openxmlformats.org/officeDocument/2006/relationships/image" Target="../media/image637.png"/><Relationship Id="rId152" Type="http://schemas.openxmlformats.org/officeDocument/2006/relationships/image" Target="../media/image6.png"/><Relationship Id="rId194" Type="http://schemas.openxmlformats.org/officeDocument/2006/relationships/image" Target="../media/image573.png"/><Relationship Id="rId208" Type="http://schemas.openxmlformats.org/officeDocument/2006/relationships/image" Target="../media/image580.png"/><Relationship Id="rId415" Type="http://schemas.openxmlformats.org/officeDocument/2006/relationships/image" Target="../media/image670.png"/><Relationship Id="rId261" Type="http://schemas.openxmlformats.org/officeDocument/2006/relationships/image" Target="../media/image604.png"/><Relationship Id="rId14" Type="http://schemas.openxmlformats.org/officeDocument/2006/relationships/customXml" Target="../ink/ink1043.xml"/><Relationship Id="rId56" Type="http://schemas.openxmlformats.org/officeDocument/2006/relationships/customXml" Target="../ink/ink1067.xml"/><Relationship Id="rId317" Type="http://schemas.openxmlformats.org/officeDocument/2006/relationships/image" Target="../media/image624.png"/><Relationship Id="rId359" Type="http://schemas.openxmlformats.org/officeDocument/2006/relationships/customXml" Target="../ink/ink1229.xml"/><Relationship Id="rId98" Type="http://schemas.openxmlformats.org/officeDocument/2006/relationships/customXml" Target="../ink/ink1088.xml"/><Relationship Id="rId121" Type="http://schemas.openxmlformats.org/officeDocument/2006/relationships/customXml" Target="../ink/ink1100.xml"/><Relationship Id="rId163" Type="http://schemas.openxmlformats.org/officeDocument/2006/relationships/customXml" Target="../ink/ink1121.xml"/><Relationship Id="rId219" Type="http://schemas.openxmlformats.org/officeDocument/2006/relationships/customXml" Target="../ink/ink1149.xml"/><Relationship Id="rId370" Type="http://schemas.openxmlformats.org/officeDocument/2006/relationships/image" Target="../media/image648.png"/><Relationship Id="rId426" Type="http://schemas.openxmlformats.org/officeDocument/2006/relationships/customXml" Target="../ink/ink1263.xml"/><Relationship Id="rId230" Type="http://schemas.openxmlformats.org/officeDocument/2006/relationships/customXml" Target="../ink/ink1156.xml"/><Relationship Id="rId25" Type="http://schemas.openxmlformats.org/officeDocument/2006/relationships/image" Target="../media/image498.png"/><Relationship Id="rId67" Type="http://schemas.openxmlformats.org/officeDocument/2006/relationships/image" Target="../media/image513.png"/><Relationship Id="rId272" Type="http://schemas.openxmlformats.org/officeDocument/2006/relationships/customXml" Target="../ink/ink1177.xml"/><Relationship Id="rId328" Type="http://schemas.openxmlformats.org/officeDocument/2006/relationships/customXml" Target="../ink/ink1211.xml"/><Relationship Id="rId132" Type="http://schemas.openxmlformats.org/officeDocument/2006/relationships/image" Target="../media/image545.png"/><Relationship Id="rId174" Type="http://schemas.openxmlformats.org/officeDocument/2006/relationships/image" Target="../media/image565.png"/><Relationship Id="rId381" Type="http://schemas.openxmlformats.org/officeDocument/2006/relationships/customXml" Target="../ink/ink1240.xml"/><Relationship Id="rId241" Type="http://schemas.openxmlformats.org/officeDocument/2006/relationships/image" Target="../media/image594.png"/><Relationship Id="rId437" Type="http://schemas.openxmlformats.org/officeDocument/2006/relationships/customXml" Target="../ink/ink1269.xml"/><Relationship Id="rId36" Type="http://schemas.openxmlformats.org/officeDocument/2006/relationships/customXml" Target="../ink/ink1054.xml"/><Relationship Id="rId283" Type="http://schemas.openxmlformats.org/officeDocument/2006/relationships/customXml" Target="../ink/ink1183.xml"/><Relationship Id="rId339" Type="http://schemas.openxmlformats.org/officeDocument/2006/relationships/customXml" Target="../ink/ink1219.xml"/><Relationship Id="rId78" Type="http://schemas.openxmlformats.org/officeDocument/2006/relationships/customXml" Target="../ink/ink1078.xml"/><Relationship Id="rId101" Type="http://schemas.openxmlformats.org/officeDocument/2006/relationships/image" Target="../media/image530.png"/><Relationship Id="rId143" Type="http://schemas.openxmlformats.org/officeDocument/2006/relationships/customXml" Target="../ink/ink1111.xml"/><Relationship Id="rId185" Type="http://schemas.openxmlformats.org/officeDocument/2006/relationships/customXml" Target="../ink/ink1132.xml"/><Relationship Id="rId350" Type="http://schemas.openxmlformats.org/officeDocument/2006/relationships/image" Target="../media/image638.png"/><Relationship Id="rId406" Type="http://schemas.openxmlformats.org/officeDocument/2006/relationships/image" Target="../media/image666.png"/><Relationship Id="rId9" Type="http://schemas.openxmlformats.org/officeDocument/2006/relationships/image" Target="../media/image491.png"/><Relationship Id="rId210" Type="http://schemas.openxmlformats.org/officeDocument/2006/relationships/image" Target="../media/image581.png"/><Relationship Id="rId392" Type="http://schemas.openxmlformats.org/officeDocument/2006/relationships/image" Target="../media/image659.png"/><Relationship Id="rId252" Type="http://schemas.openxmlformats.org/officeDocument/2006/relationships/customXml" Target="../ink/ink1167.xml"/><Relationship Id="rId294" Type="http://schemas.openxmlformats.org/officeDocument/2006/relationships/image" Target="../media/image618.png"/><Relationship Id="rId308" Type="http://schemas.openxmlformats.org/officeDocument/2006/relationships/image" Target="../media/image621.png"/><Relationship Id="rId47" Type="http://schemas.openxmlformats.org/officeDocument/2006/relationships/customXml" Target="../ink/ink1062.xml"/><Relationship Id="rId89" Type="http://schemas.openxmlformats.org/officeDocument/2006/relationships/image" Target="../media/image524.png"/><Relationship Id="rId112" Type="http://schemas.openxmlformats.org/officeDocument/2006/relationships/customXml" Target="../ink/ink1095.xml"/><Relationship Id="rId154" Type="http://schemas.openxmlformats.org/officeDocument/2006/relationships/image" Target="../media/image555.png"/><Relationship Id="rId361" Type="http://schemas.openxmlformats.org/officeDocument/2006/relationships/customXml" Target="../ink/ink1230.xml"/><Relationship Id="rId196" Type="http://schemas.openxmlformats.org/officeDocument/2006/relationships/image" Target="../media/image574.png"/><Relationship Id="rId417" Type="http://schemas.openxmlformats.org/officeDocument/2006/relationships/image" Target="../media/image671.png"/><Relationship Id="rId16" Type="http://schemas.openxmlformats.org/officeDocument/2006/relationships/customXml" Target="../ink/ink1044.xml"/><Relationship Id="rId221" Type="http://schemas.openxmlformats.org/officeDocument/2006/relationships/image" Target="../media/image586.png"/><Relationship Id="rId263" Type="http://schemas.openxmlformats.org/officeDocument/2006/relationships/image" Target="../media/image605.png"/><Relationship Id="rId319" Type="http://schemas.openxmlformats.org/officeDocument/2006/relationships/image" Target="../media/image625.png"/><Relationship Id="rId58" Type="http://schemas.openxmlformats.org/officeDocument/2006/relationships/customXml" Target="../ink/ink1068.xml"/><Relationship Id="rId123" Type="http://schemas.openxmlformats.org/officeDocument/2006/relationships/customXml" Target="../ink/ink1101.xml"/><Relationship Id="rId330" Type="http://schemas.openxmlformats.org/officeDocument/2006/relationships/customXml" Target="../ink/ink1212.xml"/><Relationship Id="rId165" Type="http://schemas.openxmlformats.org/officeDocument/2006/relationships/customXml" Target="../ink/ink1122.xml"/><Relationship Id="rId372" Type="http://schemas.openxmlformats.org/officeDocument/2006/relationships/image" Target="../media/image649.png"/><Relationship Id="rId428" Type="http://schemas.openxmlformats.org/officeDocument/2006/relationships/customXml" Target="../ink/ink1264.xml"/><Relationship Id="rId232" Type="http://schemas.openxmlformats.org/officeDocument/2006/relationships/customXml" Target="../ink/ink1157.xml"/><Relationship Id="rId274" Type="http://schemas.openxmlformats.org/officeDocument/2006/relationships/customXml" Target="../ink/ink1178.xml"/><Relationship Id="rId27" Type="http://schemas.openxmlformats.org/officeDocument/2006/relationships/image" Target="../media/image499.png"/><Relationship Id="rId69" Type="http://schemas.openxmlformats.org/officeDocument/2006/relationships/image" Target="../media/image514.png"/><Relationship Id="rId134" Type="http://schemas.openxmlformats.org/officeDocument/2006/relationships/image" Target="../media/image546.png"/><Relationship Id="rId80" Type="http://schemas.openxmlformats.org/officeDocument/2006/relationships/customXml" Target="../ink/ink1079.xml"/><Relationship Id="rId176" Type="http://schemas.openxmlformats.org/officeDocument/2006/relationships/image" Target="../media/image566.png"/><Relationship Id="rId341" Type="http://schemas.openxmlformats.org/officeDocument/2006/relationships/customXml" Target="../ink/ink1220.xml"/><Relationship Id="rId383" Type="http://schemas.openxmlformats.org/officeDocument/2006/relationships/customXml" Target="../ink/ink1241.xml"/><Relationship Id="rId201" Type="http://schemas.openxmlformats.org/officeDocument/2006/relationships/customXml" Target="../ink/ink1140.xml"/><Relationship Id="rId243" Type="http://schemas.openxmlformats.org/officeDocument/2006/relationships/image" Target="../media/image595.png"/><Relationship Id="rId285" Type="http://schemas.openxmlformats.org/officeDocument/2006/relationships/customXml" Target="../ink/ink1185.xml"/><Relationship Id="rId38" Type="http://schemas.openxmlformats.org/officeDocument/2006/relationships/customXml" Target="../ink/ink1055.xml"/><Relationship Id="rId103" Type="http://schemas.openxmlformats.org/officeDocument/2006/relationships/image" Target="../media/image531.png"/><Relationship Id="rId310" Type="http://schemas.openxmlformats.org/officeDocument/2006/relationships/customXml" Target="../ink/ink1201.xml"/><Relationship Id="rId91" Type="http://schemas.openxmlformats.org/officeDocument/2006/relationships/image" Target="../media/image525.png"/><Relationship Id="rId145" Type="http://schemas.openxmlformats.org/officeDocument/2006/relationships/customXml" Target="../ink/ink1112.xml"/><Relationship Id="rId187" Type="http://schemas.openxmlformats.org/officeDocument/2006/relationships/customXml" Target="../ink/ink1133.xml"/><Relationship Id="rId352" Type="http://schemas.openxmlformats.org/officeDocument/2006/relationships/image" Target="../media/image639.png"/><Relationship Id="rId394" Type="http://schemas.openxmlformats.org/officeDocument/2006/relationships/image" Target="../media/image660.png"/><Relationship Id="rId408" Type="http://schemas.openxmlformats.org/officeDocument/2006/relationships/customXml" Target="../ink/ink1254.xml"/><Relationship Id="rId212" Type="http://schemas.openxmlformats.org/officeDocument/2006/relationships/image" Target="../media/image582.png"/><Relationship Id="rId254" Type="http://schemas.openxmlformats.org/officeDocument/2006/relationships/customXml" Target="../ink/ink1168.xml"/><Relationship Id="rId49" Type="http://schemas.openxmlformats.org/officeDocument/2006/relationships/image" Target="../media/image504.png"/><Relationship Id="rId114" Type="http://schemas.openxmlformats.org/officeDocument/2006/relationships/image" Target="../media/image536.png"/><Relationship Id="rId296" Type="http://schemas.openxmlformats.org/officeDocument/2006/relationships/image" Target="../media/image619.png"/><Relationship Id="rId60" Type="http://schemas.openxmlformats.org/officeDocument/2006/relationships/customXml" Target="../ink/ink1069.xml"/><Relationship Id="rId81" Type="http://schemas.openxmlformats.org/officeDocument/2006/relationships/image" Target="../media/image520.png"/><Relationship Id="rId135" Type="http://schemas.openxmlformats.org/officeDocument/2006/relationships/customXml" Target="../ink/ink1107.xml"/><Relationship Id="rId156" Type="http://schemas.openxmlformats.org/officeDocument/2006/relationships/image" Target="../media/image556.png"/><Relationship Id="rId177" Type="http://schemas.openxmlformats.org/officeDocument/2006/relationships/customXml" Target="../ink/ink1128.xml"/><Relationship Id="rId198" Type="http://schemas.openxmlformats.org/officeDocument/2006/relationships/image" Target="../media/image575.png"/><Relationship Id="rId321" Type="http://schemas.openxmlformats.org/officeDocument/2006/relationships/image" Target="../media/image626.png"/><Relationship Id="rId342" Type="http://schemas.openxmlformats.org/officeDocument/2006/relationships/image" Target="../media/image634.png"/><Relationship Id="rId363" Type="http://schemas.openxmlformats.org/officeDocument/2006/relationships/customXml" Target="../ink/ink1231.xml"/><Relationship Id="rId384" Type="http://schemas.openxmlformats.org/officeDocument/2006/relationships/image" Target="../media/image655.png"/><Relationship Id="rId419" Type="http://schemas.openxmlformats.org/officeDocument/2006/relationships/image" Target="../media/image672.png"/><Relationship Id="rId202" Type="http://schemas.openxmlformats.org/officeDocument/2006/relationships/image" Target="../media/image577.png"/><Relationship Id="rId223" Type="http://schemas.openxmlformats.org/officeDocument/2006/relationships/image" Target="../media/image587.png"/><Relationship Id="rId244" Type="http://schemas.openxmlformats.org/officeDocument/2006/relationships/customXml" Target="../ink/ink1163.xml"/><Relationship Id="rId430" Type="http://schemas.openxmlformats.org/officeDocument/2006/relationships/customXml" Target="../ink/ink1265.xml"/><Relationship Id="rId18" Type="http://schemas.openxmlformats.org/officeDocument/2006/relationships/customXml" Target="../ink/ink1045.xml"/><Relationship Id="rId39" Type="http://schemas.openxmlformats.org/officeDocument/2006/relationships/customXml" Target="../ink/ink1056.xml"/><Relationship Id="rId265" Type="http://schemas.openxmlformats.org/officeDocument/2006/relationships/image" Target="../media/image606.png"/><Relationship Id="rId286" Type="http://schemas.openxmlformats.org/officeDocument/2006/relationships/image" Target="../media/image614.png"/><Relationship Id="rId50" Type="http://schemas.openxmlformats.org/officeDocument/2006/relationships/customXml" Target="../ink/ink1064.xml"/><Relationship Id="rId104" Type="http://schemas.openxmlformats.org/officeDocument/2006/relationships/customXml" Target="../ink/ink1091.xml"/><Relationship Id="rId125" Type="http://schemas.openxmlformats.org/officeDocument/2006/relationships/customXml" Target="../ink/ink1102.xml"/><Relationship Id="rId146" Type="http://schemas.openxmlformats.org/officeDocument/2006/relationships/image" Target="../media/image552.png"/><Relationship Id="rId167" Type="http://schemas.openxmlformats.org/officeDocument/2006/relationships/customXml" Target="../ink/ink1123.xml"/><Relationship Id="rId188" Type="http://schemas.openxmlformats.org/officeDocument/2006/relationships/image" Target="../media/image571.png"/><Relationship Id="rId311" Type="http://schemas.openxmlformats.org/officeDocument/2006/relationships/customXml" Target="../ink/ink1202.xml"/><Relationship Id="rId332" Type="http://schemas.openxmlformats.org/officeDocument/2006/relationships/customXml" Target="../ink/ink1214.xml"/><Relationship Id="rId353" Type="http://schemas.openxmlformats.org/officeDocument/2006/relationships/customXml" Target="../ink/ink1226.xml"/><Relationship Id="rId374" Type="http://schemas.openxmlformats.org/officeDocument/2006/relationships/image" Target="../media/image650.png"/><Relationship Id="rId395" Type="http://schemas.openxmlformats.org/officeDocument/2006/relationships/customXml" Target="../ink/ink1247.xml"/><Relationship Id="rId409" Type="http://schemas.openxmlformats.org/officeDocument/2006/relationships/image" Target="../media/image667.png"/><Relationship Id="rId71" Type="http://schemas.openxmlformats.org/officeDocument/2006/relationships/image" Target="../media/image515.png"/><Relationship Id="rId92" Type="http://schemas.openxmlformats.org/officeDocument/2006/relationships/customXml" Target="../ink/ink1085.xml"/><Relationship Id="rId213" Type="http://schemas.openxmlformats.org/officeDocument/2006/relationships/customXml" Target="../ink/ink1146.xml"/><Relationship Id="rId234" Type="http://schemas.openxmlformats.org/officeDocument/2006/relationships/customXml" Target="../ink/ink1158.xml"/><Relationship Id="rId420" Type="http://schemas.openxmlformats.org/officeDocument/2006/relationships/customXml" Target="../ink/ink1260.xml"/><Relationship Id="rId2" Type="http://schemas.openxmlformats.org/officeDocument/2006/relationships/customXml" Target="../ink/ink1037.xml"/><Relationship Id="rId29" Type="http://schemas.openxmlformats.org/officeDocument/2006/relationships/image" Target="../media/image500.png"/><Relationship Id="rId255" Type="http://schemas.openxmlformats.org/officeDocument/2006/relationships/image" Target="../media/image601.png"/><Relationship Id="rId276" Type="http://schemas.openxmlformats.org/officeDocument/2006/relationships/customXml" Target="../ink/ink1179.xml"/><Relationship Id="rId297" Type="http://schemas.openxmlformats.org/officeDocument/2006/relationships/customXml" Target="../ink/ink1191.xml"/><Relationship Id="rId40" Type="http://schemas.openxmlformats.org/officeDocument/2006/relationships/customXml" Target="../ink/ink1057.xml"/><Relationship Id="rId115" Type="http://schemas.openxmlformats.org/officeDocument/2006/relationships/customXml" Target="../ink/ink1097.xml"/><Relationship Id="rId136" Type="http://schemas.openxmlformats.org/officeDocument/2006/relationships/image" Target="../media/image547.png"/><Relationship Id="rId157" Type="http://schemas.openxmlformats.org/officeDocument/2006/relationships/customXml" Target="../ink/ink1118.xml"/><Relationship Id="rId178" Type="http://schemas.openxmlformats.org/officeDocument/2006/relationships/image" Target="../media/image567.png"/><Relationship Id="rId301" Type="http://schemas.openxmlformats.org/officeDocument/2006/relationships/customXml" Target="../ink/ink1194.xml"/><Relationship Id="rId322" Type="http://schemas.openxmlformats.org/officeDocument/2006/relationships/customXml" Target="../ink/ink1208.xml"/><Relationship Id="rId343" Type="http://schemas.openxmlformats.org/officeDocument/2006/relationships/customXml" Target="../ink/ink1221.xml"/><Relationship Id="rId364" Type="http://schemas.openxmlformats.org/officeDocument/2006/relationships/image" Target="../media/image645.png"/><Relationship Id="rId61" Type="http://schemas.openxmlformats.org/officeDocument/2006/relationships/image" Target="../media/image510.png"/><Relationship Id="rId82" Type="http://schemas.openxmlformats.org/officeDocument/2006/relationships/customXml" Target="../ink/ink1080.xml"/><Relationship Id="rId199" Type="http://schemas.openxmlformats.org/officeDocument/2006/relationships/customXml" Target="../ink/ink1139.xml"/><Relationship Id="rId203" Type="http://schemas.openxmlformats.org/officeDocument/2006/relationships/customXml" Target="../ink/ink1141.xml"/><Relationship Id="rId385" Type="http://schemas.openxmlformats.org/officeDocument/2006/relationships/customXml" Target="../ink/ink1242.xml"/><Relationship Id="rId19" Type="http://schemas.openxmlformats.org/officeDocument/2006/relationships/image" Target="../media/image496.png"/><Relationship Id="rId224" Type="http://schemas.openxmlformats.org/officeDocument/2006/relationships/customXml" Target="../ink/ink1152.xml"/><Relationship Id="rId245" Type="http://schemas.openxmlformats.org/officeDocument/2006/relationships/image" Target="../media/image596.png"/><Relationship Id="rId266" Type="http://schemas.openxmlformats.org/officeDocument/2006/relationships/customXml" Target="../ink/ink1174.xml"/><Relationship Id="rId287" Type="http://schemas.openxmlformats.org/officeDocument/2006/relationships/customXml" Target="../ink/ink1186.xml"/><Relationship Id="rId410" Type="http://schemas.openxmlformats.org/officeDocument/2006/relationships/customXml" Target="../ink/ink1255.xml"/><Relationship Id="rId431" Type="http://schemas.openxmlformats.org/officeDocument/2006/relationships/customXml" Target="../ink/ink1266.xml"/><Relationship Id="rId30" Type="http://schemas.openxmlformats.org/officeDocument/2006/relationships/customXml" Target="../ink/ink1051.xml"/><Relationship Id="rId105" Type="http://schemas.openxmlformats.org/officeDocument/2006/relationships/image" Target="../media/image532.png"/><Relationship Id="rId126" Type="http://schemas.openxmlformats.org/officeDocument/2006/relationships/image" Target="../media/image542.png"/><Relationship Id="rId147" Type="http://schemas.openxmlformats.org/officeDocument/2006/relationships/customXml" Target="../ink/ink1113.xml"/><Relationship Id="rId168" Type="http://schemas.openxmlformats.org/officeDocument/2006/relationships/image" Target="../media/image562.png"/><Relationship Id="rId312" Type="http://schemas.openxmlformats.org/officeDocument/2006/relationships/customXml" Target="../ink/ink1203.xml"/><Relationship Id="rId333" Type="http://schemas.openxmlformats.org/officeDocument/2006/relationships/customXml" Target="../ink/ink1215.xml"/><Relationship Id="rId354" Type="http://schemas.openxmlformats.org/officeDocument/2006/relationships/image" Target="../media/image640.png"/><Relationship Id="rId51" Type="http://schemas.openxmlformats.org/officeDocument/2006/relationships/image" Target="../media/image505.png"/><Relationship Id="rId72" Type="http://schemas.openxmlformats.org/officeDocument/2006/relationships/customXml" Target="../ink/ink1075.xml"/><Relationship Id="rId93" Type="http://schemas.openxmlformats.org/officeDocument/2006/relationships/image" Target="../media/image526.png"/><Relationship Id="rId189" Type="http://schemas.openxmlformats.org/officeDocument/2006/relationships/customXml" Target="../ink/ink1134.xml"/><Relationship Id="rId375" Type="http://schemas.openxmlformats.org/officeDocument/2006/relationships/customXml" Target="../ink/ink1237.xml"/><Relationship Id="rId396" Type="http://schemas.openxmlformats.org/officeDocument/2006/relationships/image" Target="../media/image661.png"/><Relationship Id="rId3" Type="http://schemas.openxmlformats.org/officeDocument/2006/relationships/image" Target="../media/image488.png"/><Relationship Id="rId214" Type="http://schemas.openxmlformats.org/officeDocument/2006/relationships/image" Target="../media/image583.png"/><Relationship Id="rId235" Type="http://schemas.openxmlformats.org/officeDocument/2006/relationships/image" Target="../media/image591.png"/><Relationship Id="rId256" Type="http://schemas.openxmlformats.org/officeDocument/2006/relationships/customXml" Target="../ink/ink1169.xml"/><Relationship Id="rId277" Type="http://schemas.openxmlformats.org/officeDocument/2006/relationships/image" Target="../media/image611.png"/><Relationship Id="rId298" Type="http://schemas.openxmlformats.org/officeDocument/2006/relationships/customXml" Target="../ink/ink1192.xml"/><Relationship Id="rId400" Type="http://schemas.openxmlformats.org/officeDocument/2006/relationships/image" Target="../media/image663.png"/><Relationship Id="rId421" Type="http://schemas.openxmlformats.org/officeDocument/2006/relationships/image" Target="../media/image673.png"/><Relationship Id="rId116" Type="http://schemas.openxmlformats.org/officeDocument/2006/relationships/image" Target="../media/image537.png"/><Relationship Id="rId137" Type="http://schemas.openxmlformats.org/officeDocument/2006/relationships/customXml" Target="../ink/ink1108.xml"/><Relationship Id="rId158" Type="http://schemas.openxmlformats.org/officeDocument/2006/relationships/image" Target="../media/image557.png"/><Relationship Id="rId302" Type="http://schemas.openxmlformats.org/officeDocument/2006/relationships/customXml" Target="../ink/ink1195.xml"/><Relationship Id="rId323" Type="http://schemas.openxmlformats.org/officeDocument/2006/relationships/image" Target="../media/image627.png"/><Relationship Id="rId344" Type="http://schemas.openxmlformats.org/officeDocument/2006/relationships/image" Target="../media/image635.png"/><Relationship Id="rId20" Type="http://schemas.openxmlformats.org/officeDocument/2006/relationships/customXml" Target="../ink/ink1046.xml"/><Relationship Id="rId41" Type="http://schemas.openxmlformats.org/officeDocument/2006/relationships/customXml" Target="../ink/ink1058.xml"/><Relationship Id="rId62" Type="http://schemas.openxmlformats.org/officeDocument/2006/relationships/customXml" Target="../ink/ink1070.xml"/><Relationship Id="rId83" Type="http://schemas.openxmlformats.org/officeDocument/2006/relationships/image" Target="../media/image521.png"/><Relationship Id="rId179" Type="http://schemas.openxmlformats.org/officeDocument/2006/relationships/customXml" Target="../ink/ink1129.xml"/><Relationship Id="rId365" Type="http://schemas.openxmlformats.org/officeDocument/2006/relationships/customXml" Target="../ink/ink1232.xml"/><Relationship Id="rId386" Type="http://schemas.openxmlformats.org/officeDocument/2006/relationships/image" Target="../media/image656.png"/><Relationship Id="rId190" Type="http://schemas.openxmlformats.org/officeDocument/2006/relationships/image" Target="../media/image430.png"/><Relationship Id="rId204" Type="http://schemas.openxmlformats.org/officeDocument/2006/relationships/image" Target="../media/image578.png"/><Relationship Id="rId225" Type="http://schemas.openxmlformats.org/officeDocument/2006/relationships/image" Target="../media/image588.png"/><Relationship Id="rId246" Type="http://schemas.openxmlformats.org/officeDocument/2006/relationships/customXml" Target="../ink/ink1164.xml"/><Relationship Id="rId267" Type="http://schemas.openxmlformats.org/officeDocument/2006/relationships/image" Target="../media/image375.png"/><Relationship Id="rId288" Type="http://schemas.openxmlformats.org/officeDocument/2006/relationships/image" Target="../media/image615.png"/><Relationship Id="rId411" Type="http://schemas.openxmlformats.org/officeDocument/2006/relationships/image" Target="../media/image668.png"/><Relationship Id="rId432" Type="http://schemas.openxmlformats.org/officeDocument/2006/relationships/image" Target="../media/image678.png"/><Relationship Id="rId106" Type="http://schemas.openxmlformats.org/officeDocument/2006/relationships/customXml" Target="../ink/ink1092.xml"/><Relationship Id="rId127" Type="http://schemas.openxmlformats.org/officeDocument/2006/relationships/customXml" Target="../ink/ink1103.xml"/><Relationship Id="rId313" Type="http://schemas.openxmlformats.org/officeDocument/2006/relationships/image" Target="../media/image622.png"/><Relationship Id="rId10" Type="http://schemas.openxmlformats.org/officeDocument/2006/relationships/customXml" Target="../ink/ink1041.xml"/><Relationship Id="rId31" Type="http://schemas.openxmlformats.org/officeDocument/2006/relationships/image" Target="../media/image501.png"/><Relationship Id="rId52" Type="http://schemas.openxmlformats.org/officeDocument/2006/relationships/customXml" Target="../ink/ink1065.xml"/><Relationship Id="rId73" Type="http://schemas.openxmlformats.org/officeDocument/2006/relationships/image" Target="../media/image516.png"/><Relationship Id="rId94" Type="http://schemas.openxmlformats.org/officeDocument/2006/relationships/customXml" Target="../ink/ink1086.xml"/><Relationship Id="rId148" Type="http://schemas.openxmlformats.org/officeDocument/2006/relationships/image" Target="../media/image553.png"/><Relationship Id="rId169" Type="http://schemas.openxmlformats.org/officeDocument/2006/relationships/customXml" Target="../ink/ink1124.xml"/><Relationship Id="rId334" Type="http://schemas.openxmlformats.org/officeDocument/2006/relationships/image" Target="../media/image631.png"/><Relationship Id="rId355" Type="http://schemas.openxmlformats.org/officeDocument/2006/relationships/customXml" Target="../ink/ink1227.xml"/><Relationship Id="rId376" Type="http://schemas.openxmlformats.org/officeDocument/2006/relationships/image" Target="../media/image651.png"/><Relationship Id="rId397" Type="http://schemas.openxmlformats.org/officeDocument/2006/relationships/customXml" Target="../ink/ink1248.xml"/><Relationship Id="rId4" Type="http://schemas.openxmlformats.org/officeDocument/2006/relationships/customXml" Target="../ink/ink1038.xml"/><Relationship Id="rId180" Type="http://schemas.openxmlformats.org/officeDocument/2006/relationships/image" Target="../media/image127.png"/><Relationship Id="rId215" Type="http://schemas.openxmlformats.org/officeDocument/2006/relationships/customXml" Target="../ink/ink1147.xml"/><Relationship Id="rId236" Type="http://schemas.openxmlformats.org/officeDocument/2006/relationships/customXml" Target="../ink/ink1159.xml"/><Relationship Id="rId257" Type="http://schemas.openxmlformats.org/officeDocument/2006/relationships/image" Target="../media/image602.png"/><Relationship Id="rId278" Type="http://schemas.openxmlformats.org/officeDocument/2006/relationships/customXml" Target="../ink/ink1180.xml"/><Relationship Id="rId401" Type="http://schemas.openxmlformats.org/officeDocument/2006/relationships/customXml" Target="../ink/ink1250.xml"/><Relationship Id="rId422" Type="http://schemas.openxmlformats.org/officeDocument/2006/relationships/customXml" Target="../ink/ink1261.xml"/><Relationship Id="rId303" Type="http://schemas.openxmlformats.org/officeDocument/2006/relationships/customXml" Target="../ink/ink1196.xml"/><Relationship Id="rId42" Type="http://schemas.openxmlformats.org/officeDocument/2006/relationships/customXml" Target="../ink/ink1059.xml"/><Relationship Id="rId84" Type="http://schemas.openxmlformats.org/officeDocument/2006/relationships/customXml" Target="../ink/ink1081.xml"/><Relationship Id="rId138" Type="http://schemas.openxmlformats.org/officeDocument/2006/relationships/image" Target="../media/image548.png"/><Relationship Id="rId345" Type="http://schemas.openxmlformats.org/officeDocument/2006/relationships/customXml" Target="../ink/ink1222.xml"/><Relationship Id="rId387" Type="http://schemas.openxmlformats.org/officeDocument/2006/relationships/customXml" Target="../ink/ink1243.xml"/><Relationship Id="rId191" Type="http://schemas.openxmlformats.org/officeDocument/2006/relationships/customXml" Target="../ink/ink1135.xml"/><Relationship Id="rId205" Type="http://schemas.openxmlformats.org/officeDocument/2006/relationships/customXml" Target="../ink/ink1142.xml"/><Relationship Id="rId247" Type="http://schemas.openxmlformats.org/officeDocument/2006/relationships/image" Target="../media/image597.png"/><Relationship Id="rId412" Type="http://schemas.openxmlformats.org/officeDocument/2006/relationships/customXml" Target="../ink/ink1256.xml"/><Relationship Id="rId107" Type="http://schemas.openxmlformats.org/officeDocument/2006/relationships/image" Target="../media/image533.png"/><Relationship Id="rId289" Type="http://schemas.openxmlformats.org/officeDocument/2006/relationships/customXml" Target="../ink/ink1187.xml"/><Relationship Id="rId11" Type="http://schemas.openxmlformats.org/officeDocument/2006/relationships/image" Target="../media/image492.png"/><Relationship Id="rId53" Type="http://schemas.openxmlformats.org/officeDocument/2006/relationships/image" Target="../media/image506.png"/><Relationship Id="rId149" Type="http://schemas.openxmlformats.org/officeDocument/2006/relationships/customXml" Target="../ink/ink1114.xml"/><Relationship Id="rId314" Type="http://schemas.openxmlformats.org/officeDocument/2006/relationships/customXml" Target="../ink/ink1204.xml"/><Relationship Id="rId356" Type="http://schemas.openxmlformats.org/officeDocument/2006/relationships/image" Target="../media/image641.png"/><Relationship Id="rId398" Type="http://schemas.openxmlformats.org/officeDocument/2006/relationships/image" Target="../media/image662.png"/><Relationship Id="rId95" Type="http://schemas.openxmlformats.org/officeDocument/2006/relationships/image" Target="../media/image527.png"/><Relationship Id="rId160" Type="http://schemas.openxmlformats.org/officeDocument/2006/relationships/image" Target="../media/image558.png"/><Relationship Id="rId216" Type="http://schemas.openxmlformats.org/officeDocument/2006/relationships/image" Target="../media/image584.png"/><Relationship Id="rId423" Type="http://schemas.openxmlformats.org/officeDocument/2006/relationships/image" Target="../media/image674.png"/><Relationship Id="rId258" Type="http://schemas.openxmlformats.org/officeDocument/2006/relationships/customXml" Target="../ink/ink1170.xml"/><Relationship Id="rId22" Type="http://schemas.openxmlformats.org/officeDocument/2006/relationships/customXml" Target="../ink/ink1047.xml"/><Relationship Id="rId64" Type="http://schemas.openxmlformats.org/officeDocument/2006/relationships/customXml" Target="../ink/ink1071.xml"/><Relationship Id="rId118" Type="http://schemas.openxmlformats.org/officeDocument/2006/relationships/image" Target="../media/image538.png"/><Relationship Id="rId325" Type="http://schemas.openxmlformats.org/officeDocument/2006/relationships/image" Target="../media/image628.png"/><Relationship Id="rId367" Type="http://schemas.openxmlformats.org/officeDocument/2006/relationships/customXml" Target="../ink/ink1233.xml"/><Relationship Id="rId171" Type="http://schemas.openxmlformats.org/officeDocument/2006/relationships/customXml" Target="../ink/ink1125.xml"/><Relationship Id="rId227" Type="http://schemas.openxmlformats.org/officeDocument/2006/relationships/customXml" Target="../ink/ink1154.xml"/><Relationship Id="rId269" Type="http://schemas.openxmlformats.org/officeDocument/2006/relationships/image" Target="../media/image607.png"/><Relationship Id="rId434" Type="http://schemas.openxmlformats.org/officeDocument/2006/relationships/image" Target="../media/image679.png"/><Relationship Id="rId33" Type="http://schemas.openxmlformats.org/officeDocument/2006/relationships/image" Target="../media/image502.png"/><Relationship Id="rId129" Type="http://schemas.openxmlformats.org/officeDocument/2006/relationships/customXml" Target="../ink/ink1104.xml"/><Relationship Id="rId280" Type="http://schemas.openxmlformats.org/officeDocument/2006/relationships/customXml" Target="../ink/ink1181.xml"/><Relationship Id="rId336" Type="http://schemas.openxmlformats.org/officeDocument/2006/relationships/customXml" Target="../ink/ink1217.xml"/><Relationship Id="rId75" Type="http://schemas.openxmlformats.org/officeDocument/2006/relationships/image" Target="../media/image517.png"/><Relationship Id="rId140" Type="http://schemas.openxmlformats.org/officeDocument/2006/relationships/image" Target="../media/image549.png"/><Relationship Id="rId182" Type="http://schemas.openxmlformats.org/officeDocument/2006/relationships/image" Target="../media/image568.png"/><Relationship Id="rId378" Type="http://schemas.openxmlformats.org/officeDocument/2006/relationships/image" Target="../media/image652.png"/><Relationship Id="rId403" Type="http://schemas.openxmlformats.org/officeDocument/2006/relationships/customXml" Target="../ink/ink1251.xml"/><Relationship Id="rId6" Type="http://schemas.openxmlformats.org/officeDocument/2006/relationships/customXml" Target="../ink/ink1039.xml"/><Relationship Id="rId238" Type="http://schemas.openxmlformats.org/officeDocument/2006/relationships/customXml" Target="../ink/ink1160.xml"/><Relationship Id="rId291" Type="http://schemas.openxmlformats.org/officeDocument/2006/relationships/customXml" Target="../ink/ink1188.xml"/><Relationship Id="rId305" Type="http://schemas.openxmlformats.org/officeDocument/2006/relationships/customXml" Target="../ink/ink1198.xml"/><Relationship Id="rId347" Type="http://schemas.openxmlformats.org/officeDocument/2006/relationships/customXml" Target="../ink/ink1223.xml"/><Relationship Id="rId44" Type="http://schemas.openxmlformats.org/officeDocument/2006/relationships/image" Target="../media/image8.png"/><Relationship Id="rId86" Type="http://schemas.openxmlformats.org/officeDocument/2006/relationships/customXml" Target="../ink/ink1082.xml"/><Relationship Id="rId151" Type="http://schemas.openxmlformats.org/officeDocument/2006/relationships/customXml" Target="../ink/ink1115.xml"/><Relationship Id="rId389" Type="http://schemas.openxmlformats.org/officeDocument/2006/relationships/customXml" Target="../ink/ink1244.xml"/><Relationship Id="rId193" Type="http://schemas.openxmlformats.org/officeDocument/2006/relationships/customXml" Target="../ink/ink1136.xml"/><Relationship Id="rId207" Type="http://schemas.openxmlformats.org/officeDocument/2006/relationships/customXml" Target="../ink/ink1143.xml"/><Relationship Id="rId249" Type="http://schemas.openxmlformats.org/officeDocument/2006/relationships/image" Target="../media/image598.png"/><Relationship Id="rId414" Type="http://schemas.openxmlformats.org/officeDocument/2006/relationships/customXml" Target="../ink/ink1257.xml"/><Relationship Id="rId13" Type="http://schemas.openxmlformats.org/officeDocument/2006/relationships/image" Target="../media/image493.png"/><Relationship Id="rId109" Type="http://schemas.openxmlformats.org/officeDocument/2006/relationships/image" Target="../media/image534.png"/><Relationship Id="rId260" Type="http://schemas.openxmlformats.org/officeDocument/2006/relationships/customXml" Target="../ink/ink1171.xml"/><Relationship Id="rId316" Type="http://schemas.openxmlformats.org/officeDocument/2006/relationships/customXml" Target="../ink/ink1205.xml"/><Relationship Id="rId55" Type="http://schemas.openxmlformats.org/officeDocument/2006/relationships/image" Target="../media/image507.png"/><Relationship Id="rId97" Type="http://schemas.openxmlformats.org/officeDocument/2006/relationships/image" Target="../media/image528.png"/><Relationship Id="rId120" Type="http://schemas.openxmlformats.org/officeDocument/2006/relationships/image" Target="../media/image539.png"/><Relationship Id="rId358" Type="http://schemas.openxmlformats.org/officeDocument/2006/relationships/image" Target="../media/image642.png"/><Relationship Id="rId162" Type="http://schemas.openxmlformats.org/officeDocument/2006/relationships/image" Target="../media/image559.png"/><Relationship Id="rId218" Type="http://schemas.openxmlformats.org/officeDocument/2006/relationships/image" Target="../media/image585.png"/><Relationship Id="rId425" Type="http://schemas.openxmlformats.org/officeDocument/2006/relationships/image" Target="../media/image675.png"/><Relationship Id="rId271" Type="http://schemas.openxmlformats.org/officeDocument/2006/relationships/image" Target="../media/image608.png"/><Relationship Id="rId24" Type="http://schemas.openxmlformats.org/officeDocument/2006/relationships/customXml" Target="../ink/ink1048.xml"/><Relationship Id="rId66" Type="http://schemas.openxmlformats.org/officeDocument/2006/relationships/customXml" Target="../ink/ink1072.xml"/><Relationship Id="rId131" Type="http://schemas.openxmlformats.org/officeDocument/2006/relationships/customXml" Target="../ink/ink1105.xml"/><Relationship Id="rId327" Type="http://schemas.openxmlformats.org/officeDocument/2006/relationships/image" Target="../media/image629.png"/><Relationship Id="rId369" Type="http://schemas.openxmlformats.org/officeDocument/2006/relationships/customXml" Target="../ink/ink1234.xml"/><Relationship Id="rId173" Type="http://schemas.openxmlformats.org/officeDocument/2006/relationships/customXml" Target="../ink/ink1126.xml"/><Relationship Id="rId229" Type="http://schemas.openxmlformats.org/officeDocument/2006/relationships/customXml" Target="../ink/ink1155.xml"/><Relationship Id="rId380" Type="http://schemas.openxmlformats.org/officeDocument/2006/relationships/image" Target="../media/image653.png"/><Relationship Id="rId436" Type="http://schemas.openxmlformats.org/officeDocument/2006/relationships/image" Target="../media/image680.png"/><Relationship Id="rId240" Type="http://schemas.openxmlformats.org/officeDocument/2006/relationships/customXml" Target="../ink/ink1161.xml"/><Relationship Id="rId35" Type="http://schemas.openxmlformats.org/officeDocument/2006/relationships/image" Target="../media/image503.png"/><Relationship Id="rId77" Type="http://schemas.openxmlformats.org/officeDocument/2006/relationships/image" Target="../media/image518.png"/><Relationship Id="rId100" Type="http://schemas.openxmlformats.org/officeDocument/2006/relationships/customXml" Target="../ink/ink1089.xml"/><Relationship Id="rId282" Type="http://schemas.openxmlformats.org/officeDocument/2006/relationships/customXml" Target="../ink/ink1182.xml"/><Relationship Id="rId338" Type="http://schemas.openxmlformats.org/officeDocument/2006/relationships/customXml" Target="../ink/ink1218.xml"/><Relationship Id="rId8" Type="http://schemas.openxmlformats.org/officeDocument/2006/relationships/customXml" Target="../ink/ink1040.xml"/><Relationship Id="rId142" Type="http://schemas.openxmlformats.org/officeDocument/2006/relationships/image" Target="../media/image550.png"/><Relationship Id="rId184" Type="http://schemas.openxmlformats.org/officeDocument/2006/relationships/image" Target="../media/image569.png"/><Relationship Id="rId391" Type="http://schemas.openxmlformats.org/officeDocument/2006/relationships/customXml" Target="../ink/ink1245.xml"/><Relationship Id="rId405" Type="http://schemas.openxmlformats.org/officeDocument/2006/relationships/customXml" Target="../ink/ink1252.xml"/><Relationship Id="rId251" Type="http://schemas.openxmlformats.org/officeDocument/2006/relationships/image" Target="../media/image599.png"/><Relationship Id="rId46" Type="http://schemas.openxmlformats.org/officeDocument/2006/relationships/image" Target="../media/image372.png"/><Relationship Id="rId293" Type="http://schemas.openxmlformats.org/officeDocument/2006/relationships/customXml" Target="../ink/ink1189.xml"/><Relationship Id="rId307" Type="http://schemas.openxmlformats.org/officeDocument/2006/relationships/customXml" Target="../ink/ink1199.xml"/><Relationship Id="rId349" Type="http://schemas.openxmlformats.org/officeDocument/2006/relationships/customXml" Target="../ink/ink1224.xml"/><Relationship Id="rId88" Type="http://schemas.openxmlformats.org/officeDocument/2006/relationships/customXml" Target="../ink/ink1083.xml"/><Relationship Id="rId111" Type="http://schemas.openxmlformats.org/officeDocument/2006/relationships/image" Target="../media/image535.png"/><Relationship Id="rId153" Type="http://schemas.openxmlformats.org/officeDocument/2006/relationships/customXml" Target="../ink/ink1116.xml"/><Relationship Id="rId195" Type="http://schemas.openxmlformats.org/officeDocument/2006/relationships/customXml" Target="../ink/ink1137.xml"/><Relationship Id="rId209" Type="http://schemas.openxmlformats.org/officeDocument/2006/relationships/customXml" Target="../ink/ink1144.xml"/><Relationship Id="rId360" Type="http://schemas.openxmlformats.org/officeDocument/2006/relationships/image" Target="../media/image643.png"/><Relationship Id="rId416" Type="http://schemas.openxmlformats.org/officeDocument/2006/relationships/customXml" Target="../ink/ink1258.xml"/><Relationship Id="rId220" Type="http://schemas.openxmlformats.org/officeDocument/2006/relationships/customXml" Target="../ink/ink1150.xml"/><Relationship Id="rId15" Type="http://schemas.openxmlformats.org/officeDocument/2006/relationships/image" Target="../media/image494.png"/><Relationship Id="rId57" Type="http://schemas.openxmlformats.org/officeDocument/2006/relationships/image" Target="../media/image508.png"/><Relationship Id="rId262" Type="http://schemas.openxmlformats.org/officeDocument/2006/relationships/customXml" Target="../ink/ink1172.xml"/><Relationship Id="rId318" Type="http://schemas.openxmlformats.org/officeDocument/2006/relationships/customXml" Target="../ink/ink1206.xml"/><Relationship Id="rId99" Type="http://schemas.openxmlformats.org/officeDocument/2006/relationships/image" Target="../media/image529.png"/><Relationship Id="rId122" Type="http://schemas.openxmlformats.org/officeDocument/2006/relationships/image" Target="../media/image540.png"/><Relationship Id="rId164" Type="http://schemas.openxmlformats.org/officeDocument/2006/relationships/image" Target="../media/image560.png"/><Relationship Id="rId371" Type="http://schemas.openxmlformats.org/officeDocument/2006/relationships/customXml" Target="../ink/ink1235.xml"/><Relationship Id="rId427" Type="http://schemas.openxmlformats.org/officeDocument/2006/relationships/image" Target="../media/image676.png"/><Relationship Id="rId26" Type="http://schemas.openxmlformats.org/officeDocument/2006/relationships/customXml" Target="../ink/ink1049.xml"/><Relationship Id="rId231" Type="http://schemas.openxmlformats.org/officeDocument/2006/relationships/image" Target="../media/image126.png"/><Relationship Id="rId273" Type="http://schemas.openxmlformats.org/officeDocument/2006/relationships/image" Target="../media/image609.png"/><Relationship Id="rId329" Type="http://schemas.openxmlformats.org/officeDocument/2006/relationships/image" Target="../media/image630.png"/><Relationship Id="rId68" Type="http://schemas.openxmlformats.org/officeDocument/2006/relationships/customXml" Target="../ink/ink1073.xml"/><Relationship Id="rId133" Type="http://schemas.openxmlformats.org/officeDocument/2006/relationships/customXml" Target="../ink/ink1106.xml"/><Relationship Id="rId175" Type="http://schemas.openxmlformats.org/officeDocument/2006/relationships/customXml" Target="../ink/ink1127.xml"/><Relationship Id="rId340" Type="http://schemas.openxmlformats.org/officeDocument/2006/relationships/image" Target="../media/image633.png"/><Relationship Id="rId200" Type="http://schemas.openxmlformats.org/officeDocument/2006/relationships/image" Target="../media/image576.png"/><Relationship Id="rId382" Type="http://schemas.openxmlformats.org/officeDocument/2006/relationships/image" Target="../media/image654.png"/><Relationship Id="rId438" Type="http://schemas.openxmlformats.org/officeDocument/2006/relationships/image" Target="../media/image681.png"/><Relationship Id="rId242" Type="http://schemas.openxmlformats.org/officeDocument/2006/relationships/customXml" Target="../ink/ink1162.xml"/><Relationship Id="rId284" Type="http://schemas.openxmlformats.org/officeDocument/2006/relationships/customXml" Target="../ink/ink1184.xml"/><Relationship Id="rId37" Type="http://schemas.openxmlformats.org/officeDocument/2006/relationships/image" Target="../media/image2.png"/><Relationship Id="rId79" Type="http://schemas.openxmlformats.org/officeDocument/2006/relationships/image" Target="../media/image519.png"/><Relationship Id="rId102" Type="http://schemas.openxmlformats.org/officeDocument/2006/relationships/customXml" Target="../ink/ink1090.xml"/><Relationship Id="rId144" Type="http://schemas.openxmlformats.org/officeDocument/2006/relationships/image" Target="../media/image551.png"/><Relationship Id="rId90" Type="http://schemas.openxmlformats.org/officeDocument/2006/relationships/customXml" Target="../ink/ink1084.xml"/><Relationship Id="rId186" Type="http://schemas.openxmlformats.org/officeDocument/2006/relationships/image" Target="../media/image570.png"/><Relationship Id="rId351" Type="http://schemas.openxmlformats.org/officeDocument/2006/relationships/customXml" Target="../ink/ink1225.xml"/><Relationship Id="rId393" Type="http://schemas.openxmlformats.org/officeDocument/2006/relationships/customXml" Target="../ink/ink1246.xml"/><Relationship Id="rId407" Type="http://schemas.openxmlformats.org/officeDocument/2006/relationships/customXml" Target="../ink/ink1253.xml"/><Relationship Id="rId211" Type="http://schemas.openxmlformats.org/officeDocument/2006/relationships/customXml" Target="../ink/ink1145.xml"/><Relationship Id="rId253" Type="http://schemas.openxmlformats.org/officeDocument/2006/relationships/image" Target="../media/image600.png"/><Relationship Id="rId295" Type="http://schemas.openxmlformats.org/officeDocument/2006/relationships/customXml" Target="../ink/ink1190.xml"/><Relationship Id="rId309" Type="http://schemas.openxmlformats.org/officeDocument/2006/relationships/customXml" Target="../ink/ink1200.xml"/><Relationship Id="rId48" Type="http://schemas.openxmlformats.org/officeDocument/2006/relationships/customXml" Target="../ink/ink1063.xml"/><Relationship Id="rId113" Type="http://schemas.openxmlformats.org/officeDocument/2006/relationships/customXml" Target="../ink/ink1096.xml"/><Relationship Id="rId320" Type="http://schemas.openxmlformats.org/officeDocument/2006/relationships/customXml" Target="../ink/ink1207.xml"/><Relationship Id="rId155" Type="http://schemas.openxmlformats.org/officeDocument/2006/relationships/customXml" Target="../ink/ink1117.xml"/><Relationship Id="rId197" Type="http://schemas.openxmlformats.org/officeDocument/2006/relationships/customXml" Target="../ink/ink1138.xml"/><Relationship Id="rId362" Type="http://schemas.openxmlformats.org/officeDocument/2006/relationships/image" Target="../media/image644.png"/><Relationship Id="rId418" Type="http://schemas.openxmlformats.org/officeDocument/2006/relationships/customXml" Target="../ink/ink1259.xml"/><Relationship Id="rId222" Type="http://schemas.openxmlformats.org/officeDocument/2006/relationships/customXml" Target="../ink/ink1151.xml"/><Relationship Id="rId264" Type="http://schemas.openxmlformats.org/officeDocument/2006/relationships/customXml" Target="../ink/ink1173.xml"/><Relationship Id="rId17" Type="http://schemas.openxmlformats.org/officeDocument/2006/relationships/image" Target="../media/image495.png"/><Relationship Id="rId59" Type="http://schemas.openxmlformats.org/officeDocument/2006/relationships/image" Target="../media/image509.png"/><Relationship Id="rId124" Type="http://schemas.openxmlformats.org/officeDocument/2006/relationships/image" Target="../media/image541.png"/><Relationship Id="rId70" Type="http://schemas.openxmlformats.org/officeDocument/2006/relationships/customXml" Target="../ink/ink1074.xml"/><Relationship Id="rId166" Type="http://schemas.openxmlformats.org/officeDocument/2006/relationships/image" Target="../media/image561.png"/><Relationship Id="rId331" Type="http://schemas.openxmlformats.org/officeDocument/2006/relationships/customXml" Target="../ink/ink1213.xml"/><Relationship Id="rId373" Type="http://schemas.openxmlformats.org/officeDocument/2006/relationships/customXml" Target="../ink/ink1236.xml"/><Relationship Id="rId429" Type="http://schemas.openxmlformats.org/officeDocument/2006/relationships/image" Target="../media/image67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90.png"/><Relationship Id="rId28" Type="http://schemas.openxmlformats.org/officeDocument/2006/relationships/customXml" Target="../ink/ink1050.xml"/><Relationship Id="rId275" Type="http://schemas.openxmlformats.org/officeDocument/2006/relationships/image" Target="../media/image610.png"/><Relationship Id="rId300" Type="http://schemas.openxmlformats.org/officeDocument/2006/relationships/image" Target="../media/image8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8.png"/><Relationship Id="rId299" Type="http://schemas.openxmlformats.org/officeDocument/2006/relationships/image" Target="../media/image830.png"/><Relationship Id="rId21" Type="http://schemas.openxmlformats.org/officeDocument/2006/relationships/image" Target="../media/image691.png"/><Relationship Id="rId63" Type="http://schemas.openxmlformats.org/officeDocument/2006/relationships/image" Target="../media/image712.png"/><Relationship Id="rId159" Type="http://schemas.openxmlformats.org/officeDocument/2006/relationships/image" Target="../media/image759.png"/><Relationship Id="rId324" Type="http://schemas.openxmlformats.org/officeDocument/2006/relationships/customXml" Target="../ink/ink1431.xml"/><Relationship Id="rId366" Type="http://schemas.openxmlformats.org/officeDocument/2006/relationships/customXml" Target="../ink/ink1452.xml"/><Relationship Id="rId170" Type="http://schemas.openxmlformats.org/officeDocument/2006/relationships/customXml" Target="../ink/ink1354.xml"/><Relationship Id="rId226" Type="http://schemas.openxmlformats.org/officeDocument/2006/relationships/customXml" Target="../ink/ink1382.xml"/><Relationship Id="rId268" Type="http://schemas.openxmlformats.org/officeDocument/2006/relationships/customXml" Target="../ink/ink1403.xml"/><Relationship Id="rId32" Type="http://schemas.openxmlformats.org/officeDocument/2006/relationships/customXml" Target="../ink/ink1285.xml"/><Relationship Id="rId74" Type="http://schemas.openxmlformats.org/officeDocument/2006/relationships/customXml" Target="../ink/ink1306.xml"/><Relationship Id="rId128" Type="http://schemas.openxmlformats.org/officeDocument/2006/relationships/customXml" Target="../ink/ink1333.xml"/><Relationship Id="rId335" Type="http://schemas.openxmlformats.org/officeDocument/2006/relationships/image" Target="../media/image848.png"/><Relationship Id="rId5" Type="http://schemas.openxmlformats.org/officeDocument/2006/relationships/image" Target="../media/image683.png"/><Relationship Id="rId181" Type="http://schemas.openxmlformats.org/officeDocument/2006/relationships/image" Target="../media/image770.png"/><Relationship Id="rId237" Type="http://schemas.openxmlformats.org/officeDocument/2006/relationships/image" Target="../media/image798.png"/><Relationship Id="rId279" Type="http://schemas.openxmlformats.org/officeDocument/2006/relationships/image" Target="../media/image820.png"/><Relationship Id="rId43" Type="http://schemas.openxmlformats.org/officeDocument/2006/relationships/image" Target="../media/image702.png"/><Relationship Id="rId139" Type="http://schemas.openxmlformats.org/officeDocument/2006/relationships/image" Target="../media/image749.png"/><Relationship Id="rId290" Type="http://schemas.openxmlformats.org/officeDocument/2006/relationships/customXml" Target="../ink/ink1414.xml"/><Relationship Id="rId304" Type="http://schemas.openxmlformats.org/officeDocument/2006/relationships/customXml" Target="../ink/ink1421.xml"/><Relationship Id="rId346" Type="http://schemas.openxmlformats.org/officeDocument/2006/relationships/customXml" Target="../ink/ink1442.xml"/><Relationship Id="rId85" Type="http://schemas.openxmlformats.org/officeDocument/2006/relationships/image" Target="../media/image722.png"/><Relationship Id="rId150" Type="http://schemas.openxmlformats.org/officeDocument/2006/relationships/customXml" Target="../ink/ink1344.xml"/><Relationship Id="rId192" Type="http://schemas.openxmlformats.org/officeDocument/2006/relationships/customXml" Target="../ink/ink1365.xml"/><Relationship Id="rId206" Type="http://schemas.openxmlformats.org/officeDocument/2006/relationships/customXml" Target="../ink/ink1372.xml"/><Relationship Id="rId248" Type="http://schemas.openxmlformats.org/officeDocument/2006/relationships/customXml" Target="../ink/ink1393.xml"/><Relationship Id="rId12" Type="http://schemas.openxmlformats.org/officeDocument/2006/relationships/customXml" Target="../ink/ink1275.xml"/><Relationship Id="rId108" Type="http://schemas.openxmlformats.org/officeDocument/2006/relationships/customXml" Target="../ink/ink1323.xml"/><Relationship Id="rId315" Type="http://schemas.openxmlformats.org/officeDocument/2006/relationships/image" Target="../media/image838.png"/><Relationship Id="rId357" Type="http://schemas.openxmlformats.org/officeDocument/2006/relationships/image" Target="../media/image859.png"/><Relationship Id="rId54" Type="http://schemas.openxmlformats.org/officeDocument/2006/relationships/customXml" Target="../ink/ink1296.xml"/><Relationship Id="rId96" Type="http://schemas.openxmlformats.org/officeDocument/2006/relationships/customXml" Target="../ink/ink1317.xml"/><Relationship Id="rId161" Type="http://schemas.openxmlformats.org/officeDocument/2006/relationships/image" Target="../media/image760.png"/><Relationship Id="rId217" Type="http://schemas.openxmlformats.org/officeDocument/2006/relationships/image" Target="../media/image788.png"/><Relationship Id="rId259" Type="http://schemas.openxmlformats.org/officeDocument/2006/relationships/image" Target="../media/image809.png"/><Relationship Id="rId23" Type="http://schemas.openxmlformats.org/officeDocument/2006/relationships/image" Target="../media/image692.png"/><Relationship Id="rId119" Type="http://schemas.openxmlformats.org/officeDocument/2006/relationships/image" Target="../media/image739.png"/><Relationship Id="rId270" Type="http://schemas.openxmlformats.org/officeDocument/2006/relationships/customXml" Target="../ink/ink1404.xml"/><Relationship Id="rId326" Type="http://schemas.openxmlformats.org/officeDocument/2006/relationships/customXml" Target="../ink/ink1432.xml"/><Relationship Id="rId65" Type="http://schemas.openxmlformats.org/officeDocument/2006/relationships/image" Target="../media/image713.png"/><Relationship Id="rId130" Type="http://schemas.openxmlformats.org/officeDocument/2006/relationships/customXml" Target="../ink/ink1334.xml"/><Relationship Id="rId368" Type="http://schemas.openxmlformats.org/officeDocument/2006/relationships/customXml" Target="../ink/ink1453.xml"/><Relationship Id="rId172" Type="http://schemas.openxmlformats.org/officeDocument/2006/relationships/customXml" Target="../ink/ink1355.xml"/><Relationship Id="rId228" Type="http://schemas.openxmlformats.org/officeDocument/2006/relationships/customXml" Target="../ink/ink1383.xml"/><Relationship Id="rId281" Type="http://schemas.openxmlformats.org/officeDocument/2006/relationships/image" Target="../media/image821.png"/><Relationship Id="rId337" Type="http://schemas.openxmlformats.org/officeDocument/2006/relationships/image" Target="../media/image849.png"/><Relationship Id="rId34" Type="http://schemas.openxmlformats.org/officeDocument/2006/relationships/customXml" Target="../ink/ink1286.xml"/><Relationship Id="rId76" Type="http://schemas.openxmlformats.org/officeDocument/2006/relationships/customXml" Target="../ink/ink1307.xml"/><Relationship Id="rId141" Type="http://schemas.openxmlformats.org/officeDocument/2006/relationships/image" Target="../media/image750.png"/><Relationship Id="rId7" Type="http://schemas.openxmlformats.org/officeDocument/2006/relationships/image" Target="../media/image684.png"/><Relationship Id="rId183" Type="http://schemas.openxmlformats.org/officeDocument/2006/relationships/image" Target="../media/image771.png"/><Relationship Id="rId239" Type="http://schemas.openxmlformats.org/officeDocument/2006/relationships/image" Target="../media/image799.png"/><Relationship Id="rId250" Type="http://schemas.openxmlformats.org/officeDocument/2006/relationships/customXml" Target="../ink/ink1394.xml"/><Relationship Id="rId292" Type="http://schemas.openxmlformats.org/officeDocument/2006/relationships/customXml" Target="../ink/ink1415.xml"/><Relationship Id="rId306" Type="http://schemas.openxmlformats.org/officeDocument/2006/relationships/customXml" Target="../ink/ink1422.xml"/><Relationship Id="rId45" Type="http://schemas.openxmlformats.org/officeDocument/2006/relationships/image" Target="../media/image703.png"/><Relationship Id="rId87" Type="http://schemas.openxmlformats.org/officeDocument/2006/relationships/image" Target="../media/image723.png"/><Relationship Id="rId110" Type="http://schemas.openxmlformats.org/officeDocument/2006/relationships/customXml" Target="../ink/ink1324.xml"/><Relationship Id="rId348" Type="http://schemas.openxmlformats.org/officeDocument/2006/relationships/customXml" Target="../ink/ink1443.xml"/><Relationship Id="rId152" Type="http://schemas.openxmlformats.org/officeDocument/2006/relationships/customXml" Target="../ink/ink1345.xml"/><Relationship Id="rId194" Type="http://schemas.openxmlformats.org/officeDocument/2006/relationships/customXml" Target="../ink/ink1366.xml"/><Relationship Id="rId208" Type="http://schemas.openxmlformats.org/officeDocument/2006/relationships/customXml" Target="../ink/ink1373.xml"/><Relationship Id="rId261" Type="http://schemas.openxmlformats.org/officeDocument/2006/relationships/image" Target="../media/image810.png"/><Relationship Id="rId14" Type="http://schemas.openxmlformats.org/officeDocument/2006/relationships/customXml" Target="../ink/ink1276.xml"/><Relationship Id="rId56" Type="http://schemas.openxmlformats.org/officeDocument/2006/relationships/customXml" Target="../ink/ink1297.xml"/><Relationship Id="rId317" Type="http://schemas.openxmlformats.org/officeDocument/2006/relationships/image" Target="../media/image839.png"/><Relationship Id="rId359" Type="http://schemas.openxmlformats.org/officeDocument/2006/relationships/image" Target="../media/image860.png"/><Relationship Id="rId98" Type="http://schemas.openxmlformats.org/officeDocument/2006/relationships/customXml" Target="../ink/ink1318.xml"/><Relationship Id="rId121" Type="http://schemas.openxmlformats.org/officeDocument/2006/relationships/image" Target="../media/image740.png"/><Relationship Id="rId163" Type="http://schemas.openxmlformats.org/officeDocument/2006/relationships/image" Target="../media/image761.png"/><Relationship Id="rId219" Type="http://schemas.openxmlformats.org/officeDocument/2006/relationships/image" Target="../media/image789.png"/><Relationship Id="rId230" Type="http://schemas.openxmlformats.org/officeDocument/2006/relationships/customXml" Target="../ink/ink1384.xml"/><Relationship Id="rId25" Type="http://schemas.openxmlformats.org/officeDocument/2006/relationships/image" Target="../media/image693.png"/><Relationship Id="rId67" Type="http://schemas.openxmlformats.org/officeDocument/2006/relationships/image" Target="../media/image404.png"/><Relationship Id="rId272" Type="http://schemas.openxmlformats.org/officeDocument/2006/relationships/customXml" Target="../ink/ink1405.xml"/><Relationship Id="rId328" Type="http://schemas.openxmlformats.org/officeDocument/2006/relationships/customXml" Target="../ink/ink1433.xml"/><Relationship Id="rId132" Type="http://schemas.openxmlformats.org/officeDocument/2006/relationships/customXml" Target="../ink/ink1335.xml"/><Relationship Id="rId174" Type="http://schemas.openxmlformats.org/officeDocument/2006/relationships/customXml" Target="../ink/ink1356.xml"/><Relationship Id="rId241" Type="http://schemas.openxmlformats.org/officeDocument/2006/relationships/image" Target="../media/image800.png"/><Relationship Id="rId15" Type="http://schemas.openxmlformats.org/officeDocument/2006/relationships/image" Target="../media/image688.png"/><Relationship Id="rId36" Type="http://schemas.openxmlformats.org/officeDocument/2006/relationships/customXml" Target="../ink/ink1287.xml"/><Relationship Id="rId57" Type="http://schemas.openxmlformats.org/officeDocument/2006/relationships/image" Target="../media/image709.png"/><Relationship Id="rId262" Type="http://schemas.openxmlformats.org/officeDocument/2006/relationships/customXml" Target="../ink/ink1400.xml"/><Relationship Id="rId283" Type="http://schemas.openxmlformats.org/officeDocument/2006/relationships/image" Target="../media/image822.png"/><Relationship Id="rId318" Type="http://schemas.openxmlformats.org/officeDocument/2006/relationships/customXml" Target="../ink/ink1428.xml"/><Relationship Id="rId339" Type="http://schemas.openxmlformats.org/officeDocument/2006/relationships/image" Target="../media/image850.png"/><Relationship Id="rId78" Type="http://schemas.openxmlformats.org/officeDocument/2006/relationships/customXml" Target="../ink/ink1308.xml"/><Relationship Id="rId99" Type="http://schemas.openxmlformats.org/officeDocument/2006/relationships/image" Target="../media/image729.png"/><Relationship Id="rId101" Type="http://schemas.openxmlformats.org/officeDocument/2006/relationships/image" Target="../media/image730.png"/><Relationship Id="rId122" Type="http://schemas.openxmlformats.org/officeDocument/2006/relationships/customXml" Target="../ink/ink1330.xml"/><Relationship Id="rId143" Type="http://schemas.openxmlformats.org/officeDocument/2006/relationships/image" Target="../media/image751.png"/><Relationship Id="rId164" Type="http://schemas.openxmlformats.org/officeDocument/2006/relationships/customXml" Target="../ink/ink1351.xml"/><Relationship Id="rId185" Type="http://schemas.openxmlformats.org/officeDocument/2006/relationships/image" Target="../media/image772.png"/><Relationship Id="rId350" Type="http://schemas.openxmlformats.org/officeDocument/2006/relationships/customXml" Target="../ink/ink1444.xml"/><Relationship Id="rId9" Type="http://schemas.openxmlformats.org/officeDocument/2006/relationships/image" Target="../media/image685.png"/><Relationship Id="rId210" Type="http://schemas.openxmlformats.org/officeDocument/2006/relationships/customXml" Target="../ink/ink1374.xml"/><Relationship Id="rId26" Type="http://schemas.openxmlformats.org/officeDocument/2006/relationships/customXml" Target="../ink/ink1282.xml"/><Relationship Id="rId231" Type="http://schemas.openxmlformats.org/officeDocument/2006/relationships/image" Target="../media/image795.png"/><Relationship Id="rId252" Type="http://schemas.openxmlformats.org/officeDocument/2006/relationships/customXml" Target="../ink/ink1395.xml"/><Relationship Id="rId273" Type="http://schemas.openxmlformats.org/officeDocument/2006/relationships/image" Target="../media/image817.png"/><Relationship Id="rId294" Type="http://schemas.openxmlformats.org/officeDocument/2006/relationships/customXml" Target="../ink/ink1416.xml"/><Relationship Id="rId308" Type="http://schemas.openxmlformats.org/officeDocument/2006/relationships/customXml" Target="../ink/ink1423.xml"/><Relationship Id="rId329" Type="http://schemas.openxmlformats.org/officeDocument/2006/relationships/image" Target="../media/image845.png"/><Relationship Id="rId47" Type="http://schemas.openxmlformats.org/officeDocument/2006/relationships/image" Target="../media/image704.png"/><Relationship Id="rId68" Type="http://schemas.openxmlformats.org/officeDocument/2006/relationships/customXml" Target="../ink/ink1303.xml"/><Relationship Id="rId89" Type="http://schemas.openxmlformats.org/officeDocument/2006/relationships/image" Target="../media/image724.png"/><Relationship Id="rId112" Type="http://schemas.openxmlformats.org/officeDocument/2006/relationships/customXml" Target="../ink/ink1325.xml"/><Relationship Id="rId133" Type="http://schemas.openxmlformats.org/officeDocument/2006/relationships/image" Target="../media/image746.png"/><Relationship Id="rId154" Type="http://schemas.openxmlformats.org/officeDocument/2006/relationships/customXml" Target="../ink/ink1346.xml"/><Relationship Id="rId175" Type="http://schemas.openxmlformats.org/officeDocument/2006/relationships/image" Target="../media/image767.png"/><Relationship Id="rId340" Type="http://schemas.openxmlformats.org/officeDocument/2006/relationships/customXml" Target="../ink/ink1439.xml"/><Relationship Id="rId361" Type="http://schemas.openxmlformats.org/officeDocument/2006/relationships/image" Target="../media/image861.png"/><Relationship Id="rId196" Type="http://schemas.openxmlformats.org/officeDocument/2006/relationships/customXml" Target="../ink/ink1367.xml"/><Relationship Id="rId200" Type="http://schemas.openxmlformats.org/officeDocument/2006/relationships/customXml" Target="../ink/ink1369.xml"/><Relationship Id="rId16" Type="http://schemas.openxmlformats.org/officeDocument/2006/relationships/customXml" Target="../ink/ink1277.xml"/><Relationship Id="rId221" Type="http://schemas.openxmlformats.org/officeDocument/2006/relationships/image" Target="../media/image790.png"/><Relationship Id="rId242" Type="http://schemas.openxmlformats.org/officeDocument/2006/relationships/customXml" Target="../ink/ink1390.xml"/><Relationship Id="rId263" Type="http://schemas.openxmlformats.org/officeDocument/2006/relationships/image" Target="../media/image811.png"/><Relationship Id="rId284" Type="http://schemas.openxmlformats.org/officeDocument/2006/relationships/customXml" Target="../ink/ink1411.xml"/><Relationship Id="rId319" Type="http://schemas.openxmlformats.org/officeDocument/2006/relationships/image" Target="../media/image840.png"/><Relationship Id="rId37" Type="http://schemas.openxmlformats.org/officeDocument/2006/relationships/image" Target="../media/image699.png"/><Relationship Id="rId58" Type="http://schemas.openxmlformats.org/officeDocument/2006/relationships/customXml" Target="../ink/ink1298.xml"/><Relationship Id="rId79" Type="http://schemas.openxmlformats.org/officeDocument/2006/relationships/image" Target="../media/image719.png"/><Relationship Id="rId102" Type="http://schemas.openxmlformats.org/officeDocument/2006/relationships/customXml" Target="../ink/ink1320.xml"/><Relationship Id="rId123" Type="http://schemas.openxmlformats.org/officeDocument/2006/relationships/image" Target="../media/image741.png"/><Relationship Id="rId144" Type="http://schemas.openxmlformats.org/officeDocument/2006/relationships/customXml" Target="../ink/ink1341.xml"/><Relationship Id="rId330" Type="http://schemas.openxmlformats.org/officeDocument/2006/relationships/customXml" Target="../ink/ink1434.xml"/><Relationship Id="rId90" Type="http://schemas.openxmlformats.org/officeDocument/2006/relationships/customXml" Target="../ink/ink1314.xml"/><Relationship Id="rId165" Type="http://schemas.openxmlformats.org/officeDocument/2006/relationships/image" Target="../media/image762.png"/><Relationship Id="rId186" Type="http://schemas.openxmlformats.org/officeDocument/2006/relationships/customXml" Target="../ink/ink1362.xml"/><Relationship Id="rId351" Type="http://schemas.openxmlformats.org/officeDocument/2006/relationships/image" Target="../media/image856.png"/><Relationship Id="rId211" Type="http://schemas.openxmlformats.org/officeDocument/2006/relationships/image" Target="../media/image785.png"/><Relationship Id="rId232" Type="http://schemas.openxmlformats.org/officeDocument/2006/relationships/customXml" Target="../ink/ink1385.xml"/><Relationship Id="rId253" Type="http://schemas.openxmlformats.org/officeDocument/2006/relationships/image" Target="../media/image806.png"/><Relationship Id="rId274" Type="http://schemas.openxmlformats.org/officeDocument/2006/relationships/customXml" Target="../ink/ink1406.xml"/><Relationship Id="rId295" Type="http://schemas.openxmlformats.org/officeDocument/2006/relationships/image" Target="../media/image828.png"/><Relationship Id="rId309" Type="http://schemas.openxmlformats.org/officeDocument/2006/relationships/image" Target="../media/image835.png"/><Relationship Id="rId27" Type="http://schemas.openxmlformats.org/officeDocument/2006/relationships/image" Target="../media/image694.png"/><Relationship Id="rId48" Type="http://schemas.openxmlformats.org/officeDocument/2006/relationships/customXml" Target="../ink/ink1293.xml"/><Relationship Id="rId69" Type="http://schemas.openxmlformats.org/officeDocument/2006/relationships/image" Target="../media/image714.png"/><Relationship Id="rId113" Type="http://schemas.openxmlformats.org/officeDocument/2006/relationships/image" Target="../media/image736.png"/><Relationship Id="rId134" Type="http://schemas.openxmlformats.org/officeDocument/2006/relationships/customXml" Target="../ink/ink1336.xml"/><Relationship Id="rId320" Type="http://schemas.openxmlformats.org/officeDocument/2006/relationships/customXml" Target="../ink/ink1429.xml"/><Relationship Id="rId80" Type="http://schemas.openxmlformats.org/officeDocument/2006/relationships/customXml" Target="../ink/ink1309.xml"/><Relationship Id="rId155" Type="http://schemas.openxmlformats.org/officeDocument/2006/relationships/image" Target="../media/image757.png"/><Relationship Id="rId176" Type="http://schemas.openxmlformats.org/officeDocument/2006/relationships/customXml" Target="../ink/ink1357.xml"/><Relationship Id="rId197" Type="http://schemas.openxmlformats.org/officeDocument/2006/relationships/image" Target="../media/image778.png"/><Relationship Id="rId341" Type="http://schemas.openxmlformats.org/officeDocument/2006/relationships/image" Target="../media/image851.png"/><Relationship Id="rId362" Type="http://schemas.openxmlformats.org/officeDocument/2006/relationships/customXml" Target="../ink/ink1450.xml"/><Relationship Id="rId201" Type="http://schemas.openxmlformats.org/officeDocument/2006/relationships/image" Target="../media/image780.png"/><Relationship Id="rId222" Type="http://schemas.openxmlformats.org/officeDocument/2006/relationships/customXml" Target="../ink/ink1380.xml"/><Relationship Id="rId243" Type="http://schemas.openxmlformats.org/officeDocument/2006/relationships/image" Target="../media/image801.png"/><Relationship Id="rId264" Type="http://schemas.openxmlformats.org/officeDocument/2006/relationships/customXml" Target="../ink/ink1401.xml"/><Relationship Id="rId285" Type="http://schemas.openxmlformats.org/officeDocument/2006/relationships/image" Target="../media/image823.png"/><Relationship Id="rId17" Type="http://schemas.openxmlformats.org/officeDocument/2006/relationships/image" Target="../media/image689.png"/><Relationship Id="rId38" Type="http://schemas.openxmlformats.org/officeDocument/2006/relationships/customXml" Target="../ink/ink1288.xml"/><Relationship Id="rId59" Type="http://schemas.openxmlformats.org/officeDocument/2006/relationships/image" Target="../media/image710.png"/><Relationship Id="rId103" Type="http://schemas.openxmlformats.org/officeDocument/2006/relationships/image" Target="../media/image731.png"/><Relationship Id="rId124" Type="http://schemas.openxmlformats.org/officeDocument/2006/relationships/customXml" Target="../ink/ink1331.xml"/><Relationship Id="rId310" Type="http://schemas.openxmlformats.org/officeDocument/2006/relationships/customXml" Target="../ink/ink1424.xml"/><Relationship Id="rId70" Type="http://schemas.openxmlformats.org/officeDocument/2006/relationships/customXml" Target="../ink/ink1304.xml"/><Relationship Id="rId91" Type="http://schemas.openxmlformats.org/officeDocument/2006/relationships/image" Target="../media/image725.png"/><Relationship Id="rId145" Type="http://schemas.openxmlformats.org/officeDocument/2006/relationships/image" Target="../media/image752.png"/><Relationship Id="rId166" Type="http://schemas.openxmlformats.org/officeDocument/2006/relationships/customXml" Target="../ink/ink1352.xml"/><Relationship Id="rId187" Type="http://schemas.openxmlformats.org/officeDocument/2006/relationships/image" Target="../media/image773.png"/><Relationship Id="rId331" Type="http://schemas.openxmlformats.org/officeDocument/2006/relationships/image" Target="../media/image846.png"/><Relationship Id="rId352" Type="http://schemas.openxmlformats.org/officeDocument/2006/relationships/customXml" Target="../ink/ink144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75.xml"/><Relationship Id="rId233" Type="http://schemas.openxmlformats.org/officeDocument/2006/relationships/image" Target="../media/image796.png"/><Relationship Id="rId254" Type="http://schemas.openxmlformats.org/officeDocument/2006/relationships/customXml" Target="../ink/ink1396.xml"/><Relationship Id="rId28" Type="http://schemas.openxmlformats.org/officeDocument/2006/relationships/customXml" Target="../ink/ink1283.xml"/><Relationship Id="rId49" Type="http://schemas.openxmlformats.org/officeDocument/2006/relationships/image" Target="../media/image705.png"/><Relationship Id="rId114" Type="http://schemas.openxmlformats.org/officeDocument/2006/relationships/customXml" Target="../ink/ink1326.xml"/><Relationship Id="rId275" Type="http://schemas.openxmlformats.org/officeDocument/2006/relationships/image" Target="../media/image818.png"/><Relationship Id="rId296" Type="http://schemas.openxmlformats.org/officeDocument/2006/relationships/customXml" Target="../ink/ink1417.xml"/><Relationship Id="rId300" Type="http://schemas.openxmlformats.org/officeDocument/2006/relationships/customXml" Target="../ink/ink1419.xml"/><Relationship Id="rId60" Type="http://schemas.openxmlformats.org/officeDocument/2006/relationships/customXml" Target="../ink/ink1299.xml"/><Relationship Id="rId81" Type="http://schemas.openxmlformats.org/officeDocument/2006/relationships/image" Target="../media/image720.png"/><Relationship Id="rId135" Type="http://schemas.openxmlformats.org/officeDocument/2006/relationships/image" Target="../media/image747.png"/><Relationship Id="rId156" Type="http://schemas.openxmlformats.org/officeDocument/2006/relationships/customXml" Target="../ink/ink1347.xml"/><Relationship Id="rId177" Type="http://schemas.openxmlformats.org/officeDocument/2006/relationships/image" Target="../media/image768.png"/><Relationship Id="rId198" Type="http://schemas.openxmlformats.org/officeDocument/2006/relationships/customXml" Target="../ink/ink1368.xml"/><Relationship Id="rId321" Type="http://schemas.openxmlformats.org/officeDocument/2006/relationships/image" Target="../media/image841.png"/><Relationship Id="rId342" Type="http://schemas.openxmlformats.org/officeDocument/2006/relationships/customXml" Target="../ink/ink1440.xml"/><Relationship Id="rId363" Type="http://schemas.openxmlformats.org/officeDocument/2006/relationships/image" Target="../media/image862.png"/><Relationship Id="rId202" Type="http://schemas.openxmlformats.org/officeDocument/2006/relationships/customXml" Target="../ink/ink1370.xml"/><Relationship Id="rId223" Type="http://schemas.openxmlformats.org/officeDocument/2006/relationships/image" Target="../media/image791.png"/><Relationship Id="rId244" Type="http://schemas.openxmlformats.org/officeDocument/2006/relationships/customXml" Target="../ink/ink1391.xml"/><Relationship Id="rId18" Type="http://schemas.openxmlformats.org/officeDocument/2006/relationships/customXml" Target="../ink/ink1278.xml"/><Relationship Id="rId39" Type="http://schemas.openxmlformats.org/officeDocument/2006/relationships/image" Target="../media/image700.png"/><Relationship Id="rId265" Type="http://schemas.openxmlformats.org/officeDocument/2006/relationships/image" Target="../media/image812.png"/><Relationship Id="rId286" Type="http://schemas.openxmlformats.org/officeDocument/2006/relationships/customXml" Target="../ink/ink1412.xml"/><Relationship Id="rId50" Type="http://schemas.openxmlformats.org/officeDocument/2006/relationships/customXml" Target="../ink/ink1294.xml"/><Relationship Id="rId104" Type="http://schemas.openxmlformats.org/officeDocument/2006/relationships/customXml" Target="../ink/ink1321.xml"/><Relationship Id="rId125" Type="http://schemas.openxmlformats.org/officeDocument/2006/relationships/image" Target="../media/image742.png"/><Relationship Id="rId146" Type="http://schemas.openxmlformats.org/officeDocument/2006/relationships/customXml" Target="../ink/ink1342.xml"/><Relationship Id="rId167" Type="http://schemas.openxmlformats.org/officeDocument/2006/relationships/image" Target="../media/image763.png"/><Relationship Id="rId188" Type="http://schemas.openxmlformats.org/officeDocument/2006/relationships/customXml" Target="../ink/ink1363.xml"/><Relationship Id="rId311" Type="http://schemas.openxmlformats.org/officeDocument/2006/relationships/image" Target="../media/image836.png"/><Relationship Id="rId332" Type="http://schemas.openxmlformats.org/officeDocument/2006/relationships/customXml" Target="../ink/ink1435.xml"/><Relationship Id="rId353" Type="http://schemas.openxmlformats.org/officeDocument/2006/relationships/image" Target="../media/image857.png"/><Relationship Id="rId71" Type="http://schemas.openxmlformats.org/officeDocument/2006/relationships/image" Target="../media/image715.png"/><Relationship Id="rId92" Type="http://schemas.openxmlformats.org/officeDocument/2006/relationships/customXml" Target="../ink/ink1315.xml"/><Relationship Id="rId213" Type="http://schemas.openxmlformats.org/officeDocument/2006/relationships/image" Target="../media/image786.png"/><Relationship Id="rId234" Type="http://schemas.openxmlformats.org/officeDocument/2006/relationships/customXml" Target="../ink/ink1386.xml"/><Relationship Id="rId2" Type="http://schemas.openxmlformats.org/officeDocument/2006/relationships/customXml" Target="../ink/ink1270.xml"/><Relationship Id="rId29" Type="http://schemas.openxmlformats.org/officeDocument/2006/relationships/image" Target="../media/image695.png"/><Relationship Id="rId255" Type="http://schemas.openxmlformats.org/officeDocument/2006/relationships/image" Target="../media/image807.png"/><Relationship Id="rId276" Type="http://schemas.openxmlformats.org/officeDocument/2006/relationships/customXml" Target="../ink/ink1407.xml"/><Relationship Id="rId297" Type="http://schemas.openxmlformats.org/officeDocument/2006/relationships/image" Target="../media/image829.png"/><Relationship Id="rId40" Type="http://schemas.openxmlformats.org/officeDocument/2006/relationships/customXml" Target="../ink/ink1289.xml"/><Relationship Id="rId115" Type="http://schemas.openxmlformats.org/officeDocument/2006/relationships/image" Target="../media/image737.png"/><Relationship Id="rId136" Type="http://schemas.openxmlformats.org/officeDocument/2006/relationships/customXml" Target="../ink/ink1337.xml"/><Relationship Id="rId157" Type="http://schemas.openxmlformats.org/officeDocument/2006/relationships/image" Target="../media/image758.png"/><Relationship Id="rId178" Type="http://schemas.openxmlformats.org/officeDocument/2006/relationships/customXml" Target="../ink/ink1358.xml"/><Relationship Id="rId301" Type="http://schemas.openxmlformats.org/officeDocument/2006/relationships/image" Target="../media/image831.png"/><Relationship Id="rId322" Type="http://schemas.openxmlformats.org/officeDocument/2006/relationships/customXml" Target="../ink/ink1430.xml"/><Relationship Id="rId343" Type="http://schemas.openxmlformats.org/officeDocument/2006/relationships/image" Target="../media/image852.png"/><Relationship Id="rId364" Type="http://schemas.openxmlformats.org/officeDocument/2006/relationships/customXml" Target="../ink/ink1451.xml"/><Relationship Id="rId61" Type="http://schemas.openxmlformats.org/officeDocument/2006/relationships/image" Target="../media/image711.png"/><Relationship Id="rId82" Type="http://schemas.openxmlformats.org/officeDocument/2006/relationships/customXml" Target="../ink/ink1310.xml"/><Relationship Id="rId199" Type="http://schemas.openxmlformats.org/officeDocument/2006/relationships/image" Target="../media/image779.png"/><Relationship Id="rId203" Type="http://schemas.openxmlformats.org/officeDocument/2006/relationships/image" Target="../media/image781.png"/><Relationship Id="rId19" Type="http://schemas.openxmlformats.org/officeDocument/2006/relationships/image" Target="../media/image690.png"/><Relationship Id="rId224" Type="http://schemas.openxmlformats.org/officeDocument/2006/relationships/customXml" Target="../ink/ink1381.xml"/><Relationship Id="rId245" Type="http://schemas.openxmlformats.org/officeDocument/2006/relationships/image" Target="../media/image802.png"/><Relationship Id="rId266" Type="http://schemas.openxmlformats.org/officeDocument/2006/relationships/customXml" Target="../ink/ink1402.xml"/><Relationship Id="rId287" Type="http://schemas.openxmlformats.org/officeDocument/2006/relationships/image" Target="../media/image824.png"/><Relationship Id="rId30" Type="http://schemas.openxmlformats.org/officeDocument/2006/relationships/customXml" Target="../ink/ink1284.xml"/><Relationship Id="rId105" Type="http://schemas.openxmlformats.org/officeDocument/2006/relationships/image" Target="../media/image732.png"/><Relationship Id="rId126" Type="http://schemas.openxmlformats.org/officeDocument/2006/relationships/customXml" Target="../ink/ink1332.xml"/><Relationship Id="rId147" Type="http://schemas.openxmlformats.org/officeDocument/2006/relationships/image" Target="../media/image753.png"/><Relationship Id="rId168" Type="http://schemas.openxmlformats.org/officeDocument/2006/relationships/customXml" Target="../ink/ink1353.xml"/><Relationship Id="rId312" Type="http://schemas.openxmlformats.org/officeDocument/2006/relationships/customXml" Target="../ink/ink1425.xml"/><Relationship Id="rId333" Type="http://schemas.openxmlformats.org/officeDocument/2006/relationships/image" Target="../media/image847.png"/><Relationship Id="rId354" Type="http://schemas.openxmlformats.org/officeDocument/2006/relationships/customXml" Target="../ink/ink1446.xml"/><Relationship Id="rId51" Type="http://schemas.openxmlformats.org/officeDocument/2006/relationships/image" Target="../media/image706.png"/><Relationship Id="rId72" Type="http://schemas.openxmlformats.org/officeDocument/2006/relationships/customXml" Target="../ink/ink1305.xml"/><Relationship Id="rId93" Type="http://schemas.openxmlformats.org/officeDocument/2006/relationships/image" Target="../media/image726.png"/><Relationship Id="rId189" Type="http://schemas.openxmlformats.org/officeDocument/2006/relationships/image" Target="../media/image774.png"/><Relationship Id="rId3" Type="http://schemas.openxmlformats.org/officeDocument/2006/relationships/image" Target="../media/image682.png"/><Relationship Id="rId214" Type="http://schemas.openxmlformats.org/officeDocument/2006/relationships/customXml" Target="../ink/ink1376.xml"/><Relationship Id="rId235" Type="http://schemas.openxmlformats.org/officeDocument/2006/relationships/image" Target="../media/image797.png"/><Relationship Id="rId256" Type="http://schemas.openxmlformats.org/officeDocument/2006/relationships/customXml" Target="../ink/ink1397.xml"/><Relationship Id="rId277" Type="http://schemas.openxmlformats.org/officeDocument/2006/relationships/image" Target="../media/image819.png"/><Relationship Id="rId298" Type="http://schemas.openxmlformats.org/officeDocument/2006/relationships/customXml" Target="../ink/ink1418.xml"/><Relationship Id="rId116" Type="http://schemas.openxmlformats.org/officeDocument/2006/relationships/customXml" Target="../ink/ink1327.xml"/><Relationship Id="rId137" Type="http://schemas.openxmlformats.org/officeDocument/2006/relationships/image" Target="../media/image748.png"/><Relationship Id="rId158" Type="http://schemas.openxmlformats.org/officeDocument/2006/relationships/customXml" Target="../ink/ink1348.xml"/><Relationship Id="rId302" Type="http://schemas.openxmlformats.org/officeDocument/2006/relationships/customXml" Target="../ink/ink1420.xml"/><Relationship Id="rId323" Type="http://schemas.openxmlformats.org/officeDocument/2006/relationships/image" Target="../media/image842.png"/><Relationship Id="rId344" Type="http://schemas.openxmlformats.org/officeDocument/2006/relationships/customXml" Target="../ink/ink1441.xml"/><Relationship Id="rId20" Type="http://schemas.openxmlformats.org/officeDocument/2006/relationships/customXml" Target="../ink/ink1279.xml"/><Relationship Id="rId41" Type="http://schemas.openxmlformats.org/officeDocument/2006/relationships/image" Target="../media/image701.png"/><Relationship Id="rId62" Type="http://schemas.openxmlformats.org/officeDocument/2006/relationships/customXml" Target="../ink/ink1300.xml"/><Relationship Id="rId83" Type="http://schemas.openxmlformats.org/officeDocument/2006/relationships/image" Target="../media/image721.png"/><Relationship Id="rId179" Type="http://schemas.openxmlformats.org/officeDocument/2006/relationships/image" Target="../media/image769.png"/><Relationship Id="rId365" Type="http://schemas.openxmlformats.org/officeDocument/2006/relationships/image" Target="../media/image863.png"/><Relationship Id="rId190" Type="http://schemas.openxmlformats.org/officeDocument/2006/relationships/customXml" Target="../ink/ink1364.xml"/><Relationship Id="rId204" Type="http://schemas.openxmlformats.org/officeDocument/2006/relationships/customXml" Target="../ink/ink1371.xml"/><Relationship Id="rId225" Type="http://schemas.openxmlformats.org/officeDocument/2006/relationships/image" Target="../media/image792.png"/><Relationship Id="rId246" Type="http://schemas.openxmlformats.org/officeDocument/2006/relationships/customXml" Target="../ink/ink1392.xml"/><Relationship Id="rId267" Type="http://schemas.openxmlformats.org/officeDocument/2006/relationships/image" Target="../media/image813.png"/><Relationship Id="rId288" Type="http://schemas.openxmlformats.org/officeDocument/2006/relationships/customXml" Target="../ink/ink1413.xml"/><Relationship Id="rId106" Type="http://schemas.openxmlformats.org/officeDocument/2006/relationships/customXml" Target="../ink/ink1322.xml"/><Relationship Id="rId127" Type="http://schemas.openxmlformats.org/officeDocument/2006/relationships/image" Target="../media/image743.png"/><Relationship Id="rId313" Type="http://schemas.openxmlformats.org/officeDocument/2006/relationships/image" Target="../media/image837.png"/><Relationship Id="rId10" Type="http://schemas.openxmlformats.org/officeDocument/2006/relationships/customXml" Target="../ink/ink1274.xml"/><Relationship Id="rId31" Type="http://schemas.openxmlformats.org/officeDocument/2006/relationships/image" Target="../media/image696.png"/><Relationship Id="rId52" Type="http://schemas.openxmlformats.org/officeDocument/2006/relationships/customXml" Target="../ink/ink1295.xml"/><Relationship Id="rId73" Type="http://schemas.openxmlformats.org/officeDocument/2006/relationships/image" Target="../media/image716.png"/><Relationship Id="rId94" Type="http://schemas.openxmlformats.org/officeDocument/2006/relationships/customXml" Target="../ink/ink1316.xml"/><Relationship Id="rId148" Type="http://schemas.openxmlformats.org/officeDocument/2006/relationships/customXml" Target="../ink/ink1343.xml"/><Relationship Id="rId169" Type="http://schemas.openxmlformats.org/officeDocument/2006/relationships/image" Target="../media/image764.png"/><Relationship Id="rId334" Type="http://schemas.openxmlformats.org/officeDocument/2006/relationships/customXml" Target="../ink/ink1436.xml"/><Relationship Id="rId355" Type="http://schemas.openxmlformats.org/officeDocument/2006/relationships/image" Target="../media/image858.png"/><Relationship Id="rId4" Type="http://schemas.openxmlformats.org/officeDocument/2006/relationships/customXml" Target="../ink/ink1271.xml"/><Relationship Id="rId180" Type="http://schemas.openxmlformats.org/officeDocument/2006/relationships/customXml" Target="../ink/ink1359.xml"/><Relationship Id="rId215" Type="http://schemas.openxmlformats.org/officeDocument/2006/relationships/image" Target="../media/image787.png"/><Relationship Id="rId236" Type="http://schemas.openxmlformats.org/officeDocument/2006/relationships/customXml" Target="../ink/ink1387.xml"/><Relationship Id="rId257" Type="http://schemas.openxmlformats.org/officeDocument/2006/relationships/image" Target="../media/image808.png"/><Relationship Id="rId278" Type="http://schemas.openxmlformats.org/officeDocument/2006/relationships/customXml" Target="../ink/ink1408.xml"/><Relationship Id="rId303" Type="http://schemas.openxmlformats.org/officeDocument/2006/relationships/image" Target="../media/image832.png"/><Relationship Id="rId42" Type="http://schemas.openxmlformats.org/officeDocument/2006/relationships/customXml" Target="../ink/ink1290.xml"/><Relationship Id="rId84" Type="http://schemas.openxmlformats.org/officeDocument/2006/relationships/customXml" Target="../ink/ink1311.xml"/><Relationship Id="rId138" Type="http://schemas.openxmlformats.org/officeDocument/2006/relationships/customXml" Target="../ink/ink1338.xml"/><Relationship Id="rId345" Type="http://schemas.openxmlformats.org/officeDocument/2006/relationships/image" Target="../media/image853.png"/><Relationship Id="rId191" Type="http://schemas.openxmlformats.org/officeDocument/2006/relationships/image" Target="../media/image775.png"/><Relationship Id="rId205" Type="http://schemas.openxmlformats.org/officeDocument/2006/relationships/image" Target="../media/image782.png"/><Relationship Id="rId247" Type="http://schemas.openxmlformats.org/officeDocument/2006/relationships/image" Target="../media/image803.png"/><Relationship Id="rId107" Type="http://schemas.openxmlformats.org/officeDocument/2006/relationships/image" Target="../media/image733.png"/><Relationship Id="rId289" Type="http://schemas.openxmlformats.org/officeDocument/2006/relationships/image" Target="../media/image825.png"/><Relationship Id="rId11" Type="http://schemas.openxmlformats.org/officeDocument/2006/relationships/image" Target="../media/image686.png"/><Relationship Id="rId53" Type="http://schemas.openxmlformats.org/officeDocument/2006/relationships/image" Target="../media/image707.png"/><Relationship Id="rId149" Type="http://schemas.openxmlformats.org/officeDocument/2006/relationships/image" Target="../media/image754.png"/><Relationship Id="rId314" Type="http://schemas.openxmlformats.org/officeDocument/2006/relationships/customXml" Target="../ink/ink1426.xml"/><Relationship Id="rId356" Type="http://schemas.openxmlformats.org/officeDocument/2006/relationships/customXml" Target="../ink/ink1447.xml"/><Relationship Id="rId95" Type="http://schemas.openxmlformats.org/officeDocument/2006/relationships/image" Target="../media/image727.png"/><Relationship Id="rId160" Type="http://schemas.openxmlformats.org/officeDocument/2006/relationships/customXml" Target="../ink/ink1349.xml"/><Relationship Id="rId216" Type="http://schemas.openxmlformats.org/officeDocument/2006/relationships/customXml" Target="../ink/ink1377.xml"/><Relationship Id="rId258" Type="http://schemas.openxmlformats.org/officeDocument/2006/relationships/customXml" Target="../ink/ink1398.xml"/><Relationship Id="rId22" Type="http://schemas.openxmlformats.org/officeDocument/2006/relationships/customXml" Target="../ink/ink1280.xml"/><Relationship Id="rId64" Type="http://schemas.openxmlformats.org/officeDocument/2006/relationships/customXml" Target="../ink/ink1301.xml"/><Relationship Id="rId118" Type="http://schemas.openxmlformats.org/officeDocument/2006/relationships/customXml" Target="../ink/ink1328.xml"/><Relationship Id="rId325" Type="http://schemas.openxmlformats.org/officeDocument/2006/relationships/image" Target="../media/image843.png"/><Relationship Id="rId367" Type="http://schemas.openxmlformats.org/officeDocument/2006/relationships/image" Target="../media/image865.png"/><Relationship Id="rId171" Type="http://schemas.openxmlformats.org/officeDocument/2006/relationships/image" Target="../media/image765.png"/><Relationship Id="rId227" Type="http://schemas.openxmlformats.org/officeDocument/2006/relationships/image" Target="../media/image793.png"/><Relationship Id="rId269" Type="http://schemas.openxmlformats.org/officeDocument/2006/relationships/image" Target="../media/image815.png"/><Relationship Id="rId33" Type="http://schemas.openxmlformats.org/officeDocument/2006/relationships/image" Target="../media/image697.png"/><Relationship Id="rId129" Type="http://schemas.openxmlformats.org/officeDocument/2006/relationships/image" Target="../media/image744.png"/><Relationship Id="rId280" Type="http://schemas.openxmlformats.org/officeDocument/2006/relationships/customXml" Target="../ink/ink1409.xml"/><Relationship Id="rId336" Type="http://schemas.openxmlformats.org/officeDocument/2006/relationships/customXml" Target="../ink/ink1437.xml"/><Relationship Id="rId75" Type="http://schemas.openxmlformats.org/officeDocument/2006/relationships/image" Target="../media/image717.png"/><Relationship Id="rId140" Type="http://schemas.openxmlformats.org/officeDocument/2006/relationships/customXml" Target="../ink/ink1339.xml"/><Relationship Id="rId182" Type="http://schemas.openxmlformats.org/officeDocument/2006/relationships/customXml" Target="../ink/ink1360.xml"/><Relationship Id="rId6" Type="http://schemas.openxmlformats.org/officeDocument/2006/relationships/customXml" Target="../ink/ink1272.xml"/><Relationship Id="rId238" Type="http://schemas.openxmlformats.org/officeDocument/2006/relationships/customXml" Target="../ink/ink1388.xml"/><Relationship Id="rId291" Type="http://schemas.openxmlformats.org/officeDocument/2006/relationships/image" Target="../media/image826.png"/><Relationship Id="rId305" Type="http://schemas.openxmlformats.org/officeDocument/2006/relationships/image" Target="../media/image833.png"/><Relationship Id="rId347" Type="http://schemas.openxmlformats.org/officeDocument/2006/relationships/image" Target="../media/image854.png"/><Relationship Id="rId44" Type="http://schemas.openxmlformats.org/officeDocument/2006/relationships/customXml" Target="../ink/ink1291.xml"/><Relationship Id="rId86" Type="http://schemas.openxmlformats.org/officeDocument/2006/relationships/customXml" Target="../ink/ink1312.xml"/><Relationship Id="rId151" Type="http://schemas.openxmlformats.org/officeDocument/2006/relationships/image" Target="../media/image755.png"/><Relationship Id="rId193" Type="http://schemas.openxmlformats.org/officeDocument/2006/relationships/image" Target="../media/image776.png"/><Relationship Id="rId207" Type="http://schemas.openxmlformats.org/officeDocument/2006/relationships/image" Target="../media/image783.png"/><Relationship Id="rId249" Type="http://schemas.openxmlformats.org/officeDocument/2006/relationships/image" Target="../media/image804.png"/><Relationship Id="rId13" Type="http://schemas.openxmlformats.org/officeDocument/2006/relationships/image" Target="../media/image687.png"/><Relationship Id="rId109" Type="http://schemas.openxmlformats.org/officeDocument/2006/relationships/image" Target="../media/image734.png"/><Relationship Id="rId260" Type="http://schemas.openxmlformats.org/officeDocument/2006/relationships/customXml" Target="../ink/ink1399.xml"/><Relationship Id="rId316" Type="http://schemas.openxmlformats.org/officeDocument/2006/relationships/customXml" Target="../ink/ink1427.xml"/><Relationship Id="rId55" Type="http://schemas.openxmlformats.org/officeDocument/2006/relationships/image" Target="../media/image708.png"/><Relationship Id="rId97" Type="http://schemas.openxmlformats.org/officeDocument/2006/relationships/image" Target="../media/image728.png"/><Relationship Id="rId120" Type="http://schemas.openxmlformats.org/officeDocument/2006/relationships/customXml" Target="../ink/ink1329.xml"/><Relationship Id="rId358" Type="http://schemas.openxmlformats.org/officeDocument/2006/relationships/customXml" Target="../ink/ink1448.xml"/><Relationship Id="rId162" Type="http://schemas.openxmlformats.org/officeDocument/2006/relationships/customXml" Target="../ink/ink1350.xml"/><Relationship Id="rId218" Type="http://schemas.openxmlformats.org/officeDocument/2006/relationships/customXml" Target="../ink/ink1378.xml"/><Relationship Id="rId271" Type="http://schemas.openxmlformats.org/officeDocument/2006/relationships/image" Target="../media/image816.png"/><Relationship Id="rId24" Type="http://schemas.openxmlformats.org/officeDocument/2006/relationships/customXml" Target="../ink/ink1281.xml"/><Relationship Id="rId66" Type="http://schemas.openxmlformats.org/officeDocument/2006/relationships/customXml" Target="../ink/ink1302.xml"/><Relationship Id="rId131" Type="http://schemas.openxmlformats.org/officeDocument/2006/relationships/image" Target="../media/image745.png"/><Relationship Id="rId327" Type="http://schemas.openxmlformats.org/officeDocument/2006/relationships/image" Target="../media/image844.png"/><Relationship Id="rId369" Type="http://schemas.openxmlformats.org/officeDocument/2006/relationships/image" Target="../media/image866.png"/><Relationship Id="rId173" Type="http://schemas.openxmlformats.org/officeDocument/2006/relationships/image" Target="../media/image766.png"/><Relationship Id="rId229" Type="http://schemas.openxmlformats.org/officeDocument/2006/relationships/image" Target="../media/image794.png"/><Relationship Id="rId240" Type="http://schemas.openxmlformats.org/officeDocument/2006/relationships/customXml" Target="../ink/ink1389.xml"/><Relationship Id="rId35" Type="http://schemas.openxmlformats.org/officeDocument/2006/relationships/image" Target="../media/image698.png"/><Relationship Id="rId77" Type="http://schemas.openxmlformats.org/officeDocument/2006/relationships/image" Target="../media/image718.png"/><Relationship Id="rId100" Type="http://schemas.openxmlformats.org/officeDocument/2006/relationships/customXml" Target="../ink/ink1319.xml"/><Relationship Id="rId282" Type="http://schemas.openxmlformats.org/officeDocument/2006/relationships/customXml" Target="../ink/ink1410.xml"/><Relationship Id="rId338" Type="http://schemas.openxmlformats.org/officeDocument/2006/relationships/customXml" Target="../ink/ink1438.xml"/><Relationship Id="rId8" Type="http://schemas.openxmlformats.org/officeDocument/2006/relationships/customXml" Target="../ink/ink1273.xml"/><Relationship Id="rId142" Type="http://schemas.openxmlformats.org/officeDocument/2006/relationships/customXml" Target="../ink/ink1340.xml"/><Relationship Id="rId184" Type="http://schemas.openxmlformats.org/officeDocument/2006/relationships/customXml" Target="../ink/ink1361.xml"/><Relationship Id="rId251" Type="http://schemas.openxmlformats.org/officeDocument/2006/relationships/image" Target="../media/image805.png"/><Relationship Id="rId46" Type="http://schemas.openxmlformats.org/officeDocument/2006/relationships/customXml" Target="../ink/ink1292.xml"/><Relationship Id="rId293" Type="http://schemas.openxmlformats.org/officeDocument/2006/relationships/image" Target="../media/image827.png"/><Relationship Id="rId307" Type="http://schemas.openxmlformats.org/officeDocument/2006/relationships/image" Target="../media/image834.png"/><Relationship Id="rId349" Type="http://schemas.openxmlformats.org/officeDocument/2006/relationships/image" Target="../media/image855.png"/><Relationship Id="rId88" Type="http://schemas.openxmlformats.org/officeDocument/2006/relationships/customXml" Target="../ink/ink1313.xml"/><Relationship Id="rId111" Type="http://schemas.openxmlformats.org/officeDocument/2006/relationships/image" Target="../media/image735.png"/><Relationship Id="rId153" Type="http://schemas.openxmlformats.org/officeDocument/2006/relationships/image" Target="../media/image756.png"/><Relationship Id="rId195" Type="http://schemas.openxmlformats.org/officeDocument/2006/relationships/image" Target="../media/image777.png"/><Relationship Id="rId209" Type="http://schemas.openxmlformats.org/officeDocument/2006/relationships/image" Target="../media/image784.png"/><Relationship Id="rId360" Type="http://schemas.openxmlformats.org/officeDocument/2006/relationships/customXml" Target="../ink/ink1449.xml"/><Relationship Id="rId220" Type="http://schemas.openxmlformats.org/officeDocument/2006/relationships/customXml" Target="../ink/ink1379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1.png"/><Relationship Id="rId299" Type="http://schemas.openxmlformats.org/officeDocument/2006/relationships/customXml" Target="../ink/ink1603.xml"/><Relationship Id="rId21" Type="http://schemas.openxmlformats.org/officeDocument/2006/relationships/image" Target="../media/image875.png"/><Relationship Id="rId63" Type="http://schemas.openxmlformats.org/officeDocument/2006/relationships/image" Target="../media/image894.png"/><Relationship Id="rId159" Type="http://schemas.openxmlformats.org/officeDocument/2006/relationships/customXml" Target="../ink/ink1533.xml"/><Relationship Id="rId324" Type="http://schemas.openxmlformats.org/officeDocument/2006/relationships/customXml" Target="../ink/ink1616.xml"/><Relationship Id="rId366" Type="http://schemas.openxmlformats.org/officeDocument/2006/relationships/customXml" Target="../ink/ink1638.xml"/><Relationship Id="rId170" Type="http://schemas.openxmlformats.org/officeDocument/2006/relationships/image" Target="../media/image945.png"/><Relationship Id="rId226" Type="http://schemas.openxmlformats.org/officeDocument/2006/relationships/image" Target="../media/image974.png"/><Relationship Id="rId433" Type="http://schemas.openxmlformats.org/officeDocument/2006/relationships/customXml" Target="../ink/ink1678.xml"/><Relationship Id="rId268" Type="http://schemas.openxmlformats.org/officeDocument/2006/relationships/image" Target="../media/image994.png"/><Relationship Id="rId32" Type="http://schemas.openxmlformats.org/officeDocument/2006/relationships/customXml" Target="../ink/ink1469.xml"/><Relationship Id="rId74" Type="http://schemas.openxmlformats.org/officeDocument/2006/relationships/customXml" Target="../ink/ink1490.xml"/><Relationship Id="rId128" Type="http://schemas.openxmlformats.org/officeDocument/2006/relationships/customXml" Target="../ink/ink1517.xml"/><Relationship Id="rId335" Type="http://schemas.openxmlformats.org/officeDocument/2006/relationships/image" Target="../media/image1027.png"/><Relationship Id="rId377" Type="http://schemas.openxmlformats.org/officeDocument/2006/relationships/image" Target="../media/image1045.png"/><Relationship Id="rId5" Type="http://schemas.openxmlformats.org/officeDocument/2006/relationships/image" Target="../media/image867.png"/><Relationship Id="rId181" Type="http://schemas.openxmlformats.org/officeDocument/2006/relationships/customXml" Target="../ink/ink1544.xml"/><Relationship Id="rId237" Type="http://schemas.openxmlformats.org/officeDocument/2006/relationships/customXml" Target="../ink/ink1572.xml"/><Relationship Id="rId402" Type="http://schemas.openxmlformats.org/officeDocument/2006/relationships/customXml" Target="../ink/ink1660.xml"/><Relationship Id="rId279" Type="http://schemas.openxmlformats.org/officeDocument/2006/relationships/customXml" Target="../ink/ink1593.xml"/><Relationship Id="rId43" Type="http://schemas.openxmlformats.org/officeDocument/2006/relationships/image" Target="../media/image404.png"/><Relationship Id="rId139" Type="http://schemas.openxmlformats.org/officeDocument/2006/relationships/image" Target="../media/image10.png"/><Relationship Id="rId290" Type="http://schemas.openxmlformats.org/officeDocument/2006/relationships/image" Target="../media/image1005.png"/><Relationship Id="rId304" Type="http://schemas.openxmlformats.org/officeDocument/2006/relationships/image" Target="../media/image1012.png"/><Relationship Id="rId346" Type="http://schemas.openxmlformats.org/officeDocument/2006/relationships/image" Target="../media/image81.png"/><Relationship Id="rId388" Type="http://schemas.openxmlformats.org/officeDocument/2006/relationships/image" Target="../media/image402.png"/><Relationship Id="rId85" Type="http://schemas.openxmlformats.org/officeDocument/2006/relationships/image" Target="../media/image905.png"/><Relationship Id="rId150" Type="http://schemas.openxmlformats.org/officeDocument/2006/relationships/image" Target="../media/image935.png"/><Relationship Id="rId192" Type="http://schemas.openxmlformats.org/officeDocument/2006/relationships/image" Target="../media/image956.png"/><Relationship Id="rId206" Type="http://schemas.openxmlformats.org/officeDocument/2006/relationships/image" Target="../media/image963.png"/><Relationship Id="rId413" Type="http://schemas.openxmlformats.org/officeDocument/2006/relationships/image" Target="../media/image1056.png"/><Relationship Id="rId248" Type="http://schemas.openxmlformats.org/officeDocument/2006/relationships/image" Target="../media/image985.png"/><Relationship Id="rId12" Type="http://schemas.openxmlformats.org/officeDocument/2006/relationships/customXml" Target="../ink/ink1459.xml"/><Relationship Id="rId108" Type="http://schemas.openxmlformats.org/officeDocument/2006/relationships/customXml" Target="../ink/ink1507.xml"/><Relationship Id="rId315" Type="http://schemas.openxmlformats.org/officeDocument/2006/relationships/customXml" Target="../ink/ink1611.xml"/><Relationship Id="rId357" Type="http://schemas.openxmlformats.org/officeDocument/2006/relationships/image" Target="../media/image1035.png"/><Relationship Id="rId54" Type="http://schemas.openxmlformats.org/officeDocument/2006/relationships/customXml" Target="../ink/ink1480.xml"/><Relationship Id="rId96" Type="http://schemas.openxmlformats.org/officeDocument/2006/relationships/customXml" Target="../ink/ink1501.xml"/><Relationship Id="rId161" Type="http://schemas.openxmlformats.org/officeDocument/2006/relationships/customXml" Target="../ink/ink1534.xml"/><Relationship Id="rId217" Type="http://schemas.openxmlformats.org/officeDocument/2006/relationships/customXml" Target="../ink/ink1562.xml"/><Relationship Id="rId399" Type="http://schemas.openxmlformats.org/officeDocument/2006/relationships/customXml" Target="../ink/ink1658.xml"/><Relationship Id="rId259" Type="http://schemas.openxmlformats.org/officeDocument/2006/relationships/customXml" Target="../ink/ink1583.xml"/><Relationship Id="rId424" Type="http://schemas.openxmlformats.org/officeDocument/2006/relationships/customXml" Target="../ink/ink1672.xml"/><Relationship Id="rId23" Type="http://schemas.openxmlformats.org/officeDocument/2006/relationships/image" Target="../media/image876.png"/><Relationship Id="rId119" Type="http://schemas.openxmlformats.org/officeDocument/2006/relationships/image" Target="../media/image922.png"/><Relationship Id="rId270" Type="http://schemas.openxmlformats.org/officeDocument/2006/relationships/image" Target="../media/image995.png"/><Relationship Id="rId326" Type="http://schemas.openxmlformats.org/officeDocument/2006/relationships/customXml" Target="../ink/ink1617.xml"/><Relationship Id="rId65" Type="http://schemas.openxmlformats.org/officeDocument/2006/relationships/image" Target="../media/image895.png"/><Relationship Id="rId130" Type="http://schemas.openxmlformats.org/officeDocument/2006/relationships/customXml" Target="../ink/ink1518.xml"/><Relationship Id="rId368" Type="http://schemas.openxmlformats.org/officeDocument/2006/relationships/customXml" Target="../ink/ink1639.xml"/><Relationship Id="rId172" Type="http://schemas.openxmlformats.org/officeDocument/2006/relationships/image" Target="../media/image946.png"/><Relationship Id="rId228" Type="http://schemas.openxmlformats.org/officeDocument/2006/relationships/image" Target="../media/image975.png"/><Relationship Id="rId435" Type="http://schemas.openxmlformats.org/officeDocument/2006/relationships/image" Target="../media/image1065.png"/><Relationship Id="rId281" Type="http://schemas.openxmlformats.org/officeDocument/2006/relationships/customXml" Target="../ink/ink1594.xml"/><Relationship Id="rId337" Type="http://schemas.openxmlformats.org/officeDocument/2006/relationships/image" Target="../media/image1028.png"/><Relationship Id="rId34" Type="http://schemas.openxmlformats.org/officeDocument/2006/relationships/customXml" Target="../ink/ink1470.xml"/><Relationship Id="rId76" Type="http://schemas.openxmlformats.org/officeDocument/2006/relationships/customXml" Target="../ink/ink1491.xml"/><Relationship Id="rId141" Type="http://schemas.openxmlformats.org/officeDocument/2006/relationships/customXml" Target="../ink/ink1524.xml"/><Relationship Id="rId379" Type="http://schemas.openxmlformats.org/officeDocument/2006/relationships/image" Target="../media/image1046.png"/><Relationship Id="rId7" Type="http://schemas.openxmlformats.org/officeDocument/2006/relationships/image" Target="../media/image868.png"/><Relationship Id="rId183" Type="http://schemas.openxmlformats.org/officeDocument/2006/relationships/customXml" Target="../ink/ink1545.xml"/><Relationship Id="rId239" Type="http://schemas.openxmlformats.org/officeDocument/2006/relationships/customXml" Target="../ink/ink1573.xml"/><Relationship Id="rId390" Type="http://schemas.openxmlformats.org/officeDocument/2006/relationships/customXml" Target="../ink/ink1651.xml"/><Relationship Id="rId404" Type="http://schemas.openxmlformats.org/officeDocument/2006/relationships/customXml" Target="../ink/ink1662.xml"/><Relationship Id="rId250" Type="http://schemas.openxmlformats.org/officeDocument/2006/relationships/image" Target="../media/image986.png"/><Relationship Id="rId292" Type="http://schemas.openxmlformats.org/officeDocument/2006/relationships/image" Target="../media/image1006.png"/><Relationship Id="rId306" Type="http://schemas.openxmlformats.org/officeDocument/2006/relationships/image" Target="../media/image1013.png"/><Relationship Id="rId45" Type="http://schemas.openxmlformats.org/officeDocument/2006/relationships/image" Target="../media/image886.png"/><Relationship Id="rId87" Type="http://schemas.openxmlformats.org/officeDocument/2006/relationships/image" Target="../media/image906.png"/><Relationship Id="rId110" Type="http://schemas.openxmlformats.org/officeDocument/2006/relationships/customXml" Target="../ink/ink1508.xml"/><Relationship Id="rId348" Type="http://schemas.openxmlformats.org/officeDocument/2006/relationships/customXml" Target="../ink/ink1629.xml"/><Relationship Id="rId152" Type="http://schemas.openxmlformats.org/officeDocument/2006/relationships/image" Target="../media/image936.png"/><Relationship Id="rId194" Type="http://schemas.openxmlformats.org/officeDocument/2006/relationships/image" Target="../media/image957.png"/><Relationship Id="rId208" Type="http://schemas.openxmlformats.org/officeDocument/2006/relationships/image" Target="../media/image964.png"/><Relationship Id="rId415" Type="http://schemas.openxmlformats.org/officeDocument/2006/relationships/image" Target="../media/image1057.png"/><Relationship Id="rId261" Type="http://schemas.openxmlformats.org/officeDocument/2006/relationships/customXml" Target="../ink/ink1584.xml"/><Relationship Id="rId14" Type="http://schemas.openxmlformats.org/officeDocument/2006/relationships/customXml" Target="../ink/ink1460.xml"/><Relationship Id="rId56" Type="http://schemas.openxmlformats.org/officeDocument/2006/relationships/customXml" Target="../ink/ink1481.xml"/><Relationship Id="rId317" Type="http://schemas.openxmlformats.org/officeDocument/2006/relationships/customXml" Target="../ink/ink1612.xml"/><Relationship Id="rId359" Type="http://schemas.openxmlformats.org/officeDocument/2006/relationships/image" Target="../media/image1036.png"/><Relationship Id="rId98" Type="http://schemas.openxmlformats.org/officeDocument/2006/relationships/customXml" Target="../ink/ink1502.xml"/><Relationship Id="rId121" Type="http://schemas.openxmlformats.org/officeDocument/2006/relationships/image" Target="../media/image923.png"/><Relationship Id="rId163" Type="http://schemas.openxmlformats.org/officeDocument/2006/relationships/customXml" Target="../ink/ink1535.xml"/><Relationship Id="rId219" Type="http://schemas.openxmlformats.org/officeDocument/2006/relationships/customXml" Target="../ink/ink1563.xml"/><Relationship Id="rId370" Type="http://schemas.openxmlformats.org/officeDocument/2006/relationships/customXml" Target="../ink/ink1640.xml"/><Relationship Id="rId426" Type="http://schemas.openxmlformats.org/officeDocument/2006/relationships/customXml" Target="../ink/ink1673.xml"/><Relationship Id="rId230" Type="http://schemas.openxmlformats.org/officeDocument/2006/relationships/image" Target="../media/image976.png"/><Relationship Id="rId25" Type="http://schemas.openxmlformats.org/officeDocument/2006/relationships/image" Target="../media/image877.png"/><Relationship Id="rId67" Type="http://schemas.openxmlformats.org/officeDocument/2006/relationships/image" Target="../media/image896.png"/><Relationship Id="rId272" Type="http://schemas.openxmlformats.org/officeDocument/2006/relationships/image" Target="../media/image996.png"/><Relationship Id="rId328" Type="http://schemas.openxmlformats.org/officeDocument/2006/relationships/customXml" Target="../ink/ink1618.xml"/><Relationship Id="rId132" Type="http://schemas.openxmlformats.org/officeDocument/2006/relationships/customXml" Target="../ink/ink1519.xml"/><Relationship Id="rId174" Type="http://schemas.openxmlformats.org/officeDocument/2006/relationships/image" Target="../media/image947.png"/><Relationship Id="rId381" Type="http://schemas.openxmlformats.org/officeDocument/2006/relationships/image" Target="../media/image1047.png"/><Relationship Id="rId241" Type="http://schemas.openxmlformats.org/officeDocument/2006/relationships/customXml" Target="../ink/ink1574.xml"/><Relationship Id="rId36" Type="http://schemas.openxmlformats.org/officeDocument/2006/relationships/customXml" Target="../ink/ink1471.xml"/><Relationship Id="rId283" Type="http://schemas.openxmlformats.org/officeDocument/2006/relationships/customXml" Target="../ink/ink1595.xml"/><Relationship Id="rId339" Type="http://schemas.openxmlformats.org/officeDocument/2006/relationships/customXml" Target="../ink/ink1624.xml"/><Relationship Id="rId78" Type="http://schemas.openxmlformats.org/officeDocument/2006/relationships/customXml" Target="../ink/ink1492.xml"/><Relationship Id="rId101" Type="http://schemas.openxmlformats.org/officeDocument/2006/relationships/image" Target="../media/image913.png"/><Relationship Id="rId143" Type="http://schemas.openxmlformats.org/officeDocument/2006/relationships/customXml" Target="../ink/ink1525.xml"/><Relationship Id="rId185" Type="http://schemas.openxmlformats.org/officeDocument/2006/relationships/customXml" Target="../ink/ink1546.xml"/><Relationship Id="rId350" Type="http://schemas.openxmlformats.org/officeDocument/2006/relationships/customXml" Target="../ink/ink1630.xml"/><Relationship Id="rId406" Type="http://schemas.openxmlformats.org/officeDocument/2006/relationships/customXml" Target="../ink/ink1663.xml"/><Relationship Id="rId9" Type="http://schemas.openxmlformats.org/officeDocument/2006/relationships/image" Target="../media/image869.png"/><Relationship Id="rId210" Type="http://schemas.openxmlformats.org/officeDocument/2006/relationships/image" Target="../media/image965.png"/><Relationship Id="rId392" Type="http://schemas.openxmlformats.org/officeDocument/2006/relationships/image" Target="../media/image9.png"/><Relationship Id="rId252" Type="http://schemas.openxmlformats.org/officeDocument/2006/relationships/image" Target="../media/image125.png"/><Relationship Id="rId294" Type="http://schemas.openxmlformats.org/officeDocument/2006/relationships/image" Target="../media/image1007.png"/><Relationship Id="rId308" Type="http://schemas.openxmlformats.org/officeDocument/2006/relationships/image" Target="../media/image1014.png"/><Relationship Id="rId47" Type="http://schemas.openxmlformats.org/officeDocument/2006/relationships/image" Target="../media/image6.png"/><Relationship Id="rId89" Type="http://schemas.openxmlformats.org/officeDocument/2006/relationships/image" Target="../media/image907.png"/><Relationship Id="rId112" Type="http://schemas.openxmlformats.org/officeDocument/2006/relationships/customXml" Target="../ink/ink1509.xml"/><Relationship Id="rId154" Type="http://schemas.openxmlformats.org/officeDocument/2006/relationships/image" Target="../media/image937.png"/><Relationship Id="rId361" Type="http://schemas.openxmlformats.org/officeDocument/2006/relationships/image" Target="../media/image1037.png"/><Relationship Id="rId196" Type="http://schemas.openxmlformats.org/officeDocument/2006/relationships/image" Target="../media/image958.png"/><Relationship Id="rId417" Type="http://schemas.openxmlformats.org/officeDocument/2006/relationships/image" Target="../media/image1058.png"/><Relationship Id="rId16" Type="http://schemas.openxmlformats.org/officeDocument/2006/relationships/customXml" Target="../ink/ink1461.xml"/><Relationship Id="rId221" Type="http://schemas.openxmlformats.org/officeDocument/2006/relationships/customXml" Target="../ink/ink1564.xml"/><Relationship Id="rId263" Type="http://schemas.openxmlformats.org/officeDocument/2006/relationships/customXml" Target="../ink/ink1585.xml"/><Relationship Id="rId319" Type="http://schemas.openxmlformats.org/officeDocument/2006/relationships/customXml" Target="../ink/ink1613.xml"/><Relationship Id="rId58" Type="http://schemas.openxmlformats.org/officeDocument/2006/relationships/customXml" Target="../ink/ink1482.xml"/><Relationship Id="rId123" Type="http://schemas.openxmlformats.org/officeDocument/2006/relationships/image" Target="../media/image924.png"/><Relationship Id="rId330" Type="http://schemas.openxmlformats.org/officeDocument/2006/relationships/customXml" Target="../ink/ink1619.xml"/><Relationship Id="rId165" Type="http://schemas.openxmlformats.org/officeDocument/2006/relationships/customXml" Target="../ink/ink1536.xml"/><Relationship Id="rId372" Type="http://schemas.openxmlformats.org/officeDocument/2006/relationships/customXml" Target="../ink/ink1641.xml"/><Relationship Id="rId428" Type="http://schemas.openxmlformats.org/officeDocument/2006/relationships/image" Target="../media/image1063.png"/><Relationship Id="rId232" Type="http://schemas.openxmlformats.org/officeDocument/2006/relationships/image" Target="../media/image977.png"/><Relationship Id="rId274" Type="http://schemas.openxmlformats.org/officeDocument/2006/relationships/image" Target="../media/image997.png"/><Relationship Id="rId27" Type="http://schemas.openxmlformats.org/officeDocument/2006/relationships/image" Target="../media/image878.png"/><Relationship Id="rId69" Type="http://schemas.openxmlformats.org/officeDocument/2006/relationships/image" Target="../media/image897.png"/><Relationship Id="rId134" Type="http://schemas.openxmlformats.org/officeDocument/2006/relationships/customXml" Target="../ink/ink1520.xml"/><Relationship Id="rId80" Type="http://schemas.openxmlformats.org/officeDocument/2006/relationships/customXml" Target="../ink/ink1493.xml"/><Relationship Id="rId176" Type="http://schemas.openxmlformats.org/officeDocument/2006/relationships/image" Target="../media/image948.png"/><Relationship Id="rId341" Type="http://schemas.openxmlformats.org/officeDocument/2006/relationships/customXml" Target="../ink/ink1625.xml"/><Relationship Id="rId383" Type="http://schemas.openxmlformats.org/officeDocument/2006/relationships/image" Target="../media/image1048.png"/><Relationship Id="rId201" Type="http://schemas.openxmlformats.org/officeDocument/2006/relationships/customXml" Target="../ink/ink1554.xml"/><Relationship Id="rId243" Type="http://schemas.openxmlformats.org/officeDocument/2006/relationships/customXml" Target="../ink/ink1575.xml"/><Relationship Id="rId285" Type="http://schemas.openxmlformats.org/officeDocument/2006/relationships/customXml" Target="../ink/ink1596.xml"/><Relationship Id="rId38" Type="http://schemas.openxmlformats.org/officeDocument/2006/relationships/customXml" Target="../ink/ink1472.xml"/><Relationship Id="rId103" Type="http://schemas.openxmlformats.org/officeDocument/2006/relationships/image" Target="../media/image914.png"/><Relationship Id="rId310" Type="http://schemas.openxmlformats.org/officeDocument/2006/relationships/image" Target="../media/image1015.png"/><Relationship Id="rId91" Type="http://schemas.openxmlformats.org/officeDocument/2006/relationships/image" Target="../media/image908.png"/><Relationship Id="rId145" Type="http://schemas.openxmlformats.org/officeDocument/2006/relationships/customXml" Target="../ink/ink1526.xml"/><Relationship Id="rId187" Type="http://schemas.openxmlformats.org/officeDocument/2006/relationships/customXml" Target="../ink/ink1547.xml"/><Relationship Id="rId352" Type="http://schemas.openxmlformats.org/officeDocument/2006/relationships/customXml" Target="../ink/ink1631.xml"/><Relationship Id="rId394" Type="http://schemas.openxmlformats.org/officeDocument/2006/relationships/customXml" Target="../ink/ink1654.xml"/><Relationship Id="rId408" Type="http://schemas.openxmlformats.org/officeDocument/2006/relationships/customXml" Target="../ink/ink1664.xml"/><Relationship Id="rId212" Type="http://schemas.openxmlformats.org/officeDocument/2006/relationships/image" Target="../media/image966.png"/><Relationship Id="rId254" Type="http://schemas.openxmlformats.org/officeDocument/2006/relationships/image" Target="../media/image987.png"/><Relationship Id="rId28" Type="http://schemas.openxmlformats.org/officeDocument/2006/relationships/customXml" Target="../ink/ink1467.xml"/><Relationship Id="rId49" Type="http://schemas.openxmlformats.org/officeDocument/2006/relationships/image" Target="../media/image887.png"/><Relationship Id="rId114" Type="http://schemas.openxmlformats.org/officeDocument/2006/relationships/customXml" Target="../ink/ink1510.xml"/><Relationship Id="rId275" Type="http://schemas.openxmlformats.org/officeDocument/2006/relationships/customXml" Target="../ink/ink1591.xml"/><Relationship Id="rId296" Type="http://schemas.openxmlformats.org/officeDocument/2006/relationships/image" Target="../media/image1008.png"/><Relationship Id="rId300" Type="http://schemas.openxmlformats.org/officeDocument/2006/relationships/image" Target="../media/image1010.png"/><Relationship Id="rId60" Type="http://schemas.openxmlformats.org/officeDocument/2006/relationships/customXml" Target="../ink/ink1483.xml"/><Relationship Id="rId81" Type="http://schemas.openxmlformats.org/officeDocument/2006/relationships/image" Target="../media/image903.png"/><Relationship Id="rId135" Type="http://schemas.openxmlformats.org/officeDocument/2006/relationships/image" Target="../media/image930.png"/><Relationship Id="rId156" Type="http://schemas.openxmlformats.org/officeDocument/2006/relationships/image" Target="../media/image938.png"/><Relationship Id="rId177" Type="http://schemas.openxmlformats.org/officeDocument/2006/relationships/customXml" Target="../ink/ink1542.xml"/><Relationship Id="rId198" Type="http://schemas.openxmlformats.org/officeDocument/2006/relationships/image" Target="../media/image959.png"/><Relationship Id="rId321" Type="http://schemas.openxmlformats.org/officeDocument/2006/relationships/customXml" Target="../ink/ink1614.xml"/><Relationship Id="rId342" Type="http://schemas.openxmlformats.org/officeDocument/2006/relationships/image" Target="../media/image3.png"/><Relationship Id="rId363" Type="http://schemas.openxmlformats.org/officeDocument/2006/relationships/image" Target="../media/image1038.png"/><Relationship Id="rId384" Type="http://schemas.openxmlformats.org/officeDocument/2006/relationships/customXml" Target="../ink/ink1647.xml"/><Relationship Id="rId419" Type="http://schemas.openxmlformats.org/officeDocument/2006/relationships/image" Target="../media/image1059.png"/><Relationship Id="rId202" Type="http://schemas.openxmlformats.org/officeDocument/2006/relationships/image" Target="../media/image961.png"/><Relationship Id="rId223" Type="http://schemas.openxmlformats.org/officeDocument/2006/relationships/customXml" Target="../ink/ink1565.xml"/><Relationship Id="rId244" Type="http://schemas.openxmlformats.org/officeDocument/2006/relationships/image" Target="../media/image983.png"/><Relationship Id="rId430" Type="http://schemas.openxmlformats.org/officeDocument/2006/relationships/image" Target="../media/image1064.png"/><Relationship Id="rId18" Type="http://schemas.openxmlformats.org/officeDocument/2006/relationships/customXml" Target="../ink/ink1462.xml"/><Relationship Id="rId39" Type="http://schemas.openxmlformats.org/officeDocument/2006/relationships/image" Target="../media/image884.png"/><Relationship Id="rId265" Type="http://schemas.openxmlformats.org/officeDocument/2006/relationships/customXml" Target="../ink/ink1586.xml"/><Relationship Id="rId286" Type="http://schemas.openxmlformats.org/officeDocument/2006/relationships/image" Target="../media/image1003.png"/><Relationship Id="rId50" Type="http://schemas.openxmlformats.org/officeDocument/2006/relationships/customXml" Target="../ink/ink1478.xml"/><Relationship Id="rId104" Type="http://schemas.openxmlformats.org/officeDocument/2006/relationships/customXml" Target="../ink/ink1505.xml"/><Relationship Id="rId125" Type="http://schemas.openxmlformats.org/officeDocument/2006/relationships/image" Target="../media/image925.png"/><Relationship Id="rId146" Type="http://schemas.openxmlformats.org/officeDocument/2006/relationships/image" Target="../media/image933.png"/><Relationship Id="rId167" Type="http://schemas.openxmlformats.org/officeDocument/2006/relationships/customXml" Target="../ink/ink1537.xml"/><Relationship Id="rId188" Type="http://schemas.openxmlformats.org/officeDocument/2006/relationships/image" Target="../media/image954.png"/><Relationship Id="rId311" Type="http://schemas.openxmlformats.org/officeDocument/2006/relationships/customXml" Target="../ink/ink1609.xml"/><Relationship Id="rId332" Type="http://schemas.openxmlformats.org/officeDocument/2006/relationships/customXml" Target="../ink/ink1620.xml"/><Relationship Id="rId353" Type="http://schemas.openxmlformats.org/officeDocument/2006/relationships/image" Target="../media/image1033.png"/><Relationship Id="rId374" Type="http://schemas.openxmlformats.org/officeDocument/2006/relationships/customXml" Target="../ink/ink1642.xml"/><Relationship Id="rId395" Type="http://schemas.openxmlformats.org/officeDocument/2006/relationships/customXml" Target="../ink/ink1655.xml"/><Relationship Id="rId409" Type="http://schemas.openxmlformats.org/officeDocument/2006/relationships/image" Target="../media/image1054.png"/><Relationship Id="rId71" Type="http://schemas.openxmlformats.org/officeDocument/2006/relationships/image" Target="../media/image898.png"/><Relationship Id="rId92" Type="http://schemas.openxmlformats.org/officeDocument/2006/relationships/customXml" Target="../ink/ink1499.xml"/><Relationship Id="rId213" Type="http://schemas.openxmlformats.org/officeDocument/2006/relationships/customXml" Target="../ink/ink1560.xml"/><Relationship Id="rId234" Type="http://schemas.openxmlformats.org/officeDocument/2006/relationships/image" Target="../media/image978.png"/><Relationship Id="rId420" Type="http://schemas.openxmlformats.org/officeDocument/2006/relationships/customXml" Target="../ink/ink1670.xml"/><Relationship Id="rId2" Type="http://schemas.openxmlformats.org/officeDocument/2006/relationships/customXml" Target="../ink/ink1454.xml"/><Relationship Id="rId29" Type="http://schemas.openxmlformats.org/officeDocument/2006/relationships/image" Target="../media/image879.png"/><Relationship Id="rId255" Type="http://schemas.openxmlformats.org/officeDocument/2006/relationships/customXml" Target="../ink/ink1581.xml"/><Relationship Id="rId276" Type="http://schemas.openxmlformats.org/officeDocument/2006/relationships/image" Target="../media/image998.png"/><Relationship Id="rId297" Type="http://schemas.openxmlformats.org/officeDocument/2006/relationships/customXml" Target="../ink/ink1602.xml"/><Relationship Id="rId40" Type="http://schemas.openxmlformats.org/officeDocument/2006/relationships/customXml" Target="../ink/ink1473.xml"/><Relationship Id="rId115" Type="http://schemas.openxmlformats.org/officeDocument/2006/relationships/image" Target="../media/image920.png"/><Relationship Id="rId136" Type="http://schemas.openxmlformats.org/officeDocument/2006/relationships/customXml" Target="../ink/ink1521.xml"/><Relationship Id="rId157" Type="http://schemas.openxmlformats.org/officeDocument/2006/relationships/customXml" Target="../ink/ink1532.xml"/><Relationship Id="rId178" Type="http://schemas.openxmlformats.org/officeDocument/2006/relationships/image" Target="../media/image949.png"/><Relationship Id="rId301" Type="http://schemas.openxmlformats.org/officeDocument/2006/relationships/customXml" Target="../ink/ink1604.xml"/><Relationship Id="rId322" Type="http://schemas.openxmlformats.org/officeDocument/2006/relationships/customXml" Target="../ink/ink1615.xml"/><Relationship Id="rId343" Type="http://schemas.openxmlformats.org/officeDocument/2006/relationships/customXml" Target="../ink/ink1626.xml"/><Relationship Id="rId364" Type="http://schemas.openxmlformats.org/officeDocument/2006/relationships/customXml" Target="../ink/ink1637.xml"/><Relationship Id="rId61" Type="http://schemas.openxmlformats.org/officeDocument/2006/relationships/image" Target="../media/image893.png"/><Relationship Id="rId82" Type="http://schemas.openxmlformats.org/officeDocument/2006/relationships/customXml" Target="../ink/ink1494.xml"/><Relationship Id="rId199" Type="http://schemas.openxmlformats.org/officeDocument/2006/relationships/customXml" Target="../ink/ink1553.xml"/><Relationship Id="rId203" Type="http://schemas.openxmlformats.org/officeDocument/2006/relationships/customXml" Target="../ink/ink1555.xml"/><Relationship Id="rId385" Type="http://schemas.openxmlformats.org/officeDocument/2006/relationships/customXml" Target="../ink/ink1648.xml"/><Relationship Id="rId19" Type="http://schemas.openxmlformats.org/officeDocument/2006/relationships/image" Target="../media/image874.png"/><Relationship Id="rId224" Type="http://schemas.openxmlformats.org/officeDocument/2006/relationships/image" Target="../media/image973.png"/><Relationship Id="rId245" Type="http://schemas.openxmlformats.org/officeDocument/2006/relationships/customXml" Target="../ink/ink1576.xml"/><Relationship Id="rId266" Type="http://schemas.openxmlformats.org/officeDocument/2006/relationships/image" Target="../media/image993.png"/><Relationship Id="rId287" Type="http://schemas.openxmlformats.org/officeDocument/2006/relationships/customXml" Target="../ink/ink1597.xml"/><Relationship Id="rId410" Type="http://schemas.openxmlformats.org/officeDocument/2006/relationships/customXml" Target="../ink/ink1665.xml"/><Relationship Id="rId431" Type="http://schemas.openxmlformats.org/officeDocument/2006/relationships/customXml" Target="../ink/ink1676.xml"/><Relationship Id="rId30" Type="http://schemas.openxmlformats.org/officeDocument/2006/relationships/customXml" Target="../ink/ink1468.xml"/><Relationship Id="rId105" Type="http://schemas.openxmlformats.org/officeDocument/2006/relationships/image" Target="../media/image915.png"/><Relationship Id="rId126" Type="http://schemas.openxmlformats.org/officeDocument/2006/relationships/customXml" Target="../ink/ink1516.xml"/><Relationship Id="rId147" Type="http://schemas.openxmlformats.org/officeDocument/2006/relationships/customXml" Target="../ink/ink1527.xml"/><Relationship Id="rId168" Type="http://schemas.openxmlformats.org/officeDocument/2006/relationships/image" Target="../media/image944.png"/><Relationship Id="rId312" Type="http://schemas.openxmlformats.org/officeDocument/2006/relationships/image" Target="../media/image1016.png"/><Relationship Id="rId333" Type="http://schemas.openxmlformats.org/officeDocument/2006/relationships/image" Target="../media/image1026.png"/><Relationship Id="rId354" Type="http://schemas.openxmlformats.org/officeDocument/2006/relationships/customXml" Target="../ink/ink1632.xml"/><Relationship Id="rId51" Type="http://schemas.openxmlformats.org/officeDocument/2006/relationships/image" Target="../media/image888.png"/><Relationship Id="rId72" Type="http://schemas.openxmlformats.org/officeDocument/2006/relationships/customXml" Target="../ink/ink1489.xml"/><Relationship Id="rId93" Type="http://schemas.openxmlformats.org/officeDocument/2006/relationships/image" Target="../media/image909.png"/><Relationship Id="rId189" Type="http://schemas.openxmlformats.org/officeDocument/2006/relationships/customXml" Target="../ink/ink1548.xml"/><Relationship Id="rId375" Type="http://schemas.openxmlformats.org/officeDocument/2006/relationships/image" Target="../media/image1044.png"/><Relationship Id="rId396" Type="http://schemas.openxmlformats.org/officeDocument/2006/relationships/customXml" Target="../ink/ink1656.xml"/><Relationship Id="rId3" Type="http://schemas.openxmlformats.org/officeDocument/2006/relationships/image" Target="../media/image396.png"/><Relationship Id="rId214" Type="http://schemas.openxmlformats.org/officeDocument/2006/relationships/image" Target="../media/image967.png"/><Relationship Id="rId235" Type="http://schemas.openxmlformats.org/officeDocument/2006/relationships/customXml" Target="../ink/ink1571.xml"/><Relationship Id="rId256" Type="http://schemas.openxmlformats.org/officeDocument/2006/relationships/image" Target="../media/image988.png"/><Relationship Id="rId277" Type="http://schemas.openxmlformats.org/officeDocument/2006/relationships/customXml" Target="../ink/ink1592.xml"/><Relationship Id="rId298" Type="http://schemas.openxmlformats.org/officeDocument/2006/relationships/image" Target="../media/image1009.png"/><Relationship Id="rId400" Type="http://schemas.openxmlformats.org/officeDocument/2006/relationships/customXml" Target="../ink/ink1659.xml"/><Relationship Id="rId421" Type="http://schemas.openxmlformats.org/officeDocument/2006/relationships/image" Target="../media/image1060.png"/><Relationship Id="rId116" Type="http://schemas.openxmlformats.org/officeDocument/2006/relationships/customXml" Target="../ink/ink1511.xml"/><Relationship Id="rId137" Type="http://schemas.openxmlformats.org/officeDocument/2006/relationships/image" Target="../media/image931.png"/><Relationship Id="rId158" Type="http://schemas.openxmlformats.org/officeDocument/2006/relationships/image" Target="../media/image939.png"/><Relationship Id="rId302" Type="http://schemas.openxmlformats.org/officeDocument/2006/relationships/image" Target="../media/image1011.png"/><Relationship Id="rId323" Type="http://schemas.openxmlformats.org/officeDocument/2006/relationships/image" Target="../media/image1021.png"/><Relationship Id="rId344" Type="http://schemas.openxmlformats.org/officeDocument/2006/relationships/image" Target="../media/image1030.png"/><Relationship Id="rId20" Type="http://schemas.openxmlformats.org/officeDocument/2006/relationships/customXml" Target="../ink/ink1463.xml"/><Relationship Id="rId41" Type="http://schemas.openxmlformats.org/officeDocument/2006/relationships/image" Target="../media/image885.png"/><Relationship Id="rId62" Type="http://schemas.openxmlformats.org/officeDocument/2006/relationships/customXml" Target="../ink/ink1484.xml"/><Relationship Id="rId83" Type="http://schemas.openxmlformats.org/officeDocument/2006/relationships/image" Target="../media/image904.png"/><Relationship Id="rId179" Type="http://schemas.openxmlformats.org/officeDocument/2006/relationships/customXml" Target="../ink/ink1543.xml"/><Relationship Id="rId365" Type="http://schemas.openxmlformats.org/officeDocument/2006/relationships/image" Target="../media/image1039.png"/><Relationship Id="rId386" Type="http://schemas.openxmlformats.org/officeDocument/2006/relationships/image" Target="../media/image1049.png"/><Relationship Id="rId190" Type="http://schemas.openxmlformats.org/officeDocument/2006/relationships/image" Target="../media/image955.png"/><Relationship Id="rId204" Type="http://schemas.openxmlformats.org/officeDocument/2006/relationships/image" Target="../media/image962.png"/><Relationship Id="rId225" Type="http://schemas.openxmlformats.org/officeDocument/2006/relationships/customXml" Target="../ink/ink1566.xml"/><Relationship Id="rId246" Type="http://schemas.openxmlformats.org/officeDocument/2006/relationships/image" Target="../media/image984.png"/><Relationship Id="rId267" Type="http://schemas.openxmlformats.org/officeDocument/2006/relationships/customXml" Target="../ink/ink1587.xml"/><Relationship Id="rId288" Type="http://schemas.openxmlformats.org/officeDocument/2006/relationships/image" Target="../media/image1004.png"/><Relationship Id="rId411" Type="http://schemas.openxmlformats.org/officeDocument/2006/relationships/image" Target="../media/image1055.png"/><Relationship Id="rId432" Type="http://schemas.openxmlformats.org/officeDocument/2006/relationships/customXml" Target="../ink/ink1677.xml"/><Relationship Id="rId106" Type="http://schemas.openxmlformats.org/officeDocument/2006/relationships/customXml" Target="../ink/ink1506.xml"/><Relationship Id="rId127" Type="http://schemas.openxmlformats.org/officeDocument/2006/relationships/image" Target="../media/image926.png"/><Relationship Id="rId313" Type="http://schemas.openxmlformats.org/officeDocument/2006/relationships/customXml" Target="../ink/ink1610.xml"/><Relationship Id="rId10" Type="http://schemas.openxmlformats.org/officeDocument/2006/relationships/customXml" Target="../ink/ink1458.xml"/><Relationship Id="rId31" Type="http://schemas.openxmlformats.org/officeDocument/2006/relationships/image" Target="../media/image880.png"/><Relationship Id="rId52" Type="http://schemas.openxmlformats.org/officeDocument/2006/relationships/customXml" Target="../ink/ink1479.xml"/><Relationship Id="rId73" Type="http://schemas.openxmlformats.org/officeDocument/2006/relationships/image" Target="../media/image899.png"/><Relationship Id="rId94" Type="http://schemas.openxmlformats.org/officeDocument/2006/relationships/customXml" Target="../ink/ink1500.xml"/><Relationship Id="rId148" Type="http://schemas.openxmlformats.org/officeDocument/2006/relationships/image" Target="../media/image934.png"/><Relationship Id="rId169" Type="http://schemas.openxmlformats.org/officeDocument/2006/relationships/customXml" Target="../ink/ink1538.xml"/><Relationship Id="rId334" Type="http://schemas.openxmlformats.org/officeDocument/2006/relationships/customXml" Target="../ink/ink1621.xml"/><Relationship Id="rId355" Type="http://schemas.openxmlformats.org/officeDocument/2006/relationships/image" Target="../media/image1034.png"/><Relationship Id="rId376" Type="http://schemas.openxmlformats.org/officeDocument/2006/relationships/customXml" Target="../ink/ink1643.xml"/><Relationship Id="rId397" Type="http://schemas.openxmlformats.org/officeDocument/2006/relationships/image" Target="../media/image1050.png"/><Relationship Id="rId4" Type="http://schemas.openxmlformats.org/officeDocument/2006/relationships/customXml" Target="../ink/ink1455.xml"/><Relationship Id="rId180" Type="http://schemas.openxmlformats.org/officeDocument/2006/relationships/image" Target="../media/image950.png"/><Relationship Id="rId215" Type="http://schemas.openxmlformats.org/officeDocument/2006/relationships/customXml" Target="../ink/ink1561.xml"/><Relationship Id="rId236" Type="http://schemas.openxmlformats.org/officeDocument/2006/relationships/image" Target="../media/image979.png"/><Relationship Id="rId257" Type="http://schemas.openxmlformats.org/officeDocument/2006/relationships/customXml" Target="../ink/ink1582.xml"/><Relationship Id="rId278" Type="http://schemas.openxmlformats.org/officeDocument/2006/relationships/image" Target="../media/image999.png"/><Relationship Id="rId401" Type="http://schemas.openxmlformats.org/officeDocument/2006/relationships/image" Target="../media/image1051.png"/><Relationship Id="rId422" Type="http://schemas.openxmlformats.org/officeDocument/2006/relationships/customXml" Target="../ink/ink1671.xml"/><Relationship Id="rId303" Type="http://schemas.openxmlformats.org/officeDocument/2006/relationships/customXml" Target="../ink/ink1605.xml"/><Relationship Id="rId42" Type="http://schemas.openxmlformats.org/officeDocument/2006/relationships/customXml" Target="../ink/ink1474.xml"/><Relationship Id="rId84" Type="http://schemas.openxmlformats.org/officeDocument/2006/relationships/customXml" Target="../ink/ink1495.xml"/><Relationship Id="rId138" Type="http://schemas.openxmlformats.org/officeDocument/2006/relationships/customXml" Target="../ink/ink1522.xml"/><Relationship Id="rId345" Type="http://schemas.openxmlformats.org/officeDocument/2006/relationships/customXml" Target="../ink/ink1627.xml"/><Relationship Id="rId387" Type="http://schemas.openxmlformats.org/officeDocument/2006/relationships/customXml" Target="../ink/ink1649.xml"/><Relationship Id="rId191" Type="http://schemas.openxmlformats.org/officeDocument/2006/relationships/customXml" Target="../ink/ink1549.xml"/><Relationship Id="rId205" Type="http://schemas.openxmlformats.org/officeDocument/2006/relationships/customXml" Target="../ink/ink1556.xml"/><Relationship Id="rId247" Type="http://schemas.openxmlformats.org/officeDocument/2006/relationships/customXml" Target="../ink/ink1577.xml"/><Relationship Id="rId412" Type="http://schemas.openxmlformats.org/officeDocument/2006/relationships/customXml" Target="../ink/ink1666.xml"/><Relationship Id="rId107" Type="http://schemas.openxmlformats.org/officeDocument/2006/relationships/image" Target="../media/image916.png"/><Relationship Id="rId289" Type="http://schemas.openxmlformats.org/officeDocument/2006/relationships/customXml" Target="../ink/ink1598.xml"/><Relationship Id="rId11" Type="http://schemas.openxmlformats.org/officeDocument/2006/relationships/image" Target="../media/image870.png"/><Relationship Id="rId53" Type="http://schemas.openxmlformats.org/officeDocument/2006/relationships/image" Target="../media/image889.png"/><Relationship Id="rId149" Type="http://schemas.openxmlformats.org/officeDocument/2006/relationships/customXml" Target="../ink/ink1528.xml"/><Relationship Id="rId314" Type="http://schemas.openxmlformats.org/officeDocument/2006/relationships/image" Target="../media/image1018.png"/><Relationship Id="rId356" Type="http://schemas.openxmlformats.org/officeDocument/2006/relationships/customXml" Target="../ink/ink1633.xml"/><Relationship Id="rId398" Type="http://schemas.openxmlformats.org/officeDocument/2006/relationships/customXml" Target="../ink/ink1657.xml"/><Relationship Id="rId95" Type="http://schemas.openxmlformats.org/officeDocument/2006/relationships/image" Target="../media/image910.png"/><Relationship Id="rId160" Type="http://schemas.openxmlformats.org/officeDocument/2006/relationships/image" Target="../media/image940.png"/><Relationship Id="rId216" Type="http://schemas.openxmlformats.org/officeDocument/2006/relationships/image" Target="../media/image968.png"/><Relationship Id="rId423" Type="http://schemas.openxmlformats.org/officeDocument/2006/relationships/image" Target="../media/image1061.png"/><Relationship Id="rId258" Type="http://schemas.openxmlformats.org/officeDocument/2006/relationships/image" Target="../media/image989.png"/><Relationship Id="rId22" Type="http://schemas.openxmlformats.org/officeDocument/2006/relationships/customXml" Target="../ink/ink1464.xml"/><Relationship Id="rId64" Type="http://schemas.openxmlformats.org/officeDocument/2006/relationships/customXml" Target="../ink/ink1485.xml"/><Relationship Id="rId118" Type="http://schemas.openxmlformats.org/officeDocument/2006/relationships/customXml" Target="../ink/ink1512.xml"/><Relationship Id="rId325" Type="http://schemas.openxmlformats.org/officeDocument/2006/relationships/image" Target="../media/image1022.png"/><Relationship Id="rId367" Type="http://schemas.openxmlformats.org/officeDocument/2006/relationships/image" Target="../media/image1040.png"/><Relationship Id="rId171" Type="http://schemas.openxmlformats.org/officeDocument/2006/relationships/customXml" Target="../ink/ink1539.xml"/><Relationship Id="rId227" Type="http://schemas.openxmlformats.org/officeDocument/2006/relationships/customXml" Target="../ink/ink1567.xml"/><Relationship Id="rId269" Type="http://schemas.openxmlformats.org/officeDocument/2006/relationships/customXml" Target="../ink/ink1588.xml"/><Relationship Id="rId434" Type="http://schemas.openxmlformats.org/officeDocument/2006/relationships/customXml" Target="../ink/ink1679.xml"/><Relationship Id="rId33" Type="http://schemas.openxmlformats.org/officeDocument/2006/relationships/image" Target="../media/image881.png"/><Relationship Id="rId129" Type="http://schemas.openxmlformats.org/officeDocument/2006/relationships/image" Target="../media/image927.png"/><Relationship Id="rId280" Type="http://schemas.openxmlformats.org/officeDocument/2006/relationships/image" Target="../media/image1000.png"/><Relationship Id="rId336" Type="http://schemas.openxmlformats.org/officeDocument/2006/relationships/customXml" Target="../ink/ink1622.xml"/><Relationship Id="rId75" Type="http://schemas.openxmlformats.org/officeDocument/2006/relationships/image" Target="../media/image900.png"/><Relationship Id="rId140" Type="http://schemas.openxmlformats.org/officeDocument/2006/relationships/customXml" Target="../ink/ink1523.xml"/><Relationship Id="rId182" Type="http://schemas.openxmlformats.org/officeDocument/2006/relationships/image" Target="../media/image951.png"/><Relationship Id="rId378" Type="http://schemas.openxmlformats.org/officeDocument/2006/relationships/customXml" Target="../ink/ink1644.xml"/><Relationship Id="rId403" Type="http://schemas.openxmlformats.org/officeDocument/2006/relationships/customXml" Target="../ink/ink1661.xml"/><Relationship Id="rId6" Type="http://schemas.openxmlformats.org/officeDocument/2006/relationships/customXml" Target="../ink/ink1456.xml"/><Relationship Id="rId238" Type="http://schemas.openxmlformats.org/officeDocument/2006/relationships/image" Target="../media/image980.png"/><Relationship Id="rId291" Type="http://schemas.openxmlformats.org/officeDocument/2006/relationships/customXml" Target="../ink/ink1599.xml"/><Relationship Id="rId305" Type="http://schemas.openxmlformats.org/officeDocument/2006/relationships/customXml" Target="../ink/ink1606.xml"/><Relationship Id="rId347" Type="http://schemas.openxmlformats.org/officeDocument/2006/relationships/customXml" Target="../ink/ink1628.xml"/><Relationship Id="rId44" Type="http://schemas.openxmlformats.org/officeDocument/2006/relationships/customXml" Target="../ink/ink1475.xml"/><Relationship Id="rId86" Type="http://schemas.openxmlformats.org/officeDocument/2006/relationships/customXml" Target="../ink/ink1496.xml"/><Relationship Id="rId151" Type="http://schemas.openxmlformats.org/officeDocument/2006/relationships/customXml" Target="../ink/ink1529.xml"/><Relationship Id="rId389" Type="http://schemas.openxmlformats.org/officeDocument/2006/relationships/customXml" Target="../ink/ink1650.xml"/><Relationship Id="rId193" Type="http://schemas.openxmlformats.org/officeDocument/2006/relationships/customXml" Target="../ink/ink1550.xml"/><Relationship Id="rId207" Type="http://schemas.openxmlformats.org/officeDocument/2006/relationships/customXml" Target="../ink/ink1557.xml"/><Relationship Id="rId249" Type="http://schemas.openxmlformats.org/officeDocument/2006/relationships/customXml" Target="../ink/ink1578.xml"/><Relationship Id="rId414" Type="http://schemas.openxmlformats.org/officeDocument/2006/relationships/customXml" Target="../ink/ink1667.xml"/><Relationship Id="rId13" Type="http://schemas.openxmlformats.org/officeDocument/2006/relationships/image" Target="../media/image871.png"/><Relationship Id="rId109" Type="http://schemas.openxmlformats.org/officeDocument/2006/relationships/image" Target="../media/image917.png"/><Relationship Id="rId260" Type="http://schemas.openxmlformats.org/officeDocument/2006/relationships/image" Target="../media/image990.png"/><Relationship Id="rId316" Type="http://schemas.openxmlformats.org/officeDocument/2006/relationships/image" Target="../media/image1019.png"/><Relationship Id="rId55" Type="http://schemas.openxmlformats.org/officeDocument/2006/relationships/image" Target="../media/image890.png"/><Relationship Id="rId97" Type="http://schemas.openxmlformats.org/officeDocument/2006/relationships/image" Target="../media/image911.png"/><Relationship Id="rId120" Type="http://schemas.openxmlformats.org/officeDocument/2006/relationships/customXml" Target="../ink/ink1513.xml"/><Relationship Id="rId358" Type="http://schemas.openxmlformats.org/officeDocument/2006/relationships/customXml" Target="../ink/ink1634.xml"/><Relationship Id="rId162" Type="http://schemas.openxmlformats.org/officeDocument/2006/relationships/image" Target="../media/image941.png"/><Relationship Id="rId218" Type="http://schemas.openxmlformats.org/officeDocument/2006/relationships/image" Target="../media/image969.png"/><Relationship Id="rId425" Type="http://schemas.openxmlformats.org/officeDocument/2006/relationships/image" Target="../media/image1062.png"/><Relationship Id="rId271" Type="http://schemas.openxmlformats.org/officeDocument/2006/relationships/customXml" Target="../ink/ink1589.xml"/><Relationship Id="rId24" Type="http://schemas.openxmlformats.org/officeDocument/2006/relationships/customXml" Target="../ink/ink1465.xml"/><Relationship Id="rId66" Type="http://schemas.openxmlformats.org/officeDocument/2006/relationships/customXml" Target="../ink/ink1486.xml"/><Relationship Id="rId131" Type="http://schemas.openxmlformats.org/officeDocument/2006/relationships/image" Target="../media/image928.png"/><Relationship Id="rId327" Type="http://schemas.openxmlformats.org/officeDocument/2006/relationships/image" Target="../media/image1023.png"/><Relationship Id="rId369" Type="http://schemas.openxmlformats.org/officeDocument/2006/relationships/image" Target="../media/image1041.png"/><Relationship Id="rId173" Type="http://schemas.openxmlformats.org/officeDocument/2006/relationships/customXml" Target="../ink/ink1540.xml"/><Relationship Id="rId229" Type="http://schemas.openxmlformats.org/officeDocument/2006/relationships/customXml" Target="../ink/ink1568.xml"/><Relationship Id="rId380" Type="http://schemas.openxmlformats.org/officeDocument/2006/relationships/customXml" Target="../ink/ink1645.xml"/><Relationship Id="rId240" Type="http://schemas.openxmlformats.org/officeDocument/2006/relationships/image" Target="../media/image981.png"/><Relationship Id="rId35" Type="http://schemas.openxmlformats.org/officeDocument/2006/relationships/image" Target="../media/image882.png"/><Relationship Id="rId77" Type="http://schemas.openxmlformats.org/officeDocument/2006/relationships/image" Target="../media/image901.png"/><Relationship Id="rId100" Type="http://schemas.openxmlformats.org/officeDocument/2006/relationships/customXml" Target="../ink/ink1503.xml"/><Relationship Id="rId282" Type="http://schemas.openxmlformats.org/officeDocument/2006/relationships/image" Target="../media/image1001.png"/><Relationship Id="rId338" Type="http://schemas.openxmlformats.org/officeDocument/2006/relationships/customXml" Target="../ink/ink1623.xml"/><Relationship Id="rId8" Type="http://schemas.openxmlformats.org/officeDocument/2006/relationships/customXml" Target="../ink/ink1457.xml"/><Relationship Id="rId142" Type="http://schemas.openxmlformats.org/officeDocument/2006/relationships/image" Target="../media/image127.png"/><Relationship Id="rId184" Type="http://schemas.openxmlformats.org/officeDocument/2006/relationships/image" Target="../media/image952.png"/><Relationship Id="rId391" Type="http://schemas.openxmlformats.org/officeDocument/2006/relationships/customXml" Target="../ink/ink1652.xml"/><Relationship Id="rId405" Type="http://schemas.openxmlformats.org/officeDocument/2006/relationships/image" Target="../media/image1052.png"/><Relationship Id="rId251" Type="http://schemas.openxmlformats.org/officeDocument/2006/relationships/customXml" Target="../ink/ink1579.xml"/><Relationship Id="rId46" Type="http://schemas.openxmlformats.org/officeDocument/2006/relationships/customXml" Target="../ink/ink1476.xml"/><Relationship Id="rId293" Type="http://schemas.openxmlformats.org/officeDocument/2006/relationships/customXml" Target="../ink/ink1600.xml"/><Relationship Id="rId307" Type="http://schemas.openxmlformats.org/officeDocument/2006/relationships/customXml" Target="../ink/ink1607.xml"/><Relationship Id="rId349" Type="http://schemas.openxmlformats.org/officeDocument/2006/relationships/image" Target="../media/image1031.png"/><Relationship Id="rId88" Type="http://schemas.openxmlformats.org/officeDocument/2006/relationships/customXml" Target="../ink/ink1497.xml"/><Relationship Id="rId111" Type="http://schemas.openxmlformats.org/officeDocument/2006/relationships/image" Target="../media/image918.png"/><Relationship Id="rId153" Type="http://schemas.openxmlformats.org/officeDocument/2006/relationships/customXml" Target="../ink/ink1530.xml"/><Relationship Id="rId195" Type="http://schemas.openxmlformats.org/officeDocument/2006/relationships/customXml" Target="../ink/ink1551.xml"/><Relationship Id="rId209" Type="http://schemas.openxmlformats.org/officeDocument/2006/relationships/customXml" Target="../ink/ink1558.xml"/><Relationship Id="rId360" Type="http://schemas.openxmlformats.org/officeDocument/2006/relationships/customXml" Target="../ink/ink1635.xml"/><Relationship Id="rId416" Type="http://schemas.openxmlformats.org/officeDocument/2006/relationships/customXml" Target="../ink/ink1668.xml"/><Relationship Id="rId220" Type="http://schemas.openxmlformats.org/officeDocument/2006/relationships/image" Target="../media/image970.png"/><Relationship Id="rId15" Type="http://schemas.openxmlformats.org/officeDocument/2006/relationships/image" Target="../media/image872.png"/><Relationship Id="rId57" Type="http://schemas.openxmlformats.org/officeDocument/2006/relationships/image" Target="../media/image891.png"/><Relationship Id="rId262" Type="http://schemas.openxmlformats.org/officeDocument/2006/relationships/image" Target="../media/image991.png"/><Relationship Id="rId318" Type="http://schemas.openxmlformats.org/officeDocument/2006/relationships/image" Target="../media/image1020.png"/><Relationship Id="rId99" Type="http://schemas.openxmlformats.org/officeDocument/2006/relationships/image" Target="../media/image912.png"/><Relationship Id="rId122" Type="http://schemas.openxmlformats.org/officeDocument/2006/relationships/customXml" Target="../ink/ink1514.xml"/><Relationship Id="rId164" Type="http://schemas.openxmlformats.org/officeDocument/2006/relationships/image" Target="../media/image942.png"/><Relationship Id="rId371" Type="http://schemas.openxmlformats.org/officeDocument/2006/relationships/image" Target="../media/image1042.png"/><Relationship Id="rId427" Type="http://schemas.openxmlformats.org/officeDocument/2006/relationships/customXml" Target="../ink/ink1674.xml"/><Relationship Id="rId26" Type="http://schemas.openxmlformats.org/officeDocument/2006/relationships/customXml" Target="../ink/ink1466.xml"/><Relationship Id="rId231" Type="http://schemas.openxmlformats.org/officeDocument/2006/relationships/customXml" Target="../ink/ink1569.xml"/><Relationship Id="rId273" Type="http://schemas.openxmlformats.org/officeDocument/2006/relationships/customXml" Target="../ink/ink1590.xml"/><Relationship Id="rId329" Type="http://schemas.openxmlformats.org/officeDocument/2006/relationships/image" Target="../media/image1024.png"/><Relationship Id="rId68" Type="http://schemas.openxmlformats.org/officeDocument/2006/relationships/customXml" Target="../ink/ink1487.xml"/><Relationship Id="rId133" Type="http://schemas.openxmlformats.org/officeDocument/2006/relationships/image" Target="../media/image929.png"/><Relationship Id="rId175" Type="http://schemas.openxmlformats.org/officeDocument/2006/relationships/customXml" Target="../ink/ink1541.xml"/><Relationship Id="rId340" Type="http://schemas.openxmlformats.org/officeDocument/2006/relationships/image" Target="../media/image1029.png"/><Relationship Id="rId200" Type="http://schemas.openxmlformats.org/officeDocument/2006/relationships/image" Target="../media/image960.png"/><Relationship Id="rId382" Type="http://schemas.openxmlformats.org/officeDocument/2006/relationships/customXml" Target="../ink/ink1646.xml"/><Relationship Id="rId242" Type="http://schemas.openxmlformats.org/officeDocument/2006/relationships/image" Target="../media/image982.png"/><Relationship Id="rId284" Type="http://schemas.openxmlformats.org/officeDocument/2006/relationships/image" Target="../media/image1002.png"/><Relationship Id="rId37" Type="http://schemas.openxmlformats.org/officeDocument/2006/relationships/image" Target="../media/image883.png"/><Relationship Id="rId79" Type="http://schemas.openxmlformats.org/officeDocument/2006/relationships/image" Target="../media/image902.png"/><Relationship Id="rId102" Type="http://schemas.openxmlformats.org/officeDocument/2006/relationships/customXml" Target="../ink/ink1504.xml"/><Relationship Id="rId144" Type="http://schemas.openxmlformats.org/officeDocument/2006/relationships/image" Target="../media/image932.png"/><Relationship Id="rId90" Type="http://schemas.openxmlformats.org/officeDocument/2006/relationships/customXml" Target="../ink/ink1498.xml"/><Relationship Id="rId186" Type="http://schemas.openxmlformats.org/officeDocument/2006/relationships/image" Target="../media/image953.png"/><Relationship Id="rId351" Type="http://schemas.openxmlformats.org/officeDocument/2006/relationships/image" Target="../media/image1032.png"/><Relationship Id="rId393" Type="http://schemas.openxmlformats.org/officeDocument/2006/relationships/customXml" Target="../ink/ink1653.xml"/><Relationship Id="rId407" Type="http://schemas.openxmlformats.org/officeDocument/2006/relationships/image" Target="../media/image1053.png"/><Relationship Id="rId211" Type="http://schemas.openxmlformats.org/officeDocument/2006/relationships/customXml" Target="../ink/ink1559.xml"/><Relationship Id="rId253" Type="http://schemas.openxmlformats.org/officeDocument/2006/relationships/customXml" Target="../ink/ink1580.xml"/><Relationship Id="rId295" Type="http://schemas.openxmlformats.org/officeDocument/2006/relationships/customXml" Target="../ink/ink1601.xml"/><Relationship Id="rId309" Type="http://schemas.openxmlformats.org/officeDocument/2006/relationships/customXml" Target="../ink/ink1608.xml"/><Relationship Id="rId48" Type="http://schemas.openxmlformats.org/officeDocument/2006/relationships/customXml" Target="../ink/ink1477.xml"/><Relationship Id="rId113" Type="http://schemas.openxmlformats.org/officeDocument/2006/relationships/image" Target="../media/image919.png"/><Relationship Id="rId320" Type="http://schemas.openxmlformats.org/officeDocument/2006/relationships/image" Target="../media/image2.png"/><Relationship Id="rId155" Type="http://schemas.openxmlformats.org/officeDocument/2006/relationships/customXml" Target="../ink/ink1531.xml"/><Relationship Id="rId197" Type="http://schemas.openxmlformats.org/officeDocument/2006/relationships/customXml" Target="../ink/ink1552.xml"/><Relationship Id="rId362" Type="http://schemas.openxmlformats.org/officeDocument/2006/relationships/customXml" Target="../ink/ink1636.xml"/><Relationship Id="rId418" Type="http://schemas.openxmlformats.org/officeDocument/2006/relationships/customXml" Target="../ink/ink1669.xml"/><Relationship Id="rId222" Type="http://schemas.openxmlformats.org/officeDocument/2006/relationships/image" Target="../media/image971.png"/><Relationship Id="rId264" Type="http://schemas.openxmlformats.org/officeDocument/2006/relationships/image" Target="../media/image992.png"/><Relationship Id="rId17" Type="http://schemas.openxmlformats.org/officeDocument/2006/relationships/image" Target="../media/image873.png"/><Relationship Id="rId59" Type="http://schemas.openxmlformats.org/officeDocument/2006/relationships/image" Target="../media/image892.png"/><Relationship Id="rId124" Type="http://schemas.openxmlformats.org/officeDocument/2006/relationships/customXml" Target="../ink/ink1515.xml"/><Relationship Id="rId70" Type="http://schemas.openxmlformats.org/officeDocument/2006/relationships/customXml" Target="../ink/ink1488.xml"/><Relationship Id="rId166" Type="http://schemas.openxmlformats.org/officeDocument/2006/relationships/image" Target="../media/image943.png"/><Relationship Id="rId331" Type="http://schemas.openxmlformats.org/officeDocument/2006/relationships/image" Target="../media/image1025.png"/><Relationship Id="rId373" Type="http://schemas.openxmlformats.org/officeDocument/2006/relationships/image" Target="../media/image1043.png"/><Relationship Id="rId429" Type="http://schemas.openxmlformats.org/officeDocument/2006/relationships/customXml" Target="../ink/ink1675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57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38.xml"/><Relationship Id="rId21" Type="http://schemas.openxmlformats.org/officeDocument/2006/relationships/image" Target="../media/image1076.png"/><Relationship Id="rId324" Type="http://schemas.openxmlformats.org/officeDocument/2006/relationships/customXml" Target="../ink/ink1843.xml"/><Relationship Id="rId531" Type="http://schemas.openxmlformats.org/officeDocument/2006/relationships/customXml" Target="../ink/ink1950.xml"/><Relationship Id="rId170" Type="http://schemas.openxmlformats.org/officeDocument/2006/relationships/image" Target="../media/image1147.png"/><Relationship Id="rId268" Type="http://schemas.openxmlformats.org/officeDocument/2006/relationships/customXml" Target="../ink/ink1814.xml"/><Relationship Id="rId475" Type="http://schemas.openxmlformats.org/officeDocument/2006/relationships/customXml" Target="../ink/ink1922.xml"/><Relationship Id="rId32" Type="http://schemas.openxmlformats.org/officeDocument/2006/relationships/customXml" Target="../ink/ink1695.xml"/><Relationship Id="rId128" Type="http://schemas.openxmlformats.org/officeDocument/2006/relationships/image" Target="../media/image1126.png"/><Relationship Id="rId335" Type="http://schemas.openxmlformats.org/officeDocument/2006/relationships/image" Target="../media/image1223.png"/><Relationship Id="rId542" Type="http://schemas.openxmlformats.org/officeDocument/2006/relationships/image" Target="../media/image1320.png"/><Relationship Id="rId181" Type="http://schemas.openxmlformats.org/officeDocument/2006/relationships/customXml" Target="../ink/ink1770.xml"/><Relationship Id="rId402" Type="http://schemas.openxmlformats.org/officeDocument/2006/relationships/image" Target="../media/image1256.png"/><Relationship Id="rId279" Type="http://schemas.openxmlformats.org/officeDocument/2006/relationships/image" Target="../media/image1200.png"/><Relationship Id="rId486" Type="http://schemas.openxmlformats.org/officeDocument/2006/relationships/image" Target="../media/image1292.png"/><Relationship Id="rId43" Type="http://schemas.openxmlformats.org/officeDocument/2006/relationships/image" Target="../media/image1087.png"/><Relationship Id="rId139" Type="http://schemas.openxmlformats.org/officeDocument/2006/relationships/customXml" Target="../ink/ink1749.xml"/><Relationship Id="rId346" Type="http://schemas.openxmlformats.org/officeDocument/2006/relationships/customXml" Target="../ink/ink1854.xml"/><Relationship Id="rId553" Type="http://schemas.openxmlformats.org/officeDocument/2006/relationships/customXml" Target="../ink/ink1963.xml"/><Relationship Id="rId192" Type="http://schemas.openxmlformats.org/officeDocument/2006/relationships/image" Target="../media/image1158.png"/><Relationship Id="rId206" Type="http://schemas.openxmlformats.org/officeDocument/2006/relationships/image" Target="../media/image1165.png"/><Relationship Id="rId413" Type="http://schemas.openxmlformats.org/officeDocument/2006/relationships/image" Target="../media/image1261.png"/><Relationship Id="rId497" Type="http://schemas.openxmlformats.org/officeDocument/2006/relationships/customXml" Target="../ink/ink1933.xml"/><Relationship Id="rId357" Type="http://schemas.openxmlformats.org/officeDocument/2006/relationships/image" Target="../media/image1235.png"/><Relationship Id="rId54" Type="http://schemas.openxmlformats.org/officeDocument/2006/relationships/customXml" Target="../ink/ink1706.xml"/><Relationship Id="rId217" Type="http://schemas.openxmlformats.org/officeDocument/2006/relationships/customXml" Target="../ink/ink1788.xml"/><Relationship Id="rId564" Type="http://schemas.openxmlformats.org/officeDocument/2006/relationships/customXml" Target="../ink/ink1969.xml"/><Relationship Id="rId424" Type="http://schemas.openxmlformats.org/officeDocument/2006/relationships/customXml" Target="../ink/ink1894.xml"/><Relationship Id="rId270" Type="http://schemas.openxmlformats.org/officeDocument/2006/relationships/customXml" Target="../ink/ink1815.xml"/><Relationship Id="rId65" Type="http://schemas.openxmlformats.org/officeDocument/2006/relationships/customXml" Target="../ink/ink1712.xml"/><Relationship Id="rId130" Type="http://schemas.openxmlformats.org/officeDocument/2006/relationships/image" Target="../media/image1127.png"/><Relationship Id="rId368" Type="http://schemas.openxmlformats.org/officeDocument/2006/relationships/customXml" Target="../ink/ink1865.xml"/><Relationship Id="rId575" Type="http://schemas.openxmlformats.org/officeDocument/2006/relationships/image" Target="../media/image1332.png"/><Relationship Id="rId228" Type="http://schemas.openxmlformats.org/officeDocument/2006/relationships/customXml" Target="../ink/ink1794.xml"/><Relationship Id="rId435" Type="http://schemas.openxmlformats.org/officeDocument/2006/relationships/image" Target="../media/image1272.png"/><Relationship Id="rId281" Type="http://schemas.openxmlformats.org/officeDocument/2006/relationships/image" Target="../media/image1201.png"/><Relationship Id="rId502" Type="http://schemas.openxmlformats.org/officeDocument/2006/relationships/image" Target="../media/image1300.png"/><Relationship Id="rId76" Type="http://schemas.openxmlformats.org/officeDocument/2006/relationships/image" Target="../media/image1100.png"/><Relationship Id="rId141" Type="http://schemas.openxmlformats.org/officeDocument/2006/relationships/customXml" Target="../ink/ink1750.xml"/><Relationship Id="rId379" Type="http://schemas.openxmlformats.org/officeDocument/2006/relationships/customXml" Target="../ink/ink1871.xml"/><Relationship Id="rId586" Type="http://schemas.openxmlformats.org/officeDocument/2006/relationships/customXml" Target="../ink/ink1980.xml"/><Relationship Id="rId7" Type="http://schemas.openxmlformats.org/officeDocument/2006/relationships/image" Target="../media/image1068.png"/><Relationship Id="rId239" Type="http://schemas.openxmlformats.org/officeDocument/2006/relationships/image" Target="../media/image1180.png"/><Relationship Id="rId446" Type="http://schemas.openxmlformats.org/officeDocument/2006/relationships/customXml" Target="../ink/ink1905.xml"/><Relationship Id="rId292" Type="http://schemas.openxmlformats.org/officeDocument/2006/relationships/customXml" Target="../ink/ink1826.xml"/><Relationship Id="rId306" Type="http://schemas.openxmlformats.org/officeDocument/2006/relationships/customXml" Target="../ink/ink1833.xml"/><Relationship Id="rId45" Type="http://schemas.openxmlformats.org/officeDocument/2006/relationships/image" Target="../media/image1088.png"/><Relationship Id="rId87" Type="http://schemas.openxmlformats.org/officeDocument/2006/relationships/customXml" Target="../ink/ink1723.xml"/><Relationship Id="rId110" Type="http://schemas.openxmlformats.org/officeDocument/2006/relationships/image" Target="../media/image1117.png"/><Relationship Id="rId348" Type="http://schemas.openxmlformats.org/officeDocument/2006/relationships/customXml" Target="../ink/ink1855.xml"/><Relationship Id="rId513" Type="http://schemas.openxmlformats.org/officeDocument/2006/relationships/customXml" Target="../ink/ink1941.xml"/><Relationship Id="rId555" Type="http://schemas.openxmlformats.org/officeDocument/2006/relationships/image" Target="../media/image1322.png"/><Relationship Id="rId152" Type="http://schemas.openxmlformats.org/officeDocument/2006/relationships/image" Target="../media/image1138.png"/><Relationship Id="rId194" Type="http://schemas.openxmlformats.org/officeDocument/2006/relationships/image" Target="../media/image1159.png"/><Relationship Id="rId208" Type="http://schemas.openxmlformats.org/officeDocument/2006/relationships/image" Target="../media/image1166.png"/><Relationship Id="rId415" Type="http://schemas.openxmlformats.org/officeDocument/2006/relationships/image" Target="../media/image1262.png"/><Relationship Id="rId457" Type="http://schemas.openxmlformats.org/officeDocument/2006/relationships/customXml" Target="../ink/ink1911.xml"/><Relationship Id="rId261" Type="http://schemas.openxmlformats.org/officeDocument/2006/relationships/image" Target="../media/image1191.png"/><Relationship Id="rId499" Type="http://schemas.openxmlformats.org/officeDocument/2006/relationships/customXml" Target="../ink/ink1934.xml"/><Relationship Id="rId14" Type="http://schemas.openxmlformats.org/officeDocument/2006/relationships/customXml" Target="../ink/ink1686.xml"/><Relationship Id="rId56" Type="http://schemas.openxmlformats.org/officeDocument/2006/relationships/customXml" Target="../ink/ink1707.xml"/><Relationship Id="rId317" Type="http://schemas.openxmlformats.org/officeDocument/2006/relationships/image" Target="../media/image375.png"/><Relationship Id="rId359" Type="http://schemas.openxmlformats.org/officeDocument/2006/relationships/image" Target="../media/image1236.png"/><Relationship Id="rId524" Type="http://schemas.openxmlformats.org/officeDocument/2006/relationships/image" Target="../media/image1311.png"/><Relationship Id="rId566" Type="http://schemas.openxmlformats.org/officeDocument/2006/relationships/customXml" Target="../ink/ink1970.xml"/><Relationship Id="rId98" Type="http://schemas.openxmlformats.org/officeDocument/2006/relationships/image" Target="../media/image1111.png"/><Relationship Id="rId121" Type="http://schemas.openxmlformats.org/officeDocument/2006/relationships/customXml" Target="../ink/ink1740.xml"/><Relationship Id="rId163" Type="http://schemas.openxmlformats.org/officeDocument/2006/relationships/customXml" Target="../ink/ink1761.xml"/><Relationship Id="rId219" Type="http://schemas.openxmlformats.org/officeDocument/2006/relationships/customXml" Target="../ink/ink1789.xml"/><Relationship Id="rId370" Type="http://schemas.openxmlformats.org/officeDocument/2006/relationships/customXml" Target="../ink/ink1866.xml"/><Relationship Id="rId426" Type="http://schemas.openxmlformats.org/officeDocument/2006/relationships/customXml" Target="../ink/ink1895.xml"/><Relationship Id="rId230" Type="http://schemas.openxmlformats.org/officeDocument/2006/relationships/customXml" Target="../ink/ink1795.xml"/><Relationship Id="rId468" Type="http://schemas.openxmlformats.org/officeDocument/2006/relationships/customXml" Target="../ink/ink1918.xml"/><Relationship Id="rId25" Type="http://schemas.openxmlformats.org/officeDocument/2006/relationships/image" Target="../media/image1078.png"/><Relationship Id="rId67" Type="http://schemas.openxmlformats.org/officeDocument/2006/relationships/customXml" Target="../ink/ink1713.xml"/><Relationship Id="rId272" Type="http://schemas.openxmlformats.org/officeDocument/2006/relationships/customXml" Target="../ink/ink1816.xml"/><Relationship Id="rId328" Type="http://schemas.openxmlformats.org/officeDocument/2006/relationships/customXml" Target="../ink/ink1845.xml"/><Relationship Id="rId535" Type="http://schemas.openxmlformats.org/officeDocument/2006/relationships/customXml" Target="../ink/ink1952.xml"/><Relationship Id="rId577" Type="http://schemas.openxmlformats.org/officeDocument/2006/relationships/image" Target="../media/image1333.png"/><Relationship Id="rId132" Type="http://schemas.openxmlformats.org/officeDocument/2006/relationships/image" Target="../media/image1128.png"/><Relationship Id="rId174" Type="http://schemas.openxmlformats.org/officeDocument/2006/relationships/image" Target="../media/image1149.png"/><Relationship Id="rId381" Type="http://schemas.openxmlformats.org/officeDocument/2006/relationships/customXml" Target="../ink/ink1872.xml"/><Relationship Id="rId241" Type="http://schemas.openxmlformats.org/officeDocument/2006/relationships/image" Target="../media/image1181.png"/><Relationship Id="rId437" Type="http://schemas.openxmlformats.org/officeDocument/2006/relationships/image" Target="../media/image1273.png"/><Relationship Id="rId479" Type="http://schemas.openxmlformats.org/officeDocument/2006/relationships/customXml" Target="../ink/ink1924.xml"/><Relationship Id="rId36" Type="http://schemas.openxmlformats.org/officeDocument/2006/relationships/customXml" Target="../ink/ink1697.xml"/><Relationship Id="rId283" Type="http://schemas.openxmlformats.org/officeDocument/2006/relationships/image" Target="../media/image1202.png"/><Relationship Id="rId339" Type="http://schemas.openxmlformats.org/officeDocument/2006/relationships/image" Target="../media/image1225.png"/><Relationship Id="rId490" Type="http://schemas.openxmlformats.org/officeDocument/2006/relationships/image" Target="../media/image1294.png"/><Relationship Id="rId504" Type="http://schemas.openxmlformats.org/officeDocument/2006/relationships/image" Target="../media/image1301.png"/><Relationship Id="rId546" Type="http://schemas.openxmlformats.org/officeDocument/2006/relationships/customXml" Target="../ink/ink1958.xml"/><Relationship Id="rId78" Type="http://schemas.openxmlformats.org/officeDocument/2006/relationships/image" Target="../media/image1101.png"/><Relationship Id="rId101" Type="http://schemas.openxmlformats.org/officeDocument/2006/relationships/customXml" Target="../ink/ink1730.xml"/><Relationship Id="rId143" Type="http://schemas.openxmlformats.org/officeDocument/2006/relationships/customXml" Target="../ink/ink1751.xml"/><Relationship Id="rId185" Type="http://schemas.openxmlformats.org/officeDocument/2006/relationships/customXml" Target="../ink/ink1772.xml"/><Relationship Id="rId350" Type="http://schemas.openxmlformats.org/officeDocument/2006/relationships/customXml" Target="../ink/ink1856.xml"/><Relationship Id="rId406" Type="http://schemas.openxmlformats.org/officeDocument/2006/relationships/customXml" Target="../ink/ink1885.xml"/><Relationship Id="rId588" Type="http://schemas.openxmlformats.org/officeDocument/2006/relationships/customXml" Target="../ink/ink1981.xml"/><Relationship Id="rId9" Type="http://schemas.openxmlformats.org/officeDocument/2006/relationships/image" Target="../media/image1069.png"/><Relationship Id="rId210" Type="http://schemas.openxmlformats.org/officeDocument/2006/relationships/image" Target="../media/image1167.png"/><Relationship Id="rId392" Type="http://schemas.openxmlformats.org/officeDocument/2006/relationships/image" Target="../media/image1251.png"/><Relationship Id="rId448" Type="http://schemas.openxmlformats.org/officeDocument/2006/relationships/customXml" Target="../ink/ink1906.xml"/><Relationship Id="rId252" Type="http://schemas.openxmlformats.org/officeDocument/2006/relationships/customXml" Target="../ink/ink1806.xml"/><Relationship Id="rId294" Type="http://schemas.openxmlformats.org/officeDocument/2006/relationships/customXml" Target="../ink/ink1827.xml"/><Relationship Id="rId308" Type="http://schemas.openxmlformats.org/officeDocument/2006/relationships/customXml" Target="../ink/ink1834.xml"/><Relationship Id="rId515" Type="http://schemas.openxmlformats.org/officeDocument/2006/relationships/customXml" Target="../ink/ink1942.xml"/><Relationship Id="rId47" Type="http://schemas.openxmlformats.org/officeDocument/2006/relationships/image" Target="../media/image1089.png"/><Relationship Id="rId89" Type="http://schemas.openxmlformats.org/officeDocument/2006/relationships/customXml" Target="../ink/ink1724.xml"/><Relationship Id="rId112" Type="http://schemas.openxmlformats.org/officeDocument/2006/relationships/image" Target="../media/image1118.png"/><Relationship Id="rId154" Type="http://schemas.openxmlformats.org/officeDocument/2006/relationships/image" Target="../media/image1139.png"/><Relationship Id="rId361" Type="http://schemas.openxmlformats.org/officeDocument/2006/relationships/image" Target="../media/image1237.png"/><Relationship Id="rId557" Type="http://schemas.openxmlformats.org/officeDocument/2006/relationships/image" Target="../media/image1323.png"/><Relationship Id="rId196" Type="http://schemas.openxmlformats.org/officeDocument/2006/relationships/image" Target="../media/image1160.png"/><Relationship Id="rId417" Type="http://schemas.openxmlformats.org/officeDocument/2006/relationships/image" Target="../media/image1263.png"/><Relationship Id="rId459" Type="http://schemas.openxmlformats.org/officeDocument/2006/relationships/customXml" Target="../ink/ink1913.xml"/><Relationship Id="rId16" Type="http://schemas.openxmlformats.org/officeDocument/2006/relationships/customXml" Target="../ink/ink1687.xml"/><Relationship Id="rId221" Type="http://schemas.openxmlformats.org/officeDocument/2006/relationships/customXml" Target="../ink/ink1790.xml"/><Relationship Id="rId263" Type="http://schemas.openxmlformats.org/officeDocument/2006/relationships/image" Target="../media/image1192.png"/><Relationship Id="rId319" Type="http://schemas.openxmlformats.org/officeDocument/2006/relationships/image" Target="../media/image1216.png"/><Relationship Id="rId470" Type="http://schemas.openxmlformats.org/officeDocument/2006/relationships/image" Target="../media/image1284.png"/><Relationship Id="rId526" Type="http://schemas.openxmlformats.org/officeDocument/2006/relationships/image" Target="../media/image1312.png"/><Relationship Id="rId58" Type="http://schemas.openxmlformats.org/officeDocument/2006/relationships/image" Target="../media/image487.png"/><Relationship Id="rId123" Type="http://schemas.openxmlformats.org/officeDocument/2006/relationships/customXml" Target="../ink/ink1741.xml"/><Relationship Id="rId330" Type="http://schemas.openxmlformats.org/officeDocument/2006/relationships/customXml" Target="../ink/ink1846.xml"/><Relationship Id="rId568" Type="http://schemas.openxmlformats.org/officeDocument/2006/relationships/customXml" Target="../ink/ink1971.xml"/><Relationship Id="rId165" Type="http://schemas.openxmlformats.org/officeDocument/2006/relationships/customXml" Target="../ink/ink1762.xml"/><Relationship Id="rId372" Type="http://schemas.openxmlformats.org/officeDocument/2006/relationships/customXml" Target="../ink/ink1867.xml"/><Relationship Id="rId428" Type="http://schemas.openxmlformats.org/officeDocument/2006/relationships/customXml" Target="../ink/ink1896.xml"/><Relationship Id="rId232" Type="http://schemas.openxmlformats.org/officeDocument/2006/relationships/customXml" Target="../ink/ink1796.xml"/><Relationship Id="rId274" Type="http://schemas.openxmlformats.org/officeDocument/2006/relationships/customXml" Target="../ink/ink1817.xml"/><Relationship Id="rId481" Type="http://schemas.openxmlformats.org/officeDocument/2006/relationships/customXml" Target="../ink/ink1925.xml"/><Relationship Id="rId27" Type="http://schemas.openxmlformats.org/officeDocument/2006/relationships/image" Target="../media/image1079.png"/><Relationship Id="rId69" Type="http://schemas.openxmlformats.org/officeDocument/2006/relationships/customXml" Target="../ink/ink1714.xml"/><Relationship Id="rId134" Type="http://schemas.openxmlformats.org/officeDocument/2006/relationships/image" Target="../media/image1129.png"/><Relationship Id="rId537" Type="http://schemas.openxmlformats.org/officeDocument/2006/relationships/customXml" Target="../ink/ink1953.xml"/><Relationship Id="rId579" Type="http://schemas.openxmlformats.org/officeDocument/2006/relationships/image" Target="../media/image1334.png"/><Relationship Id="rId80" Type="http://schemas.openxmlformats.org/officeDocument/2006/relationships/image" Target="../media/image1102.png"/><Relationship Id="rId176" Type="http://schemas.openxmlformats.org/officeDocument/2006/relationships/image" Target="../media/image1150.png"/><Relationship Id="rId341" Type="http://schemas.openxmlformats.org/officeDocument/2006/relationships/image" Target="../media/image1226.png"/><Relationship Id="rId383" Type="http://schemas.openxmlformats.org/officeDocument/2006/relationships/customXml" Target="../ink/ink1873.xml"/><Relationship Id="rId439" Type="http://schemas.openxmlformats.org/officeDocument/2006/relationships/image" Target="../media/image1274.png"/><Relationship Id="rId590" Type="http://schemas.openxmlformats.org/officeDocument/2006/relationships/customXml" Target="../ink/ink1982.xml"/><Relationship Id="rId201" Type="http://schemas.openxmlformats.org/officeDocument/2006/relationships/customXml" Target="../ink/ink1780.xml"/><Relationship Id="rId243" Type="http://schemas.openxmlformats.org/officeDocument/2006/relationships/image" Target="../media/image1182.png"/><Relationship Id="rId285" Type="http://schemas.openxmlformats.org/officeDocument/2006/relationships/image" Target="../media/image1203.png"/><Relationship Id="rId450" Type="http://schemas.openxmlformats.org/officeDocument/2006/relationships/customXml" Target="../ink/ink1907.xml"/><Relationship Id="rId506" Type="http://schemas.openxmlformats.org/officeDocument/2006/relationships/image" Target="../media/image1302.png"/><Relationship Id="rId38" Type="http://schemas.openxmlformats.org/officeDocument/2006/relationships/customXml" Target="../ink/ink1698.xml"/><Relationship Id="rId103" Type="http://schemas.openxmlformats.org/officeDocument/2006/relationships/customXml" Target="../ink/ink1731.xml"/><Relationship Id="rId310" Type="http://schemas.openxmlformats.org/officeDocument/2006/relationships/customXml" Target="../ink/ink1835.xml"/><Relationship Id="rId492" Type="http://schemas.openxmlformats.org/officeDocument/2006/relationships/image" Target="../media/image1295.png"/><Relationship Id="rId548" Type="http://schemas.openxmlformats.org/officeDocument/2006/relationships/image" Target="../media/image10.png"/><Relationship Id="rId91" Type="http://schemas.openxmlformats.org/officeDocument/2006/relationships/customXml" Target="../ink/ink1725.xml"/><Relationship Id="rId145" Type="http://schemas.openxmlformats.org/officeDocument/2006/relationships/customXml" Target="../ink/ink1752.xml"/><Relationship Id="rId187" Type="http://schemas.openxmlformats.org/officeDocument/2006/relationships/customXml" Target="../ink/ink1773.xml"/><Relationship Id="rId352" Type="http://schemas.openxmlformats.org/officeDocument/2006/relationships/customXml" Target="../ink/ink1857.xml"/><Relationship Id="rId394" Type="http://schemas.openxmlformats.org/officeDocument/2006/relationships/image" Target="../media/image1252.png"/><Relationship Id="rId408" Type="http://schemas.openxmlformats.org/officeDocument/2006/relationships/customXml" Target="../ink/ink1886.xml"/><Relationship Id="rId212" Type="http://schemas.openxmlformats.org/officeDocument/2006/relationships/image" Target="../media/image1168.png"/><Relationship Id="rId254" Type="http://schemas.openxmlformats.org/officeDocument/2006/relationships/customXml" Target="../ink/ink1807.xml"/><Relationship Id="rId49" Type="http://schemas.openxmlformats.org/officeDocument/2006/relationships/image" Target="../media/image1090.png"/><Relationship Id="rId114" Type="http://schemas.openxmlformats.org/officeDocument/2006/relationships/image" Target="../media/image1119.png"/><Relationship Id="rId296" Type="http://schemas.openxmlformats.org/officeDocument/2006/relationships/customXml" Target="../ink/ink1828.xml"/><Relationship Id="rId461" Type="http://schemas.openxmlformats.org/officeDocument/2006/relationships/customXml" Target="../ink/ink1914.xml"/><Relationship Id="rId517" Type="http://schemas.openxmlformats.org/officeDocument/2006/relationships/customXml" Target="../ink/ink1943.xml"/><Relationship Id="rId559" Type="http://schemas.openxmlformats.org/officeDocument/2006/relationships/image" Target="../media/image1324.png"/><Relationship Id="rId60" Type="http://schemas.openxmlformats.org/officeDocument/2006/relationships/image" Target="../media/image1092.png"/><Relationship Id="rId156" Type="http://schemas.openxmlformats.org/officeDocument/2006/relationships/image" Target="../media/image1140.png"/><Relationship Id="rId198" Type="http://schemas.openxmlformats.org/officeDocument/2006/relationships/image" Target="../media/image1161.png"/><Relationship Id="rId321" Type="http://schemas.openxmlformats.org/officeDocument/2006/relationships/image" Target="../media/image1217.png"/><Relationship Id="rId363" Type="http://schemas.openxmlformats.org/officeDocument/2006/relationships/image" Target="../media/image1238.png"/><Relationship Id="rId419" Type="http://schemas.openxmlformats.org/officeDocument/2006/relationships/image" Target="../media/image1264.png"/><Relationship Id="rId570" Type="http://schemas.openxmlformats.org/officeDocument/2006/relationships/customXml" Target="../ink/ink1972.xml"/><Relationship Id="rId223" Type="http://schemas.openxmlformats.org/officeDocument/2006/relationships/customXml" Target="../ink/ink1791.xml"/><Relationship Id="rId430" Type="http://schemas.openxmlformats.org/officeDocument/2006/relationships/customXml" Target="../ink/ink1897.xml"/><Relationship Id="rId18" Type="http://schemas.openxmlformats.org/officeDocument/2006/relationships/customXml" Target="../ink/ink1688.xml"/><Relationship Id="rId265" Type="http://schemas.openxmlformats.org/officeDocument/2006/relationships/image" Target="../media/image1193.png"/><Relationship Id="rId472" Type="http://schemas.openxmlformats.org/officeDocument/2006/relationships/image" Target="../media/image1285.png"/><Relationship Id="rId528" Type="http://schemas.openxmlformats.org/officeDocument/2006/relationships/image" Target="../media/image1313.png"/><Relationship Id="rId125" Type="http://schemas.openxmlformats.org/officeDocument/2006/relationships/customXml" Target="../ink/ink1742.xml"/><Relationship Id="rId167" Type="http://schemas.openxmlformats.org/officeDocument/2006/relationships/customXml" Target="../ink/ink1763.xml"/><Relationship Id="rId332" Type="http://schemas.openxmlformats.org/officeDocument/2006/relationships/customXml" Target="../ink/ink1847.xml"/><Relationship Id="rId374" Type="http://schemas.openxmlformats.org/officeDocument/2006/relationships/customXml" Target="../ink/ink1868.xml"/><Relationship Id="rId581" Type="http://schemas.openxmlformats.org/officeDocument/2006/relationships/image" Target="../media/image1335.png"/><Relationship Id="rId71" Type="http://schemas.openxmlformats.org/officeDocument/2006/relationships/customXml" Target="../ink/ink1715.xml"/><Relationship Id="rId234" Type="http://schemas.openxmlformats.org/officeDocument/2006/relationships/customXml" Target="../ink/ink1797.xml"/><Relationship Id="rId2" Type="http://schemas.openxmlformats.org/officeDocument/2006/relationships/customXml" Target="../ink/ink1680.xml"/><Relationship Id="rId29" Type="http://schemas.openxmlformats.org/officeDocument/2006/relationships/image" Target="../media/image1080.png"/><Relationship Id="rId276" Type="http://schemas.openxmlformats.org/officeDocument/2006/relationships/customXml" Target="../ink/ink1818.xml"/><Relationship Id="rId441" Type="http://schemas.openxmlformats.org/officeDocument/2006/relationships/image" Target="../media/image1275.png"/><Relationship Id="rId483" Type="http://schemas.openxmlformats.org/officeDocument/2006/relationships/customXml" Target="../ink/ink1926.xml"/><Relationship Id="rId539" Type="http://schemas.openxmlformats.org/officeDocument/2006/relationships/customXml" Target="../ink/ink1954.xml"/><Relationship Id="rId40" Type="http://schemas.openxmlformats.org/officeDocument/2006/relationships/customXml" Target="../ink/ink1699.xml"/><Relationship Id="rId136" Type="http://schemas.openxmlformats.org/officeDocument/2006/relationships/image" Target="../media/image1130.png"/><Relationship Id="rId178" Type="http://schemas.openxmlformats.org/officeDocument/2006/relationships/image" Target="../media/image1151.png"/><Relationship Id="rId301" Type="http://schemas.openxmlformats.org/officeDocument/2006/relationships/image" Target="../media/image1211.png"/><Relationship Id="rId343" Type="http://schemas.openxmlformats.org/officeDocument/2006/relationships/image" Target="../media/image1227.png"/><Relationship Id="rId550" Type="http://schemas.openxmlformats.org/officeDocument/2006/relationships/customXml" Target="../ink/ink1961.xml"/><Relationship Id="rId82" Type="http://schemas.openxmlformats.org/officeDocument/2006/relationships/image" Target="../media/image1103.png"/><Relationship Id="rId203" Type="http://schemas.openxmlformats.org/officeDocument/2006/relationships/customXml" Target="../ink/ink1781.xml"/><Relationship Id="rId385" Type="http://schemas.openxmlformats.org/officeDocument/2006/relationships/customXml" Target="../ink/ink1874.xml"/><Relationship Id="rId245" Type="http://schemas.openxmlformats.org/officeDocument/2006/relationships/image" Target="../media/image1183.png"/><Relationship Id="rId287" Type="http://schemas.openxmlformats.org/officeDocument/2006/relationships/image" Target="../media/image1204.png"/><Relationship Id="rId410" Type="http://schemas.openxmlformats.org/officeDocument/2006/relationships/customXml" Target="../ink/ink1887.xml"/><Relationship Id="rId452" Type="http://schemas.openxmlformats.org/officeDocument/2006/relationships/customXml" Target="../ink/ink1908.xml"/><Relationship Id="rId494" Type="http://schemas.openxmlformats.org/officeDocument/2006/relationships/image" Target="../media/image1296.png"/><Relationship Id="rId508" Type="http://schemas.openxmlformats.org/officeDocument/2006/relationships/image" Target="../media/image1303.png"/><Relationship Id="rId105" Type="http://schemas.openxmlformats.org/officeDocument/2006/relationships/customXml" Target="../ink/ink1732.xml"/><Relationship Id="rId147" Type="http://schemas.openxmlformats.org/officeDocument/2006/relationships/customXml" Target="../ink/ink1753.xml"/><Relationship Id="rId312" Type="http://schemas.openxmlformats.org/officeDocument/2006/relationships/customXml" Target="../ink/ink1837.xml"/><Relationship Id="rId354" Type="http://schemas.openxmlformats.org/officeDocument/2006/relationships/customXml" Target="../ink/ink1858.xml"/><Relationship Id="rId51" Type="http://schemas.openxmlformats.org/officeDocument/2006/relationships/image" Target="../media/image1091.png"/><Relationship Id="rId93" Type="http://schemas.openxmlformats.org/officeDocument/2006/relationships/customXml" Target="../ink/ink1726.xml"/><Relationship Id="rId189" Type="http://schemas.openxmlformats.org/officeDocument/2006/relationships/customXml" Target="../ink/ink1774.xml"/><Relationship Id="rId396" Type="http://schemas.openxmlformats.org/officeDocument/2006/relationships/image" Target="../media/image1253.png"/><Relationship Id="rId561" Type="http://schemas.openxmlformats.org/officeDocument/2006/relationships/image" Target="../media/image1325.png"/><Relationship Id="rId214" Type="http://schemas.openxmlformats.org/officeDocument/2006/relationships/image" Target="../media/image1169.png"/><Relationship Id="rId256" Type="http://schemas.openxmlformats.org/officeDocument/2006/relationships/customXml" Target="../ink/ink1808.xml"/><Relationship Id="rId298" Type="http://schemas.openxmlformats.org/officeDocument/2006/relationships/customXml" Target="../ink/ink1829.xml"/><Relationship Id="rId421" Type="http://schemas.openxmlformats.org/officeDocument/2006/relationships/image" Target="../media/image1265.png"/><Relationship Id="rId463" Type="http://schemas.openxmlformats.org/officeDocument/2006/relationships/customXml" Target="../ink/ink1915.xml"/><Relationship Id="rId519" Type="http://schemas.openxmlformats.org/officeDocument/2006/relationships/customXml" Target="../ink/ink1944.xml"/><Relationship Id="rId116" Type="http://schemas.openxmlformats.org/officeDocument/2006/relationships/image" Target="../media/image1120.png"/><Relationship Id="rId158" Type="http://schemas.openxmlformats.org/officeDocument/2006/relationships/image" Target="../media/image1141.png"/><Relationship Id="rId323" Type="http://schemas.openxmlformats.org/officeDocument/2006/relationships/image" Target="../media/image1218.png"/><Relationship Id="rId530" Type="http://schemas.openxmlformats.org/officeDocument/2006/relationships/image" Target="../media/image1314.png"/><Relationship Id="rId20" Type="http://schemas.openxmlformats.org/officeDocument/2006/relationships/customXml" Target="../ink/ink1689.xml"/><Relationship Id="rId62" Type="http://schemas.openxmlformats.org/officeDocument/2006/relationships/image" Target="../media/image1093.png"/><Relationship Id="rId365" Type="http://schemas.openxmlformats.org/officeDocument/2006/relationships/image" Target="../media/image1239.png"/><Relationship Id="rId572" Type="http://schemas.openxmlformats.org/officeDocument/2006/relationships/customXml" Target="../ink/ink1973.xml"/><Relationship Id="rId225" Type="http://schemas.openxmlformats.org/officeDocument/2006/relationships/customXml" Target="../ink/ink1792.xml"/><Relationship Id="rId267" Type="http://schemas.openxmlformats.org/officeDocument/2006/relationships/image" Target="../media/image1194.png"/><Relationship Id="rId432" Type="http://schemas.openxmlformats.org/officeDocument/2006/relationships/customXml" Target="../ink/ink1898.xml"/><Relationship Id="rId474" Type="http://schemas.openxmlformats.org/officeDocument/2006/relationships/image" Target="../media/image1286.png"/><Relationship Id="rId127" Type="http://schemas.openxmlformats.org/officeDocument/2006/relationships/customXml" Target="../ink/ink1743.xml"/><Relationship Id="rId31" Type="http://schemas.openxmlformats.org/officeDocument/2006/relationships/image" Target="../media/image1081.png"/><Relationship Id="rId73" Type="http://schemas.openxmlformats.org/officeDocument/2006/relationships/customXml" Target="../ink/ink1716.xml"/><Relationship Id="rId169" Type="http://schemas.openxmlformats.org/officeDocument/2006/relationships/customXml" Target="../ink/ink1764.xml"/><Relationship Id="rId334" Type="http://schemas.openxmlformats.org/officeDocument/2006/relationships/customXml" Target="../ink/ink1848.xml"/><Relationship Id="rId376" Type="http://schemas.openxmlformats.org/officeDocument/2006/relationships/image" Target="../media/image1243.png"/><Relationship Id="rId541" Type="http://schemas.openxmlformats.org/officeDocument/2006/relationships/customXml" Target="../ink/ink1955.xml"/><Relationship Id="rId583" Type="http://schemas.openxmlformats.org/officeDocument/2006/relationships/image" Target="../media/image1336.png"/><Relationship Id="rId4" Type="http://schemas.openxmlformats.org/officeDocument/2006/relationships/customXml" Target="../ink/ink1681.xml"/><Relationship Id="rId180" Type="http://schemas.openxmlformats.org/officeDocument/2006/relationships/image" Target="../media/image1152.png"/><Relationship Id="rId236" Type="http://schemas.openxmlformats.org/officeDocument/2006/relationships/customXml" Target="../ink/ink1798.xml"/><Relationship Id="rId278" Type="http://schemas.openxmlformats.org/officeDocument/2006/relationships/customXml" Target="../ink/ink1819.xml"/><Relationship Id="rId401" Type="http://schemas.openxmlformats.org/officeDocument/2006/relationships/customXml" Target="../ink/ink1882.xml"/><Relationship Id="rId443" Type="http://schemas.openxmlformats.org/officeDocument/2006/relationships/image" Target="../media/image1276.png"/><Relationship Id="rId303" Type="http://schemas.openxmlformats.org/officeDocument/2006/relationships/image" Target="../media/image1212.png"/><Relationship Id="rId485" Type="http://schemas.openxmlformats.org/officeDocument/2006/relationships/customXml" Target="../ink/ink1927.xml"/><Relationship Id="rId42" Type="http://schemas.openxmlformats.org/officeDocument/2006/relationships/customXml" Target="../ink/ink1700.xml"/><Relationship Id="rId84" Type="http://schemas.openxmlformats.org/officeDocument/2006/relationships/image" Target="../media/image1104.png"/><Relationship Id="rId138" Type="http://schemas.openxmlformats.org/officeDocument/2006/relationships/image" Target="../media/image1131.png"/><Relationship Id="rId345" Type="http://schemas.openxmlformats.org/officeDocument/2006/relationships/image" Target="../media/image1228.png"/><Relationship Id="rId387" Type="http://schemas.openxmlformats.org/officeDocument/2006/relationships/customXml" Target="../ink/ink1875.xml"/><Relationship Id="rId510" Type="http://schemas.openxmlformats.org/officeDocument/2006/relationships/image" Target="../media/image1304.png"/><Relationship Id="rId552" Type="http://schemas.openxmlformats.org/officeDocument/2006/relationships/customXml" Target="../ink/ink1962.xml"/><Relationship Id="rId191" Type="http://schemas.openxmlformats.org/officeDocument/2006/relationships/customXml" Target="../ink/ink1775.xml"/><Relationship Id="rId205" Type="http://schemas.openxmlformats.org/officeDocument/2006/relationships/customXml" Target="../ink/ink1782.xml"/><Relationship Id="rId247" Type="http://schemas.openxmlformats.org/officeDocument/2006/relationships/image" Target="../media/image1184.png"/><Relationship Id="rId412" Type="http://schemas.openxmlformats.org/officeDocument/2006/relationships/customXml" Target="../ink/ink1888.xml"/><Relationship Id="rId107" Type="http://schemas.openxmlformats.org/officeDocument/2006/relationships/customXml" Target="../ink/ink1733.xml"/><Relationship Id="rId289" Type="http://schemas.openxmlformats.org/officeDocument/2006/relationships/image" Target="../media/image1205.png"/><Relationship Id="rId454" Type="http://schemas.openxmlformats.org/officeDocument/2006/relationships/customXml" Target="../ink/ink1909.xml"/><Relationship Id="rId496" Type="http://schemas.openxmlformats.org/officeDocument/2006/relationships/image" Target="../media/image1297.png"/><Relationship Id="rId11" Type="http://schemas.openxmlformats.org/officeDocument/2006/relationships/image" Target="../media/image1070.png"/><Relationship Id="rId53" Type="http://schemas.openxmlformats.org/officeDocument/2006/relationships/image" Target="../media/image126.png"/><Relationship Id="rId149" Type="http://schemas.openxmlformats.org/officeDocument/2006/relationships/customXml" Target="../ink/ink1754.xml"/><Relationship Id="rId314" Type="http://schemas.openxmlformats.org/officeDocument/2006/relationships/customXml" Target="../ink/ink1838.xml"/><Relationship Id="rId356" Type="http://schemas.openxmlformats.org/officeDocument/2006/relationships/customXml" Target="../ink/ink1859.xml"/><Relationship Id="rId398" Type="http://schemas.openxmlformats.org/officeDocument/2006/relationships/image" Target="../media/image1254.png"/><Relationship Id="rId521" Type="http://schemas.openxmlformats.org/officeDocument/2006/relationships/customXml" Target="../ink/ink1945.xml"/><Relationship Id="rId563" Type="http://schemas.openxmlformats.org/officeDocument/2006/relationships/image" Target="../media/image1326.png"/><Relationship Id="rId95" Type="http://schemas.openxmlformats.org/officeDocument/2006/relationships/customXml" Target="../ink/ink1727.xml"/><Relationship Id="rId160" Type="http://schemas.openxmlformats.org/officeDocument/2006/relationships/image" Target="../media/image1142.png"/><Relationship Id="rId216" Type="http://schemas.openxmlformats.org/officeDocument/2006/relationships/image" Target="../media/image1170.png"/><Relationship Id="rId423" Type="http://schemas.openxmlformats.org/officeDocument/2006/relationships/image" Target="../media/image1266.png"/><Relationship Id="rId258" Type="http://schemas.openxmlformats.org/officeDocument/2006/relationships/customXml" Target="../ink/ink1809.xml"/><Relationship Id="rId465" Type="http://schemas.openxmlformats.org/officeDocument/2006/relationships/customXml" Target="../ink/ink1916.xml"/><Relationship Id="rId22" Type="http://schemas.openxmlformats.org/officeDocument/2006/relationships/customXml" Target="../ink/ink1690.xml"/><Relationship Id="rId64" Type="http://schemas.openxmlformats.org/officeDocument/2006/relationships/image" Target="../media/image1094.png"/><Relationship Id="rId118" Type="http://schemas.openxmlformats.org/officeDocument/2006/relationships/image" Target="../media/image1121.png"/><Relationship Id="rId325" Type="http://schemas.openxmlformats.org/officeDocument/2006/relationships/image" Target="../media/image1219.png"/><Relationship Id="rId367" Type="http://schemas.openxmlformats.org/officeDocument/2006/relationships/image" Target="../media/image1240.png"/><Relationship Id="rId532" Type="http://schemas.openxmlformats.org/officeDocument/2006/relationships/image" Target="../media/image1315.png"/><Relationship Id="rId574" Type="http://schemas.openxmlformats.org/officeDocument/2006/relationships/customXml" Target="../ink/ink1974.xml"/><Relationship Id="rId171" Type="http://schemas.openxmlformats.org/officeDocument/2006/relationships/customXml" Target="../ink/ink1765.xml"/><Relationship Id="rId227" Type="http://schemas.openxmlformats.org/officeDocument/2006/relationships/customXml" Target="../ink/ink1793.xml"/><Relationship Id="rId269" Type="http://schemas.openxmlformats.org/officeDocument/2006/relationships/image" Target="../media/image1195.png"/><Relationship Id="rId434" Type="http://schemas.openxmlformats.org/officeDocument/2006/relationships/customXml" Target="../ink/ink1899.xml"/><Relationship Id="rId476" Type="http://schemas.openxmlformats.org/officeDocument/2006/relationships/image" Target="../media/image1287.png"/><Relationship Id="rId33" Type="http://schemas.openxmlformats.org/officeDocument/2006/relationships/image" Target="../media/image1082.png"/><Relationship Id="rId129" Type="http://schemas.openxmlformats.org/officeDocument/2006/relationships/customXml" Target="../ink/ink1744.xml"/><Relationship Id="rId280" Type="http://schemas.openxmlformats.org/officeDocument/2006/relationships/customXml" Target="../ink/ink1820.xml"/><Relationship Id="rId336" Type="http://schemas.openxmlformats.org/officeDocument/2006/relationships/customXml" Target="../ink/ink1849.xml"/><Relationship Id="rId501" Type="http://schemas.openxmlformats.org/officeDocument/2006/relationships/customXml" Target="../ink/ink1935.xml"/><Relationship Id="rId543" Type="http://schemas.openxmlformats.org/officeDocument/2006/relationships/customXml" Target="../ink/ink1956.xml"/><Relationship Id="rId75" Type="http://schemas.openxmlformats.org/officeDocument/2006/relationships/customXml" Target="../ink/ink1717.xml"/><Relationship Id="rId140" Type="http://schemas.openxmlformats.org/officeDocument/2006/relationships/image" Target="../media/image1132.png"/><Relationship Id="rId182" Type="http://schemas.openxmlformats.org/officeDocument/2006/relationships/image" Target="../media/image1153.png"/><Relationship Id="rId378" Type="http://schemas.openxmlformats.org/officeDocument/2006/relationships/image" Target="../media/image1244.png"/><Relationship Id="rId403" Type="http://schemas.openxmlformats.org/officeDocument/2006/relationships/customXml" Target="../ink/ink1883.xml"/><Relationship Id="rId585" Type="http://schemas.openxmlformats.org/officeDocument/2006/relationships/image" Target="../media/image1337.png"/><Relationship Id="rId6" Type="http://schemas.openxmlformats.org/officeDocument/2006/relationships/customXml" Target="../ink/ink1682.xml"/><Relationship Id="rId238" Type="http://schemas.openxmlformats.org/officeDocument/2006/relationships/customXml" Target="../ink/ink1799.xml"/><Relationship Id="rId445" Type="http://schemas.openxmlformats.org/officeDocument/2006/relationships/image" Target="../media/image1277.png"/><Relationship Id="rId487" Type="http://schemas.openxmlformats.org/officeDocument/2006/relationships/customXml" Target="../ink/ink1928.xml"/><Relationship Id="rId291" Type="http://schemas.openxmlformats.org/officeDocument/2006/relationships/image" Target="../media/image1206.png"/><Relationship Id="rId305" Type="http://schemas.openxmlformats.org/officeDocument/2006/relationships/image" Target="../media/image1213.png"/><Relationship Id="rId347" Type="http://schemas.openxmlformats.org/officeDocument/2006/relationships/image" Target="../media/image1230.png"/><Relationship Id="rId512" Type="http://schemas.openxmlformats.org/officeDocument/2006/relationships/image" Target="../media/image1305.png"/><Relationship Id="rId44" Type="http://schemas.openxmlformats.org/officeDocument/2006/relationships/customXml" Target="../ink/ink1701.xml"/><Relationship Id="rId86" Type="http://schemas.openxmlformats.org/officeDocument/2006/relationships/image" Target="../media/image1105.png"/><Relationship Id="rId151" Type="http://schemas.openxmlformats.org/officeDocument/2006/relationships/customXml" Target="../ink/ink1755.xml"/><Relationship Id="rId389" Type="http://schemas.openxmlformats.org/officeDocument/2006/relationships/customXml" Target="../ink/ink1876.xml"/><Relationship Id="rId554" Type="http://schemas.openxmlformats.org/officeDocument/2006/relationships/customXml" Target="../ink/ink1964.xml"/><Relationship Id="rId193" Type="http://schemas.openxmlformats.org/officeDocument/2006/relationships/customXml" Target="../ink/ink1776.xml"/><Relationship Id="rId207" Type="http://schemas.openxmlformats.org/officeDocument/2006/relationships/customXml" Target="../ink/ink1783.xml"/><Relationship Id="rId249" Type="http://schemas.openxmlformats.org/officeDocument/2006/relationships/image" Target="../media/image1185.png"/><Relationship Id="rId414" Type="http://schemas.openxmlformats.org/officeDocument/2006/relationships/customXml" Target="../ink/ink1889.xml"/><Relationship Id="rId456" Type="http://schemas.openxmlformats.org/officeDocument/2006/relationships/customXml" Target="../ink/ink1910.xml"/><Relationship Id="rId498" Type="http://schemas.openxmlformats.org/officeDocument/2006/relationships/image" Target="../media/image1298.png"/><Relationship Id="rId13" Type="http://schemas.openxmlformats.org/officeDocument/2006/relationships/image" Target="../media/image1071.png"/><Relationship Id="rId109" Type="http://schemas.openxmlformats.org/officeDocument/2006/relationships/customXml" Target="../ink/ink1734.xml"/><Relationship Id="rId260" Type="http://schemas.openxmlformats.org/officeDocument/2006/relationships/customXml" Target="../ink/ink1810.xml"/><Relationship Id="rId316" Type="http://schemas.openxmlformats.org/officeDocument/2006/relationships/customXml" Target="../ink/ink1839.xml"/><Relationship Id="rId523" Type="http://schemas.openxmlformats.org/officeDocument/2006/relationships/customXml" Target="../ink/ink1946.xml"/><Relationship Id="rId55" Type="http://schemas.openxmlformats.org/officeDocument/2006/relationships/image" Target="../media/image6.png"/><Relationship Id="rId97" Type="http://schemas.openxmlformats.org/officeDocument/2006/relationships/customXml" Target="../ink/ink1728.xml"/><Relationship Id="rId120" Type="http://schemas.openxmlformats.org/officeDocument/2006/relationships/image" Target="../media/image1122.png"/><Relationship Id="rId358" Type="http://schemas.openxmlformats.org/officeDocument/2006/relationships/customXml" Target="../ink/ink1860.xml"/><Relationship Id="rId565" Type="http://schemas.openxmlformats.org/officeDocument/2006/relationships/image" Target="../media/image1327.png"/><Relationship Id="rId162" Type="http://schemas.openxmlformats.org/officeDocument/2006/relationships/image" Target="../media/image1143.png"/><Relationship Id="rId218" Type="http://schemas.openxmlformats.org/officeDocument/2006/relationships/image" Target="../media/image1171.png"/><Relationship Id="rId425" Type="http://schemas.openxmlformats.org/officeDocument/2006/relationships/image" Target="../media/image1267.png"/><Relationship Id="rId467" Type="http://schemas.openxmlformats.org/officeDocument/2006/relationships/image" Target="../media/image1283.png"/><Relationship Id="rId271" Type="http://schemas.openxmlformats.org/officeDocument/2006/relationships/image" Target="../media/image1196.png"/><Relationship Id="rId24" Type="http://schemas.openxmlformats.org/officeDocument/2006/relationships/customXml" Target="../ink/ink1691.xml"/><Relationship Id="rId66" Type="http://schemas.openxmlformats.org/officeDocument/2006/relationships/image" Target="../media/image1095.png"/><Relationship Id="rId131" Type="http://schemas.openxmlformats.org/officeDocument/2006/relationships/customXml" Target="../ink/ink1745.xml"/><Relationship Id="rId327" Type="http://schemas.openxmlformats.org/officeDocument/2006/relationships/image" Target="../media/image1220.png"/><Relationship Id="rId369" Type="http://schemas.openxmlformats.org/officeDocument/2006/relationships/image" Target="../media/image1241.png"/><Relationship Id="rId534" Type="http://schemas.openxmlformats.org/officeDocument/2006/relationships/image" Target="../media/image1316.png"/><Relationship Id="rId576" Type="http://schemas.openxmlformats.org/officeDocument/2006/relationships/customXml" Target="../ink/ink1975.xml"/><Relationship Id="rId173" Type="http://schemas.openxmlformats.org/officeDocument/2006/relationships/customXml" Target="../ink/ink1766.xml"/><Relationship Id="rId229" Type="http://schemas.openxmlformats.org/officeDocument/2006/relationships/image" Target="../media/image1176.png"/><Relationship Id="rId380" Type="http://schemas.openxmlformats.org/officeDocument/2006/relationships/image" Target="../media/image1245.png"/><Relationship Id="rId436" Type="http://schemas.openxmlformats.org/officeDocument/2006/relationships/customXml" Target="../ink/ink1900.xml"/><Relationship Id="rId240" Type="http://schemas.openxmlformats.org/officeDocument/2006/relationships/customXml" Target="../ink/ink1800.xml"/><Relationship Id="rId478" Type="http://schemas.openxmlformats.org/officeDocument/2006/relationships/image" Target="../media/image1288.png"/><Relationship Id="rId35" Type="http://schemas.openxmlformats.org/officeDocument/2006/relationships/image" Target="../media/image1083.png"/><Relationship Id="rId77" Type="http://schemas.openxmlformats.org/officeDocument/2006/relationships/customXml" Target="../ink/ink1718.xml"/><Relationship Id="rId100" Type="http://schemas.openxmlformats.org/officeDocument/2006/relationships/image" Target="../media/image1112.png"/><Relationship Id="rId282" Type="http://schemas.openxmlformats.org/officeDocument/2006/relationships/customXml" Target="../ink/ink1821.xml"/><Relationship Id="rId338" Type="http://schemas.openxmlformats.org/officeDocument/2006/relationships/customXml" Target="../ink/ink1850.xml"/><Relationship Id="rId503" Type="http://schemas.openxmlformats.org/officeDocument/2006/relationships/customXml" Target="../ink/ink1936.xml"/><Relationship Id="rId545" Type="http://schemas.openxmlformats.org/officeDocument/2006/relationships/customXml" Target="../ink/ink1957.xml"/><Relationship Id="rId587" Type="http://schemas.openxmlformats.org/officeDocument/2006/relationships/image" Target="../media/image1338.png"/><Relationship Id="rId8" Type="http://schemas.openxmlformats.org/officeDocument/2006/relationships/customXml" Target="../ink/ink1683.xml"/><Relationship Id="rId142" Type="http://schemas.openxmlformats.org/officeDocument/2006/relationships/image" Target="../media/image1133.png"/><Relationship Id="rId184" Type="http://schemas.openxmlformats.org/officeDocument/2006/relationships/image" Target="../media/image1154.png"/><Relationship Id="rId391" Type="http://schemas.openxmlformats.org/officeDocument/2006/relationships/customXml" Target="../ink/ink1877.xml"/><Relationship Id="rId405" Type="http://schemas.openxmlformats.org/officeDocument/2006/relationships/image" Target="../media/image1257.png"/><Relationship Id="rId447" Type="http://schemas.openxmlformats.org/officeDocument/2006/relationships/image" Target="../media/image1278.png"/><Relationship Id="rId251" Type="http://schemas.openxmlformats.org/officeDocument/2006/relationships/image" Target="../media/image1186.png"/><Relationship Id="rId489" Type="http://schemas.openxmlformats.org/officeDocument/2006/relationships/customXml" Target="../ink/ink1929.xml"/><Relationship Id="rId46" Type="http://schemas.openxmlformats.org/officeDocument/2006/relationships/customXml" Target="../ink/ink1702.xml"/><Relationship Id="rId293" Type="http://schemas.openxmlformats.org/officeDocument/2006/relationships/image" Target="../media/image1207.png"/><Relationship Id="rId307" Type="http://schemas.openxmlformats.org/officeDocument/2006/relationships/image" Target="../media/image1214.png"/><Relationship Id="rId349" Type="http://schemas.openxmlformats.org/officeDocument/2006/relationships/image" Target="../media/image1231.png"/><Relationship Id="rId514" Type="http://schemas.openxmlformats.org/officeDocument/2006/relationships/image" Target="../media/image1306.png"/><Relationship Id="rId556" Type="http://schemas.openxmlformats.org/officeDocument/2006/relationships/customXml" Target="../ink/ink1965.xml"/><Relationship Id="rId88" Type="http://schemas.openxmlformats.org/officeDocument/2006/relationships/image" Target="../media/image1106.png"/><Relationship Id="rId111" Type="http://schemas.openxmlformats.org/officeDocument/2006/relationships/customXml" Target="../ink/ink1735.xml"/><Relationship Id="rId153" Type="http://schemas.openxmlformats.org/officeDocument/2006/relationships/customXml" Target="../ink/ink1756.xml"/><Relationship Id="rId195" Type="http://schemas.openxmlformats.org/officeDocument/2006/relationships/customXml" Target="../ink/ink1777.xml"/><Relationship Id="rId209" Type="http://schemas.openxmlformats.org/officeDocument/2006/relationships/customXml" Target="../ink/ink1784.xml"/><Relationship Id="rId360" Type="http://schemas.openxmlformats.org/officeDocument/2006/relationships/customXml" Target="../ink/ink1861.xml"/><Relationship Id="rId416" Type="http://schemas.openxmlformats.org/officeDocument/2006/relationships/customXml" Target="../ink/ink1890.xml"/><Relationship Id="rId220" Type="http://schemas.openxmlformats.org/officeDocument/2006/relationships/image" Target="../media/image1172.png"/><Relationship Id="rId458" Type="http://schemas.openxmlformats.org/officeDocument/2006/relationships/customXml" Target="../ink/ink1912.xml"/><Relationship Id="rId15" Type="http://schemas.openxmlformats.org/officeDocument/2006/relationships/image" Target="../media/image1072.png"/><Relationship Id="rId57" Type="http://schemas.openxmlformats.org/officeDocument/2006/relationships/customXml" Target="../ink/ink1708.xml"/><Relationship Id="rId262" Type="http://schemas.openxmlformats.org/officeDocument/2006/relationships/customXml" Target="../ink/ink1811.xml"/><Relationship Id="rId318" Type="http://schemas.openxmlformats.org/officeDocument/2006/relationships/customXml" Target="../ink/ink1840.xml"/><Relationship Id="rId525" Type="http://schemas.openxmlformats.org/officeDocument/2006/relationships/customXml" Target="../ink/ink1947.xml"/><Relationship Id="rId567" Type="http://schemas.openxmlformats.org/officeDocument/2006/relationships/image" Target="../media/image1328.png"/><Relationship Id="rId99" Type="http://schemas.openxmlformats.org/officeDocument/2006/relationships/customXml" Target="../ink/ink1729.xml"/><Relationship Id="rId122" Type="http://schemas.openxmlformats.org/officeDocument/2006/relationships/image" Target="../media/image1123.png"/><Relationship Id="rId164" Type="http://schemas.openxmlformats.org/officeDocument/2006/relationships/image" Target="../media/image1144.png"/><Relationship Id="rId371" Type="http://schemas.openxmlformats.org/officeDocument/2006/relationships/image" Target="../media/image1242.png"/><Relationship Id="rId427" Type="http://schemas.openxmlformats.org/officeDocument/2006/relationships/image" Target="../media/image1268.png"/><Relationship Id="rId469" Type="http://schemas.openxmlformats.org/officeDocument/2006/relationships/customXml" Target="../ink/ink1919.xml"/><Relationship Id="rId26" Type="http://schemas.openxmlformats.org/officeDocument/2006/relationships/customXml" Target="../ink/ink1692.xml"/><Relationship Id="rId231" Type="http://schemas.openxmlformats.org/officeDocument/2006/relationships/image" Target="../media/image1177.png"/><Relationship Id="rId273" Type="http://schemas.openxmlformats.org/officeDocument/2006/relationships/image" Target="../media/image1197.png"/><Relationship Id="rId329" Type="http://schemas.openxmlformats.org/officeDocument/2006/relationships/image" Target="../media/image1221.png"/><Relationship Id="rId480" Type="http://schemas.openxmlformats.org/officeDocument/2006/relationships/image" Target="../media/image1289.png"/><Relationship Id="rId536" Type="http://schemas.openxmlformats.org/officeDocument/2006/relationships/image" Target="../media/image1317.png"/><Relationship Id="rId68" Type="http://schemas.openxmlformats.org/officeDocument/2006/relationships/image" Target="../media/image1096.png"/><Relationship Id="rId133" Type="http://schemas.openxmlformats.org/officeDocument/2006/relationships/customXml" Target="../ink/ink1746.xml"/><Relationship Id="rId175" Type="http://schemas.openxmlformats.org/officeDocument/2006/relationships/customXml" Target="../ink/ink1767.xml"/><Relationship Id="rId340" Type="http://schemas.openxmlformats.org/officeDocument/2006/relationships/customXml" Target="../ink/ink1851.xml"/><Relationship Id="rId578" Type="http://schemas.openxmlformats.org/officeDocument/2006/relationships/customXml" Target="../ink/ink1976.xml"/><Relationship Id="rId200" Type="http://schemas.openxmlformats.org/officeDocument/2006/relationships/image" Target="../media/image1162.png"/><Relationship Id="rId382" Type="http://schemas.openxmlformats.org/officeDocument/2006/relationships/image" Target="../media/image1246.png"/><Relationship Id="rId438" Type="http://schemas.openxmlformats.org/officeDocument/2006/relationships/customXml" Target="../ink/ink1901.xml"/><Relationship Id="rId242" Type="http://schemas.openxmlformats.org/officeDocument/2006/relationships/customXml" Target="../ink/ink1801.xml"/><Relationship Id="rId284" Type="http://schemas.openxmlformats.org/officeDocument/2006/relationships/customXml" Target="../ink/ink1822.xml"/><Relationship Id="rId491" Type="http://schemas.openxmlformats.org/officeDocument/2006/relationships/customXml" Target="../ink/ink1930.xml"/><Relationship Id="rId505" Type="http://schemas.openxmlformats.org/officeDocument/2006/relationships/customXml" Target="../ink/ink1937.xml"/><Relationship Id="rId37" Type="http://schemas.openxmlformats.org/officeDocument/2006/relationships/image" Target="../media/image1084.png"/><Relationship Id="rId79" Type="http://schemas.openxmlformats.org/officeDocument/2006/relationships/customXml" Target="../ink/ink1719.xml"/><Relationship Id="rId102" Type="http://schemas.openxmlformats.org/officeDocument/2006/relationships/image" Target="../media/image1113.png"/><Relationship Id="rId144" Type="http://schemas.openxmlformats.org/officeDocument/2006/relationships/image" Target="../media/image1134.png"/><Relationship Id="rId547" Type="http://schemas.openxmlformats.org/officeDocument/2006/relationships/customXml" Target="../ink/ink1959.xml"/><Relationship Id="rId589" Type="http://schemas.openxmlformats.org/officeDocument/2006/relationships/image" Target="../media/image1339.png"/><Relationship Id="rId90" Type="http://schemas.openxmlformats.org/officeDocument/2006/relationships/image" Target="../media/image1107.png"/><Relationship Id="rId186" Type="http://schemas.openxmlformats.org/officeDocument/2006/relationships/image" Target="../media/image1155.png"/><Relationship Id="rId351" Type="http://schemas.openxmlformats.org/officeDocument/2006/relationships/image" Target="../media/image1232.png"/><Relationship Id="rId393" Type="http://schemas.openxmlformats.org/officeDocument/2006/relationships/customXml" Target="../ink/ink1878.xml"/><Relationship Id="rId407" Type="http://schemas.openxmlformats.org/officeDocument/2006/relationships/image" Target="../media/image1258.png"/><Relationship Id="rId449" Type="http://schemas.openxmlformats.org/officeDocument/2006/relationships/image" Target="../media/image1279.png"/><Relationship Id="rId211" Type="http://schemas.openxmlformats.org/officeDocument/2006/relationships/customXml" Target="../ink/ink1785.xml"/><Relationship Id="rId253" Type="http://schemas.openxmlformats.org/officeDocument/2006/relationships/image" Target="../media/image1187.png"/><Relationship Id="rId295" Type="http://schemas.openxmlformats.org/officeDocument/2006/relationships/image" Target="../media/image1208.png"/><Relationship Id="rId309" Type="http://schemas.openxmlformats.org/officeDocument/2006/relationships/image" Target="../media/image2.png"/><Relationship Id="rId460" Type="http://schemas.openxmlformats.org/officeDocument/2006/relationships/image" Target="../media/image1282.png"/><Relationship Id="rId516" Type="http://schemas.openxmlformats.org/officeDocument/2006/relationships/image" Target="../media/image1307.png"/><Relationship Id="rId48" Type="http://schemas.openxmlformats.org/officeDocument/2006/relationships/customXml" Target="../ink/ink1703.xml"/><Relationship Id="rId113" Type="http://schemas.openxmlformats.org/officeDocument/2006/relationships/customXml" Target="../ink/ink1736.xml"/><Relationship Id="rId320" Type="http://schemas.openxmlformats.org/officeDocument/2006/relationships/customXml" Target="../ink/ink1841.xml"/><Relationship Id="rId558" Type="http://schemas.openxmlformats.org/officeDocument/2006/relationships/customXml" Target="../ink/ink1966.xml"/><Relationship Id="rId155" Type="http://schemas.openxmlformats.org/officeDocument/2006/relationships/customXml" Target="../ink/ink1757.xml"/><Relationship Id="rId197" Type="http://schemas.openxmlformats.org/officeDocument/2006/relationships/customXml" Target="../ink/ink1778.xml"/><Relationship Id="rId362" Type="http://schemas.openxmlformats.org/officeDocument/2006/relationships/customXml" Target="../ink/ink1862.xml"/><Relationship Id="rId418" Type="http://schemas.openxmlformats.org/officeDocument/2006/relationships/customXml" Target="../ink/ink1891.xml"/><Relationship Id="rId222" Type="http://schemas.openxmlformats.org/officeDocument/2006/relationships/image" Target="../media/image1173.png"/><Relationship Id="rId264" Type="http://schemas.openxmlformats.org/officeDocument/2006/relationships/customXml" Target="../ink/ink1812.xml"/><Relationship Id="rId471" Type="http://schemas.openxmlformats.org/officeDocument/2006/relationships/customXml" Target="../ink/ink1920.xml"/><Relationship Id="rId17" Type="http://schemas.openxmlformats.org/officeDocument/2006/relationships/image" Target="../media/image1073.png"/><Relationship Id="rId59" Type="http://schemas.openxmlformats.org/officeDocument/2006/relationships/customXml" Target="../ink/ink1709.xml"/><Relationship Id="rId124" Type="http://schemas.openxmlformats.org/officeDocument/2006/relationships/image" Target="../media/image1124.png"/><Relationship Id="rId527" Type="http://schemas.openxmlformats.org/officeDocument/2006/relationships/customXml" Target="../ink/ink1948.xml"/><Relationship Id="rId569" Type="http://schemas.openxmlformats.org/officeDocument/2006/relationships/image" Target="../media/image1329.png"/><Relationship Id="rId70" Type="http://schemas.openxmlformats.org/officeDocument/2006/relationships/image" Target="../media/image1097.png"/><Relationship Id="rId166" Type="http://schemas.openxmlformats.org/officeDocument/2006/relationships/image" Target="../media/image1145.png"/><Relationship Id="rId331" Type="http://schemas.openxmlformats.org/officeDocument/2006/relationships/image" Target="../media/image615.png"/><Relationship Id="rId373" Type="http://schemas.openxmlformats.org/officeDocument/2006/relationships/image" Target="../media/image430.png"/><Relationship Id="rId429" Type="http://schemas.openxmlformats.org/officeDocument/2006/relationships/image" Target="../media/image1269.png"/><Relationship Id="rId580" Type="http://schemas.openxmlformats.org/officeDocument/2006/relationships/customXml" Target="../ink/ink1977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8.png"/><Relationship Id="rId440" Type="http://schemas.openxmlformats.org/officeDocument/2006/relationships/customXml" Target="../ink/ink1902.xml"/><Relationship Id="rId28" Type="http://schemas.openxmlformats.org/officeDocument/2006/relationships/customXml" Target="../ink/ink1693.xml"/><Relationship Id="rId275" Type="http://schemas.openxmlformats.org/officeDocument/2006/relationships/image" Target="../media/image1198.png"/><Relationship Id="rId300" Type="http://schemas.openxmlformats.org/officeDocument/2006/relationships/customXml" Target="../ink/ink1830.xml"/><Relationship Id="rId482" Type="http://schemas.openxmlformats.org/officeDocument/2006/relationships/image" Target="../media/image1290.png"/><Relationship Id="rId538" Type="http://schemas.openxmlformats.org/officeDocument/2006/relationships/image" Target="../media/image1318.png"/><Relationship Id="rId81" Type="http://schemas.openxmlformats.org/officeDocument/2006/relationships/customXml" Target="../ink/ink1720.xml"/><Relationship Id="rId135" Type="http://schemas.openxmlformats.org/officeDocument/2006/relationships/customXml" Target="../ink/ink1747.xml"/><Relationship Id="rId177" Type="http://schemas.openxmlformats.org/officeDocument/2006/relationships/customXml" Target="../ink/ink1768.xml"/><Relationship Id="rId342" Type="http://schemas.openxmlformats.org/officeDocument/2006/relationships/customXml" Target="../ink/ink1852.xml"/><Relationship Id="rId384" Type="http://schemas.openxmlformats.org/officeDocument/2006/relationships/image" Target="../media/image1247.png"/><Relationship Id="rId591" Type="http://schemas.openxmlformats.org/officeDocument/2006/relationships/image" Target="../media/image1340.png"/><Relationship Id="rId202" Type="http://schemas.openxmlformats.org/officeDocument/2006/relationships/image" Target="../media/image1163.png"/><Relationship Id="rId244" Type="http://schemas.openxmlformats.org/officeDocument/2006/relationships/customXml" Target="../ink/ink1802.xml"/><Relationship Id="rId39" Type="http://schemas.openxmlformats.org/officeDocument/2006/relationships/image" Target="../media/image1085.png"/><Relationship Id="rId286" Type="http://schemas.openxmlformats.org/officeDocument/2006/relationships/customXml" Target="../ink/ink1823.xml"/><Relationship Id="rId451" Type="http://schemas.openxmlformats.org/officeDocument/2006/relationships/image" Target="../media/image1280.png"/><Relationship Id="rId493" Type="http://schemas.openxmlformats.org/officeDocument/2006/relationships/customXml" Target="../ink/ink1931.xml"/><Relationship Id="rId507" Type="http://schemas.openxmlformats.org/officeDocument/2006/relationships/customXml" Target="../ink/ink1938.xml"/><Relationship Id="rId549" Type="http://schemas.openxmlformats.org/officeDocument/2006/relationships/customXml" Target="../ink/ink1960.xml"/><Relationship Id="rId50" Type="http://schemas.openxmlformats.org/officeDocument/2006/relationships/customXml" Target="../ink/ink1704.xml"/><Relationship Id="rId104" Type="http://schemas.openxmlformats.org/officeDocument/2006/relationships/image" Target="../media/image1114.png"/><Relationship Id="rId146" Type="http://schemas.openxmlformats.org/officeDocument/2006/relationships/image" Target="../media/image1135.png"/><Relationship Id="rId188" Type="http://schemas.openxmlformats.org/officeDocument/2006/relationships/image" Target="../media/image1156.png"/><Relationship Id="rId311" Type="http://schemas.openxmlformats.org/officeDocument/2006/relationships/customXml" Target="../ink/ink1836.xml"/><Relationship Id="rId353" Type="http://schemas.openxmlformats.org/officeDocument/2006/relationships/image" Target="../media/image1233.png"/><Relationship Id="rId395" Type="http://schemas.openxmlformats.org/officeDocument/2006/relationships/customXml" Target="../ink/ink1879.xml"/><Relationship Id="rId409" Type="http://schemas.openxmlformats.org/officeDocument/2006/relationships/image" Target="../media/image1259.png"/><Relationship Id="rId560" Type="http://schemas.openxmlformats.org/officeDocument/2006/relationships/customXml" Target="../ink/ink1967.xml"/><Relationship Id="rId92" Type="http://schemas.openxmlformats.org/officeDocument/2006/relationships/image" Target="../media/image1108.png"/><Relationship Id="rId213" Type="http://schemas.openxmlformats.org/officeDocument/2006/relationships/customXml" Target="../ink/ink1786.xml"/><Relationship Id="rId420" Type="http://schemas.openxmlformats.org/officeDocument/2006/relationships/customXml" Target="../ink/ink1892.xml"/><Relationship Id="rId255" Type="http://schemas.openxmlformats.org/officeDocument/2006/relationships/image" Target="../media/image1188.png"/><Relationship Id="rId297" Type="http://schemas.openxmlformats.org/officeDocument/2006/relationships/image" Target="../media/image1209.png"/><Relationship Id="rId462" Type="http://schemas.openxmlformats.org/officeDocument/2006/relationships/image" Target="../media/image125.png"/><Relationship Id="rId518" Type="http://schemas.openxmlformats.org/officeDocument/2006/relationships/image" Target="../media/image1308.png"/><Relationship Id="rId115" Type="http://schemas.openxmlformats.org/officeDocument/2006/relationships/customXml" Target="../ink/ink1737.xml"/><Relationship Id="rId157" Type="http://schemas.openxmlformats.org/officeDocument/2006/relationships/customXml" Target="../ink/ink1758.xml"/><Relationship Id="rId322" Type="http://schemas.openxmlformats.org/officeDocument/2006/relationships/customXml" Target="../ink/ink1842.xml"/><Relationship Id="rId364" Type="http://schemas.openxmlformats.org/officeDocument/2006/relationships/customXml" Target="../ink/ink1863.xml"/><Relationship Id="rId61" Type="http://schemas.openxmlformats.org/officeDocument/2006/relationships/customXml" Target="../ink/ink1710.xml"/><Relationship Id="rId199" Type="http://schemas.openxmlformats.org/officeDocument/2006/relationships/customXml" Target="../ink/ink1779.xml"/><Relationship Id="rId571" Type="http://schemas.openxmlformats.org/officeDocument/2006/relationships/image" Target="../media/image1330.png"/><Relationship Id="rId19" Type="http://schemas.openxmlformats.org/officeDocument/2006/relationships/image" Target="../media/image1074.png"/><Relationship Id="rId224" Type="http://schemas.openxmlformats.org/officeDocument/2006/relationships/image" Target="../media/image1174.png"/><Relationship Id="rId266" Type="http://schemas.openxmlformats.org/officeDocument/2006/relationships/customXml" Target="../ink/ink1813.xml"/><Relationship Id="rId431" Type="http://schemas.openxmlformats.org/officeDocument/2006/relationships/image" Target="../media/image1270.png"/><Relationship Id="rId473" Type="http://schemas.openxmlformats.org/officeDocument/2006/relationships/customXml" Target="../ink/ink1921.xml"/><Relationship Id="rId529" Type="http://schemas.openxmlformats.org/officeDocument/2006/relationships/customXml" Target="../ink/ink1949.xml"/><Relationship Id="rId30" Type="http://schemas.openxmlformats.org/officeDocument/2006/relationships/customXml" Target="../ink/ink1694.xml"/><Relationship Id="rId126" Type="http://schemas.openxmlformats.org/officeDocument/2006/relationships/image" Target="../media/image1125.png"/><Relationship Id="rId168" Type="http://schemas.openxmlformats.org/officeDocument/2006/relationships/image" Target="../media/image1146.png"/><Relationship Id="rId333" Type="http://schemas.openxmlformats.org/officeDocument/2006/relationships/image" Target="../media/image1222.png"/><Relationship Id="rId540" Type="http://schemas.openxmlformats.org/officeDocument/2006/relationships/image" Target="../media/image1319.png"/><Relationship Id="rId72" Type="http://schemas.openxmlformats.org/officeDocument/2006/relationships/image" Target="../media/image1098.png"/><Relationship Id="rId375" Type="http://schemas.openxmlformats.org/officeDocument/2006/relationships/customXml" Target="../ink/ink1869.xml"/><Relationship Id="rId582" Type="http://schemas.openxmlformats.org/officeDocument/2006/relationships/customXml" Target="../ink/ink1978.xml"/><Relationship Id="rId3" Type="http://schemas.openxmlformats.org/officeDocument/2006/relationships/image" Target="../media/image1066.png"/><Relationship Id="rId235" Type="http://schemas.openxmlformats.org/officeDocument/2006/relationships/image" Target="../media/image1179.png"/><Relationship Id="rId277" Type="http://schemas.openxmlformats.org/officeDocument/2006/relationships/image" Target="../media/image1199.png"/><Relationship Id="rId400" Type="http://schemas.openxmlformats.org/officeDocument/2006/relationships/image" Target="../media/image1255.png"/><Relationship Id="rId442" Type="http://schemas.openxmlformats.org/officeDocument/2006/relationships/customXml" Target="../ink/ink1903.xml"/><Relationship Id="rId484" Type="http://schemas.openxmlformats.org/officeDocument/2006/relationships/image" Target="../media/image1291.png"/><Relationship Id="rId137" Type="http://schemas.openxmlformats.org/officeDocument/2006/relationships/customXml" Target="../ink/ink1748.xml"/><Relationship Id="rId302" Type="http://schemas.openxmlformats.org/officeDocument/2006/relationships/customXml" Target="../ink/ink1831.xml"/><Relationship Id="rId344" Type="http://schemas.openxmlformats.org/officeDocument/2006/relationships/customXml" Target="../ink/ink1853.xml"/><Relationship Id="rId41" Type="http://schemas.openxmlformats.org/officeDocument/2006/relationships/image" Target="../media/image1086.png"/><Relationship Id="rId83" Type="http://schemas.openxmlformats.org/officeDocument/2006/relationships/customXml" Target="../ink/ink1721.xml"/><Relationship Id="rId179" Type="http://schemas.openxmlformats.org/officeDocument/2006/relationships/customXml" Target="../ink/ink1769.xml"/><Relationship Id="rId386" Type="http://schemas.openxmlformats.org/officeDocument/2006/relationships/image" Target="../media/image1248.png"/><Relationship Id="rId551" Type="http://schemas.openxmlformats.org/officeDocument/2006/relationships/image" Target="../media/image372.png"/><Relationship Id="rId190" Type="http://schemas.openxmlformats.org/officeDocument/2006/relationships/image" Target="../media/image1157.png"/><Relationship Id="rId204" Type="http://schemas.openxmlformats.org/officeDocument/2006/relationships/image" Target="../media/image1164.png"/><Relationship Id="rId246" Type="http://schemas.openxmlformats.org/officeDocument/2006/relationships/customXml" Target="../ink/ink1803.xml"/><Relationship Id="rId288" Type="http://schemas.openxmlformats.org/officeDocument/2006/relationships/customXml" Target="../ink/ink1824.xml"/><Relationship Id="rId411" Type="http://schemas.openxmlformats.org/officeDocument/2006/relationships/image" Target="../media/image1260.png"/><Relationship Id="rId453" Type="http://schemas.openxmlformats.org/officeDocument/2006/relationships/image" Target="../media/image1281.png"/><Relationship Id="rId509" Type="http://schemas.openxmlformats.org/officeDocument/2006/relationships/customXml" Target="../ink/ink1939.xml"/><Relationship Id="rId106" Type="http://schemas.openxmlformats.org/officeDocument/2006/relationships/image" Target="../media/image1115.png"/><Relationship Id="rId313" Type="http://schemas.openxmlformats.org/officeDocument/2006/relationships/image" Target="../media/image1215.png"/><Relationship Id="rId495" Type="http://schemas.openxmlformats.org/officeDocument/2006/relationships/customXml" Target="../ink/ink1932.xml"/><Relationship Id="rId10" Type="http://schemas.openxmlformats.org/officeDocument/2006/relationships/customXml" Target="../ink/ink1684.xml"/><Relationship Id="rId52" Type="http://schemas.openxmlformats.org/officeDocument/2006/relationships/customXml" Target="../ink/ink1705.xml"/><Relationship Id="rId94" Type="http://schemas.openxmlformats.org/officeDocument/2006/relationships/image" Target="../media/image1109.png"/><Relationship Id="rId148" Type="http://schemas.openxmlformats.org/officeDocument/2006/relationships/image" Target="../media/image1136.png"/><Relationship Id="rId355" Type="http://schemas.openxmlformats.org/officeDocument/2006/relationships/image" Target="../media/image1234.png"/><Relationship Id="rId397" Type="http://schemas.openxmlformats.org/officeDocument/2006/relationships/customXml" Target="../ink/ink1880.xml"/><Relationship Id="rId520" Type="http://schemas.openxmlformats.org/officeDocument/2006/relationships/image" Target="../media/image1309.png"/><Relationship Id="rId562" Type="http://schemas.openxmlformats.org/officeDocument/2006/relationships/customXml" Target="../ink/ink1968.xml"/><Relationship Id="rId215" Type="http://schemas.openxmlformats.org/officeDocument/2006/relationships/customXml" Target="../ink/ink1787.xml"/><Relationship Id="rId257" Type="http://schemas.openxmlformats.org/officeDocument/2006/relationships/image" Target="../media/image1189.png"/><Relationship Id="rId422" Type="http://schemas.openxmlformats.org/officeDocument/2006/relationships/customXml" Target="../ink/ink1893.xml"/><Relationship Id="rId464" Type="http://schemas.openxmlformats.org/officeDocument/2006/relationships/image" Target="../media/image677.png"/><Relationship Id="rId299" Type="http://schemas.openxmlformats.org/officeDocument/2006/relationships/image" Target="../media/image1210.png"/><Relationship Id="rId63" Type="http://schemas.openxmlformats.org/officeDocument/2006/relationships/customXml" Target="../ink/ink1711.xml"/><Relationship Id="rId159" Type="http://schemas.openxmlformats.org/officeDocument/2006/relationships/customXml" Target="../ink/ink1759.xml"/><Relationship Id="rId366" Type="http://schemas.openxmlformats.org/officeDocument/2006/relationships/customXml" Target="../ink/ink1864.xml"/><Relationship Id="rId573" Type="http://schemas.openxmlformats.org/officeDocument/2006/relationships/image" Target="../media/image1331.png"/><Relationship Id="rId226" Type="http://schemas.openxmlformats.org/officeDocument/2006/relationships/image" Target="../media/image1175.png"/><Relationship Id="rId433" Type="http://schemas.openxmlformats.org/officeDocument/2006/relationships/image" Target="../media/image1271.png"/><Relationship Id="rId74" Type="http://schemas.openxmlformats.org/officeDocument/2006/relationships/image" Target="../media/image1099.png"/><Relationship Id="rId377" Type="http://schemas.openxmlformats.org/officeDocument/2006/relationships/customXml" Target="../ink/ink1870.xml"/><Relationship Id="rId500" Type="http://schemas.openxmlformats.org/officeDocument/2006/relationships/image" Target="../media/image1299.png"/><Relationship Id="rId584" Type="http://schemas.openxmlformats.org/officeDocument/2006/relationships/customXml" Target="../ink/ink1979.xml"/><Relationship Id="rId5" Type="http://schemas.openxmlformats.org/officeDocument/2006/relationships/image" Target="../media/image1067.png"/><Relationship Id="rId237" Type="http://schemas.openxmlformats.org/officeDocument/2006/relationships/image" Target="../media/image3.png"/><Relationship Id="rId444" Type="http://schemas.openxmlformats.org/officeDocument/2006/relationships/customXml" Target="../ink/ink1904.xml"/><Relationship Id="rId290" Type="http://schemas.openxmlformats.org/officeDocument/2006/relationships/customXml" Target="../ink/ink1825.xml"/><Relationship Id="rId304" Type="http://schemas.openxmlformats.org/officeDocument/2006/relationships/customXml" Target="../ink/ink1832.xml"/><Relationship Id="rId388" Type="http://schemas.openxmlformats.org/officeDocument/2006/relationships/image" Target="../media/image1249.png"/><Relationship Id="rId511" Type="http://schemas.openxmlformats.org/officeDocument/2006/relationships/customXml" Target="../ink/ink1940.xml"/><Relationship Id="rId85" Type="http://schemas.openxmlformats.org/officeDocument/2006/relationships/customXml" Target="../ink/ink1722.xml"/><Relationship Id="rId150" Type="http://schemas.openxmlformats.org/officeDocument/2006/relationships/image" Target="../media/image1137.png"/><Relationship Id="rId248" Type="http://schemas.openxmlformats.org/officeDocument/2006/relationships/customXml" Target="../ink/ink1804.xml"/><Relationship Id="rId455" Type="http://schemas.openxmlformats.org/officeDocument/2006/relationships/image" Target="../media/image1030.png"/><Relationship Id="rId12" Type="http://schemas.openxmlformats.org/officeDocument/2006/relationships/customXml" Target="../ink/ink1685.xml"/><Relationship Id="rId108" Type="http://schemas.openxmlformats.org/officeDocument/2006/relationships/image" Target="../media/image1116.png"/><Relationship Id="rId315" Type="http://schemas.openxmlformats.org/officeDocument/2006/relationships/image" Target="../media/image628.png"/><Relationship Id="rId522" Type="http://schemas.openxmlformats.org/officeDocument/2006/relationships/image" Target="../media/image1310.png"/><Relationship Id="rId96" Type="http://schemas.openxmlformats.org/officeDocument/2006/relationships/image" Target="../media/image1110.png"/><Relationship Id="rId161" Type="http://schemas.openxmlformats.org/officeDocument/2006/relationships/customXml" Target="../ink/ink1760.xml"/><Relationship Id="rId399" Type="http://schemas.openxmlformats.org/officeDocument/2006/relationships/customXml" Target="../ink/ink1881.xml"/><Relationship Id="rId259" Type="http://schemas.openxmlformats.org/officeDocument/2006/relationships/image" Target="../media/image1190.png"/><Relationship Id="rId466" Type="http://schemas.openxmlformats.org/officeDocument/2006/relationships/customXml" Target="../ink/ink1917.xml"/><Relationship Id="rId23" Type="http://schemas.openxmlformats.org/officeDocument/2006/relationships/image" Target="../media/image1077.png"/><Relationship Id="rId119" Type="http://schemas.openxmlformats.org/officeDocument/2006/relationships/customXml" Target="../ink/ink1739.xml"/><Relationship Id="rId326" Type="http://schemas.openxmlformats.org/officeDocument/2006/relationships/customXml" Target="../ink/ink1844.xml"/><Relationship Id="rId533" Type="http://schemas.openxmlformats.org/officeDocument/2006/relationships/customXml" Target="../ink/ink1951.xml"/><Relationship Id="rId172" Type="http://schemas.openxmlformats.org/officeDocument/2006/relationships/image" Target="../media/image1148.png"/><Relationship Id="rId477" Type="http://schemas.openxmlformats.org/officeDocument/2006/relationships/customXml" Target="../ink/ink1923.xml"/><Relationship Id="rId337" Type="http://schemas.openxmlformats.org/officeDocument/2006/relationships/image" Target="../media/image1224.png"/><Relationship Id="rId34" Type="http://schemas.openxmlformats.org/officeDocument/2006/relationships/customXml" Target="../ink/ink1696.xml"/><Relationship Id="rId544" Type="http://schemas.openxmlformats.org/officeDocument/2006/relationships/image" Target="../media/image1321.png"/><Relationship Id="rId183" Type="http://schemas.openxmlformats.org/officeDocument/2006/relationships/customXml" Target="../ink/ink1771.xml"/><Relationship Id="rId390" Type="http://schemas.openxmlformats.org/officeDocument/2006/relationships/image" Target="../media/image1250.png"/><Relationship Id="rId404" Type="http://schemas.openxmlformats.org/officeDocument/2006/relationships/customXml" Target="../ink/ink1884.xml"/><Relationship Id="rId250" Type="http://schemas.openxmlformats.org/officeDocument/2006/relationships/customXml" Target="../ink/ink1805.xml"/><Relationship Id="rId488" Type="http://schemas.openxmlformats.org/officeDocument/2006/relationships/image" Target="../media/image129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96.png"/><Relationship Id="rId21" Type="http://schemas.openxmlformats.org/officeDocument/2006/relationships/image" Target="../media/image1349.png"/><Relationship Id="rId324" Type="http://schemas.openxmlformats.org/officeDocument/2006/relationships/customXml" Target="../ink/ink2144.xml"/><Relationship Id="rId170" Type="http://schemas.openxmlformats.org/officeDocument/2006/relationships/customXml" Target="../ink/ink2067.xml"/><Relationship Id="rId268" Type="http://schemas.openxmlformats.org/officeDocument/2006/relationships/customXml" Target="../ink/ink2116.xml"/><Relationship Id="rId475" Type="http://schemas.openxmlformats.org/officeDocument/2006/relationships/customXml" Target="../ink/ink2220.xml"/><Relationship Id="rId32" Type="http://schemas.openxmlformats.org/officeDocument/2006/relationships/customXml" Target="../ink/ink1998.xml"/><Relationship Id="rId74" Type="http://schemas.openxmlformats.org/officeDocument/2006/relationships/customXml" Target="../ink/ink2019.xml"/><Relationship Id="rId128" Type="http://schemas.openxmlformats.org/officeDocument/2006/relationships/customXml" Target="../ink/ink2046.xml"/><Relationship Id="rId335" Type="http://schemas.openxmlformats.org/officeDocument/2006/relationships/image" Target="../media/image1505.png"/><Relationship Id="rId377" Type="http://schemas.openxmlformats.org/officeDocument/2006/relationships/image" Target="../media/image1526.png"/><Relationship Id="rId500" Type="http://schemas.openxmlformats.org/officeDocument/2006/relationships/image" Target="../media/image1583.png"/><Relationship Id="rId5" Type="http://schemas.openxmlformats.org/officeDocument/2006/relationships/image" Target="../media/image1341.png"/><Relationship Id="rId181" Type="http://schemas.openxmlformats.org/officeDocument/2006/relationships/image" Target="../media/image1428.png"/><Relationship Id="rId237" Type="http://schemas.openxmlformats.org/officeDocument/2006/relationships/image" Target="../media/image1456.png"/><Relationship Id="rId402" Type="http://schemas.openxmlformats.org/officeDocument/2006/relationships/customXml" Target="../ink/ink2183.xml"/><Relationship Id="rId279" Type="http://schemas.openxmlformats.org/officeDocument/2006/relationships/image" Target="../media/image1476.png"/><Relationship Id="rId444" Type="http://schemas.openxmlformats.org/officeDocument/2006/relationships/customXml" Target="../ink/ink2204.xml"/><Relationship Id="rId486" Type="http://schemas.openxmlformats.org/officeDocument/2006/relationships/image" Target="../media/image1577.png"/><Relationship Id="rId43" Type="http://schemas.openxmlformats.org/officeDocument/2006/relationships/image" Target="../media/image1360.png"/><Relationship Id="rId139" Type="http://schemas.openxmlformats.org/officeDocument/2006/relationships/image" Target="../media/image1407.png"/><Relationship Id="rId290" Type="http://schemas.openxmlformats.org/officeDocument/2006/relationships/customXml" Target="../ink/ink2127.xml"/><Relationship Id="rId304" Type="http://schemas.openxmlformats.org/officeDocument/2006/relationships/customXml" Target="../ink/ink2134.xml"/><Relationship Id="rId346" Type="http://schemas.openxmlformats.org/officeDocument/2006/relationships/customXml" Target="../ink/ink2155.xml"/><Relationship Id="rId388" Type="http://schemas.openxmlformats.org/officeDocument/2006/relationships/customXml" Target="../ink/ink2176.xml"/><Relationship Id="rId511" Type="http://schemas.openxmlformats.org/officeDocument/2006/relationships/customXml" Target="../ink/ink2238.xml"/><Relationship Id="rId85" Type="http://schemas.openxmlformats.org/officeDocument/2006/relationships/image" Target="../media/image1380.png"/><Relationship Id="rId150" Type="http://schemas.openxmlformats.org/officeDocument/2006/relationships/customXml" Target="../ink/ink2057.xml"/><Relationship Id="rId192" Type="http://schemas.openxmlformats.org/officeDocument/2006/relationships/customXml" Target="../ink/ink2078.xml"/><Relationship Id="rId206" Type="http://schemas.openxmlformats.org/officeDocument/2006/relationships/customXml" Target="../ink/ink2085.xml"/><Relationship Id="rId413" Type="http://schemas.openxmlformats.org/officeDocument/2006/relationships/image" Target="../media/image462.png"/><Relationship Id="rId248" Type="http://schemas.openxmlformats.org/officeDocument/2006/relationships/customXml" Target="../ink/ink2106.xml"/><Relationship Id="rId455" Type="http://schemas.openxmlformats.org/officeDocument/2006/relationships/customXml" Target="../ink/ink2210.xml"/><Relationship Id="rId497" Type="http://schemas.openxmlformats.org/officeDocument/2006/relationships/customXml" Target="../ink/ink2231.xml"/><Relationship Id="rId12" Type="http://schemas.openxmlformats.org/officeDocument/2006/relationships/customXml" Target="../ink/ink1988.xml"/><Relationship Id="rId108" Type="http://schemas.openxmlformats.org/officeDocument/2006/relationships/customXml" Target="../ink/ink2036.xml"/><Relationship Id="rId315" Type="http://schemas.openxmlformats.org/officeDocument/2006/relationships/image" Target="../media/image1494.png"/><Relationship Id="rId357" Type="http://schemas.openxmlformats.org/officeDocument/2006/relationships/image" Target="../media/image1516.png"/><Relationship Id="rId522" Type="http://schemas.openxmlformats.org/officeDocument/2006/relationships/image" Target="../media/image1594.png"/><Relationship Id="rId54" Type="http://schemas.openxmlformats.org/officeDocument/2006/relationships/customXml" Target="../ink/ink2009.xml"/><Relationship Id="rId96" Type="http://schemas.openxmlformats.org/officeDocument/2006/relationships/customXml" Target="../ink/ink2030.xml"/><Relationship Id="rId161" Type="http://schemas.openxmlformats.org/officeDocument/2006/relationships/image" Target="../media/image1418.png"/><Relationship Id="rId217" Type="http://schemas.openxmlformats.org/officeDocument/2006/relationships/image" Target="../media/image1446.png"/><Relationship Id="rId399" Type="http://schemas.openxmlformats.org/officeDocument/2006/relationships/image" Target="../media/image1537.png"/><Relationship Id="rId259" Type="http://schemas.openxmlformats.org/officeDocument/2006/relationships/image" Target="../media/image1467.png"/><Relationship Id="rId424" Type="http://schemas.openxmlformats.org/officeDocument/2006/relationships/customXml" Target="../ink/ink2194.xml"/><Relationship Id="rId466" Type="http://schemas.openxmlformats.org/officeDocument/2006/relationships/image" Target="../media/image1567.png"/><Relationship Id="rId23" Type="http://schemas.openxmlformats.org/officeDocument/2006/relationships/image" Target="../media/image1350.png"/><Relationship Id="rId119" Type="http://schemas.openxmlformats.org/officeDocument/2006/relationships/image" Target="../media/image1397.png"/><Relationship Id="rId270" Type="http://schemas.openxmlformats.org/officeDocument/2006/relationships/customXml" Target="../ink/ink2117.xml"/><Relationship Id="rId326" Type="http://schemas.openxmlformats.org/officeDocument/2006/relationships/customXml" Target="../ink/ink2145.xml"/><Relationship Id="rId65" Type="http://schemas.openxmlformats.org/officeDocument/2006/relationships/image" Target="../media/image1371.png"/><Relationship Id="rId130" Type="http://schemas.openxmlformats.org/officeDocument/2006/relationships/customXml" Target="../ink/ink2047.xml"/><Relationship Id="rId368" Type="http://schemas.openxmlformats.org/officeDocument/2006/relationships/customXml" Target="../ink/ink2166.xml"/><Relationship Id="rId172" Type="http://schemas.openxmlformats.org/officeDocument/2006/relationships/customXml" Target="../ink/ink2068.xml"/><Relationship Id="rId228" Type="http://schemas.openxmlformats.org/officeDocument/2006/relationships/customXml" Target="../ink/ink2096.xml"/><Relationship Id="rId435" Type="http://schemas.openxmlformats.org/officeDocument/2006/relationships/image" Target="../media/image1554.png"/><Relationship Id="rId477" Type="http://schemas.openxmlformats.org/officeDocument/2006/relationships/customXml" Target="../ink/ink2221.xml"/><Relationship Id="rId281" Type="http://schemas.openxmlformats.org/officeDocument/2006/relationships/image" Target="../media/image1477.png"/><Relationship Id="rId337" Type="http://schemas.openxmlformats.org/officeDocument/2006/relationships/image" Target="../media/image1506.png"/><Relationship Id="rId502" Type="http://schemas.openxmlformats.org/officeDocument/2006/relationships/image" Target="../media/image1584.png"/><Relationship Id="rId34" Type="http://schemas.openxmlformats.org/officeDocument/2006/relationships/customXml" Target="../ink/ink1999.xml"/><Relationship Id="rId76" Type="http://schemas.openxmlformats.org/officeDocument/2006/relationships/customXml" Target="../ink/ink2020.xml"/><Relationship Id="rId141" Type="http://schemas.openxmlformats.org/officeDocument/2006/relationships/image" Target="../media/image1408.png"/><Relationship Id="rId379" Type="http://schemas.openxmlformats.org/officeDocument/2006/relationships/image" Target="../media/image1527.png"/><Relationship Id="rId7" Type="http://schemas.openxmlformats.org/officeDocument/2006/relationships/image" Target="../media/image1342.png"/><Relationship Id="rId183" Type="http://schemas.openxmlformats.org/officeDocument/2006/relationships/image" Target="../media/image1429.png"/><Relationship Id="rId239" Type="http://schemas.openxmlformats.org/officeDocument/2006/relationships/image" Target="../media/image1457.png"/><Relationship Id="rId390" Type="http://schemas.openxmlformats.org/officeDocument/2006/relationships/customXml" Target="../ink/ink2177.xml"/><Relationship Id="rId404" Type="http://schemas.openxmlformats.org/officeDocument/2006/relationships/customXml" Target="../ink/ink2184.xml"/><Relationship Id="rId446" Type="http://schemas.openxmlformats.org/officeDocument/2006/relationships/customXml" Target="../ink/ink2205.xml"/><Relationship Id="rId250" Type="http://schemas.openxmlformats.org/officeDocument/2006/relationships/customXml" Target="../ink/ink2107.xml"/><Relationship Id="rId292" Type="http://schemas.openxmlformats.org/officeDocument/2006/relationships/customXml" Target="../ink/ink2128.xml"/><Relationship Id="rId306" Type="http://schemas.openxmlformats.org/officeDocument/2006/relationships/customXml" Target="../ink/ink2135.xml"/><Relationship Id="rId488" Type="http://schemas.openxmlformats.org/officeDocument/2006/relationships/image" Target="../media/image1578.png"/><Relationship Id="rId45" Type="http://schemas.openxmlformats.org/officeDocument/2006/relationships/image" Target="../media/image1361.png"/><Relationship Id="rId87" Type="http://schemas.openxmlformats.org/officeDocument/2006/relationships/image" Target="../media/image1381.png"/><Relationship Id="rId110" Type="http://schemas.openxmlformats.org/officeDocument/2006/relationships/customXml" Target="../ink/ink2037.xml"/><Relationship Id="rId348" Type="http://schemas.openxmlformats.org/officeDocument/2006/relationships/customXml" Target="../ink/ink2156.xml"/><Relationship Id="rId513" Type="http://schemas.openxmlformats.org/officeDocument/2006/relationships/customXml" Target="../ink/ink2239.xml"/><Relationship Id="rId152" Type="http://schemas.openxmlformats.org/officeDocument/2006/relationships/customXml" Target="../ink/ink2058.xml"/><Relationship Id="rId194" Type="http://schemas.openxmlformats.org/officeDocument/2006/relationships/customXml" Target="../ink/ink2079.xml"/><Relationship Id="rId208" Type="http://schemas.openxmlformats.org/officeDocument/2006/relationships/customXml" Target="../ink/ink2086.xml"/><Relationship Id="rId415" Type="http://schemas.openxmlformats.org/officeDocument/2006/relationships/image" Target="../media/image1544.png"/><Relationship Id="rId457" Type="http://schemas.openxmlformats.org/officeDocument/2006/relationships/customXml" Target="../ink/ink2211.xml"/><Relationship Id="rId261" Type="http://schemas.openxmlformats.org/officeDocument/2006/relationships/image" Target="../media/image1468.png"/><Relationship Id="rId499" Type="http://schemas.openxmlformats.org/officeDocument/2006/relationships/customXml" Target="../ink/ink2232.xml"/><Relationship Id="rId14" Type="http://schemas.openxmlformats.org/officeDocument/2006/relationships/customXml" Target="../ink/ink1989.xml"/><Relationship Id="rId56" Type="http://schemas.openxmlformats.org/officeDocument/2006/relationships/customXml" Target="../ink/ink2010.xml"/><Relationship Id="rId317" Type="http://schemas.openxmlformats.org/officeDocument/2006/relationships/image" Target="../media/image1495.png"/><Relationship Id="rId359" Type="http://schemas.openxmlformats.org/officeDocument/2006/relationships/image" Target="../media/image1517.png"/><Relationship Id="rId524" Type="http://schemas.openxmlformats.org/officeDocument/2006/relationships/image" Target="../media/image1595.png"/><Relationship Id="rId98" Type="http://schemas.openxmlformats.org/officeDocument/2006/relationships/customXml" Target="../ink/ink2031.xml"/><Relationship Id="rId121" Type="http://schemas.openxmlformats.org/officeDocument/2006/relationships/image" Target="../media/image1398.png"/><Relationship Id="rId163" Type="http://schemas.openxmlformats.org/officeDocument/2006/relationships/image" Target="../media/image1419.png"/><Relationship Id="rId219" Type="http://schemas.openxmlformats.org/officeDocument/2006/relationships/image" Target="../media/image1447.png"/><Relationship Id="rId370" Type="http://schemas.openxmlformats.org/officeDocument/2006/relationships/customXml" Target="../ink/ink2167.xml"/><Relationship Id="rId426" Type="http://schemas.openxmlformats.org/officeDocument/2006/relationships/customXml" Target="../ink/ink2195.xml"/><Relationship Id="rId230" Type="http://schemas.openxmlformats.org/officeDocument/2006/relationships/customXml" Target="../ink/ink2097.xml"/><Relationship Id="rId468" Type="http://schemas.openxmlformats.org/officeDocument/2006/relationships/image" Target="../media/image1568.png"/><Relationship Id="rId25" Type="http://schemas.openxmlformats.org/officeDocument/2006/relationships/image" Target="../media/image1351.png"/><Relationship Id="rId67" Type="http://schemas.openxmlformats.org/officeDocument/2006/relationships/image" Target="../media/image1215.png"/><Relationship Id="rId272" Type="http://schemas.openxmlformats.org/officeDocument/2006/relationships/customXml" Target="../ink/ink2118.xml"/><Relationship Id="rId328" Type="http://schemas.openxmlformats.org/officeDocument/2006/relationships/customXml" Target="../ink/ink2146.xml"/><Relationship Id="rId132" Type="http://schemas.openxmlformats.org/officeDocument/2006/relationships/customXml" Target="../ink/ink2048.xml"/><Relationship Id="rId174" Type="http://schemas.openxmlformats.org/officeDocument/2006/relationships/customXml" Target="../ink/ink2069.xml"/><Relationship Id="rId381" Type="http://schemas.openxmlformats.org/officeDocument/2006/relationships/image" Target="../media/image1528.png"/><Relationship Id="rId241" Type="http://schemas.openxmlformats.org/officeDocument/2006/relationships/image" Target="../media/image1458.png"/><Relationship Id="rId437" Type="http://schemas.openxmlformats.org/officeDocument/2006/relationships/image" Target="../media/image913.png"/><Relationship Id="rId479" Type="http://schemas.openxmlformats.org/officeDocument/2006/relationships/customXml" Target="../ink/ink2222.xml"/><Relationship Id="rId36" Type="http://schemas.openxmlformats.org/officeDocument/2006/relationships/customXml" Target="../ink/ink2000.xml"/><Relationship Id="rId283" Type="http://schemas.openxmlformats.org/officeDocument/2006/relationships/image" Target="../media/image1478.png"/><Relationship Id="rId339" Type="http://schemas.openxmlformats.org/officeDocument/2006/relationships/image" Target="../media/image1507.png"/><Relationship Id="rId490" Type="http://schemas.openxmlformats.org/officeDocument/2006/relationships/image" Target="../media/image1579.png"/><Relationship Id="rId504" Type="http://schemas.openxmlformats.org/officeDocument/2006/relationships/image" Target="../media/image1585.png"/><Relationship Id="rId78" Type="http://schemas.openxmlformats.org/officeDocument/2006/relationships/customXml" Target="../ink/ink2021.xml"/><Relationship Id="rId101" Type="http://schemas.openxmlformats.org/officeDocument/2006/relationships/image" Target="../media/image1388.png"/><Relationship Id="rId143" Type="http://schemas.openxmlformats.org/officeDocument/2006/relationships/image" Target="../media/image1409.png"/><Relationship Id="rId185" Type="http://schemas.openxmlformats.org/officeDocument/2006/relationships/image" Target="../media/image1430.png"/><Relationship Id="rId350" Type="http://schemas.openxmlformats.org/officeDocument/2006/relationships/customXml" Target="../ink/ink2157.xml"/><Relationship Id="rId406" Type="http://schemas.openxmlformats.org/officeDocument/2006/relationships/customXml" Target="../ink/ink2185.xml"/><Relationship Id="rId9" Type="http://schemas.openxmlformats.org/officeDocument/2006/relationships/image" Target="../media/image1343.png"/><Relationship Id="rId210" Type="http://schemas.openxmlformats.org/officeDocument/2006/relationships/customXml" Target="../ink/ink2087.xml"/><Relationship Id="rId392" Type="http://schemas.openxmlformats.org/officeDocument/2006/relationships/customXml" Target="../ink/ink2178.xml"/><Relationship Id="rId448" Type="http://schemas.openxmlformats.org/officeDocument/2006/relationships/customXml" Target="../ink/ink2206.xml"/><Relationship Id="rId252" Type="http://schemas.openxmlformats.org/officeDocument/2006/relationships/customXml" Target="../ink/ink2108.xml"/><Relationship Id="rId294" Type="http://schemas.openxmlformats.org/officeDocument/2006/relationships/customXml" Target="../ink/ink2129.xml"/><Relationship Id="rId308" Type="http://schemas.openxmlformats.org/officeDocument/2006/relationships/customXml" Target="../ink/ink2136.xml"/><Relationship Id="rId515" Type="http://schemas.openxmlformats.org/officeDocument/2006/relationships/customXml" Target="../ink/ink2240.xml"/><Relationship Id="rId47" Type="http://schemas.openxmlformats.org/officeDocument/2006/relationships/image" Target="../media/image1362.png"/><Relationship Id="rId89" Type="http://schemas.openxmlformats.org/officeDocument/2006/relationships/image" Target="../media/image1382.png"/><Relationship Id="rId112" Type="http://schemas.openxmlformats.org/officeDocument/2006/relationships/customXml" Target="../ink/ink2038.xml"/><Relationship Id="rId154" Type="http://schemas.openxmlformats.org/officeDocument/2006/relationships/customXml" Target="../ink/ink2059.xml"/><Relationship Id="rId361" Type="http://schemas.openxmlformats.org/officeDocument/2006/relationships/image" Target="../media/image1518.png"/><Relationship Id="rId196" Type="http://schemas.openxmlformats.org/officeDocument/2006/relationships/customXml" Target="../ink/ink2080.xml"/><Relationship Id="rId417" Type="http://schemas.openxmlformats.org/officeDocument/2006/relationships/image" Target="../media/image1545.png"/><Relationship Id="rId459" Type="http://schemas.openxmlformats.org/officeDocument/2006/relationships/customXml" Target="../ink/ink2212.xml"/><Relationship Id="rId16" Type="http://schemas.openxmlformats.org/officeDocument/2006/relationships/customXml" Target="../ink/ink1990.xml"/><Relationship Id="rId221" Type="http://schemas.openxmlformats.org/officeDocument/2006/relationships/image" Target="../media/image1448.png"/><Relationship Id="rId263" Type="http://schemas.openxmlformats.org/officeDocument/2006/relationships/image" Target="../media/image1469.png"/><Relationship Id="rId319" Type="http://schemas.openxmlformats.org/officeDocument/2006/relationships/image" Target="../media/image1496.png"/><Relationship Id="rId470" Type="http://schemas.openxmlformats.org/officeDocument/2006/relationships/image" Target="../media/image1569.png"/><Relationship Id="rId58" Type="http://schemas.openxmlformats.org/officeDocument/2006/relationships/customXml" Target="../ink/ink2011.xml"/><Relationship Id="rId123" Type="http://schemas.openxmlformats.org/officeDocument/2006/relationships/image" Target="../media/image1399.png"/><Relationship Id="rId330" Type="http://schemas.openxmlformats.org/officeDocument/2006/relationships/customXml" Target="../ink/ink2147.xml"/><Relationship Id="rId165" Type="http://schemas.openxmlformats.org/officeDocument/2006/relationships/image" Target="../media/image1420.png"/><Relationship Id="rId372" Type="http://schemas.openxmlformats.org/officeDocument/2006/relationships/customXml" Target="../ink/ink2168.xml"/><Relationship Id="rId428" Type="http://schemas.openxmlformats.org/officeDocument/2006/relationships/customXml" Target="../ink/ink2196.xml"/><Relationship Id="rId232" Type="http://schemas.openxmlformats.org/officeDocument/2006/relationships/customXml" Target="../ink/ink2098.xml"/><Relationship Id="rId274" Type="http://schemas.openxmlformats.org/officeDocument/2006/relationships/customXml" Target="../ink/ink2119.xml"/><Relationship Id="rId481" Type="http://schemas.openxmlformats.org/officeDocument/2006/relationships/customXml" Target="../ink/ink2223.xml"/><Relationship Id="rId27" Type="http://schemas.openxmlformats.org/officeDocument/2006/relationships/image" Target="../media/image1352.png"/><Relationship Id="rId69" Type="http://schemas.openxmlformats.org/officeDocument/2006/relationships/image" Target="../media/image1372.png"/><Relationship Id="rId134" Type="http://schemas.openxmlformats.org/officeDocument/2006/relationships/customXml" Target="../ink/ink2049.xml"/><Relationship Id="rId80" Type="http://schemas.openxmlformats.org/officeDocument/2006/relationships/customXml" Target="../ink/ink2022.xml"/><Relationship Id="rId176" Type="http://schemas.openxmlformats.org/officeDocument/2006/relationships/customXml" Target="../ink/ink2070.xml"/><Relationship Id="rId341" Type="http://schemas.openxmlformats.org/officeDocument/2006/relationships/image" Target="../media/image1508.png"/><Relationship Id="rId383" Type="http://schemas.openxmlformats.org/officeDocument/2006/relationships/image" Target="../media/image1529.png"/><Relationship Id="rId439" Type="http://schemas.openxmlformats.org/officeDocument/2006/relationships/image" Target="../media/image1555.png"/><Relationship Id="rId201" Type="http://schemas.openxmlformats.org/officeDocument/2006/relationships/image" Target="../media/image1438.png"/><Relationship Id="rId243" Type="http://schemas.openxmlformats.org/officeDocument/2006/relationships/image" Target="../media/image1459.png"/><Relationship Id="rId285" Type="http://schemas.openxmlformats.org/officeDocument/2006/relationships/image" Target="../media/image1479.png"/><Relationship Id="rId450" Type="http://schemas.openxmlformats.org/officeDocument/2006/relationships/customXml" Target="../ink/ink2207.xml"/><Relationship Id="rId506" Type="http://schemas.openxmlformats.org/officeDocument/2006/relationships/image" Target="../media/image1586.png"/><Relationship Id="rId38" Type="http://schemas.openxmlformats.org/officeDocument/2006/relationships/customXml" Target="../ink/ink2001.xml"/><Relationship Id="rId103" Type="http://schemas.openxmlformats.org/officeDocument/2006/relationships/image" Target="../media/image1389.png"/><Relationship Id="rId310" Type="http://schemas.openxmlformats.org/officeDocument/2006/relationships/customXml" Target="../ink/ink2137.xml"/><Relationship Id="rId492" Type="http://schemas.openxmlformats.org/officeDocument/2006/relationships/image" Target="../media/image1580.png"/><Relationship Id="rId91" Type="http://schemas.openxmlformats.org/officeDocument/2006/relationships/image" Target="../media/image1383.png"/><Relationship Id="rId145" Type="http://schemas.openxmlformats.org/officeDocument/2006/relationships/image" Target="../media/image1410.png"/><Relationship Id="rId187" Type="http://schemas.openxmlformats.org/officeDocument/2006/relationships/image" Target="../media/image1431.png"/><Relationship Id="rId352" Type="http://schemas.openxmlformats.org/officeDocument/2006/relationships/customXml" Target="../ink/ink2158.xml"/><Relationship Id="rId394" Type="http://schemas.openxmlformats.org/officeDocument/2006/relationships/customXml" Target="../ink/ink2179.xml"/><Relationship Id="rId408" Type="http://schemas.openxmlformats.org/officeDocument/2006/relationships/customXml" Target="../ink/ink2186.xml"/><Relationship Id="rId212" Type="http://schemas.openxmlformats.org/officeDocument/2006/relationships/customXml" Target="../ink/ink2088.xml"/><Relationship Id="rId254" Type="http://schemas.openxmlformats.org/officeDocument/2006/relationships/customXml" Target="../ink/ink2109.xml"/><Relationship Id="rId49" Type="http://schemas.openxmlformats.org/officeDocument/2006/relationships/image" Target="../media/image1363.png"/><Relationship Id="rId114" Type="http://schemas.openxmlformats.org/officeDocument/2006/relationships/customXml" Target="../ink/ink2039.xml"/><Relationship Id="rId296" Type="http://schemas.openxmlformats.org/officeDocument/2006/relationships/customXml" Target="../ink/ink2130.xml"/><Relationship Id="rId461" Type="http://schemas.openxmlformats.org/officeDocument/2006/relationships/customXml" Target="../ink/ink2213.xml"/><Relationship Id="rId517" Type="http://schemas.openxmlformats.org/officeDocument/2006/relationships/customXml" Target="../ink/ink2241.xml"/><Relationship Id="rId60" Type="http://schemas.openxmlformats.org/officeDocument/2006/relationships/customXml" Target="../ink/ink2012.xml"/><Relationship Id="rId156" Type="http://schemas.openxmlformats.org/officeDocument/2006/relationships/customXml" Target="../ink/ink2060.xml"/><Relationship Id="rId198" Type="http://schemas.openxmlformats.org/officeDocument/2006/relationships/customXml" Target="../ink/ink2081.xml"/><Relationship Id="rId321" Type="http://schemas.openxmlformats.org/officeDocument/2006/relationships/image" Target="../media/image1498.png"/><Relationship Id="rId363" Type="http://schemas.openxmlformats.org/officeDocument/2006/relationships/image" Target="../media/image1519.png"/><Relationship Id="rId419" Type="http://schemas.openxmlformats.org/officeDocument/2006/relationships/image" Target="../media/image1546.png"/><Relationship Id="rId223" Type="http://schemas.openxmlformats.org/officeDocument/2006/relationships/image" Target="../media/image1449.png"/><Relationship Id="rId430" Type="http://schemas.openxmlformats.org/officeDocument/2006/relationships/customXml" Target="../ink/ink2197.xml"/><Relationship Id="rId18" Type="http://schemas.openxmlformats.org/officeDocument/2006/relationships/customXml" Target="../ink/ink1991.xml"/><Relationship Id="rId265" Type="http://schemas.openxmlformats.org/officeDocument/2006/relationships/image" Target="../media/image1470.png"/><Relationship Id="rId472" Type="http://schemas.openxmlformats.org/officeDocument/2006/relationships/image" Target="../media/image1570.png"/><Relationship Id="rId125" Type="http://schemas.openxmlformats.org/officeDocument/2006/relationships/image" Target="../media/image1400.png"/><Relationship Id="rId167" Type="http://schemas.openxmlformats.org/officeDocument/2006/relationships/image" Target="../media/image1421.png"/><Relationship Id="rId332" Type="http://schemas.openxmlformats.org/officeDocument/2006/relationships/customXml" Target="../ink/ink2148.xml"/><Relationship Id="rId374" Type="http://schemas.openxmlformats.org/officeDocument/2006/relationships/customXml" Target="../ink/ink2169.xml"/><Relationship Id="rId71" Type="http://schemas.openxmlformats.org/officeDocument/2006/relationships/image" Target="../media/image1373.png"/><Relationship Id="rId234" Type="http://schemas.openxmlformats.org/officeDocument/2006/relationships/customXml" Target="../ink/ink2099.xml"/><Relationship Id="rId2" Type="http://schemas.openxmlformats.org/officeDocument/2006/relationships/customXml" Target="../ink/ink1983.xml"/><Relationship Id="rId29" Type="http://schemas.openxmlformats.org/officeDocument/2006/relationships/image" Target="../media/image1353.png"/><Relationship Id="rId276" Type="http://schemas.openxmlformats.org/officeDocument/2006/relationships/customXml" Target="../ink/ink2120.xml"/><Relationship Id="rId441" Type="http://schemas.openxmlformats.org/officeDocument/2006/relationships/image" Target="../media/image1556.png"/><Relationship Id="rId483" Type="http://schemas.openxmlformats.org/officeDocument/2006/relationships/customXml" Target="../ink/ink2224.xml"/><Relationship Id="rId40" Type="http://schemas.openxmlformats.org/officeDocument/2006/relationships/customXml" Target="../ink/ink2002.xml"/><Relationship Id="rId136" Type="http://schemas.openxmlformats.org/officeDocument/2006/relationships/customXml" Target="../ink/ink2050.xml"/><Relationship Id="rId178" Type="http://schemas.openxmlformats.org/officeDocument/2006/relationships/customXml" Target="../ink/ink2071.xml"/><Relationship Id="rId301" Type="http://schemas.openxmlformats.org/officeDocument/2006/relationships/image" Target="../media/image1487.png"/><Relationship Id="rId343" Type="http://schemas.openxmlformats.org/officeDocument/2006/relationships/image" Target="../media/image1509.png"/><Relationship Id="rId82" Type="http://schemas.openxmlformats.org/officeDocument/2006/relationships/customXml" Target="../ink/ink2023.xml"/><Relationship Id="rId203" Type="http://schemas.openxmlformats.org/officeDocument/2006/relationships/image" Target="../media/image1439.png"/><Relationship Id="rId385" Type="http://schemas.openxmlformats.org/officeDocument/2006/relationships/image" Target="../media/image1530.png"/><Relationship Id="rId245" Type="http://schemas.openxmlformats.org/officeDocument/2006/relationships/image" Target="../media/image1460.png"/><Relationship Id="rId287" Type="http://schemas.openxmlformats.org/officeDocument/2006/relationships/image" Target="../media/image1480.png"/><Relationship Id="rId410" Type="http://schemas.openxmlformats.org/officeDocument/2006/relationships/customXml" Target="../ink/ink2187.xml"/><Relationship Id="rId452" Type="http://schemas.openxmlformats.org/officeDocument/2006/relationships/customXml" Target="../ink/ink2208.xml"/><Relationship Id="rId494" Type="http://schemas.openxmlformats.org/officeDocument/2006/relationships/image" Target="../media/image1581.png"/><Relationship Id="rId508" Type="http://schemas.openxmlformats.org/officeDocument/2006/relationships/image" Target="../media/image1587.png"/><Relationship Id="rId105" Type="http://schemas.openxmlformats.org/officeDocument/2006/relationships/image" Target="../media/image1390.png"/><Relationship Id="rId147" Type="http://schemas.openxmlformats.org/officeDocument/2006/relationships/image" Target="../media/image1411.png"/><Relationship Id="rId312" Type="http://schemas.openxmlformats.org/officeDocument/2006/relationships/customXml" Target="../ink/ink2138.xml"/><Relationship Id="rId354" Type="http://schemas.openxmlformats.org/officeDocument/2006/relationships/customXml" Target="../ink/ink2159.xml"/><Relationship Id="rId51" Type="http://schemas.openxmlformats.org/officeDocument/2006/relationships/image" Target="../media/image1364.png"/><Relationship Id="rId93" Type="http://schemas.openxmlformats.org/officeDocument/2006/relationships/image" Target="../media/image1384.png"/><Relationship Id="rId189" Type="http://schemas.openxmlformats.org/officeDocument/2006/relationships/image" Target="../media/image1432.png"/><Relationship Id="rId396" Type="http://schemas.openxmlformats.org/officeDocument/2006/relationships/customXml" Target="../ink/ink2180.xml"/><Relationship Id="rId214" Type="http://schemas.openxmlformats.org/officeDocument/2006/relationships/customXml" Target="../ink/ink2089.xml"/><Relationship Id="rId256" Type="http://schemas.openxmlformats.org/officeDocument/2006/relationships/customXml" Target="../ink/ink2110.xml"/><Relationship Id="rId298" Type="http://schemas.openxmlformats.org/officeDocument/2006/relationships/customXml" Target="../ink/ink2131.xml"/><Relationship Id="rId421" Type="http://schemas.openxmlformats.org/officeDocument/2006/relationships/image" Target="../media/image1547.png"/><Relationship Id="rId463" Type="http://schemas.openxmlformats.org/officeDocument/2006/relationships/customXml" Target="../ink/ink2214.xml"/><Relationship Id="rId519" Type="http://schemas.openxmlformats.org/officeDocument/2006/relationships/customXml" Target="../ink/ink2242.xml"/><Relationship Id="rId116" Type="http://schemas.openxmlformats.org/officeDocument/2006/relationships/customXml" Target="../ink/ink2040.xml"/><Relationship Id="rId158" Type="http://schemas.openxmlformats.org/officeDocument/2006/relationships/customXml" Target="../ink/ink2061.xml"/><Relationship Id="rId323" Type="http://schemas.openxmlformats.org/officeDocument/2006/relationships/image" Target="../media/image1499.png"/><Relationship Id="rId20" Type="http://schemas.openxmlformats.org/officeDocument/2006/relationships/customXml" Target="../ink/ink1992.xml"/><Relationship Id="rId62" Type="http://schemas.openxmlformats.org/officeDocument/2006/relationships/customXml" Target="../ink/ink2013.xml"/><Relationship Id="rId365" Type="http://schemas.openxmlformats.org/officeDocument/2006/relationships/image" Target="../media/image1520.png"/><Relationship Id="rId225" Type="http://schemas.openxmlformats.org/officeDocument/2006/relationships/image" Target="../media/image1450.png"/><Relationship Id="rId267" Type="http://schemas.openxmlformats.org/officeDocument/2006/relationships/image" Target="../media/image2.png"/><Relationship Id="rId432" Type="http://schemas.openxmlformats.org/officeDocument/2006/relationships/customXml" Target="../ink/ink2198.xml"/><Relationship Id="rId474" Type="http://schemas.openxmlformats.org/officeDocument/2006/relationships/image" Target="../media/image1571.png"/><Relationship Id="rId127" Type="http://schemas.openxmlformats.org/officeDocument/2006/relationships/image" Target="../media/image1401.png"/><Relationship Id="rId31" Type="http://schemas.openxmlformats.org/officeDocument/2006/relationships/image" Target="../media/image1354.png"/><Relationship Id="rId73" Type="http://schemas.openxmlformats.org/officeDocument/2006/relationships/image" Target="../media/image1374.png"/><Relationship Id="rId169" Type="http://schemas.openxmlformats.org/officeDocument/2006/relationships/image" Target="../media/image1422.png"/><Relationship Id="rId334" Type="http://schemas.openxmlformats.org/officeDocument/2006/relationships/customXml" Target="../ink/ink2149.xml"/><Relationship Id="rId376" Type="http://schemas.openxmlformats.org/officeDocument/2006/relationships/customXml" Target="../ink/ink2170.xml"/><Relationship Id="rId4" Type="http://schemas.openxmlformats.org/officeDocument/2006/relationships/customXml" Target="../ink/ink1984.xml"/><Relationship Id="rId180" Type="http://schemas.openxmlformats.org/officeDocument/2006/relationships/customXml" Target="../ink/ink2072.xml"/><Relationship Id="rId236" Type="http://schemas.openxmlformats.org/officeDocument/2006/relationships/customXml" Target="../ink/ink2100.xml"/><Relationship Id="rId278" Type="http://schemas.openxmlformats.org/officeDocument/2006/relationships/customXml" Target="../ink/ink2121.xml"/><Relationship Id="rId401" Type="http://schemas.openxmlformats.org/officeDocument/2006/relationships/image" Target="../media/image1538.png"/><Relationship Id="rId443" Type="http://schemas.openxmlformats.org/officeDocument/2006/relationships/image" Target="../media/image1557.png"/><Relationship Id="rId303" Type="http://schemas.openxmlformats.org/officeDocument/2006/relationships/image" Target="../media/image1488.png"/><Relationship Id="rId485" Type="http://schemas.openxmlformats.org/officeDocument/2006/relationships/customXml" Target="../ink/ink2225.xml"/><Relationship Id="rId42" Type="http://schemas.openxmlformats.org/officeDocument/2006/relationships/customXml" Target="../ink/ink2003.xml"/><Relationship Id="rId84" Type="http://schemas.openxmlformats.org/officeDocument/2006/relationships/customXml" Target="../ink/ink2024.xml"/><Relationship Id="rId138" Type="http://schemas.openxmlformats.org/officeDocument/2006/relationships/customXml" Target="../ink/ink2051.xml"/><Relationship Id="rId345" Type="http://schemas.openxmlformats.org/officeDocument/2006/relationships/image" Target="../media/image1510.png"/><Relationship Id="rId387" Type="http://schemas.openxmlformats.org/officeDocument/2006/relationships/image" Target="../media/image1531.png"/><Relationship Id="rId510" Type="http://schemas.openxmlformats.org/officeDocument/2006/relationships/image" Target="../media/image1588.png"/><Relationship Id="rId191" Type="http://schemas.openxmlformats.org/officeDocument/2006/relationships/image" Target="../media/image1433.png"/><Relationship Id="rId205" Type="http://schemas.openxmlformats.org/officeDocument/2006/relationships/image" Target="../media/image1440.png"/><Relationship Id="rId247" Type="http://schemas.openxmlformats.org/officeDocument/2006/relationships/image" Target="../media/image1461.png"/><Relationship Id="rId412" Type="http://schemas.openxmlformats.org/officeDocument/2006/relationships/customXml" Target="../ink/ink2188.xml"/><Relationship Id="rId107" Type="http://schemas.openxmlformats.org/officeDocument/2006/relationships/image" Target="../media/image1391.png"/><Relationship Id="rId289" Type="http://schemas.openxmlformats.org/officeDocument/2006/relationships/image" Target="../media/image1481.png"/><Relationship Id="rId454" Type="http://schemas.openxmlformats.org/officeDocument/2006/relationships/customXml" Target="../ink/ink2209.xml"/><Relationship Id="rId496" Type="http://schemas.openxmlformats.org/officeDocument/2006/relationships/image" Target="../media/image587.png"/><Relationship Id="rId11" Type="http://schemas.openxmlformats.org/officeDocument/2006/relationships/image" Target="../media/image1344.png"/><Relationship Id="rId53" Type="http://schemas.openxmlformats.org/officeDocument/2006/relationships/image" Target="../media/image1365.png"/><Relationship Id="rId149" Type="http://schemas.openxmlformats.org/officeDocument/2006/relationships/image" Target="../media/image1412.png"/><Relationship Id="rId314" Type="http://schemas.openxmlformats.org/officeDocument/2006/relationships/customXml" Target="../ink/ink2139.xml"/><Relationship Id="rId356" Type="http://schemas.openxmlformats.org/officeDocument/2006/relationships/customXml" Target="../ink/ink2160.xml"/><Relationship Id="rId398" Type="http://schemas.openxmlformats.org/officeDocument/2006/relationships/customXml" Target="../ink/ink2181.xml"/><Relationship Id="rId521" Type="http://schemas.openxmlformats.org/officeDocument/2006/relationships/customXml" Target="../ink/ink2243.xml"/><Relationship Id="rId95" Type="http://schemas.openxmlformats.org/officeDocument/2006/relationships/image" Target="../media/image1385.png"/><Relationship Id="rId160" Type="http://schemas.openxmlformats.org/officeDocument/2006/relationships/customXml" Target="../ink/ink2062.xml"/><Relationship Id="rId216" Type="http://schemas.openxmlformats.org/officeDocument/2006/relationships/customXml" Target="../ink/ink2090.xml"/><Relationship Id="rId423" Type="http://schemas.openxmlformats.org/officeDocument/2006/relationships/image" Target="../media/image8.png"/><Relationship Id="rId258" Type="http://schemas.openxmlformats.org/officeDocument/2006/relationships/customXml" Target="../ink/ink2111.xml"/><Relationship Id="rId465" Type="http://schemas.openxmlformats.org/officeDocument/2006/relationships/customXml" Target="../ink/ink2215.xml"/><Relationship Id="rId22" Type="http://schemas.openxmlformats.org/officeDocument/2006/relationships/customXml" Target="../ink/ink1993.xml"/><Relationship Id="rId64" Type="http://schemas.openxmlformats.org/officeDocument/2006/relationships/customXml" Target="../ink/ink2014.xml"/><Relationship Id="rId118" Type="http://schemas.openxmlformats.org/officeDocument/2006/relationships/customXml" Target="../ink/ink2041.xml"/><Relationship Id="rId325" Type="http://schemas.openxmlformats.org/officeDocument/2006/relationships/image" Target="../media/image1500.png"/><Relationship Id="rId367" Type="http://schemas.openxmlformats.org/officeDocument/2006/relationships/image" Target="../media/image1521.png"/><Relationship Id="rId171" Type="http://schemas.openxmlformats.org/officeDocument/2006/relationships/image" Target="../media/image1423.png"/><Relationship Id="rId227" Type="http://schemas.openxmlformats.org/officeDocument/2006/relationships/image" Target="../media/image1451.png"/><Relationship Id="rId269" Type="http://schemas.openxmlformats.org/officeDocument/2006/relationships/image" Target="../media/image1471.png"/><Relationship Id="rId434" Type="http://schemas.openxmlformats.org/officeDocument/2006/relationships/customXml" Target="../ink/ink2199.xml"/><Relationship Id="rId476" Type="http://schemas.openxmlformats.org/officeDocument/2006/relationships/image" Target="../media/image1572.png"/><Relationship Id="rId33" Type="http://schemas.openxmlformats.org/officeDocument/2006/relationships/image" Target="../media/image1355.png"/><Relationship Id="rId129" Type="http://schemas.openxmlformats.org/officeDocument/2006/relationships/image" Target="../media/image1402.png"/><Relationship Id="rId280" Type="http://schemas.openxmlformats.org/officeDocument/2006/relationships/customXml" Target="../ink/ink2122.xml"/><Relationship Id="rId336" Type="http://schemas.openxmlformats.org/officeDocument/2006/relationships/customXml" Target="../ink/ink2150.xml"/><Relationship Id="rId501" Type="http://schemas.openxmlformats.org/officeDocument/2006/relationships/customXml" Target="../ink/ink2233.xml"/><Relationship Id="rId75" Type="http://schemas.openxmlformats.org/officeDocument/2006/relationships/image" Target="../media/image1375.png"/><Relationship Id="rId140" Type="http://schemas.openxmlformats.org/officeDocument/2006/relationships/customXml" Target="../ink/ink2052.xml"/><Relationship Id="rId182" Type="http://schemas.openxmlformats.org/officeDocument/2006/relationships/customXml" Target="../ink/ink2073.xml"/><Relationship Id="rId378" Type="http://schemas.openxmlformats.org/officeDocument/2006/relationships/customXml" Target="../ink/ink2171.xml"/><Relationship Id="rId403" Type="http://schemas.openxmlformats.org/officeDocument/2006/relationships/image" Target="../media/image1539.png"/><Relationship Id="rId6" Type="http://schemas.openxmlformats.org/officeDocument/2006/relationships/customXml" Target="../ink/ink1985.xml"/><Relationship Id="rId238" Type="http://schemas.openxmlformats.org/officeDocument/2006/relationships/customXml" Target="../ink/ink2101.xml"/><Relationship Id="rId445" Type="http://schemas.openxmlformats.org/officeDocument/2006/relationships/image" Target="../media/image1558.png"/><Relationship Id="rId487" Type="http://schemas.openxmlformats.org/officeDocument/2006/relationships/customXml" Target="../ink/ink2226.xml"/><Relationship Id="rId291" Type="http://schemas.openxmlformats.org/officeDocument/2006/relationships/image" Target="../media/image1482.png"/><Relationship Id="rId305" Type="http://schemas.openxmlformats.org/officeDocument/2006/relationships/image" Target="../media/image1489.png"/><Relationship Id="rId347" Type="http://schemas.openxmlformats.org/officeDocument/2006/relationships/image" Target="../media/image1511.png"/><Relationship Id="rId512" Type="http://schemas.openxmlformats.org/officeDocument/2006/relationships/image" Target="../media/image1589.png"/><Relationship Id="rId44" Type="http://schemas.openxmlformats.org/officeDocument/2006/relationships/customXml" Target="../ink/ink2004.xml"/><Relationship Id="rId86" Type="http://schemas.openxmlformats.org/officeDocument/2006/relationships/customXml" Target="../ink/ink2025.xml"/><Relationship Id="rId151" Type="http://schemas.openxmlformats.org/officeDocument/2006/relationships/image" Target="../media/image1413.png"/><Relationship Id="rId389" Type="http://schemas.openxmlformats.org/officeDocument/2006/relationships/image" Target="../media/image1532.png"/><Relationship Id="rId193" Type="http://schemas.openxmlformats.org/officeDocument/2006/relationships/image" Target="../media/image1434.png"/><Relationship Id="rId207" Type="http://schemas.openxmlformats.org/officeDocument/2006/relationships/image" Target="../media/image1441.png"/><Relationship Id="rId249" Type="http://schemas.openxmlformats.org/officeDocument/2006/relationships/image" Target="../media/image1462.png"/><Relationship Id="rId414" Type="http://schemas.openxmlformats.org/officeDocument/2006/relationships/customXml" Target="../ink/ink2189.xml"/><Relationship Id="rId456" Type="http://schemas.openxmlformats.org/officeDocument/2006/relationships/image" Target="../media/image127.png"/><Relationship Id="rId498" Type="http://schemas.openxmlformats.org/officeDocument/2006/relationships/image" Target="../media/image1582.png"/><Relationship Id="rId13" Type="http://schemas.openxmlformats.org/officeDocument/2006/relationships/image" Target="../media/image1345.png"/><Relationship Id="rId109" Type="http://schemas.openxmlformats.org/officeDocument/2006/relationships/image" Target="../media/image1392.png"/><Relationship Id="rId260" Type="http://schemas.openxmlformats.org/officeDocument/2006/relationships/customXml" Target="../ink/ink2112.xml"/><Relationship Id="rId316" Type="http://schemas.openxmlformats.org/officeDocument/2006/relationships/customXml" Target="../ink/ink2140.xml"/><Relationship Id="rId523" Type="http://schemas.openxmlformats.org/officeDocument/2006/relationships/customXml" Target="../ink/ink2244.xml"/><Relationship Id="rId55" Type="http://schemas.openxmlformats.org/officeDocument/2006/relationships/image" Target="../media/image1366.png"/><Relationship Id="rId97" Type="http://schemas.openxmlformats.org/officeDocument/2006/relationships/image" Target="../media/image1386.png"/><Relationship Id="rId120" Type="http://schemas.openxmlformats.org/officeDocument/2006/relationships/customXml" Target="../ink/ink2042.xml"/><Relationship Id="rId358" Type="http://schemas.openxmlformats.org/officeDocument/2006/relationships/customXml" Target="../ink/ink2161.xml"/><Relationship Id="rId162" Type="http://schemas.openxmlformats.org/officeDocument/2006/relationships/customXml" Target="../ink/ink2063.xml"/><Relationship Id="rId218" Type="http://schemas.openxmlformats.org/officeDocument/2006/relationships/customXml" Target="../ink/ink2091.xml"/><Relationship Id="rId425" Type="http://schemas.openxmlformats.org/officeDocument/2006/relationships/image" Target="../media/image1548.png"/><Relationship Id="rId467" Type="http://schemas.openxmlformats.org/officeDocument/2006/relationships/customXml" Target="../ink/ink2216.xml"/><Relationship Id="rId271" Type="http://schemas.openxmlformats.org/officeDocument/2006/relationships/image" Target="../media/image1472.png"/><Relationship Id="rId24" Type="http://schemas.openxmlformats.org/officeDocument/2006/relationships/customXml" Target="../ink/ink1994.xml"/><Relationship Id="rId66" Type="http://schemas.openxmlformats.org/officeDocument/2006/relationships/customXml" Target="../ink/ink2015.xml"/><Relationship Id="rId131" Type="http://schemas.openxmlformats.org/officeDocument/2006/relationships/image" Target="../media/image1403.png"/><Relationship Id="rId327" Type="http://schemas.openxmlformats.org/officeDocument/2006/relationships/image" Target="../media/image1501.png"/><Relationship Id="rId369" Type="http://schemas.openxmlformats.org/officeDocument/2006/relationships/image" Target="../media/image1522.png"/><Relationship Id="rId173" Type="http://schemas.openxmlformats.org/officeDocument/2006/relationships/image" Target="../media/image1424.png"/><Relationship Id="rId229" Type="http://schemas.openxmlformats.org/officeDocument/2006/relationships/image" Target="../media/image1452.png"/><Relationship Id="rId380" Type="http://schemas.openxmlformats.org/officeDocument/2006/relationships/customXml" Target="../ink/ink2172.xml"/><Relationship Id="rId436" Type="http://schemas.openxmlformats.org/officeDocument/2006/relationships/customXml" Target="../ink/ink2200.xml"/><Relationship Id="rId240" Type="http://schemas.openxmlformats.org/officeDocument/2006/relationships/customXml" Target="../ink/ink2102.xml"/><Relationship Id="rId478" Type="http://schemas.openxmlformats.org/officeDocument/2006/relationships/image" Target="../media/image1573.png"/><Relationship Id="rId35" Type="http://schemas.openxmlformats.org/officeDocument/2006/relationships/image" Target="../media/image1356.png"/><Relationship Id="rId77" Type="http://schemas.openxmlformats.org/officeDocument/2006/relationships/image" Target="../media/image1376.png"/><Relationship Id="rId100" Type="http://schemas.openxmlformats.org/officeDocument/2006/relationships/customXml" Target="../ink/ink2032.xml"/><Relationship Id="rId282" Type="http://schemas.openxmlformats.org/officeDocument/2006/relationships/customXml" Target="../ink/ink2123.xml"/><Relationship Id="rId338" Type="http://schemas.openxmlformats.org/officeDocument/2006/relationships/customXml" Target="../ink/ink2151.xml"/><Relationship Id="rId503" Type="http://schemas.openxmlformats.org/officeDocument/2006/relationships/customXml" Target="../ink/ink2234.xml"/><Relationship Id="rId8" Type="http://schemas.openxmlformats.org/officeDocument/2006/relationships/customXml" Target="../ink/ink1986.xml"/><Relationship Id="rId142" Type="http://schemas.openxmlformats.org/officeDocument/2006/relationships/customXml" Target="../ink/ink2053.xml"/><Relationship Id="rId184" Type="http://schemas.openxmlformats.org/officeDocument/2006/relationships/customXml" Target="../ink/ink2074.xml"/><Relationship Id="rId391" Type="http://schemas.openxmlformats.org/officeDocument/2006/relationships/image" Target="../media/image9.png"/><Relationship Id="rId405" Type="http://schemas.openxmlformats.org/officeDocument/2006/relationships/image" Target="../media/image1540.png"/><Relationship Id="rId447" Type="http://schemas.openxmlformats.org/officeDocument/2006/relationships/image" Target="../media/image1559.png"/><Relationship Id="rId251" Type="http://schemas.openxmlformats.org/officeDocument/2006/relationships/image" Target="../media/image1463.png"/><Relationship Id="rId489" Type="http://schemas.openxmlformats.org/officeDocument/2006/relationships/customXml" Target="../ink/ink2227.xml"/><Relationship Id="rId46" Type="http://schemas.openxmlformats.org/officeDocument/2006/relationships/customXml" Target="../ink/ink2005.xml"/><Relationship Id="rId293" Type="http://schemas.openxmlformats.org/officeDocument/2006/relationships/image" Target="../media/image1483.png"/><Relationship Id="rId307" Type="http://schemas.openxmlformats.org/officeDocument/2006/relationships/image" Target="../media/image1490.png"/><Relationship Id="rId349" Type="http://schemas.openxmlformats.org/officeDocument/2006/relationships/image" Target="../media/image1512.png"/><Relationship Id="rId514" Type="http://schemas.openxmlformats.org/officeDocument/2006/relationships/image" Target="../media/image1590.png"/><Relationship Id="rId88" Type="http://schemas.openxmlformats.org/officeDocument/2006/relationships/customXml" Target="../ink/ink2026.xml"/><Relationship Id="rId111" Type="http://schemas.openxmlformats.org/officeDocument/2006/relationships/image" Target="../media/image1393.png"/><Relationship Id="rId153" Type="http://schemas.openxmlformats.org/officeDocument/2006/relationships/image" Target="../media/image1414.png"/><Relationship Id="rId195" Type="http://schemas.openxmlformats.org/officeDocument/2006/relationships/image" Target="../media/image1435.png"/><Relationship Id="rId209" Type="http://schemas.openxmlformats.org/officeDocument/2006/relationships/image" Target="../media/image1442.png"/><Relationship Id="rId360" Type="http://schemas.openxmlformats.org/officeDocument/2006/relationships/customXml" Target="../ink/ink2162.xml"/><Relationship Id="rId416" Type="http://schemas.openxmlformats.org/officeDocument/2006/relationships/customXml" Target="../ink/ink2190.xml"/><Relationship Id="rId220" Type="http://schemas.openxmlformats.org/officeDocument/2006/relationships/customXml" Target="../ink/ink2092.xml"/><Relationship Id="rId458" Type="http://schemas.openxmlformats.org/officeDocument/2006/relationships/image" Target="../media/image1563.png"/><Relationship Id="rId15" Type="http://schemas.openxmlformats.org/officeDocument/2006/relationships/image" Target="../media/image1346.png"/><Relationship Id="rId57" Type="http://schemas.openxmlformats.org/officeDocument/2006/relationships/image" Target="../media/image1367.png"/><Relationship Id="rId262" Type="http://schemas.openxmlformats.org/officeDocument/2006/relationships/customXml" Target="../ink/ink2113.xml"/><Relationship Id="rId318" Type="http://schemas.openxmlformats.org/officeDocument/2006/relationships/customXml" Target="../ink/ink2141.xml"/><Relationship Id="rId99" Type="http://schemas.openxmlformats.org/officeDocument/2006/relationships/image" Target="../media/image1387.png"/><Relationship Id="rId122" Type="http://schemas.openxmlformats.org/officeDocument/2006/relationships/customXml" Target="../ink/ink2043.xml"/><Relationship Id="rId164" Type="http://schemas.openxmlformats.org/officeDocument/2006/relationships/customXml" Target="../ink/ink2064.xml"/><Relationship Id="rId371" Type="http://schemas.openxmlformats.org/officeDocument/2006/relationships/image" Target="../media/image1523.png"/><Relationship Id="rId427" Type="http://schemas.openxmlformats.org/officeDocument/2006/relationships/image" Target="../media/image1549.png"/><Relationship Id="rId469" Type="http://schemas.openxmlformats.org/officeDocument/2006/relationships/customXml" Target="../ink/ink2217.xml"/><Relationship Id="rId26" Type="http://schemas.openxmlformats.org/officeDocument/2006/relationships/customXml" Target="../ink/ink1995.xml"/><Relationship Id="rId231" Type="http://schemas.openxmlformats.org/officeDocument/2006/relationships/image" Target="../media/image1453.png"/><Relationship Id="rId273" Type="http://schemas.openxmlformats.org/officeDocument/2006/relationships/image" Target="../media/image1473.png"/><Relationship Id="rId329" Type="http://schemas.openxmlformats.org/officeDocument/2006/relationships/image" Target="../media/image1502.png"/><Relationship Id="rId480" Type="http://schemas.openxmlformats.org/officeDocument/2006/relationships/image" Target="../media/image1574.png"/><Relationship Id="rId68" Type="http://schemas.openxmlformats.org/officeDocument/2006/relationships/customXml" Target="../ink/ink2016.xml"/><Relationship Id="rId133" Type="http://schemas.openxmlformats.org/officeDocument/2006/relationships/image" Target="../media/image1404.png"/><Relationship Id="rId175" Type="http://schemas.openxmlformats.org/officeDocument/2006/relationships/image" Target="../media/image1425.png"/><Relationship Id="rId340" Type="http://schemas.openxmlformats.org/officeDocument/2006/relationships/customXml" Target="../ink/ink2152.xml"/><Relationship Id="rId200" Type="http://schemas.openxmlformats.org/officeDocument/2006/relationships/customXml" Target="../ink/ink2082.xml"/><Relationship Id="rId382" Type="http://schemas.openxmlformats.org/officeDocument/2006/relationships/customXml" Target="../ink/ink2173.xml"/><Relationship Id="rId438" Type="http://schemas.openxmlformats.org/officeDocument/2006/relationships/customXml" Target="../ink/ink2201.xml"/><Relationship Id="rId242" Type="http://schemas.openxmlformats.org/officeDocument/2006/relationships/customXml" Target="../ink/ink2103.xml"/><Relationship Id="rId284" Type="http://schemas.openxmlformats.org/officeDocument/2006/relationships/customXml" Target="../ink/ink2124.xml"/><Relationship Id="rId491" Type="http://schemas.openxmlformats.org/officeDocument/2006/relationships/customXml" Target="../ink/ink2228.xml"/><Relationship Id="rId505" Type="http://schemas.openxmlformats.org/officeDocument/2006/relationships/customXml" Target="../ink/ink2235.xml"/><Relationship Id="rId37" Type="http://schemas.openxmlformats.org/officeDocument/2006/relationships/image" Target="../media/image1357.png"/><Relationship Id="rId79" Type="http://schemas.openxmlformats.org/officeDocument/2006/relationships/image" Target="../media/image1377.png"/><Relationship Id="rId102" Type="http://schemas.openxmlformats.org/officeDocument/2006/relationships/customXml" Target="../ink/ink2033.xml"/><Relationship Id="rId144" Type="http://schemas.openxmlformats.org/officeDocument/2006/relationships/customXml" Target="../ink/ink2054.xml"/><Relationship Id="rId90" Type="http://schemas.openxmlformats.org/officeDocument/2006/relationships/customXml" Target="../ink/ink2027.xml"/><Relationship Id="rId186" Type="http://schemas.openxmlformats.org/officeDocument/2006/relationships/customXml" Target="../ink/ink2075.xml"/><Relationship Id="rId351" Type="http://schemas.openxmlformats.org/officeDocument/2006/relationships/image" Target="../media/image1513.png"/><Relationship Id="rId393" Type="http://schemas.openxmlformats.org/officeDocument/2006/relationships/image" Target="../media/image1533.png"/><Relationship Id="rId407" Type="http://schemas.openxmlformats.org/officeDocument/2006/relationships/image" Target="../media/image1541.png"/><Relationship Id="rId449" Type="http://schemas.openxmlformats.org/officeDocument/2006/relationships/image" Target="../media/image1560.png"/><Relationship Id="rId211" Type="http://schemas.openxmlformats.org/officeDocument/2006/relationships/image" Target="../media/image1443.png"/><Relationship Id="rId253" Type="http://schemas.openxmlformats.org/officeDocument/2006/relationships/image" Target="../media/image1464.png"/><Relationship Id="rId295" Type="http://schemas.openxmlformats.org/officeDocument/2006/relationships/image" Target="../media/image1484.png"/><Relationship Id="rId309" Type="http://schemas.openxmlformats.org/officeDocument/2006/relationships/image" Target="../media/image1491.png"/><Relationship Id="rId460" Type="http://schemas.openxmlformats.org/officeDocument/2006/relationships/image" Target="../media/image1564.png"/><Relationship Id="rId516" Type="http://schemas.openxmlformats.org/officeDocument/2006/relationships/image" Target="../media/image1591.png"/><Relationship Id="rId48" Type="http://schemas.openxmlformats.org/officeDocument/2006/relationships/customXml" Target="../ink/ink2006.xml"/><Relationship Id="rId113" Type="http://schemas.openxmlformats.org/officeDocument/2006/relationships/image" Target="../media/image1394.png"/><Relationship Id="rId320" Type="http://schemas.openxmlformats.org/officeDocument/2006/relationships/customXml" Target="../ink/ink2142.xml"/><Relationship Id="rId155" Type="http://schemas.openxmlformats.org/officeDocument/2006/relationships/image" Target="../media/image1415.png"/><Relationship Id="rId197" Type="http://schemas.openxmlformats.org/officeDocument/2006/relationships/image" Target="../media/image1436.png"/><Relationship Id="rId362" Type="http://schemas.openxmlformats.org/officeDocument/2006/relationships/customXml" Target="../ink/ink2163.xml"/><Relationship Id="rId418" Type="http://schemas.openxmlformats.org/officeDocument/2006/relationships/customXml" Target="../ink/ink2191.xml"/><Relationship Id="rId222" Type="http://schemas.openxmlformats.org/officeDocument/2006/relationships/customXml" Target="../ink/ink2093.xml"/><Relationship Id="rId264" Type="http://schemas.openxmlformats.org/officeDocument/2006/relationships/customXml" Target="../ink/ink2114.xml"/><Relationship Id="rId471" Type="http://schemas.openxmlformats.org/officeDocument/2006/relationships/customXml" Target="../ink/ink2218.xml"/><Relationship Id="rId17" Type="http://schemas.openxmlformats.org/officeDocument/2006/relationships/image" Target="../media/image1347.png"/><Relationship Id="rId59" Type="http://schemas.openxmlformats.org/officeDocument/2006/relationships/image" Target="../media/image1368.png"/><Relationship Id="rId124" Type="http://schemas.openxmlformats.org/officeDocument/2006/relationships/customXml" Target="../ink/ink2044.xml"/><Relationship Id="rId70" Type="http://schemas.openxmlformats.org/officeDocument/2006/relationships/customXml" Target="../ink/ink2017.xml"/><Relationship Id="rId166" Type="http://schemas.openxmlformats.org/officeDocument/2006/relationships/customXml" Target="../ink/ink2065.xml"/><Relationship Id="rId331" Type="http://schemas.openxmlformats.org/officeDocument/2006/relationships/image" Target="../media/image1503.png"/><Relationship Id="rId373" Type="http://schemas.openxmlformats.org/officeDocument/2006/relationships/image" Target="../media/image1524.png"/><Relationship Id="rId429" Type="http://schemas.openxmlformats.org/officeDocument/2006/relationships/image" Target="../media/image155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454.png"/><Relationship Id="rId440" Type="http://schemas.openxmlformats.org/officeDocument/2006/relationships/customXml" Target="../ink/ink2202.xml"/><Relationship Id="rId28" Type="http://schemas.openxmlformats.org/officeDocument/2006/relationships/customXml" Target="../ink/ink1996.xml"/><Relationship Id="rId275" Type="http://schemas.openxmlformats.org/officeDocument/2006/relationships/image" Target="../media/image1474.png"/><Relationship Id="rId300" Type="http://schemas.openxmlformats.org/officeDocument/2006/relationships/customXml" Target="../ink/ink2132.xml"/><Relationship Id="rId482" Type="http://schemas.openxmlformats.org/officeDocument/2006/relationships/image" Target="../media/image1575.png"/><Relationship Id="rId81" Type="http://schemas.openxmlformats.org/officeDocument/2006/relationships/image" Target="../media/image1378.png"/><Relationship Id="rId135" Type="http://schemas.openxmlformats.org/officeDocument/2006/relationships/image" Target="../media/image1405.png"/><Relationship Id="rId177" Type="http://schemas.openxmlformats.org/officeDocument/2006/relationships/image" Target="../media/image1426.png"/><Relationship Id="rId342" Type="http://schemas.openxmlformats.org/officeDocument/2006/relationships/customXml" Target="../ink/ink2153.xml"/><Relationship Id="rId384" Type="http://schemas.openxmlformats.org/officeDocument/2006/relationships/customXml" Target="../ink/ink2174.xml"/><Relationship Id="rId202" Type="http://schemas.openxmlformats.org/officeDocument/2006/relationships/customXml" Target="../ink/ink2083.xml"/><Relationship Id="rId244" Type="http://schemas.openxmlformats.org/officeDocument/2006/relationships/customXml" Target="../ink/ink2104.xml"/><Relationship Id="rId39" Type="http://schemas.openxmlformats.org/officeDocument/2006/relationships/image" Target="../media/image1358.png"/><Relationship Id="rId286" Type="http://schemas.openxmlformats.org/officeDocument/2006/relationships/customXml" Target="../ink/ink2125.xml"/><Relationship Id="rId451" Type="http://schemas.openxmlformats.org/officeDocument/2006/relationships/image" Target="../media/image1561.png"/><Relationship Id="rId493" Type="http://schemas.openxmlformats.org/officeDocument/2006/relationships/customXml" Target="../ink/ink2229.xml"/><Relationship Id="rId507" Type="http://schemas.openxmlformats.org/officeDocument/2006/relationships/customXml" Target="../ink/ink2236.xml"/><Relationship Id="rId50" Type="http://schemas.openxmlformats.org/officeDocument/2006/relationships/customXml" Target="../ink/ink2007.xml"/><Relationship Id="rId104" Type="http://schemas.openxmlformats.org/officeDocument/2006/relationships/customXml" Target="../ink/ink2034.xml"/><Relationship Id="rId146" Type="http://schemas.openxmlformats.org/officeDocument/2006/relationships/customXml" Target="../ink/ink2055.xml"/><Relationship Id="rId188" Type="http://schemas.openxmlformats.org/officeDocument/2006/relationships/customXml" Target="../ink/ink2076.xml"/><Relationship Id="rId311" Type="http://schemas.openxmlformats.org/officeDocument/2006/relationships/image" Target="../media/image1492.png"/><Relationship Id="rId353" Type="http://schemas.openxmlformats.org/officeDocument/2006/relationships/image" Target="../media/image1514.png"/><Relationship Id="rId395" Type="http://schemas.openxmlformats.org/officeDocument/2006/relationships/image" Target="../media/image1534.png"/><Relationship Id="rId409" Type="http://schemas.openxmlformats.org/officeDocument/2006/relationships/image" Target="../media/image1542.png"/><Relationship Id="rId92" Type="http://schemas.openxmlformats.org/officeDocument/2006/relationships/customXml" Target="../ink/ink2028.xml"/><Relationship Id="rId213" Type="http://schemas.openxmlformats.org/officeDocument/2006/relationships/image" Target="../media/image1444.png"/><Relationship Id="rId420" Type="http://schemas.openxmlformats.org/officeDocument/2006/relationships/customXml" Target="../ink/ink2192.xml"/><Relationship Id="rId255" Type="http://schemas.openxmlformats.org/officeDocument/2006/relationships/image" Target="../media/image1465.png"/><Relationship Id="rId297" Type="http://schemas.openxmlformats.org/officeDocument/2006/relationships/image" Target="../media/image1485.png"/><Relationship Id="rId462" Type="http://schemas.openxmlformats.org/officeDocument/2006/relationships/image" Target="../media/image1565.png"/><Relationship Id="rId518" Type="http://schemas.openxmlformats.org/officeDocument/2006/relationships/image" Target="../media/image1592.png"/><Relationship Id="rId115" Type="http://schemas.openxmlformats.org/officeDocument/2006/relationships/image" Target="../media/image1395.png"/><Relationship Id="rId157" Type="http://schemas.openxmlformats.org/officeDocument/2006/relationships/image" Target="../media/image1416.png"/><Relationship Id="rId322" Type="http://schemas.openxmlformats.org/officeDocument/2006/relationships/customXml" Target="../ink/ink2143.xml"/><Relationship Id="rId364" Type="http://schemas.openxmlformats.org/officeDocument/2006/relationships/customXml" Target="../ink/ink2164.xml"/><Relationship Id="rId61" Type="http://schemas.openxmlformats.org/officeDocument/2006/relationships/image" Target="../media/image1369.png"/><Relationship Id="rId199" Type="http://schemas.openxmlformats.org/officeDocument/2006/relationships/image" Target="../media/image1437.png"/><Relationship Id="rId19" Type="http://schemas.openxmlformats.org/officeDocument/2006/relationships/image" Target="../media/image1348.png"/><Relationship Id="rId224" Type="http://schemas.openxmlformats.org/officeDocument/2006/relationships/customXml" Target="../ink/ink2094.xml"/><Relationship Id="rId266" Type="http://schemas.openxmlformats.org/officeDocument/2006/relationships/customXml" Target="../ink/ink2115.xml"/><Relationship Id="rId431" Type="http://schemas.openxmlformats.org/officeDocument/2006/relationships/image" Target="../media/image1551.png"/><Relationship Id="rId473" Type="http://schemas.openxmlformats.org/officeDocument/2006/relationships/customXml" Target="../ink/ink2219.xml"/><Relationship Id="rId30" Type="http://schemas.openxmlformats.org/officeDocument/2006/relationships/customXml" Target="../ink/ink1997.xml"/><Relationship Id="rId126" Type="http://schemas.openxmlformats.org/officeDocument/2006/relationships/customXml" Target="../ink/ink2045.xml"/><Relationship Id="rId168" Type="http://schemas.openxmlformats.org/officeDocument/2006/relationships/customXml" Target="../ink/ink2066.xml"/><Relationship Id="rId333" Type="http://schemas.openxmlformats.org/officeDocument/2006/relationships/image" Target="../media/image1504.png"/><Relationship Id="rId72" Type="http://schemas.openxmlformats.org/officeDocument/2006/relationships/customXml" Target="../ink/ink2018.xml"/><Relationship Id="rId375" Type="http://schemas.openxmlformats.org/officeDocument/2006/relationships/image" Target="../media/image1525.png"/><Relationship Id="rId3" Type="http://schemas.openxmlformats.org/officeDocument/2006/relationships/image" Target="../media/image1028.png"/><Relationship Id="rId235" Type="http://schemas.openxmlformats.org/officeDocument/2006/relationships/image" Target="../media/image1455.png"/><Relationship Id="rId277" Type="http://schemas.openxmlformats.org/officeDocument/2006/relationships/image" Target="../media/image1475.png"/><Relationship Id="rId400" Type="http://schemas.openxmlformats.org/officeDocument/2006/relationships/customXml" Target="../ink/ink2182.xml"/><Relationship Id="rId442" Type="http://schemas.openxmlformats.org/officeDocument/2006/relationships/customXml" Target="../ink/ink2203.xml"/><Relationship Id="rId484" Type="http://schemas.openxmlformats.org/officeDocument/2006/relationships/image" Target="../media/image1576.png"/><Relationship Id="rId137" Type="http://schemas.openxmlformats.org/officeDocument/2006/relationships/image" Target="../media/image1406.png"/><Relationship Id="rId302" Type="http://schemas.openxmlformats.org/officeDocument/2006/relationships/customXml" Target="../ink/ink2133.xml"/><Relationship Id="rId344" Type="http://schemas.openxmlformats.org/officeDocument/2006/relationships/customXml" Target="../ink/ink2154.xml"/><Relationship Id="rId41" Type="http://schemas.openxmlformats.org/officeDocument/2006/relationships/image" Target="../media/image1359.png"/><Relationship Id="rId83" Type="http://schemas.openxmlformats.org/officeDocument/2006/relationships/image" Target="../media/image1379.png"/><Relationship Id="rId179" Type="http://schemas.openxmlformats.org/officeDocument/2006/relationships/image" Target="../media/image1427.png"/><Relationship Id="rId386" Type="http://schemas.openxmlformats.org/officeDocument/2006/relationships/customXml" Target="../ink/ink2175.xml"/><Relationship Id="rId190" Type="http://schemas.openxmlformats.org/officeDocument/2006/relationships/customXml" Target="../ink/ink2077.xml"/><Relationship Id="rId204" Type="http://schemas.openxmlformats.org/officeDocument/2006/relationships/customXml" Target="../ink/ink2084.xml"/><Relationship Id="rId246" Type="http://schemas.openxmlformats.org/officeDocument/2006/relationships/customXml" Target="../ink/ink2105.xml"/><Relationship Id="rId288" Type="http://schemas.openxmlformats.org/officeDocument/2006/relationships/customXml" Target="../ink/ink2126.xml"/><Relationship Id="rId411" Type="http://schemas.openxmlformats.org/officeDocument/2006/relationships/image" Target="../media/image1543.png"/><Relationship Id="rId453" Type="http://schemas.openxmlformats.org/officeDocument/2006/relationships/image" Target="../media/image1562.png"/><Relationship Id="rId509" Type="http://schemas.openxmlformats.org/officeDocument/2006/relationships/customXml" Target="../ink/ink2237.xml"/><Relationship Id="rId106" Type="http://schemas.openxmlformats.org/officeDocument/2006/relationships/customXml" Target="../ink/ink2035.xml"/><Relationship Id="rId313" Type="http://schemas.openxmlformats.org/officeDocument/2006/relationships/image" Target="../media/image1493.png"/><Relationship Id="rId495" Type="http://schemas.openxmlformats.org/officeDocument/2006/relationships/customXml" Target="../ink/ink2230.xml"/><Relationship Id="rId10" Type="http://schemas.openxmlformats.org/officeDocument/2006/relationships/customXml" Target="../ink/ink1987.xml"/><Relationship Id="rId52" Type="http://schemas.openxmlformats.org/officeDocument/2006/relationships/customXml" Target="../ink/ink2008.xml"/><Relationship Id="rId94" Type="http://schemas.openxmlformats.org/officeDocument/2006/relationships/customXml" Target="../ink/ink2029.xml"/><Relationship Id="rId148" Type="http://schemas.openxmlformats.org/officeDocument/2006/relationships/customXml" Target="../ink/ink2056.xml"/><Relationship Id="rId355" Type="http://schemas.openxmlformats.org/officeDocument/2006/relationships/image" Target="../media/image1515.png"/><Relationship Id="rId397" Type="http://schemas.openxmlformats.org/officeDocument/2006/relationships/image" Target="../media/image1536.png"/><Relationship Id="rId520" Type="http://schemas.openxmlformats.org/officeDocument/2006/relationships/image" Target="../media/image1593.png"/><Relationship Id="rId215" Type="http://schemas.openxmlformats.org/officeDocument/2006/relationships/image" Target="../media/image1445.png"/><Relationship Id="rId257" Type="http://schemas.openxmlformats.org/officeDocument/2006/relationships/image" Target="../media/image1466.png"/><Relationship Id="rId422" Type="http://schemas.openxmlformats.org/officeDocument/2006/relationships/customXml" Target="../ink/ink2193.xml"/><Relationship Id="rId464" Type="http://schemas.openxmlformats.org/officeDocument/2006/relationships/image" Target="../media/image1566.png"/><Relationship Id="rId299" Type="http://schemas.openxmlformats.org/officeDocument/2006/relationships/image" Target="../media/image1486.png"/><Relationship Id="rId63" Type="http://schemas.openxmlformats.org/officeDocument/2006/relationships/image" Target="../media/image1370.png"/><Relationship Id="rId159" Type="http://schemas.openxmlformats.org/officeDocument/2006/relationships/image" Target="../media/image1417.png"/><Relationship Id="rId366" Type="http://schemas.openxmlformats.org/officeDocument/2006/relationships/customXml" Target="../ink/ink2165.xml"/><Relationship Id="rId226" Type="http://schemas.openxmlformats.org/officeDocument/2006/relationships/customXml" Target="../ink/ink2095.xml"/><Relationship Id="rId433" Type="http://schemas.openxmlformats.org/officeDocument/2006/relationships/image" Target="../media/image155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52.png"/><Relationship Id="rId299" Type="http://schemas.openxmlformats.org/officeDocument/2006/relationships/image" Target="../media/image1742.png"/><Relationship Id="rId21" Type="http://schemas.openxmlformats.org/officeDocument/2006/relationships/image" Target="../media/image1605.png"/><Relationship Id="rId63" Type="http://schemas.openxmlformats.org/officeDocument/2006/relationships/image" Target="../media/image1626.png"/><Relationship Id="rId159" Type="http://schemas.openxmlformats.org/officeDocument/2006/relationships/image" Target="../media/image1673.png"/><Relationship Id="rId324" Type="http://schemas.openxmlformats.org/officeDocument/2006/relationships/customXml" Target="../ink/ink2406.xml"/><Relationship Id="rId170" Type="http://schemas.openxmlformats.org/officeDocument/2006/relationships/customXml" Target="../ink/ink2329.xml"/><Relationship Id="rId226" Type="http://schemas.openxmlformats.org/officeDocument/2006/relationships/customXml" Target="../ink/ink2357.xml"/><Relationship Id="rId268" Type="http://schemas.openxmlformats.org/officeDocument/2006/relationships/customXml" Target="../ink/ink2378.xml"/><Relationship Id="rId32" Type="http://schemas.openxmlformats.org/officeDocument/2006/relationships/customXml" Target="../ink/ink2260.xml"/><Relationship Id="rId74" Type="http://schemas.openxmlformats.org/officeDocument/2006/relationships/customXml" Target="../ink/ink2281.xml"/><Relationship Id="rId128" Type="http://schemas.openxmlformats.org/officeDocument/2006/relationships/customXml" Target="../ink/ink2308.xml"/><Relationship Id="rId5" Type="http://schemas.openxmlformats.org/officeDocument/2006/relationships/image" Target="../media/image1597.png"/><Relationship Id="rId181" Type="http://schemas.openxmlformats.org/officeDocument/2006/relationships/image" Target="../media/image1684.png"/><Relationship Id="rId237" Type="http://schemas.openxmlformats.org/officeDocument/2006/relationships/image" Target="../media/image1711.png"/><Relationship Id="rId279" Type="http://schemas.openxmlformats.org/officeDocument/2006/relationships/image" Target="../media/image1732.png"/><Relationship Id="rId43" Type="http://schemas.openxmlformats.org/officeDocument/2006/relationships/image" Target="../media/image1616.png"/><Relationship Id="rId139" Type="http://schemas.openxmlformats.org/officeDocument/2006/relationships/image" Target="../media/image1663.png"/><Relationship Id="rId290" Type="http://schemas.openxmlformats.org/officeDocument/2006/relationships/customXml" Target="../ink/ink2389.xml"/><Relationship Id="rId304" Type="http://schemas.openxmlformats.org/officeDocument/2006/relationships/customXml" Target="../ink/ink2396.xml"/><Relationship Id="rId85" Type="http://schemas.openxmlformats.org/officeDocument/2006/relationships/image" Target="../media/image1637.png"/><Relationship Id="rId150" Type="http://schemas.openxmlformats.org/officeDocument/2006/relationships/customXml" Target="../ink/ink2319.xml"/><Relationship Id="rId192" Type="http://schemas.openxmlformats.org/officeDocument/2006/relationships/customXml" Target="../ink/ink2340.xml"/><Relationship Id="rId206" Type="http://schemas.openxmlformats.org/officeDocument/2006/relationships/customXml" Target="../ink/ink2347.xml"/><Relationship Id="rId248" Type="http://schemas.openxmlformats.org/officeDocument/2006/relationships/customXml" Target="../ink/ink2368.xml"/><Relationship Id="rId12" Type="http://schemas.openxmlformats.org/officeDocument/2006/relationships/customXml" Target="../ink/ink2250.xml"/><Relationship Id="rId108" Type="http://schemas.openxmlformats.org/officeDocument/2006/relationships/customXml" Target="../ink/ink2298.xml"/><Relationship Id="rId315" Type="http://schemas.openxmlformats.org/officeDocument/2006/relationships/image" Target="../media/image1750.png"/><Relationship Id="rId54" Type="http://schemas.openxmlformats.org/officeDocument/2006/relationships/customXml" Target="../ink/ink2271.xml"/><Relationship Id="rId96" Type="http://schemas.openxmlformats.org/officeDocument/2006/relationships/customXml" Target="../ink/ink2292.xml"/><Relationship Id="rId161" Type="http://schemas.openxmlformats.org/officeDocument/2006/relationships/image" Target="../media/image1674.png"/><Relationship Id="rId217" Type="http://schemas.openxmlformats.org/officeDocument/2006/relationships/image" Target="../media/image1701.png"/><Relationship Id="rId259" Type="http://schemas.openxmlformats.org/officeDocument/2006/relationships/image" Target="../media/image1722.png"/><Relationship Id="rId23" Type="http://schemas.openxmlformats.org/officeDocument/2006/relationships/image" Target="../media/image1606.png"/><Relationship Id="rId119" Type="http://schemas.openxmlformats.org/officeDocument/2006/relationships/image" Target="../media/image1653.png"/><Relationship Id="rId270" Type="http://schemas.openxmlformats.org/officeDocument/2006/relationships/customXml" Target="../ink/ink2379.xml"/><Relationship Id="rId326" Type="http://schemas.openxmlformats.org/officeDocument/2006/relationships/customXml" Target="../ink/ink2407.xml"/><Relationship Id="rId65" Type="http://schemas.openxmlformats.org/officeDocument/2006/relationships/image" Target="../media/image1627.png"/><Relationship Id="rId130" Type="http://schemas.openxmlformats.org/officeDocument/2006/relationships/customXml" Target="../ink/ink2309.xml"/><Relationship Id="rId172" Type="http://schemas.openxmlformats.org/officeDocument/2006/relationships/customXml" Target="../ink/ink2330.xml"/><Relationship Id="rId228" Type="http://schemas.openxmlformats.org/officeDocument/2006/relationships/customXml" Target="../ink/ink2358.xml"/><Relationship Id="rId281" Type="http://schemas.openxmlformats.org/officeDocument/2006/relationships/image" Target="../media/image1733.png"/><Relationship Id="rId34" Type="http://schemas.openxmlformats.org/officeDocument/2006/relationships/customXml" Target="../ink/ink2261.xml"/><Relationship Id="rId76" Type="http://schemas.openxmlformats.org/officeDocument/2006/relationships/customXml" Target="../ink/ink2282.xml"/><Relationship Id="rId141" Type="http://schemas.openxmlformats.org/officeDocument/2006/relationships/image" Target="../media/image1664.png"/><Relationship Id="rId7" Type="http://schemas.openxmlformats.org/officeDocument/2006/relationships/image" Target="../media/image1598.png"/><Relationship Id="rId183" Type="http://schemas.openxmlformats.org/officeDocument/2006/relationships/image" Target="../media/image1685.png"/><Relationship Id="rId239" Type="http://schemas.openxmlformats.org/officeDocument/2006/relationships/image" Target="../media/image1712.png"/><Relationship Id="rId250" Type="http://schemas.openxmlformats.org/officeDocument/2006/relationships/customXml" Target="../ink/ink2369.xml"/><Relationship Id="rId271" Type="http://schemas.openxmlformats.org/officeDocument/2006/relationships/image" Target="../media/image1728.png"/><Relationship Id="rId292" Type="http://schemas.openxmlformats.org/officeDocument/2006/relationships/customXml" Target="../ink/ink2390.xml"/><Relationship Id="rId306" Type="http://schemas.openxmlformats.org/officeDocument/2006/relationships/customXml" Target="../ink/ink2397.xml"/><Relationship Id="rId24" Type="http://schemas.openxmlformats.org/officeDocument/2006/relationships/customXml" Target="../ink/ink2256.xml"/><Relationship Id="rId45" Type="http://schemas.openxmlformats.org/officeDocument/2006/relationships/image" Target="../media/image1617.png"/><Relationship Id="rId66" Type="http://schemas.openxmlformats.org/officeDocument/2006/relationships/customXml" Target="../ink/ink2277.xml"/><Relationship Id="rId87" Type="http://schemas.openxmlformats.org/officeDocument/2006/relationships/image" Target="../media/image1638.png"/><Relationship Id="rId110" Type="http://schemas.openxmlformats.org/officeDocument/2006/relationships/customXml" Target="../ink/ink2299.xml"/><Relationship Id="rId131" Type="http://schemas.openxmlformats.org/officeDocument/2006/relationships/image" Target="../media/image1659.png"/><Relationship Id="rId327" Type="http://schemas.openxmlformats.org/officeDocument/2006/relationships/image" Target="../media/image1756.png"/><Relationship Id="rId152" Type="http://schemas.openxmlformats.org/officeDocument/2006/relationships/customXml" Target="../ink/ink2320.xml"/><Relationship Id="rId173" Type="http://schemas.openxmlformats.org/officeDocument/2006/relationships/image" Target="../media/image1680.png"/><Relationship Id="rId194" Type="http://schemas.openxmlformats.org/officeDocument/2006/relationships/customXml" Target="../ink/ink2341.xml"/><Relationship Id="rId208" Type="http://schemas.openxmlformats.org/officeDocument/2006/relationships/customXml" Target="../ink/ink2348.xml"/><Relationship Id="rId229" Type="http://schemas.openxmlformats.org/officeDocument/2006/relationships/image" Target="../media/image1707.png"/><Relationship Id="rId240" Type="http://schemas.openxmlformats.org/officeDocument/2006/relationships/customXml" Target="../ink/ink2364.xml"/><Relationship Id="rId261" Type="http://schemas.openxmlformats.org/officeDocument/2006/relationships/image" Target="../media/image1723.png"/><Relationship Id="rId14" Type="http://schemas.openxmlformats.org/officeDocument/2006/relationships/customXml" Target="../ink/ink2251.xml"/><Relationship Id="rId35" Type="http://schemas.openxmlformats.org/officeDocument/2006/relationships/image" Target="../media/image1612.png"/><Relationship Id="rId56" Type="http://schemas.openxmlformats.org/officeDocument/2006/relationships/customXml" Target="../ink/ink2272.xml"/><Relationship Id="rId77" Type="http://schemas.openxmlformats.org/officeDocument/2006/relationships/image" Target="../media/image1633.png"/><Relationship Id="rId100" Type="http://schemas.openxmlformats.org/officeDocument/2006/relationships/customXml" Target="../ink/ink2294.xml"/><Relationship Id="rId282" Type="http://schemas.openxmlformats.org/officeDocument/2006/relationships/customXml" Target="../ink/ink2385.xml"/><Relationship Id="rId317" Type="http://schemas.openxmlformats.org/officeDocument/2006/relationships/image" Target="../media/image1751.png"/><Relationship Id="rId8" Type="http://schemas.openxmlformats.org/officeDocument/2006/relationships/customXml" Target="../ink/ink2248.xml"/><Relationship Id="rId98" Type="http://schemas.openxmlformats.org/officeDocument/2006/relationships/customXml" Target="../ink/ink2293.xml"/><Relationship Id="rId121" Type="http://schemas.openxmlformats.org/officeDocument/2006/relationships/image" Target="../media/image1654.png"/><Relationship Id="rId142" Type="http://schemas.openxmlformats.org/officeDocument/2006/relationships/customXml" Target="../ink/ink2315.xml"/><Relationship Id="rId163" Type="http://schemas.openxmlformats.org/officeDocument/2006/relationships/image" Target="../media/image1675.png"/><Relationship Id="rId184" Type="http://schemas.openxmlformats.org/officeDocument/2006/relationships/customXml" Target="../ink/ink2336.xml"/><Relationship Id="rId219" Type="http://schemas.openxmlformats.org/officeDocument/2006/relationships/image" Target="../media/image1702.png"/><Relationship Id="rId230" Type="http://schemas.openxmlformats.org/officeDocument/2006/relationships/customXml" Target="../ink/ink2359.xml"/><Relationship Id="rId251" Type="http://schemas.openxmlformats.org/officeDocument/2006/relationships/image" Target="../media/image1718.png"/><Relationship Id="rId25" Type="http://schemas.openxmlformats.org/officeDocument/2006/relationships/image" Target="../media/image1607.png"/><Relationship Id="rId46" Type="http://schemas.openxmlformats.org/officeDocument/2006/relationships/customXml" Target="../ink/ink2267.xml"/><Relationship Id="rId67" Type="http://schemas.openxmlformats.org/officeDocument/2006/relationships/image" Target="../media/image1628.png"/><Relationship Id="rId272" Type="http://schemas.openxmlformats.org/officeDocument/2006/relationships/customXml" Target="../ink/ink2380.xml"/><Relationship Id="rId293" Type="http://schemas.openxmlformats.org/officeDocument/2006/relationships/image" Target="../media/image1739.png"/><Relationship Id="rId307" Type="http://schemas.openxmlformats.org/officeDocument/2006/relationships/image" Target="../media/image1746.png"/><Relationship Id="rId328" Type="http://schemas.openxmlformats.org/officeDocument/2006/relationships/customXml" Target="../ink/ink2408.xml"/><Relationship Id="rId88" Type="http://schemas.openxmlformats.org/officeDocument/2006/relationships/customXml" Target="../ink/ink2288.xml"/><Relationship Id="rId111" Type="http://schemas.openxmlformats.org/officeDocument/2006/relationships/image" Target="../media/image1649.png"/><Relationship Id="rId132" Type="http://schemas.openxmlformats.org/officeDocument/2006/relationships/customXml" Target="../ink/ink2310.xml"/><Relationship Id="rId153" Type="http://schemas.openxmlformats.org/officeDocument/2006/relationships/image" Target="../media/image1670.png"/><Relationship Id="rId174" Type="http://schemas.openxmlformats.org/officeDocument/2006/relationships/customXml" Target="../ink/ink2331.xml"/><Relationship Id="rId195" Type="http://schemas.openxmlformats.org/officeDocument/2006/relationships/image" Target="../media/image1691.png"/><Relationship Id="rId209" Type="http://schemas.openxmlformats.org/officeDocument/2006/relationships/image" Target="../media/image1697.png"/><Relationship Id="rId220" Type="http://schemas.openxmlformats.org/officeDocument/2006/relationships/customXml" Target="../ink/ink2354.xml"/><Relationship Id="rId241" Type="http://schemas.openxmlformats.org/officeDocument/2006/relationships/image" Target="../media/image1713.png"/><Relationship Id="rId15" Type="http://schemas.openxmlformats.org/officeDocument/2006/relationships/image" Target="../media/image1602.png"/><Relationship Id="rId36" Type="http://schemas.openxmlformats.org/officeDocument/2006/relationships/customXml" Target="../ink/ink2262.xml"/><Relationship Id="rId57" Type="http://schemas.openxmlformats.org/officeDocument/2006/relationships/image" Target="../media/image1623.png"/><Relationship Id="rId262" Type="http://schemas.openxmlformats.org/officeDocument/2006/relationships/customXml" Target="../ink/ink2375.xml"/><Relationship Id="rId283" Type="http://schemas.openxmlformats.org/officeDocument/2006/relationships/image" Target="../media/image1734.png"/><Relationship Id="rId318" Type="http://schemas.openxmlformats.org/officeDocument/2006/relationships/customXml" Target="../ink/ink2403.xml"/><Relationship Id="rId78" Type="http://schemas.openxmlformats.org/officeDocument/2006/relationships/customXml" Target="../ink/ink2283.xml"/><Relationship Id="rId99" Type="http://schemas.openxmlformats.org/officeDocument/2006/relationships/image" Target="../media/image1643.png"/><Relationship Id="rId101" Type="http://schemas.openxmlformats.org/officeDocument/2006/relationships/image" Target="../media/image1644.png"/><Relationship Id="rId122" Type="http://schemas.openxmlformats.org/officeDocument/2006/relationships/customXml" Target="../ink/ink2305.xml"/><Relationship Id="rId143" Type="http://schemas.openxmlformats.org/officeDocument/2006/relationships/image" Target="../media/image1665.png"/><Relationship Id="rId164" Type="http://schemas.openxmlformats.org/officeDocument/2006/relationships/customXml" Target="../ink/ink2326.xml"/><Relationship Id="rId185" Type="http://schemas.openxmlformats.org/officeDocument/2006/relationships/image" Target="../media/image1686.png"/><Relationship Id="rId9" Type="http://schemas.openxmlformats.org/officeDocument/2006/relationships/image" Target="../media/image1599.png"/><Relationship Id="rId210" Type="http://schemas.openxmlformats.org/officeDocument/2006/relationships/customXml" Target="../ink/ink2349.xml"/><Relationship Id="rId26" Type="http://schemas.openxmlformats.org/officeDocument/2006/relationships/customXml" Target="../ink/ink2257.xml"/><Relationship Id="rId231" Type="http://schemas.openxmlformats.org/officeDocument/2006/relationships/image" Target="../media/image1708.png"/><Relationship Id="rId252" Type="http://schemas.openxmlformats.org/officeDocument/2006/relationships/customXml" Target="../ink/ink2370.xml"/><Relationship Id="rId273" Type="http://schemas.openxmlformats.org/officeDocument/2006/relationships/image" Target="../media/image1729.png"/><Relationship Id="rId294" Type="http://schemas.openxmlformats.org/officeDocument/2006/relationships/customXml" Target="../ink/ink2391.xml"/><Relationship Id="rId308" Type="http://schemas.openxmlformats.org/officeDocument/2006/relationships/customXml" Target="../ink/ink2398.xml"/><Relationship Id="rId329" Type="http://schemas.openxmlformats.org/officeDocument/2006/relationships/image" Target="../media/image1758.png"/><Relationship Id="rId47" Type="http://schemas.openxmlformats.org/officeDocument/2006/relationships/image" Target="../media/image1618.png"/><Relationship Id="rId68" Type="http://schemas.openxmlformats.org/officeDocument/2006/relationships/customXml" Target="../ink/ink2278.xml"/><Relationship Id="rId89" Type="http://schemas.openxmlformats.org/officeDocument/2006/relationships/image" Target="../media/image372.png"/><Relationship Id="rId112" Type="http://schemas.openxmlformats.org/officeDocument/2006/relationships/customXml" Target="../ink/ink2300.xml"/><Relationship Id="rId133" Type="http://schemas.openxmlformats.org/officeDocument/2006/relationships/image" Target="../media/image1660.png"/><Relationship Id="rId154" Type="http://schemas.openxmlformats.org/officeDocument/2006/relationships/customXml" Target="../ink/ink2321.xml"/><Relationship Id="rId175" Type="http://schemas.openxmlformats.org/officeDocument/2006/relationships/image" Target="../media/image1681.png"/><Relationship Id="rId196" Type="http://schemas.openxmlformats.org/officeDocument/2006/relationships/customXml" Target="../ink/ink2342.xml"/><Relationship Id="rId200" Type="http://schemas.openxmlformats.org/officeDocument/2006/relationships/customXml" Target="../ink/ink2344.xml"/><Relationship Id="rId16" Type="http://schemas.openxmlformats.org/officeDocument/2006/relationships/customXml" Target="../ink/ink2252.xml"/><Relationship Id="rId221" Type="http://schemas.openxmlformats.org/officeDocument/2006/relationships/image" Target="../media/image1703.png"/><Relationship Id="rId242" Type="http://schemas.openxmlformats.org/officeDocument/2006/relationships/customXml" Target="../ink/ink2365.xml"/><Relationship Id="rId263" Type="http://schemas.openxmlformats.org/officeDocument/2006/relationships/image" Target="../media/image1724.png"/><Relationship Id="rId284" Type="http://schemas.openxmlformats.org/officeDocument/2006/relationships/customXml" Target="../ink/ink2386.xml"/><Relationship Id="rId319" Type="http://schemas.openxmlformats.org/officeDocument/2006/relationships/image" Target="../media/image1752.png"/><Relationship Id="rId37" Type="http://schemas.openxmlformats.org/officeDocument/2006/relationships/image" Target="../media/image1613.png"/><Relationship Id="rId58" Type="http://schemas.openxmlformats.org/officeDocument/2006/relationships/customXml" Target="../ink/ink2273.xml"/><Relationship Id="rId79" Type="http://schemas.openxmlformats.org/officeDocument/2006/relationships/image" Target="../media/image1634.png"/><Relationship Id="rId102" Type="http://schemas.openxmlformats.org/officeDocument/2006/relationships/customXml" Target="../ink/ink2295.xml"/><Relationship Id="rId123" Type="http://schemas.openxmlformats.org/officeDocument/2006/relationships/image" Target="../media/image1655.png"/><Relationship Id="rId144" Type="http://schemas.openxmlformats.org/officeDocument/2006/relationships/customXml" Target="../ink/ink2316.xml"/><Relationship Id="rId330" Type="http://schemas.openxmlformats.org/officeDocument/2006/relationships/customXml" Target="../ink/ink2409.xml"/><Relationship Id="rId90" Type="http://schemas.openxmlformats.org/officeDocument/2006/relationships/customXml" Target="../ink/ink2289.xml"/><Relationship Id="rId165" Type="http://schemas.openxmlformats.org/officeDocument/2006/relationships/image" Target="../media/image1676.png"/><Relationship Id="rId186" Type="http://schemas.openxmlformats.org/officeDocument/2006/relationships/customXml" Target="../ink/ink2337.xml"/><Relationship Id="rId211" Type="http://schemas.openxmlformats.org/officeDocument/2006/relationships/image" Target="../media/image1698.png"/><Relationship Id="rId232" Type="http://schemas.openxmlformats.org/officeDocument/2006/relationships/customXml" Target="../ink/ink2360.xml"/><Relationship Id="rId253" Type="http://schemas.openxmlformats.org/officeDocument/2006/relationships/image" Target="../media/image1719.png"/><Relationship Id="rId274" Type="http://schemas.openxmlformats.org/officeDocument/2006/relationships/customXml" Target="../ink/ink2381.xml"/><Relationship Id="rId295" Type="http://schemas.openxmlformats.org/officeDocument/2006/relationships/image" Target="../media/image1740.png"/><Relationship Id="rId309" Type="http://schemas.openxmlformats.org/officeDocument/2006/relationships/image" Target="../media/image1747.png"/><Relationship Id="rId27" Type="http://schemas.openxmlformats.org/officeDocument/2006/relationships/image" Target="../media/image1608.png"/><Relationship Id="rId48" Type="http://schemas.openxmlformats.org/officeDocument/2006/relationships/customXml" Target="../ink/ink2268.xml"/><Relationship Id="rId69" Type="http://schemas.openxmlformats.org/officeDocument/2006/relationships/image" Target="../media/image1629.png"/><Relationship Id="rId113" Type="http://schemas.openxmlformats.org/officeDocument/2006/relationships/image" Target="../media/image1650.png"/><Relationship Id="rId134" Type="http://schemas.openxmlformats.org/officeDocument/2006/relationships/customXml" Target="../ink/ink2311.xml"/><Relationship Id="rId320" Type="http://schemas.openxmlformats.org/officeDocument/2006/relationships/customXml" Target="../ink/ink2404.xml"/><Relationship Id="rId80" Type="http://schemas.openxmlformats.org/officeDocument/2006/relationships/customXml" Target="../ink/ink2284.xml"/><Relationship Id="rId155" Type="http://schemas.openxmlformats.org/officeDocument/2006/relationships/image" Target="../media/image1671.png"/><Relationship Id="rId176" Type="http://schemas.openxmlformats.org/officeDocument/2006/relationships/customXml" Target="../ink/ink2332.xml"/><Relationship Id="rId197" Type="http://schemas.openxmlformats.org/officeDocument/2006/relationships/image" Target="../media/image430.png"/><Relationship Id="rId201" Type="http://schemas.openxmlformats.org/officeDocument/2006/relationships/image" Target="../media/image1693.png"/><Relationship Id="rId222" Type="http://schemas.openxmlformats.org/officeDocument/2006/relationships/customXml" Target="../ink/ink2355.xml"/><Relationship Id="rId243" Type="http://schemas.openxmlformats.org/officeDocument/2006/relationships/image" Target="../media/image1714.png"/><Relationship Id="rId264" Type="http://schemas.openxmlformats.org/officeDocument/2006/relationships/customXml" Target="../ink/ink2376.xml"/><Relationship Id="rId285" Type="http://schemas.openxmlformats.org/officeDocument/2006/relationships/image" Target="../media/image1735.png"/><Relationship Id="rId17" Type="http://schemas.openxmlformats.org/officeDocument/2006/relationships/image" Target="../media/image1603.png"/><Relationship Id="rId38" Type="http://schemas.openxmlformats.org/officeDocument/2006/relationships/customXml" Target="../ink/ink2263.xml"/><Relationship Id="rId59" Type="http://schemas.openxmlformats.org/officeDocument/2006/relationships/image" Target="../media/image1624.png"/><Relationship Id="rId103" Type="http://schemas.openxmlformats.org/officeDocument/2006/relationships/image" Target="../media/image1645.png"/><Relationship Id="rId124" Type="http://schemas.openxmlformats.org/officeDocument/2006/relationships/customXml" Target="../ink/ink2306.xml"/><Relationship Id="rId310" Type="http://schemas.openxmlformats.org/officeDocument/2006/relationships/customXml" Target="../ink/ink2399.xml"/><Relationship Id="rId70" Type="http://schemas.openxmlformats.org/officeDocument/2006/relationships/customXml" Target="../ink/ink2279.xml"/><Relationship Id="rId91" Type="http://schemas.openxmlformats.org/officeDocument/2006/relationships/image" Target="../media/image1639.png"/><Relationship Id="rId145" Type="http://schemas.openxmlformats.org/officeDocument/2006/relationships/image" Target="../media/image1666.png"/><Relationship Id="rId166" Type="http://schemas.openxmlformats.org/officeDocument/2006/relationships/customXml" Target="../ink/ink2327.xml"/><Relationship Id="rId187" Type="http://schemas.openxmlformats.org/officeDocument/2006/relationships/image" Target="../media/image1687.png"/><Relationship Id="rId331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50.xml"/><Relationship Id="rId233" Type="http://schemas.openxmlformats.org/officeDocument/2006/relationships/image" Target="../media/image1709.png"/><Relationship Id="rId254" Type="http://schemas.openxmlformats.org/officeDocument/2006/relationships/customXml" Target="../ink/ink2371.xml"/><Relationship Id="rId28" Type="http://schemas.openxmlformats.org/officeDocument/2006/relationships/customXml" Target="../ink/ink2258.xml"/><Relationship Id="rId49" Type="http://schemas.openxmlformats.org/officeDocument/2006/relationships/image" Target="../media/image1619.png"/><Relationship Id="rId114" Type="http://schemas.openxmlformats.org/officeDocument/2006/relationships/customXml" Target="../ink/ink2301.xml"/><Relationship Id="rId275" Type="http://schemas.openxmlformats.org/officeDocument/2006/relationships/image" Target="../media/image1730.png"/><Relationship Id="rId296" Type="http://schemas.openxmlformats.org/officeDocument/2006/relationships/customXml" Target="../ink/ink2392.xml"/><Relationship Id="rId300" Type="http://schemas.openxmlformats.org/officeDocument/2006/relationships/customXml" Target="../ink/ink2394.xml"/><Relationship Id="rId60" Type="http://schemas.openxmlformats.org/officeDocument/2006/relationships/customXml" Target="../ink/ink2274.xml"/><Relationship Id="rId81" Type="http://schemas.openxmlformats.org/officeDocument/2006/relationships/image" Target="../media/image1635.png"/><Relationship Id="rId135" Type="http://schemas.openxmlformats.org/officeDocument/2006/relationships/image" Target="../media/image1661.png"/><Relationship Id="rId156" Type="http://schemas.openxmlformats.org/officeDocument/2006/relationships/customXml" Target="../ink/ink2322.xml"/><Relationship Id="rId177" Type="http://schemas.openxmlformats.org/officeDocument/2006/relationships/image" Target="../media/image1682.png"/><Relationship Id="rId198" Type="http://schemas.openxmlformats.org/officeDocument/2006/relationships/customXml" Target="../ink/ink2343.xml"/><Relationship Id="rId321" Type="http://schemas.openxmlformats.org/officeDocument/2006/relationships/image" Target="../media/image1753.png"/><Relationship Id="rId202" Type="http://schemas.openxmlformats.org/officeDocument/2006/relationships/customXml" Target="../ink/ink2345.xml"/><Relationship Id="rId223" Type="http://schemas.openxmlformats.org/officeDocument/2006/relationships/image" Target="../media/image1704.png"/><Relationship Id="rId244" Type="http://schemas.openxmlformats.org/officeDocument/2006/relationships/customXml" Target="../ink/ink2366.xml"/><Relationship Id="rId18" Type="http://schemas.openxmlformats.org/officeDocument/2006/relationships/customXml" Target="../ink/ink2253.xml"/><Relationship Id="rId39" Type="http://schemas.openxmlformats.org/officeDocument/2006/relationships/image" Target="../media/image1614.png"/><Relationship Id="rId265" Type="http://schemas.openxmlformats.org/officeDocument/2006/relationships/image" Target="../media/image1725.png"/><Relationship Id="rId286" Type="http://schemas.openxmlformats.org/officeDocument/2006/relationships/customXml" Target="../ink/ink2387.xml"/><Relationship Id="rId50" Type="http://schemas.openxmlformats.org/officeDocument/2006/relationships/customXml" Target="../ink/ink2269.xml"/><Relationship Id="rId104" Type="http://schemas.openxmlformats.org/officeDocument/2006/relationships/customXml" Target="../ink/ink2296.xml"/><Relationship Id="rId125" Type="http://schemas.openxmlformats.org/officeDocument/2006/relationships/image" Target="../media/image1656.png"/><Relationship Id="rId146" Type="http://schemas.openxmlformats.org/officeDocument/2006/relationships/customXml" Target="../ink/ink2317.xml"/><Relationship Id="rId167" Type="http://schemas.openxmlformats.org/officeDocument/2006/relationships/image" Target="../media/image1677.png"/><Relationship Id="rId188" Type="http://schemas.openxmlformats.org/officeDocument/2006/relationships/customXml" Target="../ink/ink2338.xml"/><Relationship Id="rId311" Type="http://schemas.openxmlformats.org/officeDocument/2006/relationships/image" Target="../media/image1748.png"/><Relationship Id="rId71" Type="http://schemas.openxmlformats.org/officeDocument/2006/relationships/image" Target="../media/image1630.png"/><Relationship Id="rId92" Type="http://schemas.openxmlformats.org/officeDocument/2006/relationships/customXml" Target="../ink/ink2290.xml"/><Relationship Id="rId213" Type="http://schemas.openxmlformats.org/officeDocument/2006/relationships/image" Target="../media/image1699.png"/><Relationship Id="rId234" Type="http://schemas.openxmlformats.org/officeDocument/2006/relationships/customXml" Target="../ink/ink2361.xml"/><Relationship Id="rId2" Type="http://schemas.openxmlformats.org/officeDocument/2006/relationships/customXml" Target="../ink/ink2245.xml"/><Relationship Id="rId29" Type="http://schemas.openxmlformats.org/officeDocument/2006/relationships/image" Target="../media/image1609.png"/><Relationship Id="rId255" Type="http://schemas.openxmlformats.org/officeDocument/2006/relationships/image" Target="../media/image1720.png"/><Relationship Id="rId276" Type="http://schemas.openxmlformats.org/officeDocument/2006/relationships/customXml" Target="../ink/ink2382.xml"/><Relationship Id="rId297" Type="http://schemas.openxmlformats.org/officeDocument/2006/relationships/image" Target="../media/image1741.png"/><Relationship Id="rId40" Type="http://schemas.openxmlformats.org/officeDocument/2006/relationships/customXml" Target="../ink/ink2264.xml"/><Relationship Id="rId115" Type="http://schemas.openxmlformats.org/officeDocument/2006/relationships/image" Target="../media/image1651.png"/><Relationship Id="rId136" Type="http://schemas.openxmlformats.org/officeDocument/2006/relationships/customXml" Target="../ink/ink2312.xml"/><Relationship Id="rId157" Type="http://schemas.openxmlformats.org/officeDocument/2006/relationships/image" Target="../media/image1672.png"/><Relationship Id="rId178" Type="http://schemas.openxmlformats.org/officeDocument/2006/relationships/customXml" Target="../ink/ink2333.xml"/><Relationship Id="rId301" Type="http://schemas.openxmlformats.org/officeDocument/2006/relationships/image" Target="../media/image1743.png"/><Relationship Id="rId322" Type="http://schemas.openxmlformats.org/officeDocument/2006/relationships/customXml" Target="../ink/ink2405.xml"/><Relationship Id="rId61" Type="http://schemas.openxmlformats.org/officeDocument/2006/relationships/image" Target="../media/image1625.png"/><Relationship Id="rId82" Type="http://schemas.openxmlformats.org/officeDocument/2006/relationships/customXml" Target="../ink/ink2285.xml"/><Relationship Id="rId199" Type="http://schemas.openxmlformats.org/officeDocument/2006/relationships/image" Target="../media/image1692.png"/><Relationship Id="rId203" Type="http://schemas.openxmlformats.org/officeDocument/2006/relationships/image" Target="../media/image1694.png"/><Relationship Id="rId19" Type="http://schemas.openxmlformats.org/officeDocument/2006/relationships/image" Target="../media/image1604.png"/><Relationship Id="rId224" Type="http://schemas.openxmlformats.org/officeDocument/2006/relationships/customXml" Target="../ink/ink2356.xml"/><Relationship Id="rId245" Type="http://schemas.openxmlformats.org/officeDocument/2006/relationships/image" Target="../media/image1715.png"/><Relationship Id="rId266" Type="http://schemas.openxmlformats.org/officeDocument/2006/relationships/customXml" Target="../ink/ink2377.xml"/><Relationship Id="rId287" Type="http://schemas.openxmlformats.org/officeDocument/2006/relationships/image" Target="../media/image1736.png"/><Relationship Id="rId30" Type="http://schemas.openxmlformats.org/officeDocument/2006/relationships/customXml" Target="../ink/ink2259.xml"/><Relationship Id="rId105" Type="http://schemas.openxmlformats.org/officeDocument/2006/relationships/image" Target="../media/image1646.png"/><Relationship Id="rId126" Type="http://schemas.openxmlformats.org/officeDocument/2006/relationships/customXml" Target="../ink/ink2307.xml"/><Relationship Id="rId147" Type="http://schemas.openxmlformats.org/officeDocument/2006/relationships/image" Target="../media/image1667.png"/><Relationship Id="rId168" Type="http://schemas.openxmlformats.org/officeDocument/2006/relationships/customXml" Target="../ink/ink2328.xml"/><Relationship Id="rId312" Type="http://schemas.openxmlformats.org/officeDocument/2006/relationships/customXml" Target="../ink/ink2400.xml"/><Relationship Id="rId51" Type="http://schemas.openxmlformats.org/officeDocument/2006/relationships/image" Target="../media/image1620.png"/><Relationship Id="rId72" Type="http://schemas.openxmlformats.org/officeDocument/2006/relationships/customXml" Target="../ink/ink2280.xml"/><Relationship Id="rId93" Type="http://schemas.openxmlformats.org/officeDocument/2006/relationships/image" Target="../media/image1640.png"/><Relationship Id="rId189" Type="http://schemas.openxmlformats.org/officeDocument/2006/relationships/image" Target="../media/image1688.png"/><Relationship Id="rId3" Type="http://schemas.openxmlformats.org/officeDocument/2006/relationships/image" Target="../media/image1596.png"/><Relationship Id="rId214" Type="http://schemas.openxmlformats.org/officeDocument/2006/relationships/customXml" Target="../ink/ink2351.xml"/><Relationship Id="rId235" Type="http://schemas.openxmlformats.org/officeDocument/2006/relationships/image" Target="../media/image1710.png"/><Relationship Id="rId256" Type="http://schemas.openxmlformats.org/officeDocument/2006/relationships/customXml" Target="../ink/ink2372.xml"/><Relationship Id="rId277" Type="http://schemas.openxmlformats.org/officeDocument/2006/relationships/image" Target="../media/image1731.png"/><Relationship Id="rId298" Type="http://schemas.openxmlformats.org/officeDocument/2006/relationships/customXml" Target="../ink/ink2393.xml"/><Relationship Id="rId116" Type="http://schemas.openxmlformats.org/officeDocument/2006/relationships/customXml" Target="../ink/ink2302.xml"/><Relationship Id="rId137" Type="http://schemas.openxmlformats.org/officeDocument/2006/relationships/image" Target="../media/image1662.png"/><Relationship Id="rId158" Type="http://schemas.openxmlformats.org/officeDocument/2006/relationships/customXml" Target="../ink/ink2323.xml"/><Relationship Id="rId302" Type="http://schemas.openxmlformats.org/officeDocument/2006/relationships/customXml" Target="../ink/ink2395.xml"/><Relationship Id="rId323" Type="http://schemas.openxmlformats.org/officeDocument/2006/relationships/image" Target="../media/image1754.png"/><Relationship Id="rId20" Type="http://schemas.openxmlformats.org/officeDocument/2006/relationships/customXml" Target="../ink/ink2254.xml"/><Relationship Id="rId41" Type="http://schemas.openxmlformats.org/officeDocument/2006/relationships/image" Target="../media/image1615.png"/><Relationship Id="rId62" Type="http://schemas.openxmlformats.org/officeDocument/2006/relationships/customXml" Target="../ink/ink2275.xml"/><Relationship Id="rId83" Type="http://schemas.openxmlformats.org/officeDocument/2006/relationships/image" Target="../media/image1636.png"/><Relationship Id="rId179" Type="http://schemas.openxmlformats.org/officeDocument/2006/relationships/image" Target="../media/image1683.png"/><Relationship Id="rId190" Type="http://schemas.openxmlformats.org/officeDocument/2006/relationships/customXml" Target="../ink/ink2339.xml"/><Relationship Id="rId204" Type="http://schemas.openxmlformats.org/officeDocument/2006/relationships/customXml" Target="../ink/ink2346.xml"/><Relationship Id="rId225" Type="http://schemas.openxmlformats.org/officeDocument/2006/relationships/image" Target="../media/image1705.png"/><Relationship Id="rId246" Type="http://schemas.openxmlformats.org/officeDocument/2006/relationships/customXml" Target="../ink/ink2367.xml"/><Relationship Id="rId267" Type="http://schemas.openxmlformats.org/officeDocument/2006/relationships/image" Target="../media/image1726.png"/><Relationship Id="rId288" Type="http://schemas.openxmlformats.org/officeDocument/2006/relationships/customXml" Target="../ink/ink2388.xml"/><Relationship Id="rId106" Type="http://schemas.openxmlformats.org/officeDocument/2006/relationships/customXml" Target="../ink/ink2297.xml"/><Relationship Id="rId127" Type="http://schemas.openxmlformats.org/officeDocument/2006/relationships/image" Target="../media/image1657.png"/><Relationship Id="rId313" Type="http://schemas.openxmlformats.org/officeDocument/2006/relationships/image" Target="../media/image1749.png"/><Relationship Id="rId10" Type="http://schemas.openxmlformats.org/officeDocument/2006/relationships/customXml" Target="../ink/ink2249.xml"/><Relationship Id="rId31" Type="http://schemas.openxmlformats.org/officeDocument/2006/relationships/image" Target="../media/image1610.png"/><Relationship Id="rId52" Type="http://schemas.openxmlformats.org/officeDocument/2006/relationships/customXml" Target="../ink/ink2270.xml"/><Relationship Id="rId73" Type="http://schemas.openxmlformats.org/officeDocument/2006/relationships/image" Target="../media/image1631.png"/><Relationship Id="rId94" Type="http://schemas.openxmlformats.org/officeDocument/2006/relationships/customXml" Target="../ink/ink2291.xml"/><Relationship Id="rId148" Type="http://schemas.openxmlformats.org/officeDocument/2006/relationships/customXml" Target="../ink/ink2318.xml"/><Relationship Id="rId169" Type="http://schemas.openxmlformats.org/officeDocument/2006/relationships/image" Target="../media/image1678.png"/><Relationship Id="rId4" Type="http://schemas.openxmlformats.org/officeDocument/2006/relationships/customXml" Target="../ink/ink2246.xml"/><Relationship Id="rId180" Type="http://schemas.openxmlformats.org/officeDocument/2006/relationships/customXml" Target="../ink/ink2334.xml"/><Relationship Id="rId215" Type="http://schemas.openxmlformats.org/officeDocument/2006/relationships/image" Target="../media/image1700.png"/><Relationship Id="rId236" Type="http://schemas.openxmlformats.org/officeDocument/2006/relationships/customXml" Target="../ink/ink2362.xml"/><Relationship Id="rId257" Type="http://schemas.openxmlformats.org/officeDocument/2006/relationships/image" Target="../media/image1721.png"/><Relationship Id="rId278" Type="http://schemas.openxmlformats.org/officeDocument/2006/relationships/customXml" Target="../ink/ink2383.xml"/><Relationship Id="rId303" Type="http://schemas.openxmlformats.org/officeDocument/2006/relationships/image" Target="../media/image1744.png"/><Relationship Id="rId42" Type="http://schemas.openxmlformats.org/officeDocument/2006/relationships/customXml" Target="../ink/ink2265.xml"/><Relationship Id="rId84" Type="http://schemas.openxmlformats.org/officeDocument/2006/relationships/customXml" Target="../ink/ink2286.xml"/><Relationship Id="rId138" Type="http://schemas.openxmlformats.org/officeDocument/2006/relationships/customXml" Target="../ink/ink2313.xml"/><Relationship Id="rId191" Type="http://schemas.openxmlformats.org/officeDocument/2006/relationships/image" Target="../media/image1689.png"/><Relationship Id="rId205" Type="http://schemas.openxmlformats.org/officeDocument/2006/relationships/image" Target="../media/image1695.png"/><Relationship Id="rId247" Type="http://schemas.openxmlformats.org/officeDocument/2006/relationships/image" Target="../media/image1716.png"/><Relationship Id="rId107" Type="http://schemas.openxmlformats.org/officeDocument/2006/relationships/image" Target="../media/image1647.png"/><Relationship Id="rId289" Type="http://schemas.openxmlformats.org/officeDocument/2006/relationships/image" Target="../media/image1737.png"/><Relationship Id="rId11" Type="http://schemas.openxmlformats.org/officeDocument/2006/relationships/image" Target="../media/image1600.png"/><Relationship Id="rId53" Type="http://schemas.openxmlformats.org/officeDocument/2006/relationships/image" Target="../media/image1621.png"/><Relationship Id="rId149" Type="http://schemas.openxmlformats.org/officeDocument/2006/relationships/image" Target="../media/image1668.png"/><Relationship Id="rId314" Type="http://schemas.openxmlformats.org/officeDocument/2006/relationships/customXml" Target="../ink/ink2401.xml"/><Relationship Id="rId95" Type="http://schemas.openxmlformats.org/officeDocument/2006/relationships/image" Target="../media/image1641.png"/><Relationship Id="rId160" Type="http://schemas.openxmlformats.org/officeDocument/2006/relationships/customXml" Target="../ink/ink2324.xml"/><Relationship Id="rId216" Type="http://schemas.openxmlformats.org/officeDocument/2006/relationships/customXml" Target="../ink/ink2352.xml"/><Relationship Id="rId258" Type="http://schemas.openxmlformats.org/officeDocument/2006/relationships/customXml" Target="../ink/ink2373.xml"/><Relationship Id="rId22" Type="http://schemas.openxmlformats.org/officeDocument/2006/relationships/customXml" Target="../ink/ink2255.xml"/><Relationship Id="rId64" Type="http://schemas.openxmlformats.org/officeDocument/2006/relationships/customXml" Target="../ink/ink2276.xml"/><Relationship Id="rId118" Type="http://schemas.openxmlformats.org/officeDocument/2006/relationships/customXml" Target="../ink/ink2303.xml"/><Relationship Id="rId325" Type="http://schemas.openxmlformats.org/officeDocument/2006/relationships/image" Target="../media/image1755.png"/><Relationship Id="rId171" Type="http://schemas.openxmlformats.org/officeDocument/2006/relationships/image" Target="../media/image1679.png"/><Relationship Id="rId227" Type="http://schemas.openxmlformats.org/officeDocument/2006/relationships/image" Target="../media/image1706.png"/><Relationship Id="rId269" Type="http://schemas.openxmlformats.org/officeDocument/2006/relationships/image" Target="../media/image1727.png"/><Relationship Id="rId33" Type="http://schemas.openxmlformats.org/officeDocument/2006/relationships/image" Target="../media/image1611.png"/><Relationship Id="rId129" Type="http://schemas.openxmlformats.org/officeDocument/2006/relationships/image" Target="../media/image1658.png"/><Relationship Id="rId280" Type="http://schemas.openxmlformats.org/officeDocument/2006/relationships/customXml" Target="../ink/ink2384.xml"/><Relationship Id="rId75" Type="http://schemas.openxmlformats.org/officeDocument/2006/relationships/image" Target="../media/image1632.png"/><Relationship Id="rId140" Type="http://schemas.openxmlformats.org/officeDocument/2006/relationships/customXml" Target="../ink/ink2314.xml"/><Relationship Id="rId182" Type="http://schemas.openxmlformats.org/officeDocument/2006/relationships/customXml" Target="../ink/ink2335.xml"/><Relationship Id="rId6" Type="http://schemas.openxmlformats.org/officeDocument/2006/relationships/customXml" Target="../ink/ink2247.xml"/><Relationship Id="rId238" Type="http://schemas.openxmlformats.org/officeDocument/2006/relationships/customXml" Target="../ink/ink2363.xml"/><Relationship Id="rId291" Type="http://schemas.openxmlformats.org/officeDocument/2006/relationships/image" Target="../media/image1738.png"/><Relationship Id="rId305" Type="http://schemas.openxmlformats.org/officeDocument/2006/relationships/image" Target="../media/image1745.png"/><Relationship Id="rId44" Type="http://schemas.openxmlformats.org/officeDocument/2006/relationships/customXml" Target="../ink/ink2266.xml"/><Relationship Id="rId86" Type="http://schemas.openxmlformats.org/officeDocument/2006/relationships/customXml" Target="../ink/ink2287.xml"/><Relationship Id="rId151" Type="http://schemas.openxmlformats.org/officeDocument/2006/relationships/image" Target="../media/image1669.png"/><Relationship Id="rId193" Type="http://schemas.openxmlformats.org/officeDocument/2006/relationships/image" Target="../media/image1690.png"/><Relationship Id="rId207" Type="http://schemas.openxmlformats.org/officeDocument/2006/relationships/image" Target="../media/image1696.png"/><Relationship Id="rId249" Type="http://schemas.openxmlformats.org/officeDocument/2006/relationships/image" Target="../media/image1717.png"/><Relationship Id="rId13" Type="http://schemas.openxmlformats.org/officeDocument/2006/relationships/image" Target="../media/image1601.png"/><Relationship Id="rId109" Type="http://schemas.openxmlformats.org/officeDocument/2006/relationships/image" Target="../media/image1648.png"/><Relationship Id="rId260" Type="http://schemas.openxmlformats.org/officeDocument/2006/relationships/customXml" Target="../ink/ink2374.xml"/><Relationship Id="rId316" Type="http://schemas.openxmlformats.org/officeDocument/2006/relationships/customXml" Target="../ink/ink2402.xml"/><Relationship Id="rId55" Type="http://schemas.openxmlformats.org/officeDocument/2006/relationships/image" Target="../media/image1622.png"/><Relationship Id="rId97" Type="http://schemas.openxmlformats.org/officeDocument/2006/relationships/image" Target="../media/image1642.png"/><Relationship Id="rId120" Type="http://schemas.openxmlformats.org/officeDocument/2006/relationships/customXml" Target="../ink/ink2304.xml"/><Relationship Id="rId162" Type="http://schemas.openxmlformats.org/officeDocument/2006/relationships/customXml" Target="../ink/ink2325.xml"/><Relationship Id="rId218" Type="http://schemas.openxmlformats.org/officeDocument/2006/relationships/customXml" Target="../ink/ink2353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22.xml"/><Relationship Id="rId21" Type="http://schemas.openxmlformats.org/officeDocument/2006/relationships/image" Target="../media/image1768.png"/><Relationship Id="rId42" Type="http://schemas.openxmlformats.org/officeDocument/2006/relationships/customXml" Target="../ink/ink2430.xml"/><Relationship Id="rId47" Type="http://schemas.openxmlformats.org/officeDocument/2006/relationships/image" Target="../media/image1781.png"/><Relationship Id="rId63" Type="http://schemas.openxmlformats.org/officeDocument/2006/relationships/image" Target="../media/image1789.png"/><Relationship Id="rId68" Type="http://schemas.openxmlformats.org/officeDocument/2006/relationships/customXml" Target="../ink/ink2443.xml"/><Relationship Id="rId84" Type="http://schemas.openxmlformats.org/officeDocument/2006/relationships/customXml" Target="../ink/ink2451.xml"/><Relationship Id="rId16" Type="http://schemas.openxmlformats.org/officeDocument/2006/relationships/customXml" Target="../ink/ink2417.xml"/><Relationship Id="rId11" Type="http://schemas.openxmlformats.org/officeDocument/2006/relationships/image" Target="../media/image1763.png"/><Relationship Id="rId32" Type="http://schemas.openxmlformats.org/officeDocument/2006/relationships/customXml" Target="../ink/ink2425.xml"/><Relationship Id="rId37" Type="http://schemas.openxmlformats.org/officeDocument/2006/relationships/image" Target="../media/image1776.png"/><Relationship Id="rId53" Type="http://schemas.openxmlformats.org/officeDocument/2006/relationships/image" Target="../media/image1784.png"/><Relationship Id="rId58" Type="http://schemas.openxmlformats.org/officeDocument/2006/relationships/customXml" Target="../ink/ink2438.xml"/><Relationship Id="rId74" Type="http://schemas.openxmlformats.org/officeDocument/2006/relationships/customXml" Target="../ink/ink2446.xml"/><Relationship Id="rId79" Type="http://schemas.openxmlformats.org/officeDocument/2006/relationships/image" Target="../media/image1797.png"/><Relationship Id="rId5" Type="http://schemas.openxmlformats.org/officeDocument/2006/relationships/image" Target="../media/image1760.png"/><Relationship Id="rId19" Type="http://schemas.openxmlformats.org/officeDocument/2006/relationships/image" Target="../media/image1767.png"/><Relationship Id="rId14" Type="http://schemas.openxmlformats.org/officeDocument/2006/relationships/customXml" Target="../ink/ink2416.xml"/><Relationship Id="rId22" Type="http://schemas.openxmlformats.org/officeDocument/2006/relationships/customXml" Target="../ink/ink2420.xml"/><Relationship Id="rId27" Type="http://schemas.openxmlformats.org/officeDocument/2006/relationships/image" Target="../media/image1771.png"/><Relationship Id="rId30" Type="http://schemas.openxmlformats.org/officeDocument/2006/relationships/customXml" Target="../ink/ink2424.xml"/><Relationship Id="rId35" Type="http://schemas.openxmlformats.org/officeDocument/2006/relationships/image" Target="../media/image1775.png"/><Relationship Id="rId43" Type="http://schemas.openxmlformats.org/officeDocument/2006/relationships/image" Target="../media/image1779.png"/><Relationship Id="rId48" Type="http://schemas.openxmlformats.org/officeDocument/2006/relationships/customXml" Target="../ink/ink2433.xml"/><Relationship Id="rId56" Type="http://schemas.openxmlformats.org/officeDocument/2006/relationships/customXml" Target="../ink/ink2437.xml"/><Relationship Id="rId64" Type="http://schemas.openxmlformats.org/officeDocument/2006/relationships/customXml" Target="../ink/ink2441.xml"/><Relationship Id="rId69" Type="http://schemas.openxmlformats.org/officeDocument/2006/relationships/image" Target="../media/image1792.png"/><Relationship Id="rId77" Type="http://schemas.openxmlformats.org/officeDocument/2006/relationships/image" Target="../media/image1796.png"/><Relationship Id="rId8" Type="http://schemas.openxmlformats.org/officeDocument/2006/relationships/customXml" Target="../ink/ink2413.xml"/><Relationship Id="rId51" Type="http://schemas.openxmlformats.org/officeDocument/2006/relationships/image" Target="../media/image1783.png"/><Relationship Id="rId72" Type="http://schemas.openxmlformats.org/officeDocument/2006/relationships/customXml" Target="../ink/ink2445.xml"/><Relationship Id="rId80" Type="http://schemas.openxmlformats.org/officeDocument/2006/relationships/customXml" Target="../ink/ink2449.xml"/><Relationship Id="rId85" Type="http://schemas.openxmlformats.org/officeDocument/2006/relationships/image" Target="../media/image1800.png"/><Relationship Id="rId3" Type="http://schemas.openxmlformats.org/officeDocument/2006/relationships/image" Target="../media/image1759.png"/><Relationship Id="rId12" Type="http://schemas.openxmlformats.org/officeDocument/2006/relationships/customXml" Target="../ink/ink2415.xml"/><Relationship Id="rId17" Type="http://schemas.openxmlformats.org/officeDocument/2006/relationships/image" Target="../media/image1766.png"/><Relationship Id="rId25" Type="http://schemas.openxmlformats.org/officeDocument/2006/relationships/image" Target="../media/image1770.png"/><Relationship Id="rId33" Type="http://schemas.openxmlformats.org/officeDocument/2006/relationships/image" Target="../media/image1774.png"/><Relationship Id="rId38" Type="http://schemas.openxmlformats.org/officeDocument/2006/relationships/customXml" Target="../ink/ink2428.xml"/><Relationship Id="rId46" Type="http://schemas.openxmlformats.org/officeDocument/2006/relationships/customXml" Target="../ink/ink2432.xml"/><Relationship Id="rId59" Type="http://schemas.openxmlformats.org/officeDocument/2006/relationships/image" Target="../media/image1787.png"/><Relationship Id="rId67" Type="http://schemas.openxmlformats.org/officeDocument/2006/relationships/image" Target="../media/image1791.png"/><Relationship Id="rId20" Type="http://schemas.openxmlformats.org/officeDocument/2006/relationships/customXml" Target="../ink/ink2419.xml"/><Relationship Id="rId41" Type="http://schemas.openxmlformats.org/officeDocument/2006/relationships/image" Target="../media/image1778.png"/><Relationship Id="rId54" Type="http://schemas.openxmlformats.org/officeDocument/2006/relationships/customXml" Target="../ink/ink2436.xml"/><Relationship Id="rId62" Type="http://schemas.openxmlformats.org/officeDocument/2006/relationships/customXml" Target="../ink/ink2440.xml"/><Relationship Id="rId70" Type="http://schemas.openxmlformats.org/officeDocument/2006/relationships/customXml" Target="../ink/ink2444.xml"/><Relationship Id="rId75" Type="http://schemas.openxmlformats.org/officeDocument/2006/relationships/image" Target="../media/image1795.png"/><Relationship Id="rId83" Type="http://schemas.openxmlformats.org/officeDocument/2006/relationships/image" Target="../media/image179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12.xml"/><Relationship Id="rId15" Type="http://schemas.openxmlformats.org/officeDocument/2006/relationships/image" Target="../media/image1765.png"/><Relationship Id="rId23" Type="http://schemas.openxmlformats.org/officeDocument/2006/relationships/image" Target="../media/image1769.png"/><Relationship Id="rId28" Type="http://schemas.openxmlformats.org/officeDocument/2006/relationships/customXml" Target="../ink/ink2423.xml"/><Relationship Id="rId36" Type="http://schemas.openxmlformats.org/officeDocument/2006/relationships/customXml" Target="../ink/ink2427.xml"/><Relationship Id="rId49" Type="http://schemas.openxmlformats.org/officeDocument/2006/relationships/image" Target="../media/image1782.png"/><Relationship Id="rId57" Type="http://schemas.openxmlformats.org/officeDocument/2006/relationships/image" Target="../media/image1786.png"/><Relationship Id="rId10" Type="http://schemas.openxmlformats.org/officeDocument/2006/relationships/customXml" Target="../ink/ink2414.xml"/><Relationship Id="rId31" Type="http://schemas.openxmlformats.org/officeDocument/2006/relationships/image" Target="../media/image1773.png"/><Relationship Id="rId44" Type="http://schemas.openxmlformats.org/officeDocument/2006/relationships/customXml" Target="../ink/ink2431.xml"/><Relationship Id="rId52" Type="http://schemas.openxmlformats.org/officeDocument/2006/relationships/customXml" Target="../ink/ink2435.xml"/><Relationship Id="rId60" Type="http://schemas.openxmlformats.org/officeDocument/2006/relationships/customXml" Target="../ink/ink2439.xml"/><Relationship Id="rId65" Type="http://schemas.openxmlformats.org/officeDocument/2006/relationships/image" Target="../media/image1790.png"/><Relationship Id="rId73" Type="http://schemas.openxmlformats.org/officeDocument/2006/relationships/image" Target="../media/image1794.png"/><Relationship Id="rId78" Type="http://schemas.openxmlformats.org/officeDocument/2006/relationships/customXml" Target="../ink/ink2448.xml"/><Relationship Id="rId81" Type="http://schemas.openxmlformats.org/officeDocument/2006/relationships/image" Target="../media/image1798.png"/><Relationship Id="rId86" Type="http://schemas.openxmlformats.org/officeDocument/2006/relationships/customXml" Target="../ink/ink2452.xml"/><Relationship Id="rId4" Type="http://schemas.openxmlformats.org/officeDocument/2006/relationships/customXml" Target="../ink/ink2411.xml"/><Relationship Id="rId9" Type="http://schemas.openxmlformats.org/officeDocument/2006/relationships/image" Target="../media/image1762.png"/><Relationship Id="rId13" Type="http://schemas.openxmlformats.org/officeDocument/2006/relationships/image" Target="../media/image1764.png"/><Relationship Id="rId18" Type="http://schemas.openxmlformats.org/officeDocument/2006/relationships/customXml" Target="../ink/ink2418.xml"/><Relationship Id="rId39" Type="http://schemas.openxmlformats.org/officeDocument/2006/relationships/image" Target="../media/image1777.png"/><Relationship Id="rId34" Type="http://schemas.openxmlformats.org/officeDocument/2006/relationships/customXml" Target="../ink/ink2426.xml"/><Relationship Id="rId50" Type="http://schemas.openxmlformats.org/officeDocument/2006/relationships/customXml" Target="../ink/ink2434.xml"/><Relationship Id="rId55" Type="http://schemas.openxmlformats.org/officeDocument/2006/relationships/image" Target="../media/image1785.png"/><Relationship Id="rId76" Type="http://schemas.openxmlformats.org/officeDocument/2006/relationships/customXml" Target="../ink/ink2447.xml"/><Relationship Id="rId7" Type="http://schemas.openxmlformats.org/officeDocument/2006/relationships/image" Target="../media/image1761.png"/><Relationship Id="rId71" Type="http://schemas.openxmlformats.org/officeDocument/2006/relationships/image" Target="../media/image1793.png"/><Relationship Id="rId2" Type="http://schemas.openxmlformats.org/officeDocument/2006/relationships/customXml" Target="../ink/ink2410.xml"/><Relationship Id="rId29" Type="http://schemas.openxmlformats.org/officeDocument/2006/relationships/image" Target="../media/image1772.png"/><Relationship Id="rId24" Type="http://schemas.openxmlformats.org/officeDocument/2006/relationships/customXml" Target="../ink/ink2421.xml"/><Relationship Id="rId40" Type="http://schemas.openxmlformats.org/officeDocument/2006/relationships/customXml" Target="../ink/ink2429.xml"/><Relationship Id="rId45" Type="http://schemas.openxmlformats.org/officeDocument/2006/relationships/image" Target="../media/image1780.png"/><Relationship Id="rId66" Type="http://schemas.openxmlformats.org/officeDocument/2006/relationships/customXml" Target="../ink/ink2442.xml"/><Relationship Id="rId87" Type="http://schemas.openxmlformats.org/officeDocument/2006/relationships/image" Target="../media/image1801.png"/><Relationship Id="rId61" Type="http://schemas.openxmlformats.org/officeDocument/2006/relationships/image" Target="../media/image1788.png"/><Relationship Id="rId82" Type="http://schemas.openxmlformats.org/officeDocument/2006/relationships/customXml" Target="../ink/ink24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9A803D-905A-170B-778B-FA54B1DEAD9F}"/>
              </a:ext>
            </a:extLst>
          </p:cNvPr>
          <p:cNvGrpSpPr/>
          <p:nvPr/>
        </p:nvGrpSpPr>
        <p:grpSpPr>
          <a:xfrm>
            <a:off x="308310" y="262260"/>
            <a:ext cx="470880" cy="340920"/>
            <a:chOff x="308310" y="262260"/>
            <a:chExt cx="47088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8EA9A7B-A921-BB5A-8E02-A120366CB1DD}"/>
                    </a:ext>
                  </a:extLst>
                </p14:cNvPr>
                <p14:cNvContentPartPr/>
                <p14:nvPr/>
              </p14:nvContentPartPr>
              <p14:xfrm>
                <a:off x="308310" y="262260"/>
                <a:ext cx="288360" cy="340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8EA9A7B-A921-BB5A-8E02-A120366CB1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10" y="244620"/>
                  <a:ext cx="324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8CDCE3-37F7-5A2B-D5E3-A67AE8932B6D}"/>
                    </a:ext>
                  </a:extLst>
                </p14:cNvPr>
                <p14:cNvContentPartPr/>
                <p14:nvPr/>
              </p14:nvContentPartPr>
              <p14:xfrm>
                <a:off x="741030" y="444780"/>
                <a:ext cx="38160" cy="52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8CDCE3-37F7-5A2B-D5E3-A67AE8932B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3030" y="426780"/>
                  <a:ext cx="738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944BED-673F-42FB-BA98-67FFEA0D9D5C}"/>
              </a:ext>
            </a:extLst>
          </p:cNvPr>
          <p:cNvGrpSpPr/>
          <p:nvPr/>
        </p:nvGrpSpPr>
        <p:grpSpPr>
          <a:xfrm>
            <a:off x="1258710" y="268380"/>
            <a:ext cx="595080" cy="324720"/>
            <a:chOff x="1258710" y="268380"/>
            <a:chExt cx="59508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F3CF4C-F3D3-1318-5E7B-42186EFBC8BF}"/>
                    </a:ext>
                  </a:extLst>
                </p14:cNvPr>
                <p14:cNvContentPartPr/>
                <p14:nvPr/>
              </p14:nvContentPartPr>
              <p14:xfrm>
                <a:off x="1258710" y="268380"/>
                <a:ext cx="201240" cy="32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F3CF4C-F3D3-1318-5E7B-42186EFBC8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1070" y="250740"/>
                  <a:ext cx="2368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5D5414-35B4-3406-1C0E-FE8DF0D6CB54}"/>
                    </a:ext>
                  </a:extLst>
                </p14:cNvPr>
                <p14:cNvContentPartPr/>
                <p14:nvPr/>
              </p14:nvContentPartPr>
              <p14:xfrm>
                <a:off x="1510350" y="417780"/>
                <a:ext cx="104760" cy="164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5D5414-35B4-3406-1C0E-FE8DF0D6CB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2350" y="399780"/>
                  <a:ext cx="140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E85CDC-DA01-0B37-235D-B32DF45CF4D6}"/>
                    </a:ext>
                  </a:extLst>
                </p14:cNvPr>
                <p14:cNvContentPartPr/>
                <p14:nvPr/>
              </p14:nvContentPartPr>
              <p14:xfrm>
                <a:off x="1700790" y="419940"/>
                <a:ext cx="153000" cy="14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E85CDC-DA01-0B37-235D-B32DF45CF4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2790" y="402300"/>
                  <a:ext cx="1886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87E69A-7AD3-DCAC-D8C7-D034F5D2F1E4}"/>
              </a:ext>
            </a:extLst>
          </p:cNvPr>
          <p:cNvGrpSpPr/>
          <p:nvPr/>
        </p:nvGrpSpPr>
        <p:grpSpPr>
          <a:xfrm>
            <a:off x="2164830" y="326340"/>
            <a:ext cx="1670760" cy="710280"/>
            <a:chOff x="2164830" y="326340"/>
            <a:chExt cx="167076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443325-07FE-AE61-B18E-FFFC8845D393}"/>
                    </a:ext>
                  </a:extLst>
                </p14:cNvPr>
                <p14:cNvContentPartPr/>
                <p14:nvPr/>
              </p14:nvContentPartPr>
              <p14:xfrm>
                <a:off x="2164830" y="445500"/>
                <a:ext cx="141480" cy="174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443325-07FE-AE61-B18E-FFFC8845D3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7190" y="427500"/>
                  <a:ext cx="177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F82B8F-086A-6AAB-EC22-A70396005688}"/>
                    </a:ext>
                  </a:extLst>
                </p14:cNvPr>
                <p14:cNvContentPartPr/>
                <p14:nvPr/>
              </p14:nvContentPartPr>
              <p14:xfrm>
                <a:off x="2395230" y="489780"/>
                <a:ext cx="25920" cy="13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F82B8F-086A-6AAB-EC22-A703960056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77590" y="472140"/>
                  <a:ext cx="61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30DCEB-B5A8-6201-BDF9-121D50893657}"/>
                    </a:ext>
                  </a:extLst>
                </p14:cNvPr>
                <p14:cNvContentPartPr/>
                <p14:nvPr/>
              </p14:nvContentPartPr>
              <p14:xfrm>
                <a:off x="2459310" y="326340"/>
                <a:ext cx="756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30DCEB-B5A8-6201-BDF9-121D508936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41310" y="308700"/>
                  <a:ext cx="43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D7FED5-69B1-CF3E-5BC7-D768ABB6ECF3}"/>
                    </a:ext>
                  </a:extLst>
                </p14:cNvPr>
                <p14:cNvContentPartPr/>
                <p14:nvPr/>
              </p14:nvContentPartPr>
              <p14:xfrm>
                <a:off x="2492070" y="507420"/>
                <a:ext cx="293400" cy="16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D7FED5-69B1-CF3E-5BC7-D768ABB6EC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74430" y="489780"/>
                  <a:ext cx="329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ACF962-5953-9B8B-175F-E9E333A12429}"/>
                    </a:ext>
                  </a:extLst>
                </p14:cNvPr>
                <p14:cNvContentPartPr/>
                <p14:nvPr/>
              </p14:nvContentPartPr>
              <p14:xfrm>
                <a:off x="2790870" y="494460"/>
                <a:ext cx="149760" cy="542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ACF962-5953-9B8B-175F-E9E333A124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2870" y="476820"/>
                  <a:ext cx="1854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09D9EA-3142-8F56-6440-99B40908766D}"/>
                    </a:ext>
                  </a:extLst>
                </p14:cNvPr>
                <p14:cNvContentPartPr/>
                <p14:nvPr/>
              </p14:nvContentPartPr>
              <p14:xfrm>
                <a:off x="2785470" y="369180"/>
                <a:ext cx="693000" cy="313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09D9EA-3142-8F56-6440-99B4090876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7830" y="351540"/>
                  <a:ext cx="728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4B8827-ED9F-906F-2D8F-395B554CD27B}"/>
                    </a:ext>
                  </a:extLst>
                </p14:cNvPr>
                <p14:cNvContentPartPr/>
                <p14:nvPr/>
              </p14:nvContentPartPr>
              <p14:xfrm>
                <a:off x="3455070" y="500580"/>
                <a:ext cx="380520" cy="16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4B8827-ED9F-906F-2D8F-395B554CD2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37070" y="482940"/>
                  <a:ext cx="4161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D02BC6-90CC-0F51-02AC-FE50867AFAE6}"/>
              </a:ext>
            </a:extLst>
          </p:cNvPr>
          <p:cNvGrpSpPr/>
          <p:nvPr/>
        </p:nvGrpSpPr>
        <p:grpSpPr>
          <a:xfrm>
            <a:off x="4236990" y="313020"/>
            <a:ext cx="1675080" cy="373320"/>
            <a:chOff x="4236990" y="313020"/>
            <a:chExt cx="16750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CA70B2-C9F1-0209-7B5E-05C87FA0598A}"/>
                    </a:ext>
                  </a:extLst>
                </p14:cNvPr>
                <p14:cNvContentPartPr/>
                <p14:nvPr/>
              </p14:nvContentPartPr>
              <p14:xfrm>
                <a:off x="4236990" y="530820"/>
                <a:ext cx="637200" cy="144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CA70B2-C9F1-0209-7B5E-05C87FA059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9350" y="512820"/>
                  <a:ext cx="672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C8CC349-3752-FC9B-F872-975C6F1B0861}"/>
                    </a:ext>
                  </a:extLst>
                </p14:cNvPr>
                <p14:cNvContentPartPr/>
                <p14:nvPr/>
              </p14:nvContentPartPr>
              <p14:xfrm>
                <a:off x="4897590" y="340740"/>
                <a:ext cx="138960" cy="34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C8CC349-3752-FC9B-F872-975C6F1B08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79950" y="322740"/>
                  <a:ext cx="1746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530852-C04F-A306-8F3D-FBA56557BAC0}"/>
                    </a:ext>
                  </a:extLst>
                </p14:cNvPr>
                <p14:cNvContentPartPr/>
                <p14:nvPr/>
              </p14:nvContentPartPr>
              <p14:xfrm>
                <a:off x="5093430" y="331740"/>
                <a:ext cx="465120" cy="34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530852-C04F-A306-8F3D-FBA56557BA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75430" y="313740"/>
                  <a:ext cx="5007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413B31-7A43-EF6C-B892-6AB49CFEDDAF}"/>
                    </a:ext>
                  </a:extLst>
                </p14:cNvPr>
                <p14:cNvContentPartPr/>
                <p14:nvPr/>
              </p14:nvContentPartPr>
              <p14:xfrm>
                <a:off x="5644590" y="313020"/>
                <a:ext cx="267480" cy="35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413B31-7A43-EF6C-B892-6AB49CFEDD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26590" y="295380"/>
                  <a:ext cx="3031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6FA34B-B941-3191-EDEF-3918E92188C9}"/>
                    </a:ext>
                  </a:extLst>
                </p14:cNvPr>
                <p14:cNvContentPartPr/>
                <p14:nvPr/>
              </p14:nvContentPartPr>
              <p14:xfrm>
                <a:off x="4899390" y="373860"/>
                <a:ext cx="225720" cy="1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6FA34B-B941-3191-EDEF-3918E92188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81750" y="356220"/>
                  <a:ext cx="2613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F976B2-F69D-41E3-A13F-244D785CE26A}"/>
              </a:ext>
            </a:extLst>
          </p:cNvPr>
          <p:cNvGrpSpPr/>
          <p:nvPr/>
        </p:nvGrpSpPr>
        <p:grpSpPr>
          <a:xfrm>
            <a:off x="6783630" y="355500"/>
            <a:ext cx="330840" cy="303480"/>
            <a:chOff x="6783630" y="355500"/>
            <a:chExt cx="33084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BFA3D7-A240-7A4B-74CE-419C6D72669B}"/>
                    </a:ext>
                  </a:extLst>
                </p14:cNvPr>
                <p14:cNvContentPartPr/>
                <p14:nvPr/>
              </p14:nvContentPartPr>
              <p14:xfrm>
                <a:off x="6828630" y="355500"/>
                <a:ext cx="69480" cy="28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BFA3D7-A240-7A4B-74CE-419C6D7266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0990" y="337860"/>
                  <a:ext cx="105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0BAB57-6744-2AC5-F8F6-74920901735B}"/>
                    </a:ext>
                  </a:extLst>
                </p14:cNvPr>
                <p14:cNvContentPartPr/>
                <p14:nvPr/>
              </p14:nvContentPartPr>
              <p14:xfrm>
                <a:off x="6993510" y="475020"/>
                <a:ext cx="120960" cy="183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0BAB57-6744-2AC5-F8F6-7492090173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5510" y="457020"/>
                  <a:ext cx="156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3FE452-8774-65B8-13CD-7DA00FEF395D}"/>
                    </a:ext>
                  </a:extLst>
                </p14:cNvPr>
                <p14:cNvContentPartPr/>
                <p14:nvPr/>
              </p14:nvContentPartPr>
              <p14:xfrm>
                <a:off x="6783630" y="396180"/>
                <a:ext cx="217800" cy="29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3FE452-8774-65B8-13CD-7DA00FEF39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65630" y="378540"/>
                  <a:ext cx="2534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12953C4-0BA5-E1E1-DCB9-DB90C6A7A90A}"/>
              </a:ext>
            </a:extLst>
          </p:cNvPr>
          <p:cNvGrpSpPr/>
          <p:nvPr/>
        </p:nvGrpSpPr>
        <p:grpSpPr>
          <a:xfrm>
            <a:off x="7862550" y="325260"/>
            <a:ext cx="1076040" cy="320760"/>
            <a:chOff x="7862550" y="325260"/>
            <a:chExt cx="107604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A852CF-0839-B2E8-FB7C-4CE5539F2AD7}"/>
                    </a:ext>
                  </a:extLst>
                </p14:cNvPr>
                <p14:cNvContentPartPr/>
                <p14:nvPr/>
              </p14:nvContentPartPr>
              <p14:xfrm>
                <a:off x="7862550" y="480780"/>
                <a:ext cx="162000" cy="165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A852CF-0839-B2E8-FB7C-4CE5539F2AD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44910" y="462780"/>
                  <a:ext cx="197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F1CC08-AD14-1108-B583-67110AD6771B}"/>
                    </a:ext>
                  </a:extLst>
                </p14:cNvPr>
                <p14:cNvContentPartPr/>
                <p14:nvPr/>
              </p14:nvContentPartPr>
              <p14:xfrm>
                <a:off x="8073870" y="485820"/>
                <a:ext cx="130320" cy="14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F1CC08-AD14-1108-B583-67110AD677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55870" y="468180"/>
                  <a:ext cx="165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31C410-99A0-6E03-1A88-F690D06A2A13}"/>
                    </a:ext>
                  </a:extLst>
                </p14:cNvPr>
                <p14:cNvContentPartPr/>
                <p14:nvPr/>
              </p14:nvContentPartPr>
              <p14:xfrm>
                <a:off x="8405070" y="325260"/>
                <a:ext cx="4392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31C410-99A0-6E03-1A88-F690D06A2A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87070" y="307260"/>
                  <a:ext cx="79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7004F0-3846-D988-8E6F-0A5CB7BE7878}"/>
                    </a:ext>
                  </a:extLst>
                </p14:cNvPr>
                <p14:cNvContentPartPr/>
                <p14:nvPr/>
              </p14:nvContentPartPr>
              <p14:xfrm>
                <a:off x="8489670" y="492660"/>
                <a:ext cx="448920" cy="129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7004F0-3846-D988-8E6F-0A5CB7BE787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72030" y="475020"/>
                  <a:ext cx="48456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F5DAAF8-EE0F-80DB-FB3B-678041FA9472}"/>
              </a:ext>
            </a:extLst>
          </p:cNvPr>
          <p:cNvGrpSpPr/>
          <p:nvPr/>
        </p:nvGrpSpPr>
        <p:grpSpPr>
          <a:xfrm>
            <a:off x="9327030" y="332820"/>
            <a:ext cx="1711440" cy="778680"/>
            <a:chOff x="9327030" y="332820"/>
            <a:chExt cx="1711440" cy="77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4A3CC6-3876-362B-C4F0-A3CA88350143}"/>
                    </a:ext>
                  </a:extLst>
                </p14:cNvPr>
                <p14:cNvContentPartPr/>
                <p14:nvPr/>
              </p14:nvContentPartPr>
              <p14:xfrm>
                <a:off x="9327030" y="341100"/>
                <a:ext cx="251640" cy="770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4A3CC6-3876-362B-C4F0-A3CA883501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9390" y="323100"/>
                  <a:ext cx="2872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2EB855-B520-D293-9EE9-3C481E26752D}"/>
                    </a:ext>
                  </a:extLst>
                </p14:cNvPr>
                <p14:cNvContentPartPr/>
                <p14:nvPr/>
              </p14:nvContentPartPr>
              <p14:xfrm>
                <a:off x="9634110" y="530460"/>
                <a:ext cx="122400" cy="152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2EB855-B520-D293-9EE9-3C481E26752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16470" y="512820"/>
                  <a:ext cx="158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EAE248D-CCF6-3998-30B1-09E1C6827651}"/>
                    </a:ext>
                  </a:extLst>
                </p14:cNvPr>
                <p14:cNvContentPartPr/>
                <p14:nvPr/>
              </p14:nvContentPartPr>
              <p14:xfrm>
                <a:off x="9849750" y="421740"/>
                <a:ext cx="43920" cy="290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EAE248D-CCF6-3998-30B1-09E1C68276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32110" y="404100"/>
                  <a:ext cx="79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FFECAE-0942-BE2B-27EF-B9B8E225928F}"/>
                    </a:ext>
                  </a:extLst>
                </p14:cNvPr>
                <p14:cNvContentPartPr/>
                <p14:nvPr/>
              </p14:nvContentPartPr>
              <p14:xfrm>
                <a:off x="9955590" y="442260"/>
                <a:ext cx="61920" cy="277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FFECAE-0942-BE2B-27EF-B9B8E22592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37950" y="424620"/>
                  <a:ext cx="975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AAE6277-FB06-D5E4-18AF-388629E753B9}"/>
                    </a:ext>
                  </a:extLst>
                </p14:cNvPr>
                <p14:cNvContentPartPr/>
                <p14:nvPr/>
              </p14:nvContentPartPr>
              <p14:xfrm>
                <a:off x="10065030" y="611820"/>
                <a:ext cx="127440" cy="13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AAE6277-FB06-D5E4-18AF-388629E753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47030" y="593820"/>
                  <a:ext cx="163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3195F6-A18A-4331-14E2-C44FDCECFF6A}"/>
                    </a:ext>
                  </a:extLst>
                </p14:cNvPr>
                <p14:cNvContentPartPr/>
                <p14:nvPr/>
              </p14:nvContentPartPr>
              <p14:xfrm>
                <a:off x="10253310" y="575100"/>
                <a:ext cx="223560" cy="157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3195F6-A18A-4331-14E2-C44FDCECFF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35670" y="557100"/>
                  <a:ext cx="259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E2AD17-0F86-004D-FA87-9176ACDBBBAC}"/>
                    </a:ext>
                  </a:extLst>
                </p14:cNvPr>
                <p14:cNvContentPartPr/>
                <p14:nvPr/>
              </p14:nvContentPartPr>
              <p14:xfrm>
                <a:off x="10563270" y="566100"/>
                <a:ext cx="19440" cy="148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E2AD17-0F86-004D-FA87-9176ACDBBBA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45630" y="548460"/>
                  <a:ext cx="55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64538D-6439-8762-8643-4C888D52A651}"/>
                    </a:ext>
                  </a:extLst>
                </p14:cNvPr>
                <p14:cNvContentPartPr/>
                <p14:nvPr/>
              </p14:nvContentPartPr>
              <p14:xfrm>
                <a:off x="10662630" y="570780"/>
                <a:ext cx="160200" cy="139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64538D-6439-8762-8643-4C888D52A6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44630" y="553140"/>
                  <a:ext cx="1958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3B2E29-DDD4-2E70-14FF-9E11E636BA72}"/>
                    </a:ext>
                  </a:extLst>
                </p14:cNvPr>
                <p14:cNvContentPartPr/>
                <p14:nvPr/>
              </p14:nvContentPartPr>
              <p14:xfrm>
                <a:off x="10651110" y="540540"/>
                <a:ext cx="387360" cy="53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3B2E29-DDD4-2E70-14FF-9E11E636BA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33110" y="522900"/>
                  <a:ext cx="42300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E5388A-C34F-DF5A-E494-DDFDBE0A974F}"/>
                    </a:ext>
                  </a:extLst>
                </p14:cNvPr>
                <p14:cNvContentPartPr/>
                <p14:nvPr/>
              </p14:nvContentPartPr>
              <p14:xfrm>
                <a:off x="10562190" y="332820"/>
                <a:ext cx="78480" cy="3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E5388A-C34F-DF5A-E494-DDFDBE0A97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44190" y="314820"/>
                  <a:ext cx="1141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E23A36-AF5B-1EB5-B05B-DE517BAD303B}"/>
              </a:ext>
            </a:extLst>
          </p:cNvPr>
          <p:cNvGrpSpPr/>
          <p:nvPr/>
        </p:nvGrpSpPr>
        <p:grpSpPr>
          <a:xfrm>
            <a:off x="11245110" y="378900"/>
            <a:ext cx="1012680" cy="392760"/>
            <a:chOff x="11245110" y="378900"/>
            <a:chExt cx="1012680" cy="39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7CACF6-FB4E-129F-3C93-B62A7F4E1436}"/>
                    </a:ext>
                  </a:extLst>
                </p14:cNvPr>
                <p14:cNvContentPartPr/>
                <p14:nvPr/>
              </p14:nvContentPartPr>
              <p14:xfrm>
                <a:off x="11245110" y="407700"/>
                <a:ext cx="162000" cy="32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7CACF6-FB4E-129F-3C93-B62A7F4E14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27470" y="390060"/>
                  <a:ext cx="1976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504011-3C2E-4004-ABCB-CF061ABFD514}"/>
                    </a:ext>
                  </a:extLst>
                </p14:cNvPr>
                <p14:cNvContentPartPr/>
                <p14:nvPr/>
              </p14:nvContentPartPr>
              <p14:xfrm>
                <a:off x="11435910" y="512100"/>
                <a:ext cx="76680" cy="239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504011-3C2E-4004-ABCB-CF061ABFD51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18270" y="494100"/>
                  <a:ext cx="112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A595E7-2B61-B3AA-9FFA-2C17602344EA}"/>
                    </a:ext>
                  </a:extLst>
                </p14:cNvPr>
                <p14:cNvContentPartPr/>
                <p14:nvPr/>
              </p14:nvContentPartPr>
              <p14:xfrm>
                <a:off x="11507910" y="437220"/>
                <a:ext cx="176760" cy="16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A595E7-2B61-B3AA-9FFA-2C17602344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89910" y="419580"/>
                  <a:ext cx="212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F53FB7-207C-E019-9FC6-7DA2705EDD82}"/>
                    </a:ext>
                  </a:extLst>
                </p14:cNvPr>
                <p14:cNvContentPartPr/>
                <p14:nvPr/>
              </p14:nvContentPartPr>
              <p14:xfrm>
                <a:off x="11729310" y="477540"/>
                <a:ext cx="113760" cy="294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F53FB7-207C-E019-9FC6-7DA2705EDD8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11310" y="459900"/>
                  <a:ext cx="1494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A5F7DB0-0EB3-D1A8-3DB5-730733D5D3D9}"/>
                    </a:ext>
                  </a:extLst>
                </p14:cNvPr>
                <p14:cNvContentPartPr/>
                <p14:nvPr/>
              </p14:nvContentPartPr>
              <p14:xfrm>
                <a:off x="11804550" y="378900"/>
                <a:ext cx="186120" cy="174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A5F7DB0-0EB3-D1A8-3DB5-730733D5D3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86550" y="360900"/>
                  <a:ext cx="221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BC173E-B4B7-AF55-CDCA-AE4E4ACFBB3D}"/>
                    </a:ext>
                  </a:extLst>
                </p14:cNvPr>
                <p14:cNvContentPartPr/>
                <p14:nvPr/>
              </p14:nvContentPartPr>
              <p14:xfrm>
                <a:off x="12222150" y="455220"/>
                <a:ext cx="35640" cy="2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BC173E-B4B7-AF55-CDCA-AE4E4ACFBB3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204150" y="437220"/>
                  <a:ext cx="71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AE4BCA-AD3C-DC07-D98A-4046D96AC375}"/>
                    </a:ext>
                  </a:extLst>
                </p14:cNvPr>
                <p14:cNvContentPartPr/>
                <p14:nvPr/>
              </p14:nvContentPartPr>
              <p14:xfrm>
                <a:off x="12137190" y="679860"/>
                <a:ext cx="2880" cy="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AE4BCA-AD3C-DC07-D98A-4046D96AC37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119190" y="661860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FA34BF6-3E58-E2FF-B76F-C1B30DC84050}"/>
              </a:ext>
            </a:extLst>
          </p:cNvPr>
          <p:cNvGrpSpPr/>
          <p:nvPr/>
        </p:nvGrpSpPr>
        <p:grpSpPr>
          <a:xfrm>
            <a:off x="2380830" y="1383300"/>
            <a:ext cx="1069560" cy="228960"/>
            <a:chOff x="2380830" y="1383300"/>
            <a:chExt cx="106956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C858AFF-071E-BC53-D86D-94715B79E3DA}"/>
                    </a:ext>
                  </a:extLst>
                </p14:cNvPr>
                <p14:cNvContentPartPr/>
                <p14:nvPr/>
              </p14:nvContentPartPr>
              <p14:xfrm>
                <a:off x="2380830" y="1383300"/>
                <a:ext cx="437400" cy="199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C858AFF-071E-BC53-D86D-94715B79E3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62830" y="1365300"/>
                  <a:ext cx="473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E0D807-81CC-19F4-8E5F-F6D66CDDF96D}"/>
                    </a:ext>
                  </a:extLst>
                </p14:cNvPr>
                <p14:cNvContentPartPr/>
                <p14:nvPr/>
              </p14:nvContentPartPr>
              <p14:xfrm>
                <a:off x="2902110" y="1433340"/>
                <a:ext cx="173880" cy="155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E0D807-81CC-19F4-8E5F-F6D66CDDF9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4470" y="1415700"/>
                  <a:ext cx="209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533C5A-CC75-D79F-A582-43BE075654C1}"/>
                    </a:ext>
                  </a:extLst>
                </p14:cNvPr>
                <p14:cNvContentPartPr/>
                <p14:nvPr/>
              </p14:nvContentPartPr>
              <p14:xfrm>
                <a:off x="3131790" y="1448820"/>
                <a:ext cx="318600" cy="163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533C5A-CC75-D79F-A582-43BE075654C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14150" y="1430820"/>
                  <a:ext cx="35424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D94B24-ADCE-09B9-5A4D-A35ECC013EF7}"/>
                  </a:ext>
                </a:extLst>
              </p14:cNvPr>
              <p14:cNvContentPartPr/>
              <p14:nvPr/>
            </p14:nvContentPartPr>
            <p14:xfrm>
              <a:off x="3584670" y="1438020"/>
              <a:ext cx="24660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D94B24-ADCE-09B9-5A4D-A35ECC013EF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567030" y="1420380"/>
                <a:ext cx="28224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FAC5475D-7335-E5B1-6FE6-36DC04B3AC33}"/>
              </a:ext>
            </a:extLst>
          </p:cNvPr>
          <p:cNvGrpSpPr/>
          <p:nvPr/>
        </p:nvGrpSpPr>
        <p:grpSpPr>
          <a:xfrm>
            <a:off x="4238790" y="1456020"/>
            <a:ext cx="190440" cy="132840"/>
            <a:chOff x="4238790" y="1456020"/>
            <a:chExt cx="1904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167F13-27BD-215A-ACD5-1740DA24313D}"/>
                    </a:ext>
                  </a:extLst>
                </p14:cNvPr>
                <p14:cNvContentPartPr/>
                <p14:nvPr/>
              </p14:nvContentPartPr>
              <p14:xfrm>
                <a:off x="4244910" y="1456020"/>
                <a:ext cx="11952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167F13-27BD-215A-ACD5-1740DA2431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26910" y="1438380"/>
                  <a:ext cx="155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2F4BED-B792-82AB-39B3-F9BF2BDFC0D4}"/>
                    </a:ext>
                  </a:extLst>
                </p14:cNvPr>
                <p14:cNvContentPartPr/>
                <p14:nvPr/>
              </p14:nvContentPartPr>
              <p14:xfrm>
                <a:off x="4238790" y="1548180"/>
                <a:ext cx="190440" cy="40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2F4BED-B792-82AB-39B3-F9BF2BDFC0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21150" y="1530540"/>
                  <a:ext cx="2260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F0746F7-39F0-8AF0-3F88-BDAED7C9F906}"/>
              </a:ext>
            </a:extLst>
          </p:cNvPr>
          <p:cNvGrpSpPr/>
          <p:nvPr/>
        </p:nvGrpSpPr>
        <p:grpSpPr>
          <a:xfrm>
            <a:off x="4713990" y="1337220"/>
            <a:ext cx="1902600" cy="443880"/>
            <a:chOff x="4713990" y="1337220"/>
            <a:chExt cx="190260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C10799-94C5-5972-608D-686A85A050CC}"/>
                    </a:ext>
                  </a:extLst>
                </p14:cNvPr>
                <p14:cNvContentPartPr/>
                <p14:nvPr/>
              </p14:nvContentPartPr>
              <p14:xfrm>
                <a:off x="4713990" y="1337220"/>
                <a:ext cx="252360" cy="353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C10799-94C5-5972-608D-686A85A050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96350" y="1319220"/>
                  <a:ext cx="2880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E0F673-A358-0421-1010-179A52D73317}"/>
                    </a:ext>
                  </a:extLst>
                </p14:cNvPr>
                <p14:cNvContentPartPr/>
                <p14:nvPr/>
              </p14:nvContentPartPr>
              <p14:xfrm>
                <a:off x="5034750" y="1525500"/>
                <a:ext cx="211680" cy="137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E0F673-A358-0421-1010-179A52D733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17110" y="1507860"/>
                  <a:ext cx="247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31B8E3B-80E8-9078-1125-2E52556CDECA}"/>
                    </a:ext>
                  </a:extLst>
                </p14:cNvPr>
                <p14:cNvContentPartPr/>
                <p14:nvPr/>
              </p14:nvContentPartPr>
              <p14:xfrm>
                <a:off x="5360910" y="1607220"/>
                <a:ext cx="21960" cy="173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31B8E3B-80E8-9078-1125-2E52556CDE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43270" y="1589220"/>
                  <a:ext cx="57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979F7A-1FAF-E548-475D-CAE40B89DCB9}"/>
                    </a:ext>
                  </a:extLst>
                </p14:cNvPr>
                <p14:cNvContentPartPr/>
                <p14:nvPr/>
              </p14:nvContentPartPr>
              <p14:xfrm>
                <a:off x="5539470" y="1556820"/>
                <a:ext cx="167400" cy="59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979F7A-1FAF-E548-475D-CAE40B89DC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21470" y="1538820"/>
                  <a:ext cx="20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84FC751-FA82-E69A-3031-9407CB9C1861}"/>
                    </a:ext>
                  </a:extLst>
                </p14:cNvPr>
                <p14:cNvContentPartPr/>
                <p14:nvPr/>
              </p14:nvContentPartPr>
              <p14:xfrm>
                <a:off x="5617950" y="1478340"/>
                <a:ext cx="57240" cy="19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84FC751-FA82-E69A-3031-9407CB9C18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00310" y="1460340"/>
                  <a:ext cx="92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4DD8CD-629B-A654-E673-BCC947DF3843}"/>
                    </a:ext>
                  </a:extLst>
                </p14:cNvPr>
                <p14:cNvContentPartPr/>
                <p14:nvPr/>
              </p14:nvContentPartPr>
              <p14:xfrm>
                <a:off x="5978310" y="1357020"/>
                <a:ext cx="153360" cy="54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4DD8CD-629B-A654-E673-BCC947DF38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60670" y="1339020"/>
                  <a:ext cx="189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55DDCE6-1A77-5908-E11C-B72C75A79B20}"/>
                    </a:ext>
                  </a:extLst>
                </p14:cNvPr>
                <p14:cNvContentPartPr/>
                <p14:nvPr/>
              </p14:nvContentPartPr>
              <p14:xfrm>
                <a:off x="5910990" y="1381860"/>
                <a:ext cx="159840" cy="19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5DDCE6-1A77-5908-E11C-B72C75A79B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93350" y="1363860"/>
                  <a:ext cx="195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E0B03F-8F6B-056D-2C69-9F8D8EE3BD5A}"/>
                    </a:ext>
                  </a:extLst>
                </p14:cNvPr>
                <p14:cNvContentPartPr/>
                <p14:nvPr/>
              </p14:nvContentPartPr>
              <p14:xfrm>
                <a:off x="6144990" y="1501380"/>
                <a:ext cx="232560" cy="143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E0B03F-8F6B-056D-2C69-9F8D8EE3BD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26990" y="1483740"/>
                  <a:ext cx="268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D10B83B-87DC-77B2-C6C0-48643864D847}"/>
                    </a:ext>
                  </a:extLst>
                </p14:cNvPr>
                <p14:cNvContentPartPr/>
                <p14:nvPr/>
              </p14:nvContentPartPr>
              <p14:xfrm>
                <a:off x="6414270" y="1603620"/>
                <a:ext cx="202320" cy="146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D10B83B-87DC-77B2-C6C0-48643864D84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96270" y="1585620"/>
                  <a:ext cx="23796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794975E-7656-0A3D-AC96-9BFB9CAAFF46}"/>
              </a:ext>
            </a:extLst>
          </p:cNvPr>
          <p:cNvGrpSpPr/>
          <p:nvPr/>
        </p:nvGrpSpPr>
        <p:grpSpPr>
          <a:xfrm>
            <a:off x="1029030" y="2235420"/>
            <a:ext cx="1346760" cy="560880"/>
            <a:chOff x="1029030" y="2235420"/>
            <a:chExt cx="1346760" cy="56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294FDC4-5555-F9BE-FCF4-4594D4716A9B}"/>
                    </a:ext>
                  </a:extLst>
                </p14:cNvPr>
                <p14:cNvContentPartPr/>
                <p14:nvPr/>
              </p14:nvContentPartPr>
              <p14:xfrm>
                <a:off x="1029030" y="2340540"/>
                <a:ext cx="167040" cy="219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294FDC4-5555-F9BE-FCF4-4594D4716A9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1390" y="2322900"/>
                  <a:ext cx="202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99D16FC-26CF-F6AA-8945-5E43D688C826}"/>
                    </a:ext>
                  </a:extLst>
                </p14:cNvPr>
                <p14:cNvContentPartPr/>
                <p14:nvPr/>
              </p14:nvContentPartPr>
              <p14:xfrm>
                <a:off x="1266270" y="2401740"/>
                <a:ext cx="159480" cy="149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99D16FC-26CF-F6AA-8945-5E43D688C8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48630" y="2384100"/>
                  <a:ext cx="195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820B6D6-1DB5-2BB6-16DF-F37E5B34DFDF}"/>
                    </a:ext>
                  </a:extLst>
                </p14:cNvPr>
                <p14:cNvContentPartPr/>
                <p14:nvPr/>
              </p14:nvContentPartPr>
              <p14:xfrm>
                <a:off x="1534110" y="2261700"/>
                <a:ext cx="159480" cy="30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820B6D6-1DB5-2BB6-16DF-F37E5B34DF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16470" y="2244060"/>
                  <a:ext cx="1951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B1B14B5-4B5B-8BE2-35DB-AF1292002434}"/>
                    </a:ext>
                  </a:extLst>
                </p14:cNvPr>
                <p14:cNvContentPartPr/>
                <p14:nvPr/>
              </p14:nvContentPartPr>
              <p14:xfrm>
                <a:off x="1682430" y="2454300"/>
                <a:ext cx="155160" cy="342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B1B14B5-4B5B-8BE2-35DB-AF12920024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64430" y="2436660"/>
                  <a:ext cx="1908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BBACD99-6EF8-F9A0-8DC5-000A4625951C}"/>
                    </a:ext>
                  </a:extLst>
                </p14:cNvPr>
                <p14:cNvContentPartPr/>
                <p14:nvPr/>
              </p14:nvContentPartPr>
              <p14:xfrm>
                <a:off x="1796910" y="2325420"/>
                <a:ext cx="34200" cy="39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BBACD99-6EF8-F9A0-8DC5-000A462595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78910" y="2307420"/>
                  <a:ext cx="69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E44EF1-FDA3-5D20-02EA-114998BB172B}"/>
                    </a:ext>
                  </a:extLst>
                </p14:cNvPr>
                <p14:cNvContentPartPr/>
                <p14:nvPr/>
              </p14:nvContentPartPr>
              <p14:xfrm>
                <a:off x="1916070" y="2442780"/>
                <a:ext cx="135720" cy="132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E44EF1-FDA3-5D20-02EA-114998BB17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98070" y="2424780"/>
                  <a:ext cx="171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27D7830-E8BA-2542-35AC-24A3B1C9702E}"/>
                    </a:ext>
                  </a:extLst>
                </p14:cNvPr>
                <p14:cNvContentPartPr/>
                <p14:nvPr/>
              </p14:nvContentPartPr>
              <p14:xfrm>
                <a:off x="2112990" y="2419380"/>
                <a:ext cx="115560" cy="165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27D7830-E8BA-2542-35AC-24A3B1C970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94990" y="2401380"/>
                  <a:ext cx="151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200673-6738-2292-3691-ED449518EB95}"/>
                    </a:ext>
                  </a:extLst>
                </p14:cNvPr>
                <p14:cNvContentPartPr/>
                <p14:nvPr/>
              </p14:nvContentPartPr>
              <p14:xfrm>
                <a:off x="2244030" y="2235420"/>
                <a:ext cx="80640" cy="331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200673-6738-2292-3691-ED449518EB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26030" y="2217780"/>
                  <a:ext cx="116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0BC266-EDE0-EA07-FD9F-0675D2A12FD7}"/>
                    </a:ext>
                  </a:extLst>
                </p14:cNvPr>
                <p14:cNvContentPartPr/>
                <p14:nvPr/>
              </p14:nvContentPartPr>
              <p14:xfrm>
                <a:off x="2188590" y="2335860"/>
                <a:ext cx="187200" cy="34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0BC266-EDE0-EA07-FD9F-0675D2A12FD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70590" y="2318220"/>
                  <a:ext cx="2228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BBAB215-3072-18C1-498B-10149F459C76}"/>
              </a:ext>
            </a:extLst>
          </p:cNvPr>
          <p:cNvGrpSpPr/>
          <p:nvPr/>
        </p:nvGrpSpPr>
        <p:grpSpPr>
          <a:xfrm>
            <a:off x="2823990" y="2266020"/>
            <a:ext cx="272880" cy="347760"/>
            <a:chOff x="2823990" y="2266020"/>
            <a:chExt cx="272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F166859-ABCB-E7AD-E71D-A5DB5AC45DCC}"/>
                    </a:ext>
                  </a:extLst>
                </p14:cNvPr>
                <p14:cNvContentPartPr/>
                <p14:nvPr/>
              </p14:nvContentPartPr>
              <p14:xfrm>
                <a:off x="2823990" y="2266020"/>
                <a:ext cx="43560" cy="347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F166859-ABCB-E7AD-E71D-A5DB5AC45D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06350" y="2248020"/>
                  <a:ext cx="792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8F6E28-2A6A-B689-265D-AD65FDFBAEE8}"/>
                    </a:ext>
                  </a:extLst>
                </p14:cNvPr>
                <p14:cNvContentPartPr/>
                <p14:nvPr/>
              </p14:nvContentPartPr>
              <p14:xfrm>
                <a:off x="2983110" y="2435940"/>
                <a:ext cx="113760" cy="142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8F6E28-2A6A-B689-265D-AD65FDFBAE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65110" y="2418300"/>
                  <a:ext cx="149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F33217-0712-3EBC-A467-827742FC6E00}"/>
                    </a:ext>
                  </a:extLst>
                </p14:cNvPr>
                <p14:cNvContentPartPr/>
                <p14:nvPr/>
              </p14:nvContentPartPr>
              <p14:xfrm>
                <a:off x="2823990" y="2335860"/>
                <a:ext cx="262800" cy="15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F33217-0712-3EBC-A467-827742FC6E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06350" y="2317860"/>
                  <a:ext cx="29844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91BC215-23C3-2E38-4B39-E273C3242856}"/>
              </a:ext>
            </a:extLst>
          </p:cNvPr>
          <p:cNvGrpSpPr/>
          <p:nvPr/>
        </p:nvGrpSpPr>
        <p:grpSpPr>
          <a:xfrm>
            <a:off x="3997590" y="2332260"/>
            <a:ext cx="1701720" cy="279000"/>
            <a:chOff x="3997590" y="2332260"/>
            <a:chExt cx="17017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4E2B64-D3C7-90E8-7CC8-33FFF6D8EB59}"/>
                    </a:ext>
                  </a:extLst>
                </p14:cNvPr>
                <p14:cNvContentPartPr/>
                <p14:nvPr/>
              </p14:nvContentPartPr>
              <p14:xfrm>
                <a:off x="3997590" y="2357820"/>
                <a:ext cx="289800" cy="155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4E2B64-D3C7-90E8-7CC8-33FFF6D8EB5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79950" y="2340180"/>
                  <a:ext cx="325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BDD74BE-DF6B-2A8D-43F2-64699518AA4D}"/>
                    </a:ext>
                  </a:extLst>
                </p14:cNvPr>
                <p14:cNvContentPartPr/>
                <p14:nvPr/>
              </p14:nvContentPartPr>
              <p14:xfrm>
                <a:off x="4391790" y="2449980"/>
                <a:ext cx="23040" cy="156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BDD74BE-DF6B-2A8D-43F2-64699518AA4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73790" y="2431980"/>
                  <a:ext cx="58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A5336F4-A2E6-13F4-28A5-9EE9FA01F367}"/>
                    </a:ext>
                  </a:extLst>
                </p14:cNvPr>
                <p14:cNvContentPartPr/>
                <p14:nvPr/>
              </p14:nvContentPartPr>
              <p14:xfrm>
                <a:off x="4632630" y="2428740"/>
                <a:ext cx="163440" cy="42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A5336F4-A2E6-13F4-28A5-9EE9FA01F3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14630" y="2411100"/>
                  <a:ext cx="199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393D02D-2E6A-2F45-8241-879CBE5519CA}"/>
                    </a:ext>
                  </a:extLst>
                </p14:cNvPr>
                <p14:cNvContentPartPr/>
                <p14:nvPr/>
              </p14:nvContentPartPr>
              <p14:xfrm>
                <a:off x="4710750" y="2357100"/>
                <a:ext cx="37800" cy="198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393D02D-2E6A-2F45-8241-879CBE5519C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93110" y="2339460"/>
                  <a:ext cx="73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F733DB-F80C-80AD-4CBF-DBC2BB87732E}"/>
                    </a:ext>
                  </a:extLst>
                </p14:cNvPr>
                <p14:cNvContentPartPr/>
                <p14:nvPr/>
              </p14:nvContentPartPr>
              <p14:xfrm>
                <a:off x="4910910" y="2332260"/>
                <a:ext cx="219960" cy="236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F733DB-F80C-80AD-4CBF-DBC2BB87732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93270" y="2314260"/>
                  <a:ext cx="255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67397F-B126-95E5-B2D0-668F7ECBC622}"/>
                    </a:ext>
                  </a:extLst>
                </p14:cNvPr>
                <p14:cNvContentPartPr/>
                <p14:nvPr/>
              </p14:nvContentPartPr>
              <p14:xfrm>
                <a:off x="5196390" y="2381220"/>
                <a:ext cx="275040" cy="17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67397F-B126-95E5-B2D0-668F7ECBC6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78750" y="2363220"/>
                  <a:ext cx="310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CBCC7BC-D40D-530F-7B63-8D8C61863901}"/>
                    </a:ext>
                  </a:extLst>
                </p14:cNvPr>
                <p14:cNvContentPartPr/>
                <p14:nvPr/>
              </p14:nvContentPartPr>
              <p14:xfrm>
                <a:off x="5514630" y="2477340"/>
                <a:ext cx="184680" cy="133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CBCC7BC-D40D-530F-7B63-8D8C618639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96990" y="2459700"/>
                  <a:ext cx="2203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FC85183-D574-CDE6-ADF7-FB90D2C7D564}"/>
              </a:ext>
            </a:extLst>
          </p:cNvPr>
          <p:cNvGrpSpPr/>
          <p:nvPr/>
        </p:nvGrpSpPr>
        <p:grpSpPr>
          <a:xfrm>
            <a:off x="6137790" y="2341260"/>
            <a:ext cx="197640" cy="263160"/>
            <a:chOff x="6137790" y="2341260"/>
            <a:chExt cx="1976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69720B-9413-68D5-1C13-7E8ED752042A}"/>
                    </a:ext>
                  </a:extLst>
                </p14:cNvPr>
                <p14:cNvContentPartPr/>
                <p14:nvPr/>
              </p14:nvContentPartPr>
              <p14:xfrm>
                <a:off x="6137790" y="2341260"/>
                <a:ext cx="160920" cy="171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69720B-9413-68D5-1C13-7E8ED752042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20150" y="2323260"/>
                  <a:ext cx="196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ADE379-0FAE-B615-943E-443FA3001A25}"/>
                    </a:ext>
                  </a:extLst>
                </p14:cNvPr>
                <p14:cNvContentPartPr/>
                <p14:nvPr/>
              </p14:nvContentPartPr>
              <p14:xfrm>
                <a:off x="6150030" y="2562660"/>
                <a:ext cx="185400" cy="41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ADE379-0FAE-B615-943E-443FA3001A2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32030" y="2544660"/>
                  <a:ext cx="22104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05D5453-1159-C74C-A536-F4D68006AF68}"/>
                  </a:ext>
                </a:extLst>
              </p14:cNvPr>
              <p14:cNvContentPartPr/>
              <p14:nvPr/>
            </p14:nvContentPartPr>
            <p14:xfrm>
              <a:off x="6644670" y="2305980"/>
              <a:ext cx="231480" cy="299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05D5453-1159-C74C-A536-F4D68006AF6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626670" y="2288340"/>
                <a:ext cx="267120" cy="33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C6A9173-C0F9-270E-F32E-173DDC6149DE}"/>
              </a:ext>
            </a:extLst>
          </p:cNvPr>
          <p:cNvGrpSpPr/>
          <p:nvPr/>
        </p:nvGrpSpPr>
        <p:grpSpPr>
          <a:xfrm>
            <a:off x="4011270" y="2975940"/>
            <a:ext cx="596160" cy="385200"/>
            <a:chOff x="4011270" y="2975940"/>
            <a:chExt cx="59616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522F78-F267-27D8-EE92-2AD0ACEF28FC}"/>
                    </a:ext>
                  </a:extLst>
                </p14:cNvPr>
                <p14:cNvContentPartPr/>
                <p14:nvPr/>
              </p14:nvContentPartPr>
              <p14:xfrm>
                <a:off x="4011270" y="2975940"/>
                <a:ext cx="132840" cy="347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522F78-F267-27D8-EE92-2AD0ACEF28F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93270" y="2958300"/>
                  <a:ext cx="1684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60764B-EB13-2498-705A-B3831EF3F7B2}"/>
                    </a:ext>
                  </a:extLst>
                </p14:cNvPr>
                <p14:cNvContentPartPr/>
                <p14:nvPr/>
              </p14:nvContentPartPr>
              <p14:xfrm>
                <a:off x="4209990" y="3162060"/>
                <a:ext cx="273960" cy="131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60764B-EB13-2498-705A-B3831EF3F7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91990" y="3144420"/>
                  <a:ext cx="309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8CDE9CD-00EA-8881-6C5A-66F374DA4AFD}"/>
                    </a:ext>
                  </a:extLst>
                </p14:cNvPr>
                <p14:cNvContentPartPr/>
                <p14:nvPr/>
              </p14:nvContentPartPr>
              <p14:xfrm>
                <a:off x="4589430" y="3190500"/>
                <a:ext cx="18000" cy="170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8CDE9CD-00EA-8881-6C5A-66F374DA4A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71430" y="3172500"/>
                  <a:ext cx="536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1218EB5-4C9E-7116-6E26-CA11E975AEDD}"/>
              </a:ext>
            </a:extLst>
          </p:cNvPr>
          <p:cNvGrpSpPr/>
          <p:nvPr/>
        </p:nvGrpSpPr>
        <p:grpSpPr>
          <a:xfrm>
            <a:off x="4839990" y="3083220"/>
            <a:ext cx="1146600" cy="371160"/>
            <a:chOff x="4839990" y="3083220"/>
            <a:chExt cx="114660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95772D-A094-DB5E-3890-6B90521153DB}"/>
                    </a:ext>
                  </a:extLst>
                </p14:cNvPr>
                <p14:cNvContentPartPr/>
                <p14:nvPr/>
              </p14:nvContentPartPr>
              <p14:xfrm>
                <a:off x="4839990" y="3183300"/>
                <a:ext cx="177480" cy="17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95772D-A094-DB5E-3890-6B90521153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22350" y="3165300"/>
                  <a:ext cx="213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B5088DF-D4A1-7364-BF02-162A55317B92}"/>
                    </a:ext>
                  </a:extLst>
                </p14:cNvPr>
                <p14:cNvContentPartPr/>
                <p14:nvPr/>
              </p14:nvContentPartPr>
              <p14:xfrm>
                <a:off x="5003070" y="3083220"/>
                <a:ext cx="35640" cy="213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B5088DF-D4A1-7364-BF02-162A55317B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85430" y="3065580"/>
                  <a:ext cx="71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E7FF382-D3DC-4E14-BC7D-7D4F27288EB6}"/>
                    </a:ext>
                  </a:extLst>
                </p14:cNvPr>
                <p14:cNvContentPartPr/>
                <p14:nvPr/>
              </p14:nvContentPartPr>
              <p14:xfrm>
                <a:off x="5229150" y="3090780"/>
                <a:ext cx="158760" cy="24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E7FF382-D3DC-4E14-BC7D-7D4F27288EB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11150" y="3072780"/>
                  <a:ext cx="194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0F1F4E-78DD-122E-0EE9-B56EF4A73B4A}"/>
                    </a:ext>
                  </a:extLst>
                </p14:cNvPr>
                <p14:cNvContentPartPr/>
                <p14:nvPr/>
              </p14:nvContentPartPr>
              <p14:xfrm>
                <a:off x="5487630" y="3167100"/>
                <a:ext cx="231840" cy="187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0F1F4E-78DD-122E-0EE9-B56EF4A73B4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69990" y="3149460"/>
                  <a:ext cx="267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5694585-3F9C-D2FA-6077-5E76C464DBF1}"/>
                    </a:ext>
                  </a:extLst>
                </p14:cNvPr>
                <p14:cNvContentPartPr/>
                <p14:nvPr/>
              </p14:nvContentPartPr>
              <p14:xfrm>
                <a:off x="5758710" y="3312900"/>
                <a:ext cx="227880" cy="141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5694585-3F9C-D2FA-6077-5E76C464DBF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41070" y="3294900"/>
                  <a:ext cx="263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660912A-DAA7-D45A-07A2-E8957401498C}"/>
                    </a:ext>
                  </a:extLst>
                </p14:cNvPr>
                <p14:cNvContentPartPr/>
                <p14:nvPr/>
              </p14:nvContentPartPr>
              <p14:xfrm>
                <a:off x="4935750" y="3160260"/>
                <a:ext cx="213120" cy="4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660912A-DAA7-D45A-07A2-E895740149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918110" y="3142620"/>
                  <a:ext cx="24876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F91C8F-C4CF-75A5-61A6-96C665586FB2}"/>
              </a:ext>
            </a:extLst>
          </p:cNvPr>
          <p:cNvGrpSpPr/>
          <p:nvPr/>
        </p:nvGrpSpPr>
        <p:grpSpPr>
          <a:xfrm>
            <a:off x="6241470" y="3120300"/>
            <a:ext cx="199440" cy="253440"/>
            <a:chOff x="6241470" y="3120300"/>
            <a:chExt cx="19944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DA1E20D-701D-2DC0-5C5B-26D492508AD7}"/>
                    </a:ext>
                  </a:extLst>
                </p14:cNvPr>
                <p14:cNvContentPartPr/>
                <p14:nvPr/>
              </p14:nvContentPartPr>
              <p14:xfrm>
                <a:off x="6241470" y="3120300"/>
                <a:ext cx="174600" cy="137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DA1E20D-701D-2DC0-5C5B-26D492508AD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23830" y="3102300"/>
                  <a:ext cx="210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805A56D-D9AE-DE6A-4EAC-C55130EC2A7F}"/>
                    </a:ext>
                  </a:extLst>
                </p14:cNvPr>
                <p14:cNvContentPartPr/>
                <p14:nvPr/>
              </p14:nvContentPartPr>
              <p14:xfrm>
                <a:off x="6247950" y="3320820"/>
                <a:ext cx="192960" cy="52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805A56D-D9AE-DE6A-4EAC-C55130EC2A7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29950" y="3303180"/>
                  <a:ext cx="2286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1352E98-DC2E-527A-7B55-FA7407AD11AA}"/>
              </a:ext>
            </a:extLst>
          </p:cNvPr>
          <p:cNvGrpSpPr/>
          <p:nvPr/>
        </p:nvGrpSpPr>
        <p:grpSpPr>
          <a:xfrm>
            <a:off x="6720270" y="3120660"/>
            <a:ext cx="546840" cy="256320"/>
            <a:chOff x="6720270" y="3120660"/>
            <a:chExt cx="54684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5F7A18-816B-AD32-6902-A246FDB2DF4C}"/>
                    </a:ext>
                  </a:extLst>
                </p14:cNvPr>
                <p14:cNvContentPartPr/>
                <p14:nvPr/>
              </p14:nvContentPartPr>
              <p14:xfrm>
                <a:off x="6720270" y="3120660"/>
                <a:ext cx="43920" cy="256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5F7A18-816B-AD32-6902-A246FDB2DF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2270" y="3102660"/>
                  <a:ext cx="79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3A39A4E-ECC6-E398-760E-23B06C84CC14}"/>
                    </a:ext>
                  </a:extLst>
                </p14:cNvPr>
                <p14:cNvContentPartPr/>
                <p14:nvPr/>
              </p14:nvContentPartPr>
              <p14:xfrm>
                <a:off x="6974070" y="3160260"/>
                <a:ext cx="293040" cy="19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3A39A4E-ECC6-E398-760E-23B06C84CC1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56430" y="3142260"/>
                  <a:ext cx="3286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D28B426-0A67-8146-5115-C75224B51886}"/>
              </a:ext>
            </a:extLst>
          </p:cNvPr>
          <p:cNvGrpSpPr/>
          <p:nvPr/>
        </p:nvGrpSpPr>
        <p:grpSpPr>
          <a:xfrm>
            <a:off x="4416630" y="3773340"/>
            <a:ext cx="502920" cy="352800"/>
            <a:chOff x="4416630" y="3773340"/>
            <a:chExt cx="5029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5DFE6D6-8045-1DF0-F21C-269BC0B14D59}"/>
                    </a:ext>
                  </a:extLst>
                </p14:cNvPr>
                <p14:cNvContentPartPr/>
                <p14:nvPr/>
              </p14:nvContentPartPr>
              <p14:xfrm>
                <a:off x="4416630" y="3773340"/>
                <a:ext cx="293400" cy="164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5DFE6D6-8045-1DF0-F21C-269BC0B14D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98990" y="3755340"/>
                  <a:ext cx="329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DA28C71-5A99-3AC3-4B9E-13CE7DAE2A78}"/>
                    </a:ext>
                  </a:extLst>
                </p14:cNvPr>
                <p14:cNvContentPartPr/>
                <p14:nvPr/>
              </p14:nvContentPartPr>
              <p14:xfrm>
                <a:off x="4751790" y="3877380"/>
                <a:ext cx="21960" cy="180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DA28C71-5A99-3AC3-4B9E-13CE7DAE2A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33790" y="3859380"/>
                  <a:ext cx="57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5C9A52-8D5F-70DA-E332-EC4BD03054FA}"/>
                    </a:ext>
                  </a:extLst>
                </p14:cNvPr>
                <p14:cNvContentPartPr/>
                <p14:nvPr/>
              </p14:nvContentPartPr>
              <p14:xfrm>
                <a:off x="4869510" y="4004460"/>
                <a:ext cx="50040" cy="121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5C9A52-8D5F-70DA-E332-EC4BD03054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51510" y="3986460"/>
                  <a:ext cx="8568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7E23E75-F1E3-72AC-725D-88DA4FB61CBA}"/>
                  </a:ext>
                </a:extLst>
              </p14:cNvPr>
              <p14:cNvContentPartPr/>
              <p14:nvPr/>
            </p14:nvContentPartPr>
            <p14:xfrm>
              <a:off x="6624167" y="4151902"/>
              <a:ext cx="1080" cy="4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7E23E75-F1E3-72AC-725D-88DA4FB61CB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606527" y="4133902"/>
                <a:ext cx="367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E08C51E-A702-3223-4232-AF3AA71DDDC4}"/>
              </a:ext>
            </a:extLst>
          </p:cNvPr>
          <p:cNvGrpSpPr/>
          <p:nvPr/>
        </p:nvGrpSpPr>
        <p:grpSpPr>
          <a:xfrm>
            <a:off x="5171910" y="3765060"/>
            <a:ext cx="1427040" cy="382320"/>
            <a:chOff x="5171910" y="3765060"/>
            <a:chExt cx="14270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D188889-F819-9938-25BE-A9632BF3E72D}"/>
                    </a:ext>
                  </a:extLst>
                </p14:cNvPr>
                <p14:cNvContentPartPr/>
                <p14:nvPr/>
              </p14:nvContentPartPr>
              <p14:xfrm>
                <a:off x="5171910" y="3857940"/>
                <a:ext cx="259920" cy="162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D188889-F819-9938-25BE-A9632BF3E72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53910" y="3839940"/>
                  <a:ext cx="295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7050D32-EC72-B4FC-FC09-12EF2A09CBCF}"/>
                    </a:ext>
                  </a:extLst>
                </p14:cNvPr>
                <p14:cNvContentPartPr/>
                <p14:nvPr/>
              </p14:nvContentPartPr>
              <p14:xfrm>
                <a:off x="5403030" y="3959460"/>
                <a:ext cx="217800" cy="187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7050D32-EC72-B4FC-FC09-12EF2A09CBC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85390" y="3941820"/>
                  <a:ext cx="253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B28FB0-D684-C972-8AF9-9A5E942DEFFD}"/>
                    </a:ext>
                  </a:extLst>
                </p14:cNvPr>
                <p14:cNvContentPartPr/>
                <p14:nvPr/>
              </p14:nvContentPartPr>
              <p14:xfrm>
                <a:off x="5823510" y="3848940"/>
                <a:ext cx="247320" cy="197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B28FB0-D684-C972-8AF9-9A5E942DEF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05870" y="3830940"/>
                  <a:ext cx="282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AC1D3F-BD4B-42E1-F57F-9FE010B9B260}"/>
                    </a:ext>
                  </a:extLst>
                </p14:cNvPr>
                <p14:cNvContentPartPr/>
                <p14:nvPr/>
              </p14:nvContentPartPr>
              <p14:xfrm>
                <a:off x="5961750" y="4021380"/>
                <a:ext cx="225000" cy="80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AC1D3F-BD4B-42E1-F57F-9FE010B9B26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43750" y="4003380"/>
                  <a:ext cx="260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DFE158E-3CBE-465B-A4BD-57606950A3CA}"/>
                    </a:ext>
                  </a:extLst>
                </p14:cNvPr>
                <p14:cNvContentPartPr/>
                <p14:nvPr/>
              </p14:nvContentPartPr>
              <p14:xfrm>
                <a:off x="6272070" y="3765060"/>
                <a:ext cx="326880" cy="348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DFE158E-3CBE-465B-A4BD-57606950A3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54430" y="3747060"/>
                  <a:ext cx="362520" cy="3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C791B39-00E1-E2DA-7EBA-9F086982BEF5}"/>
              </a:ext>
            </a:extLst>
          </p:cNvPr>
          <p:cNvGrpSpPr/>
          <p:nvPr/>
        </p:nvGrpSpPr>
        <p:grpSpPr>
          <a:xfrm>
            <a:off x="580110" y="4471020"/>
            <a:ext cx="139680" cy="501480"/>
            <a:chOff x="580110" y="4471020"/>
            <a:chExt cx="13968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8322FCE-A154-0F7C-989E-AE5E8E1D7AE5}"/>
                    </a:ext>
                  </a:extLst>
                </p14:cNvPr>
                <p14:cNvContentPartPr/>
                <p14:nvPr/>
              </p14:nvContentPartPr>
              <p14:xfrm>
                <a:off x="580110" y="4656060"/>
                <a:ext cx="4320" cy="186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8322FCE-A154-0F7C-989E-AE5E8E1D7AE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2470" y="4638060"/>
                  <a:ext cx="39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B53ABBD-637A-34B7-0318-81B99CE52001}"/>
                    </a:ext>
                  </a:extLst>
                </p14:cNvPr>
                <p14:cNvContentPartPr/>
                <p14:nvPr/>
              </p14:nvContentPartPr>
              <p14:xfrm>
                <a:off x="635910" y="4471020"/>
                <a:ext cx="83880" cy="501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B53ABBD-637A-34B7-0318-81B99CE520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8270" y="4453020"/>
                  <a:ext cx="119520" cy="53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4AF79848-16B8-76C7-0E16-3D8D6D90FEAA}"/>
                  </a:ext>
                </a:extLst>
              </p14:cNvPr>
              <p14:cNvContentPartPr/>
              <p14:nvPr/>
            </p14:nvContentPartPr>
            <p14:xfrm>
              <a:off x="1021110" y="4713660"/>
              <a:ext cx="503640" cy="115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4AF79848-16B8-76C7-0E16-3D8D6D90FEA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03470" y="4696020"/>
                <a:ext cx="53928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C36A897-8FD5-A53C-C0A6-F5505349E1F9}"/>
              </a:ext>
            </a:extLst>
          </p:cNvPr>
          <p:cNvGrpSpPr/>
          <p:nvPr/>
        </p:nvGrpSpPr>
        <p:grpSpPr>
          <a:xfrm>
            <a:off x="464910" y="5214060"/>
            <a:ext cx="248760" cy="435600"/>
            <a:chOff x="464910" y="5214060"/>
            <a:chExt cx="2487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03A4DE-1851-D7CE-BC02-6A618AE4D59B}"/>
                    </a:ext>
                  </a:extLst>
                </p14:cNvPr>
                <p14:cNvContentPartPr/>
                <p14:nvPr/>
              </p14:nvContentPartPr>
              <p14:xfrm>
                <a:off x="464910" y="5311980"/>
                <a:ext cx="179280" cy="186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03A4DE-1851-D7CE-BC02-6A618AE4D59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7270" y="5293980"/>
                  <a:ext cx="214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916477B-C20E-F0DA-DE9B-D86AD80383C3}"/>
                    </a:ext>
                  </a:extLst>
                </p14:cNvPr>
                <p14:cNvContentPartPr/>
                <p14:nvPr/>
              </p14:nvContentPartPr>
              <p14:xfrm>
                <a:off x="636630" y="5214060"/>
                <a:ext cx="77040" cy="43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916477B-C20E-F0DA-DE9B-D86AD80383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8990" y="5196060"/>
                  <a:ext cx="112680" cy="47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DFBAA5E-A4BC-B34E-965A-BAA65B53D649}"/>
                  </a:ext>
                </a:extLst>
              </p14:cNvPr>
              <p14:cNvContentPartPr/>
              <p14:nvPr/>
            </p14:nvContentPartPr>
            <p14:xfrm>
              <a:off x="1076190" y="5323140"/>
              <a:ext cx="477360" cy="1846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DFBAA5E-A4BC-B34E-965A-BAA65B53D64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58550" y="5305140"/>
                <a:ext cx="5130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A18F789-DD52-FFFB-6A10-8F0A37230025}"/>
                  </a:ext>
                </a:extLst>
              </p14:cNvPr>
              <p14:cNvContentPartPr/>
              <p14:nvPr/>
            </p14:nvContentPartPr>
            <p14:xfrm>
              <a:off x="431430" y="5958900"/>
              <a:ext cx="1440" cy="2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A18F789-DD52-FFFB-6A10-8F0A3723002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13430" y="5940900"/>
                <a:ext cx="3708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E74764E-7422-0559-E17D-C3813F885807}"/>
              </a:ext>
            </a:extLst>
          </p:cNvPr>
          <p:cNvGrpSpPr/>
          <p:nvPr/>
        </p:nvGrpSpPr>
        <p:grpSpPr>
          <a:xfrm>
            <a:off x="1999230" y="4645620"/>
            <a:ext cx="1485000" cy="346680"/>
            <a:chOff x="1999230" y="4645620"/>
            <a:chExt cx="148500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34D2D58-2836-BA92-01E4-B680BB8EBCE8}"/>
                    </a:ext>
                  </a:extLst>
                </p14:cNvPr>
                <p14:cNvContentPartPr/>
                <p14:nvPr/>
              </p14:nvContentPartPr>
              <p14:xfrm>
                <a:off x="2014350" y="4717260"/>
                <a:ext cx="37080" cy="249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34D2D58-2836-BA92-01E4-B680BB8EBCE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96710" y="4699620"/>
                  <a:ext cx="727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6EDA78A-1BCB-41EF-CEFA-4A1D6F783045}"/>
                    </a:ext>
                  </a:extLst>
                </p14:cNvPr>
                <p14:cNvContentPartPr/>
                <p14:nvPr/>
              </p14:nvContentPartPr>
              <p14:xfrm>
                <a:off x="1999230" y="4645620"/>
                <a:ext cx="192240" cy="147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6EDA78A-1BCB-41EF-CEFA-4A1D6F78304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81230" y="4627980"/>
                  <a:ext cx="227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07F948D-0C88-C01D-708C-42BE2DE45126}"/>
                    </a:ext>
                  </a:extLst>
                </p14:cNvPr>
                <p14:cNvContentPartPr/>
                <p14:nvPr/>
              </p14:nvContentPartPr>
              <p14:xfrm>
                <a:off x="2215950" y="4796100"/>
                <a:ext cx="286920" cy="155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07F948D-0C88-C01D-708C-42BE2DE4512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98310" y="4778100"/>
                  <a:ext cx="322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5E1B629-4472-90E5-7262-6449A5036AE8}"/>
                    </a:ext>
                  </a:extLst>
                </p14:cNvPr>
                <p14:cNvContentPartPr/>
                <p14:nvPr/>
              </p14:nvContentPartPr>
              <p14:xfrm>
                <a:off x="2613750" y="4730580"/>
                <a:ext cx="151200" cy="234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5E1B629-4472-90E5-7262-6449A5036A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96110" y="4712940"/>
                  <a:ext cx="1868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11AEE8D-D2C2-9613-626D-32BBABC3F185}"/>
                    </a:ext>
                  </a:extLst>
                </p14:cNvPr>
                <p14:cNvContentPartPr/>
                <p14:nvPr/>
              </p14:nvContentPartPr>
              <p14:xfrm>
                <a:off x="2843790" y="4722300"/>
                <a:ext cx="19080" cy="228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11AEE8D-D2C2-9613-626D-32BBABC3F18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26150" y="4704660"/>
                  <a:ext cx="54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E2B6AF-4C18-54FB-D593-1AE079C252AD}"/>
                    </a:ext>
                  </a:extLst>
                </p14:cNvPr>
                <p14:cNvContentPartPr/>
                <p14:nvPr/>
              </p14:nvContentPartPr>
              <p14:xfrm>
                <a:off x="2881950" y="4851180"/>
                <a:ext cx="145440" cy="141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E2B6AF-4C18-54FB-D593-1AE079C252A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63950" y="4833540"/>
                  <a:ext cx="181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A60A47D-425C-7AB6-3697-B5152D5754C8}"/>
                    </a:ext>
                  </a:extLst>
                </p14:cNvPr>
                <p14:cNvContentPartPr/>
                <p14:nvPr/>
              </p14:nvContentPartPr>
              <p14:xfrm>
                <a:off x="3134310" y="4850820"/>
                <a:ext cx="349920" cy="129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A60A47D-425C-7AB6-3697-B5152D5754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16310" y="4832820"/>
                  <a:ext cx="38556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0A0837C-3E62-9974-7F3F-322239C6ED5D}"/>
              </a:ext>
            </a:extLst>
          </p:cNvPr>
          <p:cNvGrpSpPr/>
          <p:nvPr/>
        </p:nvGrpSpPr>
        <p:grpSpPr>
          <a:xfrm>
            <a:off x="4002270" y="4783140"/>
            <a:ext cx="233280" cy="270000"/>
            <a:chOff x="4002270" y="4783140"/>
            <a:chExt cx="23328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9B1BC47-9DA6-A374-3E4B-6FBDB00EFBDB}"/>
                    </a:ext>
                  </a:extLst>
                </p14:cNvPr>
                <p14:cNvContentPartPr/>
                <p14:nvPr/>
              </p14:nvContentPartPr>
              <p14:xfrm>
                <a:off x="4002270" y="4872060"/>
                <a:ext cx="44640" cy="155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9B1BC47-9DA6-A374-3E4B-6FBDB00EFBD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84630" y="4854420"/>
                  <a:ext cx="80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D2461F5-9014-3491-DF0B-A5CB2EEC1362}"/>
                    </a:ext>
                  </a:extLst>
                </p14:cNvPr>
                <p14:cNvContentPartPr/>
                <p14:nvPr/>
              </p14:nvContentPartPr>
              <p14:xfrm>
                <a:off x="4125750" y="4910580"/>
                <a:ext cx="109800" cy="142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D2461F5-9014-3491-DF0B-A5CB2EEC136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107750" y="4892580"/>
                  <a:ext cx="145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DAF0E40-470B-6EBA-51C5-B5197517B037}"/>
                    </a:ext>
                  </a:extLst>
                </p14:cNvPr>
                <p14:cNvContentPartPr/>
                <p14:nvPr/>
              </p14:nvContentPartPr>
              <p14:xfrm>
                <a:off x="4061670" y="4783140"/>
                <a:ext cx="20880" cy="33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DAF0E40-470B-6EBA-51C5-B5197517B03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44030" y="4765500"/>
                  <a:ext cx="5652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CAC9DBF-05A9-9D70-EEEA-D60AA78E2752}"/>
                  </a:ext>
                </a:extLst>
              </p14:cNvPr>
              <p14:cNvContentPartPr/>
              <p14:nvPr/>
            </p14:nvContentPartPr>
            <p14:xfrm>
              <a:off x="4720830" y="4817700"/>
              <a:ext cx="426600" cy="583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CAC9DBF-05A9-9D70-EEEA-D60AA78E275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703190" y="4799700"/>
                <a:ext cx="462240" cy="61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88B6C5D-E588-80ED-864E-F74C580B8F0A}"/>
              </a:ext>
            </a:extLst>
          </p:cNvPr>
          <p:cNvGrpSpPr/>
          <p:nvPr/>
        </p:nvGrpSpPr>
        <p:grpSpPr>
          <a:xfrm>
            <a:off x="5672670" y="4692060"/>
            <a:ext cx="2944080" cy="563400"/>
            <a:chOff x="5672670" y="4692060"/>
            <a:chExt cx="2944080" cy="56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403CD1-20AB-3742-4CF5-217341AC92EB}"/>
                    </a:ext>
                  </a:extLst>
                </p14:cNvPr>
                <p14:cNvContentPartPr/>
                <p14:nvPr/>
              </p14:nvContentPartPr>
              <p14:xfrm>
                <a:off x="5672670" y="4852980"/>
                <a:ext cx="347400" cy="147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403CD1-20AB-3742-4CF5-217341AC92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54670" y="4834980"/>
                  <a:ext cx="383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A9CCF34-D82E-3E51-456B-B13CD702F975}"/>
                    </a:ext>
                  </a:extLst>
                </p14:cNvPr>
                <p14:cNvContentPartPr/>
                <p14:nvPr/>
              </p14:nvContentPartPr>
              <p14:xfrm>
                <a:off x="6083070" y="4857300"/>
                <a:ext cx="169200" cy="134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A9CCF34-D82E-3E51-456B-B13CD702F97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65070" y="4839660"/>
                  <a:ext cx="204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9420B33-8FEC-43FC-9A7C-205A943179DE}"/>
                    </a:ext>
                  </a:extLst>
                </p14:cNvPr>
                <p14:cNvContentPartPr/>
                <p14:nvPr/>
              </p14:nvContentPartPr>
              <p14:xfrm>
                <a:off x="6381150" y="4843620"/>
                <a:ext cx="253800" cy="147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9420B33-8FEC-43FC-9A7C-205A943179D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63150" y="4825980"/>
                  <a:ext cx="289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590824-7C4C-810D-E34D-DACDD5BD704E}"/>
                    </a:ext>
                  </a:extLst>
                </p14:cNvPr>
                <p14:cNvContentPartPr/>
                <p14:nvPr/>
              </p14:nvContentPartPr>
              <p14:xfrm>
                <a:off x="6726030" y="4854780"/>
                <a:ext cx="23400" cy="134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590824-7C4C-810D-E34D-DACDD5BD704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08030" y="4836780"/>
                  <a:ext cx="59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3A95897-976B-BCD3-39D4-264612B8BA35}"/>
                    </a:ext>
                  </a:extLst>
                </p14:cNvPr>
                <p14:cNvContentPartPr/>
                <p14:nvPr/>
              </p14:nvContentPartPr>
              <p14:xfrm>
                <a:off x="6759150" y="4730220"/>
                <a:ext cx="27360" cy="21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3A95897-976B-BCD3-39D4-264612B8BA3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41510" y="4712220"/>
                  <a:ext cx="63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F97F93-C0B8-8D67-CDC3-8A44A5A47DE4}"/>
                    </a:ext>
                  </a:extLst>
                </p14:cNvPr>
                <p14:cNvContentPartPr/>
                <p14:nvPr/>
              </p14:nvContentPartPr>
              <p14:xfrm>
                <a:off x="6827910" y="4863780"/>
                <a:ext cx="495000" cy="183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F97F93-C0B8-8D67-CDC3-8A44A5A47DE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10270" y="4846140"/>
                  <a:ext cx="530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B80EEF-32F5-E7BA-1EB3-55F74A07DEED}"/>
                    </a:ext>
                  </a:extLst>
                </p14:cNvPr>
                <p14:cNvContentPartPr/>
                <p14:nvPr/>
              </p14:nvContentPartPr>
              <p14:xfrm>
                <a:off x="7300950" y="4771620"/>
                <a:ext cx="51480" cy="31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B80EEF-32F5-E7BA-1EB3-55F74A07DEE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82950" y="4753980"/>
                  <a:ext cx="87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79A406-48CC-2A89-0B6C-595329E01707}"/>
                    </a:ext>
                  </a:extLst>
                </p14:cNvPr>
                <p14:cNvContentPartPr/>
                <p14:nvPr/>
              </p14:nvContentPartPr>
              <p14:xfrm>
                <a:off x="7379790" y="4902300"/>
                <a:ext cx="241200" cy="353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79A406-48CC-2A89-0B6C-595329E0170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361790" y="4884300"/>
                  <a:ext cx="276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27B01F8-B084-C59B-487B-3C54023F6047}"/>
                    </a:ext>
                  </a:extLst>
                </p14:cNvPr>
                <p14:cNvContentPartPr/>
                <p14:nvPr/>
              </p14:nvContentPartPr>
              <p14:xfrm>
                <a:off x="7651950" y="4707900"/>
                <a:ext cx="323640" cy="355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27B01F8-B084-C59B-487B-3C54023F604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34310" y="4690260"/>
                  <a:ext cx="3592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CD8DBEC-9A4D-340C-2898-2BA57B2AD389}"/>
                    </a:ext>
                  </a:extLst>
                </p14:cNvPr>
                <p14:cNvContentPartPr/>
                <p14:nvPr/>
              </p14:nvContentPartPr>
              <p14:xfrm>
                <a:off x="8045070" y="4881060"/>
                <a:ext cx="289800" cy="162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CD8DBEC-9A4D-340C-2898-2BA57B2AD38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27070" y="4863420"/>
                  <a:ext cx="325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F77C124-2C41-7037-8AF3-6458FAC9C5C8}"/>
                    </a:ext>
                  </a:extLst>
                </p14:cNvPr>
                <p14:cNvContentPartPr/>
                <p14:nvPr/>
              </p14:nvContentPartPr>
              <p14:xfrm>
                <a:off x="8394990" y="4884660"/>
                <a:ext cx="221760" cy="131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F77C124-2C41-7037-8AF3-6458FAC9C5C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76990" y="4866660"/>
                  <a:ext cx="257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2214906-6298-6DA0-D0C0-07DA3389E975}"/>
                    </a:ext>
                  </a:extLst>
                </p14:cNvPr>
                <p14:cNvContentPartPr/>
                <p14:nvPr/>
              </p14:nvContentPartPr>
              <p14:xfrm>
                <a:off x="8215710" y="4692060"/>
                <a:ext cx="137160" cy="23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2214906-6298-6DA0-D0C0-07DA3389E97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98070" y="4674060"/>
                  <a:ext cx="172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90B56D8-5066-C9B9-4629-A7052E34AB9E}"/>
                    </a:ext>
                  </a:extLst>
                </p14:cNvPr>
                <p14:cNvContentPartPr/>
                <p14:nvPr/>
              </p14:nvContentPartPr>
              <p14:xfrm>
                <a:off x="7915470" y="4776660"/>
                <a:ext cx="96840" cy="24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90B56D8-5066-C9B9-4629-A7052E34AB9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897470" y="4759020"/>
                  <a:ext cx="1324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8650A25-C1B3-36BF-A3E0-2274A2D8435A}"/>
              </a:ext>
            </a:extLst>
          </p:cNvPr>
          <p:cNvGrpSpPr/>
          <p:nvPr/>
        </p:nvGrpSpPr>
        <p:grpSpPr>
          <a:xfrm>
            <a:off x="9481110" y="4626540"/>
            <a:ext cx="1020600" cy="776880"/>
            <a:chOff x="9481110" y="4626540"/>
            <a:chExt cx="1020600" cy="77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A909725-4888-08C5-F0EA-47A7B2BD54FA}"/>
                    </a:ext>
                  </a:extLst>
                </p14:cNvPr>
                <p14:cNvContentPartPr/>
                <p14:nvPr/>
              </p14:nvContentPartPr>
              <p14:xfrm>
                <a:off x="9481110" y="4626540"/>
                <a:ext cx="104040" cy="353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A909725-4888-08C5-F0EA-47A7B2BD54F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463110" y="4608540"/>
                  <a:ext cx="1396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026BE49-DB20-05D7-C3A5-A1079DAE3BB9}"/>
                    </a:ext>
                  </a:extLst>
                </p14:cNvPr>
                <p14:cNvContentPartPr/>
                <p14:nvPr/>
              </p14:nvContentPartPr>
              <p14:xfrm>
                <a:off x="9490830" y="4729860"/>
                <a:ext cx="1010880" cy="673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026BE49-DB20-05D7-C3A5-A1079DAE3B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72830" y="4712220"/>
                  <a:ext cx="1046520" cy="70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42C2734-52BA-8524-C5EF-FF9DE501B6A3}"/>
                  </a:ext>
                </a:extLst>
              </p14:cNvPr>
              <p14:cNvContentPartPr/>
              <p14:nvPr/>
            </p14:nvContentPartPr>
            <p14:xfrm>
              <a:off x="10981590" y="5018220"/>
              <a:ext cx="20160" cy="2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42C2734-52BA-8524-C5EF-FF9DE501B6A3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963950" y="5000220"/>
                <a:ext cx="5580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729702C-F93C-A0D8-4241-32776D578605}"/>
              </a:ext>
            </a:extLst>
          </p:cNvPr>
          <p:cNvGrpSpPr/>
          <p:nvPr/>
        </p:nvGrpSpPr>
        <p:grpSpPr>
          <a:xfrm>
            <a:off x="1983767" y="5435302"/>
            <a:ext cx="455760" cy="314280"/>
            <a:chOff x="1983767" y="5435302"/>
            <a:chExt cx="4557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D932397-35D2-1C5D-61B6-244786E5C890}"/>
                    </a:ext>
                  </a:extLst>
                </p14:cNvPr>
                <p14:cNvContentPartPr/>
                <p14:nvPr/>
              </p14:nvContentPartPr>
              <p14:xfrm>
                <a:off x="1983767" y="5435302"/>
                <a:ext cx="205200" cy="261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D932397-35D2-1C5D-61B6-244786E5C89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965767" y="5417662"/>
                  <a:ext cx="240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F6D0399-0D03-1B0A-50B6-4D46AF273A1A}"/>
                    </a:ext>
                  </a:extLst>
                </p14:cNvPr>
                <p14:cNvContentPartPr/>
                <p14:nvPr/>
              </p14:nvContentPartPr>
              <p14:xfrm>
                <a:off x="2010407" y="5581822"/>
                <a:ext cx="172080" cy="13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F6D0399-0D03-1B0A-50B6-4D46AF273A1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992407" y="5563822"/>
                  <a:ext cx="207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4B9C7D9-B155-5421-BD06-B9B2AB53165D}"/>
                    </a:ext>
                  </a:extLst>
                </p14:cNvPr>
                <p14:cNvContentPartPr/>
                <p14:nvPr/>
              </p14:nvContentPartPr>
              <p14:xfrm>
                <a:off x="2273207" y="5471302"/>
                <a:ext cx="43560" cy="2782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4B9C7D9-B155-5421-BD06-B9B2AB53165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55207" y="5453302"/>
                  <a:ext cx="792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99D5BA5-4872-60A5-AD56-1C048391F5A2}"/>
                    </a:ext>
                  </a:extLst>
                </p14:cNvPr>
                <p14:cNvContentPartPr/>
                <p14:nvPr/>
              </p14:nvContentPartPr>
              <p14:xfrm>
                <a:off x="2393447" y="5484622"/>
                <a:ext cx="46080" cy="248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99D5BA5-4872-60A5-AD56-1C048391F5A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75807" y="5466982"/>
                  <a:ext cx="8172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DB9E6F1-3DD5-9915-27EB-F8F188EA93B2}"/>
              </a:ext>
            </a:extLst>
          </p:cNvPr>
          <p:cNvGrpSpPr/>
          <p:nvPr/>
        </p:nvGrpSpPr>
        <p:grpSpPr>
          <a:xfrm>
            <a:off x="2928407" y="5419102"/>
            <a:ext cx="484560" cy="381240"/>
            <a:chOff x="2928407" y="5419102"/>
            <a:chExt cx="4845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5CEA6CB-1905-45BA-5CD1-B8BD6265D4E9}"/>
                    </a:ext>
                  </a:extLst>
                </p14:cNvPr>
                <p14:cNvContentPartPr/>
                <p14:nvPr/>
              </p14:nvContentPartPr>
              <p14:xfrm>
                <a:off x="2928407" y="5495422"/>
                <a:ext cx="196200" cy="304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5CEA6CB-1905-45BA-5CD1-B8BD6265D4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910767" y="5477422"/>
                  <a:ext cx="2318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CA574F2-2B8D-CFB0-A8F9-A83727B7D7C4}"/>
                    </a:ext>
                  </a:extLst>
                </p14:cNvPr>
                <p14:cNvContentPartPr/>
                <p14:nvPr/>
              </p14:nvContentPartPr>
              <p14:xfrm>
                <a:off x="3218927" y="5419102"/>
                <a:ext cx="39960" cy="153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A574F2-2B8D-CFB0-A8F9-A83727B7D7C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00927" y="5401102"/>
                  <a:ext cx="75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46E914F-73A4-8E2E-9B01-6F13C5B86264}"/>
                    </a:ext>
                  </a:extLst>
                </p14:cNvPr>
                <p14:cNvContentPartPr/>
                <p14:nvPr/>
              </p14:nvContentPartPr>
              <p14:xfrm>
                <a:off x="3259607" y="5585422"/>
                <a:ext cx="153360" cy="190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46E914F-73A4-8E2E-9B01-6F13C5B8626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41607" y="5567782"/>
                  <a:ext cx="18900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FAF798D-9C58-F55E-A56D-5674D23EA026}"/>
              </a:ext>
            </a:extLst>
          </p:cNvPr>
          <p:cNvGrpSpPr/>
          <p:nvPr/>
        </p:nvGrpSpPr>
        <p:grpSpPr>
          <a:xfrm>
            <a:off x="3767190" y="5493060"/>
            <a:ext cx="878400" cy="241200"/>
            <a:chOff x="3767190" y="5493060"/>
            <a:chExt cx="87840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EE508DE-56F9-B780-F03A-7CE29DF1A47B}"/>
                    </a:ext>
                  </a:extLst>
                </p14:cNvPr>
                <p14:cNvContentPartPr/>
                <p14:nvPr/>
              </p14:nvContentPartPr>
              <p14:xfrm>
                <a:off x="3772230" y="5541660"/>
                <a:ext cx="543960" cy="178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EE508DE-56F9-B780-F03A-7CE29DF1A47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754230" y="5524020"/>
                  <a:ext cx="579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F593AE2-DA9E-09CE-EE3E-3E54A687AFB8}"/>
                    </a:ext>
                  </a:extLst>
                </p14:cNvPr>
                <p14:cNvContentPartPr/>
                <p14:nvPr/>
              </p14:nvContentPartPr>
              <p14:xfrm>
                <a:off x="3767190" y="5493060"/>
                <a:ext cx="878400" cy="241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F593AE2-DA9E-09CE-EE3E-3E54A687AFB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749190" y="5475060"/>
                  <a:ext cx="9140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BFEB023-4670-4392-DE32-36B621C04D41}"/>
              </a:ext>
            </a:extLst>
          </p:cNvPr>
          <p:cNvGrpSpPr/>
          <p:nvPr/>
        </p:nvGrpSpPr>
        <p:grpSpPr>
          <a:xfrm>
            <a:off x="5182350" y="5441940"/>
            <a:ext cx="3000960" cy="775080"/>
            <a:chOff x="5182350" y="5441940"/>
            <a:chExt cx="300096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5222EB-7EDF-47B3-B108-0BDAA23866AA}"/>
                    </a:ext>
                  </a:extLst>
                </p14:cNvPr>
                <p14:cNvContentPartPr/>
                <p14:nvPr/>
              </p14:nvContentPartPr>
              <p14:xfrm>
                <a:off x="5182350" y="5583420"/>
                <a:ext cx="844920" cy="180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5222EB-7EDF-47B3-B108-0BDAA23866A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64350" y="5565420"/>
                  <a:ext cx="880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5B38E90-8A3A-790A-BFD2-44AF50F2802B}"/>
                    </a:ext>
                  </a:extLst>
                </p14:cNvPr>
                <p14:cNvContentPartPr/>
                <p14:nvPr/>
              </p14:nvContentPartPr>
              <p14:xfrm>
                <a:off x="6173070" y="5647140"/>
                <a:ext cx="77760" cy="44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5B38E90-8A3A-790A-BFD2-44AF50F2802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55070" y="5629500"/>
                  <a:ext cx="1134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138F5DF-B03F-9894-CA61-19DAABE1074E}"/>
                    </a:ext>
                  </a:extLst>
                </p14:cNvPr>
                <p14:cNvContentPartPr/>
                <p14:nvPr/>
              </p14:nvContentPartPr>
              <p14:xfrm>
                <a:off x="6301590" y="5587020"/>
                <a:ext cx="783000" cy="630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138F5DF-B03F-9894-CA61-19DAABE1074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283590" y="5569020"/>
                  <a:ext cx="8186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8BAACF9-8E2B-AE8F-C539-659499C9573B}"/>
                    </a:ext>
                  </a:extLst>
                </p14:cNvPr>
                <p14:cNvContentPartPr/>
                <p14:nvPr/>
              </p14:nvContentPartPr>
              <p14:xfrm>
                <a:off x="7151190" y="5492340"/>
                <a:ext cx="1032120" cy="355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8BAACF9-8E2B-AE8F-C539-659499C9573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3550" y="5474340"/>
                  <a:ext cx="1067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5E0865F-0E69-138B-6CC0-04E7DD88E4CF}"/>
                    </a:ext>
                  </a:extLst>
                </p14:cNvPr>
                <p14:cNvContentPartPr/>
                <p14:nvPr/>
              </p14:nvContentPartPr>
              <p14:xfrm>
                <a:off x="7677510" y="5441940"/>
                <a:ext cx="97560" cy="41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5E0865F-0E69-138B-6CC0-04E7DD88E4C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59870" y="5424300"/>
                  <a:ext cx="133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C51C050-AA22-7519-3FA7-143B6A7ABF2C}"/>
                    </a:ext>
                  </a:extLst>
                </p14:cNvPr>
                <p14:cNvContentPartPr/>
                <p14:nvPr/>
              </p14:nvContentPartPr>
              <p14:xfrm>
                <a:off x="7289790" y="5509620"/>
                <a:ext cx="257040" cy="59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C51C050-AA22-7519-3FA7-143B6A7ABF2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271790" y="5491620"/>
                  <a:ext cx="29268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3BA3203F-5CF8-F86C-D732-CB5C3DFE1A54}"/>
                  </a:ext>
                </a:extLst>
              </p14:cNvPr>
              <p14:cNvContentPartPr/>
              <p14:nvPr/>
            </p14:nvContentPartPr>
            <p14:xfrm>
              <a:off x="8752110" y="5790420"/>
              <a:ext cx="65520" cy="212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3BA3203F-5CF8-F86C-D732-CB5C3DFE1A5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8734110" y="5772780"/>
                <a:ext cx="1011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2E0D113-21E4-711B-B665-312489FADA5B}"/>
              </a:ext>
            </a:extLst>
          </p:cNvPr>
          <p:cNvGrpSpPr/>
          <p:nvPr/>
        </p:nvGrpSpPr>
        <p:grpSpPr>
          <a:xfrm>
            <a:off x="115710" y="5804820"/>
            <a:ext cx="418320" cy="914400"/>
            <a:chOff x="115710" y="5804820"/>
            <a:chExt cx="418320" cy="9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6472A6C-119F-C41A-6152-B5330ED8DB0F}"/>
                    </a:ext>
                  </a:extLst>
                </p14:cNvPr>
                <p14:cNvContentPartPr/>
                <p14:nvPr/>
              </p14:nvContentPartPr>
              <p14:xfrm>
                <a:off x="292470" y="6038820"/>
                <a:ext cx="200520" cy="261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6472A6C-119F-C41A-6152-B5330ED8DB0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4470" y="6020820"/>
                  <a:ext cx="236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E95F9FB-0638-F043-5E33-818A140FBC4C}"/>
                    </a:ext>
                  </a:extLst>
                </p14:cNvPr>
                <p14:cNvContentPartPr/>
                <p14:nvPr/>
              </p14:nvContentPartPr>
              <p14:xfrm>
                <a:off x="276990" y="5804820"/>
                <a:ext cx="257040" cy="811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E95F9FB-0638-F043-5E33-818A140FBC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58990" y="5787180"/>
                  <a:ext cx="29268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4E9B56A-8BB9-49C1-6418-BC92FD0CB516}"/>
                    </a:ext>
                  </a:extLst>
                </p14:cNvPr>
                <p14:cNvContentPartPr/>
                <p14:nvPr/>
              </p14:nvContentPartPr>
              <p14:xfrm>
                <a:off x="115710" y="6670980"/>
                <a:ext cx="24120" cy="48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4E9B56A-8BB9-49C1-6418-BC92FD0CB5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710" y="6653340"/>
                  <a:ext cx="5976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B752134-9DA2-154C-A777-C52A80C030C0}"/>
              </a:ext>
            </a:extLst>
          </p:cNvPr>
          <p:cNvGrpSpPr/>
          <p:nvPr/>
        </p:nvGrpSpPr>
        <p:grpSpPr>
          <a:xfrm>
            <a:off x="1721310" y="6073380"/>
            <a:ext cx="3932640" cy="904390"/>
            <a:chOff x="1721310" y="6073380"/>
            <a:chExt cx="3932640" cy="90439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76978F3-AD95-3504-2A55-0360C45A0C57}"/>
                    </a:ext>
                  </a:extLst>
                </p14:cNvPr>
                <p14:cNvContentPartPr/>
                <p14:nvPr/>
              </p14:nvContentPartPr>
              <p14:xfrm>
                <a:off x="5117910" y="6073380"/>
                <a:ext cx="222840" cy="332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76978F3-AD95-3504-2A55-0360C45A0C5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099910" y="6055380"/>
                  <a:ext cx="2584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ECF668-CBA2-A7A5-41F9-D0A5D42C9E09}"/>
                    </a:ext>
                  </a:extLst>
                </p14:cNvPr>
                <p14:cNvContentPartPr/>
                <p14:nvPr/>
              </p14:nvContentPartPr>
              <p14:xfrm>
                <a:off x="1721310" y="6493140"/>
                <a:ext cx="129600" cy="306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ECF668-CBA2-A7A5-41F9-D0A5D42C9E0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703670" y="6475500"/>
                  <a:ext cx="165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75E46EB-F354-565C-2B15-6046067FE1EA}"/>
                    </a:ext>
                  </a:extLst>
                </p14:cNvPr>
                <p14:cNvContentPartPr/>
                <p14:nvPr/>
              </p14:nvContentPartPr>
              <p14:xfrm>
                <a:off x="1935150" y="6658020"/>
                <a:ext cx="194760" cy="118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75E46EB-F354-565C-2B15-6046067FE1E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17150" y="6640020"/>
                  <a:ext cx="230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4FB6AB2-9043-8C32-9F31-A435251B8E7D}"/>
                    </a:ext>
                  </a:extLst>
                </p14:cNvPr>
                <p14:cNvContentPartPr/>
                <p14:nvPr/>
              </p14:nvContentPartPr>
              <p14:xfrm>
                <a:off x="2216310" y="6730020"/>
                <a:ext cx="29880" cy="97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4FB6AB2-9043-8C32-9F31-A435251B8E7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198310" y="6712380"/>
                  <a:ext cx="65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6953349-997D-4CC5-C24A-B56B294512F6}"/>
                    </a:ext>
                  </a:extLst>
                </p14:cNvPr>
                <p14:cNvContentPartPr/>
                <p14:nvPr/>
              </p14:nvContentPartPr>
              <p14:xfrm>
                <a:off x="2431590" y="6713460"/>
                <a:ext cx="183240" cy="30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6953349-997D-4CC5-C24A-B56B294512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13950" y="6695460"/>
                  <a:ext cx="218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ECB8C99-872A-674B-31BF-96C5020268D5}"/>
                    </a:ext>
                  </a:extLst>
                </p14:cNvPr>
                <p14:cNvContentPartPr/>
                <p14:nvPr/>
              </p14:nvContentPartPr>
              <p14:xfrm>
                <a:off x="2548950" y="6619500"/>
                <a:ext cx="43560" cy="185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ECB8C99-872A-674B-31BF-96C5020268D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531310" y="6601500"/>
                  <a:ext cx="79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F1014A7-6971-1306-64B7-336E8BEDF4CE}"/>
                    </a:ext>
                  </a:extLst>
                </p14:cNvPr>
                <p14:cNvContentPartPr/>
                <p14:nvPr/>
              </p14:nvContentPartPr>
              <p14:xfrm>
                <a:off x="2754150" y="6595020"/>
                <a:ext cx="129240" cy="230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F1014A7-6971-1306-64B7-336E8BEDF4C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36510" y="6577020"/>
                  <a:ext cx="164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3A37E73-79BD-FCC3-C477-730B71E9C786}"/>
                    </a:ext>
                  </a:extLst>
                </p14:cNvPr>
                <p14:cNvContentPartPr/>
                <p14:nvPr/>
              </p14:nvContentPartPr>
              <p14:xfrm>
                <a:off x="2958990" y="6655860"/>
                <a:ext cx="159840" cy="137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3A37E73-79BD-FCC3-C477-730B71E9C78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41350" y="6637860"/>
                  <a:ext cx="195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5E5F4EC-3F1A-B785-7776-374D0A323538}"/>
                    </a:ext>
                  </a:extLst>
                </p14:cNvPr>
                <p14:cNvContentPartPr/>
                <p14:nvPr/>
              </p14:nvContentPartPr>
              <p14:xfrm>
                <a:off x="3192630" y="6712020"/>
                <a:ext cx="186120" cy="104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5E5F4EC-3F1A-B785-7776-374D0A32353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74990" y="6694380"/>
                  <a:ext cx="221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E6234A4-01BA-7B82-1C42-F806A74D25BD}"/>
                    </a:ext>
                  </a:extLst>
                </p14:cNvPr>
                <p14:cNvContentPartPr/>
                <p14:nvPr/>
              </p14:nvContentPartPr>
              <p14:xfrm>
                <a:off x="3600510" y="6746580"/>
                <a:ext cx="168480" cy="48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E6234A4-01BA-7B82-1C42-F806A74D25B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582870" y="6728940"/>
                  <a:ext cx="204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133777E-AADD-5CDA-6CA5-D41343F77DCC}"/>
                    </a:ext>
                  </a:extLst>
                </p14:cNvPr>
                <p14:cNvContentPartPr/>
                <p14:nvPr/>
              </p14:nvContentPartPr>
              <p14:xfrm>
                <a:off x="3691230" y="6686820"/>
                <a:ext cx="48240" cy="173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133777E-AADD-5CDA-6CA5-D41343F77DC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673230" y="6669180"/>
                  <a:ext cx="83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164C5AE-C6C3-B0CB-87EE-97B6C5D124E9}"/>
                    </a:ext>
                  </a:extLst>
                </p14:cNvPr>
                <p14:cNvContentPartPr/>
                <p14:nvPr/>
              </p14:nvContentPartPr>
              <p14:xfrm>
                <a:off x="4009110" y="6711730"/>
                <a:ext cx="197640" cy="135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164C5AE-C6C3-B0CB-87EE-97B6C5D124E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991110" y="6694090"/>
                  <a:ext cx="233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77E2F48-C72E-DC20-5830-C731EE2B61E5}"/>
                    </a:ext>
                  </a:extLst>
                </p14:cNvPr>
                <p14:cNvContentPartPr/>
                <p14:nvPr/>
              </p14:nvContentPartPr>
              <p14:xfrm>
                <a:off x="4300710" y="6766450"/>
                <a:ext cx="115920" cy="211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77E2F48-C72E-DC20-5830-C731EE2B61E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282710" y="6748450"/>
                  <a:ext cx="151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BA578E1-7D14-D419-7F47-F6E121590FA0}"/>
                    </a:ext>
                  </a:extLst>
                </p14:cNvPr>
                <p14:cNvContentPartPr/>
                <p14:nvPr/>
              </p14:nvContentPartPr>
              <p14:xfrm>
                <a:off x="4810830" y="6717360"/>
                <a:ext cx="106920" cy="32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BA578E1-7D14-D419-7F47-F6E121590FA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92830" y="6699720"/>
                  <a:ext cx="142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EDDA771-BCCA-CCAD-358A-78AE596A538C}"/>
                    </a:ext>
                  </a:extLst>
                </p14:cNvPr>
                <p14:cNvContentPartPr/>
                <p14:nvPr/>
              </p14:nvContentPartPr>
              <p14:xfrm>
                <a:off x="4826310" y="6787920"/>
                <a:ext cx="143640" cy="15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EDDA771-BCCA-CCAD-358A-78AE596A53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08670" y="6769920"/>
                  <a:ext cx="179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CBF50E7-212C-C21E-4EFC-DEC547DDE7CA}"/>
                    </a:ext>
                  </a:extLst>
                </p14:cNvPr>
                <p14:cNvContentPartPr/>
                <p14:nvPr/>
              </p14:nvContentPartPr>
              <p14:xfrm>
                <a:off x="5260830" y="6580200"/>
                <a:ext cx="56520" cy="218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CBF50E7-212C-C21E-4EFC-DEC547DDE7C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242830" y="6562560"/>
                  <a:ext cx="92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9F2B47A-3ED7-DD36-AD04-E03479385230}"/>
                    </a:ext>
                  </a:extLst>
                </p14:cNvPr>
                <p14:cNvContentPartPr/>
                <p14:nvPr/>
              </p14:nvContentPartPr>
              <p14:xfrm>
                <a:off x="5405190" y="6648240"/>
                <a:ext cx="248760" cy="182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9F2B47A-3ED7-DD36-AD04-E0347938523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87190" y="6630600"/>
                  <a:ext cx="284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45B71A9-8D19-A3A3-FAED-26476D5D7E9F}"/>
                    </a:ext>
                  </a:extLst>
                </p14:cNvPr>
                <p14:cNvContentPartPr/>
                <p14:nvPr/>
              </p14:nvContentPartPr>
              <p14:xfrm>
                <a:off x="1887990" y="6166980"/>
                <a:ext cx="196920" cy="177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45B71A9-8D19-A3A3-FAED-26476D5D7E9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70350" y="6148980"/>
                  <a:ext cx="232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57079D7-EA19-F308-E78B-83307DE653DB}"/>
                    </a:ext>
                  </a:extLst>
                </p14:cNvPr>
                <p14:cNvContentPartPr/>
                <p14:nvPr/>
              </p14:nvContentPartPr>
              <p14:xfrm>
                <a:off x="2181750" y="6297660"/>
                <a:ext cx="32400" cy="116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57079D7-EA19-F308-E78B-83307DE653D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164110" y="6280020"/>
                  <a:ext cx="68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7EFB3EA-A73F-804C-AFF3-60643CD06CE6}"/>
                    </a:ext>
                  </a:extLst>
                </p14:cNvPr>
                <p14:cNvContentPartPr/>
                <p14:nvPr/>
              </p14:nvContentPartPr>
              <p14:xfrm>
                <a:off x="2331150" y="6265260"/>
                <a:ext cx="147960" cy="27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7EFB3EA-A73F-804C-AFF3-60643CD06CE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313510" y="6247620"/>
                  <a:ext cx="183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421D6D7-1277-5499-BF2D-32401239D9BB}"/>
                    </a:ext>
                  </a:extLst>
                </p14:cNvPr>
                <p14:cNvContentPartPr/>
                <p14:nvPr/>
              </p14:nvContentPartPr>
              <p14:xfrm>
                <a:off x="2380470" y="6177780"/>
                <a:ext cx="63720" cy="189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421D6D7-1277-5499-BF2D-32401239D9B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62830" y="6159780"/>
                  <a:ext cx="99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B11FF06-D017-D6BC-0BA4-775CE1841791}"/>
                    </a:ext>
                  </a:extLst>
                </p14:cNvPr>
                <p14:cNvContentPartPr/>
                <p14:nvPr/>
              </p14:nvContentPartPr>
              <p14:xfrm>
                <a:off x="2629950" y="6157980"/>
                <a:ext cx="163440" cy="180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B11FF06-D017-D6BC-0BA4-775CE184179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612310" y="6139980"/>
                  <a:ext cx="1990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9FF5952-5E2C-8BC0-D387-7133E4F6A669}"/>
                    </a:ext>
                  </a:extLst>
                </p14:cNvPr>
                <p14:cNvContentPartPr/>
                <p14:nvPr/>
              </p14:nvContentPartPr>
              <p14:xfrm>
                <a:off x="2880870" y="6199020"/>
                <a:ext cx="183960" cy="141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9FF5952-5E2C-8BC0-D387-7133E4F6A66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863230" y="6181020"/>
                  <a:ext cx="219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1FB6B3-80D9-0113-E872-618B2C17440D}"/>
                    </a:ext>
                  </a:extLst>
                </p14:cNvPr>
                <p14:cNvContentPartPr/>
                <p14:nvPr/>
              </p14:nvContentPartPr>
              <p14:xfrm>
                <a:off x="3092190" y="6281100"/>
                <a:ext cx="209160" cy="137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1FB6B3-80D9-0113-E872-618B2C17440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074190" y="6263460"/>
                  <a:ext cx="244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8D6821D-BEF5-B87D-E5DC-9533B90A8894}"/>
                    </a:ext>
                  </a:extLst>
                </p14:cNvPr>
                <p14:cNvContentPartPr/>
                <p14:nvPr/>
              </p14:nvContentPartPr>
              <p14:xfrm>
                <a:off x="3455070" y="6327900"/>
                <a:ext cx="287640" cy="28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8D6821D-BEF5-B87D-E5DC-9533B90A889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37430" y="6309900"/>
                  <a:ext cx="323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62363ED-86BB-E677-6BCE-2BF8DF32A6A4}"/>
                    </a:ext>
                  </a:extLst>
                </p14:cNvPr>
                <p14:cNvContentPartPr/>
                <p14:nvPr/>
              </p14:nvContentPartPr>
              <p14:xfrm>
                <a:off x="3598710" y="6266700"/>
                <a:ext cx="34560" cy="210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62363ED-86BB-E677-6BCE-2BF8DF32A6A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81070" y="6248700"/>
                  <a:ext cx="7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B06F353-E484-21E2-B1A8-9E8D6C01FCDE}"/>
                    </a:ext>
                  </a:extLst>
                </p14:cNvPr>
                <p14:cNvContentPartPr/>
                <p14:nvPr/>
              </p14:nvContentPartPr>
              <p14:xfrm>
                <a:off x="3927390" y="6252300"/>
                <a:ext cx="178920" cy="168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B06F353-E484-21E2-B1A8-9E8D6C01FCD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909390" y="6234660"/>
                  <a:ext cx="214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BDB612D-642D-3AFA-0089-7754DFFF5075}"/>
                    </a:ext>
                  </a:extLst>
                </p14:cNvPr>
                <p14:cNvContentPartPr/>
                <p14:nvPr/>
              </p14:nvContentPartPr>
              <p14:xfrm>
                <a:off x="4179030" y="6303780"/>
                <a:ext cx="152640" cy="177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BDB612D-642D-3AFA-0089-7754DFFF507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161030" y="6285780"/>
                  <a:ext cx="188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54F44B2-2619-939A-B5FC-1F9B0658B70B}"/>
                    </a:ext>
                  </a:extLst>
                </p14:cNvPr>
                <p14:cNvContentPartPr/>
                <p14:nvPr/>
              </p14:nvContentPartPr>
              <p14:xfrm>
                <a:off x="4528230" y="6317820"/>
                <a:ext cx="150840" cy="6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54F44B2-2619-939A-B5FC-1F9B0658B70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510590" y="6300180"/>
                  <a:ext cx="186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C2C08D1-0440-AD1E-5F5B-CFB499149F99}"/>
                    </a:ext>
                  </a:extLst>
                </p14:cNvPr>
                <p14:cNvContentPartPr/>
                <p14:nvPr/>
              </p14:nvContentPartPr>
              <p14:xfrm>
                <a:off x="4527870" y="6386940"/>
                <a:ext cx="183240" cy="27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C2C08D1-0440-AD1E-5F5B-CFB499149F9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510230" y="6368940"/>
                  <a:ext cx="218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312BFF9-6819-5253-0FC2-5E1400F4EC0B}"/>
                    </a:ext>
                  </a:extLst>
                </p14:cNvPr>
                <p14:cNvContentPartPr/>
                <p14:nvPr/>
              </p14:nvContentPartPr>
              <p14:xfrm>
                <a:off x="1967550" y="6424320"/>
                <a:ext cx="14400" cy="4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312BFF9-6819-5253-0FC2-5E1400F4EC0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949910" y="6406680"/>
                  <a:ext cx="50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2F4F872-1EFC-C240-2C9D-DD970BDFF9FC}"/>
                    </a:ext>
                  </a:extLst>
                </p14:cNvPr>
                <p14:cNvContentPartPr/>
                <p14:nvPr/>
              </p14:nvContentPartPr>
              <p14:xfrm>
                <a:off x="2855310" y="6445560"/>
                <a:ext cx="4320" cy="18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2F4F872-1EFC-C240-2C9D-DD970BDFF9F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37670" y="6427560"/>
                  <a:ext cx="39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49E52D6-9654-7009-B4C5-B2662BA1B3E9}"/>
                    </a:ext>
                  </a:extLst>
                </p14:cNvPr>
                <p14:cNvContentPartPr/>
                <p14:nvPr/>
              </p14:nvContentPartPr>
              <p14:xfrm>
                <a:off x="4113510" y="6324600"/>
                <a:ext cx="34920" cy="58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49E52D6-9654-7009-B4C5-B2662BA1B3E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095870" y="6306600"/>
                  <a:ext cx="70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EEA914A-56D2-255D-E413-0A439DD80DD8}"/>
                    </a:ext>
                  </a:extLst>
                </p14:cNvPr>
                <p14:cNvContentPartPr/>
                <p14:nvPr/>
              </p14:nvContentPartPr>
              <p14:xfrm>
                <a:off x="2084910" y="6769200"/>
                <a:ext cx="16920" cy="3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EEA914A-56D2-255D-E413-0A439DD80DD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66910" y="6751560"/>
                  <a:ext cx="52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D5C7561-1B3E-85C2-91F3-FC6D693BCF57}"/>
                    </a:ext>
                  </a:extLst>
                </p14:cNvPr>
                <p14:cNvContentPartPr/>
                <p14:nvPr/>
              </p14:nvContentPartPr>
              <p14:xfrm>
                <a:off x="2931990" y="6890160"/>
                <a:ext cx="2880" cy="3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D5C7561-1B3E-85C2-91F3-FC6D693BCF5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14350" y="6872520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017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A35CDA3-44B1-B575-9D71-E6FC6E7DB5E2}"/>
              </a:ext>
            </a:extLst>
          </p:cNvPr>
          <p:cNvGrpSpPr/>
          <p:nvPr/>
        </p:nvGrpSpPr>
        <p:grpSpPr>
          <a:xfrm>
            <a:off x="1332150" y="406980"/>
            <a:ext cx="779040" cy="234720"/>
            <a:chOff x="1332150" y="406980"/>
            <a:chExt cx="77904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1FAC81-AB1E-4358-F08D-1AD3DB84779A}"/>
                    </a:ext>
                  </a:extLst>
                </p14:cNvPr>
                <p14:cNvContentPartPr/>
                <p14:nvPr/>
              </p14:nvContentPartPr>
              <p14:xfrm>
                <a:off x="1332150" y="406980"/>
                <a:ext cx="335880" cy="23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1FAC81-AB1E-4358-F08D-1AD3DB8477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4510" y="388980"/>
                  <a:ext cx="371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752B00-4527-3BD3-44DD-E0E46162D8D5}"/>
                    </a:ext>
                  </a:extLst>
                </p14:cNvPr>
                <p14:cNvContentPartPr/>
                <p14:nvPr/>
              </p14:nvContentPartPr>
              <p14:xfrm>
                <a:off x="1846950" y="489780"/>
                <a:ext cx="102600" cy="29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752B00-4527-3BD3-44DD-E0E46162D8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29310" y="471780"/>
                  <a:ext cx="138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E7B997-E9C8-95ED-7537-4540ADDD4088}"/>
                    </a:ext>
                  </a:extLst>
                </p14:cNvPr>
                <p14:cNvContentPartPr/>
                <p14:nvPr/>
              </p14:nvContentPartPr>
              <p14:xfrm>
                <a:off x="1819950" y="572220"/>
                <a:ext cx="291240" cy="43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E7B997-E9C8-95ED-7537-4540ADDD40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01950" y="554580"/>
                  <a:ext cx="3268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1F7A28-88C2-80DD-51FE-B7A101200AA7}"/>
                  </a:ext>
                </a:extLst>
              </p14:cNvPr>
              <p14:cNvContentPartPr/>
              <p14:nvPr/>
            </p14:nvContentPartPr>
            <p14:xfrm>
              <a:off x="2779710" y="280260"/>
              <a:ext cx="140760" cy="437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1F7A28-88C2-80DD-51FE-B7A101200A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62070" y="262260"/>
                <a:ext cx="17640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28D7E0-A5DC-80DA-6664-02FD2D6EFF6E}"/>
                  </a:ext>
                </a:extLst>
              </p14:cNvPr>
              <p14:cNvContentPartPr/>
              <p14:nvPr/>
            </p14:nvContentPartPr>
            <p14:xfrm>
              <a:off x="3035310" y="483300"/>
              <a:ext cx="236520" cy="151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28D7E0-A5DC-80DA-6664-02FD2D6EFF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7310" y="465300"/>
                <a:ext cx="2721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0E5DCD-5BBD-44A9-15F7-47D1C1CEE5A0}"/>
                  </a:ext>
                </a:extLst>
              </p14:cNvPr>
              <p14:cNvContentPartPr/>
              <p14:nvPr/>
            </p14:nvContentPartPr>
            <p14:xfrm>
              <a:off x="3440310" y="563940"/>
              <a:ext cx="19440" cy="196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0E5DCD-5BBD-44A9-15F7-47D1C1CEE5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22310" y="546300"/>
                <a:ext cx="550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E06796-6CC5-F094-8C11-1FFEDBEF42E7}"/>
                  </a:ext>
                </a:extLst>
              </p14:cNvPr>
              <p14:cNvContentPartPr/>
              <p14:nvPr/>
            </p14:nvContentPartPr>
            <p14:xfrm>
              <a:off x="3654150" y="563940"/>
              <a:ext cx="180000" cy="41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E06796-6CC5-F094-8C11-1FFEDBEF42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36510" y="546300"/>
                <a:ext cx="2156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BCBADB-27F3-8F0B-7EC8-830FA55188C2}"/>
                  </a:ext>
                </a:extLst>
              </p14:cNvPr>
              <p14:cNvContentPartPr/>
              <p14:nvPr/>
            </p14:nvContentPartPr>
            <p14:xfrm>
              <a:off x="3772590" y="471780"/>
              <a:ext cx="25200" cy="230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BCBADB-27F3-8F0B-7EC8-830FA55188C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4950" y="454140"/>
                <a:ext cx="608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49193EA-D48C-F051-132F-D3944C140F81}"/>
                  </a:ext>
                </a:extLst>
              </p14:cNvPr>
              <p14:cNvContentPartPr/>
              <p14:nvPr/>
            </p14:nvContentPartPr>
            <p14:xfrm>
              <a:off x="4067430" y="380340"/>
              <a:ext cx="252720" cy="82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49193EA-D48C-F051-132F-D3944C140F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49790" y="362340"/>
                <a:ext cx="2883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DCF2628-B21F-BDAC-4F5F-CAC08E624195}"/>
                  </a:ext>
                </a:extLst>
              </p14:cNvPr>
              <p14:cNvContentPartPr/>
              <p14:nvPr/>
            </p14:nvContentPartPr>
            <p14:xfrm>
              <a:off x="4058430" y="390420"/>
              <a:ext cx="192240" cy="304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DCF2628-B21F-BDAC-4F5F-CAC08E6241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40790" y="372780"/>
                <a:ext cx="22788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30CB44C-F629-658A-50EE-C01B085F02EF}"/>
                  </a:ext>
                </a:extLst>
              </p14:cNvPr>
              <p14:cNvContentPartPr/>
              <p14:nvPr/>
            </p14:nvContentPartPr>
            <p14:xfrm>
              <a:off x="4299630" y="515700"/>
              <a:ext cx="320040" cy="225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30CB44C-F629-658A-50EE-C01B085F02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81630" y="498060"/>
                <a:ext cx="35568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C44156-3AA7-2DF7-0414-F3C006EC4CBE}"/>
                  </a:ext>
                </a:extLst>
              </p14:cNvPr>
              <p14:cNvContentPartPr/>
              <p14:nvPr/>
            </p14:nvContentPartPr>
            <p14:xfrm>
              <a:off x="4649190" y="719820"/>
              <a:ext cx="351000" cy="167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C44156-3AA7-2DF7-0414-F3C006EC4C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31550" y="701820"/>
                <a:ext cx="3866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91238FF-FDDA-A416-7B16-9A3728754D40}"/>
                  </a:ext>
                </a:extLst>
              </p14:cNvPr>
              <p14:cNvContentPartPr/>
              <p14:nvPr/>
            </p14:nvContentPartPr>
            <p14:xfrm>
              <a:off x="5176590" y="596340"/>
              <a:ext cx="222120" cy="18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91238FF-FDDA-A416-7B16-9A3728754D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58590" y="578700"/>
                <a:ext cx="257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5DC8FF-B61A-E8AD-6493-1B4CCC1878AF}"/>
                  </a:ext>
                </a:extLst>
              </p14:cNvPr>
              <p14:cNvContentPartPr/>
              <p14:nvPr/>
            </p14:nvContentPartPr>
            <p14:xfrm>
              <a:off x="5255430" y="513540"/>
              <a:ext cx="46440" cy="247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5DC8FF-B61A-E8AD-6493-1B4CCC1878A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37430" y="495540"/>
                <a:ext cx="820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6CA3C3-B015-6F62-B3F3-82BE26B54D8C}"/>
                  </a:ext>
                </a:extLst>
              </p14:cNvPr>
              <p14:cNvContentPartPr/>
              <p14:nvPr/>
            </p14:nvContentPartPr>
            <p14:xfrm>
              <a:off x="5608590" y="449460"/>
              <a:ext cx="211680" cy="251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6CA3C3-B015-6F62-B3F3-82BE26B54D8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90950" y="431820"/>
                <a:ext cx="2473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2D29D60-D9C9-A414-B485-AB5B33C32994}"/>
                  </a:ext>
                </a:extLst>
              </p14:cNvPr>
              <p14:cNvContentPartPr/>
              <p14:nvPr/>
            </p14:nvContentPartPr>
            <p14:xfrm>
              <a:off x="5886150" y="568980"/>
              <a:ext cx="5400" cy="6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2D29D60-D9C9-A414-B485-AB5B33C329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68510" y="551340"/>
                <a:ext cx="41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7C9E662-46B4-318E-58D1-372F41032FFD}"/>
                  </a:ext>
                </a:extLst>
              </p14:cNvPr>
              <p14:cNvContentPartPr/>
              <p14:nvPr/>
            </p14:nvContentPartPr>
            <p14:xfrm>
              <a:off x="2764950" y="484020"/>
              <a:ext cx="117000" cy="90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7C9E662-46B4-318E-58D1-372F41032FF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47310" y="466020"/>
                <a:ext cx="15264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934A662-8128-B244-FB7C-ACDF114A0548}"/>
              </a:ext>
            </a:extLst>
          </p:cNvPr>
          <p:cNvGrpSpPr/>
          <p:nvPr/>
        </p:nvGrpSpPr>
        <p:grpSpPr>
          <a:xfrm>
            <a:off x="935790" y="1251180"/>
            <a:ext cx="379440" cy="423000"/>
            <a:chOff x="935790" y="1251180"/>
            <a:chExt cx="3794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38D3BE-6E73-F724-2B19-48C8520E4752}"/>
                    </a:ext>
                  </a:extLst>
                </p14:cNvPr>
                <p14:cNvContentPartPr/>
                <p14:nvPr/>
              </p14:nvContentPartPr>
              <p14:xfrm>
                <a:off x="935790" y="1251180"/>
                <a:ext cx="255240" cy="273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38D3BE-6E73-F724-2B19-48C8520E47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7790" y="1233540"/>
                  <a:ext cx="2908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47FF46-75D6-3A03-D176-482104D21D3E}"/>
                    </a:ext>
                  </a:extLst>
                </p14:cNvPr>
                <p14:cNvContentPartPr/>
                <p14:nvPr/>
              </p14:nvContentPartPr>
              <p14:xfrm>
                <a:off x="1272030" y="1466460"/>
                <a:ext cx="43200" cy="207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47FF46-75D6-3A03-D176-482104D21D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54390" y="1448460"/>
                  <a:ext cx="788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2E66066-90C5-A1A7-9681-4652B1D0A092}"/>
              </a:ext>
            </a:extLst>
          </p:cNvPr>
          <p:cNvGrpSpPr/>
          <p:nvPr/>
        </p:nvGrpSpPr>
        <p:grpSpPr>
          <a:xfrm>
            <a:off x="1642110" y="1316700"/>
            <a:ext cx="136800" cy="116280"/>
            <a:chOff x="1642110" y="1316700"/>
            <a:chExt cx="13680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EF47618-D06E-FB2B-9188-8D77DEBAFDCB}"/>
                    </a:ext>
                  </a:extLst>
                </p14:cNvPr>
                <p14:cNvContentPartPr/>
                <p14:nvPr/>
              </p14:nvContentPartPr>
              <p14:xfrm>
                <a:off x="1656510" y="1316700"/>
                <a:ext cx="122400" cy="1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EF47618-D06E-FB2B-9188-8D77DEBAFD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38510" y="1298700"/>
                  <a:ext cx="158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69B116-94E7-8C0A-DA41-DEFD206FF482}"/>
                    </a:ext>
                  </a:extLst>
                </p14:cNvPr>
                <p14:cNvContentPartPr/>
                <p14:nvPr/>
              </p14:nvContentPartPr>
              <p14:xfrm>
                <a:off x="1642110" y="1405620"/>
                <a:ext cx="123120" cy="27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69B116-94E7-8C0A-DA41-DEFD206FF4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24110" y="1387620"/>
                  <a:ext cx="1587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E880146-7EFA-FDBB-49E4-E4A531B7996C}"/>
                  </a:ext>
                </a:extLst>
              </p14:cNvPr>
              <p14:cNvContentPartPr/>
              <p14:nvPr/>
            </p14:nvContentPartPr>
            <p14:xfrm>
              <a:off x="2136390" y="1129860"/>
              <a:ext cx="197280" cy="485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E880146-7EFA-FDBB-49E4-E4A531B7996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18390" y="1112220"/>
                <a:ext cx="2329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C830D01-A5AC-B313-03D1-9DE8616F977A}"/>
                  </a:ext>
                </a:extLst>
              </p14:cNvPr>
              <p14:cNvContentPartPr/>
              <p14:nvPr/>
            </p14:nvContentPartPr>
            <p14:xfrm>
              <a:off x="2629950" y="1564740"/>
              <a:ext cx="95040" cy="194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C830D01-A5AC-B313-03D1-9DE8616F977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12310" y="1547100"/>
                <a:ext cx="13068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61954E2-2B8C-F3F7-ED4B-06FAE9E088AB}"/>
              </a:ext>
            </a:extLst>
          </p:cNvPr>
          <p:cNvGrpSpPr/>
          <p:nvPr/>
        </p:nvGrpSpPr>
        <p:grpSpPr>
          <a:xfrm>
            <a:off x="3323310" y="1142460"/>
            <a:ext cx="1418040" cy="548280"/>
            <a:chOff x="3323310" y="1142460"/>
            <a:chExt cx="141804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8ED001-A150-106D-90FE-F01ADB2130FF}"/>
                    </a:ext>
                  </a:extLst>
                </p14:cNvPr>
                <p14:cNvContentPartPr/>
                <p14:nvPr/>
              </p14:nvContentPartPr>
              <p14:xfrm>
                <a:off x="3323310" y="1242900"/>
                <a:ext cx="164160" cy="252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8ED001-A150-106D-90FE-F01ADB2130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05310" y="1225260"/>
                  <a:ext cx="199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0E750D-F99C-9EC4-8836-0E3BCFAD32C2}"/>
                    </a:ext>
                  </a:extLst>
                </p14:cNvPr>
                <p14:cNvContentPartPr/>
                <p14:nvPr/>
              </p14:nvContentPartPr>
              <p14:xfrm>
                <a:off x="3581790" y="1381140"/>
                <a:ext cx="160200" cy="18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0E750D-F99C-9EC4-8836-0E3BCFAD32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64150" y="1363140"/>
                  <a:ext cx="195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C9A30E-678B-EA74-C355-8729515BCC7D}"/>
                    </a:ext>
                  </a:extLst>
                </p14:cNvPr>
                <p14:cNvContentPartPr/>
                <p14:nvPr/>
              </p14:nvContentPartPr>
              <p14:xfrm>
                <a:off x="3960870" y="1319940"/>
                <a:ext cx="117720" cy="35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C9A30E-678B-EA74-C355-8729515BCC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43230" y="1301940"/>
                  <a:ext cx="153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924EE0B-0349-1804-F8D4-08F241D102D7}"/>
                    </a:ext>
                  </a:extLst>
                </p14:cNvPr>
                <p14:cNvContentPartPr/>
                <p14:nvPr/>
              </p14:nvContentPartPr>
              <p14:xfrm>
                <a:off x="3946470" y="1396620"/>
                <a:ext cx="160920" cy="48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924EE0B-0349-1804-F8D4-08F241D102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28830" y="1378620"/>
                  <a:ext cx="196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617A6C0-787B-59CA-45FC-234601A74D93}"/>
                    </a:ext>
                  </a:extLst>
                </p14:cNvPr>
                <p14:cNvContentPartPr/>
                <p14:nvPr/>
              </p14:nvContentPartPr>
              <p14:xfrm>
                <a:off x="4364070" y="1142460"/>
                <a:ext cx="144720" cy="63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617A6C0-787B-59CA-45FC-234601A74D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46430" y="1124820"/>
                  <a:ext cx="180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6C9E2E-234C-ADC7-0FA6-9FA151D33280}"/>
                    </a:ext>
                  </a:extLst>
                </p14:cNvPr>
                <p14:cNvContentPartPr/>
                <p14:nvPr/>
              </p14:nvContentPartPr>
              <p14:xfrm>
                <a:off x="4279110" y="1183500"/>
                <a:ext cx="173160" cy="244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6C9E2E-234C-ADC7-0FA6-9FA151D332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61470" y="1165500"/>
                  <a:ext cx="208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B32D01-BC85-5CDA-BEFE-7EBC3CBE0646}"/>
                    </a:ext>
                  </a:extLst>
                </p14:cNvPr>
                <p14:cNvContentPartPr/>
                <p14:nvPr/>
              </p14:nvContentPartPr>
              <p14:xfrm>
                <a:off x="4560990" y="1476540"/>
                <a:ext cx="180360" cy="214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B32D01-BC85-5CDA-BEFE-7EBC3CBE064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42990" y="1458540"/>
                  <a:ext cx="21600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ED6CED0-6F2F-D37E-F512-36BD51EA78CD}"/>
              </a:ext>
            </a:extLst>
          </p:cNvPr>
          <p:cNvGrpSpPr/>
          <p:nvPr/>
        </p:nvGrpSpPr>
        <p:grpSpPr>
          <a:xfrm>
            <a:off x="5523270" y="1207260"/>
            <a:ext cx="441000" cy="405000"/>
            <a:chOff x="5523270" y="1207260"/>
            <a:chExt cx="44100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1E7CFB2-7CFB-BB2D-5145-305FD9885861}"/>
                    </a:ext>
                  </a:extLst>
                </p14:cNvPr>
                <p14:cNvContentPartPr/>
                <p14:nvPr/>
              </p14:nvContentPartPr>
              <p14:xfrm>
                <a:off x="5523270" y="1207260"/>
                <a:ext cx="174600" cy="21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1E7CFB2-7CFB-BB2D-5145-305FD98858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05630" y="1189620"/>
                  <a:ext cx="210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7C13093-C562-E0A5-F89F-0758CC4E8736}"/>
                    </a:ext>
                  </a:extLst>
                </p14:cNvPr>
                <p14:cNvContentPartPr/>
                <p14:nvPr/>
              </p14:nvContentPartPr>
              <p14:xfrm>
                <a:off x="5832870" y="1338660"/>
                <a:ext cx="131400" cy="273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7C13093-C562-E0A5-F89F-0758CC4E87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15230" y="1321020"/>
                  <a:ext cx="167040" cy="30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00EF7CA-EC83-4474-3682-C81E70C969EA}"/>
              </a:ext>
            </a:extLst>
          </p:cNvPr>
          <p:cNvGrpSpPr/>
          <p:nvPr/>
        </p:nvGrpSpPr>
        <p:grpSpPr>
          <a:xfrm>
            <a:off x="6187110" y="1285740"/>
            <a:ext cx="189000" cy="120600"/>
            <a:chOff x="6187110" y="1285740"/>
            <a:chExt cx="1890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274C4E-1C96-8577-6F2E-2225AB3DACBD}"/>
                    </a:ext>
                  </a:extLst>
                </p14:cNvPr>
                <p14:cNvContentPartPr/>
                <p14:nvPr/>
              </p14:nvContentPartPr>
              <p14:xfrm>
                <a:off x="6187110" y="1285740"/>
                <a:ext cx="128520" cy="41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274C4E-1C96-8577-6F2E-2225AB3DAC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9110" y="1267740"/>
                  <a:ext cx="164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2AF61F-D787-B3D6-E0F2-3FD805E3ECE4}"/>
                    </a:ext>
                  </a:extLst>
                </p14:cNvPr>
                <p14:cNvContentPartPr/>
                <p14:nvPr/>
              </p14:nvContentPartPr>
              <p14:xfrm>
                <a:off x="6216270" y="1357020"/>
                <a:ext cx="159840" cy="49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2AF61F-D787-B3D6-E0F2-3FD805E3EC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98630" y="1339020"/>
                  <a:ext cx="19548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B83E75D-C71E-9A40-ED73-46ED05D30E85}"/>
                  </a:ext>
                </a:extLst>
              </p14:cNvPr>
              <p14:cNvContentPartPr/>
              <p14:nvPr/>
            </p14:nvContentPartPr>
            <p14:xfrm>
              <a:off x="6592110" y="1144980"/>
              <a:ext cx="193320" cy="227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B83E75D-C71E-9A40-ED73-46ED05D30E8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574110" y="1127340"/>
                <a:ext cx="2289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64E0C96-5C24-3E34-A6C8-795AE6A2337F}"/>
                  </a:ext>
                </a:extLst>
              </p14:cNvPr>
              <p14:cNvContentPartPr/>
              <p14:nvPr/>
            </p14:nvContentPartPr>
            <p14:xfrm>
              <a:off x="7226430" y="1335780"/>
              <a:ext cx="41400" cy="182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64E0C96-5C24-3E34-A6C8-795AE6A2337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08430" y="1318140"/>
                <a:ext cx="7704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5988C87-755D-3322-5559-52E39100676E}"/>
              </a:ext>
            </a:extLst>
          </p:cNvPr>
          <p:cNvGrpSpPr/>
          <p:nvPr/>
        </p:nvGrpSpPr>
        <p:grpSpPr>
          <a:xfrm>
            <a:off x="7627470" y="1205460"/>
            <a:ext cx="904320" cy="354600"/>
            <a:chOff x="7627470" y="1205460"/>
            <a:chExt cx="9043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3539EE-95F7-43B3-A7CF-5902E95620E1}"/>
                    </a:ext>
                  </a:extLst>
                </p14:cNvPr>
                <p14:cNvContentPartPr/>
                <p14:nvPr/>
              </p14:nvContentPartPr>
              <p14:xfrm>
                <a:off x="7627470" y="1205460"/>
                <a:ext cx="162000" cy="207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3539EE-95F7-43B3-A7CF-5902E95620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09470" y="1187820"/>
                  <a:ext cx="197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01E17C-BBAD-F4FE-448C-14E7847939DF}"/>
                    </a:ext>
                  </a:extLst>
                </p14:cNvPr>
                <p14:cNvContentPartPr/>
                <p14:nvPr/>
              </p14:nvContentPartPr>
              <p14:xfrm>
                <a:off x="7952190" y="1297620"/>
                <a:ext cx="181800" cy="26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01E17C-BBAD-F4FE-448C-14E7847939D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34190" y="1279980"/>
                  <a:ext cx="217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0A8D7BF-EF29-70D6-37DB-875794AA929A}"/>
                    </a:ext>
                  </a:extLst>
                </p14:cNvPr>
                <p14:cNvContentPartPr/>
                <p14:nvPr/>
              </p14:nvContentPartPr>
              <p14:xfrm>
                <a:off x="8339190" y="1286100"/>
                <a:ext cx="119880" cy="55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0A8D7BF-EF29-70D6-37DB-875794AA92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21550" y="1268460"/>
                  <a:ext cx="155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84BF09-3AA2-06FD-948C-899B62D4922B}"/>
                    </a:ext>
                  </a:extLst>
                </p14:cNvPr>
                <p14:cNvContentPartPr/>
                <p14:nvPr/>
              </p14:nvContentPartPr>
              <p14:xfrm>
                <a:off x="8318310" y="1376100"/>
                <a:ext cx="213480" cy="48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84BF09-3AA2-06FD-948C-899B62D492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00670" y="1358100"/>
                  <a:ext cx="24912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A8FAF47-2056-3E73-8FEE-036AAF1B35E3}"/>
                  </a:ext>
                </a:extLst>
              </p14:cNvPr>
              <p14:cNvContentPartPr/>
              <p14:nvPr/>
            </p14:nvContentPartPr>
            <p14:xfrm>
              <a:off x="8895030" y="1100700"/>
              <a:ext cx="273960" cy="235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A8FAF47-2056-3E73-8FEE-036AAF1B35E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77030" y="1083060"/>
                <a:ext cx="3096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1F9CB41-4DA0-D347-614F-E5AF5842FEC6}"/>
                  </a:ext>
                </a:extLst>
              </p14:cNvPr>
              <p14:cNvContentPartPr/>
              <p14:nvPr/>
            </p14:nvContentPartPr>
            <p14:xfrm>
              <a:off x="10004550" y="1442700"/>
              <a:ext cx="11160" cy="7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1F9CB41-4DA0-D347-614F-E5AF5842FE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86550" y="1424700"/>
                <a:ext cx="468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215D1F3-A65F-B604-ED43-33F03988D87C}"/>
              </a:ext>
            </a:extLst>
          </p:cNvPr>
          <p:cNvGrpSpPr/>
          <p:nvPr/>
        </p:nvGrpSpPr>
        <p:grpSpPr>
          <a:xfrm>
            <a:off x="2469030" y="2237580"/>
            <a:ext cx="745200" cy="292680"/>
            <a:chOff x="2469030" y="2237580"/>
            <a:chExt cx="74520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E3CA06F-C2B0-3BB3-8CF5-DB6972E5DCB5}"/>
                    </a:ext>
                  </a:extLst>
                </p14:cNvPr>
                <p14:cNvContentPartPr/>
                <p14:nvPr/>
              </p14:nvContentPartPr>
              <p14:xfrm>
                <a:off x="2469030" y="2237580"/>
                <a:ext cx="158760" cy="292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E3CA06F-C2B0-3BB3-8CF5-DB6972E5DC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51390" y="2219580"/>
                  <a:ext cx="1944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ECA857-153F-FC12-760C-1EEC2E85C870}"/>
                    </a:ext>
                  </a:extLst>
                </p14:cNvPr>
                <p14:cNvContentPartPr/>
                <p14:nvPr/>
              </p14:nvContentPartPr>
              <p14:xfrm>
                <a:off x="2577750" y="2269980"/>
                <a:ext cx="130320" cy="22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ECA857-153F-FC12-760C-1EEC2E85C87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59750" y="2252340"/>
                  <a:ext cx="165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072E85-8BC2-DAD5-961A-D688E58FEFAE}"/>
                    </a:ext>
                  </a:extLst>
                </p14:cNvPr>
                <p14:cNvContentPartPr/>
                <p14:nvPr/>
              </p14:nvContentPartPr>
              <p14:xfrm>
                <a:off x="2548230" y="2384100"/>
                <a:ext cx="150840" cy="36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072E85-8BC2-DAD5-961A-D688E58FEF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30230" y="2366100"/>
                  <a:ext cx="186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FCCECE2-DD95-13CB-3E89-C2FEF49E1552}"/>
                    </a:ext>
                  </a:extLst>
                </p14:cNvPr>
                <p14:cNvContentPartPr/>
                <p14:nvPr/>
              </p14:nvContentPartPr>
              <p14:xfrm>
                <a:off x="2908950" y="2332260"/>
                <a:ext cx="305280" cy="15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FCCECE2-DD95-13CB-3E89-C2FEF49E15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91310" y="2314260"/>
                  <a:ext cx="34092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F89AEE3-FB11-21AD-859C-57942D33073D}"/>
              </a:ext>
            </a:extLst>
          </p:cNvPr>
          <p:cNvGrpSpPr/>
          <p:nvPr/>
        </p:nvGrpSpPr>
        <p:grpSpPr>
          <a:xfrm>
            <a:off x="3468030" y="2341620"/>
            <a:ext cx="167040" cy="128160"/>
            <a:chOff x="3468030" y="2341620"/>
            <a:chExt cx="16704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9C7A5D-F2E4-60B6-1097-932C90FE5B36}"/>
                    </a:ext>
                  </a:extLst>
                </p14:cNvPr>
                <p14:cNvContentPartPr/>
                <p14:nvPr/>
              </p14:nvContentPartPr>
              <p14:xfrm>
                <a:off x="3477390" y="2341620"/>
                <a:ext cx="136080" cy="9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9C7A5D-F2E4-60B6-1097-932C90FE5B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59750" y="2323980"/>
                  <a:ext cx="171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89EEA7D-F063-C10E-F804-C1929122B22F}"/>
                    </a:ext>
                  </a:extLst>
                </p14:cNvPr>
                <p14:cNvContentPartPr/>
                <p14:nvPr/>
              </p14:nvContentPartPr>
              <p14:xfrm>
                <a:off x="3468030" y="2428740"/>
                <a:ext cx="167040" cy="41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89EEA7D-F063-C10E-F804-C1929122B2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50390" y="2411100"/>
                  <a:ext cx="2026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D4844D4-6766-5FC4-8258-0B69A41D4245}"/>
                  </a:ext>
                </a:extLst>
              </p14:cNvPr>
              <p14:cNvContentPartPr/>
              <p14:nvPr/>
            </p14:nvContentPartPr>
            <p14:xfrm>
              <a:off x="3886350" y="2209860"/>
              <a:ext cx="262800" cy="3142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D4844D4-6766-5FC4-8258-0B69A41D424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868350" y="2192220"/>
                <a:ext cx="29844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60C5CF3-1F41-B8B7-9797-A05FC88A6E1A}"/>
                  </a:ext>
                </a:extLst>
              </p14:cNvPr>
              <p14:cNvContentPartPr/>
              <p14:nvPr/>
            </p14:nvContentPartPr>
            <p14:xfrm>
              <a:off x="4754310" y="2979900"/>
              <a:ext cx="17640" cy="208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60C5CF3-1F41-B8B7-9797-A05FC88A6E1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36310" y="2961900"/>
                <a:ext cx="532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6A75FCE-719D-CDA3-99CB-95A0424351AC}"/>
                  </a:ext>
                </a:extLst>
              </p14:cNvPr>
              <p14:cNvContentPartPr/>
              <p14:nvPr/>
            </p14:nvContentPartPr>
            <p14:xfrm>
              <a:off x="1431510" y="2830860"/>
              <a:ext cx="275040" cy="1308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6A75FCE-719D-CDA3-99CB-95A0424351A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13510" y="2813220"/>
                <a:ext cx="310680" cy="134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1AB5D2D-09CA-AE3C-2045-4B347C2A6DA9}"/>
              </a:ext>
            </a:extLst>
          </p:cNvPr>
          <p:cNvGrpSpPr/>
          <p:nvPr/>
        </p:nvGrpSpPr>
        <p:grpSpPr>
          <a:xfrm>
            <a:off x="4230150" y="2818620"/>
            <a:ext cx="1172160" cy="2220120"/>
            <a:chOff x="4230150" y="2818620"/>
            <a:chExt cx="1172160" cy="22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7FE74A7-B552-6E68-F0A5-9AE2C1327CDE}"/>
                    </a:ext>
                  </a:extLst>
                </p14:cNvPr>
                <p14:cNvContentPartPr/>
                <p14:nvPr/>
              </p14:nvContentPartPr>
              <p14:xfrm>
                <a:off x="4230150" y="2942100"/>
                <a:ext cx="361800" cy="2096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7FE74A7-B552-6E68-F0A5-9AE2C1327C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12510" y="2924100"/>
                  <a:ext cx="397440" cy="21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F857929-AD4D-9C85-3E80-60610F64CAAE}"/>
                    </a:ext>
                  </a:extLst>
                </p14:cNvPr>
                <p14:cNvContentPartPr/>
                <p14:nvPr/>
              </p14:nvContentPartPr>
              <p14:xfrm>
                <a:off x="4580070" y="3137220"/>
                <a:ext cx="167040" cy="1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F857929-AD4D-9C85-3E80-60610F64CA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62070" y="3119580"/>
                  <a:ext cx="202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39D5AB0-3E89-A3FD-60A9-60A033C1CC18}"/>
                    </a:ext>
                  </a:extLst>
                </p14:cNvPr>
                <p14:cNvContentPartPr/>
                <p14:nvPr/>
              </p14:nvContentPartPr>
              <p14:xfrm>
                <a:off x="4854750" y="3229020"/>
                <a:ext cx="6120" cy="129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39D5AB0-3E89-A3FD-60A9-60A033C1CC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36750" y="3211380"/>
                  <a:ext cx="41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6810FB0-601D-92AC-D503-8B82A3C55807}"/>
                    </a:ext>
                  </a:extLst>
                </p14:cNvPr>
                <p14:cNvContentPartPr/>
                <p14:nvPr/>
              </p14:nvContentPartPr>
              <p14:xfrm>
                <a:off x="4513470" y="3653820"/>
                <a:ext cx="252360" cy="18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6810FB0-601D-92AC-D503-8B82A3C558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95830" y="3636180"/>
                  <a:ext cx="288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8B6088-2075-B640-9215-9FBAD453F9F1}"/>
                    </a:ext>
                  </a:extLst>
                </p14:cNvPr>
                <p14:cNvContentPartPr/>
                <p14:nvPr/>
              </p14:nvContentPartPr>
              <p14:xfrm>
                <a:off x="4824870" y="3785940"/>
                <a:ext cx="286920" cy="147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8B6088-2075-B640-9215-9FBAD453F9F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06870" y="3767940"/>
                  <a:ext cx="322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2B693B-C200-2E2B-43EF-346810B1B4D3}"/>
                    </a:ext>
                  </a:extLst>
                </p14:cNvPr>
                <p14:cNvContentPartPr/>
                <p14:nvPr/>
              </p14:nvContentPartPr>
              <p14:xfrm>
                <a:off x="4560630" y="4184820"/>
                <a:ext cx="251640" cy="146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2B693B-C200-2E2B-43EF-346810B1B4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42990" y="4166820"/>
                  <a:ext cx="28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42D8BC-80CF-8C2F-E702-7F836FA316E3}"/>
                    </a:ext>
                  </a:extLst>
                </p14:cNvPr>
                <p14:cNvContentPartPr/>
                <p14:nvPr/>
              </p14:nvContentPartPr>
              <p14:xfrm>
                <a:off x="4860150" y="4275540"/>
                <a:ext cx="198360" cy="178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42D8BC-80CF-8C2F-E702-7F836FA316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42510" y="4257900"/>
                  <a:ext cx="234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2A0DFB-43B0-C159-2D14-4176F3144D09}"/>
                    </a:ext>
                  </a:extLst>
                </p14:cNvPr>
                <p14:cNvContentPartPr/>
                <p14:nvPr/>
              </p14:nvContentPartPr>
              <p14:xfrm>
                <a:off x="4500150" y="4658580"/>
                <a:ext cx="254160" cy="135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2A0DFB-43B0-C159-2D14-4176F3144D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82510" y="4640580"/>
                  <a:ext cx="289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962623D-BB6E-FABC-E997-FDAC9C0325D9}"/>
                    </a:ext>
                  </a:extLst>
                </p14:cNvPr>
                <p14:cNvContentPartPr/>
                <p14:nvPr/>
              </p14:nvContentPartPr>
              <p14:xfrm>
                <a:off x="4822350" y="4713300"/>
                <a:ext cx="118440" cy="165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962623D-BB6E-FABC-E997-FDAC9C0325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04710" y="4695660"/>
                  <a:ext cx="154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95C694-55DD-3B4A-415A-A0BF589B5801}"/>
                    </a:ext>
                  </a:extLst>
                </p14:cNvPr>
                <p14:cNvContentPartPr/>
                <p14:nvPr/>
              </p14:nvContentPartPr>
              <p14:xfrm>
                <a:off x="5110710" y="2818620"/>
                <a:ext cx="291600" cy="1978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95C694-55DD-3B4A-415A-A0BF589B580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93070" y="2800620"/>
                  <a:ext cx="327240" cy="20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3E66132-C2CF-C7F0-5F5B-CC1F9D9F3068}"/>
              </a:ext>
            </a:extLst>
          </p:cNvPr>
          <p:cNvGrpSpPr/>
          <p:nvPr/>
        </p:nvGrpSpPr>
        <p:grpSpPr>
          <a:xfrm>
            <a:off x="5912070" y="3582180"/>
            <a:ext cx="205200" cy="173160"/>
            <a:chOff x="5912070" y="3582180"/>
            <a:chExt cx="2052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81AF5A-F08B-C2FC-1B04-98B08FD31E1E}"/>
                    </a:ext>
                  </a:extLst>
                </p14:cNvPr>
                <p14:cNvContentPartPr/>
                <p14:nvPr/>
              </p14:nvContentPartPr>
              <p14:xfrm>
                <a:off x="5935470" y="3582180"/>
                <a:ext cx="113760" cy="62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81AF5A-F08B-C2FC-1B04-98B08FD31E1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17830" y="3564180"/>
                  <a:ext cx="149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15B041-5AED-CE27-C1B0-74C82949B2B1}"/>
                    </a:ext>
                  </a:extLst>
                </p14:cNvPr>
                <p14:cNvContentPartPr/>
                <p14:nvPr/>
              </p14:nvContentPartPr>
              <p14:xfrm>
                <a:off x="5912070" y="3720060"/>
                <a:ext cx="205200" cy="35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15B041-5AED-CE27-C1B0-74C82949B2B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94070" y="3702420"/>
                  <a:ext cx="24084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E2FD38F-C2E2-1834-3671-A6D1CA29D575}"/>
              </a:ext>
            </a:extLst>
          </p:cNvPr>
          <p:cNvGrpSpPr/>
          <p:nvPr/>
        </p:nvGrpSpPr>
        <p:grpSpPr>
          <a:xfrm>
            <a:off x="6823950" y="2946780"/>
            <a:ext cx="1494000" cy="1593360"/>
            <a:chOff x="6823950" y="2946780"/>
            <a:chExt cx="1494000" cy="159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1DD7E44-21CA-DFA9-5C29-17CAE31E199E}"/>
                    </a:ext>
                  </a:extLst>
                </p14:cNvPr>
                <p14:cNvContentPartPr/>
                <p14:nvPr/>
              </p14:nvContentPartPr>
              <p14:xfrm>
                <a:off x="6823950" y="2978100"/>
                <a:ext cx="301680" cy="148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1DD7E44-21CA-DFA9-5C29-17CAE31E19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05950" y="2960460"/>
                  <a:ext cx="337320" cy="15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585E30F-FB94-C8E4-5BCE-A4402CADE05C}"/>
                    </a:ext>
                  </a:extLst>
                </p14:cNvPr>
                <p14:cNvContentPartPr/>
                <p14:nvPr/>
              </p14:nvContentPartPr>
              <p14:xfrm>
                <a:off x="7358910" y="3269700"/>
                <a:ext cx="181440" cy="285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585E30F-FB94-C8E4-5BCE-A4402CADE05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40910" y="3251700"/>
                  <a:ext cx="217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3E927B1-A83C-0BF9-2CC6-3E64767373EC}"/>
                    </a:ext>
                  </a:extLst>
                </p14:cNvPr>
                <p14:cNvContentPartPr/>
                <p14:nvPr/>
              </p14:nvContentPartPr>
              <p14:xfrm>
                <a:off x="7269270" y="3920580"/>
                <a:ext cx="28440" cy="231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3E927B1-A83C-0BF9-2CC6-3E64767373E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51630" y="3902580"/>
                  <a:ext cx="64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EFEC4D-BDF2-9B8D-328A-859BB225D5FC}"/>
                    </a:ext>
                  </a:extLst>
                </p14:cNvPr>
                <p14:cNvContentPartPr/>
                <p14:nvPr/>
              </p14:nvContentPartPr>
              <p14:xfrm>
                <a:off x="7506870" y="3864780"/>
                <a:ext cx="284040" cy="198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EFEC4D-BDF2-9B8D-328A-859BB225D5F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88870" y="3847140"/>
                  <a:ext cx="319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AE693C6-06ED-3BB3-949D-A44204D168AF}"/>
                    </a:ext>
                  </a:extLst>
                </p14:cNvPr>
                <p14:cNvContentPartPr/>
                <p14:nvPr/>
              </p14:nvContentPartPr>
              <p14:xfrm>
                <a:off x="7781190" y="2946780"/>
                <a:ext cx="536760" cy="1593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AE693C6-06ED-3BB3-949D-A44204D168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3550" y="2928780"/>
                  <a:ext cx="572400" cy="162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71ABC06-546B-2828-E558-5781A55C711F}"/>
                  </a:ext>
                </a:extLst>
              </p14:cNvPr>
              <p14:cNvContentPartPr/>
              <p14:nvPr/>
            </p14:nvContentPartPr>
            <p14:xfrm>
              <a:off x="775967" y="5334142"/>
              <a:ext cx="522000" cy="282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71ABC06-546B-2828-E558-5781A55C711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58327" y="5316502"/>
                <a:ext cx="55764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B436EC1-6111-078E-BEFE-46440ED92165}"/>
              </a:ext>
            </a:extLst>
          </p:cNvPr>
          <p:cNvGrpSpPr/>
          <p:nvPr/>
        </p:nvGrpSpPr>
        <p:grpSpPr>
          <a:xfrm>
            <a:off x="1812390" y="5344740"/>
            <a:ext cx="766800" cy="383760"/>
            <a:chOff x="1812390" y="5344740"/>
            <a:chExt cx="76680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A235C5D-17AE-FED4-AE00-D36F2FD3A83C}"/>
                    </a:ext>
                  </a:extLst>
                </p14:cNvPr>
                <p14:cNvContentPartPr/>
                <p14:nvPr/>
              </p14:nvContentPartPr>
              <p14:xfrm>
                <a:off x="1812390" y="5344740"/>
                <a:ext cx="336960" cy="38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A235C5D-17AE-FED4-AE00-D36F2FD3A83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94390" y="5327100"/>
                  <a:ext cx="3726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A2F9C2-2520-ADFF-BDAD-75CC8C725042}"/>
                    </a:ext>
                  </a:extLst>
                </p14:cNvPr>
                <p14:cNvContentPartPr/>
                <p14:nvPr/>
              </p14:nvContentPartPr>
              <p14:xfrm>
                <a:off x="1989870" y="5571540"/>
                <a:ext cx="270720" cy="18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A2F9C2-2520-ADFF-BDAD-75CC8C7250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71870" y="5553540"/>
                  <a:ext cx="306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05E60E8-D785-E2B6-3217-9829A1CD2D36}"/>
                    </a:ext>
                  </a:extLst>
                </p14:cNvPr>
                <p14:cNvContentPartPr/>
                <p14:nvPr/>
              </p14:nvContentPartPr>
              <p14:xfrm>
                <a:off x="2307030" y="5517900"/>
                <a:ext cx="272160" cy="182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05E60E8-D785-E2B6-3217-9829A1CD2D3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89030" y="5499900"/>
                  <a:ext cx="30780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E680E5A-270E-085C-6CE0-C5412485D073}"/>
              </a:ext>
            </a:extLst>
          </p:cNvPr>
          <p:cNvGrpSpPr/>
          <p:nvPr/>
        </p:nvGrpSpPr>
        <p:grpSpPr>
          <a:xfrm>
            <a:off x="2871870" y="5409180"/>
            <a:ext cx="559800" cy="360720"/>
            <a:chOff x="2871870" y="5409180"/>
            <a:chExt cx="55980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C7DA5E7-85CA-D3E2-01BF-2F12B0B874F1}"/>
                    </a:ext>
                  </a:extLst>
                </p14:cNvPr>
                <p14:cNvContentPartPr/>
                <p14:nvPr/>
              </p14:nvContentPartPr>
              <p14:xfrm>
                <a:off x="2897070" y="5595300"/>
                <a:ext cx="136800" cy="1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C7DA5E7-85CA-D3E2-01BF-2F12B0B874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79430" y="5577660"/>
                  <a:ext cx="172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26B529E-260F-1ACE-D89A-9E147D4574FE}"/>
                    </a:ext>
                  </a:extLst>
                </p14:cNvPr>
                <p14:cNvContentPartPr/>
                <p14:nvPr/>
              </p14:nvContentPartPr>
              <p14:xfrm>
                <a:off x="2871870" y="5656860"/>
                <a:ext cx="168840" cy="53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26B529E-260F-1ACE-D89A-9E147D4574F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54230" y="5638860"/>
                  <a:ext cx="204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2EB2034-3500-1CC2-42ED-6799CBF5E23F}"/>
                    </a:ext>
                  </a:extLst>
                </p14:cNvPr>
                <p14:cNvContentPartPr/>
                <p14:nvPr/>
              </p14:nvContentPartPr>
              <p14:xfrm>
                <a:off x="3169230" y="5409180"/>
                <a:ext cx="262440" cy="360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2EB2034-3500-1CC2-42ED-6799CBF5E2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51230" y="5391180"/>
                  <a:ext cx="29808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5B4B855-350A-9AB7-E84A-20C257D920E3}"/>
              </a:ext>
            </a:extLst>
          </p:cNvPr>
          <p:cNvGrpSpPr/>
          <p:nvPr/>
        </p:nvGrpSpPr>
        <p:grpSpPr>
          <a:xfrm>
            <a:off x="1525470" y="6022260"/>
            <a:ext cx="910440" cy="742680"/>
            <a:chOff x="1525470" y="6022260"/>
            <a:chExt cx="910440" cy="74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5DCD1C4-0298-B442-C702-79B2296CA73C}"/>
                    </a:ext>
                  </a:extLst>
                </p14:cNvPr>
                <p14:cNvContentPartPr/>
                <p14:nvPr/>
              </p14:nvContentPartPr>
              <p14:xfrm>
                <a:off x="1525470" y="6022260"/>
                <a:ext cx="307800" cy="742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5DCD1C4-0298-B442-C702-79B2296CA7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07470" y="6004620"/>
                  <a:ext cx="34344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0867BC8-7D59-F1D8-CF4A-147BB1E77832}"/>
                    </a:ext>
                  </a:extLst>
                </p14:cNvPr>
                <p14:cNvContentPartPr/>
                <p14:nvPr/>
              </p14:nvContentPartPr>
              <p14:xfrm>
                <a:off x="1967550" y="6281820"/>
                <a:ext cx="303120" cy="217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0867BC8-7D59-F1D8-CF4A-147BB1E778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49910" y="6264180"/>
                  <a:ext cx="338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83C689-502D-C108-CC48-582A607419AD}"/>
                    </a:ext>
                  </a:extLst>
                </p14:cNvPr>
                <p14:cNvContentPartPr/>
                <p14:nvPr/>
              </p14:nvContentPartPr>
              <p14:xfrm>
                <a:off x="2283270" y="6467220"/>
                <a:ext cx="14760" cy="133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83C689-502D-C108-CC48-582A607419A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65270" y="6449580"/>
                  <a:ext cx="50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3E43C2-435C-A6DF-76E5-549D3AE03C9C}"/>
                    </a:ext>
                  </a:extLst>
                </p14:cNvPr>
                <p14:cNvContentPartPr/>
                <p14:nvPr/>
              </p14:nvContentPartPr>
              <p14:xfrm>
                <a:off x="2408550" y="6550020"/>
                <a:ext cx="27360" cy="73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3E43C2-435C-A6DF-76E5-549D3AE03C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90910" y="6532380"/>
                  <a:ext cx="630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631B263-A06E-9788-27A5-FBA6036CF007}"/>
              </a:ext>
            </a:extLst>
          </p:cNvPr>
          <p:cNvGrpSpPr/>
          <p:nvPr/>
        </p:nvGrpSpPr>
        <p:grpSpPr>
          <a:xfrm>
            <a:off x="2735790" y="6325020"/>
            <a:ext cx="694080" cy="399600"/>
            <a:chOff x="2735790" y="6325020"/>
            <a:chExt cx="6940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4EF881-C28B-A59C-D24E-3F636C7D6D91}"/>
                    </a:ext>
                  </a:extLst>
                </p14:cNvPr>
                <p14:cNvContentPartPr/>
                <p14:nvPr/>
              </p14:nvContentPartPr>
              <p14:xfrm>
                <a:off x="2735790" y="6325020"/>
                <a:ext cx="222840" cy="20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4EF881-C28B-A59C-D24E-3F636C7D6D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17790" y="6307020"/>
                  <a:ext cx="258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D6CDDE7-EAB6-6838-AABA-EEB046CD6F86}"/>
                    </a:ext>
                  </a:extLst>
                </p14:cNvPr>
                <p14:cNvContentPartPr/>
                <p14:nvPr/>
              </p14:nvContentPartPr>
              <p14:xfrm>
                <a:off x="3102990" y="6407820"/>
                <a:ext cx="105480" cy="1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D6CDDE7-EAB6-6838-AABA-EEB046CD6F8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84990" y="6389820"/>
                  <a:ext cx="141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90FD9B-46E8-0EAF-BE72-68E35BB9B723}"/>
                    </a:ext>
                  </a:extLst>
                </p14:cNvPr>
                <p14:cNvContentPartPr/>
                <p14:nvPr/>
              </p14:nvContentPartPr>
              <p14:xfrm>
                <a:off x="3282990" y="6520140"/>
                <a:ext cx="146880" cy="204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90FD9B-46E8-0EAF-BE72-68E35BB9B72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64990" y="6502140"/>
                  <a:ext cx="18252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BC11985-79ED-C54C-4251-BB0E21279955}"/>
                  </a:ext>
                </a:extLst>
              </p14:cNvPr>
              <p14:cNvContentPartPr/>
              <p14:nvPr/>
            </p14:nvContentPartPr>
            <p14:xfrm>
              <a:off x="1708710" y="3054060"/>
              <a:ext cx="72000" cy="2628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BC11985-79ED-C54C-4251-BB0E2127995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90710" y="3036060"/>
                <a:ext cx="1076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82CEFA7-8F7C-941B-35D3-835B0C2A20DF}"/>
                  </a:ext>
                </a:extLst>
              </p14:cNvPr>
              <p14:cNvContentPartPr/>
              <p14:nvPr/>
            </p14:nvContentPartPr>
            <p14:xfrm>
              <a:off x="2296950" y="3096900"/>
              <a:ext cx="250920" cy="1933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82CEFA7-8F7C-941B-35D3-835B0C2A20D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279310" y="3078900"/>
                <a:ext cx="2865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36862A6-D5BE-225D-80BE-7CAAF3D02023}"/>
                  </a:ext>
                </a:extLst>
              </p14:cNvPr>
              <p14:cNvContentPartPr/>
              <p14:nvPr/>
            </p14:nvContentPartPr>
            <p14:xfrm>
              <a:off x="2949630" y="3053340"/>
              <a:ext cx="69480" cy="201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36862A6-D5BE-225D-80BE-7CAAF3D0202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931630" y="3035700"/>
                <a:ext cx="1051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588814B-3B15-1F49-4D11-5F566AFBDAA0}"/>
                  </a:ext>
                </a:extLst>
              </p14:cNvPr>
              <p14:cNvContentPartPr/>
              <p14:nvPr/>
            </p14:nvContentPartPr>
            <p14:xfrm>
              <a:off x="3439590" y="3050820"/>
              <a:ext cx="240840" cy="2383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588814B-3B15-1F49-4D11-5F566AFBDAA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421950" y="3033180"/>
                <a:ext cx="276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04FAE15-AEA3-7832-DBD5-D5D8AECCB3E4}"/>
                  </a:ext>
                </a:extLst>
              </p14:cNvPr>
              <p14:cNvContentPartPr/>
              <p14:nvPr/>
            </p14:nvContentPartPr>
            <p14:xfrm>
              <a:off x="1822110" y="3682980"/>
              <a:ext cx="117000" cy="2818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04FAE15-AEA3-7832-DBD5-D5D8AECCB3E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804110" y="3664980"/>
                <a:ext cx="1526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405A975-D4B0-A2CD-8C4B-E6B3944EFEFC}"/>
                  </a:ext>
                </a:extLst>
              </p14:cNvPr>
              <p14:cNvContentPartPr/>
              <p14:nvPr/>
            </p14:nvContentPartPr>
            <p14:xfrm>
              <a:off x="2301270" y="3723300"/>
              <a:ext cx="188280" cy="2804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405A975-D4B0-A2CD-8C4B-E6B3944EFEF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283630" y="3705660"/>
                <a:ext cx="2239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C1C45AF-B07D-4A43-0BEF-5A7FE320D5F4}"/>
                  </a:ext>
                </a:extLst>
              </p14:cNvPr>
              <p14:cNvContentPartPr/>
              <p14:nvPr/>
            </p14:nvContentPartPr>
            <p14:xfrm>
              <a:off x="2780790" y="3752820"/>
              <a:ext cx="208080" cy="2394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C1C45AF-B07D-4A43-0BEF-5A7FE320D5F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763150" y="3735180"/>
                <a:ext cx="2437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C8C4FAF-5B37-7BFE-0067-38CA3A6A3D0D}"/>
                  </a:ext>
                </a:extLst>
              </p14:cNvPr>
              <p14:cNvContentPartPr/>
              <p14:nvPr/>
            </p14:nvContentPartPr>
            <p14:xfrm>
              <a:off x="1654710" y="4011300"/>
              <a:ext cx="3240" cy="43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C8C4FAF-5B37-7BFE-0067-38CA3A6A3D0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637070" y="3993300"/>
                <a:ext cx="38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30AD6B7-0A05-4D86-84BE-27AE2F07DF09}"/>
                  </a:ext>
                </a:extLst>
              </p14:cNvPr>
              <p14:cNvContentPartPr/>
              <p14:nvPr/>
            </p14:nvContentPartPr>
            <p14:xfrm>
              <a:off x="2454630" y="4128660"/>
              <a:ext cx="360" cy="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30AD6B7-0A05-4D86-84BE-27AE2F07DF0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436990" y="411066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77D0B5D-0FDD-ADC4-D912-71583979CC7D}"/>
                  </a:ext>
                </a:extLst>
              </p14:cNvPr>
              <p14:cNvContentPartPr/>
              <p14:nvPr/>
            </p14:nvContentPartPr>
            <p14:xfrm>
              <a:off x="2938470" y="4054140"/>
              <a:ext cx="3600" cy="6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77D0B5D-0FDD-ADC4-D912-71583979CC7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920830" y="4036500"/>
                <a:ext cx="3924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9770955-46D4-74D9-0FC2-1F65F7AAB2CC}"/>
              </a:ext>
            </a:extLst>
          </p:cNvPr>
          <p:cNvGrpSpPr/>
          <p:nvPr/>
        </p:nvGrpSpPr>
        <p:grpSpPr>
          <a:xfrm>
            <a:off x="3338070" y="2943180"/>
            <a:ext cx="589680" cy="1162440"/>
            <a:chOff x="3338070" y="2943180"/>
            <a:chExt cx="589680" cy="11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958B28-6E46-5A55-7096-CA4E4963989C}"/>
                    </a:ext>
                  </a:extLst>
                </p14:cNvPr>
                <p14:cNvContentPartPr/>
                <p14:nvPr/>
              </p14:nvContentPartPr>
              <p14:xfrm>
                <a:off x="3460110" y="3694500"/>
                <a:ext cx="35640" cy="264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958B28-6E46-5A55-7096-CA4E4963989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442470" y="3676500"/>
                  <a:ext cx="712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A57E01C-E6F1-6691-553C-3700D3F358E7}"/>
                    </a:ext>
                  </a:extLst>
                </p14:cNvPr>
                <p14:cNvContentPartPr/>
                <p14:nvPr/>
              </p14:nvContentPartPr>
              <p14:xfrm>
                <a:off x="3338070" y="2943180"/>
                <a:ext cx="589680" cy="1162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A57E01C-E6F1-6691-553C-3700D3F358E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320070" y="2925540"/>
                  <a:ext cx="625320" cy="11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211FA7A-E475-1E47-A0A1-A148ADCC51F7}"/>
                    </a:ext>
                  </a:extLst>
                </p14:cNvPr>
                <p14:cNvContentPartPr/>
                <p14:nvPr/>
              </p14:nvContentPartPr>
              <p14:xfrm>
                <a:off x="3543270" y="3964860"/>
                <a:ext cx="5400" cy="4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211FA7A-E475-1E47-A0A1-A148ADCC51F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525630" y="3946860"/>
                  <a:ext cx="410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C353A3A-F454-F7AC-6B97-450D24474D77}"/>
              </a:ext>
            </a:extLst>
          </p:cNvPr>
          <p:cNvGrpSpPr/>
          <p:nvPr/>
        </p:nvGrpSpPr>
        <p:grpSpPr>
          <a:xfrm>
            <a:off x="3729030" y="6175620"/>
            <a:ext cx="392040" cy="476280"/>
            <a:chOff x="3729030" y="6175620"/>
            <a:chExt cx="39204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D0362A5-52E8-707F-5B63-43988637E2B6}"/>
                    </a:ext>
                  </a:extLst>
                </p14:cNvPr>
                <p14:cNvContentPartPr/>
                <p14:nvPr/>
              </p14:nvContentPartPr>
              <p14:xfrm>
                <a:off x="3729030" y="6175620"/>
                <a:ext cx="216720" cy="326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D0362A5-52E8-707F-5B63-43988637E2B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711030" y="6157980"/>
                  <a:ext cx="252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64C126-8DB7-4244-C667-3FE2A951F5B8}"/>
                    </a:ext>
                  </a:extLst>
                </p14:cNvPr>
                <p14:cNvContentPartPr/>
                <p14:nvPr/>
              </p14:nvContentPartPr>
              <p14:xfrm>
                <a:off x="3928110" y="6416460"/>
                <a:ext cx="192960" cy="235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64C126-8DB7-4244-C667-3FE2A951F5B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910470" y="6398460"/>
                  <a:ext cx="22860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E7022B4-BDB9-1730-0A1B-63770771917D}"/>
              </a:ext>
            </a:extLst>
          </p:cNvPr>
          <p:cNvGrpSpPr/>
          <p:nvPr/>
        </p:nvGrpSpPr>
        <p:grpSpPr>
          <a:xfrm>
            <a:off x="4558830" y="5963220"/>
            <a:ext cx="1022040" cy="873360"/>
            <a:chOff x="4558830" y="5963220"/>
            <a:chExt cx="10220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80D7FC-473C-B248-EF02-05E9413880B8}"/>
                    </a:ext>
                  </a:extLst>
                </p14:cNvPr>
                <p14:cNvContentPartPr/>
                <p14:nvPr/>
              </p14:nvContentPartPr>
              <p14:xfrm>
                <a:off x="4558830" y="6498900"/>
                <a:ext cx="145800" cy="167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80D7FC-473C-B248-EF02-05E9413880B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41190" y="6480900"/>
                  <a:ext cx="181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2F82C1E-5804-1986-C0CC-2A7659E1AC6D}"/>
                    </a:ext>
                  </a:extLst>
                </p14:cNvPr>
                <p14:cNvContentPartPr/>
                <p14:nvPr/>
              </p14:nvContentPartPr>
              <p14:xfrm>
                <a:off x="4737750" y="6309540"/>
                <a:ext cx="231480" cy="228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2F82C1E-5804-1986-C0CC-2A7659E1AC6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20110" y="6291540"/>
                  <a:ext cx="267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00FACCE-8FAB-05F8-8B9E-4DA703B05396}"/>
                    </a:ext>
                  </a:extLst>
                </p14:cNvPr>
                <p14:cNvContentPartPr/>
                <p14:nvPr/>
              </p14:nvContentPartPr>
              <p14:xfrm>
                <a:off x="5063910" y="6427980"/>
                <a:ext cx="129600" cy="203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00FACCE-8FAB-05F8-8B9E-4DA703B0539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45910" y="6409980"/>
                  <a:ext cx="165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B508448-BCDB-6589-7D17-FCE5DFDBECC9}"/>
                    </a:ext>
                  </a:extLst>
                </p14:cNvPr>
                <p14:cNvContentPartPr/>
                <p14:nvPr/>
              </p14:nvContentPartPr>
              <p14:xfrm>
                <a:off x="5163270" y="5963220"/>
                <a:ext cx="417600" cy="873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B508448-BCDB-6589-7D17-FCE5DFDBECC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145270" y="5945220"/>
                  <a:ext cx="453240" cy="90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3B8908F-0959-1EC6-6C1E-2B50CC469A17}"/>
                  </a:ext>
                </a:extLst>
              </p14:cNvPr>
              <p14:cNvContentPartPr/>
              <p14:nvPr/>
            </p14:nvContentPartPr>
            <p14:xfrm>
              <a:off x="5831790" y="6225890"/>
              <a:ext cx="272880" cy="246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3B8908F-0959-1EC6-6C1E-2B50CC469A17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5814150" y="6208250"/>
                <a:ext cx="30852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38EEB7A-DF95-6134-5CC1-732554CC5DE4}"/>
              </a:ext>
            </a:extLst>
          </p:cNvPr>
          <p:cNvGrpSpPr/>
          <p:nvPr/>
        </p:nvGrpSpPr>
        <p:grpSpPr>
          <a:xfrm>
            <a:off x="6388350" y="6300770"/>
            <a:ext cx="191880" cy="140760"/>
            <a:chOff x="6388350" y="6300770"/>
            <a:chExt cx="191880" cy="1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E222225-1F12-3A95-1ABF-8A67917350F7}"/>
                    </a:ext>
                  </a:extLst>
                </p14:cNvPr>
                <p14:cNvContentPartPr/>
                <p14:nvPr/>
              </p14:nvContentPartPr>
              <p14:xfrm>
                <a:off x="6421470" y="6300770"/>
                <a:ext cx="127440" cy="17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E222225-1F12-3A95-1ABF-8A67917350F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403830" y="6282770"/>
                  <a:ext cx="163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147059B-2A24-AE58-8DE6-A6E2436DF064}"/>
                    </a:ext>
                  </a:extLst>
                </p14:cNvPr>
                <p14:cNvContentPartPr/>
                <p14:nvPr/>
              </p14:nvContentPartPr>
              <p14:xfrm>
                <a:off x="6388350" y="6395090"/>
                <a:ext cx="191880" cy="46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147059B-2A24-AE58-8DE6-A6E2436DF06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370710" y="6377450"/>
                  <a:ext cx="22752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47EF0AA-357D-3D81-0D6B-5874EFF179AE}"/>
                  </a:ext>
                </a:extLst>
              </p14:cNvPr>
              <p14:cNvContentPartPr/>
              <p14:nvPr/>
            </p14:nvContentPartPr>
            <p14:xfrm>
              <a:off x="7003590" y="5994050"/>
              <a:ext cx="203040" cy="446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47EF0AA-357D-3D81-0D6B-5874EFF179A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985950" y="5976050"/>
                <a:ext cx="238680" cy="48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999D5D3-E25B-F56A-97C9-140634BEF2C6}"/>
              </a:ext>
            </a:extLst>
          </p:cNvPr>
          <p:cNvGrpSpPr/>
          <p:nvPr/>
        </p:nvGrpSpPr>
        <p:grpSpPr>
          <a:xfrm>
            <a:off x="6103230" y="462780"/>
            <a:ext cx="909000" cy="518760"/>
            <a:chOff x="6103230" y="462780"/>
            <a:chExt cx="90900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8078FB-522C-FF12-799C-F1CEBBFB1E54}"/>
                    </a:ext>
                  </a:extLst>
                </p14:cNvPr>
                <p14:cNvContentPartPr/>
                <p14:nvPr/>
              </p14:nvContentPartPr>
              <p14:xfrm>
                <a:off x="6103230" y="547020"/>
                <a:ext cx="322200" cy="20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8078FB-522C-FF12-799C-F1CEBBFB1E5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085590" y="529020"/>
                  <a:ext cx="357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72BDD9-81F2-2D67-22F2-3CDCEB96BD1B}"/>
                    </a:ext>
                  </a:extLst>
                </p14:cNvPr>
                <p14:cNvContentPartPr/>
                <p14:nvPr/>
              </p14:nvContentPartPr>
              <p14:xfrm>
                <a:off x="6363870" y="710100"/>
                <a:ext cx="331920" cy="27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72BDD9-81F2-2D67-22F2-3CDCEB96BD1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345870" y="692460"/>
                  <a:ext cx="367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09F663-7474-866B-22CF-9CB49C4BD772}"/>
                    </a:ext>
                  </a:extLst>
                </p14:cNvPr>
                <p14:cNvContentPartPr/>
                <p14:nvPr/>
              </p14:nvContentPartPr>
              <p14:xfrm>
                <a:off x="6839790" y="567180"/>
                <a:ext cx="172440" cy="27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09F663-7474-866B-22CF-9CB49C4BD77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822150" y="549180"/>
                  <a:ext cx="208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B6A47E-7544-56B4-215D-1323E7318D34}"/>
                    </a:ext>
                  </a:extLst>
                </p14:cNvPr>
                <p14:cNvContentPartPr/>
                <p14:nvPr/>
              </p14:nvContentPartPr>
              <p14:xfrm>
                <a:off x="6925470" y="462780"/>
                <a:ext cx="40320" cy="22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B6A47E-7544-56B4-215D-1323E7318D3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907470" y="445140"/>
                  <a:ext cx="75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841E5C5-0BE1-013E-8BA7-6D6D1464493B}"/>
                    </a:ext>
                  </a:extLst>
                </p14:cNvPr>
                <p14:cNvContentPartPr/>
                <p14:nvPr/>
              </p14:nvContentPartPr>
              <p14:xfrm>
                <a:off x="6228510" y="614930"/>
                <a:ext cx="2880" cy="2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841E5C5-0BE1-013E-8BA7-6D6D1464493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10870" y="597290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6F3CA10-183D-ECB4-994A-2D68561CE676}"/>
                  </a:ext>
                </a:extLst>
              </p14:cNvPr>
              <p14:cNvContentPartPr/>
              <p14:nvPr/>
            </p14:nvContentPartPr>
            <p14:xfrm>
              <a:off x="5643870" y="631130"/>
              <a:ext cx="7920" cy="28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6F3CA10-183D-ECB4-994A-2D68561CE676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5625870" y="613130"/>
                <a:ext cx="435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CD1B1CD-6336-A4CC-3328-542C0B0D5D3E}"/>
              </a:ext>
            </a:extLst>
          </p:cNvPr>
          <p:cNvGrpSpPr/>
          <p:nvPr/>
        </p:nvGrpSpPr>
        <p:grpSpPr>
          <a:xfrm>
            <a:off x="7241910" y="410940"/>
            <a:ext cx="964800" cy="517320"/>
            <a:chOff x="7241910" y="410940"/>
            <a:chExt cx="96480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A03758-FDFB-9392-127C-F5B2E1D95C74}"/>
                    </a:ext>
                  </a:extLst>
                </p14:cNvPr>
                <p14:cNvContentPartPr/>
                <p14:nvPr/>
              </p14:nvContentPartPr>
              <p14:xfrm>
                <a:off x="7241910" y="410940"/>
                <a:ext cx="173160" cy="255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A03758-FDFB-9392-127C-F5B2E1D95C7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223910" y="393300"/>
                  <a:ext cx="2088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C291CB-169F-584D-21A6-7E9C53EE2080}"/>
                    </a:ext>
                  </a:extLst>
                </p14:cNvPr>
                <p14:cNvContentPartPr/>
                <p14:nvPr/>
              </p14:nvContentPartPr>
              <p14:xfrm>
                <a:off x="7538550" y="571500"/>
                <a:ext cx="11160" cy="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C291CB-169F-584D-21A6-7E9C53EE208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520910" y="553500"/>
                  <a:ext cx="46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EF893F-4C34-D45F-DE44-96C4657750EE}"/>
                    </a:ext>
                  </a:extLst>
                </p14:cNvPr>
                <p14:cNvContentPartPr/>
                <p14:nvPr/>
              </p14:nvContentPartPr>
              <p14:xfrm>
                <a:off x="7691910" y="494460"/>
                <a:ext cx="249120" cy="187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EF893F-4C34-D45F-DE44-96C4657750E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674270" y="476460"/>
                  <a:ext cx="284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37D065-4189-1E38-4A32-BF5007CF8BB7}"/>
                    </a:ext>
                  </a:extLst>
                </p14:cNvPr>
                <p14:cNvContentPartPr/>
                <p14:nvPr/>
              </p14:nvContentPartPr>
              <p14:xfrm>
                <a:off x="8070630" y="612540"/>
                <a:ext cx="136080" cy="315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37D065-4189-1E38-4A32-BF5007CF8BB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052630" y="594900"/>
                  <a:ext cx="171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3C57EDF-CF0F-B0A3-95F4-C43F14F6F48C}"/>
                    </a:ext>
                  </a:extLst>
                </p14:cNvPr>
                <p14:cNvContentPartPr/>
                <p14:nvPr/>
              </p14:nvContentPartPr>
              <p14:xfrm>
                <a:off x="7734030" y="655970"/>
                <a:ext cx="4680" cy="1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3C57EDF-CF0F-B0A3-95F4-C43F14F6F48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716030" y="638330"/>
                  <a:ext cx="40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1A20FCD-B1AB-7A33-AC77-D6774C76CDAB}"/>
                    </a:ext>
                  </a:extLst>
                </p14:cNvPr>
                <p14:cNvContentPartPr/>
                <p14:nvPr/>
              </p14:nvContentPartPr>
              <p14:xfrm>
                <a:off x="7394190" y="682970"/>
                <a:ext cx="360" cy="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1A20FCD-B1AB-7A33-AC77-D6774C76CD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76190" y="664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E4AC20-2AE3-1BB7-3D27-A5B0CEFC0F4B}"/>
                  </a:ext>
                </a:extLst>
              </p14:cNvPr>
              <p14:cNvContentPartPr/>
              <p14:nvPr/>
            </p14:nvContentPartPr>
            <p14:xfrm>
              <a:off x="1218033" y="90785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E4AC20-2AE3-1BB7-3D27-A5B0CEFC0F4B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213713" y="90353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54AE19-95FD-8BAC-8933-940CCC62F1D0}"/>
                  </a:ext>
                </a:extLst>
              </p14:cNvPr>
              <p14:cNvContentPartPr/>
              <p14:nvPr/>
            </p14:nvContentPartPr>
            <p14:xfrm>
              <a:off x="2106513" y="1736575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54AE19-95FD-8BAC-8933-940CCC62F1D0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2088513" y="171857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B943220-45C9-0FC1-2A9E-D2E0315F7147}"/>
                  </a:ext>
                </a:extLst>
              </p14:cNvPr>
              <p14:cNvContentPartPr/>
              <p14:nvPr/>
            </p14:nvContentPartPr>
            <p14:xfrm>
              <a:off x="4505553" y="1765015"/>
              <a:ext cx="5760" cy="1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B943220-45C9-0FC1-2A9E-D2E0315F714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487553" y="1747375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93CAE68-7D0D-E84A-503A-19674A071357}"/>
                  </a:ext>
                </a:extLst>
              </p14:cNvPr>
              <p14:cNvContentPartPr/>
              <p14:nvPr/>
            </p14:nvContentPartPr>
            <p14:xfrm>
              <a:off x="5925033" y="1795975"/>
              <a:ext cx="20880" cy="2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93CAE68-7D0D-E84A-503A-19674A071357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5907033" y="1778335"/>
                <a:ext cx="565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2C9D90C-32D7-A9E1-7217-45C5F51576EC}"/>
                  </a:ext>
                </a:extLst>
              </p14:cNvPr>
              <p14:cNvContentPartPr/>
              <p14:nvPr/>
            </p14:nvContentPartPr>
            <p14:xfrm>
              <a:off x="6725673" y="1621735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2C9D90C-32D7-A9E1-7217-45C5F51576E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707673" y="160373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357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D6B0ACA-4B80-8E88-0A9F-291E19A04A08}"/>
              </a:ext>
            </a:extLst>
          </p:cNvPr>
          <p:cNvGrpSpPr/>
          <p:nvPr/>
        </p:nvGrpSpPr>
        <p:grpSpPr>
          <a:xfrm>
            <a:off x="964230" y="249660"/>
            <a:ext cx="1114200" cy="424080"/>
            <a:chOff x="964230" y="249660"/>
            <a:chExt cx="111420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0553C0-7E27-F746-A90B-2CB527940F3D}"/>
                    </a:ext>
                  </a:extLst>
                </p14:cNvPr>
                <p14:cNvContentPartPr/>
                <p14:nvPr/>
              </p14:nvContentPartPr>
              <p14:xfrm>
                <a:off x="964230" y="278820"/>
                <a:ext cx="69120" cy="29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0553C0-7E27-F746-A90B-2CB527940F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6590" y="260820"/>
                  <a:ext cx="104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3DA733A-03E6-800D-8DC1-BE0D693C4D73}"/>
                    </a:ext>
                  </a:extLst>
                </p14:cNvPr>
                <p14:cNvContentPartPr/>
                <p14:nvPr/>
              </p14:nvContentPartPr>
              <p14:xfrm>
                <a:off x="964590" y="249660"/>
                <a:ext cx="185400" cy="321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3DA733A-03E6-800D-8DC1-BE0D693C4D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6590" y="232020"/>
                  <a:ext cx="2210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888520-298F-58EE-A94B-6A579AD886A9}"/>
                    </a:ext>
                  </a:extLst>
                </p14:cNvPr>
                <p14:cNvContentPartPr/>
                <p14:nvPr/>
              </p14:nvContentPartPr>
              <p14:xfrm>
                <a:off x="1221990" y="394020"/>
                <a:ext cx="447480" cy="167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888520-298F-58EE-A94B-6A579AD886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4350" y="376380"/>
                  <a:ext cx="483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1D6A0D-A6AA-43FA-5A3D-69E42CD3006E}"/>
                    </a:ext>
                  </a:extLst>
                </p14:cNvPr>
                <p14:cNvContentPartPr/>
                <p14:nvPr/>
              </p14:nvContentPartPr>
              <p14:xfrm>
                <a:off x="1765950" y="319860"/>
                <a:ext cx="66240" cy="353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1D6A0D-A6AA-43FA-5A3D-69E42CD3006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48310" y="302220"/>
                  <a:ext cx="1018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498906-4523-886B-3AC8-88375E6718D0}"/>
                    </a:ext>
                  </a:extLst>
                </p14:cNvPr>
                <p14:cNvContentPartPr/>
                <p14:nvPr/>
              </p14:nvContentPartPr>
              <p14:xfrm>
                <a:off x="1778550" y="401940"/>
                <a:ext cx="299880" cy="231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498906-4523-886B-3AC8-88375E6718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60550" y="383940"/>
                  <a:ext cx="33552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BE25DF-2FCE-3A26-DB7B-61F08C05F8E4}"/>
                  </a:ext>
                </a:extLst>
              </p14:cNvPr>
              <p14:cNvContentPartPr/>
              <p14:nvPr/>
            </p14:nvContentPartPr>
            <p14:xfrm>
              <a:off x="2405310" y="407700"/>
              <a:ext cx="438840" cy="685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BE25DF-2FCE-3A26-DB7B-61F08C05F8E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87310" y="390060"/>
                <a:ext cx="474480" cy="72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BBD50F8-9E22-DAD8-7591-CE6B8FD7BBEA}"/>
              </a:ext>
            </a:extLst>
          </p:cNvPr>
          <p:cNvGrpSpPr/>
          <p:nvPr/>
        </p:nvGrpSpPr>
        <p:grpSpPr>
          <a:xfrm>
            <a:off x="3279390" y="292500"/>
            <a:ext cx="1568880" cy="405360"/>
            <a:chOff x="3279390" y="292500"/>
            <a:chExt cx="156888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07D03A-3A65-A983-05B2-2BE035471999}"/>
                    </a:ext>
                  </a:extLst>
                </p14:cNvPr>
                <p14:cNvContentPartPr/>
                <p14:nvPr/>
              </p14:nvContentPartPr>
              <p14:xfrm>
                <a:off x="3279390" y="520020"/>
                <a:ext cx="394920" cy="163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07D03A-3A65-A983-05B2-2BE03547199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1390" y="502380"/>
                  <a:ext cx="430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DC93F3-9C3E-3E5C-A7A8-B962863F0FAC}"/>
                    </a:ext>
                  </a:extLst>
                </p14:cNvPr>
                <p14:cNvContentPartPr/>
                <p14:nvPr/>
              </p14:nvContentPartPr>
              <p14:xfrm>
                <a:off x="3743070" y="292500"/>
                <a:ext cx="807480" cy="40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DC93F3-9C3E-3E5C-A7A8-B962863F0F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25070" y="274860"/>
                  <a:ext cx="8431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893AE7-6F59-7C4B-699B-90CF0C90BCE7}"/>
                    </a:ext>
                  </a:extLst>
                </p14:cNvPr>
                <p14:cNvContentPartPr/>
                <p14:nvPr/>
              </p14:nvContentPartPr>
              <p14:xfrm>
                <a:off x="4654230" y="539100"/>
                <a:ext cx="194040" cy="13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893AE7-6F59-7C4B-699B-90CF0C90BC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36590" y="521100"/>
                  <a:ext cx="229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D777E3-62AA-7D5A-C956-2A417CB9C13F}"/>
                    </a:ext>
                  </a:extLst>
                </p14:cNvPr>
                <p14:cNvContentPartPr/>
                <p14:nvPr/>
              </p14:nvContentPartPr>
              <p14:xfrm>
                <a:off x="4572870" y="361980"/>
                <a:ext cx="56880" cy="2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D777E3-62AA-7D5A-C956-2A417CB9C1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54870" y="343980"/>
                  <a:ext cx="92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CE1E8B-E92E-68BA-8F05-CE1B402E968B}"/>
                    </a:ext>
                  </a:extLst>
                </p14:cNvPr>
                <p14:cNvContentPartPr/>
                <p14:nvPr/>
              </p14:nvContentPartPr>
              <p14:xfrm>
                <a:off x="4066350" y="334260"/>
                <a:ext cx="274320" cy="1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CE1E8B-E92E-68BA-8F05-CE1B402E96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48350" y="316260"/>
                  <a:ext cx="3099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6BF568-6161-8155-B4C3-99F4FD1E6CA5}"/>
              </a:ext>
            </a:extLst>
          </p:cNvPr>
          <p:cNvGrpSpPr/>
          <p:nvPr/>
        </p:nvGrpSpPr>
        <p:grpSpPr>
          <a:xfrm>
            <a:off x="5246790" y="374580"/>
            <a:ext cx="304200" cy="289080"/>
            <a:chOff x="5246790" y="374580"/>
            <a:chExt cx="30420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EB3DA2-08C9-F70C-0584-923D599FB2EB}"/>
                    </a:ext>
                  </a:extLst>
                </p14:cNvPr>
                <p14:cNvContentPartPr/>
                <p14:nvPr/>
              </p14:nvContentPartPr>
              <p14:xfrm>
                <a:off x="5246790" y="476100"/>
                <a:ext cx="33480" cy="18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EB3DA2-08C9-F70C-0584-923D599FB2E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9150" y="458100"/>
                  <a:ext cx="69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C77211-FD33-8B6F-5F39-1EE8CB263C7A}"/>
                    </a:ext>
                  </a:extLst>
                </p14:cNvPr>
                <p14:cNvContentPartPr/>
                <p14:nvPr/>
              </p14:nvContentPartPr>
              <p14:xfrm>
                <a:off x="5387910" y="491580"/>
                <a:ext cx="163080" cy="17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C77211-FD33-8B6F-5F39-1EE8CB263C7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69910" y="473940"/>
                  <a:ext cx="198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A1A891-F96D-23B3-2D45-A586526B6E0F}"/>
                    </a:ext>
                  </a:extLst>
                </p14:cNvPr>
                <p14:cNvContentPartPr/>
                <p14:nvPr/>
              </p14:nvContentPartPr>
              <p14:xfrm>
                <a:off x="5419590" y="374580"/>
                <a:ext cx="34560" cy="3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A1A891-F96D-23B3-2D45-A586526B6E0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01950" y="356580"/>
                  <a:ext cx="7020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DB362B5-9944-96CB-3A9B-1701ED3A2A8E}"/>
                  </a:ext>
                </a:extLst>
              </p14:cNvPr>
              <p14:cNvContentPartPr/>
              <p14:nvPr/>
            </p14:nvContentPartPr>
            <p14:xfrm>
              <a:off x="5934390" y="436860"/>
              <a:ext cx="271440" cy="22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DB362B5-9944-96CB-3A9B-1701ED3A2A8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16750" y="418860"/>
                <a:ext cx="3070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E75140-803B-840D-E6B3-3273C800D6C7}"/>
                  </a:ext>
                </a:extLst>
              </p14:cNvPr>
              <p14:cNvContentPartPr/>
              <p14:nvPr/>
            </p14:nvContentPartPr>
            <p14:xfrm>
              <a:off x="7031670" y="736020"/>
              <a:ext cx="55800" cy="13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7E75140-803B-840D-E6B3-3273C800D6C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014030" y="718380"/>
                <a:ext cx="9144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D842E78-4117-9956-463E-2C2D490E3CB8}"/>
              </a:ext>
            </a:extLst>
          </p:cNvPr>
          <p:cNvGrpSpPr/>
          <p:nvPr/>
        </p:nvGrpSpPr>
        <p:grpSpPr>
          <a:xfrm>
            <a:off x="427830" y="1101060"/>
            <a:ext cx="291600" cy="22680"/>
            <a:chOff x="427830" y="1101060"/>
            <a:chExt cx="291600" cy="2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5A007D-B852-64B4-3364-0CED837FB73B}"/>
                    </a:ext>
                  </a:extLst>
                </p14:cNvPr>
                <p14:cNvContentPartPr/>
                <p14:nvPr/>
              </p14:nvContentPartPr>
              <p14:xfrm>
                <a:off x="427830" y="1101060"/>
                <a:ext cx="40680" cy="22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5A007D-B852-64B4-3364-0CED837FB73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0190" y="1083060"/>
                  <a:ext cx="76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195A07-9746-9032-F56A-221E0554039F}"/>
                    </a:ext>
                  </a:extLst>
                </p14:cNvPr>
                <p14:cNvContentPartPr/>
                <p14:nvPr/>
              </p14:nvContentPartPr>
              <p14:xfrm>
                <a:off x="679470" y="1101420"/>
                <a:ext cx="39960" cy="21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195A07-9746-9032-F56A-221E0554039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1470" y="1083780"/>
                  <a:ext cx="7560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037DBE4-EEA0-8205-1131-D059CAC37615}"/>
                  </a:ext>
                </a:extLst>
              </p14:cNvPr>
              <p14:cNvContentPartPr/>
              <p14:nvPr/>
            </p14:nvContentPartPr>
            <p14:xfrm>
              <a:off x="496590" y="1335060"/>
              <a:ext cx="29880" cy="33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037DBE4-EEA0-8205-1131-D059CAC3761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8590" y="1317420"/>
                <a:ext cx="6552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479E482-3BAB-CE80-E359-1BBF3CAE6886}"/>
              </a:ext>
            </a:extLst>
          </p:cNvPr>
          <p:cNvGrpSpPr/>
          <p:nvPr/>
        </p:nvGrpSpPr>
        <p:grpSpPr>
          <a:xfrm>
            <a:off x="1291470" y="1283220"/>
            <a:ext cx="1455480" cy="832680"/>
            <a:chOff x="1291470" y="1283220"/>
            <a:chExt cx="1455480" cy="83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AD58DC-322D-88E0-BC82-BE5B97225824}"/>
                    </a:ext>
                  </a:extLst>
                </p14:cNvPr>
                <p14:cNvContentPartPr/>
                <p14:nvPr/>
              </p14:nvContentPartPr>
              <p14:xfrm>
                <a:off x="1291470" y="1308420"/>
                <a:ext cx="278280" cy="27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AD58DC-322D-88E0-BC82-BE5B972258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73830" y="1290780"/>
                  <a:ext cx="3139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6CD9E0-5F23-D932-218B-22C7AF9CDFCA}"/>
                    </a:ext>
                  </a:extLst>
                </p14:cNvPr>
                <p14:cNvContentPartPr/>
                <p14:nvPr/>
              </p14:nvContentPartPr>
              <p14:xfrm>
                <a:off x="1583790" y="1485540"/>
                <a:ext cx="154800" cy="23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6CD9E0-5F23-D932-218B-22C7AF9CDF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66150" y="1467540"/>
                  <a:ext cx="190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06D899-E4A9-CB31-D4BA-E73592E720BB}"/>
                    </a:ext>
                  </a:extLst>
                </p14:cNvPr>
                <p14:cNvContentPartPr/>
                <p14:nvPr/>
              </p14:nvContentPartPr>
              <p14:xfrm>
                <a:off x="2004990" y="1460700"/>
                <a:ext cx="150840" cy="6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06D899-E4A9-CB31-D4BA-E73592E720B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87350" y="1442700"/>
                  <a:ext cx="186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4B6A9C-76C8-26B5-AF28-1DDB5C33B0ED}"/>
                    </a:ext>
                  </a:extLst>
                </p14:cNvPr>
                <p14:cNvContentPartPr/>
                <p14:nvPr/>
              </p14:nvContentPartPr>
              <p14:xfrm>
                <a:off x="1999590" y="1523340"/>
                <a:ext cx="221760" cy="4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4B6A9C-76C8-26B5-AF28-1DDB5C33B0E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81950" y="1505340"/>
                  <a:ext cx="257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04B2F9-FA0D-4E73-2493-82200ECB5DF0}"/>
                    </a:ext>
                  </a:extLst>
                </p14:cNvPr>
                <p14:cNvContentPartPr/>
                <p14:nvPr/>
              </p14:nvContentPartPr>
              <p14:xfrm>
                <a:off x="2386950" y="1283220"/>
                <a:ext cx="360000" cy="83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04B2F9-FA0D-4E73-2493-82200ECB5D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68950" y="1265580"/>
                  <a:ext cx="395640" cy="86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48DC5D-39B4-5C86-29FD-29FBEFE87CB1}"/>
              </a:ext>
            </a:extLst>
          </p:cNvPr>
          <p:cNvGrpSpPr/>
          <p:nvPr/>
        </p:nvGrpSpPr>
        <p:grpSpPr>
          <a:xfrm>
            <a:off x="3055470" y="1258020"/>
            <a:ext cx="713160" cy="863640"/>
            <a:chOff x="3055470" y="1258020"/>
            <a:chExt cx="713160" cy="8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64000B-D554-BB80-D963-3957D996E8E1}"/>
                    </a:ext>
                  </a:extLst>
                </p14:cNvPr>
                <p14:cNvContentPartPr/>
                <p14:nvPr/>
              </p14:nvContentPartPr>
              <p14:xfrm>
                <a:off x="3177510" y="1360260"/>
                <a:ext cx="42480" cy="170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64000B-D554-BB80-D963-3957D996E8E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59510" y="1342620"/>
                  <a:ext cx="78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E0B241-9D3D-B5C3-8BD7-A878B45CDBCA}"/>
                    </a:ext>
                  </a:extLst>
                </p14:cNvPr>
                <p14:cNvContentPartPr/>
                <p14:nvPr/>
              </p14:nvContentPartPr>
              <p14:xfrm>
                <a:off x="3055470" y="1758060"/>
                <a:ext cx="168120" cy="181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E0B241-9D3D-B5C3-8BD7-A878B45CDB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37470" y="1740420"/>
                  <a:ext cx="203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76177E4-9BE3-DEE5-41A0-DD3AEC12ED1B}"/>
                    </a:ext>
                  </a:extLst>
                </p14:cNvPr>
                <p14:cNvContentPartPr/>
                <p14:nvPr/>
              </p14:nvContentPartPr>
              <p14:xfrm>
                <a:off x="3329430" y="1258020"/>
                <a:ext cx="439200" cy="863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76177E4-9BE3-DEE5-41A0-DD3AEC12ED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11790" y="1240020"/>
                  <a:ext cx="474840" cy="89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7888423-F8AA-5A84-CA84-813B855D489A}"/>
                  </a:ext>
                </a:extLst>
              </p14:cNvPr>
              <p14:cNvContentPartPr/>
              <p14:nvPr/>
            </p14:nvContentPartPr>
            <p14:xfrm>
              <a:off x="4213590" y="1407420"/>
              <a:ext cx="237960" cy="337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7888423-F8AA-5A84-CA84-813B855D489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195590" y="1389780"/>
                <a:ext cx="2736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68A655A-E725-ACED-7905-30F6D4896AAF}"/>
                  </a:ext>
                </a:extLst>
              </p14:cNvPr>
              <p14:cNvContentPartPr/>
              <p14:nvPr/>
            </p14:nvContentPartPr>
            <p14:xfrm>
              <a:off x="1405607" y="2434342"/>
              <a:ext cx="304200" cy="1365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68A655A-E725-ACED-7905-30F6D4896AA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87967" y="2416342"/>
                <a:ext cx="339840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D188BE4-239C-B3E3-01A5-671D92EBD20A}"/>
                  </a:ext>
                </a:extLst>
              </p14:cNvPr>
              <p14:cNvContentPartPr/>
              <p14:nvPr/>
            </p14:nvContentPartPr>
            <p14:xfrm>
              <a:off x="1763070" y="2688300"/>
              <a:ext cx="14760" cy="225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D188BE4-239C-B3E3-01A5-671D92EBD20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745070" y="2670660"/>
                <a:ext cx="504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905E296-5D91-B26C-0DF8-3394C43C6B16}"/>
                  </a:ext>
                </a:extLst>
              </p14:cNvPr>
              <p14:cNvContentPartPr/>
              <p14:nvPr/>
            </p14:nvContentPartPr>
            <p14:xfrm>
              <a:off x="1661190" y="3298140"/>
              <a:ext cx="237240" cy="257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905E296-5D91-B26C-0DF8-3394C43C6B1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643190" y="3280140"/>
                <a:ext cx="27288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0ECDC9C2-3951-BDC8-7BDB-763493B0A069}"/>
              </a:ext>
            </a:extLst>
          </p:cNvPr>
          <p:cNvGrpSpPr/>
          <p:nvPr/>
        </p:nvGrpSpPr>
        <p:grpSpPr>
          <a:xfrm>
            <a:off x="2417910" y="2470500"/>
            <a:ext cx="515880" cy="1158120"/>
            <a:chOff x="2417910" y="2470500"/>
            <a:chExt cx="515880" cy="11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1AF733-E761-C39A-1F14-65B6AF64AA77}"/>
                    </a:ext>
                  </a:extLst>
                </p14:cNvPr>
                <p14:cNvContentPartPr/>
                <p14:nvPr/>
              </p14:nvContentPartPr>
              <p14:xfrm>
                <a:off x="2417910" y="2676060"/>
                <a:ext cx="215640" cy="272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1AF733-E761-C39A-1F14-65B6AF64AA7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00270" y="2658420"/>
                  <a:ext cx="2512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1C5589D-D821-26EB-F91A-310EE717FF3E}"/>
                    </a:ext>
                  </a:extLst>
                </p14:cNvPr>
                <p14:cNvContentPartPr/>
                <p14:nvPr/>
              </p14:nvContentPartPr>
              <p14:xfrm>
                <a:off x="2469390" y="3257460"/>
                <a:ext cx="30240" cy="234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1C5589D-D821-26EB-F91A-310EE717FF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51750" y="3239820"/>
                  <a:ext cx="65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E5A16A-CE24-55C4-D4D5-AFF9A6DEEF11}"/>
                    </a:ext>
                  </a:extLst>
                </p14:cNvPr>
                <p14:cNvContentPartPr/>
                <p14:nvPr/>
              </p14:nvContentPartPr>
              <p14:xfrm>
                <a:off x="2611590" y="2470500"/>
                <a:ext cx="322200" cy="1158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E5A16A-CE24-55C4-D4D5-AFF9A6DEEF1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93590" y="2452500"/>
                  <a:ext cx="357840" cy="11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F991647-F1F1-730A-95F1-4CD57CD504E3}"/>
              </a:ext>
            </a:extLst>
          </p:cNvPr>
          <p:cNvGrpSpPr/>
          <p:nvPr/>
        </p:nvGrpSpPr>
        <p:grpSpPr>
          <a:xfrm>
            <a:off x="96990" y="2534940"/>
            <a:ext cx="901080" cy="669600"/>
            <a:chOff x="96990" y="2534940"/>
            <a:chExt cx="901080" cy="66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826D7CE-1DBB-D980-AC31-BFD731ED98A3}"/>
                    </a:ext>
                  </a:extLst>
                </p14:cNvPr>
                <p14:cNvContentPartPr/>
                <p14:nvPr/>
              </p14:nvContentPartPr>
              <p14:xfrm>
                <a:off x="526110" y="2534940"/>
                <a:ext cx="225720" cy="2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826D7CE-1DBB-D980-AC31-BFD731ED98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8110" y="2517300"/>
                  <a:ext cx="261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E5224A-1892-BC85-26FE-3EEEDA0D3909}"/>
                    </a:ext>
                  </a:extLst>
                </p14:cNvPr>
                <p14:cNvContentPartPr/>
                <p14:nvPr/>
              </p14:nvContentPartPr>
              <p14:xfrm>
                <a:off x="603510" y="2600820"/>
                <a:ext cx="29520" cy="273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E5224A-1892-BC85-26FE-3EEEDA0D390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5510" y="2583180"/>
                  <a:ext cx="651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73A405-9B94-B81B-A0E5-F656165CC1A3}"/>
                    </a:ext>
                  </a:extLst>
                </p14:cNvPr>
                <p14:cNvContentPartPr/>
                <p14:nvPr/>
              </p14:nvContentPartPr>
              <p14:xfrm>
                <a:off x="473550" y="2894220"/>
                <a:ext cx="304920" cy="5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73A405-9B94-B81B-A0E5-F656165CC1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5550" y="2876220"/>
                  <a:ext cx="340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98FCD9-037B-6532-4654-7783E3CA73A4}"/>
                    </a:ext>
                  </a:extLst>
                </p14:cNvPr>
                <p14:cNvContentPartPr/>
                <p14:nvPr/>
              </p14:nvContentPartPr>
              <p14:xfrm>
                <a:off x="860910" y="2731500"/>
                <a:ext cx="137160" cy="15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98FCD9-037B-6532-4654-7783E3CA73A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2910" y="2713500"/>
                  <a:ext cx="172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BE26B7A-08EA-C54F-86F9-007ADDE3945A}"/>
                    </a:ext>
                  </a:extLst>
                </p14:cNvPr>
                <p14:cNvContentPartPr/>
                <p14:nvPr/>
              </p14:nvContentPartPr>
              <p14:xfrm>
                <a:off x="836790" y="2853180"/>
                <a:ext cx="156600" cy="30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BE26B7A-08EA-C54F-86F9-007ADDE394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9150" y="2835180"/>
                  <a:ext cx="192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CD8E6A-A0DA-78BA-0810-7980B3D05578}"/>
                    </a:ext>
                  </a:extLst>
                </p14:cNvPr>
                <p14:cNvContentPartPr/>
                <p14:nvPr/>
              </p14:nvContentPartPr>
              <p14:xfrm>
                <a:off x="731670" y="2861460"/>
                <a:ext cx="215640" cy="214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CD8E6A-A0DA-78BA-0810-7980B3D055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4030" y="2843460"/>
                  <a:ext cx="251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F248CF-C2C5-FA1A-7AA4-CC6C4A9FCED1}"/>
                    </a:ext>
                  </a:extLst>
                </p14:cNvPr>
                <p14:cNvContentPartPr/>
                <p14:nvPr/>
              </p14:nvContentPartPr>
              <p14:xfrm>
                <a:off x="691350" y="3193380"/>
                <a:ext cx="14760" cy="1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F248CF-C2C5-FA1A-7AA4-CC6C4A9FCED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3710" y="3175740"/>
                  <a:ext cx="50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973B6C-0160-1272-CAC9-9E4B200A8363}"/>
                    </a:ext>
                  </a:extLst>
                </p14:cNvPr>
                <p14:cNvContentPartPr/>
                <p14:nvPr/>
              </p14:nvContentPartPr>
              <p14:xfrm>
                <a:off x="131190" y="2741220"/>
                <a:ext cx="28800" cy="267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973B6C-0160-1272-CAC9-9E4B200A836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3190" y="2723580"/>
                  <a:ext cx="64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819EDB-EAE4-9E83-3338-72B21D73AFAE}"/>
                    </a:ext>
                  </a:extLst>
                </p14:cNvPr>
                <p14:cNvContentPartPr/>
                <p14:nvPr/>
              </p14:nvContentPartPr>
              <p14:xfrm>
                <a:off x="96990" y="2695140"/>
                <a:ext cx="139320" cy="341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819EDB-EAE4-9E83-3338-72B21D73AFA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350" y="2677140"/>
                  <a:ext cx="174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2F3110C-C91A-397C-D0DF-192DC4971A5B}"/>
                    </a:ext>
                  </a:extLst>
                </p14:cNvPr>
                <p14:cNvContentPartPr/>
                <p14:nvPr/>
              </p14:nvContentPartPr>
              <p14:xfrm>
                <a:off x="324870" y="2856780"/>
                <a:ext cx="91800" cy="23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2F3110C-C91A-397C-D0DF-192DC4971A5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06870" y="2839140"/>
                  <a:ext cx="127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AE7B95-5D89-2D88-A40A-8A7BE3DD3347}"/>
                    </a:ext>
                  </a:extLst>
                </p14:cNvPr>
                <p14:cNvContentPartPr/>
                <p14:nvPr/>
              </p14:nvContentPartPr>
              <p14:xfrm>
                <a:off x="310110" y="2952180"/>
                <a:ext cx="93240" cy="4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AE7B95-5D89-2D88-A40A-8A7BE3DD334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2470" y="2934540"/>
                  <a:ext cx="1288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2899B24-3F42-B746-16B2-5448E10C2C29}"/>
                  </a:ext>
                </a:extLst>
              </p14:cNvPr>
              <p14:cNvContentPartPr/>
              <p14:nvPr/>
            </p14:nvContentPartPr>
            <p14:xfrm>
              <a:off x="2137470" y="2117700"/>
              <a:ext cx="66960" cy="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2899B24-3F42-B746-16B2-5448E10C2C2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119470" y="2100060"/>
                <a:ext cx="1026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7A2C947C-E457-B20F-4763-5F90A6E9AA96}"/>
              </a:ext>
            </a:extLst>
          </p:cNvPr>
          <p:cNvGrpSpPr/>
          <p:nvPr/>
        </p:nvGrpSpPr>
        <p:grpSpPr>
          <a:xfrm>
            <a:off x="5094870" y="1130940"/>
            <a:ext cx="2168640" cy="1131480"/>
            <a:chOff x="5094870" y="1130940"/>
            <a:chExt cx="216864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A2C522-20C1-1E1F-B3F9-9F731296356C}"/>
                    </a:ext>
                  </a:extLst>
                </p14:cNvPr>
                <p14:cNvContentPartPr/>
                <p14:nvPr/>
              </p14:nvContentPartPr>
              <p14:xfrm>
                <a:off x="5094870" y="1350540"/>
                <a:ext cx="346320" cy="26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A2C522-20C1-1E1F-B3F9-9F731296356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77230" y="1332900"/>
                  <a:ext cx="3819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BAA3049-477B-DC14-D798-EDAA3256A2F5}"/>
                    </a:ext>
                  </a:extLst>
                </p14:cNvPr>
                <p14:cNvContentPartPr/>
                <p14:nvPr/>
              </p14:nvContentPartPr>
              <p14:xfrm>
                <a:off x="5365230" y="1522620"/>
                <a:ext cx="178560" cy="209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BAA3049-477B-DC14-D798-EDAA3256A2F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47590" y="1504620"/>
                  <a:ext cx="214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0C26E1-8D2A-A879-C3BE-624BA84125BB}"/>
                    </a:ext>
                  </a:extLst>
                </p14:cNvPr>
                <p14:cNvContentPartPr/>
                <p14:nvPr/>
              </p14:nvContentPartPr>
              <p14:xfrm>
                <a:off x="5763390" y="1470780"/>
                <a:ext cx="123480" cy="4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0C26E1-8D2A-A879-C3BE-624BA84125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45750" y="1452780"/>
                  <a:ext cx="159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8253DB-6D92-049E-7A5D-52066526DA47}"/>
                    </a:ext>
                  </a:extLst>
                </p14:cNvPr>
                <p14:cNvContentPartPr/>
                <p14:nvPr/>
              </p14:nvContentPartPr>
              <p14:xfrm>
                <a:off x="5723430" y="1571220"/>
                <a:ext cx="171720" cy="3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8253DB-6D92-049E-7A5D-52066526DA4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05430" y="1553580"/>
                  <a:ext cx="207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63742B-4B18-9D8D-36E5-4E167A43FC4E}"/>
                    </a:ext>
                  </a:extLst>
                </p14:cNvPr>
                <p14:cNvContentPartPr/>
                <p14:nvPr/>
              </p14:nvContentPartPr>
              <p14:xfrm>
                <a:off x="6013230" y="1161900"/>
                <a:ext cx="385920" cy="93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63742B-4B18-9D8D-36E5-4E167A43FC4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95230" y="1144260"/>
                  <a:ext cx="42156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8D0FBD-4416-D5CA-50DF-7C5CF183404F}"/>
                    </a:ext>
                  </a:extLst>
                </p14:cNvPr>
                <p14:cNvContentPartPr/>
                <p14:nvPr/>
              </p14:nvContentPartPr>
              <p14:xfrm>
                <a:off x="6554310" y="1286460"/>
                <a:ext cx="225720" cy="239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8D0FBD-4416-D5CA-50DF-7C5CF183404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536670" y="1268820"/>
                  <a:ext cx="2613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962052-892E-CA87-DEDB-D77693D2DA6B}"/>
                    </a:ext>
                  </a:extLst>
                </p14:cNvPr>
                <p14:cNvContentPartPr/>
                <p14:nvPr/>
              </p14:nvContentPartPr>
              <p14:xfrm>
                <a:off x="6652230" y="1765620"/>
                <a:ext cx="72720" cy="19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962052-892E-CA87-DEDB-D77693D2DA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34590" y="1747980"/>
                  <a:ext cx="108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E47A66-88F7-CC51-3F79-D568E4DAA246}"/>
                    </a:ext>
                  </a:extLst>
                </p14:cNvPr>
                <p14:cNvContentPartPr/>
                <p14:nvPr/>
              </p14:nvContentPartPr>
              <p14:xfrm>
                <a:off x="6473670" y="1130940"/>
                <a:ext cx="789840" cy="1131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E47A66-88F7-CC51-3F79-D568E4DAA24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56030" y="1112940"/>
                  <a:ext cx="825480" cy="11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E8D2FA-782C-1C4F-A6C8-465964DB58C5}"/>
                    </a:ext>
                  </a:extLst>
                </p14:cNvPr>
                <p14:cNvContentPartPr/>
                <p14:nvPr/>
              </p14:nvContentPartPr>
              <p14:xfrm>
                <a:off x="6527670" y="2199780"/>
                <a:ext cx="19440" cy="6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E8D2FA-782C-1C4F-A6C8-465964DB58C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09670" y="2181780"/>
                  <a:ext cx="550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A5BA73B-2B43-17C6-0331-6FEA04B58F21}"/>
              </a:ext>
            </a:extLst>
          </p:cNvPr>
          <p:cNvGrpSpPr/>
          <p:nvPr/>
        </p:nvGrpSpPr>
        <p:grpSpPr>
          <a:xfrm>
            <a:off x="7838430" y="1322820"/>
            <a:ext cx="4443480" cy="1931400"/>
            <a:chOff x="7838430" y="1322820"/>
            <a:chExt cx="4443480" cy="19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427C2EC-06D8-A6D0-F5E4-180559703F8D}"/>
                    </a:ext>
                  </a:extLst>
                </p14:cNvPr>
                <p14:cNvContentPartPr/>
                <p14:nvPr/>
              </p14:nvContentPartPr>
              <p14:xfrm>
                <a:off x="7838430" y="1410300"/>
                <a:ext cx="677880" cy="213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427C2EC-06D8-A6D0-F5E4-180559703F8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20790" y="1392660"/>
                  <a:ext cx="713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077CC2-3F91-165E-C0FA-511A5FB5D3CC}"/>
                    </a:ext>
                  </a:extLst>
                </p14:cNvPr>
                <p14:cNvContentPartPr/>
                <p14:nvPr/>
              </p14:nvContentPartPr>
              <p14:xfrm>
                <a:off x="9042270" y="1324260"/>
                <a:ext cx="790920" cy="335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077CC2-3F91-165E-C0FA-511A5FB5D3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24630" y="1306260"/>
                  <a:ext cx="8265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64B8CE5-167C-84F6-F1B3-0D02026ADBC2}"/>
                    </a:ext>
                  </a:extLst>
                </p14:cNvPr>
                <p14:cNvContentPartPr/>
                <p14:nvPr/>
              </p14:nvContentPartPr>
              <p14:xfrm>
                <a:off x="9175830" y="1421460"/>
                <a:ext cx="491400" cy="21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64B8CE5-167C-84F6-F1B3-0D02026ADBC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157830" y="1403460"/>
                  <a:ext cx="527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7EC6A4-CD71-04EB-FB3D-9F68659EEC5F}"/>
                    </a:ext>
                  </a:extLst>
                </p14:cNvPr>
                <p14:cNvContentPartPr/>
                <p14:nvPr/>
              </p14:nvContentPartPr>
              <p14:xfrm>
                <a:off x="10177710" y="1322820"/>
                <a:ext cx="398880" cy="318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7EC6A4-CD71-04EB-FB3D-9F68659EEC5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159710" y="1305180"/>
                  <a:ext cx="434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110EA5-DBA6-F430-0E84-B9F612606ECA}"/>
                    </a:ext>
                  </a:extLst>
                </p14:cNvPr>
                <p14:cNvContentPartPr/>
                <p14:nvPr/>
              </p14:nvContentPartPr>
              <p14:xfrm>
                <a:off x="10566870" y="1391220"/>
                <a:ext cx="6840" cy="28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110EA5-DBA6-F430-0E84-B9F612606EC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549230" y="1373220"/>
                  <a:ext cx="42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B47FF-CBD6-2DC8-E9AC-86A30503AC0B}"/>
                    </a:ext>
                  </a:extLst>
                </p14:cNvPr>
                <p14:cNvContentPartPr/>
                <p14:nvPr/>
              </p14:nvContentPartPr>
              <p14:xfrm>
                <a:off x="10596030" y="1487340"/>
                <a:ext cx="456120" cy="152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B47FF-CBD6-2DC8-E9AC-86A30503AC0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78030" y="1469700"/>
                  <a:ext cx="491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704C85-0AAE-1EC1-56A8-5A3A7035D2F5}"/>
                    </a:ext>
                  </a:extLst>
                </p14:cNvPr>
                <p14:cNvContentPartPr/>
                <p14:nvPr/>
              </p14:nvContentPartPr>
              <p14:xfrm>
                <a:off x="11063310" y="1353060"/>
                <a:ext cx="605520" cy="27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704C85-0AAE-1EC1-56A8-5A3A7035D2F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045670" y="1335420"/>
                  <a:ext cx="641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52BE727-4D2C-E6AC-8B14-B5C515F27F13}"/>
                    </a:ext>
                  </a:extLst>
                </p14:cNvPr>
                <p14:cNvContentPartPr/>
                <p14:nvPr/>
              </p14:nvContentPartPr>
              <p14:xfrm>
                <a:off x="11631750" y="1482300"/>
                <a:ext cx="335880" cy="477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52BE727-4D2C-E6AC-8B14-B5C515F27F1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614110" y="1464660"/>
                  <a:ext cx="3715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CD9D52E-7321-E0B8-3CC0-EC1AEFD5B070}"/>
                    </a:ext>
                  </a:extLst>
                </p14:cNvPr>
                <p14:cNvContentPartPr/>
                <p14:nvPr/>
              </p14:nvContentPartPr>
              <p14:xfrm>
                <a:off x="12273990" y="1993500"/>
                <a:ext cx="7920" cy="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CD9D52E-7321-E0B8-3CC0-EC1AEFD5B07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255990" y="1975860"/>
                  <a:ext cx="43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76DFE8-212A-7E5F-BB99-44F8FBDDF29D}"/>
                    </a:ext>
                  </a:extLst>
                </p14:cNvPr>
                <p14:cNvContentPartPr/>
                <p14:nvPr/>
              </p14:nvContentPartPr>
              <p14:xfrm>
                <a:off x="7979190" y="2154780"/>
                <a:ext cx="41760" cy="14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76DFE8-212A-7E5F-BB99-44F8FBDDF29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61550" y="2136780"/>
                  <a:ext cx="77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62C4D8B-12E8-9859-BDF0-18119687B39F}"/>
                    </a:ext>
                  </a:extLst>
                </p14:cNvPr>
                <p14:cNvContentPartPr/>
                <p14:nvPr/>
              </p14:nvContentPartPr>
              <p14:xfrm>
                <a:off x="8031390" y="2021220"/>
                <a:ext cx="28440" cy="33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62C4D8B-12E8-9859-BDF0-18119687B39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013750" y="2003220"/>
                  <a:ext cx="64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B052AD-37AC-E617-EE93-206E3438B9B7}"/>
                    </a:ext>
                  </a:extLst>
                </p14:cNvPr>
                <p14:cNvContentPartPr/>
                <p14:nvPr/>
              </p14:nvContentPartPr>
              <p14:xfrm>
                <a:off x="8083950" y="2150100"/>
                <a:ext cx="241200" cy="195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B052AD-37AC-E617-EE93-206E3438B9B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65950" y="2132100"/>
                  <a:ext cx="276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3900F24-277A-4D61-94B9-BAF825ACB4E8}"/>
                    </a:ext>
                  </a:extLst>
                </p14:cNvPr>
                <p14:cNvContentPartPr/>
                <p14:nvPr/>
              </p14:nvContentPartPr>
              <p14:xfrm>
                <a:off x="8383470" y="2017260"/>
                <a:ext cx="526320" cy="85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3900F24-277A-4D61-94B9-BAF825ACB4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65470" y="1999620"/>
                  <a:ext cx="56196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EA39D9D-D754-C80E-A550-9552F77E2888}"/>
                    </a:ext>
                  </a:extLst>
                </p14:cNvPr>
                <p14:cNvContentPartPr/>
                <p14:nvPr/>
              </p14:nvContentPartPr>
              <p14:xfrm>
                <a:off x="8744910" y="2182140"/>
                <a:ext cx="813240" cy="227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EA39D9D-D754-C80E-A550-9552F77E288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27270" y="2164140"/>
                  <a:ext cx="848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4BBD666-9F21-A3DF-D1BD-6E78082EFDE3}"/>
                    </a:ext>
                  </a:extLst>
                </p14:cNvPr>
                <p14:cNvContentPartPr/>
                <p14:nvPr/>
              </p14:nvContentPartPr>
              <p14:xfrm>
                <a:off x="9513150" y="2060460"/>
                <a:ext cx="998640" cy="302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4BBD666-9F21-A3DF-D1BD-6E78082EFDE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95510" y="2042460"/>
                  <a:ext cx="1034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8483D52-B426-9332-9BD6-CCE4C12A9BE4}"/>
                    </a:ext>
                  </a:extLst>
                </p14:cNvPr>
                <p14:cNvContentPartPr/>
                <p14:nvPr/>
              </p14:nvContentPartPr>
              <p14:xfrm>
                <a:off x="10338630" y="2122740"/>
                <a:ext cx="204480" cy="23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8483D52-B426-9332-9BD6-CCE4C12A9BE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20630" y="2105100"/>
                  <a:ext cx="24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6571DF-785D-6E28-89E9-578E676A8FE0}"/>
                    </a:ext>
                  </a:extLst>
                </p14:cNvPr>
                <p14:cNvContentPartPr/>
                <p14:nvPr/>
              </p14:nvContentPartPr>
              <p14:xfrm>
                <a:off x="10886550" y="2054340"/>
                <a:ext cx="572400" cy="29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6571DF-785D-6E28-89E9-578E676A8FE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868550" y="2036700"/>
                  <a:ext cx="608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D2B198-B8DC-B666-1004-963E37AF44FE}"/>
                    </a:ext>
                  </a:extLst>
                </p14:cNvPr>
                <p14:cNvContentPartPr/>
                <p14:nvPr/>
              </p14:nvContentPartPr>
              <p14:xfrm>
                <a:off x="8763270" y="2563740"/>
                <a:ext cx="458280" cy="690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D2B198-B8DC-B666-1004-963E37AF44F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45270" y="2546100"/>
                  <a:ext cx="49392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C00AE5-73AE-0F1B-E1E4-FE6F2E063365}"/>
                    </a:ext>
                  </a:extLst>
                </p14:cNvPr>
                <p14:cNvContentPartPr/>
                <p14:nvPr/>
              </p14:nvContentPartPr>
              <p14:xfrm>
                <a:off x="9437550" y="2629980"/>
                <a:ext cx="275760" cy="313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C00AE5-73AE-0F1B-E1E4-FE6F2E06336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19550" y="2611980"/>
                  <a:ext cx="3114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25A837E-7570-4750-D774-1FE7EEC7F78A}"/>
                    </a:ext>
                  </a:extLst>
                </p14:cNvPr>
                <p14:cNvContentPartPr/>
                <p14:nvPr/>
              </p14:nvContentPartPr>
              <p14:xfrm>
                <a:off x="10339710" y="2966220"/>
                <a:ext cx="21960" cy="4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25A837E-7570-4750-D774-1FE7EEC7F78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322070" y="2948580"/>
                  <a:ext cx="576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76FD5D0-7200-1A01-60CC-6EFF1D0D747F}"/>
              </a:ext>
            </a:extLst>
          </p:cNvPr>
          <p:cNvGrpSpPr/>
          <p:nvPr/>
        </p:nvGrpSpPr>
        <p:grpSpPr>
          <a:xfrm>
            <a:off x="190950" y="4152780"/>
            <a:ext cx="544320" cy="855360"/>
            <a:chOff x="190950" y="4152780"/>
            <a:chExt cx="544320" cy="85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F07C81B-9FE2-066C-900E-A33028CCD135}"/>
                    </a:ext>
                  </a:extLst>
                </p14:cNvPr>
                <p14:cNvContentPartPr/>
                <p14:nvPr/>
              </p14:nvContentPartPr>
              <p14:xfrm>
                <a:off x="190950" y="4390740"/>
                <a:ext cx="10440" cy="218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F07C81B-9FE2-066C-900E-A33028CCD13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73310" y="4372740"/>
                  <a:ext cx="46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474E172-E471-7B18-AF1C-711F92A21E22}"/>
                    </a:ext>
                  </a:extLst>
                </p14:cNvPr>
                <p14:cNvContentPartPr/>
                <p14:nvPr/>
              </p14:nvContentPartPr>
              <p14:xfrm>
                <a:off x="361230" y="4406940"/>
                <a:ext cx="124200" cy="162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474E172-E471-7B18-AF1C-711F92A21E2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43590" y="4389300"/>
                  <a:ext cx="159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59DCF4-2D09-55B8-487B-63C978D65F0E}"/>
                    </a:ext>
                  </a:extLst>
                </p14:cNvPr>
                <p14:cNvContentPartPr/>
                <p14:nvPr/>
              </p14:nvContentPartPr>
              <p14:xfrm>
                <a:off x="447990" y="4152780"/>
                <a:ext cx="253080" cy="855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59DCF4-2D09-55B8-487B-63C978D65F0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0350" y="4134780"/>
                  <a:ext cx="28872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F4FF41-6F2B-38DD-91C6-0C0140A752E1}"/>
                    </a:ext>
                  </a:extLst>
                </p14:cNvPr>
                <p14:cNvContentPartPr/>
                <p14:nvPr/>
              </p14:nvContentPartPr>
              <p14:xfrm>
                <a:off x="685230" y="4927860"/>
                <a:ext cx="50040" cy="10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F4FF41-6F2B-38DD-91C6-0C0140A752E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7230" y="4909860"/>
                  <a:ext cx="8568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D82F301-2DFF-A4AE-9A98-21C88EDE7B92}"/>
                  </a:ext>
                </a:extLst>
              </p14:cNvPr>
              <p14:cNvContentPartPr/>
              <p14:nvPr/>
            </p14:nvContentPartPr>
            <p14:xfrm>
              <a:off x="1533030" y="1745460"/>
              <a:ext cx="14400" cy="28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D82F301-2DFF-A4AE-9A98-21C88EDE7B9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515390" y="1727460"/>
                <a:ext cx="50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BE1AF22-60F2-9A07-6FA0-89D953D220A9}"/>
                  </a:ext>
                </a:extLst>
              </p14:cNvPr>
              <p14:cNvContentPartPr/>
              <p14:nvPr/>
            </p14:nvContentPartPr>
            <p14:xfrm>
              <a:off x="1957127" y="1932142"/>
              <a:ext cx="9720" cy="6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BE1AF22-60F2-9A07-6FA0-89D953D220A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939487" y="1914502"/>
                <a:ext cx="453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73A495A-8827-5992-8024-1170F2E25962}"/>
                  </a:ext>
                </a:extLst>
              </p14:cNvPr>
              <p14:cNvContentPartPr/>
              <p14:nvPr/>
            </p14:nvContentPartPr>
            <p14:xfrm>
              <a:off x="1716647" y="1959142"/>
              <a:ext cx="4320" cy="36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73A495A-8827-5992-8024-1170F2E25962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699007" y="1941502"/>
                <a:ext cx="39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F858795-DD36-BAF2-4FED-EC8075E65ABD}"/>
                  </a:ext>
                </a:extLst>
              </p14:cNvPr>
              <p14:cNvContentPartPr/>
              <p14:nvPr/>
            </p14:nvContentPartPr>
            <p14:xfrm>
              <a:off x="5355167" y="1943662"/>
              <a:ext cx="360" cy="3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F858795-DD36-BAF2-4FED-EC8075E65AB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337167" y="19260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B6435B2-15EC-6D10-6CCD-84340414F1F1}"/>
                  </a:ext>
                </a:extLst>
              </p14:cNvPr>
              <p14:cNvContentPartPr/>
              <p14:nvPr/>
            </p14:nvContentPartPr>
            <p14:xfrm>
              <a:off x="1166567" y="4370782"/>
              <a:ext cx="217440" cy="232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B6435B2-15EC-6D10-6CCD-84340414F1F1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48567" y="4353142"/>
                <a:ext cx="2530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E753DBD-2409-0329-E71A-F3740BEEE078}"/>
                  </a:ext>
                </a:extLst>
              </p14:cNvPr>
              <p14:cNvContentPartPr/>
              <p14:nvPr/>
            </p14:nvContentPartPr>
            <p14:xfrm>
              <a:off x="1509270" y="4528980"/>
              <a:ext cx="160920" cy="2232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E753DBD-2409-0329-E71A-F3740BEEE078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491630" y="4511340"/>
                <a:ext cx="19656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AE764E6-15CC-6151-2EDE-AE3BD185500B}"/>
              </a:ext>
            </a:extLst>
          </p:cNvPr>
          <p:cNvGrpSpPr/>
          <p:nvPr/>
        </p:nvGrpSpPr>
        <p:grpSpPr>
          <a:xfrm>
            <a:off x="2084190" y="4306500"/>
            <a:ext cx="689040" cy="290880"/>
            <a:chOff x="2084190" y="4306500"/>
            <a:chExt cx="6890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FD7008-6FE5-AEAA-5343-50D32F1BEF0C}"/>
                    </a:ext>
                  </a:extLst>
                </p14:cNvPr>
                <p14:cNvContentPartPr/>
                <p14:nvPr/>
              </p14:nvContentPartPr>
              <p14:xfrm>
                <a:off x="2084190" y="4445820"/>
                <a:ext cx="411120" cy="140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3FD7008-6FE5-AEAA-5343-50D32F1BEF0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66550" y="4428180"/>
                  <a:ext cx="446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F957FF6-C327-37E6-A21B-EEB1F6E0390E}"/>
                    </a:ext>
                  </a:extLst>
                </p14:cNvPr>
                <p14:cNvContentPartPr/>
                <p14:nvPr/>
              </p14:nvContentPartPr>
              <p14:xfrm>
                <a:off x="2607990" y="4306500"/>
                <a:ext cx="165240" cy="290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F957FF6-C327-37E6-A21B-EEB1F6E0390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589990" y="4288500"/>
                  <a:ext cx="20088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6F647C5-86B9-9348-70A0-6D1C734381C8}"/>
                  </a:ext>
                </a:extLst>
              </p14:cNvPr>
              <p14:cNvContentPartPr/>
              <p14:nvPr/>
            </p14:nvContentPartPr>
            <p14:xfrm>
              <a:off x="4026030" y="4631940"/>
              <a:ext cx="46440" cy="27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6F647C5-86B9-9348-70A0-6D1C734381C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008030" y="4613940"/>
                <a:ext cx="8208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8D3CB45-5446-F035-FE50-986711CDE674}"/>
              </a:ext>
            </a:extLst>
          </p:cNvPr>
          <p:cNvGrpSpPr/>
          <p:nvPr/>
        </p:nvGrpSpPr>
        <p:grpSpPr>
          <a:xfrm>
            <a:off x="1818510" y="5111820"/>
            <a:ext cx="203400" cy="223920"/>
            <a:chOff x="1818510" y="5111820"/>
            <a:chExt cx="20340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91E9DE-D4A8-E149-46C6-449AED715191}"/>
                    </a:ext>
                  </a:extLst>
                </p14:cNvPr>
                <p14:cNvContentPartPr/>
                <p14:nvPr/>
              </p14:nvContentPartPr>
              <p14:xfrm>
                <a:off x="1818510" y="5112900"/>
                <a:ext cx="203400" cy="177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A91E9DE-D4A8-E149-46C6-449AED71519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800510" y="5094900"/>
                  <a:ext cx="239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7344A6-F1C4-BC05-04E3-5E6E43361619}"/>
                    </a:ext>
                  </a:extLst>
                </p14:cNvPr>
                <p14:cNvContentPartPr/>
                <p14:nvPr/>
              </p14:nvContentPartPr>
              <p14:xfrm>
                <a:off x="1869630" y="5111820"/>
                <a:ext cx="149760" cy="223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7344A6-F1C4-BC05-04E3-5E6E4336161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51630" y="5093820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3BD3D69-C8B8-DDDD-3373-7E36AB6D000F}"/>
              </a:ext>
            </a:extLst>
          </p:cNvPr>
          <p:cNvGrpSpPr/>
          <p:nvPr/>
        </p:nvGrpSpPr>
        <p:grpSpPr>
          <a:xfrm>
            <a:off x="2259150" y="5200020"/>
            <a:ext cx="203040" cy="256680"/>
            <a:chOff x="2259150" y="5200020"/>
            <a:chExt cx="20304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2030AA-EF0F-A75A-6B5C-8B08BB413232}"/>
                    </a:ext>
                  </a:extLst>
                </p14:cNvPr>
                <p14:cNvContentPartPr/>
                <p14:nvPr/>
              </p14:nvContentPartPr>
              <p14:xfrm>
                <a:off x="2259150" y="5243580"/>
                <a:ext cx="20160" cy="198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2030AA-EF0F-A75A-6B5C-8B08BB41323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41150" y="5225940"/>
                  <a:ext cx="55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6590E7-901E-5D7E-8DA5-D136586F29E5}"/>
                    </a:ext>
                  </a:extLst>
                </p14:cNvPr>
                <p14:cNvContentPartPr/>
                <p14:nvPr/>
              </p14:nvContentPartPr>
              <p14:xfrm>
                <a:off x="2296590" y="5200020"/>
                <a:ext cx="165600" cy="256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6590E7-901E-5D7E-8DA5-D136586F29E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278950" y="5182020"/>
                  <a:ext cx="20124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6C0E851-7C3C-9965-9FD1-79C29BBC2202}"/>
              </a:ext>
            </a:extLst>
          </p:cNvPr>
          <p:cNvGrpSpPr/>
          <p:nvPr/>
        </p:nvGrpSpPr>
        <p:grpSpPr>
          <a:xfrm>
            <a:off x="2678190" y="5270940"/>
            <a:ext cx="196560" cy="111960"/>
            <a:chOff x="2678190" y="5270940"/>
            <a:chExt cx="19656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187FD51-E759-7C34-2E78-B105D2943782}"/>
                    </a:ext>
                  </a:extLst>
                </p14:cNvPr>
                <p14:cNvContentPartPr/>
                <p14:nvPr/>
              </p14:nvContentPartPr>
              <p14:xfrm>
                <a:off x="2678190" y="5270940"/>
                <a:ext cx="93960" cy="7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187FD51-E759-7C34-2E78-B105D294378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660190" y="5252940"/>
                  <a:ext cx="129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E4BBE28-8767-EF51-1A96-CBCEBDFD7125}"/>
                    </a:ext>
                  </a:extLst>
                </p14:cNvPr>
                <p14:cNvContentPartPr/>
                <p14:nvPr/>
              </p14:nvContentPartPr>
              <p14:xfrm>
                <a:off x="2696190" y="5355180"/>
                <a:ext cx="178560" cy="27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E4BBE28-8767-EF51-1A96-CBCEBDFD712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678550" y="5337540"/>
                  <a:ext cx="2142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1B478E0-CABB-7548-D53F-D5F8C8F4D8EC}"/>
              </a:ext>
            </a:extLst>
          </p:cNvPr>
          <p:cNvGrpSpPr/>
          <p:nvPr/>
        </p:nvGrpSpPr>
        <p:grpSpPr>
          <a:xfrm>
            <a:off x="3492870" y="4962780"/>
            <a:ext cx="666360" cy="409680"/>
            <a:chOff x="3492870" y="4962780"/>
            <a:chExt cx="66636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144BED5-04CC-F40F-62BE-3A2C838A7163}"/>
                    </a:ext>
                  </a:extLst>
                </p14:cNvPr>
                <p14:cNvContentPartPr/>
                <p14:nvPr/>
              </p14:nvContentPartPr>
              <p14:xfrm>
                <a:off x="3492870" y="5133420"/>
                <a:ext cx="21960" cy="205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144BED5-04CC-F40F-62BE-3A2C838A716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474870" y="5115420"/>
                  <a:ext cx="57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9483CF0-72FA-2D83-26CE-F339692AD697}"/>
                    </a:ext>
                  </a:extLst>
                </p14:cNvPr>
                <p14:cNvContentPartPr/>
                <p14:nvPr/>
              </p14:nvContentPartPr>
              <p14:xfrm>
                <a:off x="3502230" y="5115780"/>
                <a:ext cx="247320" cy="256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9483CF0-72FA-2D83-26CE-F339692AD69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484590" y="5098140"/>
                  <a:ext cx="282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C6600B-49A1-555D-498E-7851F63EDF1E}"/>
                    </a:ext>
                  </a:extLst>
                </p14:cNvPr>
                <p14:cNvContentPartPr/>
                <p14:nvPr/>
              </p14:nvContentPartPr>
              <p14:xfrm>
                <a:off x="3856830" y="5087340"/>
                <a:ext cx="177480" cy="34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C6600B-49A1-555D-498E-7851F63EDF1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39190" y="5069340"/>
                  <a:ext cx="213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84F0BEA-FEB5-C222-BCFF-36C3DD1C6604}"/>
                    </a:ext>
                  </a:extLst>
                </p14:cNvPr>
                <p14:cNvContentPartPr/>
                <p14:nvPr/>
              </p14:nvContentPartPr>
              <p14:xfrm>
                <a:off x="4143030" y="4962780"/>
                <a:ext cx="16200" cy="172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84F0BEA-FEB5-C222-BCFF-36C3DD1C660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125390" y="4944780"/>
                  <a:ext cx="5184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F1D2DB-F3A6-E963-09EB-91FBECA936E6}"/>
                  </a:ext>
                </a:extLst>
              </p14:cNvPr>
              <p14:cNvContentPartPr/>
              <p14:nvPr/>
            </p14:nvContentPartPr>
            <p14:xfrm>
              <a:off x="4367670" y="5061420"/>
              <a:ext cx="298440" cy="358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F1D2DB-F3A6-E963-09EB-91FBECA936E6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349670" y="5043780"/>
                <a:ext cx="334080" cy="3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31D1278-890E-A2AB-0291-689F72011C63}"/>
              </a:ext>
            </a:extLst>
          </p:cNvPr>
          <p:cNvGrpSpPr/>
          <p:nvPr/>
        </p:nvGrpSpPr>
        <p:grpSpPr>
          <a:xfrm>
            <a:off x="5243190" y="5176260"/>
            <a:ext cx="181440" cy="128160"/>
            <a:chOff x="5243190" y="5176260"/>
            <a:chExt cx="18144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9654669-2844-3FA8-B977-148AED535CD5}"/>
                    </a:ext>
                  </a:extLst>
                </p14:cNvPr>
                <p14:cNvContentPartPr/>
                <p14:nvPr/>
              </p14:nvContentPartPr>
              <p14:xfrm>
                <a:off x="5243190" y="5176260"/>
                <a:ext cx="159120" cy="12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9654669-2844-3FA8-B977-148AED535CD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225190" y="5158260"/>
                  <a:ext cx="194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1134B1-25A9-0EFB-3BC4-10F9AE4DDA6C}"/>
                    </a:ext>
                  </a:extLst>
                </p14:cNvPr>
                <p14:cNvContentPartPr/>
                <p14:nvPr/>
              </p14:nvContentPartPr>
              <p14:xfrm>
                <a:off x="5271630" y="5270220"/>
                <a:ext cx="153000" cy="3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1134B1-25A9-0EFB-3BC4-10F9AE4DDA6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253630" y="5252220"/>
                  <a:ext cx="1886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952A450-A46E-0B1A-87AF-4167448E4A73}"/>
              </a:ext>
            </a:extLst>
          </p:cNvPr>
          <p:cNvGrpSpPr/>
          <p:nvPr/>
        </p:nvGrpSpPr>
        <p:grpSpPr>
          <a:xfrm>
            <a:off x="5805510" y="5011740"/>
            <a:ext cx="1430280" cy="474840"/>
            <a:chOff x="5805510" y="5011740"/>
            <a:chExt cx="1430280" cy="4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F8E9736-96E5-CF0A-8D14-81E968BF3726}"/>
                    </a:ext>
                  </a:extLst>
                </p14:cNvPr>
                <p14:cNvContentPartPr/>
                <p14:nvPr/>
              </p14:nvContentPartPr>
              <p14:xfrm>
                <a:off x="5805510" y="5011740"/>
                <a:ext cx="281880" cy="138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F8E9736-96E5-CF0A-8D14-81E968BF372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787510" y="4994100"/>
                  <a:ext cx="317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73FDF0-2BDF-E6AA-2EFC-26396F586A43}"/>
                    </a:ext>
                  </a:extLst>
                </p14:cNvPr>
                <p14:cNvContentPartPr/>
                <p14:nvPr/>
              </p14:nvContentPartPr>
              <p14:xfrm>
                <a:off x="5939430" y="5121180"/>
                <a:ext cx="17280" cy="234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73FDF0-2BDF-E6AA-2EFC-26396F586A4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921790" y="5103180"/>
                  <a:ext cx="52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716DFC4-5C49-A1E2-1477-11FC078524AD}"/>
                    </a:ext>
                  </a:extLst>
                </p14:cNvPr>
                <p14:cNvContentPartPr/>
                <p14:nvPr/>
              </p14:nvContentPartPr>
              <p14:xfrm>
                <a:off x="5819550" y="5311980"/>
                <a:ext cx="624960" cy="174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716DFC4-5C49-A1E2-1477-11FC078524A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801910" y="5293980"/>
                  <a:ext cx="660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E840DEA-30E4-A671-CDED-EAC596C79ED1}"/>
                    </a:ext>
                  </a:extLst>
                </p14:cNvPr>
                <p14:cNvContentPartPr/>
                <p14:nvPr/>
              </p14:nvContentPartPr>
              <p14:xfrm>
                <a:off x="6654750" y="5025780"/>
                <a:ext cx="163440" cy="381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E840DEA-30E4-A671-CDED-EAC596C79ED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637110" y="5007780"/>
                  <a:ext cx="1990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F005BDD-38CC-9994-08CB-D9E689605E61}"/>
                    </a:ext>
                  </a:extLst>
                </p14:cNvPr>
                <p14:cNvContentPartPr/>
                <p14:nvPr/>
              </p14:nvContentPartPr>
              <p14:xfrm>
                <a:off x="7050390" y="5183820"/>
                <a:ext cx="95760" cy="13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F005BDD-38CC-9994-08CB-D9E689605E6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32390" y="5165820"/>
                  <a:ext cx="131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93295FF-E83C-050D-782D-568BAAB43C7E}"/>
                    </a:ext>
                  </a:extLst>
                </p14:cNvPr>
                <p14:cNvContentPartPr/>
                <p14:nvPr/>
              </p14:nvContentPartPr>
              <p14:xfrm>
                <a:off x="6997830" y="5263740"/>
                <a:ext cx="237960" cy="51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93295FF-E83C-050D-782D-568BAAB43C7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980190" y="5246100"/>
                  <a:ext cx="27360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FC18E7F-8062-56AA-8001-339179B26351}"/>
              </a:ext>
            </a:extLst>
          </p:cNvPr>
          <p:cNvGrpSpPr/>
          <p:nvPr/>
        </p:nvGrpSpPr>
        <p:grpSpPr>
          <a:xfrm>
            <a:off x="7724310" y="4996260"/>
            <a:ext cx="699840" cy="301680"/>
            <a:chOff x="7724310" y="4996260"/>
            <a:chExt cx="6998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64EE7E1-50E8-08F6-F172-6E81C42DA796}"/>
                    </a:ext>
                  </a:extLst>
                </p14:cNvPr>
                <p14:cNvContentPartPr/>
                <p14:nvPr/>
              </p14:nvContentPartPr>
              <p14:xfrm>
                <a:off x="7724310" y="4996260"/>
                <a:ext cx="180720" cy="301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64EE7E1-50E8-08F6-F172-6E81C42DA79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706310" y="4978620"/>
                  <a:ext cx="2163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2DAAE4D-F253-CFCB-DB9D-10B74D65533C}"/>
                    </a:ext>
                  </a:extLst>
                </p14:cNvPr>
                <p14:cNvContentPartPr/>
                <p14:nvPr/>
              </p14:nvContentPartPr>
              <p14:xfrm>
                <a:off x="8166390" y="5076180"/>
                <a:ext cx="152640" cy="27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2DAAE4D-F253-CFCB-DB9D-10B74D65533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148750" y="5058540"/>
                  <a:ext cx="188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C2E11F5-0630-2111-E431-8658FDEF1048}"/>
                    </a:ext>
                  </a:extLst>
                </p14:cNvPr>
                <p14:cNvContentPartPr/>
                <p14:nvPr/>
              </p14:nvContentPartPr>
              <p14:xfrm>
                <a:off x="8177910" y="5165100"/>
                <a:ext cx="246240" cy="27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C2E11F5-0630-2111-E431-8658FDEF104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60270" y="5147460"/>
                  <a:ext cx="28188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A0EFB33-73D8-7A1A-08F7-FA49CB927305}"/>
                  </a:ext>
                </a:extLst>
              </p14:cNvPr>
              <p14:cNvContentPartPr/>
              <p14:nvPr/>
            </p14:nvContentPartPr>
            <p14:xfrm>
              <a:off x="8828430" y="4761180"/>
              <a:ext cx="204480" cy="12200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A0EFB33-73D8-7A1A-08F7-FA49CB927305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810430" y="4743180"/>
                <a:ext cx="240120" cy="12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AF787B4-8203-CFCF-79EF-083064C4E03D}"/>
              </a:ext>
            </a:extLst>
          </p:cNvPr>
          <p:cNvGrpSpPr/>
          <p:nvPr/>
        </p:nvGrpSpPr>
        <p:grpSpPr>
          <a:xfrm>
            <a:off x="9374910" y="4789980"/>
            <a:ext cx="831240" cy="1161000"/>
            <a:chOff x="9374910" y="4789980"/>
            <a:chExt cx="831240" cy="11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361A27E-B4A0-E99B-EB35-D4A50D77C551}"/>
                    </a:ext>
                  </a:extLst>
                </p14:cNvPr>
                <p14:cNvContentPartPr/>
                <p14:nvPr/>
              </p14:nvContentPartPr>
              <p14:xfrm>
                <a:off x="9483630" y="4959900"/>
                <a:ext cx="190080" cy="222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361A27E-B4A0-E99B-EB35-D4A50D77C55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465630" y="4942260"/>
                  <a:ext cx="225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0451E10-AB1A-4E09-46A6-90B3B5A2B7BC}"/>
                    </a:ext>
                  </a:extLst>
                </p14:cNvPr>
                <p14:cNvContentPartPr/>
                <p14:nvPr/>
              </p14:nvContentPartPr>
              <p14:xfrm>
                <a:off x="9374910" y="5451300"/>
                <a:ext cx="23400" cy="223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0451E10-AB1A-4E09-46A6-90B3B5A2B7B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56910" y="5433660"/>
                  <a:ext cx="5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F4C294-51A6-0228-BDD1-EEF619B94E3C}"/>
                    </a:ext>
                  </a:extLst>
                </p14:cNvPr>
                <p14:cNvContentPartPr/>
                <p14:nvPr/>
              </p14:nvContentPartPr>
              <p14:xfrm>
                <a:off x="9547710" y="5511420"/>
                <a:ext cx="234720" cy="163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F4C294-51A6-0228-BDD1-EEF619B94E3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529710" y="5493780"/>
                  <a:ext cx="270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714970-C35D-BC70-FFBA-94831B2B3BB2}"/>
                    </a:ext>
                  </a:extLst>
                </p14:cNvPr>
                <p14:cNvContentPartPr/>
                <p14:nvPr/>
              </p14:nvContentPartPr>
              <p14:xfrm>
                <a:off x="9707550" y="4789980"/>
                <a:ext cx="498600" cy="1161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714970-C35D-BC70-FFBA-94831B2B3BB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89910" y="4771980"/>
                  <a:ext cx="534240" cy="11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D5F7257-E232-86CA-9FCC-5F3F4F361AB5}"/>
              </a:ext>
            </a:extLst>
          </p:cNvPr>
          <p:cNvGrpSpPr/>
          <p:nvPr/>
        </p:nvGrpSpPr>
        <p:grpSpPr>
          <a:xfrm>
            <a:off x="1562190" y="6128460"/>
            <a:ext cx="725040" cy="421200"/>
            <a:chOff x="1562190" y="6128460"/>
            <a:chExt cx="72504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112EE6-4754-864A-8A64-04BECBBF7E58}"/>
                    </a:ext>
                  </a:extLst>
                </p14:cNvPr>
                <p14:cNvContentPartPr/>
                <p14:nvPr/>
              </p14:nvContentPartPr>
              <p14:xfrm>
                <a:off x="1562190" y="6128460"/>
                <a:ext cx="183240" cy="198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112EE6-4754-864A-8A64-04BECBBF7E5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44550" y="6110460"/>
                  <a:ext cx="218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C9ADEE5-C5A2-01CD-78F7-47B787D4A687}"/>
                    </a:ext>
                  </a:extLst>
                </p14:cNvPr>
                <p14:cNvContentPartPr/>
                <p14:nvPr/>
              </p14:nvContentPartPr>
              <p14:xfrm>
                <a:off x="1584510" y="6148260"/>
                <a:ext cx="174960" cy="2552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C9ADEE5-C5A2-01CD-78F7-47B787D4A68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66870" y="6130260"/>
                  <a:ext cx="210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E0F10CD-2269-81FD-8A41-CF335D8EDA44}"/>
                    </a:ext>
                  </a:extLst>
                </p14:cNvPr>
                <p14:cNvContentPartPr/>
                <p14:nvPr/>
              </p14:nvContentPartPr>
              <p14:xfrm>
                <a:off x="1809150" y="6321780"/>
                <a:ext cx="17640" cy="194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E0F10CD-2269-81FD-8A41-CF335D8EDA4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791150" y="6303780"/>
                  <a:ext cx="53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0611B57-DE54-F42D-C5A6-C71391E8BCB2}"/>
                    </a:ext>
                  </a:extLst>
                </p14:cNvPr>
                <p14:cNvContentPartPr/>
                <p14:nvPr/>
              </p14:nvContentPartPr>
              <p14:xfrm>
                <a:off x="1821750" y="6294060"/>
                <a:ext cx="171000" cy="255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0611B57-DE54-F42D-C5A6-C71391E8BCB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03750" y="6276060"/>
                  <a:ext cx="206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5E84A88-5A07-5F92-C2E9-0C13133D2A8C}"/>
                    </a:ext>
                  </a:extLst>
                </p14:cNvPr>
                <p14:cNvContentPartPr/>
                <p14:nvPr/>
              </p14:nvContentPartPr>
              <p14:xfrm>
                <a:off x="2136030" y="6311700"/>
                <a:ext cx="92520" cy="23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5E84A88-5A07-5F92-C2E9-0C13133D2A8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18390" y="6293700"/>
                  <a:ext cx="128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441298-0168-2270-37F4-BDE2BBEF77D6}"/>
                    </a:ext>
                  </a:extLst>
                </p14:cNvPr>
                <p14:cNvContentPartPr/>
                <p14:nvPr/>
              </p14:nvContentPartPr>
              <p14:xfrm>
                <a:off x="2114790" y="6416460"/>
                <a:ext cx="172440" cy="42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441298-0168-2270-37F4-BDE2BBEF77D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097150" y="6398460"/>
                  <a:ext cx="2080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21C6B98-C7CE-3A2A-2F9B-0462B2AA4FA2}"/>
                  </a:ext>
                </a:extLst>
              </p14:cNvPr>
              <p14:cNvContentPartPr/>
              <p14:nvPr/>
            </p14:nvContentPartPr>
            <p14:xfrm>
              <a:off x="2699070" y="5950980"/>
              <a:ext cx="153720" cy="7797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21C6B98-C7CE-3A2A-2F9B-0462B2AA4FA2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681070" y="5933340"/>
                <a:ext cx="189360" cy="81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89E4BC4-431B-DB4E-91FA-518622F1068D}"/>
              </a:ext>
            </a:extLst>
          </p:cNvPr>
          <p:cNvGrpSpPr/>
          <p:nvPr/>
        </p:nvGrpSpPr>
        <p:grpSpPr>
          <a:xfrm>
            <a:off x="5210430" y="6421800"/>
            <a:ext cx="129600" cy="101160"/>
            <a:chOff x="5210430" y="6421800"/>
            <a:chExt cx="1296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5AD89D5-3131-9C57-F47C-132D28518FB3}"/>
                    </a:ext>
                  </a:extLst>
                </p14:cNvPr>
                <p14:cNvContentPartPr/>
                <p14:nvPr/>
              </p14:nvContentPartPr>
              <p14:xfrm>
                <a:off x="5221950" y="6421800"/>
                <a:ext cx="79200" cy="7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5AD89D5-3131-9C57-F47C-132D28518FB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04310" y="6404160"/>
                  <a:ext cx="114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90625EB-7520-2C8E-782F-C440F19221C6}"/>
                    </a:ext>
                  </a:extLst>
                </p14:cNvPr>
                <p14:cNvContentPartPr/>
                <p14:nvPr/>
              </p14:nvContentPartPr>
              <p14:xfrm>
                <a:off x="5210430" y="6501360"/>
                <a:ext cx="129600" cy="21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90625EB-7520-2C8E-782F-C440F19221C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192790" y="6483360"/>
                  <a:ext cx="1652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4236B9B-C187-6DD9-C0E1-FCA244D847B9}"/>
              </a:ext>
            </a:extLst>
          </p:cNvPr>
          <p:cNvGrpSpPr/>
          <p:nvPr/>
        </p:nvGrpSpPr>
        <p:grpSpPr>
          <a:xfrm>
            <a:off x="6944190" y="5960280"/>
            <a:ext cx="739080" cy="835560"/>
            <a:chOff x="6944190" y="5960280"/>
            <a:chExt cx="739080" cy="83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D21892-0DD5-B384-D669-472B0B8EA278}"/>
                    </a:ext>
                  </a:extLst>
                </p14:cNvPr>
                <p14:cNvContentPartPr/>
                <p14:nvPr/>
              </p14:nvContentPartPr>
              <p14:xfrm>
                <a:off x="6944190" y="6249360"/>
                <a:ext cx="189720" cy="172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D21892-0DD5-B384-D669-472B0B8EA27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926190" y="6231360"/>
                  <a:ext cx="225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C322B25-C9FD-1442-40BA-832E6D488DE6}"/>
                    </a:ext>
                  </a:extLst>
                </p14:cNvPr>
                <p14:cNvContentPartPr/>
                <p14:nvPr/>
              </p14:nvContentPartPr>
              <p14:xfrm>
                <a:off x="7215630" y="6314880"/>
                <a:ext cx="156600" cy="197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C322B25-C9FD-1442-40BA-832E6D488DE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97630" y="6296880"/>
                  <a:ext cx="192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617C94A-4C67-2B00-AC7E-071C9D24D797}"/>
                    </a:ext>
                  </a:extLst>
                </p14:cNvPr>
                <p14:cNvContentPartPr/>
                <p14:nvPr/>
              </p14:nvContentPartPr>
              <p14:xfrm>
                <a:off x="7381950" y="5960280"/>
                <a:ext cx="301320" cy="835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617C94A-4C67-2B00-AC7E-071C9D24D79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363950" y="5942640"/>
                  <a:ext cx="336960" cy="87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D745537-0D64-D567-EF13-08FD924B569C}"/>
              </a:ext>
            </a:extLst>
          </p:cNvPr>
          <p:cNvGrpSpPr/>
          <p:nvPr/>
        </p:nvGrpSpPr>
        <p:grpSpPr>
          <a:xfrm>
            <a:off x="8095470" y="6403080"/>
            <a:ext cx="267840" cy="106200"/>
            <a:chOff x="8095470" y="6403080"/>
            <a:chExt cx="2678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095B7C-E361-ECB3-B158-FBD8B0A568B4}"/>
                    </a:ext>
                  </a:extLst>
                </p14:cNvPr>
                <p14:cNvContentPartPr/>
                <p14:nvPr/>
              </p14:nvContentPartPr>
              <p14:xfrm>
                <a:off x="8112030" y="6403080"/>
                <a:ext cx="159480" cy="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095B7C-E361-ECB3-B158-FBD8B0A568B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094030" y="6385080"/>
                  <a:ext cx="195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85FA359-327C-F80C-D8AD-8A30ED562D5B}"/>
                    </a:ext>
                  </a:extLst>
                </p14:cNvPr>
                <p14:cNvContentPartPr/>
                <p14:nvPr/>
              </p14:nvContentPartPr>
              <p14:xfrm>
                <a:off x="8095470" y="6478680"/>
                <a:ext cx="267840" cy="30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85FA359-327C-F80C-D8AD-8A30ED562D5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077830" y="6461040"/>
                  <a:ext cx="3034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7072F74-3060-3F6F-6BEE-2D94782B8D67}"/>
              </a:ext>
            </a:extLst>
          </p:cNvPr>
          <p:cNvGrpSpPr/>
          <p:nvPr/>
        </p:nvGrpSpPr>
        <p:grpSpPr>
          <a:xfrm>
            <a:off x="3104070" y="6004260"/>
            <a:ext cx="1814760" cy="869400"/>
            <a:chOff x="3104070" y="6004260"/>
            <a:chExt cx="181476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88748E6-FA21-803A-A0DC-98B6A37E0576}"/>
                    </a:ext>
                  </a:extLst>
                </p14:cNvPr>
                <p14:cNvContentPartPr/>
                <p14:nvPr/>
              </p14:nvContentPartPr>
              <p14:xfrm>
                <a:off x="3104070" y="6150780"/>
                <a:ext cx="142200" cy="230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88748E6-FA21-803A-A0DC-98B6A37E057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86070" y="6133140"/>
                  <a:ext cx="177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E64CF0B-C066-436D-1999-82F9F3A56150}"/>
                    </a:ext>
                  </a:extLst>
                </p14:cNvPr>
                <p14:cNvContentPartPr/>
                <p14:nvPr/>
              </p14:nvContentPartPr>
              <p14:xfrm>
                <a:off x="3106590" y="6189660"/>
                <a:ext cx="179280" cy="272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E64CF0B-C066-436D-1999-82F9F3A5615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88590" y="6172020"/>
                  <a:ext cx="214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3144B85-0B21-45B5-705D-5C9F29305679}"/>
                    </a:ext>
                  </a:extLst>
                </p14:cNvPr>
                <p14:cNvContentPartPr/>
                <p14:nvPr/>
              </p14:nvContentPartPr>
              <p14:xfrm>
                <a:off x="3358950" y="6345900"/>
                <a:ext cx="18360" cy="177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3144B85-0B21-45B5-705D-5C9F293056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341310" y="6328260"/>
                  <a:ext cx="54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A111B3B-FBB4-3758-0FAF-FFF932F49F31}"/>
                    </a:ext>
                  </a:extLst>
                </p14:cNvPr>
                <p14:cNvContentPartPr/>
                <p14:nvPr/>
              </p14:nvContentPartPr>
              <p14:xfrm>
                <a:off x="3370470" y="6342660"/>
                <a:ext cx="124560" cy="202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A111B3B-FBB4-3758-0FAF-FFF932F49F3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352830" y="6324660"/>
                  <a:ext cx="160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41A2D83-6E7B-3B51-40C7-8C98821ABBE9}"/>
                    </a:ext>
                  </a:extLst>
                </p14:cNvPr>
                <p14:cNvContentPartPr/>
                <p14:nvPr/>
              </p14:nvContentPartPr>
              <p14:xfrm>
                <a:off x="3581070" y="6438780"/>
                <a:ext cx="17280" cy="167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41A2D83-6E7B-3B51-40C7-8C98821ABBE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63430" y="6420780"/>
                  <a:ext cx="52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A423F29-7E65-C74B-D246-5BB5BDC4296E}"/>
                    </a:ext>
                  </a:extLst>
                </p14:cNvPr>
                <p14:cNvContentPartPr/>
                <p14:nvPr/>
              </p14:nvContentPartPr>
              <p14:xfrm>
                <a:off x="3753870" y="6460740"/>
                <a:ext cx="73080" cy="109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A423F29-7E65-C74B-D246-5BB5BDC4296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736230" y="6443100"/>
                  <a:ext cx="108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73053C5-A21E-FCFF-DFDC-4858B25CEB87}"/>
                    </a:ext>
                  </a:extLst>
                </p14:cNvPr>
                <p14:cNvContentPartPr/>
                <p14:nvPr/>
              </p14:nvContentPartPr>
              <p14:xfrm>
                <a:off x="4001550" y="6153660"/>
                <a:ext cx="72000" cy="280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73053C5-A21E-FCFF-DFDC-4858B25CEB8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983910" y="6135660"/>
                  <a:ext cx="1076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39D838-F13E-FBFA-826C-FE2EBF4692CE}"/>
                    </a:ext>
                  </a:extLst>
                </p14:cNvPr>
                <p14:cNvContentPartPr/>
                <p14:nvPr/>
              </p14:nvContentPartPr>
              <p14:xfrm>
                <a:off x="3964830" y="6279660"/>
                <a:ext cx="162360" cy="202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39D838-F13E-FBFA-826C-FE2EBF4692C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47190" y="6261660"/>
                  <a:ext cx="198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DADA191-A339-03C5-DA4D-35E3BB22E24D}"/>
                    </a:ext>
                  </a:extLst>
                </p14:cNvPr>
                <p14:cNvContentPartPr/>
                <p14:nvPr/>
              </p14:nvContentPartPr>
              <p14:xfrm>
                <a:off x="4235190" y="6380460"/>
                <a:ext cx="24480" cy="164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DADA191-A339-03C5-DA4D-35E3BB22E24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217190" y="6362820"/>
                  <a:ext cx="60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3F4A5B-C4CC-EF88-C516-D556CD49C01D}"/>
                    </a:ext>
                  </a:extLst>
                </p14:cNvPr>
                <p14:cNvContentPartPr/>
                <p14:nvPr/>
              </p14:nvContentPartPr>
              <p14:xfrm>
                <a:off x="4280550" y="6360300"/>
                <a:ext cx="150120" cy="240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3F4A5B-C4CC-EF88-C516-D556CD49C01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262910" y="6342300"/>
                  <a:ext cx="185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8A47422-4C37-69D8-8DEE-5E3C64F5DF27}"/>
                    </a:ext>
                  </a:extLst>
                </p14:cNvPr>
                <p14:cNvContentPartPr/>
                <p14:nvPr/>
              </p14:nvContentPartPr>
              <p14:xfrm>
                <a:off x="4515990" y="6424740"/>
                <a:ext cx="240480" cy="170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8A47422-4C37-69D8-8DEE-5E3C64F5DF2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498350" y="6406740"/>
                  <a:ext cx="276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516ED38-2FAD-6F64-58A4-65042BEBC057}"/>
                    </a:ext>
                  </a:extLst>
                </p14:cNvPr>
                <p14:cNvContentPartPr/>
                <p14:nvPr/>
              </p14:nvContentPartPr>
              <p14:xfrm>
                <a:off x="4722990" y="6004260"/>
                <a:ext cx="195840" cy="869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516ED38-2FAD-6F64-58A4-65042BEBC05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704990" y="5986620"/>
                  <a:ext cx="23148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7E9056D-34A9-0065-3CBB-CA4C2922FB89}"/>
                    </a:ext>
                  </a:extLst>
                </p14:cNvPr>
                <p14:cNvContentPartPr/>
                <p14:nvPr/>
              </p14:nvContentPartPr>
              <p14:xfrm>
                <a:off x="3412950" y="6457800"/>
                <a:ext cx="5400" cy="1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7E9056D-34A9-0065-3CBB-CA4C2922FB8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94950" y="6439800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504120E-4A1C-F215-D68E-2ABA8EE95698}"/>
                    </a:ext>
                  </a:extLst>
                </p14:cNvPr>
                <p14:cNvContentPartPr/>
                <p14:nvPr/>
              </p14:nvContentPartPr>
              <p14:xfrm>
                <a:off x="3415470" y="6461040"/>
                <a:ext cx="2880" cy="7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504120E-4A1C-F215-D68E-2ABA8EE9569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97470" y="6443040"/>
                  <a:ext cx="385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0EB00F0-3451-E1FB-333F-23A04F127E5C}"/>
              </a:ext>
            </a:extLst>
          </p:cNvPr>
          <p:cNvGrpSpPr/>
          <p:nvPr/>
        </p:nvGrpSpPr>
        <p:grpSpPr>
          <a:xfrm>
            <a:off x="1347270" y="4592280"/>
            <a:ext cx="86760" cy="99000"/>
            <a:chOff x="1347270" y="4592280"/>
            <a:chExt cx="8676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F313F84-AD32-733B-21BF-E2DCFB7C9CDB}"/>
                    </a:ext>
                  </a:extLst>
                </p14:cNvPr>
                <p14:cNvContentPartPr/>
                <p14:nvPr/>
              </p14:nvContentPartPr>
              <p14:xfrm>
                <a:off x="1347270" y="4592280"/>
                <a:ext cx="19800" cy="277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F313F84-AD32-733B-21BF-E2DCFB7C9CD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29270" y="4574640"/>
                  <a:ext cx="55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98FCB5A-6695-62E7-51A2-8078FD2D7F2F}"/>
                    </a:ext>
                  </a:extLst>
                </p14:cNvPr>
                <p14:cNvContentPartPr/>
                <p14:nvPr/>
              </p14:nvContentPartPr>
              <p14:xfrm>
                <a:off x="1383270" y="4649880"/>
                <a:ext cx="360" cy="4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98FCB5A-6695-62E7-51A2-8078FD2D7F2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65630" y="4631880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662C142-AD4B-9C7D-A9B8-88396EC6F8DE}"/>
                    </a:ext>
                  </a:extLst>
                </p14:cNvPr>
                <p14:cNvContentPartPr/>
                <p14:nvPr/>
              </p14:nvContentPartPr>
              <p14:xfrm>
                <a:off x="1380390" y="4690920"/>
                <a:ext cx="360" cy="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662C142-AD4B-9C7D-A9B8-88396EC6F8D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362390" y="46729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96BE1E1-5171-ADDE-9463-7B644199BBBD}"/>
                    </a:ext>
                  </a:extLst>
                </p14:cNvPr>
                <p14:cNvContentPartPr/>
                <p14:nvPr/>
              </p14:nvContentPartPr>
              <p14:xfrm>
                <a:off x="1425750" y="4667160"/>
                <a:ext cx="8280" cy="12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96BE1E1-5171-ADDE-9463-7B644199BBB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407750" y="4649520"/>
                  <a:ext cx="439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B8CB9CE-738A-FA72-23A5-F31F0509F815}"/>
              </a:ext>
            </a:extLst>
          </p:cNvPr>
          <p:cNvGrpSpPr/>
          <p:nvPr/>
        </p:nvGrpSpPr>
        <p:grpSpPr>
          <a:xfrm>
            <a:off x="3042870" y="4451220"/>
            <a:ext cx="494640" cy="331920"/>
            <a:chOff x="3042870" y="4451220"/>
            <a:chExt cx="49464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26A71A-C535-A210-4E94-FBAB8F6EC7AA}"/>
                    </a:ext>
                  </a:extLst>
                </p14:cNvPr>
                <p14:cNvContentPartPr/>
                <p14:nvPr/>
              </p14:nvContentPartPr>
              <p14:xfrm>
                <a:off x="3042870" y="4451220"/>
                <a:ext cx="208440" cy="19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26A71A-C535-A210-4E94-FBAB8F6EC7A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024870" y="4433220"/>
                  <a:ext cx="244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901C44-1563-9804-3D25-7A5CD889D8EA}"/>
                    </a:ext>
                  </a:extLst>
                </p14:cNvPr>
                <p14:cNvContentPartPr/>
                <p14:nvPr/>
              </p14:nvContentPartPr>
              <p14:xfrm>
                <a:off x="3419790" y="4536180"/>
                <a:ext cx="117720" cy="246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901C44-1563-9804-3D25-7A5CD889D8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401790" y="4518180"/>
                  <a:ext cx="153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F5A05F5-25AF-3A68-0528-A817B42FA8EE}"/>
                    </a:ext>
                  </a:extLst>
                </p14:cNvPr>
                <p14:cNvContentPartPr/>
                <p14:nvPr/>
              </p14:nvContentPartPr>
              <p14:xfrm>
                <a:off x="3393510" y="4641960"/>
                <a:ext cx="6840" cy="8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F5A05F5-25AF-3A68-0528-A817B42FA8E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375870" y="4624320"/>
                  <a:ext cx="424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360C35D-805D-C1F2-71F0-34E5D5A4157C}"/>
                  </a:ext>
                </a:extLst>
              </p14:cNvPr>
              <p14:cNvContentPartPr/>
              <p14:nvPr/>
            </p14:nvContentPartPr>
            <p14:xfrm>
              <a:off x="8951910" y="6173040"/>
              <a:ext cx="119160" cy="4874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360C35D-805D-C1F2-71F0-34E5D5A4157C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8933910" y="6155040"/>
                <a:ext cx="15480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1405372-9BCF-C338-AB3A-D7A0CE8BC76C}"/>
              </a:ext>
            </a:extLst>
          </p:cNvPr>
          <p:cNvGrpSpPr/>
          <p:nvPr/>
        </p:nvGrpSpPr>
        <p:grpSpPr>
          <a:xfrm>
            <a:off x="9330990" y="6226320"/>
            <a:ext cx="334800" cy="325800"/>
            <a:chOff x="9330990" y="6226320"/>
            <a:chExt cx="33480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9393E41-FD1F-5736-7168-ED6338B98889}"/>
                    </a:ext>
                  </a:extLst>
                </p14:cNvPr>
                <p14:cNvContentPartPr/>
                <p14:nvPr/>
              </p14:nvContentPartPr>
              <p14:xfrm>
                <a:off x="9330990" y="6226320"/>
                <a:ext cx="166680" cy="260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9393E41-FD1F-5736-7168-ED6338B9888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312990" y="6208680"/>
                  <a:ext cx="202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D1C8BEB-4135-73D5-86DB-5A4D61D82C20}"/>
                    </a:ext>
                  </a:extLst>
                </p14:cNvPr>
                <p14:cNvContentPartPr/>
                <p14:nvPr/>
              </p14:nvContentPartPr>
              <p14:xfrm>
                <a:off x="9617550" y="6443040"/>
                <a:ext cx="48240" cy="109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D1C8BEB-4135-73D5-86DB-5A4D61D82C2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599550" y="6425400"/>
                  <a:ext cx="8388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5D150C6-E56F-9252-3DEE-F0D023AA9314}"/>
                  </a:ext>
                </a:extLst>
              </p14:cNvPr>
              <p14:cNvContentPartPr/>
              <p14:nvPr/>
            </p14:nvContentPartPr>
            <p14:xfrm>
              <a:off x="3320430" y="6768840"/>
              <a:ext cx="11520" cy="79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5D150C6-E56F-9252-3DEE-F0D023AA9314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302430" y="6750840"/>
                <a:ext cx="471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CF229349-67B7-31E9-281C-9BA3DA90D62D}"/>
              </a:ext>
            </a:extLst>
          </p:cNvPr>
          <p:cNvGrpSpPr/>
          <p:nvPr/>
        </p:nvGrpSpPr>
        <p:grpSpPr>
          <a:xfrm>
            <a:off x="5697150" y="6018960"/>
            <a:ext cx="943560" cy="630360"/>
            <a:chOff x="5697150" y="6018960"/>
            <a:chExt cx="943560" cy="63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250F122-87A5-F16B-64FE-686E638CBEEB}"/>
                    </a:ext>
                  </a:extLst>
                </p14:cNvPr>
                <p14:cNvContentPartPr/>
                <p14:nvPr/>
              </p14:nvContentPartPr>
              <p14:xfrm>
                <a:off x="6020430" y="6295080"/>
                <a:ext cx="259560" cy="168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250F122-87A5-F16B-64FE-686E638CBE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002790" y="6277080"/>
                  <a:ext cx="295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0B246E1-06E0-BF85-902F-EF82EA5D22D4}"/>
                    </a:ext>
                  </a:extLst>
                </p14:cNvPr>
                <p14:cNvContentPartPr/>
                <p14:nvPr/>
              </p14:nvContentPartPr>
              <p14:xfrm>
                <a:off x="6339390" y="6382560"/>
                <a:ext cx="128520" cy="179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0B246E1-06E0-BF85-902F-EF82EA5D22D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321750" y="6364560"/>
                  <a:ext cx="164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D07550-1B2B-A660-75FF-1BD1B2021D1B}"/>
                    </a:ext>
                  </a:extLst>
                </p14:cNvPr>
                <p14:cNvContentPartPr/>
                <p14:nvPr/>
              </p14:nvContentPartPr>
              <p14:xfrm>
                <a:off x="6592110" y="6469680"/>
                <a:ext cx="48600" cy="82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D07550-1B2B-A660-75FF-1BD1B2021D1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574470" y="6452040"/>
                  <a:ext cx="84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4D685E-C8C1-6F61-A7D9-E3CE7E9537FE}"/>
                    </a:ext>
                  </a:extLst>
                </p14:cNvPr>
                <p14:cNvContentPartPr/>
                <p14:nvPr/>
              </p14:nvContentPartPr>
              <p14:xfrm>
                <a:off x="5697150" y="6018960"/>
                <a:ext cx="216360" cy="630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4D685E-C8C1-6F61-A7D9-E3CE7E9537F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679510" y="6001320"/>
                  <a:ext cx="25200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475F42D-E06B-501B-6B3D-C5383699660D}"/>
                    </a:ext>
                  </a:extLst>
                </p14:cNvPr>
                <p14:cNvContentPartPr/>
                <p14:nvPr/>
              </p14:nvContentPartPr>
              <p14:xfrm>
                <a:off x="6273870" y="6561480"/>
                <a:ext cx="5040" cy="7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475F42D-E06B-501B-6B3D-C5383699660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256230" y="6543480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7587568-9963-B5AA-063C-8277E855F4D6}"/>
              </a:ext>
            </a:extLst>
          </p:cNvPr>
          <p:cNvGrpSpPr/>
          <p:nvPr/>
        </p:nvGrpSpPr>
        <p:grpSpPr>
          <a:xfrm>
            <a:off x="9951270" y="6087000"/>
            <a:ext cx="550080" cy="487440"/>
            <a:chOff x="9951270" y="6087000"/>
            <a:chExt cx="550080" cy="48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D798164-CF86-6AF2-D054-0F2479D97BE5}"/>
                    </a:ext>
                  </a:extLst>
                </p14:cNvPr>
                <p14:cNvContentPartPr/>
                <p14:nvPr/>
              </p14:nvContentPartPr>
              <p14:xfrm>
                <a:off x="9951270" y="6267720"/>
                <a:ext cx="46080" cy="20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D798164-CF86-6AF2-D054-0F2479D97BE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933270" y="6249720"/>
                  <a:ext cx="81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C18DA96-C400-02EF-14B9-4DA28F91772D}"/>
                    </a:ext>
                  </a:extLst>
                </p14:cNvPr>
                <p14:cNvContentPartPr/>
                <p14:nvPr/>
              </p14:nvContentPartPr>
              <p14:xfrm>
                <a:off x="10120470" y="6287160"/>
                <a:ext cx="202680" cy="186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C18DA96-C400-02EF-14B9-4DA28F91772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102470" y="6269160"/>
                  <a:ext cx="238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0AFB70A-0861-209B-92C4-1B3A08F3EE50}"/>
                    </a:ext>
                  </a:extLst>
                </p14:cNvPr>
                <p14:cNvContentPartPr/>
                <p14:nvPr/>
              </p14:nvContentPartPr>
              <p14:xfrm>
                <a:off x="10266990" y="6087000"/>
                <a:ext cx="234360" cy="487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0AFB70A-0861-209B-92C4-1B3A08F3EE5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248990" y="6069360"/>
                  <a:ext cx="27000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44B6D18-68AE-283C-C915-21B0DB82B4C8}"/>
                    </a:ext>
                  </a:extLst>
                </p14:cNvPr>
                <p14:cNvContentPartPr/>
                <p14:nvPr/>
              </p14:nvContentPartPr>
              <p14:xfrm>
                <a:off x="10488390" y="6281760"/>
                <a:ext cx="1800" cy="3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44B6D18-68AE-283C-C915-21B0DB82B4C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470390" y="6263760"/>
                  <a:ext cx="374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4DDE778-2F6F-3F02-3AF6-7BA50F6BBA71}"/>
                  </a:ext>
                </a:extLst>
              </p14:cNvPr>
              <p14:cNvContentPartPr/>
              <p14:nvPr/>
            </p14:nvContentPartPr>
            <p14:xfrm>
              <a:off x="4523927" y="6698626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4DDE778-2F6F-3F02-3AF6-7BA50F6BBA7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4505927" y="66806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923C0B7-0671-536D-7C3C-D729C3C7984F}"/>
                  </a:ext>
                </a:extLst>
              </p14:cNvPr>
              <p14:cNvContentPartPr/>
              <p14:nvPr/>
            </p14:nvContentPartPr>
            <p14:xfrm>
              <a:off x="4302887" y="6788626"/>
              <a:ext cx="234000" cy="21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923C0B7-0671-536D-7C3C-D729C3C7984F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285247" y="6770986"/>
                <a:ext cx="26964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0C82E1B-5DA8-55A1-FADE-AF1082E1F3CB}"/>
              </a:ext>
            </a:extLst>
          </p:cNvPr>
          <p:cNvGrpSpPr/>
          <p:nvPr/>
        </p:nvGrpSpPr>
        <p:grpSpPr>
          <a:xfrm>
            <a:off x="3138287" y="6660466"/>
            <a:ext cx="335880" cy="32760"/>
            <a:chOff x="3138287" y="6660466"/>
            <a:chExt cx="335880" cy="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351475-4DC8-E9AA-6309-E9F2C8D07F48}"/>
                    </a:ext>
                  </a:extLst>
                </p14:cNvPr>
                <p14:cNvContentPartPr/>
                <p14:nvPr/>
              </p14:nvContentPartPr>
              <p14:xfrm>
                <a:off x="3468767" y="6660466"/>
                <a:ext cx="5400" cy="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351475-4DC8-E9AA-6309-E9F2C8D07F4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451127" y="6642466"/>
                  <a:ext cx="41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887EF8-B8A7-1884-A3DF-05F21664F0F4}"/>
                    </a:ext>
                  </a:extLst>
                </p14:cNvPr>
                <p14:cNvContentPartPr/>
                <p14:nvPr/>
              </p14:nvContentPartPr>
              <p14:xfrm>
                <a:off x="3138287" y="6668746"/>
                <a:ext cx="182160" cy="24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887EF8-B8A7-1884-A3DF-05F21664F0F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120647" y="6651106"/>
                  <a:ext cx="217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B9E8CC3-4E98-D45A-0133-9A62B51A2EC6}"/>
                    </a:ext>
                  </a:extLst>
                </p14:cNvPr>
                <p14:cNvContentPartPr/>
                <p14:nvPr/>
              </p14:nvContentPartPr>
              <p14:xfrm>
                <a:off x="3356087" y="6682786"/>
                <a:ext cx="5760" cy="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B9E8CC3-4E98-D45A-0133-9A62B51A2EC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338087" y="6664786"/>
                  <a:ext cx="41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F5CB9AF-3EE7-59CB-97FD-56371E3E8C8F}"/>
                  </a:ext>
                </a:extLst>
              </p14:cNvPr>
              <p14:cNvContentPartPr/>
              <p14:nvPr/>
            </p14:nvContentPartPr>
            <p14:xfrm>
              <a:off x="6281447" y="6666946"/>
              <a:ext cx="360" cy="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F5CB9AF-3EE7-59CB-97FD-56371E3E8C8F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263807" y="66489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CCC21D0-34FA-9069-2659-99FF2B1A9D72}"/>
                  </a:ext>
                </a:extLst>
              </p14:cNvPr>
              <p14:cNvContentPartPr/>
              <p14:nvPr/>
            </p14:nvContentPartPr>
            <p14:xfrm>
              <a:off x="7133927" y="6686026"/>
              <a:ext cx="1800" cy="2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CCC21D0-34FA-9069-2659-99FF2B1A9D72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7115927" y="6668386"/>
                <a:ext cx="374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A51AF9E-E73A-6310-76BD-A84EE71A1D40}"/>
                  </a:ext>
                </a:extLst>
              </p14:cNvPr>
              <p14:cNvContentPartPr/>
              <p14:nvPr/>
            </p14:nvContentPartPr>
            <p14:xfrm>
              <a:off x="6053207" y="6616906"/>
              <a:ext cx="720" cy="50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A51AF9E-E73A-6310-76BD-A84EE71A1D40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6035567" y="6599266"/>
                <a:ext cx="36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53CB1F3C-AC17-C2A6-F2D9-819D57A1B99D}"/>
                  </a:ext>
                </a:extLst>
              </p14:cNvPr>
              <p14:cNvContentPartPr/>
              <p14:nvPr/>
            </p14:nvContentPartPr>
            <p14:xfrm>
              <a:off x="10363487" y="6446626"/>
              <a:ext cx="6480" cy="39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53CB1F3C-AC17-C2A6-F2D9-819D57A1B99D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0345847" y="6428986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E38CF4F-35A2-0CCB-303B-B7F6FC165310}"/>
                  </a:ext>
                </a:extLst>
              </p14:cNvPr>
              <p14:cNvContentPartPr/>
              <p14:nvPr/>
            </p14:nvContentPartPr>
            <p14:xfrm>
              <a:off x="6345167" y="6711946"/>
              <a:ext cx="5760" cy="36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E38CF4F-35A2-0CCB-303B-B7F6FC165310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6327527" y="6694306"/>
                <a:ext cx="414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18D3B85-061E-FA67-0110-51822E93140D}"/>
              </a:ext>
            </a:extLst>
          </p:cNvPr>
          <p:cNvGrpSpPr/>
          <p:nvPr/>
        </p:nvGrpSpPr>
        <p:grpSpPr>
          <a:xfrm>
            <a:off x="9359087" y="6507466"/>
            <a:ext cx="9000" cy="17640"/>
            <a:chOff x="9359087" y="6507466"/>
            <a:chExt cx="9000" cy="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F28B3CB-B456-49A8-0EC2-AA3111F18CF7}"/>
                    </a:ext>
                  </a:extLst>
                </p14:cNvPr>
                <p14:cNvContentPartPr/>
                <p14:nvPr/>
              </p14:nvContentPartPr>
              <p14:xfrm>
                <a:off x="9367727" y="6507466"/>
                <a:ext cx="360" cy="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F28B3CB-B456-49A8-0EC2-AA3111F18CF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350087" y="64894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013F7AD-A126-EE1B-DD9E-0AFE2483B3C1}"/>
                    </a:ext>
                  </a:extLst>
                </p14:cNvPr>
                <p14:cNvContentPartPr/>
                <p14:nvPr/>
              </p14:nvContentPartPr>
              <p14:xfrm>
                <a:off x="9359087" y="6524746"/>
                <a:ext cx="360" cy="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013F7AD-A126-EE1B-DD9E-0AFE2483B3C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341447" y="650674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E2701D4-7FB2-706B-F377-126718C1CB1E}"/>
                  </a:ext>
                </a:extLst>
              </p14:cNvPr>
              <p14:cNvContentPartPr/>
              <p14:nvPr/>
            </p14:nvContentPartPr>
            <p14:xfrm>
              <a:off x="7157327" y="6629866"/>
              <a:ext cx="9720" cy="28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E2701D4-7FB2-706B-F377-126718C1CB1E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7139687" y="6611866"/>
                <a:ext cx="4536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33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B4287EB-BC28-A4A2-2AA7-72CFAC778138}"/>
              </a:ext>
            </a:extLst>
          </p:cNvPr>
          <p:cNvGrpSpPr/>
          <p:nvPr/>
        </p:nvGrpSpPr>
        <p:grpSpPr>
          <a:xfrm>
            <a:off x="-192090" y="-75850"/>
            <a:ext cx="326160" cy="314710"/>
            <a:chOff x="-192090" y="-75850"/>
            <a:chExt cx="326160" cy="31471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FE28694-06C3-D065-74EC-435959AF04FD}"/>
                    </a:ext>
                  </a:extLst>
                </p14:cNvPr>
                <p14:cNvContentPartPr/>
                <p14:nvPr/>
              </p14:nvContentPartPr>
              <p14:xfrm>
                <a:off x="-192090" y="-34380"/>
                <a:ext cx="243720" cy="273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FE28694-06C3-D065-74EC-435959AF04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-210090" y="-52380"/>
                  <a:ext cx="2793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A3C810E-F01E-A1CE-8760-0E20556F3A7A}"/>
                    </a:ext>
                  </a:extLst>
                </p14:cNvPr>
                <p14:cNvContentPartPr/>
                <p14:nvPr/>
              </p14:nvContentPartPr>
              <p14:xfrm>
                <a:off x="103470" y="-75850"/>
                <a:ext cx="30600" cy="40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A3C810E-F01E-A1CE-8760-0E20556F3A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30" y="-93490"/>
                  <a:ext cx="662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3FBC0-6B86-1DC1-CE98-9418F32C1FF1}"/>
              </a:ext>
            </a:extLst>
          </p:cNvPr>
          <p:cNvGrpSpPr/>
          <p:nvPr/>
        </p:nvGrpSpPr>
        <p:grpSpPr>
          <a:xfrm>
            <a:off x="390030" y="272630"/>
            <a:ext cx="816120" cy="312480"/>
            <a:chOff x="390030" y="272630"/>
            <a:chExt cx="8161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5F6B07-89A5-CAA2-9AC2-D2BBE92ECA5F}"/>
                    </a:ext>
                  </a:extLst>
                </p14:cNvPr>
                <p14:cNvContentPartPr/>
                <p14:nvPr/>
              </p14:nvContentPartPr>
              <p14:xfrm>
                <a:off x="390030" y="302510"/>
                <a:ext cx="132480" cy="272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5F6B07-89A5-CAA2-9AC2-D2BBE92ECA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2030" y="284510"/>
                  <a:ext cx="168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90FD12-67EF-FF89-29A7-EA1DEADCC0E9}"/>
                    </a:ext>
                  </a:extLst>
                </p14:cNvPr>
                <p14:cNvContentPartPr/>
                <p14:nvPr/>
              </p14:nvContentPartPr>
              <p14:xfrm>
                <a:off x="474630" y="272630"/>
                <a:ext cx="180720" cy="29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90FD12-67EF-FF89-29A7-EA1DEADCC0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6990" y="254630"/>
                  <a:ext cx="2163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AD32A7-3185-FA52-41FD-B3B99CCB0AF0}"/>
                    </a:ext>
                  </a:extLst>
                </p14:cNvPr>
                <p14:cNvContentPartPr/>
                <p14:nvPr/>
              </p14:nvContentPartPr>
              <p14:xfrm>
                <a:off x="497310" y="415550"/>
                <a:ext cx="147240" cy="3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AD32A7-3185-FA52-41FD-B3B99CCB0A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9310" y="397910"/>
                  <a:ext cx="182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30B342-2122-C5F5-5364-0CAA774F0CF4}"/>
                    </a:ext>
                  </a:extLst>
                </p14:cNvPr>
                <p14:cNvContentPartPr/>
                <p14:nvPr/>
              </p14:nvContentPartPr>
              <p14:xfrm>
                <a:off x="786390" y="304310"/>
                <a:ext cx="36720" cy="280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30B342-2122-C5F5-5364-0CAA774F0C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8390" y="286670"/>
                  <a:ext cx="723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3DE776-2EDC-C6F5-069E-A7BF753AE3A7}"/>
                    </a:ext>
                  </a:extLst>
                </p14:cNvPr>
                <p14:cNvContentPartPr/>
                <p14:nvPr/>
              </p14:nvContentPartPr>
              <p14:xfrm>
                <a:off x="880350" y="394670"/>
                <a:ext cx="117360" cy="173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3DE776-2EDC-C6F5-069E-A7BF753AE3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2350" y="376670"/>
                  <a:ext cx="153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323D2B-1DC8-EA7D-61D2-DD2573EF3959}"/>
                    </a:ext>
                  </a:extLst>
                </p14:cNvPr>
                <p14:cNvContentPartPr/>
                <p14:nvPr/>
              </p14:nvContentPartPr>
              <p14:xfrm>
                <a:off x="1075830" y="415550"/>
                <a:ext cx="130320" cy="168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323D2B-1DC8-EA7D-61D2-DD2573EF39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8190" y="397910"/>
                  <a:ext cx="1659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C65993-EC92-45BE-45C1-A803DDEDD447}"/>
              </a:ext>
            </a:extLst>
          </p:cNvPr>
          <p:cNvGrpSpPr/>
          <p:nvPr/>
        </p:nvGrpSpPr>
        <p:grpSpPr>
          <a:xfrm>
            <a:off x="1825350" y="467030"/>
            <a:ext cx="464040" cy="411120"/>
            <a:chOff x="1825350" y="467030"/>
            <a:chExt cx="46404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E16CA8-F1B8-21C9-A290-AF05D7E9CD9A}"/>
                    </a:ext>
                  </a:extLst>
                </p14:cNvPr>
                <p14:cNvContentPartPr/>
                <p14:nvPr/>
              </p14:nvContentPartPr>
              <p14:xfrm>
                <a:off x="1825350" y="467030"/>
                <a:ext cx="186480" cy="20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E16CA8-F1B8-21C9-A290-AF05D7E9CD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7350" y="449390"/>
                  <a:ext cx="222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414658-58B9-5E20-B07B-32C3E7AB9B4F}"/>
                    </a:ext>
                  </a:extLst>
                </p14:cNvPr>
                <p14:cNvContentPartPr/>
                <p14:nvPr/>
              </p14:nvContentPartPr>
              <p14:xfrm>
                <a:off x="2072670" y="603110"/>
                <a:ext cx="84240" cy="261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414658-58B9-5E20-B07B-32C3E7AB9B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55030" y="585470"/>
                  <a:ext cx="1198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392B99-993C-03BC-8C37-4E54F593468F}"/>
                    </a:ext>
                  </a:extLst>
                </p14:cNvPr>
                <p14:cNvContentPartPr/>
                <p14:nvPr/>
              </p14:nvContentPartPr>
              <p14:xfrm>
                <a:off x="2072670" y="618590"/>
                <a:ext cx="216720" cy="259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392B99-993C-03BC-8C37-4E54F59346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55030" y="600950"/>
                  <a:ext cx="25236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86FCBF-5C08-D4BD-CC1E-AF3B32790333}"/>
              </a:ext>
            </a:extLst>
          </p:cNvPr>
          <p:cNvGrpSpPr/>
          <p:nvPr/>
        </p:nvGrpSpPr>
        <p:grpSpPr>
          <a:xfrm>
            <a:off x="2555430" y="535430"/>
            <a:ext cx="165600" cy="124560"/>
            <a:chOff x="2555430" y="535430"/>
            <a:chExt cx="16560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3BEEEF-9735-5719-E02B-02331861B57E}"/>
                    </a:ext>
                  </a:extLst>
                </p14:cNvPr>
                <p14:cNvContentPartPr/>
                <p14:nvPr/>
              </p14:nvContentPartPr>
              <p14:xfrm>
                <a:off x="2627070" y="535430"/>
                <a:ext cx="93960" cy="1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3BEEEF-9735-5719-E02B-02331861B5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09070" y="517430"/>
                  <a:ext cx="129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EF0EA9-458C-9B2A-BA63-5D93990814B1}"/>
                    </a:ext>
                  </a:extLst>
                </p14:cNvPr>
                <p14:cNvContentPartPr/>
                <p14:nvPr/>
              </p14:nvContentPartPr>
              <p14:xfrm>
                <a:off x="2555430" y="633350"/>
                <a:ext cx="134640" cy="2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EF0EA9-458C-9B2A-BA63-5D93990814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7430" y="615350"/>
                  <a:ext cx="1702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10C12A7-5EC5-C544-02B4-63364A24DEB3}"/>
              </a:ext>
            </a:extLst>
          </p:cNvPr>
          <p:cNvGrpSpPr/>
          <p:nvPr/>
        </p:nvGrpSpPr>
        <p:grpSpPr>
          <a:xfrm>
            <a:off x="5000910" y="353270"/>
            <a:ext cx="980280" cy="876960"/>
            <a:chOff x="5000910" y="353270"/>
            <a:chExt cx="980280" cy="87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BD24F7-9245-BCC7-84AA-5E931752E5AE}"/>
                    </a:ext>
                  </a:extLst>
                </p14:cNvPr>
                <p14:cNvContentPartPr/>
                <p14:nvPr/>
              </p14:nvContentPartPr>
              <p14:xfrm>
                <a:off x="5000910" y="596270"/>
                <a:ext cx="162000" cy="18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BD24F7-9245-BCC7-84AA-5E931752E5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82910" y="578630"/>
                  <a:ext cx="197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524803-E728-B8E1-FD88-3E093A08D393}"/>
                    </a:ext>
                  </a:extLst>
                </p14:cNvPr>
                <p14:cNvContentPartPr/>
                <p14:nvPr/>
              </p14:nvContentPartPr>
              <p14:xfrm>
                <a:off x="5279910" y="695990"/>
                <a:ext cx="87840" cy="219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524803-E728-B8E1-FD88-3E093A08D3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61910" y="677990"/>
                  <a:ext cx="123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272657-96C6-745D-3BE4-20ED43EA7092}"/>
                    </a:ext>
                  </a:extLst>
                </p14:cNvPr>
                <p14:cNvContentPartPr/>
                <p14:nvPr/>
              </p14:nvContentPartPr>
              <p14:xfrm>
                <a:off x="5306550" y="666110"/>
                <a:ext cx="149040" cy="246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272657-96C6-745D-3BE4-20ED43EA70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88550" y="648470"/>
                  <a:ext cx="184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8A2F5F-6D53-9FDD-2112-8AB429281843}"/>
                    </a:ext>
                  </a:extLst>
                </p14:cNvPr>
                <p14:cNvContentPartPr/>
                <p14:nvPr/>
              </p14:nvContentPartPr>
              <p14:xfrm>
                <a:off x="5563230" y="769790"/>
                <a:ext cx="233280" cy="193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8A2F5F-6D53-9FDD-2112-8AB4292818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45230" y="751790"/>
                  <a:ext cx="268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3B7B91-832E-8DAD-FE5E-7350A9352C65}"/>
                    </a:ext>
                  </a:extLst>
                </p14:cNvPr>
                <p14:cNvContentPartPr/>
                <p14:nvPr/>
              </p14:nvContentPartPr>
              <p14:xfrm>
                <a:off x="5709030" y="353270"/>
                <a:ext cx="272160" cy="876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3B7B91-832E-8DAD-FE5E-7350A9352C6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91030" y="335270"/>
                  <a:ext cx="307800" cy="9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B359997-5D9B-735B-515C-8CC2818CB375}"/>
                  </a:ext>
                </a:extLst>
              </p14:cNvPr>
              <p14:cNvContentPartPr/>
              <p14:nvPr/>
            </p14:nvContentPartPr>
            <p14:xfrm>
              <a:off x="6863550" y="598790"/>
              <a:ext cx="218160" cy="29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B359997-5D9B-735B-515C-8CC2818CB3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45550" y="580790"/>
                <a:ext cx="2538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B73D0D-ECCE-A532-5C30-085117865290}"/>
                  </a:ext>
                </a:extLst>
              </p14:cNvPr>
              <p14:cNvContentPartPr/>
              <p14:nvPr/>
            </p14:nvContentPartPr>
            <p14:xfrm>
              <a:off x="6899910" y="687710"/>
              <a:ext cx="238320" cy="19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B73D0D-ECCE-A532-5C30-08511786529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82270" y="669710"/>
                <a:ext cx="273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0632C44-1A1B-5ACD-E0B9-65E952E5BD60}"/>
                  </a:ext>
                </a:extLst>
              </p14:cNvPr>
              <p14:cNvContentPartPr/>
              <p14:nvPr/>
            </p14:nvContentPartPr>
            <p14:xfrm>
              <a:off x="7753470" y="406910"/>
              <a:ext cx="198720" cy="519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0632C44-1A1B-5ACD-E0B9-65E952E5BD6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35830" y="389270"/>
                <a:ext cx="23436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DBDED21-8ACA-358E-0744-E4F14FFCBCB5}"/>
                  </a:ext>
                </a:extLst>
              </p14:cNvPr>
              <p14:cNvContentPartPr/>
              <p14:nvPr/>
            </p14:nvContentPartPr>
            <p14:xfrm>
              <a:off x="8154150" y="567110"/>
              <a:ext cx="217800" cy="256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DBDED21-8ACA-358E-0744-E4F14FFCBCB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36150" y="549110"/>
                <a:ext cx="2534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38C4442-06EF-14A2-2AD7-0592FFA37965}"/>
                  </a:ext>
                </a:extLst>
              </p14:cNvPr>
              <p14:cNvContentPartPr/>
              <p14:nvPr/>
            </p14:nvContentPartPr>
            <p14:xfrm>
              <a:off x="8479590" y="770870"/>
              <a:ext cx="50040" cy="187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38C4442-06EF-14A2-2AD7-0592FFA3796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461590" y="753230"/>
                <a:ext cx="856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8A1D23E-E9A6-CFC9-0D90-C7C7B97628BA}"/>
                  </a:ext>
                </a:extLst>
              </p14:cNvPr>
              <p14:cNvContentPartPr/>
              <p14:nvPr/>
            </p14:nvContentPartPr>
            <p14:xfrm>
              <a:off x="8793150" y="621110"/>
              <a:ext cx="182520" cy="231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8A1D23E-E9A6-CFC9-0D90-C7C7B97628B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75150" y="603470"/>
                <a:ext cx="218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B0AC897-8898-CD23-7BAF-308C72FB3A6A}"/>
                  </a:ext>
                </a:extLst>
              </p14:cNvPr>
              <p14:cNvContentPartPr/>
              <p14:nvPr/>
            </p14:nvContentPartPr>
            <p14:xfrm>
              <a:off x="9047670" y="392510"/>
              <a:ext cx="211680" cy="636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B0AC897-8898-CD23-7BAF-308C72FB3A6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29670" y="374510"/>
                <a:ext cx="247320" cy="67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077754AE-0E88-9B3B-41B3-023DCA54D8A4}"/>
              </a:ext>
            </a:extLst>
          </p:cNvPr>
          <p:cNvGrpSpPr/>
          <p:nvPr/>
        </p:nvGrpSpPr>
        <p:grpSpPr>
          <a:xfrm>
            <a:off x="3259950" y="340310"/>
            <a:ext cx="1488600" cy="630720"/>
            <a:chOff x="3259950" y="340310"/>
            <a:chExt cx="148860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B65BFD-61E3-37FA-9BF8-DC64A2E74E50}"/>
                    </a:ext>
                  </a:extLst>
                </p14:cNvPr>
                <p14:cNvContentPartPr/>
                <p14:nvPr/>
              </p14:nvContentPartPr>
              <p14:xfrm>
                <a:off x="3259950" y="340310"/>
                <a:ext cx="295560" cy="414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B65BFD-61E3-37FA-9BF8-DC64A2E74E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41950" y="322310"/>
                  <a:ext cx="3312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6A725A-6B7D-540D-75C8-776315D2D76D}"/>
                    </a:ext>
                  </a:extLst>
                </p14:cNvPr>
                <p14:cNvContentPartPr/>
                <p14:nvPr/>
              </p14:nvContentPartPr>
              <p14:xfrm>
                <a:off x="3654510" y="487550"/>
                <a:ext cx="150840" cy="236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6A725A-6B7D-540D-75C8-776315D2D7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36870" y="469550"/>
                  <a:ext cx="186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CE2864-0DB4-B80C-8FE5-AF559B4FFDFB}"/>
                    </a:ext>
                  </a:extLst>
                </p14:cNvPr>
                <p14:cNvContentPartPr/>
                <p14:nvPr/>
              </p14:nvContentPartPr>
              <p14:xfrm>
                <a:off x="3971310" y="629750"/>
                <a:ext cx="64440" cy="218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CE2864-0DB4-B80C-8FE5-AF559B4FFD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53670" y="611750"/>
                  <a:ext cx="100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2A7FAF-BA32-19C9-0F53-5AE2437324FD}"/>
                    </a:ext>
                  </a:extLst>
                </p14:cNvPr>
                <p14:cNvContentPartPr/>
                <p14:nvPr/>
              </p14:nvContentPartPr>
              <p14:xfrm>
                <a:off x="4021350" y="620750"/>
                <a:ext cx="159840" cy="237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2A7FAF-BA32-19C9-0F53-5AE2437324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03350" y="603110"/>
                  <a:ext cx="195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C59ADB-E9AD-B25B-DC55-FBA303B8E236}"/>
                    </a:ext>
                  </a:extLst>
                </p14:cNvPr>
                <p14:cNvContentPartPr/>
                <p14:nvPr/>
              </p14:nvContentPartPr>
              <p14:xfrm>
                <a:off x="4208190" y="734510"/>
                <a:ext cx="74160" cy="20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C59ADB-E9AD-B25B-DC55-FBA303B8E2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90550" y="716510"/>
                  <a:ext cx="109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69CE6B-A801-A592-A9E1-694FA6AB9B7C}"/>
                    </a:ext>
                  </a:extLst>
                </p14:cNvPr>
                <p14:cNvContentPartPr/>
                <p14:nvPr/>
              </p14:nvContentPartPr>
              <p14:xfrm>
                <a:off x="4640190" y="758270"/>
                <a:ext cx="108360" cy="21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69CE6B-A801-A592-A9E1-694FA6AB9B7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22550" y="740270"/>
                  <a:ext cx="144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54BE849-CF9B-78F8-1468-E4809787CAED}"/>
                    </a:ext>
                  </a:extLst>
                </p14:cNvPr>
                <p14:cNvContentPartPr/>
                <p14:nvPr/>
              </p14:nvContentPartPr>
              <p14:xfrm>
                <a:off x="4445790" y="936470"/>
                <a:ext cx="14400" cy="3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54BE849-CF9B-78F8-1468-E4809787CA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27790" y="918830"/>
                  <a:ext cx="500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9C1DC05-16A2-894B-7F7C-84D15528EBE4}"/>
              </a:ext>
            </a:extLst>
          </p:cNvPr>
          <p:cNvGrpSpPr/>
          <p:nvPr/>
        </p:nvGrpSpPr>
        <p:grpSpPr>
          <a:xfrm>
            <a:off x="2592527" y="1510463"/>
            <a:ext cx="125640" cy="105840"/>
            <a:chOff x="2592527" y="1510463"/>
            <a:chExt cx="125640" cy="1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4A1F66-E55F-2D81-97E0-8CCF47373882}"/>
                    </a:ext>
                  </a:extLst>
                </p14:cNvPr>
                <p14:cNvContentPartPr/>
                <p14:nvPr/>
              </p14:nvContentPartPr>
              <p14:xfrm>
                <a:off x="2626727" y="1510463"/>
                <a:ext cx="53280" cy="3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4A1F66-E55F-2D81-97E0-8CCF473738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09087" y="1492823"/>
                  <a:ext cx="88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FB4CE3-5F96-011C-0C69-16A82B1E7696}"/>
                    </a:ext>
                  </a:extLst>
                </p14:cNvPr>
                <p14:cNvContentPartPr/>
                <p14:nvPr/>
              </p14:nvContentPartPr>
              <p14:xfrm>
                <a:off x="2592527" y="1583543"/>
                <a:ext cx="125640" cy="32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FB4CE3-5F96-011C-0C69-16A82B1E76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4527" y="1565903"/>
                  <a:ext cx="1612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7182DBC-7CD6-A628-C71A-85BDB6779C28}"/>
                  </a:ext>
                </a:extLst>
              </p14:cNvPr>
              <p14:cNvContentPartPr/>
              <p14:nvPr/>
            </p14:nvContentPartPr>
            <p14:xfrm>
              <a:off x="4275167" y="1768943"/>
              <a:ext cx="46080" cy="93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7182DBC-7CD6-A628-C71A-85BDB6779C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257167" y="1751303"/>
                <a:ext cx="8172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4938B1A6-2E66-2E47-2B9D-415D7369C451}"/>
              </a:ext>
            </a:extLst>
          </p:cNvPr>
          <p:cNvGrpSpPr/>
          <p:nvPr/>
        </p:nvGrpSpPr>
        <p:grpSpPr>
          <a:xfrm>
            <a:off x="6021887" y="1670663"/>
            <a:ext cx="172080" cy="133200"/>
            <a:chOff x="6021887" y="1670663"/>
            <a:chExt cx="172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D443006-2DB2-A0DD-B702-A059BCE74F43}"/>
                    </a:ext>
                  </a:extLst>
                </p14:cNvPr>
                <p14:cNvContentPartPr/>
                <p14:nvPr/>
              </p14:nvContentPartPr>
              <p14:xfrm>
                <a:off x="6083807" y="1670663"/>
                <a:ext cx="110160" cy="12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D443006-2DB2-A0DD-B702-A059BCE74F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65807" y="1653023"/>
                  <a:ext cx="145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039BEE-B934-8703-676B-5EFF0E878AEF}"/>
                    </a:ext>
                  </a:extLst>
                </p14:cNvPr>
                <p14:cNvContentPartPr/>
                <p14:nvPr/>
              </p14:nvContentPartPr>
              <p14:xfrm>
                <a:off x="6021887" y="1785863"/>
                <a:ext cx="10836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039BEE-B934-8703-676B-5EFF0E878A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03887" y="1768223"/>
                  <a:ext cx="1440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7B9B278-E40A-0E69-F176-B557DD39B3DA}"/>
              </a:ext>
            </a:extLst>
          </p:cNvPr>
          <p:cNvGrpSpPr/>
          <p:nvPr/>
        </p:nvGrpSpPr>
        <p:grpSpPr>
          <a:xfrm>
            <a:off x="2950727" y="1217423"/>
            <a:ext cx="1043280" cy="985680"/>
            <a:chOff x="2950727" y="1217423"/>
            <a:chExt cx="1043280" cy="98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741D91-3AB9-8F55-398D-DE6E2B98A499}"/>
                    </a:ext>
                  </a:extLst>
                </p14:cNvPr>
                <p14:cNvContentPartPr/>
                <p14:nvPr/>
              </p14:nvContentPartPr>
              <p14:xfrm>
                <a:off x="3265007" y="1340903"/>
                <a:ext cx="207360" cy="311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741D91-3AB9-8F55-398D-DE6E2B98A4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47367" y="1323263"/>
                  <a:ext cx="243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16F30EF-E35E-A406-B5A0-F12D6B6C5B2D}"/>
                    </a:ext>
                  </a:extLst>
                </p14:cNvPr>
                <p14:cNvContentPartPr/>
                <p14:nvPr/>
              </p14:nvContentPartPr>
              <p14:xfrm>
                <a:off x="3574967" y="1424783"/>
                <a:ext cx="69840" cy="30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16F30EF-E35E-A406-B5A0-F12D6B6C5B2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56967" y="1407143"/>
                  <a:ext cx="105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9B4F3E-3898-EC46-CDB2-ADF8A7B203F2}"/>
                    </a:ext>
                  </a:extLst>
                </p14:cNvPr>
                <p14:cNvContentPartPr/>
                <p14:nvPr/>
              </p14:nvContentPartPr>
              <p14:xfrm>
                <a:off x="3676487" y="1684343"/>
                <a:ext cx="540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9B4F3E-3898-EC46-CDB2-ADF8A7B203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58487" y="1666703"/>
                  <a:ext cx="4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595F5B-C571-1C36-1918-EA9339774ABA}"/>
                    </a:ext>
                  </a:extLst>
                </p14:cNvPr>
                <p14:cNvContentPartPr/>
                <p14:nvPr/>
              </p14:nvContentPartPr>
              <p14:xfrm>
                <a:off x="3685487" y="1587863"/>
                <a:ext cx="103320" cy="105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595F5B-C571-1C36-1918-EA9339774AB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67487" y="1570223"/>
                  <a:ext cx="138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A3F1B7-CFFD-34DD-CF77-CBCD90B55725}"/>
                    </a:ext>
                  </a:extLst>
                </p14:cNvPr>
                <p14:cNvContentPartPr/>
                <p14:nvPr/>
              </p14:nvContentPartPr>
              <p14:xfrm>
                <a:off x="3821207" y="1646183"/>
                <a:ext cx="67320" cy="14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A3F1B7-CFFD-34DD-CF77-CBCD90B557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03567" y="1628183"/>
                  <a:ext cx="102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95B5A1-0616-883F-AF9F-B193BF747B24}"/>
                    </a:ext>
                  </a:extLst>
                </p14:cNvPr>
                <p14:cNvContentPartPr/>
                <p14:nvPr/>
              </p14:nvContentPartPr>
              <p14:xfrm>
                <a:off x="3859007" y="1451783"/>
                <a:ext cx="115200" cy="499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95B5A1-0616-883F-AF9F-B193BF747B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41007" y="1434143"/>
                  <a:ext cx="1508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8803528-9E42-1892-6FE2-9C459196E747}"/>
                    </a:ext>
                  </a:extLst>
                </p14:cNvPr>
                <p14:cNvContentPartPr/>
                <p14:nvPr/>
              </p14:nvContentPartPr>
              <p14:xfrm>
                <a:off x="3787727" y="2026343"/>
                <a:ext cx="5040" cy="2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8803528-9E42-1892-6FE2-9C459196E74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69727" y="2008343"/>
                  <a:ext cx="40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DC0AAE-3CEF-719E-8914-C245F751C5D3}"/>
                    </a:ext>
                  </a:extLst>
                </p14:cNvPr>
                <p14:cNvContentPartPr/>
                <p14:nvPr/>
              </p14:nvContentPartPr>
              <p14:xfrm>
                <a:off x="2950727" y="1217423"/>
                <a:ext cx="399600" cy="985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DC0AAE-3CEF-719E-8914-C245F751C5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32727" y="1199783"/>
                  <a:ext cx="435240" cy="10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34CDD9-50AD-B8E8-4CA1-9F38144861AF}"/>
                    </a:ext>
                  </a:extLst>
                </p14:cNvPr>
                <p14:cNvContentPartPr/>
                <p14:nvPr/>
              </p14:nvContentPartPr>
              <p14:xfrm>
                <a:off x="3971327" y="2073503"/>
                <a:ext cx="22680" cy="8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34CDD9-50AD-B8E8-4CA1-9F38144861A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53687" y="2055503"/>
                  <a:ext cx="5832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B558DF0-1FF9-6725-6528-D9A235F4B555}"/>
              </a:ext>
            </a:extLst>
          </p:cNvPr>
          <p:cNvGrpSpPr/>
          <p:nvPr/>
        </p:nvGrpSpPr>
        <p:grpSpPr>
          <a:xfrm>
            <a:off x="4554527" y="1263863"/>
            <a:ext cx="1171080" cy="1075320"/>
            <a:chOff x="4554527" y="1263863"/>
            <a:chExt cx="1171080" cy="10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9A026F-FA59-06CD-F0AC-454D2DEE9EB9}"/>
                    </a:ext>
                  </a:extLst>
                </p14:cNvPr>
                <p14:cNvContentPartPr/>
                <p14:nvPr/>
              </p14:nvContentPartPr>
              <p14:xfrm>
                <a:off x="4554527" y="1476623"/>
                <a:ext cx="167040" cy="294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9A026F-FA59-06CD-F0AC-454D2DEE9E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36527" y="1458983"/>
                  <a:ext cx="2026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315C600-87A8-9D81-BF3A-DA01D3E04292}"/>
                    </a:ext>
                  </a:extLst>
                </p14:cNvPr>
                <p14:cNvContentPartPr/>
                <p14:nvPr/>
              </p14:nvContentPartPr>
              <p14:xfrm>
                <a:off x="4787807" y="1385543"/>
                <a:ext cx="99000" cy="479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315C600-87A8-9D81-BF3A-DA01D3E0429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69807" y="1367903"/>
                  <a:ext cx="1346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D51344-7446-4EF0-D1E5-CDF44F582A87}"/>
                    </a:ext>
                  </a:extLst>
                </p14:cNvPr>
                <p14:cNvContentPartPr/>
                <p14:nvPr/>
              </p14:nvContentPartPr>
              <p14:xfrm>
                <a:off x="4967087" y="1604423"/>
                <a:ext cx="162720" cy="167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D51344-7446-4EF0-D1E5-CDF44F582A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49087" y="1586423"/>
                  <a:ext cx="198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6250F0-F587-8CF5-600F-F867AD858D5B}"/>
                    </a:ext>
                  </a:extLst>
                </p14:cNvPr>
                <p14:cNvContentPartPr/>
                <p14:nvPr/>
              </p14:nvContentPartPr>
              <p14:xfrm>
                <a:off x="5192087" y="1674983"/>
                <a:ext cx="81000" cy="188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6250F0-F587-8CF5-600F-F867AD858D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74087" y="1656983"/>
                  <a:ext cx="116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93FB4C4-DE6F-8F4D-49D2-FD657B4A8652}"/>
                    </a:ext>
                  </a:extLst>
                </p14:cNvPr>
                <p14:cNvContentPartPr/>
                <p14:nvPr/>
              </p14:nvContentPartPr>
              <p14:xfrm>
                <a:off x="5297567" y="1395983"/>
                <a:ext cx="87480" cy="535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93FB4C4-DE6F-8F4D-49D2-FD657B4A86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79567" y="1377983"/>
                  <a:ext cx="1231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D231E0-BCAF-359A-9D20-60DC511C6633}"/>
                    </a:ext>
                  </a:extLst>
                </p14:cNvPr>
                <p14:cNvContentPartPr/>
                <p14:nvPr/>
              </p14:nvContentPartPr>
              <p14:xfrm>
                <a:off x="5141687" y="2320823"/>
                <a:ext cx="20160" cy="18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D231E0-BCAF-359A-9D20-60DC511C66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23687" y="2303183"/>
                  <a:ext cx="5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99DB7D-2051-7C98-9EAE-9B02652CC11A}"/>
                    </a:ext>
                  </a:extLst>
                </p14:cNvPr>
                <p14:cNvContentPartPr/>
                <p14:nvPr/>
              </p14:nvContentPartPr>
              <p14:xfrm>
                <a:off x="5541647" y="1263863"/>
                <a:ext cx="183960" cy="958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99DB7D-2051-7C98-9EAE-9B02652CC11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24007" y="1246223"/>
                  <a:ext cx="21960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4EA9C9-FF1B-1BD2-ECE9-9679B36EAA07}"/>
                    </a:ext>
                  </a:extLst>
                </p14:cNvPr>
                <p14:cNvContentPartPr/>
                <p14:nvPr/>
              </p14:nvContentPartPr>
              <p14:xfrm>
                <a:off x="5476127" y="1909703"/>
                <a:ext cx="14760" cy="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4EA9C9-FF1B-1BD2-ECE9-9679B36EAA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8487" y="1891703"/>
                  <a:ext cx="504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BFBCBD2-7692-F187-9C9F-10EFFA524A45}"/>
                  </a:ext>
                </a:extLst>
              </p14:cNvPr>
              <p14:cNvContentPartPr/>
              <p14:nvPr/>
            </p14:nvContentPartPr>
            <p14:xfrm>
              <a:off x="6695447" y="1467983"/>
              <a:ext cx="116640" cy="437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BFBCBD2-7692-F187-9C9F-10EFFA524A4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77807" y="1449983"/>
                <a:ext cx="152280" cy="47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906CDBDD-F22D-C92F-849C-5AE73667D3B9}"/>
              </a:ext>
            </a:extLst>
          </p:cNvPr>
          <p:cNvGrpSpPr/>
          <p:nvPr/>
        </p:nvGrpSpPr>
        <p:grpSpPr>
          <a:xfrm>
            <a:off x="7013327" y="1529903"/>
            <a:ext cx="430560" cy="409320"/>
            <a:chOff x="7013327" y="1529903"/>
            <a:chExt cx="43056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39CD7BC-ADF2-8696-561D-4B2CE10BB7E7}"/>
                    </a:ext>
                  </a:extLst>
                </p14:cNvPr>
                <p14:cNvContentPartPr/>
                <p14:nvPr/>
              </p14:nvContentPartPr>
              <p14:xfrm>
                <a:off x="7013327" y="1529903"/>
                <a:ext cx="225000" cy="27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39CD7BC-ADF2-8696-561D-4B2CE10BB7E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95687" y="1512263"/>
                  <a:ext cx="260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AD795B-D400-7FC7-0EE3-4AB42F7A0A44}"/>
                    </a:ext>
                  </a:extLst>
                </p14:cNvPr>
                <p14:cNvContentPartPr/>
                <p14:nvPr/>
              </p14:nvContentPartPr>
              <p14:xfrm>
                <a:off x="7378007" y="1768583"/>
                <a:ext cx="65880" cy="170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AD795B-D400-7FC7-0EE3-4AB42F7A0A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60367" y="1750583"/>
                  <a:ext cx="10152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B38DD7-6D0D-D4C7-E598-5EF7EB68CDBB}"/>
              </a:ext>
            </a:extLst>
          </p:cNvPr>
          <p:cNvGrpSpPr/>
          <p:nvPr/>
        </p:nvGrpSpPr>
        <p:grpSpPr>
          <a:xfrm>
            <a:off x="7657727" y="1436303"/>
            <a:ext cx="320760" cy="475920"/>
            <a:chOff x="7657727" y="1436303"/>
            <a:chExt cx="32076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F2D580-3F3E-5205-EFC1-B017CDD03AB0}"/>
                    </a:ext>
                  </a:extLst>
                </p14:cNvPr>
                <p14:cNvContentPartPr/>
                <p14:nvPr/>
              </p14:nvContentPartPr>
              <p14:xfrm>
                <a:off x="7657727" y="1573463"/>
                <a:ext cx="183960" cy="21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F2D580-3F3E-5205-EFC1-B017CDD03A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9727" y="1555463"/>
                  <a:ext cx="219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5091D4-DB1F-9B93-37C1-E8C37035B6A1}"/>
                    </a:ext>
                  </a:extLst>
                </p14:cNvPr>
                <p14:cNvContentPartPr/>
                <p14:nvPr/>
              </p14:nvContentPartPr>
              <p14:xfrm>
                <a:off x="7840247" y="1436303"/>
                <a:ext cx="138240" cy="47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5091D4-DB1F-9B93-37C1-E8C37035B6A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22247" y="1418663"/>
                  <a:ext cx="173880" cy="51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951D95A-1722-EB76-CC48-048AC84A949C}"/>
              </a:ext>
            </a:extLst>
          </p:cNvPr>
          <p:cNvGrpSpPr/>
          <p:nvPr/>
        </p:nvGrpSpPr>
        <p:grpSpPr>
          <a:xfrm>
            <a:off x="8776607" y="975143"/>
            <a:ext cx="174960" cy="23040"/>
            <a:chOff x="8776607" y="975143"/>
            <a:chExt cx="174960" cy="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E89152B-026A-5C92-8149-E41FF60FCE38}"/>
                    </a:ext>
                  </a:extLst>
                </p14:cNvPr>
                <p14:cNvContentPartPr/>
                <p14:nvPr/>
              </p14:nvContentPartPr>
              <p14:xfrm>
                <a:off x="8776607" y="987743"/>
                <a:ext cx="21240" cy="1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E89152B-026A-5C92-8149-E41FF60FCE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58967" y="969743"/>
                  <a:ext cx="56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01A40F8-4509-1D40-0F0A-9C823C2E0F2F}"/>
                    </a:ext>
                  </a:extLst>
                </p14:cNvPr>
                <p14:cNvContentPartPr/>
                <p14:nvPr/>
              </p14:nvContentPartPr>
              <p14:xfrm>
                <a:off x="8930687" y="975143"/>
                <a:ext cx="2088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01A40F8-4509-1D40-0F0A-9C823C2E0F2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12687" y="957143"/>
                  <a:ext cx="565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06D2CC0-C95A-9C5E-810E-CD33B9BBD41A}"/>
              </a:ext>
            </a:extLst>
          </p:cNvPr>
          <p:cNvGrpSpPr/>
          <p:nvPr/>
        </p:nvGrpSpPr>
        <p:grpSpPr>
          <a:xfrm>
            <a:off x="1534847" y="2424863"/>
            <a:ext cx="482760" cy="405000"/>
            <a:chOff x="1534847" y="2424863"/>
            <a:chExt cx="48276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8A605DA-5FD7-0C15-5D34-99667738364C}"/>
                    </a:ext>
                  </a:extLst>
                </p14:cNvPr>
                <p14:cNvContentPartPr/>
                <p14:nvPr/>
              </p14:nvContentPartPr>
              <p14:xfrm>
                <a:off x="1534847" y="2424863"/>
                <a:ext cx="218520" cy="27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8A605DA-5FD7-0C15-5D34-9966773836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517207" y="2407223"/>
                  <a:ext cx="2541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E04DF94-39FD-B3D2-A051-D3CECCE81BF1}"/>
                    </a:ext>
                  </a:extLst>
                </p14:cNvPr>
                <p14:cNvContentPartPr/>
                <p14:nvPr/>
              </p14:nvContentPartPr>
              <p14:xfrm>
                <a:off x="1823567" y="2586863"/>
                <a:ext cx="46440" cy="183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E04DF94-39FD-B3D2-A051-D3CECCE81BF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05567" y="2568863"/>
                  <a:ext cx="82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221AE4-6F0B-76A6-BD2C-8656E4E6E14D}"/>
                    </a:ext>
                  </a:extLst>
                </p14:cNvPr>
                <p14:cNvContentPartPr/>
                <p14:nvPr/>
              </p14:nvContentPartPr>
              <p14:xfrm>
                <a:off x="1848767" y="2570303"/>
                <a:ext cx="168840" cy="259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221AE4-6F0B-76A6-BD2C-8656E4E6E1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30767" y="2552303"/>
                  <a:ext cx="20448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BEF8CB5-FC66-3E5E-9046-A84106EAB1C5}"/>
              </a:ext>
            </a:extLst>
          </p:cNvPr>
          <p:cNvGrpSpPr/>
          <p:nvPr/>
        </p:nvGrpSpPr>
        <p:grpSpPr>
          <a:xfrm>
            <a:off x="2236487" y="2670383"/>
            <a:ext cx="124560" cy="93600"/>
            <a:chOff x="2236487" y="2670383"/>
            <a:chExt cx="12456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D26256-5835-ED10-156F-3BAFBEC68DCF}"/>
                    </a:ext>
                  </a:extLst>
                </p14:cNvPr>
                <p14:cNvContentPartPr/>
                <p14:nvPr/>
              </p14:nvContentPartPr>
              <p14:xfrm>
                <a:off x="2252687" y="2670383"/>
                <a:ext cx="87120" cy="9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D26256-5835-ED10-156F-3BAFBEC68D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34687" y="2652383"/>
                  <a:ext cx="122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C1CD460-1BD9-507E-5726-D7C2549E2EC8}"/>
                    </a:ext>
                  </a:extLst>
                </p14:cNvPr>
                <p14:cNvContentPartPr/>
                <p14:nvPr/>
              </p14:nvContentPartPr>
              <p14:xfrm>
                <a:off x="2236487" y="2749943"/>
                <a:ext cx="124560" cy="14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C1CD460-1BD9-507E-5726-D7C2549E2EC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18847" y="2732303"/>
                  <a:ext cx="1602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0C7FA4A-3595-D206-FE5B-4464FE548424}"/>
                  </a:ext>
                </a:extLst>
              </p14:cNvPr>
              <p14:cNvContentPartPr/>
              <p14:nvPr/>
            </p14:nvContentPartPr>
            <p14:xfrm>
              <a:off x="2876207" y="2462663"/>
              <a:ext cx="154080" cy="4467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0C7FA4A-3595-D206-FE5B-4464FE54842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858567" y="2444663"/>
                <a:ext cx="18972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DD0F48CD-31BF-2567-FF15-8A6950F385E2}"/>
              </a:ext>
            </a:extLst>
          </p:cNvPr>
          <p:cNvGrpSpPr/>
          <p:nvPr/>
        </p:nvGrpSpPr>
        <p:grpSpPr>
          <a:xfrm>
            <a:off x="3209567" y="2551583"/>
            <a:ext cx="400320" cy="378360"/>
            <a:chOff x="3209567" y="2551583"/>
            <a:chExt cx="4003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6EB0AD-C467-B187-DDE0-BC2E76394A4B}"/>
                    </a:ext>
                  </a:extLst>
                </p14:cNvPr>
                <p14:cNvContentPartPr/>
                <p14:nvPr/>
              </p14:nvContentPartPr>
              <p14:xfrm>
                <a:off x="3209567" y="2551583"/>
                <a:ext cx="215280" cy="279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6EB0AD-C467-B187-DDE0-BC2E76394A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91927" y="2533583"/>
                  <a:ext cx="2509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B27CE27-BE4A-AB89-96E1-A2A70991A049}"/>
                    </a:ext>
                  </a:extLst>
                </p14:cNvPr>
                <p14:cNvContentPartPr/>
                <p14:nvPr/>
              </p14:nvContentPartPr>
              <p14:xfrm>
                <a:off x="3566327" y="2805743"/>
                <a:ext cx="43560" cy="124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B27CE27-BE4A-AB89-96E1-A2A70991A04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48687" y="2787743"/>
                  <a:ext cx="792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87589BE-867C-51C8-F00A-F67957E4B9F7}"/>
              </a:ext>
            </a:extLst>
          </p:cNvPr>
          <p:cNvGrpSpPr/>
          <p:nvPr/>
        </p:nvGrpSpPr>
        <p:grpSpPr>
          <a:xfrm>
            <a:off x="3913367" y="2484623"/>
            <a:ext cx="419400" cy="689400"/>
            <a:chOff x="3913367" y="2484623"/>
            <a:chExt cx="41940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7E7E9D-8645-47FD-C621-B67A6F5440FF}"/>
                    </a:ext>
                  </a:extLst>
                </p14:cNvPr>
                <p14:cNvContentPartPr/>
                <p14:nvPr/>
              </p14:nvContentPartPr>
              <p14:xfrm>
                <a:off x="3913367" y="2614943"/>
                <a:ext cx="162360" cy="259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7E7E9D-8645-47FD-C621-B67A6F5440F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95367" y="2596943"/>
                  <a:ext cx="198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D851A6-01AF-514E-B6F0-7BE6ABADD484}"/>
                    </a:ext>
                  </a:extLst>
                </p14:cNvPr>
                <p14:cNvContentPartPr/>
                <p14:nvPr/>
              </p14:nvContentPartPr>
              <p14:xfrm>
                <a:off x="4114247" y="2484623"/>
                <a:ext cx="218520" cy="627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D851A6-01AF-514E-B6F0-7BE6ABADD48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96607" y="2466983"/>
                  <a:ext cx="25416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28AB88-B6A9-20ED-7B52-59934160235B}"/>
                    </a:ext>
                  </a:extLst>
                </p14:cNvPr>
                <p14:cNvContentPartPr/>
                <p14:nvPr/>
              </p14:nvContentPartPr>
              <p14:xfrm>
                <a:off x="4052327" y="3143423"/>
                <a:ext cx="3600" cy="30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28AB88-B6A9-20ED-7B52-5993416023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34687" y="3125783"/>
                  <a:ext cx="39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5FCE12E-49C5-0562-FC6B-DB34E6CD96D7}"/>
              </a:ext>
            </a:extLst>
          </p:cNvPr>
          <p:cNvGrpSpPr/>
          <p:nvPr/>
        </p:nvGrpSpPr>
        <p:grpSpPr>
          <a:xfrm>
            <a:off x="567887" y="3202463"/>
            <a:ext cx="469080" cy="663120"/>
            <a:chOff x="567887" y="3202463"/>
            <a:chExt cx="46908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1BF592F-6655-2597-D1F4-8F5B4CDFF936}"/>
                    </a:ext>
                  </a:extLst>
                </p14:cNvPr>
                <p14:cNvContentPartPr/>
                <p14:nvPr/>
              </p14:nvContentPartPr>
              <p14:xfrm>
                <a:off x="567887" y="3491543"/>
                <a:ext cx="173160" cy="196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1BF592F-6655-2597-D1F4-8F5B4CDFF93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0247" y="3473903"/>
                  <a:ext cx="208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99843D3-C550-8499-9B21-6AE1C94F22E1}"/>
                    </a:ext>
                  </a:extLst>
                </p14:cNvPr>
                <p14:cNvContentPartPr/>
                <p14:nvPr/>
              </p14:nvContentPartPr>
              <p14:xfrm>
                <a:off x="882167" y="3202463"/>
                <a:ext cx="154800" cy="663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99843D3-C550-8499-9B21-6AE1C94F22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167" y="3184823"/>
                  <a:ext cx="190440" cy="69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F197E36-4999-DBFF-E4C8-9EB2E4EDEAE1}"/>
                  </a:ext>
                </a:extLst>
              </p14:cNvPr>
              <p14:cNvContentPartPr/>
              <p14:nvPr/>
            </p14:nvContentPartPr>
            <p14:xfrm>
              <a:off x="730967" y="4153943"/>
              <a:ext cx="32400" cy="21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F197E36-4999-DBFF-E4C8-9EB2E4EDEAE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13327" y="4136303"/>
                <a:ext cx="680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C780598-4539-C31F-EF56-BAACEC3A0D71}"/>
                  </a:ext>
                </a:extLst>
              </p14:cNvPr>
              <p14:cNvContentPartPr/>
              <p14:nvPr/>
            </p14:nvContentPartPr>
            <p14:xfrm>
              <a:off x="2374727" y="3491543"/>
              <a:ext cx="245880" cy="171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C780598-4539-C31F-EF56-BAACEC3A0D7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356727" y="3473903"/>
                <a:ext cx="281520" cy="20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81DC1F2-BB86-6BE4-C0A5-7F1988B4501A}"/>
              </a:ext>
            </a:extLst>
          </p:cNvPr>
          <p:cNvGrpSpPr/>
          <p:nvPr/>
        </p:nvGrpSpPr>
        <p:grpSpPr>
          <a:xfrm>
            <a:off x="2832647" y="3539783"/>
            <a:ext cx="156960" cy="102240"/>
            <a:chOff x="2832647" y="3539783"/>
            <a:chExt cx="15696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5CCBE13-910F-6209-D3C2-3409AC26A1A9}"/>
                    </a:ext>
                  </a:extLst>
                </p14:cNvPr>
                <p14:cNvContentPartPr/>
                <p14:nvPr/>
              </p14:nvContentPartPr>
              <p14:xfrm>
                <a:off x="2836607" y="3539783"/>
                <a:ext cx="86040" cy="23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5CCBE13-910F-6209-D3C2-3409AC26A1A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18967" y="3522143"/>
                  <a:ext cx="121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E854560-4322-CF0D-4B1D-D40F395180A6}"/>
                    </a:ext>
                  </a:extLst>
                </p14:cNvPr>
                <p14:cNvContentPartPr/>
                <p14:nvPr/>
              </p14:nvContentPartPr>
              <p14:xfrm>
                <a:off x="2832647" y="3622223"/>
                <a:ext cx="156960" cy="19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E854560-4322-CF0D-4B1D-D40F395180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15007" y="3604223"/>
                  <a:ext cx="19260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9123A07-3DC2-7FF6-A294-3301C709C8FC}"/>
              </a:ext>
            </a:extLst>
          </p:cNvPr>
          <p:cNvGrpSpPr/>
          <p:nvPr/>
        </p:nvGrpSpPr>
        <p:grpSpPr>
          <a:xfrm>
            <a:off x="3453647" y="3487943"/>
            <a:ext cx="476280" cy="340560"/>
            <a:chOff x="3453647" y="3487943"/>
            <a:chExt cx="47628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D5FFE0-F363-4364-B928-A02CFB07E7D2}"/>
                    </a:ext>
                  </a:extLst>
                </p14:cNvPr>
                <p14:cNvContentPartPr/>
                <p14:nvPr/>
              </p14:nvContentPartPr>
              <p14:xfrm>
                <a:off x="3453647" y="3487943"/>
                <a:ext cx="170280" cy="19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D5FFE0-F363-4364-B928-A02CFB07E7D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35647" y="3469943"/>
                  <a:ext cx="205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68487D7-708D-49E4-FB21-8E6C840CBEF4}"/>
                    </a:ext>
                  </a:extLst>
                </p14:cNvPr>
                <p14:cNvContentPartPr/>
                <p14:nvPr/>
              </p14:nvContentPartPr>
              <p14:xfrm>
                <a:off x="3697727" y="3641663"/>
                <a:ext cx="60840" cy="186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68487D7-708D-49E4-FB21-8E6C840CBEF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80087" y="3624023"/>
                  <a:ext cx="96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118E30-7441-9313-1B0B-64CFDE8324F5}"/>
                    </a:ext>
                  </a:extLst>
                </p14:cNvPr>
                <p14:cNvContentPartPr/>
                <p14:nvPr/>
              </p14:nvContentPartPr>
              <p14:xfrm>
                <a:off x="3720407" y="3623663"/>
                <a:ext cx="209520" cy="199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118E30-7441-9313-1B0B-64CFDE8324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02767" y="3605663"/>
                  <a:ext cx="24516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A98DEED-5CCD-20C3-200B-4D3210D23CD3}"/>
              </a:ext>
            </a:extLst>
          </p:cNvPr>
          <p:cNvGrpSpPr/>
          <p:nvPr/>
        </p:nvGrpSpPr>
        <p:grpSpPr>
          <a:xfrm>
            <a:off x="4116767" y="3530423"/>
            <a:ext cx="813240" cy="359280"/>
            <a:chOff x="4116767" y="3530423"/>
            <a:chExt cx="81324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3E4696-32EA-AA12-4484-9EDFDED8CA50}"/>
                    </a:ext>
                  </a:extLst>
                </p14:cNvPr>
                <p14:cNvContentPartPr/>
                <p14:nvPr/>
              </p14:nvContentPartPr>
              <p14:xfrm>
                <a:off x="4130807" y="3546983"/>
                <a:ext cx="153720" cy="155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3E4696-32EA-AA12-4484-9EDFDED8CA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13167" y="3529343"/>
                  <a:ext cx="189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30C7603-2F3C-A316-4013-2F92C9DCCA07}"/>
                    </a:ext>
                  </a:extLst>
                </p14:cNvPr>
                <p14:cNvContentPartPr/>
                <p14:nvPr/>
              </p14:nvContentPartPr>
              <p14:xfrm>
                <a:off x="4116767" y="3530423"/>
                <a:ext cx="208440" cy="223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30C7603-2F3C-A316-4013-2F92C9DCCA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98767" y="3512783"/>
                  <a:ext cx="244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67FBFD3-F45A-6259-41AF-4065CA2BBE1C}"/>
                    </a:ext>
                  </a:extLst>
                </p14:cNvPr>
                <p14:cNvContentPartPr/>
                <p14:nvPr/>
              </p14:nvContentPartPr>
              <p14:xfrm>
                <a:off x="4377767" y="3671183"/>
                <a:ext cx="47520" cy="193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67FBFD3-F45A-6259-41AF-4065CA2BBE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60127" y="3653183"/>
                  <a:ext cx="83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74FF431-C2DE-9280-3F2B-038D73834A40}"/>
                    </a:ext>
                  </a:extLst>
                </p14:cNvPr>
                <p14:cNvContentPartPr/>
                <p14:nvPr/>
              </p14:nvContentPartPr>
              <p14:xfrm>
                <a:off x="4398287" y="3625823"/>
                <a:ext cx="212040" cy="263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74FF431-C2DE-9280-3F2B-038D73834A4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80647" y="3607823"/>
                  <a:ext cx="247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0743C6-E6D7-7D96-3BF6-87B854FEE111}"/>
                    </a:ext>
                  </a:extLst>
                </p14:cNvPr>
                <p14:cNvContentPartPr/>
                <p14:nvPr/>
              </p14:nvContentPartPr>
              <p14:xfrm>
                <a:off x="4813007" y="3630143"/>
                <a:ext cx="58320" cy="7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0743C6-E6D7-7D96-3BF6-87B854FEE1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95007" y="3612503"/>
                  <a:ext cx="93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46ABDEB-A301-A87D-3BDB-5361B643E5D5}"/>
                    </a:ext>
                  </a:extLst>
                </p14:cNvPr>
                <p14:cNvContentPartPr/>
                <p14:nvPr/>
              </p14:nvContentPartPr>
              <p14:xfrm>
                <a:off x="4738487" y="3685943"/>
                <a:ext cx="191520" cy="34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46ABDEB-A301-A87D-3BDB-5361B643E5D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20487" y="3667943"/>
                  <a:ext cx="2271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8E30DDC-87BA-31BC-78E3-817AEF45CC36}"/>
              </a:ext>
            </a:extLst>
          </p:cNvPr>
          <p:cNvGrpSpPr/>
          <p:nvPr/>
        </p:nvGrpSpPr>
        <p:grpSpPr>
          <a:xfrm>
            <a:off x="5344007" y="3449783"/>
            <a:ext cx="687960" cy="460440"/>
            <a:chOff x="5344007" y="3449783"/>
            <a:chExt cx="68796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997B59-D698-8B7C-3CF1-7BC1045B29BE}"/>
                    </a:ext>
                  </a:extLst>
                </p14:cNvPr>
                <p14:cNvContentPartPr/>
                <p14:nvPr/>
              </p14:nvContentPartPr>
              <p14:xfrm>
                <a:off x="5344007" y="3449783"/>
                <a:ext cx="149400" cy="395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997B59-D698-8B7C-3CF1-7BC1045B29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26007" y="3431783"/>
                  <a:ext cx="1850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57EB6F4-420D-F5A0-3702-02BDFF963F18}"/>
                    </a:ext>
                  </a:extLst>
                </p14:cNvPr>
                <p14:cNvContentPartPr/>
                <p14:nvPr/>
              </p14:nvContentPartPr>
              <p14:xfrm>
                <a:off x="5602487" y="3561023"/>
                <a:ext cx="234360" cy="224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57EB6F4-420D-F5A0-3702-02BDFF963F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84847" y="3543383"/>
                  <a:ext cx="270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E1503B-9AA2-37AD-2B3B-52D6A5C574E1}"/>
                    </a:ext>
                  </a:extLst>
                </p14:cNvPr>
                <p14:cNvContentPartPr/>
                <p14:nvPr/>
              </p14:nvContentPartPr>
              <p14:xfrm>
                <a:off x="5957087" y="3776663"/>
                <a:ext cx="74880" cy="133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E1503B-9AA2-37AD-2B3B-52D6A5C574E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39087" y="3759023"/>
                  <a:ext cx="1105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61AB52A-0902-DD05-6559-54C54A3A3ED4}"/>
              </a:ext>
            </a:extLst>
          </p:cNvPr>
          <p:cNvGrpSpPr/>
          <p:nvPr/>
        </p:nvGrpSpPr>
        <p:grpSpPr>
          <a:xfrm>
            <a:off x="6235007" y="3444743"/>
            <a:ext cx="397080" cy="642240"/>
            <a:chOff x="6235007" y="3444743"/>
            <a:chExt cx="397080" cy="64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2B0A02-3B1C-70C9-6243-9209008ED2F8}"/>
                    </a:ext>
                  </a:extLst>
                </p14:cNvPr>
                <p14:cNvContentPartPr/>
                <p14:nvPr/>
              </p14:nvContentPartPr>
              <p14:xfrm>
                <a:off x="6235007" y="3560663"/>
                <a:ext cx="181080" cy="200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2B0A02-3B1C-70C9-6243-9209008ED2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17007" y="3543023"/>
                  <a:ext cx="216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1599466-D855-D31D-301C-04CA386CFAE6}"/>
                    </a:ext>
                  </a:extLst>
                </p14:cNvPr>
                <p14:cNvContentPartPr/>
                <p14:nvPr/>
              </p14:nvContentPartPr>
              <p14:xfrm>
                <a:off x="6409607" y="3444743"/>
                <a:ext cx="222480" cy="64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1599466-D855-D31D-301C-04CA386CFA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91607" y="3427103"/>
                  <a:ext cx="258120" cy="67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48D3417-A2A9-407A-72C5-1EDE6C4DD80F}"/>
              </a:ext>
            </a:extLst>
          </p:cNvPr>
          <p:cNvGrpSpPr/>
          <p:nvPr/>
        </p:nvGrpSpPr>
        <p:grpSpPr>
          <a:xfrm>
            <a:off x="6843047" y="3302543"/>
            <a:ext cx="1016640" cy="1190880"/>
            <a:chOff x="6843047" y="3302543"/>
            <a:chExt cx="101664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AD3838F-0F9E-F7E9-0163-8F3236D66E45}"/>
                    </a:ext>
                  </a:extLst>
                </p14:cNvPr>
                <p14:cNvContentPartPr/>
                <p14:nvPr/>
              </p14:nvContentPartPr>
              <p14:xfrm>
                <a:off x="6843047" y="3340703"/>
                <a:ext cx="298800" cy="1152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AD3838F-0F9E-F7E9-0163-8F3236D66E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5047" y="3322703"/>
                  <a:ext cx="334440" cy="11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5C3108-E568-4D97-8D30-A9BA799DDFBF}"/>
                    </a:ext>
                  </a:extLst>
                </p14:cNvPr>
                <p14:cNvContentPartPr/>
                <p14:nvPr/>
              </p14:nvContentPartPr>
              <p14:xfrm>
                <a:off x="7358927" y="4417823"/>
                <a:ext cx="14400" cy="51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5C3108-E568-4D97-8D30-A9BA799DDFB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41287" y="4400183"/>
                  <a:ext cx="50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9AD43D-622E-C68B-89D8-18E589DE8A4D}"/>
                    </a:ext>
                  </a:extLst>
                </p14:cNvPr>
                <p14:cNvContentPartPr/>
                <p14:nvPr/>
              </p14:nvContentPartPr>
              <p14:xfrm>
                <a:off x="7241567" y="3492623"/>
                <a:ext cx="211320" cy="347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9AD43D-622E-C68B-89D8-18E589DE8A4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23567" y="3474983"/>
                  <a:ext cx="2469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CC83812-03BD-C254-1699-C5B3AA3CD0AF}"/>
                    </a:ext>
                  </a:extLst>
                </p14:cNvPr>
                <p14:cNvContentPartPr/>
                <p14:nvPr/>
              </p14:nvContentPartPr>
              <p14:xfrm>
                <a:off x="7195127" y="3997703"/>
                <a:ext cx="23400" cy="244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CC83812-03BD-C254-1699-C5B3AA3CD0A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77127" y="3979703"/>
                  <a:ext cx="59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8A312C-3C9B-399F-E118-0E5438988727}"/>
                    </a:ext>
                  </a:extLst>
                </p14:cNvPr>
                <p14:cNvContentPartPr/>
                <p14:nvPr/>
              </p14:nvContentPartPr>
              <p14:xfrm>
                <a:off x="7356047" y="4026863"/>
                <a:ext cx="263880" cy="170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8A312C-3C9B-399F-E118-0E543898872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38047" y="4009223"/>
                  <a:ext cx="299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ACA8881-D491-3645-3F20-A80C7133400F}"/>
                    </a:ext>
                  </a:extLst>
                </p14:cNvPr>
                <p14:cNvContentPartPr/>
                <p14:nvPr/>
              </p14:nvContentPartPr>
              <p14:xfrm>
                <a:off x="7616327" y="3302543"/>
                <a:ext cx="243360" cy="1163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ACA8881-D491-3645-3F20-A80C7133400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98327" y="3284543"/>
                  <a:ext cx="279000" cy="11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5486E7F-8957-9B8D-23F8-93BEBCB169C7}"/>
              </a:ext>
            </a:extLst>
          </p:cNvPr>
          <p:cNvGrpSpPr/>
          <p:nvPr/>
        </p:nvGrpSpPr>
        <p:grpSpPr>
          <a:xfrm>
            <a:off x="8288087" y="3611783"/>
            <a:ext cx="161640" cy="104760"/>
            <a:chOff x="8288087" y="3611783"/>
            <a:chExt cx="16164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B71308-59C8-A9CA-3984-3D43C8C4C2A8}"/>
                    </a:ext>
                  </a:extLst>
                </p14:cNvPr>
                <p14:cNvContentPartPr/>
                <p14:nvPr/>
              </p14:nvContentPartPr>
              <p14:xfrm>
                <a:off x="8316167" y="3611783"/>
                <a:ext cx="83880" cy="1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B71308-59C8-A9CA-3984-3D43C8C4C2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298167" y="3593783"/>
                  <a:ext cx="119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D7B1C8-A1CE-DCC5-240D-22DD2BEAF368}"/>
                    </a:ext>
                  </a:extLst>
                </p14:cNvPr>
                <p14:cNvContentPartPr/>
                <p14:nvPr/>
              </p14:nvContentPartPr>
              <p14:xfrm>
                <a:off x="8288087" y="3690263"/>
                <a:ext cx="161640" cy="2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D7B1C8-A1CE-DCC5-240D-22DD2BEAF3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70087" y="3672263"/>
                  <a:ext cx="19728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8118B16-3252-1438-6272-9428EA25ABA4}"/>
                  </a:ext>
                </a:extLst>
              </p14:cNvPr>
              <p14:cNvContentPartPr/>
              <p14:nvPr/>
            </p14:nvContentPartPr>
            <p14:xfrm>
              <a:off x="8798927" y="3396143"/>
              <a:ext cx="324360" cy="3420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8118B16-3252-1438-6272-9428EA25ABA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780927" y="3378143"/>
                <a:ext cx="36000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AAE4EBB-53BB-35B2-55BA-906B47AD3F62}"/>
              </a:ext>
            </a:extLst>
          </p:cNvPr>
          <p:cNvGrpSpPr/>
          <p:nvPr/>
        </p:nvGrpSpPr>
        <p:grpSpPr>
          <a:xfrm>
            <a:off x="2222807" y="4115783"/>
            <a:ext cx="2417040" cy="120960"/>
            <a:chOff x="2222807" y="4115783"/>
            <a:chExt cx="241704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9D63150-6ADE-0CAE-DBE1-E03A45D02C71}"/>
                    </a:ext>
                  </a:extLst>
                </p14:cNvPr>
                <p14:cNvContentPartPr/>
                <p14:nvPr/>
              </p14:nvContentPartPr>
              <p14:xfrm>
                <a:off x="2222807" y="4115783"/>
                <a:ext cx="2417040" cy="63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9D63150-6ADE-0CAE-DBE1-E03A45D02C7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04807" y="4097783"/>
                  <a:ext cx="2452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DB2CE4-9E72-C949-B986-4DA0B146BAD2}"/>
                    </a:ext>
                  </a:extLst>
                </p14:cNvPr>
                <p14:cNvContentPartPr/>
                <p14:nvPr/>
              </p14:nvContentPartPr>
              <p14:xfrm>
                <a:off x="2335487" y="4138823"/>
                <a:ext cx="2237760" cy="97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DB2CE4-9E72-C949-B986-4DA0B146BAD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7847" y="4121183"/>
                  <a:ext cx="22734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D07B2C4-727C-B177-9065-A1AF07DB47C9}"/>
              </a:ext>
            </a:extLst>
          </p:cNvPr>
          <p:cNvGrpSpPr/>
          <p:nvPr/>
        </p:nvGrpSpPr>
        <p:grpSpPr>
          <a:xfrm>
            <a:off x="2470847" y="3763343"/>
            <a:ext cx="36360" cy="1800"/>
            <a:chOff x="2470847" y="3763343"/>
            <a:chExt cx="36360" cy="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CE00EDD-3A57-3895-3CA1-F30037C25165}"/>
                    </a:ext>
                  </a:extLst>
                </p14:cNvPr>
                <p14:cNvContentPartPr/>
                <p14:nvPr/>
              </p14:nvContentPartPr>
              <p14:xfrm>
                <a:off x="2470847" y="3763703"/>
                <a:ext cx="4680" cy="1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CE00EDD-3A57-3895-3CA1-F30037C251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53207" y="374606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C641B3-5DE2-ED97-DCD3-57DF93765801}"/>
                    </a:ext>
                  </a:extLst>
                </p14:cNvPr>
                <p14:cNvContentPartPr/>
                <p14:nvPr/>
              </p14:nvContentPartPr>
              <p14:xfrm>
                <a:off x="2503247" y="3763343"/>
                <a:ext cx="3960" cy="1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C641B3-5DE2-ED97-DCD3-57DF9376580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85247" y="3745343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47AD3C3-DF5B-9655-256F-B7100AB4BAFD}"/>
              </a:ext>
            </a:extLst>
          </p:cNvPr>
          <p:cNvGrpSpPr/>
          <p:nvPr/>
        </p:nvGrpSpPr>
        <p:grpSpPr>
          <a:xfrm>
            <a:off x="1182047" y="4746143"/>
            <a:ext cx="794160" cy="325440"/>
            <a:chOff x="1182047" y="4746143"/>
            <a:chExt cx="79416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3577262-8323-0224-1082-1CCDE7577B77}"/>
                    </a:ext>
                  </a:extLst>
                </p14:cNvPr>
                <p14:cNvContentPartPr/>
                <p14:nvPr/>
              </p14:nvContentPartPr>
              <p14:xfrm>
                <a:off x="1182047" y="4772423"/>
                <a:ext cx="133200" cy="138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3577262-8323-0224-1082-1CCDE7577B7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64407" y="4754783"/>
                  <a:ext cx="168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10BCCE-B46E-AF7C-9192-3276C53F0E09}"/>
                    </a:ext>
                  </a:extLst>
                </p14:cNvPr>
                <p14:cNvContentPartPr/>
                <p14:nvPr/>
              </p14:nvContentPartPr>
              <p14:xfrm>
                <a:off x="1318847" y="4888703"/>
                <a:ext cx="49680" cy="157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10BCCE-B46E-AF7C-9192-3276C53F0E0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301207" y="4871063"/>
                  <a:ext cx="8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50C8219-C967-C648-4C83-50941674DFA0}"/>
                    </a:ext>
                  </a:extLst>
                </p14:cNvPr>
                <p14:cNvContentPartPr/>
                <p14:nvPr/>
              </p14:nvContentPartPr>
              <p14:xfrm>
                <a:off x="1499207" y="4827503"/>
                <a:ext cx="112320" cy="15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50C8219-C967-C648-4C83-50941674DFA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481567" y="4809863"/>
                  <a:ext cx="147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33C16CB-5BF2-BB97-8C3D-8EF8ED28612B}"/>
                    </a:ext>
                  </a:extLst>
                </p14:cNvPr>
                <p14:cNvContentPartPr/>
                <p14:nvPr/>
              </p14:nvContentPartPr>
              <p14:xfrm>
                <a:off x="1713767" y="4746143"/>
                <a:ext cx="182160" cy="176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33C16CB-5BF2-BB97-8C3D-8EF8ED28612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696127" y="4728503"/>
                  <a:ext cx="217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C0D0240-7E42-49CA-635D-569AE74BBA55}"/>
                    </a:ext>
                  </a:extLst>
                </p14:cNvPr>
                <p14:cNvContentPartPr/>
                <p14:nvPr/>
              </p14:nvContentPartPr>
              <p14:xfrm>
                <a:off x="1929767" y="4919663"/>
                <a:ext cx="46440" cy="151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C0D0240-7E42-49CA-635D-569AE74BBA5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912127" y="4902023"/>
                  <a:ext cx="8208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A299934-BFC0-D94F-02EF-2E4A0CA60970}"/>
                  </a:ext>
                </a:extLst>
              </p14:cNvPr>
              <p14:cNvContentPartPr/>
              <p14:nvPr/>
            </p14:nvContentPartPr>
            <p14:xfrm>
              <a:off x="2239007" y="4982663"/>
              <a:ext cx="72360" cy="1562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A299934-BFC0-D94F-02EF-2E4A0CA60970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2221367" y="4965023"/>
                <a:ext cx="10800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E7BF7B1-865C-66CA-2C8A-AFEBDD92A3A4}"/>
              </a:ext>
            </a:extLst>
          </p:cNvPr>
          <p:cNvGrpSpPr/>
          <p:nvPr/>
        </p:nvGrpSpPr>
        <p:grpSpPr>
          <a:xfrm>
            <a:off x="2919047" y="4814543"/>
            <a:ext cx="1418040" cy="401040"/>
            <a:chOff x="2919047" y="4814543"/>
            <a:chExt cx="141804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C7F3D6-65C4-9142-AADE-84412A82D5F0}"/>
                    </a:ext>
                  </a:extLst>
                </p14:cNvPr>
                <p14:cNvContentPartPr/>
                <p14:nvPr/>
              </p14:nvContentPartPr>
              <p14:xfrm>
                <a:off x="2919047" y="4814543"/>
                <a:ext cx="149400" cy="191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C7F3D6-65C4-9142-AADE-84412A82D5F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901047" y="4796903"/>
                  <a:ext cx="185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9A012BB-0D9C-F962-313A-7FEFC046985D}"/>
                    </a:ext>
                  </a:extLst>
                </p14:cNvPr>
                <p14:cNvContentPartPr/>
                <p14:nvPr/>
              </p14:nvContentPartPr>
              <p14:xfrm>
                <a:off x="3085007" y="4928303"/>
                <a:ext cx="238320" cy="200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9A012BB-0D9C-F962-313A-7FEFC046985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67367" y="4910663"/>
                  <a:ext cx="273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94625FB-A776-506C-37F6-32B3E2302A18}"/>
                    </a:ext>
                  </a:extLst>
                </p14:cNvPr>
                <p14:cNvContentPartPr/>
                <p14:nvPr/>
              </p14:nvContentPartPr>
              <p14:xfrm>
                <a:off x="3429527" y="4926143"/>
                <a:ext cx="135720" cy="7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94625FB-A776-506C-37F6-32B3E2302A1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11887" y="4908503"/>
                  <a:ext cx="171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4B58036-08BE-3C7E-00A7-A6D1681FE600}"/>
                    </a:ext>
                  </a:extLst>
                </p14:cNvPr>
                <p14:cNvContentPartPr/>
                <p14:nvPr/>
              </p14:nvContentPartPr>
              <p14:xfrm>
                <a:off x="3644087" y="4854503"/>
                <a:ext cx="171000" cy="175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4B58036-08BE-3C7E-00A7-A6D1681FE60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626087" y="4836863"/>
                  <a:ext cx="206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2DA90C1-ABF1-1E42-3D80-0843C8515E84}"/>
                    </a:ext>
                  </a:extLst>
                </p14:cNvPr>
                <p14:cNvContentPartPr/>
                <p14:nvPr/>
              </p14:nvContentPartPr>
              <p14:xfrm>
                <a:off x="3889247" y="4989863"/>
                <a:ext cx="196920" cy="112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2DA90C1-ABF1-1E42-3D80-0843C8515E8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871247" y="4971863"/>
                  <a:ext cx="232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E1CB1BF-3ED0-8C69-55F8-52B5938EE665}"/>
                    </a:ext>
                  </a:extLst>
                </p14:cNvPr>
                <p14:cNvContentPartPr/>
                <p14:nvPr/>
              </p14:nvContentPartPr>
              <p14:xfrm>
                <a:off x="4202087" y="5055743"/>
                <a:ext cx="135000" cy="159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E1CB1BF-3ED0-8C69-55F8-52B5938EE66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184447" y="5038103"/>
                  <a:ext cx="17064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D8DEA76-250A-2902-9D95-E4EBF359510E}"/>
              </a:ext>
            </a:extLst>
          </p:cNvPr>
          <p:cNvGrpSpPr/>
          <p:nvPr/>
        </p:nvGrpSpPr>
        <p:grpSpPr>
          <a:xfrm>
            <a:off x="4766207" y="4854143"/>
            <a:ext cx="1095120" cy="380160"/>
            <a:chOff x="4766207" y="4854143"/>
            <a:chExt cx="109512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522009A-11CE-2401-7462-0D4CA8E4F7CE}"/>
                    </a:ext>
                  </a:extLst>
                </p14:cNvPr>
                <p14:cNvContentPartPr/>
                <p14:nvPr/>
              </p14:nvContentPartPr>
              <p14:xfrm>
                <a:off x="4766207" y="4854143"/>
                <a:ext cx="161640" cy="233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522009A-11CE-2401-7462-0D4CA8E4F7C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48567" y="4836503"/>
                  <a:ext cx="197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BC21A03-4C98-7AB9-6A10-C2C3A95E5FDB}"/>
                    </a:ext>
                  </a:extLst>
                </p14:cNvPr>
                <p14:cNvContentPartPr/>
                <p14:nvPr/>
              </p14:nvContentPartPr>
              <p14:xfrm>
                <a:off x="4886087" y="5017223"/>
                <a:ext cx="130680" cy="189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BC21A03-4C98-7AB9-6A10-C2C3A95E5FD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868087" y="4999583"/>
                  <a:ext cx="166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1E10C46-AC85-AAD7-F970-F144C1F24DC2}"/>
                    </a:ext>
                  </a:extLst>
                </p14:cNvPr>
                <p14:cNvContentPartPr/>
                <p14:nvPr/>
              </p14:nvContentPartPr>
              <p14:xfrm>
                <a:off x="5126207" y="5030903"/>
                <a:ext cx="111240" cy="39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1E10C46-AC85-AAD7-F970-F144C1F24DC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08207" y="5012903"/>
                  <a:ext cx="146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F24680-66FA-EA17-756C-C2B7E1BD4D4F}"/>
                    </a:ext>
                  </a:extLst>
                </p14:cNvPr>
                <p14:cNvContentPartPr/>
                <p14:nvPr/>
              </p14:nvContentPartPr>
              <p14:xfrm>
                <a:off x="5465327" y="4888343"/>
                <a:ext cx="217800" cy="166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F24680-66FA-EA17-756C-C2B7E1BD4D4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447687" y="4870703"/>
                  <a:ext cx="253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B030FF-2BAE-1CD3-8125-F7B92621AEA7}"/>
                    </a:ext>
                  </a:extLst>
                </p14:cNvPr>
                <p14:cNvContentPartPr/>
                <p14:nvPr/>
              </p14:nvContentPartPr>
              <p14:xfrm>
                <a:off x="5738927" y="5001383"/>
                <a:ext cx="122400" cy="232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B030FF-2BAE-1CD3-8125-F7B92621AEA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20927" y="4983383"/>
                  <a:ext cx="15804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163EDB0-D3DF-3C85-322D-56658D8438C9}"/>
                  </a:ext>
                </a:extLst>
              </p14:cNvPr>
              <p14:cNvContentPartPr/>
              <p14:nvPr/>
            </p14:nvContentPartPr>
            <p14:xfrm>
              <a:off x="6133127" y="5030903"/>
              <a:ext cx="101160" cy="123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163EDB0-D3DF-3C85-322D-56658D8438C9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6115127" y="5013263"/>
                <a:ext cx="13680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AA5F6D1-6B15-6615-EBF5-78B196BD315B}"/>
              </a:ext>
            </a:extLst>
          </p:cNvPr>
          <p:cNvGrpSpPr/>
          <p:nvPr/>
        </p:nvGrpSpPr>
        <p:grpSpPr>
          <a:xfrm>
            <a:off x="6652967" y="4875023"/>
            <a:ext cx="1149840" cy="452520"/>
            <a:chOff x="6652967" y="4875023"/>
            <a:chExt cx="11498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129D111-64F1-61B7-2634-CADC786CE261}"/>
                    </a:ext>
                  </a:extLst>
                </p14:cNvPr>
                <p14:cNvContentPartPr/>
                <p14:nvPr/>
              </p14:nvContentPartPr>
              <p14:xfrm>
                <a:off x="6652967" y="4875023"/>
                <a:ext cx="204480" cy="242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129D111-64F1-61B7-2634-CADC786CE26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35327" y="4857383"/>
                  <a:ext cx="240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3731319-C5BA-900D-8D9D-7BCD97FB0CEF}"/>
                    </a:ext>
                  </a:extLst>
                </p14:cNvPr>
                <p14:cNvContentPartPr/>
                <p14:nvPr/>
              </p14:nvContentPartPr>
              <p14:xfrm>
                <a:off x="6897047" y="5031983"/>
                <a:ext cx="138240" cy="207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3731319-C5BA-900D-8D9D-7BCD97FB0CE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879047" y="5013983"/>
                  <a:ext cx="173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256A058-8765-6FD5-587F-63565E6CB513}"/>
                    </a:ext>
                  </a:extLst>
                </p14:cNvPr>
                <p14:cNvContentPartPr/>
                <p14:nvPr/>
              </p14:nvContentPartPr>
              <p14:xfrm>
                <a:off x="7184687" y="5033063"/>
                <a:ext cx="124200" cy="54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256A058-8765-6FD5-587F-63565E6CB5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166687" y="5015063"/>
                  <a:ext cx="159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BF0DDA4-143D-94CB-E46A-C5D7F884A9B2}"/>
                    </a:ext>
                  </a:extLst>
                </p14:cNvPr>
                <p14:cNvContentPartPr/>
                <p14:nvPr/>
              </p14:nvContentPartPr>
              <p14:xfrm>
                <a:off x="7385567" y="4904903"/>
                <a:ext cx="204480" cy="225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BF0DDA4-143D-94CB-E46A-C5D7F884A9B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367567" y="4887263"/>
                  <a:ext cx="240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FE73230-C883-7554-C0BC-BA4F77A57CE6}"/>
                    </a:ext>
                  </a:extLst>
                </p14:cNvPr>
                <p14:cNvContentPartPr/>
                <p14:nvPr/>
              </p14:nvContentPartPr>
              <p14:xfrm>
                <a:off x="7655207" y="5050343"/>
                <a:ext cx="147600" cy="277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FE73230-C883-7554-C0BC-BA4F77A57CE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637207" y="5032703"/>
                  <a:ext cx="18324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A24B514-02D7-DC8F-F91C-D03E75ECDD14}"/>
              </a:ext>
            </a:extLst>
          </p:cNvPr>
          <p:cNvGrpSpPr/>
          <p:nvPr/>
        </p:nvGrpSpPr>
        <p:grpSpPr>
          <a:xfrm>
            <a:off x="4107407" y="5787623"/>
            <a:ext cx="241560" cy="139320"/>
            <a:chOff x="4107407" y="5787623"/>
            <a:chExt cx="24156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AE6A970-79AA-0149-6413-E4DACDEA7C65}"/>
                    </a:ext>
                  </a:extLst>
                </p14:cNvPr>
                <p14:cNvContentPartPr/>
                <p14:nvPr/>
              </p14:nvContentPartPr>
              <p14:xfrm>
                <a:off x="4164287" y="5787623"/>
                <a:ext cx="111600" cy="252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AE6A970-79AA-0149-6413-E4DACDEA7C6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146647" y="5769623"/>
                  <a:ext cx="147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25E9BE1-5996-283F-3C1E-632D23CB4FB4}"/>
                    </a:ext>
                  </a:extLst>
                </p14:cNvPr>
                <p14:cNvContentPartPr/>
                <p14:nvPr/>
              </p14:nvContentPartPr>
              <p14:xfrm>
                <a:off x="4107407" y="5892023"/>
                <a:ext cx="241560" cy="34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25E9BE1-5996-283F-3C1E-632D23CB4FB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089407" y="5874023"/>
                  <a:ext cx="27720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5B96F97-C534-A456-4DA2-34F5D5E86CB5}"/>
              </a:ext>
            </a:extLst>
          </p:cNvPr>
          <p:cNvGrpSpPr/>
          <p:nvPr/>
        </p:nvGrpSpPr>
        <p:grpSpPr>
          <a:xfrm>
            <a:off x="946247" y="6055823"/>
            <a:ext cx="31320" cy="91800"/>
            <a:chOff x="946247" y="6055823"/>
            <a:chExt cx="3132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F6B8B32-3F79-9197-A44A-FD74A5988714}"/>
                    </a:ext>
                  </a:extLst>
                </p14:cNvPr>
                <p14:cNvContentPartPr/>
                <p14:nvPr/>
              </p14:nvContentPartPr>
              <p14:xfrm>
                <a:off x="969287" y="6055823"/>
                <a:ext cx="3600" cy="1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F6B8B32-3F79-9197-A44A-FD74A598871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51287" y="6038183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017C320-808A-0984-444F-5A5D8DF1B85F}"/>
                    </a:ext>
                  </a:extLst>
                </p14:cNvPr>
                <p14:cNvContentPartPr/>
                <p14:nvPr/>
              </p14:nvContentPartPr>
              <p14:xfrm>
                <a:off x="946247" y="6142583"/>
                <a:ext cx="31320" cy="5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017C320-808A-0984-444F-5A5D8DF1B85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28607" y="6124583"/>
                  <a:ext cx="6696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AFE43B8-5CC1-5006-C0B7-EBF4D1F80BEE}"/>
                  </a:ext>
                </a:extLst>
              </p14:cNvPr>
              <p14:cNvContentPartPr/>
              <p14:nvPr/>
            </p14:nvContentPartPr>
            <p14:xfrm>
              <a:off x="3401807" y="5886263"/>
              <a:ext cx="360" cy="3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AFE43B8-5CC1-5006-C0B7-EBF4D1F80BE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384167" y="58686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C807C8F-B259-B13C-6F14-DF8E09EE8C82}"/>
              </a:ext>
            </a:extLst>
          </p:cNvPr>
          <p:cNvGrpSpPr/>
          <p:nvPr/>
        </p:nvGrpSpPr>
        <p:grpSpPr>
          <a:xfrm>
            <a:off x="917807" y="5442023"/>
            <a:ext cx="2027160" cy="585720"/>
            <a:chOff x="917807" y="5442023"/>
            <a:chExt cx="202716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1086188-13F7-D591-4C4A-01193B4969B9}"/>
                    </a:ext>
                  </a:extLst>
                </p14:cNvPr>
                <p14:cNvContentPartPr/>
                <p14:nvPr/>
              </p14:nvContentPartPr>
              <p14:xfrm>
                <a:off x="921767" y="5492423"/>
                <a:ext cx="115920" cy="209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1086188-13F7-D591-4C4A-01193B4969B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03767" y="5474783"/>
                  <a:ext cx="151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463710-2C1D-8F29-ADB3-FA8843F26700}"/>
                    </a:ext>
                  </a:extLst>
                </p14:cNvPr>
                <p14:cNvContentPartPr/>
                <p14:nvPr/>
              </p14:nvContentPartPr>
              <p14:xfrm>
                <a:off x="917807" y="5548583"/>
                <a:ext cx="187920" cy="304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463710-2C1D-8F29-ADB3-FA8843F2670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99807" y="5530583"/>
                  <a:ext cx="223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B5105A7-5A30-CA18-5AED-C973F3CEB39C}"/>
                    </a:ext>
                  </a:extLst>
                </p14:cNvPr>
                <p14:cNvContentPartPr/>
                <p14:nvPr/>
              </p14:nvContentPartPr>
              <p14:xfrm>
                <a:off x="1080527" y="5747663"/>
                <a:ext cx="57960" cy="280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B5105A7-5A30-CA18-5AED-C973F3CEB39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2527" y="5729663"/>
                  <a:ext cx="936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F915B1F-22D5-BEFC-2315-C566A77ED158}"/>
                    </a:ext>
                  </a:extLst>
                </p14:cNvPr>
                <p14:cNvContentPartPr/>
                <p14:nvPr/>
              </p14:nvContentPartPr>
              <p14:xfrm>
                <a:off x="1355567" y="5682863"/>
                <a:ext cx="80640" cy="12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F915B1F-22D5-BEFC-2315-C566A77ED15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337567" y="5665223"/>
                  <a:ext cx="116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D5085E5-F635-4322-22F7-5F82F15CDF1E}"/>
                    </a:ext>
                  </a:extLst>
                </p14:cNvPr>
                <p14:cNvContentPartPr/>
                <p14:nvPr/>
              </p14:nvContentPartPr>
              <p14:xfrm>
                <a:off x="1336127" y="5772143"/>
                <a:ext cx="181440" cy="52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D5085E5-F635-4322-22F7-5F82F15CDF1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18127" y="5754143"/>
                  <a:ext cx="217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CEC7FFC-36ED-7FB2-5ECF-D70CD1006BE5}"/>
                    </a:ext>
                  </a:extLst>
                </p14:cNvPr>
                <p14:cNvContentPartPr/>
                <p14:nvPr/>
              </p14:nvContentPartPr>
              <p14:xfrm>
                <a:off x="1734647" y="5587103"/>
                <a:ext cx="116280" cy="297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CEC7FFC-36ED-7FB2-5ECF-D70CD1006B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716647" y="5569103"/>
                  <a:ext cx="1519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788B515-16C0-3FBB-33F4-9153B9405778}"/>
                    </a:ext>
                  </a:extLst>
                </p14:cNvPr>
                <p14:cNvContentPartPr/>
                <p14:nvPr/>
              </p14:nvContentPartPr>
              <p14:xfrm>
                <a:off x="1778567" y="5596463"/>
                <a:ext cx="171000" cy="314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788B515-16C0-3FBB-33F4-9153B940577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760567" y="5578823"/>
                  <a:ext cx="2066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A3FAAF-52AA-0735-5BF5-86D2EADB2005}"/>
                    </a:ext>
                  </a:extLst>
                </p14:cNvPr>
                <p14:cNvContentPartPr/>
                <p14:nvPr/>
              </p14:nvContentPartPr>
              <p14:xfrm>
                <a:off x="2065847" y="5546423"/>
                <a:ext cx="117360" cy="24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A3FAAF-52AA-0735-5BF5-86D2EADB200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48207" y="5528423"/>
                  <a:ext cx="153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82D2DD7-0BE5-D37E-32AE-D4D2A0788F34}"/>
                    </a:ext>
                  </a:extLst>
                </p14:cNvPr>
                <p14:cNvContentPartPr/>
                <p14:nvPr/>
              </p14:nvContentPartPr>
              <p14:xfrm>
                <a:off x="2235767" y="5442023"/>
                <a:ext cx="46080" cy="197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82D2DD7-0BE5-D37E-32AE-D4D2A0788F3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218127" y="5424023"/>
                  <a:ext cx="81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9FBEAF9-2014-14DA-7B9A-8F6AC07DAF91}"/>
                    </a:ext>
                  </a:extLst>
                </p14:cNvPr>
                <p14:cNvContentPartPr/>
                <p14:nvPr/>
              </p14:nvContentPartPr>
              <p14:xfrm>
                <a:off x="2263127" y="5649383"/>
                <a:ext cx="236160" cy="235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9FBEAF9-2014-14DA-7B9A-8F6AC07DAF9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245127" y="5631743"/>
                  <a:ext cx="2718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47CB791-8975-5BD1-72AD-BB6396B414EF}"/>
                    </a:ext>
                  </a:extLst>
                </p14:cNvPr>
                <p14:cNvContentPartPr/>
                <p14:nvPr/>
              </p14:nvContentPartPr>
              <p14:xfrm>
                <a:off x="2480927" y="5830463"/>
                <a:ext cx="74880" cy="186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47CB791-8975-5BD1-72AD-BB6396B414E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462927" y="5812463"/>
                  <a:ext cx="110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E39234-2807-4F01-ADB1-A17D0FF318D5}"/>
                    </a:ext>
                  </a:extLst>
                </p14:cNvPr>
                <p14:cNvContentPartPr/>
                <p14:nvPr/>
              </p14:nvContentPartPr>
              <p14:xfrm>
                <a:off x="2830487" y="5877263"/>
                <a:ext cx="101520" cy="11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E39234-2807-4F01-ADB1-A17D0FF318D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12847" y="5859263"/>
                  <a:ext cx="137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A586D0-FA8B-3CB8-950E-B2157C94C17A}"/>
                    </a:ext>
                  </a:extLst>
                </p14:cNvPr>
                <p14:cNvContentPartPr/>
                <p14:nvPr/>
              </p14:nvContentPartPr>
              <p14:xfrm>
                <a:off x="2785127" y="5962943"/>
                <a:ext cx="159840" cy="27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A586D0-FA8B-3CB8-950E-B2157C94C17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767487" y="5945303"/>
                  <a:ext cx="195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CA8551E-9359-485B-4688-B3068BA243EA}"/>
                    </a:ext>
                  </a:extLst>
                </p14:cNvPr>
                <p14:cNvContentPartPr/>
                <p14:nvPr/>
              </p14:nvContentPartPr>
              <p14:xfrm>
                <a:off x="1676327" y="5726783"/>
                <a:ext cx="20880" cy="7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CA8551E-9359-485B-4688-B3068BA243E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658327" y="5709143"/>
                  <a:ext cx="5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7128EC8-9A1C-0129-E095-4AB1AADFC573}"/>
                    </a:ext>
                  </a:extLst>
                </p14:cNvPr>
                <p14:cNvContentPartPr/>
                <p14:nvPr/>
              </p14:nvContentPartPr>
              <p14:xfrm>
                <a:off x="1825727" y="6013343"/>
                <a:ext cx="26280" cy="3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7128EC8-9A1C-0129-E095-4AB1AADFC57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808087" y="5995343"/>
                  <a:ext cx="61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DDB33E3-3088-A1C4-B3D4-8C6345C2F1DE}"/>
                    </a:ext>
                  </a:extLst>
                </p14:cNvPr>
                <p14:cNvContentPartPr/>
                <p14:nvPr/>
              </p14:nvContentPartPr>
              <p14:xfrm>
                <a:off x="1025447" y="5946383"/>
                <a:ext cx="36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DDB33E3-3088-A1C4-B3D4-8C6345C2F1D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07807" y="59287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0EAF7BF5-5820-FD2E-8516-5C69F66D8251}"/>
              </a:ext>
            </a:extLst>
          </p:cNvPr>
          <p:cNvGrpSpPr/>
          <p:nvPr/>
        </p:nvGrpSpPr>
        <p:grpSpPr>
          <a:xfrm>
            <a:off x="4626167" y="5662703"/>
            <a:ext cx="333360" cy="430560"/>
            <a:chOff x="4626167" y="5662703"/>
            <a:chExt cx="33336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0C6B031-FDD4-A1C7-8948-1AC19A79C7D0}"/>
                    </a:ext>
                  </a:extLst>
                </p14:cNvPr>
                <p14:cNvContentPartPr/>
                <p14:nvPr/>
              </p14:nvContentPartPr>
              <p14:xfrm>
                <a:off x="4626167" y="5662703"/>
                <a:ext cx="262080" cy="246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0C6B031-FDD4-A1C7-8948-1AC19A79C7D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608527" y="5644703"/>
                  <a:ext cx="297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3E61F64-ED28-CECD-29E0-3E058489FB72}"/>
                    </a:ext>
                  </a:extLst>
                </p14:cNvPr>
                <p14:cNvContentPartPr/>
                <p14:nvPr/>
              </p14:nvContentPartPr>
              <p14:xfrm>
                <a:off x="4879967" y="5823263"/>
                <a:ext cx="64440" cy="219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3E61F64-ED28-CECD-29E0-3E058489FB7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862327" y="5805623"/>
                  <a:ext cx="1000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81CCA57-3CE6-D718-4647-349CC818D076}"/>
                    </a:ext>
                  </a:extLst>
                </p14:cNvPr>
                <p14:cNvContentPartPr/>
                <p14:nvPr/>
              </p14:nvContentPartPr>
              <p14:xfrm>
                <a:off x="4955567" y="6026663"/>
                <a:ext cx="3960" cy="2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81CCA57-3CE6-D718-4647-349CC818D07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937567" y="6009023"/>
                  <a:ext cx="39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A5FD7C8-FC08-C59B-C6F9-D287F703F39E}"/>
                    </a:ext>
                  </a:extLst>
                </p14:cNvPr>
                <p14:cNvContentPartPr/>
                <p14:nvPr/>
              </p14:nvContentPartPr>
              <p14:xfrm>
                <a:off x="4931807" y="6068783"/>
                <a:ext cx="3960" cy="2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A5FD7C8-FC08-C59B-C6F9-D287F703F39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14167" y="6051143"/>
                  <a:ext cx="39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C8154DA-96BC-A414-72F6-24456BCFA6D9}"/>
                    </a:ext>
                  </a:extLst>
                </p14:cNvPr>
                <p14:cNvContentPartPr/>
                <p14:nvPr/>
              </p14:nvContentPartPr>
              <p14:xfrm>
                <a:off x="4945127" y="6091103"/>
                <a:ext cx="4680" cy="2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C8154DA-96BC-A414-72F6-24456BCFA6D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927127" y="6073463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B7C0239-8AD5-CAF2-08B9-F398753C8EB4}"/>
                    </a:ext>
                  </a:extLst>
                </p14:cNvPr>
                <p14:cNvContentPartPr/>
                <p14:nvPr/>
              </p14:nvContentPartPr>
              <p14:xfrm>
                <a:off x="4782767" y="5926583"/>
                <a:ext cx="360" cy="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B7C0239-8AD5-CAF2-08B9-F398753C8EB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765127" y="59089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23749E5-6D71-0ABB-436E-2D814D2E580F}"/>
                    </a:ext>
                  </a:extLst>
                </p14:cNvPr>
                <p14:cNvContentPartPr/>
                <p14:nvPr/>
              </p14:nvContentPartPr>
              <p14:xfrm>
                <a:off x="4684487" y="5917943"/>
                <a:ext cx="36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23749E5-6D71-0ABB-436E-2D814D2E58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666847" y="59003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ABB5A66-A2D6-CF21-6D7C-97E50B3844D8}"/>
                    </a:ext>
                  </a:extLst>
                </p14:cNvPr>
                <p14:cNvContentPartPr/>
                <p14:nvPr/>
              </p14:nvContentPartPr>
              <p14:xfrm>
                <a:off x="4724807" y="5922263"/>
                <a:ext cx="3600" cy="1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ABB5A66-A2D6-CF21-6D7C-97E50B3844D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706807" y="5904623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F1BBA82-F754-2E46-30FF-5763C33987D4}"/>
                    </a:ext>
                  </a:extLst>
                </p14:cNvPr>
                <p14:cNvContentPartPr/>
                <p14:nvPr/>
              </p14:nvContentPartPr>
              <p14:xfrm>
                <a:off x="4701767" y="5932703"/>
                <a:ext cx="4680" cy="1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F1BBA82-F754-2E46-30FF-5763C33987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84127" y="591506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A50DC64-39CE-EC45-6BB8-98A3C07B40E2}"/>
              </a:ext>
            </a:extLst>
          </p:cNvPr>
          <p:cNvGrpSpPr/>
          <p:nvPr/>
        </p:nvGrpSpPr>
        <p:grpSpPr>
          <a:xfrm>
            <a:off x="1619447" y="6388463"/>
            <a:ext cx="1270440" cy="343800"/>
            <a:chOff x="1619447" y="6388463"/>
            <a:chExt cx="127044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201E958-6367-6294-B6F3-A68EDA1BA242}"/>
                    </a:ext>
                  </a:extLst>
                </p14:cNvPr>
                <p14:cNvContentPartPr/>
                <p14:nvPr/>
              </p14:nvContentPartPr>
              <p14:xfrm>
                <a:off x="1619447" y="6405743"/>
                <a:ext cx="260640" cy="169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201E958-6367-6294-B6F3-A68EDA1BA24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601447" y="6388103"/>
                  <a:ext cx="296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C1BA5BB-C4E9-944B-65DD-EC2209A219F4}"/>
                    </a:ext>
                  </a:extLst>
                </p14:cNvPr>
                <p14:cNvContentPartPr/>
                <p14:nvPr/>
              </p14:nvContentPartPr>
              <p14:xfrm>
                <a:off x="1990607" y="6452183"/>
                <a:ext cx="75240" cy="6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C1BA5BB-C4E9-944B-65DD-EC2209A219F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972967" y="6434183"/>
                  <a:ext cx="110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718A829-6789-5687-6D47-71BD97134638}"/>
                    </a:ext>
                  </a:extLst>
                </p14:cNvPr>
                <p14:cNvContentPartPr/>
                <p14:nvPr/>
              </p14:nvContentPartPr>
              <p14:xfrm>
                <a:off x="1934807" y="6532823"/>
                <a:ext cx="190800" cy="32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718A829-6789-5687-6D47-71BD9713463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916807" y="6514823"/>
                  <a:ext cx="226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FF56A9D-EA52-4617-35CB-CEAD8E90C9C2}"/>
                    </a:ext>
                  </a:extLst>
                </p14:cNvPr>
                <p14:cNvContentPartPr/>
                <p14:nvPr/>
              </p14:nvContentPartPr>
              <p14:xfrm>
                <a:off x="1855607" y="6561983"/>
                <a:ext cx="27720" cy="148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FF56A9D-EA52-4617-35CB-CEAD8E90C9C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837607" y="6543983"/>
                  <a:ext cx="6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89F1044-69BF-4E9C-0816-C4A5669D25E2}"/>
                    </a:ext>
                  </a:extLst>
                </p14:cNvPr>
                <p14:cNvContentPartPr/>
                <p14:nvPr/>
              </p14:nvContentPartPr>
              <p14:xfrm>
                <a:off x="2216687" y="6388823"/>
                <a:ext cx="148680" cy="218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89F1044-69BF-4E9C-0816-C4A5669D25E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199047" y="6371183"/>
                  <a:ext cx="184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89C6D61-0702-AB81-BF8A-03B7F886FEFF}"/>
                    </a:ext>
                  </a:extLst>
                </p14:cNvPr>
                <p14:cNvContentPartPr/>
                <p14:nvPr/>
              </p14:nvContentPartPr>
              <p14:xfrm>
                <a:off x="2383007" y="6511943"/>
                <a:ext cx="67320" cy="168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89C6D61-0702-AB81-BF8A-03B7F886FEF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365007" y="6494303"/>
                  <a:ext cx="102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80D20B4-2452-345D-10C7-F69B726260F7}"/>
                    </a:ext>
                  </a:extLst>
                </p14:cNvPr>
                <p14:cNvContentPartPr/>
                <p14:nvPr/>
              </p14:nvContentPartPr>
              <p14:xfrm>
                <a:off x="2366807" y="6507983"/>
                <a:ext cx="135720" cy="199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80D20B4-2452-345D-10C7-F69B726260F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349167" y="6489983"/>
                  <a:ext cx="171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7C3043E-A288-A824-3BAF-ECA7D454EFAF}"/>
                    </a:ext>
                  </a:extLst>
                </p14:cNvPr>
                <p14:cNvContentPartPr/>
                <p14:nvPr/>
              </p14:nvContentPartPr>
              <p14:xfrm>
                <a:off x="2613047" y="6388463"/>
                <a:ext cx="137880" cy="104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7C3043E-A288-A824-3BAF-ECA7D454EFA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95407" y="6370823"/>
                  <a:ext cx="173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8EFF216-3D3A-788A-0B2F-BCF0688DEFD9}"/>
                    </a:ext>
                  </a:extLst>
                </p14:cNvPr>
                <p14:cNvContentPartPr/>
                <p14:nvPr/>
              </p14:nvContentPartPr>
              <p14:xfrm>
                <a:off x="2684327" y="6399623"/>
                <a:ext cx="108720" cy="232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8EFF216-3D3A-788A-0B2F-BCF0688DEFD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66327" y="6381623"/>
                  <a:ext cx="144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00980AE-29FA-8B51-8386-20424F3E9134}"/>
                    </a:ext>
                  </a:extLst>
                </p14:cNvPr>
                <p14:cNvContentPartPr/>
                <p14:nvPr/>
              </p14:nvContentPartPr>
              <p14:xfrm>
                <a:off x="2850647" y="6552983"/>
                <a:ext cx="39240" cy="179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00980AE-29FA-8B51-8386-20424F3E913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833007" y="6535343"/>
                  <a:ext cx="748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B3D1C7E-05E3-F065-639F-2D2077B3C999}"/>
              </a:ext>
            </a:extLst>
          </p:cNvPr>
          <p:cNvGrpSpPr/>
          <p:nvPr/>
        </p:nvGrpSpPr>
        <p:grpSpPr>
          <a:xfrm>
            <a:off x="3286967" y="6493583"/>
            <a:ext cx="219960" cy="127080"/>
            <a:chOff x="3286967" y="6493583"/>
            <a:chExt cx="21996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F574330-BA1D-FE36-00F4-D562FA6E62FB}"/>
                    </a:ext>
                  </a:extLst>
                </p14:cNvPr>
                <p14:cNvContentPartPr/>
                <p14:nvPr/>
              </p14:nvContentPartPr>
              <p14:xfrm>
                <a:off x="3296687" y="6493583"/>
                <a:ext cx="78840" cy="4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F574330-BA1D-FE36-00F4-D562FA6E62F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278687" y="6475583"/>
                  <a:ext cx="114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9B50FDD-BABD-E6D7-0A60-3D46BB1955A2}"/>
                    </a:ext>
                  </a:extLst>
                </p14:cNvPr>
                <p14:cNvContentPartPr/>
                <p14:nvPr/>
              </p14:nvContentPartPr>
              <p14:xfrm>
                <a:off x="3286967" y="6583943"/>
                <a:ext cx="219960" cy="36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9B50FDD-BABD-E6D7-0A60-3D46BB1955A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268967" y="6566303"/>
                  <a:ext cx="2556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E9A142F-1C1B-DDCB-0C42-BEC8486124F1}"/>
              </a:ext>
            </a:extLst>
          </p:cNvPr>
          <p:cNvGrpSpPr/>
          <p:nvPr/>
        </p:nvGrpSpPr>
        <p:grpSpPr>
          <a:xfrm>
            <a:off x="3923087" y="6334463"/>
            <a:ext cx="921600" cy="345240"/>
            <a:chOff x="3923087" y="6334463"/>
            <a:chExt cx="9216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48820F8-25BD-397F-BD92-BDB632FD4F13}"/>
                    </a:ext>
                  </a:extLst>
                </p14:cNvPr>
                <p14:cNvContentPartPr/>
                <p14:nvPr/>
              </p14:nvContentPartPr>
              <p14:xfrm>
                <a:off x="3923087" y="6376943"/>
                <a:ext cx="129600" cy="1742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48820F8-25BD-397F-BD92-BDB632FD4F1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905447" y="6358943"/>
                  <a:ext cx="165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302AC04-7C80-0AB2-9EC2-3500BAB54085}"/>
                    </a:ext>
                  </a:extLst>
                </p14:cNvPr>
                <p14:cNvContentPartPr/>
                <p14:nvPr/>
              </p14:nvContentPartPr>
              <p14:xfrm>
                <a:off x="4107047" y="6505103"/>
                <a:ext cx="31320" cy="134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302AC04-7C80-0AB2-9EC2-3500BAB5408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089407" y="6487463"/>
                  <a:ext cx="66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D450A5A-3A93-5A33-BE33-6A6EB11E6120}"/>
                    </a:ext>
                  </a:extLst>
                </p14:cNvPr>
                <p14:cNvContentPartPr/>
                <p14:nvPr/>
              </p14:nvContentPartPr>
              <p14:xfrm>
                <a:off x="4143407" y="6483503"/>
                <a:ext cx="160560" cy="196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D450A5A-3A93-5A33-BE33-6A6EB11E612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125767" y="6465503"/>
                  <a:ext cx="196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17EC1D8-DC2A-9339-0F74-E6320E59352A}"/>
                    </a:ext>
                  </a:extLst>
                </p14:cNvPr>
                <p14:cNvContentPartPr/>
                <p14:nvPr/>
              </p14:nvContentPartPr>
              <p14:xfrm>
                <a:off x="4517087" y="6334463"/>
                <a:ext cx="219600" cy="211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17EC1D8-DC2A-9339-0F74-E6320E59352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499087" y="6316823"/>
                  <a:ext cx="255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99D74AA-E8FC-2811-3A02-0EA5532D29AE}"/>
                    </a:ext>
                  </a:extLst>
                </p14:cNvPr>
                <p14:cNvContentPartPr/>
                <p14:nvPr/>
              </p14:nvContentPartPr>
              <p14:xfrm>
                <a:off x="4823447" y="6483863"/>
                <a:ext cx="21240" cy="168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99D74AA-E8FC-2811-3A02-0EA5532D29A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805447" y="6466223"/>
                  <a:ext cx="5688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A2CBC1E-A8D2-B334-9495-926EE5FFC50E}"/>
              </a:ext>
            </a:extLst>
          </p:cNvPr>
          <p:cNvGrpSpPr/>
          <p:nvPr/>
        </p:nvGrpSpPr>
        <p:grpSpPr>
          <a:xfrm>
            <a:off x="5194607" y="6410783"/>
            <a:ext cx="194760" cy="96480"/>
            <a:chOff x="5194607" y="6410783"/>
            <a:chExt cx="19476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498F5E9-3337-5311-18CF-CCE55D30391F}"/>
                    </a:ext>
                  </a:extLst>
                </p14:cNvPr>
                <p14:cNvContentPartPr/>
                <p14:nvPr/>
              </p14:nvContentPartPr>
              <p14:xfrm>
                <a:off x="5222327" y="6410783"/>
                <a:ext cx="57600" cy="122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498F5E9-3337-5311-18CF-CCE55D30391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204327" y="6393143"/>
                  <a:ext cx="93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32A9885-4E77-3C3B-C685-184D9DEDC3C4}"/>
                    </a:ext>
                  </a:extLst>
                </p14:cNvPr>
                <p14:cNvContentPartPr/>
                <p14:nvPr/>
              </p14:nvContentPartPr>
              <p14:xfrm>
                <a:off x="5194607" y="6477023"/>
                <a:ext cx="194760" cy="30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32A9885-4E77-3C3B-C685-184D9DEDC3C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176607" y="6459383"/>
                  <a:ext cx="2304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33465B3-DA18-D12D-6261-CA7C0E82FF2C}"/>
              </a:ext>
            </a:extLst>
          </p:cNvPr>
          <p:cNvGrpSpPr/>
          <p:nvPr/>
        </p:nvGrpSpPr>
        <p:grpSpPr>
          <a:xfrm>
            <a:off x="5615087" y="6266423"/>
            <a:ext cx="952200" cy="426600"/>
            <a:chOff x="5615087" y="6266423"/>
            <a:chExt cx="95220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BC9B00E-C75F-79BC-9787-109B1AA55032}"/>
                    </a:ext>
                  </a:extLst>
                </p14:cNvPr>
                <p14:cNvContentPartPr/>
                <p14:nvPr/>
              </p14:nvContentPartPr>
              <p14:xfrm>
                <a:off x="5615087" y="6266423"/>
                <a:ext cx="153720" cy="329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BC9B00E-C75F-79BC-9787-109B1AA5503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97087" y="6248783"/>
                  <a:ext cx="189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1FF9B04-7DC6-49D0-B208-A2D5A5301267}"/>
                    </a:ext>
                  </a:extLst>
                </p14:cNvPr>
                <p14:cNvContentPartPr/>
                <p14:nvPr/>
              </p14:nvContentPartPr>
              <p14:xfrm>
                <a:off x="5864207" y="6358223"/>
                <a:ext cx="171000" cy="168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1FF9B04-7DC6-49D0-B208-A2D5A530126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846207" y="6340223"/>
                  <a:ext cx="206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2D2BF84-2EF9-238D-6777-3E0099462BF9}"/>
                    </a:ext>
                  </a:extLst>
                </p14:cNvPr>
                <p14:cNvContentPartPr/>
                <p14:nvPr/>
              </p14:nvContentPartPr>
              <p14:xfrm>
                <a:off x="6143567" y="6482063"/>
                <a:ext cx="50040" cy="117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2D2BF84-2EF9-238D-6777-3E0099462BF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125567" y="6464063"/>
                  <a:ext cx="85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68E753A-7EBB-4B07-51F4-3E1692765516}"/>
                    </a:ext>
                  </a:extLst>
                </p14:cNvPr>
                <p14:cNvContentPartPr/>
                <p14:nvPr/>
              </p14:nvContentPartPr>
              <p14:xfrm>
                <a:off x="6317807" y="6383063"/>
                <a:ext cx="132120" cy="1278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68E753A-7EBB-4B07-51F4-3E169276551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300167" y="6365063"/>
                  <a:ext cx="167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260F623-BCF8-D2CF-C0ED-E1E70B4156CC}"/>
                    </a:ext>
                  </a:extLst>
                </p14:cNvPr>
                <p14:cNvContentPartPr/>
                <p14:nvPr/>
              </p14:nvContentPartPr>
              <p14:xfrm>
                <a:off x="6480887" y="6284063"/>
                <a:ext cx="86400" cy="408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260F623-BCF8-D2CF-C0ED-E1E70B4156C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462887" y="6266423"/>
                  <a:ext cx="12204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73F7C26B-D27A-077B-BA0C-10AB321800C9}"/>
              </a:ext>
            </a:extLst>
          </p:cNvPr>
          <p:cNvGrpSpPr/>
          <p:nvPr/>
        </p:nvGrpSpPr>
        <p:grpSpPr>
          <a:xfrm>
            <a:off x="6959327" y="6340223"/>
            <a:ext cx="554040" cy="244080"/>
            <a:chOff x="6959327" y="6340223"/>
            <a:chExt cx="55404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8719062-3857-3551-57F6-8AD958F5C09A}"/>
                    </a:ext>
                  </a:extLst>
                </p14:cNvPr>
                <p14:cNvContentPartPr/>
                <p14:nvPr/>
              </p14:nvContentPartPr>
              <p14:xfrm>
                <a:off x="6986327" y="6452903"/>
                <a:ext cx="103320" cy="15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8719062-3857-3551-57F6-8AD958F5C09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968327" y="6435263"/>
                  <a:ext cx="138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B517A52-9A91-3341-00A0-AC3292C92BD5}"/>
                    </a:ext>
                  </a:extLst>
                </p14:cNvPr>
                <p14:cNvContentPartPr/>
                <p14:nvPr/>
              </p14:nvContentPartPr>
              <p14:xfrm>
                <a:off x="6959327" y="6523463"/>
                <a:ext cx="199440" cy="316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B517A52-9A91-3341-00A0-AC3292C92BD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941327" y="6505463"/>
                  <a:ext cx="235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12D7F38-FB3C-135C-51B8-73E1B207849F}"/>
                    </a:ext>
                  </a:extLst>
                </p14:cNvPr>
                <p14:cNvContentPartPr/>
                <p14:nvPr/>
              </p14:nvContentPartPr>
              <p14:xfrm>
                <a:off x="7254887" y="6340223"/>
                <a:ext cx="258480" cy="244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12D7F38-FB3C-135C-51B8-73E1B207849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37247" y="6322223"/>
                  <a:ext cx="2941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910E57A-CAEB-0950-81F0-3F0DE0AE58E6}"/>
              </a:ext>
            </a:extLst>
          </p:cNvPr>
          <p:cNvGrpSpPr/>
          <p:nvPr/>
        </p:nvGrpSpPr>
        <p:grpSpPr>
          <a:xfrm>
            <a:off x="3187607" y="5385503"/>
            <a:ext cx="607680" cy="683640"/>
            <a:chOff x="3187607" y="5385503"/>
            <a:chExt cx="607680" cy="6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DC9444F-0C4E-3BD1-1299-F9A018961DBA}"/>
                    </a:ext>
                  </a:extLst>
                </p14:cNvPr>
                <p14:cNvContentPartPr/>
                <p14:nvPr/>
              </p14:nvContentPartPr>
              <p14:xfrm>
                <a:off x="3304607" y="5641823"/>
                <a:ext cx="231840" cy="50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DC9444F-0C4E-3BD1-1299-F9A018961DB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286607" y="5624183"/>
                  <a:ext cx="267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CBF6F79-4BB9-E30B-2138-8AB361C53CA0}"/>
                    </a:ext>
                  </a:extLst>
                </p14:cNvPr>
                <p14:cNvContentPartPr/>
                <p14:nvPr/>
              </p14:nvContentPartPr>
              <p14:xfrm>
                <a:off x="3373727" y="5650823"/>
                <a:ext cx="87120" cy="280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CBF6F79-4BB9-E30B-2138-8AB361C53CA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56087" y="5632823"/>
                  <a:ext cx="122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74716E6-A801-8818-04A8-F3208C7CE169}"/>
                    </a:ext>
                  </a:extLst>
                </p14:cNvPr>
                <p14:cNvContentPartPr/>
                <p14:nvPr/>
              </p14:nvContentPartPr>
              <p14:xfrm>
                <a:off x="3187607" y="5957903"/>
                <a:ext cx="290520" cy="36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74716E6-A801-8818-04A8-F3208C7CE16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169967" y="5939903"/>
                  <a:ext cx="326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E1BF59E-0E0A-BB72-108D-C876A6874978}"/>
                    </a:ext>
                  </a:extLst>
                </p14:cNvPr>
                <p14:cNvContentPartPr/>
                <p14:nvPr/>
              </p14:nvContentPartPr>
              <p14:xfrm>
                <a:off x="3520247" y="5710943"/>
                <a:ext cx="237240" cy="246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E1BF59E-0E0A-BB72-108D-C876A687497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02607" y="5692943"/>
                  <a:ext cx="2728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7B92CF2-9A90-B1E4-9298-F813A1DBF6D2}"/>
                    </a:ext>
                  </a:extLst>
                </p14:cNvPr>
                <p14:cNvContentPartPr/>
                <p14:nvPr/>
              </p14:nvContentPartPr>
              <p14:xfrm>
                <a:off x="3772967" y="5933063"/>
                <a:ext cx="22320" cy="136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7B92CF2-9A90-B1E4-9298-F813A1DBF6D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54967" y="5915423"/>
                  <a:ext cx="57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98DC808-6C4F-503B-8881-28BD04A91A06}"/>
                    </a:ext>
                  </a:extLst>
                </p14:cNvPr>
                <p14:cNvContentPartPr/>
                <p14:nvPr/>
              </p14:nvContentPartPr>
              <p14:xfrm>
                <a:off x="3472727" y="5385503"/>
                <a:ext cx="116280" cy="239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98DC808-6C4F-503B-8881-28BD04A91A0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454727" y="5367503"/>
                  <a:ext cx="1519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525A38B8-8102-6895-0E0A-D18CB7D36321}"/>
              </a:ext>
            </a:extLst>
          </p:cNvPr>
          <p:cNvGrpSpPr/>
          <p:nvPr/>
        </p:nvGrpSpPr>
        <p:grpSpPr>
          <a:xfrm>
            <a:off x="8918087" y="6123143"/>
            <a:ext cx="821160" cy="374040"/>
            <a:chOff x="8918087" y="6123143"/>
            <a:chExt cx="82116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28732FA-8AD9-9449-72E6-F180274A9ECF}"/>
                    </a:ext>
                  </a:extLst>
                </p14:cNvPr>
                <p14:cNvContentPartPr/>
                <p14:nvPr/>
              </p14:nvContentPartPr>
              <p14:xfrm>
                <a:off x="8918087" y="6209183"/>
                <a:ext cx="147600" cy="2232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28732FA-8AD9-9449-72E6-F180274A9EC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00087" y="6191543"/>
                  <a:ext cx="183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D0AAF9F-CDB0-4F97-CE19-BD6CF998A784}"/>
                    </a:ext>
                  </a:extLst>
                </p14:cNvPr>
                <p14:cNvContentPartPr/>
                <p14:nvPr/>
              </p14:nvContentPartPr>
              <p14:xfrm>
                <a:off x="9086207" y="6375503"/>
                <a:ext cx="10800" cy="1216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D0AAF9F-CDB0-4F97-CE19-BD6CF998A78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68567" y="6357863"/>
                  <a:ext cx="46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0EC461F-C8EC-9218-EDE4-2E7260B55964}"/>
                    </a:ext>
                  </a:extLst>
                </p14:cNvPr>
                <p14:cNvContentPartPr/>
                <p14:nvPr/>
              </p14:nvContentPartPr>
              <p14:xfrm>
                <a:off x="9205367" y="6226823"/>
                <a:ext cx="177840" cy="828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0EC461F-C8EC-9218-EDE4-2E7260B5596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187727" y="6209183"/>
                  <a:ext cx="213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0BEECE5-7C2E-8359-3652-77D21D8D80FB}"/>
                    </a:ext>
                  </a:extLst>
                </p14:cNvPr>
                <p14:cNvContentPartPr/>
                <p14:nvPr/>
              </p14:nvContentPartPr>
              <p14:xfrm>
                <a:off x="9421727" y="6123143"/>
                <a:ext cx="162000" cy="205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0BEECE5-7C2E-8359-3652-77D21D8D80F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403727" y="6105503"/>
                  <a:ext cx="197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B798D33-B28B-B149-2F6D-A9667A1EEB18}"/>
                    </a:ext>
                  </a:extLst>
                </p14:cNvPr>
                <p14:cNvContentPartPr/>
                <p14:nvPr/>
              </p14:nvContentPartPr>
              <p14:xfrm>
                <a:off x="9714047" y="6242663"/>
                <a:ext cx="25200" cy="219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B798D33-B28B-B149-2F6D-A9667A1EEB1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696407" y="6224663"/>
                  <a:ext cx="608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4922E06-5A67-1430-352D-C386E51A77B5}"/>
              </a:ext>
            </a:extLst>
          </p:cNvPr>
          <p:cNvGrpSpPr/>
          <p:nvPr/>
        </p:nvGrpSpPr>
        <p:grpSpPr>
          <a:xfrm>
            <a:off x="9951647" y="6161303"/>
            <a:ext cx="251280" cy="111960"/>
            <a:chOff x="9951647" y="6161303"/>
            <a:chExt cx="25128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B2B534F-7EFB-02E4-D96A-035858E6894E}"/>
                    </a:ext>
                  </a:extLst>
                </p14:cNvPr>
                <p14:cNvContentPartPr/>
                <p14:nvPr/>
              </p14:nvContentPartPr>
              <p14:xfrm>
                <a:off x="9951647" y="6161303"/>
                <a:ext cx="87120" cy="58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B2B534F-7EFB-02E4-D96A-035858E6894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934007" y="6143663"/>
                  <a:ext cx="122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A6105FC-ED5A-E917-6E21-A6D5B839DF88}"/>
                    </a:ext>
                  </a:extLst>
                </p14:cNvPr>
                <p14:cNvContentPartPr/>
                <p14:nvPr/>
              </p14:nvContentPartPr>
              <p14:xfrm>
                <a:off x="9956327" y="6219263"/>
                <a:ext cx="246600" cy="54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A6105FC-ED5A-E917-6E21-A6D5B839DF8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38687" y="6201263"/>
                  <a:ext cx="28224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FB2277B-EBCF-0E5C-757E-2D86FB3FA415}"/>
              </a:ext>
            </a:extLst>
          </p:cNvPr>
          <p:cNvGrpSpPr/>
          <p:nvPr/>
        </p:nvGrpSpPr>
        <p:grpSpPr>
          <a:xfrm>
            <a:off x="10538087" y="6050063"/>
            <a:ext cx="610560" cy="309960"/>
            <a:chOff x="10538087" y="6050063"/>
            <a:chExt cx="61056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84D339E-9A3A-23FF-C9FA-813321C537FA}"/>
                    </a:ext>
                  </a:extLst>
                </p14:cNvPr>
                <p14:cNvContentPartPr/>
                <p14:nvPr/>
              </p14:nvContentPartPr>
              <p14:xfrm>
                <a:off x="10538087" y="6059423"/>
                <a:ext cx="192960" cy="300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84D339E-9A3A-23FF-C9FA-813321C537F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520087" y="6041423"/>
                  <a:ext cx="228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12531EF-CBD4-9691-8BA2-EA91943CAF4B}"/>
                    </a:ext>
                  </a:extLst>
                </p14:cNvPr>
                <p14:cNvContentPartPr/>
                <p14:nvPr/>
              </p14:nvContentPartPr>
              <p14:xfrm>
                <a:off x="10825007" y="6169223"/>
                <a:ext cx="91080" cy="280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12531EF-CBD4-9691-8BA2-EA91943CAF4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807367" y="6151223"/>
                  <a:ext cx="12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D24BEDE-8B10-741B-E8FE-5DEB8484C616}"/>
                    </a:ext>
                  </a:extLst>
                </p14:cNvPr>
                <p14:cNvContentPartPr/>
                <p14:nvPr/>
              </p14:nvContentPartPr>
              <p14:xfrm>
                <a:off x="11011127" y="6050063"/>
                <a:ext cx="137520" cy="225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D24BEDE-8B10-741B-E8FE-5DEB8484C61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993127" y="6032063"/>
                  <a:ext cx="17316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E8A5E7A-CF7B-2368-5FAF-573E216DB74A}"/>
              </a:ext>
            </a:extLst>
          </p:cNvPr>
          <p:cNvGrpSpPr/>
          <p:nvPr/>
        </p:nvGrpSpPr>
        <p:grpSpPr>
          <a:xfrm>
            <a:off x="11388407" y="5934863"/>
            <a:ext cx="513360" cy="297000"/>
            <a:chOff x="11388407" y="5934863"/>
            <a:chExt cx="51336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C1B2D80-0BC5-443E-3C71-4BD9A53D1A37}"/>
                    </a:ext>
                  </a:extLst>
                </p14:cNvPr>
                <p14:cNvContentPartPr/>
                <p14:nvPr/>
              </p14:nvContentPartPr>
              <p14:xfrm>
                <a:off x="11388407" y="6084983"/>
                <a:ext cx="132120" cy="4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C1B2D80-0BC5-443E-3C71-4BD9A53D1A3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370767" y="6066983"/>
                  <a:ext cx="167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28A3D74-5927-37EC-67DC-477374641131}"/>
                    </a:ext>
                  </a:extLst>
                </p14:cNvPr>
                <p14:cNvContentPartPr/>
                <p14:nvPr/>
              </p14:nvContentPartPr>
              <p14:xfrm>
                <a:off x="11456087" y="6149783"/>
                <a:ext cx="107640" cy="27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28A3D74-5927-37EC-67DC-47737464113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438447" y="6132143"/>
                  <a:ext cx="143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70D76E6-5DC6-7D05-7D1A-2063D61A9853}"/>
                    </a:ext>
                  </a:extLst>
                </p14:cNvPr>
                <p14:cNvContentPartPr/>
                <p14:nvPr/>
              </p14:nvContentPartPr>
              <p14:xfrm>
                <a:off x="11726447" y="5934863"/>
                <a:ext cx="175320" cy="2970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70D76E6-5DC6-7D05-7D1A-2063D61A985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708807" y="5916863"/>
                  <a:ext cx="210960" cy="33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20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B99C6E1-780D-F256-9D44-028A922D5B2C}"/>
              </a:ext>
            </a:extLst>
          </p:cNvPr>
          <p:cNvGrpSpPr/>
          <p:nvPr/>
        </p:nvGrpSpPr>
        <p:grpSpPr>
          <a:xfrm>
            <a:off x="1702247" y="297022"/>
            <a:ext cx="1697760" cy="326880"/>
            <a:chOff x="1702247" y="297022"/>
            <a:chExt cx="169776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4C3FAC9-E1D8-79B7-6461-BB6F9EE6FEFF}"/>
                    </a:ext>
                  </a:extLst>
                </p14:cNvPr>
                <p14:cNvContentPartPr/>
                <p14:nvPr/>
              </p14:nvContentPartPr>
              <p14:xfrm>
                <a:off x="1702247" y="297022"/>
                <a:ext cx="157320" cy="187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4C3FAC9-E1D8-79B7-6461-BB6F9EE6FEF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84247" y="279382"/>
                  <a:ext cx="192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DCD131-AE42-0CEC-8ABE-AB8D128BB03B}"/>
                    </a:ext>
                  </a:extLst>
                </p14:cNvPr>
                <p14:cNvContentPartPr/>
                <p14:nvPr/>
              </p14:nvContentPartPr>
              <p14:xfrm>
                <a:off x="1958927" y="408622"/>
                <a:ext cx="153720" cy="151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DCD131-AE42-0CEC-8ABE-AB8D128BB0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40927" y="390622"/>
                  <a:ext cx="189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B6A173-6E3D-E2BA-736B-1D8F5F964EFA}"/>
                    </a:ext>
                  </a:extLst>
                </p14:cNvPr>
                <p14:cNvContentPartPr/>
                <p14:nvPr/>
              </p14:nvContentPartPr>
              <p14:xfrm>
                <a:off x="2312807" y="420502"/>
                <a:ext cx="99360" cy="20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B6A173-6E3D-E2BA-736B-1D8F5F964E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94807" y="402862"/>
                  <a:ext cx="135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72A3DF5-5853-36E8-B4CE-3B674A118FDA}"/>
                    </a:ext>
                  </a:extLst>
                </p14:cNvPr>
                <p14:cNvContentPartPr/>
                <p14:nvPr/>
              </p14:nvContentPartPr>
              <p14:xfrm>
                <a:off x="2517647" y="349582"/>
                <a:ext cx="191160" cy="190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72A3DF5-5853-36E8-B4CE-3B674A118F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0007" y="331582"/>
                  <a:ext cx="226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A805CAC-056B-31C2-5E5C-4DE2F1BC37EE}"/>
                    </a:ext>
                  </a:extLst>
                </p14:cNvPr>
                <p14:cNvContentPartPr/>
                <p14:nvPr/>
              </p14:nvContentPartPr>
              <p14:xfrm>
                <a:off x="2785487" y="510142"/>
                <a:ext cx="196920" cy="11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A805CAC-056B-31C2-5E5C-4DE2F1BC37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7487" y="492502"/>
                  <a:ext cx="232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89A409-445C-3364-60E1-88681F33C0CD}"/>
                    </a:ext>
                  </a:extLst>
                </p14:cNvPr>
                <p14:cNvContentPartPr/>
                <p14:nvPr/>
              </p14:nvContentPartPr>
              <p14:xfrm>
                <a:off x="3145127" y="435262"/>
                <a:ext cx="110520" cy="2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89A409-445C-3364-60E1-88681F33C0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7487" y="417622"/>
                  <a:ext cx="146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B9481A-D55A-C9E1-D2D8-C945E9A44E2E}"/>
                    </a:ext>
                  </a:extLst>
                </p14:cNvPr>
                <p14:cNvContentPartPr/>
                <p14:nvPr/>
              </p14:nvContentPartPr>
              <p14:xfrm>
                <a:off x="3175367" y="479182"/>
                <a:ext cx="224640" cy="3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B9481A-D55A-C9E1-D2D8-C945E9A44E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57727" y="461542"/>
                  <a:ext cx="2602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1505FD-4311-0B83-806A-1F87A5FFF4A9}"/>
              </a:ext>
            </a:extLst>
          </p:cNvPr>
          <p:cNvGrpSpPr/>
          <p:nvPr/>
        </p:nvGrpSpPr>
        <p:grpSpPr>
          <a:xfrm>
            <a:off x="3654167" y="319702"/>
            <a:ext cx="656640" cy="237240"/>
            <a:chOff x="3654167" y="319702"/>
            <a:chExt cx="65664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357E1F-839B-4B16-2BFF-AE39051B0994}"/>
                    </a:ext>
                  </a:extLst>
                </p14:cNvPr>
                <p14:cNvContentPartPr/>
                <p14:nvPr/>
              </p14:nvContentPartPr>
              <p14:xfrm>
                <a:off x="3715727" y="319702"/>
                <a:ext cx="120600" cy="42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357E1F-839B-4B16-2BFF-AE39051B09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98087" y="302062"/>
                  <a:ext cx="156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7B1ABF-6C4A-22AE-A699-09A7204DB86C}"/>
                    </a:ext>
                  </a:extLst>
                </p14:cNvPr>
                <p14:cNvContentPartPr/>
                <p14:nvPr/>
              </p14:nvContentPartPr>
              <p14:xfrm>
                <a:off x="3654167" y="338782"/>
                <a:ext cx="147240" cy="2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7B1ABF-6C4A-22AE-A699-09A7204DB8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6527" y="321142"/>
                  <a:ext cx="182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86189E-1692-0083-7038-37CE28CB970C}"/>
                    </a:ext>
                  </a:extLst>
                </p14:cNvPr>
                <p14:cNvContentPartPr/>
                <p14:nvPr/>
              </p14:nvContentPartPr>
              <p14:xfrm>
                <a:off x="3854687" y="437062"/>
                <a:ext cx="95400" cy="1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86189E-1692-0083-7038-37CE28CB97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36687" y="419422"/>
                  <a:ext cx="131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3D0BD7-0DFF-F75D-3DE3-5DE234A9504D}"/>
                    </a:ext>
                  </a:extLst>
                </p14:cNvPr>
                <p14:cNvContentPartPr/>
                <p14:nvPr/>
              </p14:nvContentPartPr>
              <p14:xfrm>
                <a:off x="4089047" y="380182"/>
                <a:ext cx="221760" cy="176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3D0BD7-0DFF-F75D-3DE3-5DE234A950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71407" y="362542"/>
                  <a:ext cx="2574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116157-13C6-6D46-66C9-DAE308D6C47F}"/>
              </a:ext>
            </a:extLst>
          </p:cNvPr>
          <p:cNvGrpSpPr/>
          <p:nvPr/>
        </p:nvGrpSpPr>
        <p:grpSpPr>
          <a:xfrm>
            <a:off x="4602767" y="476662"/>
            <a:ext cx="180360" cy="93240"/>
            <a:chOff x="4602767" y="476662"/>
            <a:chExt cx="18036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F6EB0E-DC70-2F0C-BBE6-8FC08669A3F9}"/>
                    </a:ext>
                  </a:extLst>
                </p14:cNvPr>
                <p14:cNvContentPartPr/>
                <p14:nvPr/>
              </p14:nvContentPartPr>
              <p14:xfrm>
                <a:off x="4667927" y="476662"/>
                <a:ext cx="100440" cy="7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F6EB0E-DC70-2F0C-BBE6-8FC08669A3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49927" y="459022"/>
                  <a:ext cx="136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3D9300-3363-41F3-050D-F2957926F55D}"/>
                    </a:ext>
                  </a:extLst>
                </p14:cNvPr>
                <p14:cNvContentPartPr/>
                <p14:nvPr/>
              </p14:nvContentPartPr>
              <p14:xfrm>
                <a:off x="4602767" y="547942"/>
                <a:ext cx="180360" cy="2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3D9300-3363-41F3-050D-F2957926F5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85127" y="530302"/>
                  <a:ext cx="2160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A828A4-5796-89DC-B095-91F99CABAE50}"/>
              </a:ext>
            </a:extLst>
          </p:cNvPr>
          <p:cNvGrpSpPr/>
          <p:nvPr/>
        </p:nvGrpSpPr>
        <p:grpSpPr>
          <a:xfrm>
            <a:off x="5328527" y="274342"/>
            <a:ext cx="439200" cy="288360"/>
            <a:chOff x="5328527" y="274342"/>
            <a:chExt cx="43920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DC5953-28BD-1EDE-6AD3-9BB4995AD6EF}"/>
                    </a:ext>
                  </a:extLst>
                </p14:cNvPr>
                <p14:cNvContentPartPr/>
                <p14:nvPr/>
              </p14:nvContentPartPr>
              <p14:xfrm>
                <a:off x="5328527" y="339502"/>
                <a:ext cx="143280" cy="22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DC5953-28BD-1EDE-6AD3-9BB4995AD6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10527" y="321502"/>
                  <a:ext cx="178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587478-A990-508C-CE04-2AF4C00EB5A0}"/>
                    </a:ext>
                  </a:extLst>
                </p14:cNvPr>
                <p14:cNvContentPartPr/>
                <p14:nvPr/>
              </p14:nvContentPartPr>
              <p14:xfrm>
                <a:off x="5412767" y="274342"/>
                <a:ext cx="354960" cy="25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587478-A990-508C-CE04-2AF4C00EB5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94767" y="256702"/>
                  <a:ext cx="3906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C2DC149-1D0E-D1BC-BED9-29259071471C}"/>
              </a:ext>
            </a:extLst>
          </p:cNvPr>
          <p:cNvGrpSpPr/>
          <p:nvPr/>
        </p:nvGrpSpPr>
        <p:grpSpPr>
          <a:xfrm>
            <a:off x="1672367" y="981382"/>
            <a:ext cx="1594800" cy="403560"/>
            <a:chOff x="1672367" y="981382"/>
            <a:chExt cx="15948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E8CAF3-BE68-C923-5A7A-F2DD0E80CC87}"/>
                    </a:ext>
                  </a:extLst>
                </p14:cNvPr>
                <p14:cNvContentPartPr/>
                <p14:nvPr/>
              </p14:nvContentPartPr>
              <p14:xfrm>
                <a:off x="1672367" y="981382"/>
                <a:ext cx="192960" cy="23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E8CAF3-BE68-C923-5A7A-F2DD0E80CC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54727" y="963742"/>
                  <a:ext cx="228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44452E-411C-3733-5EDF-005C54D254D1}"/>
                    </a:ext>
                  </a:extLst>
                </p14:cNvPr>
                <p14:cNvContentPartPr/>
                <p14:nvPr/>
              </p14:nvContentPartPr>
              <p14:xfrm>
                <a:off x="1892687" y="1124302"/>
                <a:ext cx="159480" cy="19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44452E-411C-3733-5EDF-005C54D254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74687" y="1106662"/>
                  <a:ext cx="195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3DF696-6786-73F6-09B5-F963518A36F9}"/>
                    </a:ext>
                  </a:extLst>
                </p14:cNvPr>
                <p14:cNvContentPartPr/>
                <p14:nvPr/>
              </p14:nvContentPartPr>
              <p14:xfrm>
                <a:off x="2104367" y="1156702"/>
                <a:ext cx="109080" cy="10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3DF696-6786-73F6-09B5-F963518A36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86367" y="1138702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5CD684-F19A-C296-73DC-FAF34C680607}"/>
                    </a:ext>
                  </a:extLst>
                </p14:cNvPr>
                <p14:cNvContentPartPr/>
                <p14:nvPr/>
              </p14:nvContentPartPr>
              <p14:xfrm>
                <a:off x="2398487" y="1107382"/>
                <a:ext cx="212040" cy="147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5CD684-F19A-C296-73DC-FAF34C6806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80487" y="1089742"/>
                  <a:ext cx="247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E231E1-26EA-182F-1E5C-D7F0A1332E88}"/>
                    </a:ext>
                  </a:extLst>
                </p14:cNvPr>
                <p14:cNvContentPartPr/>
                <p14:nvPr/>
              </p14:nvContentPartPr>
              <p14:xfrm>
                <a:off x="2761007" y="1218982"/>
                <a:ext cx="139320" cy="165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E231E1-26EA-182F-1E5C-D7F0A1332E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43367" y="1200982"/>
                  <a:ext cx="174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16A4D9-194F-D3EA-079A-CE3B9958AC68}"/>
                    </a:ext>
                  </a:extLst>
                </p14:cNvPr>
                <p14:cNvContentPartPr/>
                <p14:nvPr/>
              </p14:nvContentPartPr>
              <p14:xfrm>
                <a:off x="3058007" y="1180102"/>
                <a:ext cx="12816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16A4D9-194F-D3EA-079A-CE3B9958AC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40367" y="1162102"/>
                  <a:ext cx="163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5662BAA-D7F8-F9E7-DDB6-678A450655D7}"/>
                    </a:ext>
                  </a:extLst>
                </p14:cNvPr>
                <p14:cNvContentPartPr/>
                <p14:nvPr/>
              </p14:nvContentPartPr>
              <p14:xfrm>
                <a:off x="3093647" y="1251022"/>
                <a:ext cx="173520" cy="32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5662BAA-D7F8-F9E7-DDB6-678A450655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76007" y="1233382"/>
                  <a:ext cx="2091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6DB05F-CB48-854D-15EC-B879E5D3166B}"/>
              </a:ext>
            </a:extLst>
          </p:cNvPr>
          <p:cNvGrpSpPr/>
          <p:nvPr/>
        </p:nvGrpSpPr>
        <p:grpSpPr>
          <a:xfrm>
            <a:off x="3585047" y="1136182"/>
            <a:ext cx="772920" cy="194760"/>
            <a:chOff x="3585047" y="1136182"/>
            <a:chExt cx="77292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0EA900-DDF8-865F-7341-B1896056860B}"/>
                    </a:ext>
                  </a:extLst>
                </p14:cNvPr>
                <p14:cNvContentPartPr/>
                <p14:nvPr/>
              </p14:nvContentPartPr>
              <p14:xfrm>
                <a:off x="3585047" y="1155622"/>
                <a:ext cx="196920" cy="157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0EA900-DDF8-865F-7341-B189605686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67047" y="1137622"/>
                  <a:ext cx="232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C03AE5-D2E7-B903-1C00-607F3E7528AF}"/>
                    </a:ext>
                  </a:extLst>
                </p14:cNvPr>
                <p14:cNvContentPartPr/>
                <p14:nvPr/>
              </p14:nvContentPartPr>
              <p14:xfrm>
                <a:off x="3858287" y="1224022"/>
                <a:ext cx="166680" cy="24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C03AE5-D2E7-B903-1C00-607F3E7528A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40287" y="1206022"/>
                  <a:ext cx="202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EAFACE-66A0-5A9E-D0F5-F7CD39197E9E}"/>
                    </a:ext>
                  </a:extLst>
                </p14:cNvPr>
                <p14:cNvContentPartPr/>
                <p14:nvPr/>
              </p14:nvContentPartPr>
              <p14:xfrm>
                <a:off x="4189487" y="1136182"/>
                <a:ext cx="168480" cy="194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EAFACE-66A0-5A9E-D0F5-F7CD39197E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71487" y="1118542"/>
                  <a:ext cx="2041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A40C8E-4D02-FC99-63CE-F925741C9D0C}"/>
              </a:ext>
            </a:extLst>
          </p:cNvPr>
          <p:cNvGrpSpPr/>
          <p:nvPr/>
        </p:nvGrpSpPr>
        <p:grpSpPr>
          <a:xfrm>
            <a:off x="4675127" y="1195582"/>
            <a:ext cx="179640" cy="101520"/>
            <a:chOff x="4675127" y="1195582"/>
            <a:chExt cx="17964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3C6189-3CF0-5252-8F3A-C4966F72341F}"/>
                    </a:ext>
                  </a:extLst>
                </p14:cNvPr>
                <p14:cNvContentPartPr/>
                <p14:nvPr/>
              </p14:nvContentPartPr>
              <p14:xfrm>
                <a:off x="4700687" y="1195582"/>
                <a:ext cx="106200" cy="6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3C6189-3CF0-5252-8F3A-C4966F7234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82687" y="1177582"/>
                  <a:ext cx="141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376BCF-BBAF-F00A-1D73-73F5408769F2}"/>
                    </a:ext>
                  </a:extLst>
                </p14:cNvPr>
                <p14:cNvContentPartPr/>
                <p14:nvPr/>
              </p14:nvContentPartPr>
              <p14:xfrm>
                <a:off x="4675127" y="1266502"/>
                <a:ext cx="179640" cy="3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376BCF-BBAF-F00A-1D73-73F5408769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57487" y="1248862"/>
                  <a:ext cx="2152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ECEC463-41FA-F1DE-665F-B0FC4D069462}"/>
                  </a:ext>
                </a:extLst>
              </p14:cNvPr>
              <p14:cNvContentPartPr/>
              <p14:nvPr/>
            </p14:nvContentPartPr>
            <p14:xfrm>
              <a:off x="5098847" y="1077862"/>
              <a:ext cx="368640" cy="246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ECEC463-41FA-F1DE-665F-B0FC4D06946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81207" y="1059862"/>
                <a:ext cx="40428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A9D87374-4FDB-3873-4F30-7F62C74D56F7}"/>
              </a:ext>
            </a:extLst>
          </p:cNvPr>
          <p:cNvGrpSpPr/>
          <p:nvPr/>
        </p:nvGrpSpPr>
        <p:grpSpPr>
          <a:xfrm>
            <a:off x="1601087" y="1802902"/>
            <a:ext cx="1186200" cy="390240"/>
            <a:chOff x="1601087" y="1802902"/>
            <a:chExt cx="118620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BB7C00-9ABD-E48D-6E88-24098B4215ED}"/>
                    </a:ext>
                  </a:extLst>
                </p14:cNvPr>
                <p14:cNvContentPartPr/>
                <p14:nvPr/>
              </p14:nvContentPartPr>
              <p14:xfrm>
                <a:off x="1601087" y="1802902"/>
                <a:ext cx="144360" cy="25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BB7C00-9ABD-E48D-6E88-24098B4215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83087" y="1784902"/>
                  <a:ext cx="180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706E25-5E8A-D077-6762-AEAAAC12C3CD}"/>
                    </a:ext>
                  </a:extLst>
                </p14:cNvPr>
                <p14:cNvContentPartPr/>
                <p14:nvPr/>
              </p14:nvContentPartPr>
              <p14:xfrm>
                <a:off x="1903127" y="1935382"/>
                <a:ext cx="83160" cy="223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706E25-5E8A-D077-6762-AEAAAC12C3C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85487" y="1917742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F11EAE-FEA1-9466-73DF-2512180E9D72}"/>
                    </a:ext>
                  </a:extLst>
                </p14:cNvPr>
                <p14:cNvContentPartPr/>
                <p14:nvPr/>
              </p14:nvContentPartPr>
              <p14:xfrm>
                <a:off x="2141807" y="1921702"/>
                <a:ext cx="101160" cy="51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F11EAE-FEA1-9466-73DF-2512180E9D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24167" y="1903702"/>
                  <a:ext cx="13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4A4927-A76F-86D3-C2E1-ED660E8D5A83}"/>
                    </a:ext>
                  </a:extLst>
                </p14:cNvPr>
                <p14:cNvContentPartPr/>
                <p14:nvPr/>
              </p14:nvContentPartPr>
              <p14:xfrm>
                <a:off x="2325767" y="1847182"/>
                <a:ext cx="153720" cy="223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4A4927-A76F-86D3-C2E1-ED660E8D5A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07767" y="1829542"/>
                  <a:ext cx="189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EB1C4C-BA34-B520-5428-9D4C377B3416}"/>
                    </a:ext>
                  </a:extLst>
                </p14:cNvPr>
                <p14:cNvContentPartPr/>
                <p14:nvPr/>
              </p14:nvContentPartPr>
              <p14:xfrm>
                <a:off x="2639327" y="1955542"/>
                <a:ext cx="147960" cy="237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EB1C4C-BA34-B520-5428-9D4C377B341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21327" y="1937902"/>
                  <a:ext cx="1836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F92F1-8812-02C6-9DF1-C8AE5BA0A980}"/>
              </a:ext>
            </a:extLst>
          </p:cNvPr>
          <p:cNvGrpSpPr/>
          <p:nvPr/>
        </p:nvGrpSpPr>
        <p:grpSpPr>
          <a:xfrm>
            <a:off x="3013367" y="1898302"/>
            <a:ext cx="180360" cy="159840"/>
            <a:chOff x="3013367" y="1898302"/>
            <a:chExt cx="18036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42353F-22B0-AEF2-1E69-E514905BFA70}"/>
                    </a:ext>
                  </a:extLst>
                </p14:cNvPr>
                <p14:cNvContentPartPr/>
                <p14:nvPr/>
              </p14:nvContentPartPr>
              <p14:xfrm>
                <a:off x="3070967" y="1898302"/>
                <a:ext cx="108000" cy="51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42353F-22B0-AEF2-1E69-E514905BFA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52967" y="1880662"/>
                  <a:ext cx="143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C12A58-16E5-B5E4-0904-5048E865112E}"/>
                    </a:ext>
                  </a:extLst>
                </p14:cNvPr>
                <p14:cNvContentPartPr/>
                <p14:nvPr/>
              </p14:nvContentPartPr>
              <p14:xfrm>
                <a:off x="3013367" y="2011342"/>
                <a:ext cx="180360" cy="46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C12A58-16E5-B5E4-0904-5048E86511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95367" y="1993342"/>
                  <a:ext cx="2160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22C253E-098E-7E10-0B02-174B2ED98BAA}"/>
              </a:ext>
            </a:extLst>
          </p:cNvPr>
          <p:cNvGrpSpPr/>
          <p:nvPr/>
        </p:nvGrpSpPr>
        <p:grpSpPr>
          <a:xfrm>
            <a:off x="3654167" y="1870222"/>
            <a:ext cx="750960" cy="262800"/>
            <a:chOff x="3654167" y="1870222"/>
            <a:chExt cx="7509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27D236-BCB2-0E54-10CC-3290F0AF27C2}"/>
                    </a:ext>
                  </a:extLst>
                </p14:cNvPr>
                <p14:cNvContentPartPr/>
                <p14:nvPr/>
              </p14:nvContentPartPr>
              <p14:xfrm>
                <a:off x="3654167" y="1882462"/>
                <a:ext cx="176400" cy="25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27D236-BCB2-0E54-10CC-3290F0AF27C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36167" y="1864462"/>
                  <a:ext cx="2120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DB8DC3-39E2-350E-AD57-236C40C3DF0E}"/>
                    </a:ext>
                  </a:extLst>
                </p14:cNvPr>
                <p14:cNvContentPartPr/>
                <p14:nvPr/>
              </p14:nvContentPartPr>
              <p14:xfrm>
                <a:off x="3944687" y="2007742"/>
                <a:ext cx="182160" cy="39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DB8DC3-39E2-350E-AD57-236C40C3DF0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27047" y="1989742"/>
                  <a:ext cx="217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41BC3B-5B63-9079-1AC5-DFBD6439B100}"/>
                    </a:ext>
                  </a:extLst>
                </p14:cNvPr>
                <p14:cNvContentPartPr/>
                <p14:nvPr/>
              </p14:nvContentPartPr>
              <p14:xfrm>
                <a:off x="4305047" y="1870222"/>
                <a:ext cx="100080" cy="216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41BC3B-5B63-9079-1AC5-DFBD6439B1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87047" y="1852582"/>
                  <a:ext cx="13572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DBED526-7220-74DE-187F-DED4EDD1D0EF}"/>
                  </a:ext>
                </a:extLst>
              </p14:cNvPr>
              <p14:cNvContentPartPr/>
              <p14:nvPr/>
            </p14:nvContentPartPr>
            <p14:xfrm>
              <a:off x="4646327" y="1913422"/>
              <a:ext cx="89280" cy="12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DBED526-7220-74DE-187F-DED4EDD1D0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28327" y="1895782"/>
                <a:ext cx="1249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BC56EBF-79D0-7D95-6ED7-0F21C4907A28}"/>
                  </a:ext>
                </a:extLst>
              </p14:cNvPr>
              <p14:cNvContentPartPr/>
              <p14:nvPr/>
            </p14:nvContentPartPr>
            <p14:xfrm>
              <a:off x="4615367" y="2019982"/>
              <a:ext cx="169200" cy="39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BC56EBF-79D0-7D95-6ED7-0F21C4907A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97367" y="2001982"/>
                <a:ext cx="2048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BABEE68-DE14-BA7C-7C1B-1333777276B3}"/>
                  </a:ext>
                </a:extLst>
              </p14:cNvPr>
              <p14:cNvContentPartPr/>
              <p14:nvPr/>
            </p14:nvContentPartPr>
            <p14:xfrm>
              <a:off x="5042687" y="1861582"/>
              <a:ext cx="269640" cy="243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BABEE68-DE14-BA7C-7C1B-1333777276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25047" y="1843942"/>
                <a:ext cx="30528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A8075D9F-4D33-C3DC-12EE-3BC9BFD2E054}"/>
              </a:ext>
            </a:extLst>
          </p:cNvPr>
          <p:cNvGrpSpPr/>
          <p:nvPr/>
        </p:nvGrpSpPr>
        <p:grpSpPr>
          <a:xfrm>
            <a:off x="701087" y="2629822"/>
            <a:ext cx="1141920" cy="352080"/>
            <a:chOff x="701087" y="2629822"/>
            <a:chExt cx="114192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E443C00-4D17-0DA5-C8F4-B3DB196D2003}"/>
                    </a:ext>
                  </a:extLst>
                </p14:cNvPr>
                <p14:cNvContentPartPr/>
                <p14:nvPr/>
              </p14:nvContentPartPr>
              <p14:xfrm>
                <a:off x="757967" y="2666182"/>
                <a:ext cx="217080" cy="74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E443C00-4D17-0DA5-C8F4-B3DB196D20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0327" y="2648542"/>
                  <a:ext cx="252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8BD7E1-F753-B102-9136-7A01B0AABFEE}"/>
                    </a:ext>
                  </a:extLst>
                </p14:cNvPr>
                <p14:cNvContentPartPr/>
                <p14:nvPr/>
              </p14:nvContentPartPr>
              <p14:xfrm>
                <a:off x="806567" y="2692462"/>
                <a:ext cx="52200" cy="268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8BD7E1-F753-B102-9136-7A01B0AABF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8927" y="2674462"/>
                  <a:ext cx="87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09771D9-E1E4-432E-F069-E6E0934EE834}"/>
                    </a:ext>
                  </a:extLst>
                </p14:cNvPr>
                <p14:cNvContentPartPr/>
                <p14:nvPr/>
              </p14:nvContentPartPr>
              <p14:xfrm>
                <a:off x="701087" y="2834662"/>
                <a:ext cx="402120" cy="147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09771D9-E1E4-432E-F069-E6E0934EE8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3447" y="2816662"/>
                  <a:ext cx="437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7B97DE5-5C2E-C9A3-6C0B-6C99EE7D47A6}"/>
                    </a:ext>
                  </a:extLst>
                </p14:cNvPr>
                <p14:cNvContentPartPr/>
                <p14:nvPr/>
              </p14:nvContentPartPr>
              <p14:xfrm>
                <a:off x="1178087" y="2693182"/>
                <a:ext cx="195480" cy="268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7B97DE5-5C2E-C9A3-6C0B-6C99EE7D47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0087" y="2675182"/>
                  <a:ext cx="231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1C2137-CC75-8A60-0DCD-C99E3280B873}"/>
                    </a:ext>
                  </a:extLst>
                </p14:cNvPr>
                <p14:cNvContentPartPr/>
                <p14:nvPr/>
              </p14:nvContentPartPr>
              <p14:xfrm>
                <a:off x="1376447" y="2684542"/>
                <a:ext cx="30960" cy="23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1C2137-CC75-8A60-0DCD-C99E3280B87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58807" y="2666542"/>
                  <a:ext cx="66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3902051-776F-CFA5-5071-09E4CEA76072}"/>
                    </a:ext>
                  </a:extLst>
                </p14:cNvPr>
                <p14:cNvContentPartPr/>
                <p14:nvPr/>
              </p14:nvContentPartPr>
              <p14:xfrm>
                <a:off x="1159367" y="2773102"/>
                <a:ext cx="137520" cy="1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3902051-776F-CFA5-5071-09E4CEA7607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1367" y="2755462"/>
                  <a:ext cx="173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91B05E9-5909-868B-0CD6-ED06D37358AD}"/>
                    </a:ext>
                  </a:extLst>
                </p14:cNvPr>
                <p14:cNvContentPartPr/>
                <p14:nvPr/>
              </p14:nvContentPartPr>
              <p14:xfrm>
                <a:off x="1473647" y="2629822"/>
                <a:ext cx="369360" cy="30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91B05E9-5909-868B-0CD6-ED06D37358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55647" y="2611822"/>
                  <a:ext cx="40500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8D718F6-CCDA-D8BB-18FD-5FCDD759A93A}"/>
              </a:ext>
            </a:extLst>
          </p:cNvPr>
          <p:cNvGrpSpPr/>
          <p:nvPr/>
        </p:nvGrpSpPr>
        <p:grpSpPr>
          <a:xfrm>
            <a:off x="2477687" y="2674822"/>
            <a:ext cx="1109520" cy="534960"/>
            <a:chOff x="2477687" y="2674822"/>
            <a:chExt cx="110952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8456AD4-5AA7-55E3-51E9-2F40BCB51099}"/>
                    </a:ext>
                  </a:extLst>
                </p14:cNvPr>
                <p14:cNvContentPartPr/>
                <p14:nvPr/>
              </p14:nvContentPartPr>
              <p14:xfrm>
                <a:off x="2477687" y="2694262"/>
                <a:ext cx="173880" cy="223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8456AD4-5AA7-55E3-51E9-2F40BCB510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59687" y="2676262"/>
                  <a:ext cx="209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9F3083F-C558-CE3A-C2B1-4BB72C2132C7}"/>
                    </a:ext>
                  </a:extLst>
                </p14:cNvPr>
                <p14:cNvContentPartPr/>
                <p14:nvPr/>
              </p14:nvContentPartPr>
              <p14:xfrm>
                <a:off x="2676047" y="2823862"/>
                <a:ext cx="27360" cy="113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9F3083F-C558-CE3A-C2B1-4BB72C2132C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58047" y="2806222"/>
                  <a:ext cx="63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EB7AC0-2FF4-AD25-59AA-14C4BA9ABB34}"/>
                    </a:ext>
                  </a:extLst>
                </p14:cNvPr>
                <p14:cNvContentPartPr/>
                <p14:nvPr/>
              </p14:nvContentPartPr>
              <p14:xfrm>
                <a:off x="2739407" y="2740342"/>
                <a:ext cx="2880" cy="36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EB7AC0-2FF4-AD25-59AA-14C4BA9ABB3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21407" y="2722702"/>
                  <a:ext cx="38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A17550A-1BAA-D794-BE10-6CD51C789D1A}"/>
                    </a:ext>
                  </a:extLst>
                </p14:cNvPr>
                <p14:cNvContentPartPr/>
                <p14:nvPr/>
              </p14:nvContentPartPr>
              <p14:xfrm>
                <a:off x="2753807" y="2802262"/>
                <a:ext cx="192240" cy="11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A17550A-1BAA-D794-BE10-6CD51C789D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36167" y="2784622"/>
                  <a:ext cx="227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4A8BE2-0FE2-867B-1253-0E84541B713F}"/>
                    </a:ext>
                  </a:extLst>
                </p14:cNvPr>
                <p14:cNvContentPartPr/>
                <p14:nvPr/>
              </p14:nvContentPartPr>
              <p14:xfrm>
                <a:off x="2941727" y="2804422"/>
                <a:ext cx="105120" cy="405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4A8BE2-0FE2-867B-1253-0E84541B71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23727" y="2786782"/>
                  <a:ext cx="1407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64E4431-8D98-6AF1-B7F0-072C3B7E8148}"/>
                    </a:ext>
                  </a:extLst>
                </p14:cNvPr>
                <p14:cNvContentPartPr/>
                <p14:nvPr/>
              </p14:nvContentPartPr>
              <p14:xfrm>
                <a:off x="2977367" y="2674822"/>
                <a:ext cx="460080" cy="21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64E4431-8D98-6AF1-B7F0-072C3B7E81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59727" y="2657182"/>
                  <a:ext cx="495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A1C6E9-F7DB-0DD6-2176-78C4B4123FCE}"/>
                    </a:ext>
                  </a:extLst>
                </p14:cNvPr>
                <p14:cNvContentPartPr/>
                <p14:nvPr/>
              </p14:nvContentPartPr>
              <p14:xfrm>
                <a:off x="3468047" y="2779582"/>
                <a:ext cx="95760" cy="92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A1C6E9-F7DB-0DD6-2176-78C4B4123F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50047" y="2761582"/>
                  <a:ext cx="131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753515-6CC1-C642-D1C4-43AF771D72F3}"/>
                    </a:ext>
                  </a:extLst>
                </p14:cNvPr>
                <p14:cNvContentPartPr/>
                <p14:nvPr/>
              </p14:nvContentPartPr>
              <p14:xfrm>
                <a:off x="3427367" y="2787862"/>
                <a:ext cx="159840" cy="132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753515-6CC1-C642-D1C4-43AF771D72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09727" y="2769862"/>
                  <a:ext cx="195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94348A7-F0F9-FC5D-1B5E-9AF49D76557A}"/>
              </a:ext>
            </a:extLst>
          </p:cNvPr>
          <p:cNvGrpSpPr/>
          <p:nvPr/>
        </p:nvGrpSpPr>
        <p:grpSpPr>
          <a:xfrm>
            <a:off x="3837047" y="2618302"/>
            <a:ext cx="959400" cy="324000"/>
            <a:chOff x="3837047" y="2618302"/>
            <a:chExt cx="95940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D5377D3-AA06-06C5-A1A3-A05774511003}"/>
                    </a:ext>
                  </a:extLst>
                </p14:cNvPr>
                <p14:cNvContentPartPr/>
                <p14:nvPr/>
              </p14:nvContentPartPr>
              <p14:xfrm>
                <a:off x="3837047" y="2618302"/>
                <a:ext cx="201240" cy="76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D5377D3-AA06-06C5-A1A3-A057745110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19407" y="2600662"/>
                  <a:ext cx="236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15CA41-C7C2-F0AB-0255-7E3CD8683624}"/>
                    </a:ext>
                  </a:extLst>
                </p14:cNvPr>
                <p14:cNvContentPartPr/>
                <p14:nvPr/>
              </p14:nvContentPartPr>
              <p14:xfrm>
                <a:off x="3869447" y="2696782"/>
                <a:ext cx="54720" cy="245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15CA41-C7C2-F0AB-0255-7E3CD868362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51807" y="2679142"/>
                  <a:ext cx="90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ABB43C-082D-7E5D-6128-46B05AA96B0E}"/>
                    </a:ext>
                  </a:extLst>
                </p14:cNvPr>
                <p14:cNvContentPartPr/>
                <p14:nvPr/>
              </p14:nvContentPartPr>
              <p14:xfrm>
                <a:off x="3962327" y="2801902"/>
                <a:ext cx="246960" cy="136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ABB43C-082D-7E5D-6128-46B05AA96B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4687" y="2783902"/>
                  <a:ext cx="282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374B84C-C799-9ACF-972F-A6C4428811BD}"/>
                    </a:ext>
                  </a:extLst>
                </p14:cNvPr>
                <p14:cNvContentPartPr/>
                <p14:nvPr/>
              </p14:nvContentPartPr>
              <p14:xfrm>
                <a:off x="4247447" y="2703982"/>
                <a:ext cx="549000" cy="222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374B84C-C799-9ACF-972F-A6C4428811B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29447" y="2686342"/>
                  <a:ext cx="58464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4E22780-AFFF-BFFC-6FB4-730CE013B875}"/>
                  </a:ext>
                </a:extLst>
              </p14:cNvPr>
              <p14:cNvContentPartPr/>
              <p14:nvPr/>
            </p14:nvContentPartPr>
            <p14:xfrm>
              <a:off x="5524007" y="2917462"/>
              <a:ext cx="12240" cy="16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4E22780-AFFF-BFFC-6FB4-730CE013B87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506007" y="2899462"/>
                <a:ext cx="478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97397440-8A89-166A-48F8-FE0851940F23}"/>
              </a:ext>
            </a:extLst>
          </p:cNvPr>
          <p:cNvGrpSpPr/>
          <p:nvPr/>
        </p:nvGrpSpPr>
        <p:grpSpPr>
          <a:xfrm>
            <a:off x="8284847" y="212917"/>
            <a:ext cx="959400" cy="365760"/>
            <a:chOff x="8284847" y="212917"/>
            <a:chExt cx="95940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14CD2FB-EC99-1A09-3EAD-62E34064D16D}"/>
                    </a:ext>
                  </a:extLst>
                </p14:cNvPr>
                <p14:cNvContentPartPr/>
                <p14:nvPr/>
              </p14:nvContentPartPr>
              <p14:xfrm>
                <a:off x="8338127" y="235237"/>
                <a:ext cx="92520" cy="2134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14CD2FB-EC99-1A09-3EAD-62E34064D1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20487" y="217597"/>
                  <a:ext cx="128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75B0463-9C56-3FA7-214F-BFC50AA03D6B}"/>
                    </a:ext>
                  </a:extLst>
                </p14:cNvPr>
                <p14:cNvContentPartPr/>
                <p14:nvPr/>
              </p14:nvContentPartPr>
              <p14:xfrm>
                <a:off x="8284847" y="230557"/>
                <a:ext cx="230760" cy="220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75B0463-9C56-3FA7-214F-BFC50AA03D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66847" y="212917"/>
                  <a:ext cx="266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C964F83-9D4A-B9EB-A708-CD61C1EC0695}"/>
                    </a:ext>
                  </a:extLst>
                </p14:cNvPr>
                <p14:cNvContentPartPr/>
                <p14:nvPr/>
              </p14:nvContentPartPr>
              <p14:xfrm>
                <a:off x="8462327" y="342877"/>
                <a:ext cx="150480" cy="235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C964F83-9D4A-B9EB-A708-CD61C1EC06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44687" y="324877"/>
                  <a:ext cx="186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3A04B3D-1CF2-3291-9E49-95D86C6C357D}"/>
                    </a:ext>
                  </a:extLst>
                </p14:cNvPr>
                <p14:cNvContentPartPr/>
                <p14:nvPr/>
              </p14:nvContentPartPr>
              <p14:xfrm>
                <a:off x="8591567" y="212917"/>
                <a:ext cx="13320" cy="32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3A04B3D-1CF2-3291-9E49-95D86C6C35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73927" y="195277"/>
                  <a:ext cx="48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059CDCD-C88F-F1BA-5462-6D19DB62422F}"/>
                    </a:ext>
                  </a:extLst>
                </p14:cNvPr>
                <p14:cNvContentPartPr/>
                <p14:nvPr/>
              </p14:nvContentPartPr>
              <p14:xfrm>
                <a:off x="8697407" y="246397"/>
                <a:ext cx="177840" cy="18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059CDCD-C88F-F1BA-5462-6D19DB62422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79767" y="228397"/>
                  <a:ext cx="213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CAEEC02-9262-1900-55DD-3AA884294373}"/>
                    </a:ext>
                  </a:extLst>
                </p14:cNvPr>
                <p14:cNvContentPartPr/>
                <p14:nvPr/>
              </p14:nvContentPartPr>
              <p14:xfrm>
                <a:off x="9041927" y="246397"/>
                <a:ext cx="202320" cy="241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CAEEC02-9262-1900-55DD-3AA8842943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23927" y="228397"/>
                  <a:ext cx="2379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C83CE04-5384-C246-73A2-721B11DF54F4}"/>
                  </a:ext>
                </a:extLst>
              </p14:cNvPr>
              <p14:cNvContentPartPr/>
              <p14:nvPr/>
            </p14:nvContentPartPr>
            <p14:xfrm>
              <a:off x="9453047" y="824557"/>
              <a:ext cx="37080" cy="277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C83CE04-5384-C246-73A2-721B11DF54F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435407" y="806917"/>
                <a:ext cx="7272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2B2FF3E-0642-463A-7442-04ED51D7B755}"/>
              </a:ext>
            </a:extLst>
          </p:cNvPr>
          <p:cNvGrpSpPr/>
          <p:nvPr/>
        </p:nvGrpSpPr>
        <p:grpSpPr>
          <a:xfrm>
            <a:off x="8420207" y="776317"/>
            <a:ext cx="242280" cy="361080"/>
            <a:chOff x="8420207" y="776317"/>
            <a:chExt cx="2422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6CF07AD-0BE8-4CF2-CA7B-9F7FAD17D8C4}"/>
                    </a:ext>
                  </a:extLst>
                </p14:cNvPr>
                <p14:cNvContentPartPr/>
                <p14:nvPr/>
              </p14:nvContentPartPr>
              <p14:xfrm>
                <a:off x="8420207" y="776317"/>
                <a:ext cx="143280" cy="175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6CF07AD-0BE8-4CF2-CA7B-9F7FAD17D8C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02567" y="758677"/>
                  <a:ext cx="178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C68E241-876A-B798-EFF0-EE6C30096987}"/>
                    </a:ext>
                  </a:extLst>
                </p14:cNvPr>
                <p14:cNvContentPartPr/>
                <p14:nvPr/>
              </p14:nvContentPartPr>
              <p14:xfrm>
                <a:off x="8478167" y="821677"/>
                <a:ext cx="128880" cy="255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C68E241-876A-B798-EFF0-EE6C3009698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60167" y="804037"/>
                  <a:ext cx="164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9F6C1C3-05C9-22A3-DEB6-E683A58EC8B1}"/>
                    </a:ext>
                  </a:extLst>
                </p14:cNvPr>
                <p14:cNvContentPartPr/>
                <p14:nvPr/>
              </p14:nvContentPartPr>
              <p14:xfrm>
                <a:off x="8637287" y="972877"/>
                <a:ext cx="25200" cy="164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9F6C1C3-05C9-22A3-DEB6-E683A58EC8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19647" y="954877"/>
                  <a:ext cx="6084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790B1FA3-23FE-AD43-0960-2A09CEFB6A61}"/>
                  </a:ext>
                </a:extLst>
              </p14:cNvPr>
              <p14:cNvContentPartPr/>
              <p14:nvPr/>
            </p14:nvContentPartPr>
            <p14:xfrm>
              <a:off x="8998007" y="842557"/>
              <a:ext cx="170640" cy="1695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790B1FA3-23FE-AD43-0960-2A09CEFB6A6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980007" y="824557"/>
                <a:ext cx="20628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6F383008-5E60-1259-A634-C7A2F73CAE9E}"/>
              </a:ext>
            </a:extLst>
          </p:cNvPr>
          <p:cNvGrpSpPr/>
          <p:nvPr/>
        </p:nvGrpSpPr>
        <p:grpSpPr>
          <a:xfrm>
            <a:off x="9470327" y="738157"/>
            <a:ext cx="298800" cy="304560"/>
            <a:chOff x="9470327" y="738157"/>
            <a:chExt cx="29880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071B35C-11D8-E23D-B0F3-2D7E9E599CCA}"/>
                    </a:ext>
                  </a:extLst>
                </p14:cNvPr>
                <p14:cNvContentPartPr/>
                <p14:nvPr/>
              </p14:nvContentPartPr>
              <p14:xfrm>
                <a:off x="9472847" y="875677"/>
                <a:ext cx="20880" cy="1652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071B35C-11D8-E23D-B0F3-2D7E9E599CC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55207" y="857677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A5B013F-0B40-1FFF-5606-CA88812277FC}"/>
                    </a:ext>
                  </a:extLst>
                </p14:cNvPr>
                <p14:cNvContentPartPr/>
                <p14:nvPr/>
              </p14:nvContentPartPr>
              <p14:xfrm>
                <a:off x="9470327" y="738157"/>
                <a:ext cx="19080" cy="446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A5B013F-0B40-1FFF-5606-CA88812277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52687" y="720517"/>
                  <a:ext cx="54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3A6533A-2780-D67D-81DA-5E6E84916350}"/>
                    </a:ext>
                  </a:extLst>
                </p14:cNvPr>
                <p14:cNvContentPartPr/>
                <p14:nvPr/>
              </p14:nvContentPartPr>
              <p14:xfrm>
                <a:off x="9604967" y="865597"/>
                <a:ext cx="164160" cy="1771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3A6533A-2780-D67D-81DA-5E6E849163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86967" y="847957"/>
                  <a:ext cx="19980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327A6ED-AC8C-4AD1-247D-02FCAF4E9589}"/>
              </a:ext>
            </a:extLst>
          </p:cNvPr>
          <p:cNvGrpSpPr/>
          <p:nvPr/>
        </p:nvGrpSpPr>
        <p:grpSpPr>
          <a:xfrm>
            <a:off x="9896927" y="560677"/>
            <a:ext cx="2198520" cy="857160"/>
            <a:chOff x="9896927" y="560677"/>
            <a:chExt cx="2198520" cy="85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BFF2BF8-9940-3AC8-1F6B-700D40D662B8}"/>
                    </a:ext>
                  </a:extLst>
                </p14:cNvPr>
                <p14:cNvContentPartPr/>
                <p14:nvPr/>
              </p14:nvContentPartPr>
              <p14:xfrm>
                <a:off x="9896927" y="860917"/>
                <a:ext cx="243360" cy="1969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BFF2BF8-9940-3AC8-1F6B-700D40D662B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927" y="843277"/>
                  <a:ext cx="279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631D37E-F5D7-3E78-E5E6-30E8304A7972}"/>
                    </a:ext>
                  </a:extLst>
                </p14:cNvPr>
                <p14:cNvContentPartPr/>
                <p14:nvPr/>
              </p14:nvContentPartPr>
              <p14:xfrm>
                <a:off x="10223087" y="868477"/>
                <a:ext cx="432000" cy="159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631D37E-F5D7-3E78-E5E6-30E8304A79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05447" y="850477"/>
                  <a:ext cx="467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4FB34D1-B703-2DB3-882A-CE108D93C646}"/>
                    </a:ext>
                  </a:extLst>
                </p14:cNvPr>
                <p14:cNvContentPartPr/>
                <p14:nvPr/>
              </p14:nvContentPartPr>
              <p14:xfrm>
                <a:off x="10555367" y="718357"/>
                <a:ext cx="45360" cy="40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4FB34D1-B703-2DB3-882A-CE108D93C64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37727" y="700357"/>
                  <a:ext cx="81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D039377-E7E0-22F1-767F-A970B1D9FFEE}"/>
                    </a:ext>
                  </a:extLst>
                </p14:cNvPr>
                <p14:cNvContentPartPr/>
                <p14:nvPr/>
              </p14:nvContentPartPr>
              <p14:xfrm>
                <a:off x="10692887" y="840397"/>
                <a:ext cx="165240" cy="157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D039377-E7E0-22F1-767F-A970B1D9FF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74887" y="822397"/>
                  <a:ext cx="200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A82FF27-FA61-F53F-57DD-D0C71D318282}"/>
                    </a:ext>
                  </a:extLst>
                </p14:cNvPr>
                <p14:cNvContentPartPr/>
                <p14:nvPr/>
              </p14:nvContentPartPr>
              <p14:xfrm>
                <a:off x="10739687" y="833917"/>
                <a:ext cx="288720" cy="583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A82FF27-FA61-F53F-57DD-D0C71D31828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22047" y="816277"/>
                  <a:ext cx="3243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DF08403-6A60-7309-525D-BE687AA919AE}"/>
                    </a:ext>
                  </a:extLst>
                </p14:cNvPr>
                <p14:cNvContentPartPr/>
                <p14:nvPr/>
              </p14:nvContentPartPr>
              <p14:xfrm>
                <a:off x="11155847" y="856597"/>
                <a:ext cx="259560" cy="1555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DF08403-6A60-7309-525D-BE687AA919A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38207" y="838957"/>
                  <a:ext cx="295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8D7F920-0E14-5E40-E527-79D9B23BD3DB}"/>
                    </a:ext>
                  </a:extLst>
                </p14:cNvPr>
                <p14:cNvContentPartPr/>
                <p14:nvPr/>
              </p14:nvContentPartPr>
              <p14:xfrm>
                <a:off x="11457527" y="845077"/>
                <a:ext cx="109440" cy="1551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8D7F920-0E14-5E40-E527-79D9B23BD3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39887" y="827077"/>
                  <a:ext cx="145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9CC6C4A-2404-4AC6-AF26-55F4EDEBC21F}"/>
                    </a:ext>
                  </a:extLst>
                </p14:cNvPr>
                <p14:cNvContentPartPr/>
                <p14:nvPr/>
              </p14:nvContentPartPr>
              <p14:xfrm>
                <a:off x="11623127" y="560677"/>
                <a:ext cx="472320" cy="4496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9CC6C4A-2404-4AC6-AF26-55F4EDEBC2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605487" y="543037"/>
                  <a:ext cx="5079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D9259FB-EEE0-5F07-A97B-B4BFC0D8A66D}"/>
                    </a:ext>
                  </a:extLst>
                </p14:cNvPr>
                <p14:cNvContentPartPr/>
                <p14:nvPr/>
              </p14:nvContentPartPr>
              <p14:xfrm>
                <a:off x="11446007" y="713317"/>
                <a:ext cx="314640" cy="273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D9259FB-EEE0-5F07-A97B-B4BFC0D8A6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428367" y="695677"/>
                  <a:ext cx="3502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81CACD0E-37DD-91A1-2C39-B0264E656EA3}"/>
              </a:ext>
            </a:extLst>
          </p:cNvPr>
          <p:cNvGrpSpPr/>
          <p:nvPr/>
        </p:nvGrpSpPr>
        <p:grpSpPr>
          <a:xfrm>
            <a:off x="8386727" y="1429357"/>
            <a:ext cx="516240" cy="328320"/>
            <a:chOff x="8386727" y="1429357"/>
            <a:chExt cx="51624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D83B1CF3-0D3E-313B-D048-EDD03FB2D019}"/>
                    </a:ext>
                  </a:extLst>
                </p14:cNvPr>
                <p14:cNvContentPartPr/>
                <p14:nvPr/>
              </p14:nvContentPartPr>
              <p14:xfrm>
                <a:off x="8386727" y="1429357"/>
                <a:ext cx="131400" cy="3283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D83B1CF3-0D3E-313B-D048-EDD03FB2D01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69087" y="1411717"/>
                  <a:ext cx="167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13F1C9D-C0A4-E0BE-3814-D521BAE6705F}"/>
                    </a:ext>
                  </a:extLst>
                </p14:cNvPr>
                <p14:cNvContentPartPr/>
                <p14:nvPr/>
              </p14:nvContentPartPr>
              <p14:xfrm>
                <a:off x="8703527" y="1547437"/>
                <a:ext cx="199440" cy="1785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13F1C9D-C0A4-E0BE-3814-D521BAE6705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85887" y="1529797"/>
                  <a:ext cx="2350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563DF840-70B8-1FEE-290D-A17A3D3E0B51}"/>
              </a:ext>
            </a:extLst>
          </p:cNvPr>
          <p:cNvGrpSpPr/>
          <p:nvPr/>
        </p:nvGrpSpPr>
        <p:grpSpPr>
          <a:xfrm>
            <a:off x="9409127" y="1407757"/>
            <a:ext cx="2153520" cy="687600"/>
            <a:chOff x="9409127" y="1407757"/>
            <a:chExt cx="2153520" cy="68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58CFFD7-A767-7162-EF41-159A32C79E35}"/>
                    </a:ext>
                  </a:extLst>
                </p14:cNvPr>
                <p14:cNvContentPartPr/>
                <p14:nvPr/>
              </p14:nvContentPartPr>
              <p14:xfrm>
                <a:off x="9409127" y="1505317"/>
                <a:ext cx="42480" cy="239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58CFFD7-A767-7162-EF41-159A32C79E3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91487" y="1487677"/>
                  <a:ext cx="78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4D5461B-F940-AF7E-8525-C2FCB63585A3}"/>
                    </a:ext>
                  </a:extLst>
                </p14:cNvPr>
                <p14:cNvContentPartPr/>
                <p14:nvPr/>
              </p14:nvContentPartPr>
              <p14:xfrm>
                <a:off x="9418127" y="1558597"/>
                <a:ext cx="478800" cy="5367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4D5461B-F940-AF7E-8525-C2FCB63585A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00127" y="1540597"/>
                  <a:ext cx="51444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5870E14-FC28-5C0B-758A-B67EBBC9E7FE}"/>
                    </a:ext>
                  </a:extLst>
                </p14:cNvPr>
                <p14:cNvContentPartPr/>
                <p14:nvPr/>
              </p14:nvContentPartPr>
              <p14:xfrm>
                <a:off x="10118687" y="1515397"/>
                <a:ext cx="800640" cy="302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5870E14-FC28-5C0B-758A-B67EBBC9E7F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01047" y="1497397"/>
                  <a:ext cx="8362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6349A095-97F3-C8F8-35A8-F8DF5A366338}"/>
                    </a:ext>
                  </a:extLst>
                </p14:cNvPr>
                <p14:cNvContentPartPr/>
                <p14:nvPr/>
              </p14:nvContentPartPr>
              <p14:xfrm>
                <a:off x="10958207" y="1407757"/>
                <a:ext cx="557280" cy="380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6349A095-97F3-C8F8-35A8-F8DF5A3663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40567" y="1390117"/>
                  <a:ext cx="5929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A17D207A-6F21-20CF-8208-6C2C57022789}"/>
                    </a:ext>
                  </a:extLst>
                </p14:cNvPr>
                <p14:cNvContentPartPr/>
                <p14:nvPr/>
              </p14:nvContentPartPr>
              <p14:xfrm>
                <a:off x="11334047" y="1488757"/>
                <a:ext cx="228600" cy="381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A17D207A-6F21-20CF-8208-6C2C5702278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16407" y="1471117"/>
                  <a:ext cx="26424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471C1A08-ED81-6B3D-D2E5-69CBD886625E}"/>
                  </a:ext>
                </a:extLst>
              </p14:cNvPr>
              <p14:cNvContentPartPr/>
              <p14:nvPr/>
            </p14:nvContentPartPr>
            <p14:xfrm>
              <a:off x="11930927" y="1686037"/>
              <a:ext cx="9720" cy="28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471C1A08-ED81-6B3D-D2E5-69CBD886625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912927" y="1668397"/>
                <a:ext cx="453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8" name="Group 407">
            <a:extLst>
              <a:ext uri="{FF2B5EF4-FFF2-40B4-BE49-F238E27FC236}">
                <a16:creationId xmlns:a16="http://schemas.microsoft.com/office/drawing/2014/main" id="{411DA16D-E45B-FFE0-128C-C412FCEF1260}"/>
              </a:ext>
            </a:extLst>
          </p:cNvPr>
          <p:cNvGrpSpPr/>
          <p:nvPr/>
        </p:nvGrpSpPr>
        <p:grpSpPr>
          <a:xfrm>
            <a:off x="8505167" y="1871797"/>
            <a:ext cx="11160" cy="52920"/>
            <a:chOff x="8505167" y="1871797"/>
            <a:chExt cx="11160" cy="5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0FA5807-818C-F2F0-C8C6-27D83EF0AF5E}"/>
                    </a:ext>
                  </a:extLst>
                </p14:cNvPr>
                <p14:cNvContentPartPr/>
                <p14:nvPr/>
              </p14:nvContentPartPr>
              <p14:xfrm>
                <a:off x="8505167" y="1924357"/>
                <a:ext cx="360" cy="3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0FA5807-818C-F2F0-C8C6-27D83EF0AF5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87167" y="19063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040B3B8-F7E3-AF7E-9C7E-5F0C63870ADA}"/>
                    </a:ext>
                  </a:extLst>
                </p14:cNvPr>
                <p14:cNvContentPartPr/>
                <p14:nvPr/>
              </p14:nvContentPartPr>
              <p14:xfrm>
                <a:off x="8509487" y="1878997"/>
                <a:ext cx="3600" cy="28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040B3B8-F7E3-AF7E-9C7E-5F0C63870AD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91487" y="1861357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30C368A-E5FE-9171-3823-E7A0CBF2AFB1}"/>
                    </a:ext>
                  </a:extLst>
                </p14:cNvPr>
                <p14:cNvContentPartPr/>
                <p14:nvPr/>
              </p14:nvContentPartPr>
              <p14:xfrm>
                <a:off x="8511287" y="1871797"/>
                <a:ext cx="5040" cy="68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30C368A-E5FE-9171-3823-E7A0CBF2AFB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93287" y="1853797"/>
                  <a:ext cx="406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EFE26372-C813-6D81-1FB5-4086A0B3028E}"/>
                  </a:ext>
                </a:extLst>
              </p14:cNvPr>
              <p14:cNvContentPartPr/>
              <p14:nvPr/>
            </p14:nvContentPartPr>
            <p14:xfrm>
              <a:off x="4033967" y="5179837"/>
              <a:ext cx="360" cy="36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EFE26372-C813-6D81-1FB5-4086A0B3028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015967" y="5162197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3" name="Group 412">
            <a:extLst>
              <a:ext uri="{FF2B5EF4-FFF2-40B4-BE49-F238E27FC236}">
                <a16:creationId xmlns:a16="http://schemas.microsoft.com/office/drawing/2014/main" id="{70C7B6BA-6869-06B8-AEE1-C0427AC9DBDB}"/>
              </a:ext>
            </a:extLst>
          </p:cNvPr>
          <p:cNvGrpSpPr/>
          <p:nvPr/>
        </p:nvGrpSpPr>
        <p:grpSpPr>
          <a:xfrm>
            <a:off x="8327687" y="2187877"/>
            <a:ext cx="309960" cy="504360"/>
            <a:chOff x="8327687" y="2187877"/>
            <a:chExt cx="30996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43FA6C20-C7E7-85B1-9755-920AB48F7003}"/>
                    </a:ext>
                  </a:extLst>
                </p14:cNvPr>
                <p14:cNvContentPartPr/>
                <p14:nvPr/>
              </p14:nvContentPartPr>
              <p14:xfrm>
                <a:off x="8327687" y="2190037"/>
                <a:ext cx="95760" cy="1504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43FA6C20-C7E7-85B1-9755-920AB48F700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09687" y="2172397"/>
                  <a:ext cx="131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9B7AF71-F9F4-BEDF-D3A9-E80C7F933F69}"/>
                    </a:ext>
                  </a:extLst>
                </p14:cNvPr>
                <p14:cNvContentPartPr/>
                <p14:nvPr/>
              </p14:nvContentPartPr>
              <p14:xfrm>
                <a:off x="8365847" y="2187877"/>
                <a:ext cx="114480" cy="3430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9B7AF71-F9F4-BEDF-D3A9-E80C7F933F6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348207" y="2169877"/>
                  <a:ext cx="1501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C18300F-D5FD-6098-161B-5350B2A2AED1}"/>
                    </a:ext>
                  </a:extLst>
                </p14:cNvPr>
                <p14:cNvContentPartPr/>
                <p14:nvPr/>
              </p14:nvContentPartPr>
              <p14:xfrm>
                <a:off x="8534687" y="2378317"/>
                <a:ext cx="102960" cy="3139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C18300F-D5FD-6098-161B-5350B2A2AED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17047" y="2360317"/>
                  <a:ext cx="13860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E91F9B97-7778-122D-C6D2-0B7E164E65F1}"/>
              </a:ext>
            </a:extLst>
          </p:cNvPr>
          <p:cNvGrpSpPr/>
          <p:nvPr/>
        </p:nvGrpSpPr>
        <p:grpSpPr>
          <a:xfrm>
            <a:off x="8815487" y="2368597"/>
            <a:ext cx="243000" cy="235800"/>
            <a:chOff x="8815487" y="2368597"/>
            <a:chExt cx="24300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BC36251-E606-893C-1F46-2B514A7DB5D7}"/>
                    </a:ext>
                  </a:extLst>
                </p14:cNvPr>
                <p14:cNvContentPartPr/>
                <p14:nvPr/>
              </p14:nvContentPartPr>
              <p14:xfrm>
                <a:off x="8815487" y="2450677"/>
                <a:ext cx="189360" cy="324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BC36251-E606-893C-1F46-2B514A7DB5D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97487" y="2432677"/>
                  <a:ext cx="225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E3EFB2A-6AE5-8C12-9A58-FDDE9AB4273F}"/>
                    </a:ext>
                  </a:extLst>
                </p14:cNvPr>
                <p14:cNvContentPartPr/>
                <p14:nvPr/>
              </p14:nvContentPartPr>
              <p14:xfrm>
                <a:off x="8974967" y="2368597"/>
                <a:ext cx="83520" cy="2358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E3EFB2A-6AE5-8C12-9A58-FDDE9AB4273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956967" y="2350597"/>
                  <a:ext cx="1191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163885B2-9414-B4AC-0823-59ECDCAB1496}"/>
              </a:ext>
            </a:extLst>
          </p:cNvPr>
          <p:cNvGrpSpPr/>
          <p:nvPr/>
        </p:nvGrpSpPr>
        <p:grpSpPr>
          <a:xfrm>
            <a:off x="9343607" y="2241157"/>
            <a:ext cx="1484640" cy="727200"/>
            <a:chOff x="9343607" y="2241157"/>
            <a:chExt cx="1484640" cy="72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F035FB00-D741-77DE-3684-512B611CEC00}"/>
                    </a:ext>
                  </a:extLst>
                </p14:cNvPr>
                <p14:cNvContentPartPr/>
                <p14:nvPr/>
              </p14:nvContentPartPr>
              <p14:xfrm>
                <a:off x="9343607" y="2241157"/>
                <a:ext cx="1077840" cy="7272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F035FB00-D741-77DE-3684-512B611CEC0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25967" y="2223517"/>
                  <a:ext cx="11134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40D3A0D-66E8-5091-6E31-E00FF55DC50E}"/>
                    </a:ext>
                  </a:extLst>
                </p14:cNvPr>
                <p14:cNvContentPartPr/>
                <p14:nvPr/>
              </p14:nvContentPartPr>
              <p14:xfrm>
                <a:off x="10473647" y="2445277"/>
                <a:ext cx="189000" cy="1512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40D3A0D-66E8-5091-6E31-E00FF55DC50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56007" y="2427637"/>
                  <a:ext cx="224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6973EC9-D5CE-D0E6-0AE9-CDC6EA5DA45A}"/>
                    </a:ext>
                  </a:extLst>
                </p14:cNvPr>
                <p14:cNvContentPartPr/>
                <p14:nvPr/>
              </p14:nvContentPartPr>
              <p14:xfrm>
                <a:off x="10646447" y="2427997"/>
                <a:ext cx="181800" cy="5122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6973EC9-D5CE-D0E6-0AE9-CDC6EA5DA45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28807" y="2410357"/>
                  <a:ext cx="21744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19AA82A-31D5-5E66-A99C-8266D40A2A57}"/>
                    </a:ext>
                  </a:extLst>
                </p14:cNvPr>
                <p14:cNvContentPartPr/>
                <p14:nvPr/>
              </p14:nvContentPartPr>
              <p14:xfrm>
                <a:off x="10375727" y="2263117"/>
                <a:ext cx="26640" cy="216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19AA82A-31D5-5E66-A99C-8266D40A2A5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357727" y="2245117"/>
                  <a:ext cx="62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185FDD1-CFC6-4BB5-2229-641DC85C8AAC}"/>
                    </a:ext>
                  </a:extLst>
                </p14:cNvPr>
                <p14:cNvContentPartPr/>
                <p14:nvPr/>
              </p14:nvContentPartPr>
              <p14:xfrm>
                <a:off x="9904127" y="2298037"/>
                <a:ext cx="156240" cy="11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185FDD1-CFC6-4BB5-2229-641DC85C8AA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886127" y="2280037"/>
                  <a:ext cx="1918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0E42E761-BF51-3705-3546-F07E5BA1470C}"/>
              </a:ext>
            </a:extLst>
          </p:cNvPr>
          <p:cNvGrpSpPr/>
          <p:nvPr/>
        </p:nvGrpSpPr>
        <p:grpSpPr>
          <a:xfrm>
            <a:off x="11106167" y="2145037"/>
            <a:ext cx="895680" cy="448200"/>
            <a:chOff x="11106167" y="2145037"/>
            <a:chExt cx="8956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E32A6AB9-A600-BCCC-4E86-ED8D54056F7F}"/>
                    </a:ext>
                  </a:extLst>
                </p14:cNvPr>
                <p14:cNvContentPartPr/>
                <p14:nvPr/>
              </p14:nvContentPartPr>
              <p14:xfrm>
                <a:off x="11106167" y="2406037"/>
                <a:ext cx="255240" cy="1576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E32A6AB9-A600-BCCC-4E86-ED8D54056F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88167" y="2388037"/>
                  <a:ext cx="290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565CCEF-D2D0-46A7-711D-35249909ACBD}"/>
                    </a:ext>
                  </a:extLst>
                </p14:cNvPr>
                <p14:cNvContentPartPr/>
                <p14:nvPr/>
              </p14:nvContentPartPr>
              <p14:xfrm>
                <a:off x="11403527" y="2145037"/>
                <a:ext cx="598320" cy="448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565CCEF-D2D0-46A7-711D-35249909ACB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85887" y="2127037"/>
                  <a:ext cx="6339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FC1E9EA4-B8A3-479A-C48D-50015209BDD1}"/>
                    </a:ext>
                  </a:extLst>
                </p14:cNvPr>
                <p14:cNvContentPartPr/>
                <p14:nvPr/>
              </p14:nvContentPartPr>
              <p14:xfrm>
                <a:off x="11400287" y="2260597"/>
                <a:ext cx="430200" cy="381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FC1E9EA4-B8A3-479A-C48D-50015209BDD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382287" y="2242957"/>
                  <a:ext cx="46584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E61EDE1E-628C-BF37-CE54-966C3482D627}"/>
                  </a:ext>
                </a:extLst>
              </p14:cNvPr>
              <p14:cNvContentPartPr/>
              <p14:nvPr/>
            </p14:nvContentPartPr>
            <p14:xfrm>
              <a:off x="4100567" y="4528237"/>
              <a:ext cx="4680" cy="576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E61EDE1E-628C-BF37-CE54-966C3482D627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082927" y="4510237"/>
                <a:ext cx="403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4A10C185-2710-1CEC-D407-F362D2080CAF}"/>
              </a:ext>
            </a:extLst>
          </p:cNvPr>
          <p:cNvGrpSpPr/>
          <p:nvPr/>
        </p:nvGrpSpPr>
        <p:grpSpPr>
          <a:xfrm>
            <a:off x="656447" y="3236422"/>
            <a:ext cx="9576360" cy="3831975"/>
            <a:chOff x="656447" y="3236422"/>
            <a:chExt cx="9576360" cy="383197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63CADFF-0B16-D4EA-4F82-3EAD69DF39F3}"/>
                    </a:ext>
                  </a:extLst>
                </p14:cNvPr>
                <p14:cNvContentPartPr/>
                <p14:nvPr/>
              </p14:nvContentPartPr>
              <p14:xfrm>
                <a:off x="4193447" y="3399142"/>
                <a:ext cx="82080" cy="174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63CADFF-0B16-D4EA-4F82-3EAD69DF39F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175807" y="3381502"/>
                  <a:ext cx="117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335B14A-227A-2A96-A817-C1011D5E4086}"/>
                    </a:ext>
                  </a:extLst>
                </p14:cNvPr>
                <p14:cNvContentPartPr/>
                <p14:nvPr/>
              </p14:nvContentPartPr>
              <p14:xfrm>
                <a:off x="4191647" y="3462502"/>
                <a:ext cx="145080" cy="218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335B14A-227A-2A96-A817-C1011D5E408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174007" y="3444862"/>
                  <a:ext cx="180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B49FAEA-4AE4-1291-DBCD-BF24305504AB}"/>
                    </a:ext>
                  </a:extLst>
                </p14:cNvPr>
                <p14:cNvContentPartPr/>
                <p14:nvPr/>
              </p14:nvContentPartPr>
              <p14:xfrm>
                <a:off x="4327007" y="3631702"/>
                <a:ext cx="34200" cy="129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B49FAEA-4AE4-1291-DBCD-BF24305504A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309367" y="3613702"/>
                  <a:ext cx="69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9D92335-FB17-5CE4-04E8-F585DFB2355D}"/>
                    </a:ext>
                  </a:extLst>
                </p14:cNvPr>
                <p14:cNvContentPartPr/>
                <p14:nvPr/>
              </p14:nvContentPartPr>
              <p14:xfrm>
                <a:off x="3881687" y="3810622"/>
                <a:ext cx="105480" cy="29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9D92335-FB17-5CE4-04E8-F585DFB2355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863687" y="3792622"/>
                  <a:ext cx="141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BE4B323-B1C8-F8E8-8959-D5E3983519B6}"/>
                    </a:ext>
                  </a:extLst>
                </p14:cNvPr>
                <p14:cNvContentPartPr/>
                <p14:nvPr/>
              </p14:nvContentPartPr>
              <p14:xfrm>
                <a:off x="3959447" y="3930502"/>
                <a:ext cx="185400" cy="205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BE4B323-B1C8-F8E8-8959-D5E3983519B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941447" y="3912502"/>
                  <a:ext cx="221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AA3803-FC29-C750-56C8-2B595B71F98E}"/>
                    </a:ext>
                  </a:extLst>
                </p14:cNvPr>
                <p14:cNvContentPartPr/>
                <p14:nvPr/>
              </p14:nvContentPartPr>
              <p14:xfrm>
                <a:off x="4236287" y="3877942"/>
                <a:ext cx="42480" cy="311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AA3803-FC29-C750-56C8-2B595B71F98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218287" y="3859942"/>
                  <a:ext cx="781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73A475D-5552-7B9C-D541-6509542EFBEC}"/>
                    </a:ext>
                  </a:extLst>
                </p14:cNvPr>
                <p14:cNvContentPartPr/>
                <p14:nvPr/>
              </p14:nvContentPartPr>
              <p14:xfrm>
                <a:off x="2286167" y="3841222"/>
                <a:ext cx="36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73A475D-5552-7B9C-D541-6509542EFBE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68167" y="38235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E0E8DBF-1FB3-7822-10A4-924E3D323B34}"/>
                    </a:ext>
                  </a:extLst>
                </p14:cNvPr>
                <p14:cNvContentPartPr/>
                <p14:nvPr/>
              </p14:nvContentPartPr>
              <p14:xfrm>
                <a:off x="6340127" y="4056142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E0E8DBF-1FB3-7822-10A4-924E3D323B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322487" y="4038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4116DFD-BEF5-FAE2-A80B-61D1AA9FFA2A}"/>
                    </a:ext>
                  </a:extLst>
                </p14:cNvPr>
                <p14:cNvContentPartPr/>
                <p14:nvPr/>
              </p14:nvContentPartPr>
              <p14:xfrm>
                <a:off x="1111487" y="4242262"/>
                <a:ext cx="6335640" cy="60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4116DFD-BEF5-FAE2-A80B-61D1AA9FFA2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93847" y="4224622"/>
                  <a:ext cx="6371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B1ABC46-46AB-A489-033F-732AF118DA70}"/>
                    </a:ext>
                  </a:extLst>
                </p14:cNvPr>
                <p14:cNvContentPartPr/>
                <p14:nvPr/>
              </p14:nvContentPartPr>
              <p14:xfrm>
                <a:off x="4404047" y="3289702"/>
                <a:ext cx="162000" cy="2291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B1ABC46-46AB-A489-033F-732AF118DA7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386407" y="3271702"/>
                  <a:ext cx="197640" cy="23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66882D4-1B3D-E15C-83B5-41964989F864}"/>
                    </a:ext>
                  </a:extLst>
                </p14:cNvPr>
                <p14:cNvContentPartPr/>
                <p14:nvPr/>
              </p14:nvContentPartPr>
              <p14:xfrm>
                <a:off x="4800407" y="3457102"/>
                <a:ext cx="121320" cy="126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66882D4-1B3D-E15C-83B5-41964989F86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782767" y="3439462"/>
                  <a:ext cx="156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733DADD-524E-EE2C-6FA1-1BF71938CDD0}"/>
                    </a:ext>
                  </a:extLst>
                </p14:cNvPr>
                <p14:cNvContentPartPr/>
                <p14:nvPr/>
              </p14:nvContentPartPr>
              <p14:xfrm>
                <a:off x="4848287" y="3462862"/>
                <a:ext cx="142560" cy="21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733DADD-524E-EE2C-6FA1-1BF71938CDD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830647" y="3445222"/>
                  <a:ext cx="178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5C8A6C1-1BA7-1550-15EF-195C4597FB2E}"/>
                    </a:ext>
                  </a:extLst>
                </p14:cNvPr>
                <p14:cNvContentPartPr/>
                <p14:nvPr/>
              </p14:nvContentPartPr>
              <p14:xfrm>
                <a:off x="4939727" y="3602542"/>
                <a:ext cx="194400" cy="149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5C8A6C1-1BA7-1550-15EF-195C4597FB2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921727" y="3584542"/>
                  <a:ext cx="230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357F3A-2ABF-E899-52B3-8BA90D8FBBF4}"/>
                    </a:ext>
                  </a:extLst>
                </p14:cNvPr>
                <p14:cNvContentPartPr/>
                <p14:nvPr/>
              </p14:nvContentPartPr>
              <p14:xfrm>
                <a:off x="5483687" y="3418942"/>
                <a:ext cx="99360" cy="13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357F3A-2ABF-E899-52B3-8BA90D8FBBF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465687" y="3401302"/>
                  <a:ext cx="135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75D7B2A-8176-F8C5-E53F-02002B41AF6B}"/>
                    </a:ext>
                  </a:extLst>
                </p14:cNvPr>
                <p14:cNvContentPartPr/>
                <p14:nvPr/>
              </p14:nvContentPartPr>
              <p14:xfrm>
                <a:off x="5495927" y="3453502"/>
                <a:ext cx="134640" cy="203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75D7B2A-8176-F8C5-E53F-02002B41AF6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478287" y="3435862"/>
                  <a:ext cx="170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5404F2-BFEB-41AA-B991-AA63DADA6C65}"/>
                    </a:ext>
                  </a:extLst>
                </p14:cNvPr>
                <p14:cNvContentPartPr/>
                <p14:nvPr/>
              </p14:nvContentPartPr>
              <p14:xfrm>
                <a:off x="5604647" y="3565462"/>
                <a:ext cx="125280" cy="177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5404F2-BFEB-41AA-B991-AA63DADA6C6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586647" y="3547822"/>
                  <a:ext cx="160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2599F0-A7CC-2F32-0AC6-44C3ADB9C7F5}"/>
                    </a:ext>
                  </a:extLst>
                </p14:cNvPr>
                <p14:cNvContentPartPr/>
                <p14:nvPr/>
              </p14:nvContentPartPr>
              <p14:xfrm>
                <a:off x="4787807" y="3880102"/>
                <a:ext cx="110160" cy="236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2599F0-A7CC-2F32-0AC6-44C3ADB9C7F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769807" y="3862462"/>
                  <a:ext cx="145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5F4E62-D74D-F2CB-BF1B-31D972570CEE}"/>
                    </a:ext>
                  </a:extLst>
                </p14:cNvPr>
                <p14:cNvContentPartPr/>
                <p14:nvPr/>
              </p14:nvContentPartPr>
              <p14:xfrm>
                <a:off x="4849007" y="3948862"/>
                <a:ext cx="172440" cy="16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5F4E62-D74D-F2CB-BF1B-31D972570CE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31367" y="3931222"/>
                  <a:ext cx="208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D4BF940-D24F-4C2B-25FF-1FE2C2E87C45}"/>
                    </a:ext>
                  </a:extLst>
                </p14:cNvPr>
                <p14:cNvContentPartPr/>
                <p14:nvPr/>
              </p14:nvContentPartPr>
              <p14:xfrm>
                <a:off x="5002367" y="4063342"/>
                <a:ext cx="154440" cy="98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D4BF940-D24F-4C2B-25FF-1FE2C2E87C4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984727" y="4045702"/>
                  <a:ext cx="190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6712CB-45DA-6252-70C3-7902AFF5D1F0}"/>
                    </a:ext>
                  </a:extLst>
                </p14:cNvPr>
                <p14:cNvContentPartPr/>
                <p14:nvPr/>
              </p14:nvContentPartPr>
              <p14:xfrm>
                <a:off x="5181287" y="3911422"/>
                <a:ext cx="74520" cy="32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6712CB-45DA-6252-70C3-7902AFF5D1F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163287" y="3893422"/>
                  <a:ext cx="110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A50CEAF-87E9-65F1-193C-1A7166ED6A5F}"/>
                    </a:ext>
                  </a:extLst>
                </p14:cNvPr>
                <p14:cNvContentPartPr/>
                <p14:nvPr/>
              </p14:nvContentPartPr>
              <p14:xfrm>
                <a:off x="5440847" y="3883342"/>
                <a:ext cx="87840" cy="266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A50CEAF-87E9-65F1-193C-1A7166ED6A5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22847" y="3865342"/>
                  <a:ext cx="1234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B3001F-76F4-B598-C43E-3306D532FB54}"/>
                    </a:ext>
                  </a:extLst>
                </p14:cNvPr>
                <p14:cNvContentPartPr/>
                <p14:nvPr/>
              </p14:nvContentPartPr>
              <p14:xfrm>
                <a:off x="5538767" y="3934822"/>
                <a:ext cx="138240" cy="158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B3001F-76F4-B598-C43E-3306D532FB5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521127" y="3916822"/>
                  <a:ext cx="173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F623338-E800-FA79-C04A-0CF10D7EC801}"/>
                    </a:ext>
                  </a:extLst>
                </p14:cNvPr>
                <p14:cNvContentPartPr/>
                <p14:nvPr/>
              </p14:nvContentPartPr>
              <p14:xfrm>
                <a:off x="5696447" y="4024822"/>
                <a:ext cx="115920" cy="140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F623338-E800-FA79-C04A-0CF10D7EC80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678447" y="4006822"/>
                  <a:ext cx="151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D39AA0-B109-83F1-7147-EDDC36E9CFDD}"/>
                    </a:ext>
                  </a:extLst>
                </p14:cNvPr>
                <p14:cNvContentPartPr/>
                <p14:nvPr/>
              </p14:nvContentPartPr>
              <p14:xfrm>
                <a:off x="5809127" y="3878302"/>
                <a:ext cx="118440" cy="445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D39AA0-B109-83F1-7147-EDDC36E9CFD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91127" y="3860662"/>
                  <a:ext cx="1540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273C84-F538-6B92-BCC1-44842CCE8AC3}"/>
                    </a:ext>
                  </a:extLst>
                </p14:cNvPr>
                <p14:cNvContentPartPr/>
                <p14:nvPr/>
              </p14:nvContentPartPr>
              <p14:xfrm>
                <a:off x="4877447" y="4530262"/>
                <a:ext cx="138600" cy="183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273C84-F538-6B92-BCC1-44842CCE8AC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859807" y="4512622"/>
                  <a:ext cx="174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702AB08-65CA-FC53-6D23-D476A5243EE3}"/>
                    </a:ext>
                  </a:extLst>
                </p14:cNvPr>
                <p14:cNvContentPartPr/>
                <p14:nvPr/>
              </p14:nvContentPartPr>
              <p14:xfrm>
                <a:off x="4800767" y="4949662"/>
                <a:ext cx="206280" cy="290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702AB08-65CA-FC53-6D23-D476A5243EE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782767" y="4932022"/>
                  <a:ext cx="241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CA119E1-BE08-736C-B664-19FFDC81D83D}"/>
                    </a:ext>
                  </a:extLst>
                </p14:cNvPr>
                <p14:cNvContentPartPr/>
                <p14:nvPr/>
              </p14:nvContentPartPr>
              <p14:xfrm>
                <a:off x="5679167" y="4470502"/>
                <a:ext cx="39960" cy="16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CA119E1-BE08-736C-B664-19FFDC81D83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661167" y="4452502"/>
                  <a:ext cx="75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C68F8CE-0829-3E87-2179-798649E1BD7A}"/>
                    </a:ext>
                  </a:extLst>
                </p14:cNvPr>
                <p14:cNvContentPartPr/>
                <p14:nvPr/>
              </p14:nvContentPartPr>
              <p14:xfrm>
                <a:off x="5616167" y="4889182"/>
                <a:ext cx="173880" cy="213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C68F8CE-0829-3E87-2179-798649E1BD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598167" y="4871182"/>
                  <a:ext cx="209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D97C017-245E-AE15-4044-65FEF4C1E1A4}"/>
                    </a:ext>
                  </a:extLst>
                </p14:cNvPr>
                <p14:cNvContentPartPr/>
                <p14:nvPr/>
              </p14:nvContentPartPr>
              <p14:xfrm>
                <a:off x="5279567" y="3371422"/>
                <a:ext cx="86400" cy="2141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D97C017-245E-AE15-4044-65FEF4C1E1A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61927" y="3353782"/>
                  <a:ext cx="122040" cy="21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56B0756-A406-92E2-5EB3-C9309520ED27}"/>
                    </a:ext>
                  </a:extLst>
                </p14:cNvPr>
                <p14:cNvContentPartPr/>
                <p14:nvPr/>
              </p14:nvContentPartPr>
              <p14:xfrm>
                <a:off x="6340847" y="3420742"/>
                <a:ext cx="137880" cy="11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56B0756-A406-92E2-5EB3-C9309520ED2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323207" y="3402742"/>
                  <a:ext cx="173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038F171-3ECB-82FD-F162-59488665B1D9}"/>
                    </a:ext>
                  </a:extLst>
                </p14:cNvPr>
                <p14:cNvContentPartPr/>
                <p14:nvPr/>
              </p14:nvContentPartPr>
              <p14:xfrm>
                <a:off x="6378287" y="3416062"/>
                <a:ext cx="141120" cy="231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038F171-3ECB-82FD-F162-59488665B1D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60647" y="3398062"/>
                  <a:ext cx="176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78A51D6-1386-A2E0-AAE1-2EF6722D6CAB}"/>
                    </a:ext>
                  </a:extLst>
                </p14:cNvPr>
                <p14:cNvContentPartPr/>
                <p14:nvPr/>
              </p14:nvContentPartPr>
              <p14:xfrm>
                <a:off x="6621647" y="3535222"/>
                <a:ext cx="133920" cy="343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78A51D6-1386-A2E0-AAE1-2EF6722D6CA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604007" y="3517222"/>
                  <a:ext cx="1695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EDF01F2-651B-ABBA-A6E2-70D0F4763FED}"/>
                    </a:ext>
                  </a:extLst>
                </p14:cNvPr>
                <p14:cNvContentPartPr/>
                <p14:nvPr/>
              </p14:nvContentPartPr>
              <p14:xfrm>
                <a:off x="6456767" y="4498582"/>
                <a:ext cx="188640" cy="194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EDF01F2-651B-ABBA-A6E2-70D0F4763FE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439127" y="4480582"/>
                  <a:ext cx="224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B18C3EF-ACD0-FED0-57DF-86C49B690FBD}"/>
                    </a:ext>
                  </a:extLst>
                </p14:cNvPr>
                <p14:cNvContentPartPr/>
                <p14:nvPr/>
              </p14:nvContentPartPr>
              <p14:xfrm>
                <a:off x="6546407" y="4903942"/>
                <a:ext cx="23400" cy="230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B18C3EF-ACD0-FED0-57DF-86C49B690FB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528407" y="4885942"/>
                  <a:ext cx="59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1E59B7-55B1-7BF7-2F55-2EA19918B90B}"/>
                    </a:ext>
                  </a:extLst>
                </p14:cNvPr>
                <p14:cNvContentPartPr/>
                <p14:nvPr/>
              </p14:nvContentPartPr>
              <p14:xfrm>
                <a:off x="6334007" y="3878302"/>
                <a:ext cx="92520" cy="277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1E59B7-55B1-7BF7-2F55-2EA19918B90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316367" y="3860302"/>
                  <a:ext cx="1281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580E531-B071-B465-E8B7-D0FA1F497375}"/>
                    </a:ext>
                  </a:extLst>
                </p14:cNvPr>
                <p14:cNvContentPartPr/>
                <p14:nvPr/>
              </p14:nvContentPartPr>
              <p14:xfrm>
                <a:off x="6405647" y="3973342"/>
                <a:ext cx="146880" cy="153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580E531-B071-B465-E8B7-D0FA1F49737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388007" y="3955702"/>
                  <a:ext cx="182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0B4532-1ABF-54E7-E5DC-42B146E5C319}"/>
                    </a:ext>
                  </a:extLst>
                </p14:cNvPr>
                <p14:cNvContentPartPr/>
                <p14:nvPr/>
              </p14:nvContentPartPr>
              <p14:xfrm>
                <a:off x="6620567" y="4046782"/>
                <a:ext cx="89640" cy="146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0B4532-1ABF-54E7-E5DC-42B146E5C31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602567" y="4028782"/>
                  <a:ext cx="125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569427D-BAED-10C1-206F-01690143A739}"/>
                    </a:ext>
                  </a:extLst>
                </p14:cNvPr>
                <p14:cNvContentPartPr/>
                <p14:nvPr/>
              </p14:nvContentPartPr>
              <p14:xfrm>
                <a:off x="6666287" y="3794782"/>
                <a:ext cx="205560" cy="477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569427D-BAED-10C1-206F-01690143A73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48287" y="3776782"/>
                  <a:ext cx="24120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989078E-F100-924D-5B18-9BC3226503FD}"/>
                    </a:ext>
                  </a:extLst>
                </p14:cNvPr>
                <p14:cNvContentPartPr/>
                <p14:nvPr/>
              </p14:nvContentPartPr>
              <p14:xfrm>
                <a:off x="6161927" y="3379342"/>
                <a:ext cx="129960" cy="2111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989078E-F100-924D-5B18-9BC3226503F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143927" y="3361702"/>
                  <a:ext cx="165600" cy="21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560A9C-5EC4-D615-C928-E35DE9B6C503}"/>
                    </a:ext>
                  </a:extLst>
                </p14:cNvPr>
                <p14:cNvContentPartPr/>
                <p14:nvPr/>
              </p14:nvContentPartPr>
              <p14:xfrm>
                <a:off x="7318607" y="3362782"/>
                <a:ext cx="66600" cy="187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560A9C-5EC4-D615-C928-E35DE9B6C50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300967" y="3344782"/>
                  <a:ext cx="102240" cy="19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102BE2F-B5EF-3994-6272-4A42AA6C9A9D}"/>
                    </a:ext>
                  </a:extLst>
                </p14:cNvPr>
                <p14:cNvContentPartPr/>
                <p14:nvPr/>
              </p14:nvContentPartPr>
              <p14:xfrm>
                <a:off x="1561847" y="3348382"/>
                <a:ext cx="109080" cy="2305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102BE2F-B5EF-3994-6272-4A42AA6C9A9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543847" y="3330742"/>
                  <a:ext cx="144720" cy="23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FCCEB7A-E550-7A37-6E48-74058892CF0F}"/>
                    </a:ext>
                  </a:extLst>
                </p14:cNvPr>
                <p14:cNvContentPartPr/>
                <p14:nvPr/>
              </p14:nvContentPartPr>
              <p14:xfrm>
                <a:off x="1003847" y="3236422"/>
                <a:ext cx="6350400" cy="144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FCCEB7A-E550-7A37-6E48-74058892CF0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6207" y="3218422"/>
                  <a:ext cx="6386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66446AC-01F2-2671-C6B1-B51F72CA629A}"/>
                    </a:ext>
                  </a:extLst>
                </p14:cNvPr>
                <p14:cNvContentPartPr/>
                <p14:nvPr/>
              </p14:nvContentPartPr>
              <p14:xfrm>
                <a:off x="6165887" y="3294382"/>
                <a:ext cx="19800" cy="137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66446AC-01F2-2671-C6B1-B51F72CA629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147887" y="3276742"/>
                  <a:ext cx="55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94B9CA9-5D20-D779-BF90-0E6BB30927D0}"/>
                    </a:ext>
                  </a:extLst>
                </p14:cNvPr>
                <p14:cNvContentPartPr/>
                <p14:nvPr/>
              </p14:nvContentPartPr>
              <p14:xfrm>
                <a:off x="5358767" y="3282142"/>
                <a:ext cx="39960" cy="137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94B9CA9-5D20-D779-BF90-0E6BB30927D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340767" y="3264502"/>
                  <a:ext cx="75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2B46A2C-2F15-0A39-7706-50EC77BC2CE9}"/>
                    </a:ext>
                  </a:extLst>
                </p14:cNvPr>
                <p14:cNvContentPartPr/>
                <p14:nvPr/>
              </p14:nvContentPartPr>
              <p14:xfrm>
                <a:off x="823847" y="5567062"/>
                <a:ext cx="6468120" cy="238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2B46A2C-2F15-0A39-7706-50EC77BC2CE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06207" y="5549422"/>
                  <a:ext cx="65037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6327450-A029-74F0-3C9D-B690157D0FAA}"/>
                    </a:ext>
                  </a:extLst>
                </p14:cNvPr>
                <p14:cNvContentPartPr/>
                <p14:nvPr/>
              </p14:nvContentPartPr>
              <p14:xfrm>
                <a:off x="7359647" y="5236222"/>
                <a:ext cx="63360" cy="262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6327450-A029-74F0-3C9D-B690157D0FA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342007" y="5218222"/>
                  <a:ext cx="99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45F9A23-C128-6185-DA2B-3FEB9F3879B0}"/>
                    </a:ext>
                  </a:extLst>
                </p14:cNvPr>
                <p14:cNvContentPartPr/>
                <p14:nvPr/>
              </p14:nvContentPartPr>
              <p14:xfrm>
                <a:off x="6287567" y="5450062"/>
                <a:ext cx="33840" cy="184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45F9A23-C128-6185-DA2B-3FEB9F3879B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269927" y="5432422"/>
                  <a:ext cx="69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132FA83-14D8-4A86-040B-7263F9C2B9C5}"/>
                    </a:ext>
                  </a:extLst>
                </p14:cNvPr>
                <p14:cNvContentPartPr/>
                <p14:nvPr/>
              </p14:nvContentPartPr>
              <p14:xfrm>
                <a:off x="5279567" y="5512342"/>
                <a:ext cx="19440" cy="200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132FA83-14D8-4A86-040B-7263F9C2B9C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261927" y="5494342"/>
                  <a:ext cx="55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49D5077-4522-8295-3350-A1F0D34EDED2}"/>
                    </a:ext>
                  </a:extLst>
                </p14:cNvPr>
                <p14:cNvContentPartPr/>
                <p14:nvPr/>
              </p14:nvContentPartPr>
              <p14:xfrm>
                <a:off x="4419167" y="5582542"/>
                <a:ext cx="18000" cy="10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49D5077-4522-8295-3350-A1F0D34EDED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401527" y="5564902"/>
                  <a:ext cx="53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62D86C-5323-707A-6A9D-AA731C250059}"/>
                    </a:ext>
                  </a:extLst>
                </p14:cNvPr>
                <p14:cNvContentPartPr/>
                <p14:nvPr/>
              </p14:nvContentPartPr>
              <p14:xfrm>
                <a:off x="1123367" y="3398062"/>
                <a:ext cx="250920" cy="238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62D86C-5323-707A-6A9D-AA731C25005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05727" y="3380422"/>
                  <a:ext cx="286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7472B9-DF58-C8AC-161F-7440720B2D75}"/>
                    </a:ext>
                  </a:extLst>
                </p14:cNvPr>
                <p14:cNvContentPartPr/>
                <p14:nvPr/>
              </p14:nvContentPartPr>
              <p14:xfrm>
                <a:off x="1347647" y="3588862"/>
                <a:ext cx="43200" cy="175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7472B9-DF58-C8AC-161F-7440720B2D7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329647" y="3571222"/>
                  <a:ext cx="78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B5B1F60-F848-8C67-7FAA-D0430E071358}"/>
                    </a:ext>
                  </a:extLst>
                </p14:cNvPr>
                <p14:cNvContentPartPr/>
                <p14:nvPr/>
              </p14:nvContentPartPr>
              <p14:xfrm>
                <a:off x="1349447" y="3566542"/>
                <a:ext cx="182160" cy="219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B5B1F60-F848-8C67-7FAA-D0430E07135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331807" y="3548542"/>
                  <a:ext cx="217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930CD46-E820-5154-4217-62BC9D84F876}"/>
                    </a:ext>
                  </a:extLst>
                </p14:cNvPr>
                <p14:cNvContentPartPr/>
                <p14:nvPr/>
              </p14:nvContentPartPr>
              <p14:xfrm>
                <a:off x="1991687" y="3935542"/>
                <a:ext cx="360" cy="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930CD46-E820-5154-4217-62BC9D84F8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73687" y="3917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491541-A8EB-F982-C8A8-0A5063D3BBCF}"/>
                    </a:ext>
                  </a:extLst>
                </p14:cNvPr>
                <p14:cNvContentPartPr/>
                <p14:nvPr/>
              </p14:nvContentPartPr>
              <p14:xfrm>
                <a:off x="2018687" y="3466462"/>
                <a:ext cx="79560" cy="129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491541-A8EB-F982-C8A8-0A5063D3BBC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01047" y="3448822"/>
                  <a:ext cx="115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2F65FF-06FF-3095-12E2-673FE49A6670}"/>
                    </a:ext>
                  </a:extLst>
                </p14:cNvPr>
                <p14:cNvContentPartPr/>
                <p14:nvPr/>
              </p14:nvContentPartPr>
              <p14:xfrm>
                <a:off x="1962527" y="3448102"/>
                <a:ext cx="187200" cy="202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2F65FF-06FF-3095-12E2-673FE49A667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944887" y="3430102"/>
                  <a:ext cx="222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A30A199-D740-C5FA-006A-22EAC8D193B9}"/>
                    </a:ext>
                  </a:extLst>
                </p14:cNvPr>
                <p14:cNvContentPartPr/>
                <p14:nvPr/>
              </p14:nvContentPartPr>
              <p14:xfrm>
                <a:off x="2146847" y="3560422"/>
                <a:ext cx="173520" cy="19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A30A199-D740-C5FA-006A-22EAC8D193B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28847" y="3542422"/>
                  <a:ext cx="209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DC0CA20-3A84-135B-D61A-1C6D340B2C00}"/>
                    </a:ext>
                  </a:extLst>
                </p14:cNvPr>
                <p14:cNvContentPartPr/>
                <p14:nvPr/>
              </p14:nvContentPartPr>
              <p14:xfrm>
                <a:off x="2456807" y="3538462"/>
                <a:ext cx="73800" cy="21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DC0CA20-3A84-135B-D61A-1C6D340B2C0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438807" y="3520462"/>
                  <a:ext cx="109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2EAE709-FFB0-F61C-FBCC-EA5079B12039}"/>
                    </a:ext>
                  </a:extLst>
                </p14:cNvPr>
                <p14:cNvContentPartPr/>
                <p14:nvPr/>
              </p14:nvContentPartPr>
              <p14:xfrm>
                <a:off x="2463287" y="3591382"/>
                <a:ext cx="133200" cy="35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2EAE709-FFB0-F61C-FBCC-EA5079B1203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445287" y="3573742"/>
                  <a:ext cx="168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415101-F23F-C831-5F27-FA291B2FA482}"/>
                    </a:ext>
                  </a:extLst>
                </p14:cNvPr>
                <p14:cNvContentPartPr/>
                <p14:nvPr/>
              </p14:nvContentPartPr>
              <p14:xfrm>
                <a:off x="2649767" y="3407062"/>
                <a:ext cx="196560" cy="224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415101-F23F-C831-5F27-FA291B2FA48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631767" y="3389062"/>
                  <a:ext cx="232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B88CD0D-7617-7027-38BA-7016279A8C31}"/>
                    </a:ext>
                  </a:extLst>
                </p14:cNvPr>
                <p14:cNvContentPartPr/>
                <p14:nvPr/>
              </p14:nvContentPartPr>
              <p14:xfrm>
                <a:off x="2051447" y="3516862"/>
                <a:ext cx="19080" cy="74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B88CD0D-7617-7027-38BA-7016279A8C3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033807" y="3499222"/>
                  <a:ext cx="54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DB7E816-88DD-4079-CC54-4919CDC2F96A}"/>
                    </a:ext>
                  </a:extLst>
                </p14:cNvPr>
                <p14:cNvContentPartPr/>
                <p14:nvPr/>
              </p14:nvContentPartPr>
              <p14:xfrm>
                <a:off x="1999247" y="4515142"/>
                <a:ext cx="177120" cy="149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DB7E816-88DD-4079-CC54-4919CDC2F96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981607" y="4497502"/>
                  <a:ext cx="212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1A152EB-6FC9-A93F-D18A-58756FC284A2}"/>
                    </a:ext>
                  </a:extLst>
                </p14:cNvPr>
                <p14:cNvContentPartPr/>
                <p14:nvPr/>
              </p14:nvContentPartPr>
              <p14:xfrm>
                <a:off x="2143247" y="4613782"/>
                <a:ext cx="112320" cy="169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1A152EB-6FC9-A93F-D18A-58756FC284A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25607" y="4596142"/>
                  <a:ext cx="147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AC4892D-63F5-1706-F70D-E08B6531F566}"/>
                    </a:ext>
                  </a:extLst>
                </p14:cNvPr>
                <p14:cNvContentPartPr/>
                <p14:nvPr/>
              </p14:nvContentPartPr>
              <p14:xfrm>
                <a:off x="1951007" y="5016622"/>
                <a:ext cx="105840" cy="186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AC4892D-63F5-1706-F70D-E08B6531F56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33007" y="4998622"/>
                  <a:ext cx="141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5C88E99-FF17-850B-1DA7-BDDAD51DED3E}"/>
                    </a:ext>
                  </a:extLst>
                </p14:cNvPr>
                <p14:cNvContentPartPr/>
                <p14:nvPr/>
              </p14:nvContentPartPr>
              <p14:xfrm>
                <a:off x="2089607" y="5164942"/>
                <a:ext cx="103680" cy="254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5C88E99-FF17-850B-1DA7-BDDAD51DED3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071607" y="5146942"/>
                  <a:ext cx="139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B91473-8A2F-D9A3-2332-C315B281775B}"/>
                    </a:ext>
                  </a:extLst>
                </p14:cNvPr>
                <p14:cNvContentPartPr/>
                <p14:nvPr/>
              </p14:nvContentPartPr>
              <p14:xfrm>
                <a:off x="2406047" y="5100502"/>
                <a:ext cx="99360" cy="3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B91473-8A2F-D9A3-2332-C315B281775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388047" y="5082862"/>
                  <a:ext cx="135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50F1FED-98C7-2EB7-5440-EC973B00DA66}"/>
                    </a:ext>
                  </a:extLst>
                </p14:cNvPr>
                <p14:cNvContentPartPr/>
                <p14:nvPr/>
              </p14:nvContentPartPr>
              <p14:xfrm>
                <a:off x="2411807" y="5177902"/>
                <a:ext cx="80640" cy="24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50F1FED-98C7-2EB7-5440-EC973B00DA6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93807" y="5160262"/>
                  <a:ext cx="116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96D2F3-F133-BEDA-7CD9-884A493D0E41}"/>
                    </a:ext>
                  </a:extLst>
                </p14:cNvPr>
                <p14:cNvContentPartPr/>
                <p14:nvPr/>
              </p14:nvContentPartPr>
              <p14:xfrm>
                <a:off x="2842007" y="4680742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96D2F3-F133-BEDA-7CD9-884A493D0E4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824367" y="4662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D402F38-5A6D-66E5-3638-AE971585F234}"/>
                    </a:ext>
                  </a:extLst>
                </p14:cNvPr>
                <p14:cNvContentPartPr/>
                <p14:nvPr/>
              </p14:nvContentPartPr>
              <p14:xfrm>
                <a:off x="2195087" y="5312902"/>
                <a:ext cx="36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D402F38-5A6D-66E5-3638-AE971585F2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77447" y="52949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9B9466F-28F0-C4B6-E0FB-EC73948B9D02}"/>
                    </a:ext>
                  </a:extLst>
                </p14:cNvPr>
                <p14:cNvContentPartPr/>
                <p14:nvPr/>
              </p14:nvContentPartPr>
              <p14:xfrm>
                <a:off x="3164927" y="3341182"/>
                <a:ext cx="120960" cy="2334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9B9466F-28F0-C4B6-E0FB-EC73948B9D0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47287" y="3323182"/>
                  <a:ext cx="156600" cy="23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BE4C077-BD56-525E-3BA8-819E170C70A8}"/>
                    </a:ext>
                  </a:extLst>
                </p14:cNvPr>
                <p14:cNvContentPartPr/>
                <p14:nvPr/>
              </p14:nvContentPartPr>
              <p14:xfrm>
                <a:off x="1316327" y="3940222"/>
                <a:ext cx="360" cy="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BE4C077-BD56-525E-3BA8-819E170C70A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98327" y="39225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839D449-C83E-5E82-AEB4-1DD61666D883}"/>
                    </a:ext>
                  </a:extLst>
                </p14:cNvPr>
                <p14:cNvContentPartPr/>
                <p14:nvPr/>
              </p14:nvContentPartPr>
              <p14:xfrm>
                <a:off x="1294007" y="3939142"/>
                <a:ext cx="36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839D449-C83E-5E82-AEB4-1DD61666D88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76007" y="3921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668CD23-ED7B-7515-C942-C01F7BC82B85}"/>
                    </a:ext>
                  </a:extLst>
                </p14:cNvPr>
                <p14:cNvContentPartPr/>
                <p14:nvPr/>
              </p14:nvContentPartPr>
              <p14:xfrm>
                <a:off x="1315607" y="3915022"/>
                <a:ext cx="7920" cy="39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668CD23-ED7B-7515-C942-C01F7BC82B8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297967" y="3897022"/>
                  <a:ext cx="4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A7CABE-4B63-20B0-9CD1-10200443EB40}"/>
                    </a:ext>
                  </a:extLst>
                </p14:cNvPr>
                <p14:cNvContentPartPr/>
                <p14:nvPr/>
              </p14:nvContentPartPr>
              <p14:xfrm>
                <a:off x="1102487" y="4442782"/>
                <a:ext cx="232560" cy="321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A7CABE-4B63-20B0-9CD1-10200443EB4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84847" y="4424782"/>
                  <a:ext cx="268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F48B2E-9EE7-44A9-DEBD-E38EFB07756D}"/>
                    </a:ext>
                  </a:extLst>
                </p14:cNvPr>
                <p14:cNvContentPartPr/>
                <p14:nvPr/>
              </p14:nvContentPartPr>
              <p14:xfrm>
                <a:off x="1009607" y="5057302"/>
                <a:ext cx="343080" cy="272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F48B2E-9EE7-44A9-DEBD-E38EFB07756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91607" y="5039302"/>
                  <a:ext cx="3787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B782062-56CC-0F3B-4725-B9CA0266F2AF}"/>
                    </a:ext>
                  </a:extLst>
                </p14:cNvPr>
                <p14:cNvContentPartPr/>
                <p14:nvPr/>
              </p14:nvContentPartPr>
              <p14:xfrm>
                <a:off x="1566527" y="5659942"/>
                <a:ext cx="45000" cy="176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B782062-56CC-0F3B-4725-B9CA0266F2A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548887" y="5641942"/>
                  <a:ext cx="80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1977972-73A8-E961-3CAD-8C0B88F56FCC}"/>
                    </a:ext>
                  </a:extLst>
                </p14:cNvPr>
                <p14:cNvContentPartPr/>
                <p14:nvPr/>
              </p14:nvContentPartPr>
              <p14:xfrm>
                <a:off x="834287" y="5991142"/>
                <a:ext cx="193680" cy="191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1977972-73A8-E961-3CAD-8C0B88F56FC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6287" y="5973502"/>
                  <a:ext cx="229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0DE0680-269B-FED9-6824-89AB641301E6}"/>
                    </a:ext>
                  </a:extLst>
                </p14:cNvPr>
                <p14:cNvContentPartPr/>
                <p14:nvPr/>
              </p14:nvContentPartPr>
              <p14:xfrm>
                <a:off x="1154687" y="6047302"/>
                <a:ext cx="69120" cy="25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0DE0680-269B-FED9-6824-89AB641301E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37047" y="6029302"/>
                  <a:ext cx="104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7A7FE7F-F10E-A99E-ADF6-972DA727E001}"/>
                    </a:ext>
                  </a:extLst>
                </p14:cNvPr>
                <p14:cNvContentPartPr/>
                <p14:nvPr/>
              </p14:nvContentPartPr>
              <p14:xfrm>
                <a:off x="1152167" y="6095902"/>
                <a:ext cx="80280" cy="29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7A7FE7F-F10E-A99E-ADF6-972DA727E00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34527" y="6077902"/>
                  <a:ext cx="115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181A2DB-F750-5E22-2C04-D851A77B90AE}"/>
                    </a:ext>
                  </a:extLst>
                </p14:cNvPr>
                <p14:cNvContentPartPr/>
                <p14:nvPr/>
              </p14:nvContentPartPr>
              <p14:xfrm>
                <a:off x="1326767" y="5958742"/>
                <a:ext cx="132120" cy="188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181A2DB-F750-5E22-2C04-D851A77B90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308767" y="5940742"/>
                  <a:ext cx="167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989D80A-C789-4B72-28FF-DC0A8458123A}"/>
                    </a:ext>
                  </a:extLst>
                </p14:cNvPr>
                <p14:cNvContentPartPr/>
                <p14:nvPr/>
              </p14:nvContentPartPr>
              <p14:xfrm>
                <a:off x="1447367" y="6087982"/>
                <a:ext cx="43200" cy="149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989D80A-C789-4B72-28FF-DC0A845812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429367" y="6070342"/>
                  <a:ext cx="78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8D67E2F-9AEE-FFFB-AA95-15562275C4D5}"/>
                    </a:ext>
                  </a:extLst>
                </p14:cNvPr>
                <p14:cNvContentPartPr/>
                <p14:nvPr/>
              </p14:nvContentPartPr>
              <p14:xfrm>
                <a:off x="1473287" y="6083662"/>
                <a:ext cx="116640" cy="181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8D67E2F-9AEE-FFFB-AA95-15562275C4D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455647" y="6065662"/>
                  <a:ext cx="152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7C94F75-A9AA-19D3-38A5-5BD341B3AFB8}"/>
                    </a:ext>
                  </a:extLst>
                </p14:cNvPr>
                <p14:cNvContentPartPr/>
                <p14:nvPr/>
              </p14:nvContentPartPr>
              <p14:xfrm>
                <a:off x="1801607" y="6035062"/>
                <a:ext cx="93960" cy="115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7C94F75-A9AA-19D3-38A5-5BD341B3AFB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783967" y="6017422"/>
                  <a:ext cx="129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5341C1E-79F0-04F3-3C52-09342A0C32DE}"/>
                    </a:ext>
                  </a:extLst>
                </p14:cNvPr>
                <p14:cNvContentPartPr/>
                <p14:nvPr/>
              </p14:nvContentPartPr>
              <p14:xfrm>
                <a:off x="1779287" y="6021382"/>
                <a:ext cx="144000" cy="194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5341C1E-79F0-04F3-3C52-09342A0C32D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761287" y="6003382"/>
                  <a:ext cx="179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53EBAC0-FF87-4761-7EF7-ED8D2193A82B}"/>
                    </a:ext>
                  </a:extLst>
                </p14:cNvPr>
                <p14:cNvContentPartPr/>
                <p14:nvPr/>
              </p14:nvContentPartPr>
              <p14:xfrm>
                <a:off x="1983047" y="6106342"/>
                <a:ext cx="41040" cy="137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53EBAC0-FF87-4761-7EF7-ED8D2193A82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965407" y="6088342"/>
                  <a:ext cx="766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DFA6438-359D-D11F-6103-BA486BA72443}"/>
                    </a:ext>
                  </a:extLst>
                </p14:cNvPr>
                <p14:cNvContentPartPr/>
                <p14:nvPr/>
              </p14:nvContentPartPr>
              <p14:xfrm>
                <a:off x="1967567" y="6071782"/>
                <a:ext cx="162000" cy="241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DFA6438-359D-D11F-6103-BA486BA7244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949567" y="6054142"/>
                  <a:ext cx="197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E48AA4D-F07F-43A3-9711-EC84EC4BE024}"/>
                    </a:ext>
                  </a:extLst>
                </p14:cNvPr>
                <p14:cNvContentPartPr/>
                <p14:nvPr/>
              </p14:nvContentPartPr>
              <p14:xfrm>
                <a:off x="1170527" y="4632502"/>
                <a:ext cx="2160" cy="5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E48AA4D-F07F-43A3-9711-EC84EC4BE02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52527" y="4614502"/>
                  <a:ext cx="3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FBF0D4B-C018-63B3-8BCC-732E8798E4E1}"/>
                    </a:ext>
                  </a:extLst>
                </p14:cNvPr>
                <p14:cNvContentPartPr/>
                <p14:nvPr/>
              </p14:nvContentPartPr>
              <p14:xfrm>
                <a:off x="2743007" y="4610902"/>
                <a:ext cx="3600" cy="1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FBF0D4B-C018-63B3-8BCC-732E8798E4E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725367" y="4593262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1D40D8-566D-72B2-BF87-84D1016A96CE}"/>
                    </a:ext>
                  </a:extLst>
                </p14:cNvPr>
                <p14:cNvContentPartPr/>
                <p14:nvPr/>
              </p14:nvContentPartPr>
              <p14:xfrm>
                <a:off x="1165847" y="5276902"/>
                <a:ext cx="4320" cy="5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1D40D8-566D-72B2-BF87-84D1016A96C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48207" y="5258902"/>
                  <a:ext cx="39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CB658F0-A426-2B1B-6159-C1E7B10A7E48}"/>
                    </a:ext>
                  </a:extLst>
                </p14:cNvPr>
                <p14:cNvContentPartPr/>
                <p14:nvPr/>
              </p14:nvContentPartPr>
              <p14:xfrm>
                <a:off x="2690447" y="5031382"/>
                <a:ext cx="27000" cy="217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CB658F0-A426-2B1B-6159-C1E7B10A7E4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72807" y="5013382"/>
                  <a:ext cx="62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2F45B60-FEEF-ABBE-FC79-4F08844C154E}"/>
                    </a:ext>
                  </a:extLst>
                </p14:cNvPr>
                <p14:cNvContentPartPr/>
                <p14:nvPr/>
              </p14:nvContentPartPr>
              <p14:xfrm>
                <a:off x="2802047" y="5054782"/>
                <a:ext cx="254880" cy="202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2F45B60-FEEF-ABBE-FC79-4F08844C154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784407" y="5037142"/>
                  <a:ext cx="290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C3B1C9-397B-C857-D2B2-7D7DE55EF71F}"/>
                    </a:ext>
                  </a:extLst>
                </p14:cNvPr>
                <p14:cNvContentPartPr/>
                <p14:nvPr/>
              </p14:nvContentPartPr>
              <p14:xfrm>
                <a:off x="2855687" y="5312182"/>
                <a:ext cx="1440" cy="24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C3B1C9-397B-C857-D2B2-7D7DE55EF71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837687" y="5294182"/>
                  <a:ext cx="3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BFFA80B-B2DC-568B-6E30-8F15BA8F08B5}"/>
                    </a:ext>
                  </a:extLst>
                </p14:cNvPr>
                <p14:cNvContentPartPr/>
                <p14:nvPr/>
              </p14:nvContentPartPr>
              <p14:xfrm>
                <a:off x="2262407" y="6112102"/>
                <a:ext cx="113760" cy="18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BFFA80B-B2DC-568B-6E30-8F15BA8F08B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44767" y="6094102"/>
                  <a:ext cx="149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B1BC1CD-EFAF-7140-2F0B-66FF7E73F392}"/>
                    </a:ext>
                  </a:extLst>
                </p14:cNvPr>
                <p14:cNvContentPartPr/>
                <p14:nvPr/>
              </p14:nvContentPartPr>
              <p14:xfrm>
                <a:off x="2275727" y="6183022"/>
                <a:ext cx="122760" cy="35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B1BC1CD-EFAF-7140-2F0B-66FF7E73F39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57727" y="6165022"/>
                  <a:ext cx="158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1C3D446-7CFC-1E31-39BA-36DBD04F4A2B}"/>
                    </a:ext>
                  </a:extLst>
                </p14:cNvPr>
                <p14:cNvContentPartPr/>
                <p14:nvPr/>
              </p14:nvContentPartPr>
              <p14:xfrm>
                <a:off x="2514767" y="6035422"/>
                <a:ext cx="159840" cy="200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1C3D446-7CFC-1E31-39BA-36DBD04F4A2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96767" y="6017422"/>
                  <a:ext cx="195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4F9184C-940B-903C-31BC-8300F80C7DD2}"/>
                    </a:ext>
                  </a:extLst>
                </p14:cNvPr>
                <p14:cNvContentPartPr/>
                <p14:nvPr/>
              </p14:nvContentPartPr>
              <p14:xfrm>
                <a:off x="656447" y="3299422"/>
                <a:ext cx="372600" cy="3123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4F9184C-940B-903C-31BC-8300F80C7DD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38447" y="3281782"/>
                  <a:ext cx="408240" cy="31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F23EAF9-9456-46F6-1A3B-4D1CCDCA5A0E}"/>
                    </a:ext>
                  </a:extLst>
                </p14:cNvPr>
                <p14:cNvContentPartPr/>
                <p14:nvPr/>
              </p14:nvContentPartPr>
              <p14:xfrm>
                <a:off x="676967" y="5748142"/>
                <a:ext cx="237600" cy="25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F23EAF9-9456-46F6-1A3B-4D1CCDCA5A0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58967" y="5730502"/>
                  <a:ext cx="273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E1FB52E-FC89-0B19-A737-72D3BE14E38B}"/>
                    </a:ext>
                  </a:extLst>
                </p14:cNvPr>
                <p14:cNvContentPartPr/>
                <p14:nvPr/>
              </p14:nvContentPartPr>
              <p14:xfrm>
                <a:off x="666167" y="6378862"/>
                <a:ext cx="1880640" cy="171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E1FB52E-FC89-0B19-A737-72D3BE14E38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48527" y="6361222"/>
                  <a:ext cx="191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380D83-16FF-7C49-15EA-BAF6055AAB6D}"/>
                    </a:ext>
                  </a:extLst>
                </p14:cNvPr>
                <p14:cNvContentPartPr/>
                <p14:nvPr/>
              </p14:nvContentPartPr>
              <p14:xfrm>
                <a:off x="3155567" y="5668942"/>
                <a:ext cx="6480" cy="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380D83-16FF-7C49-15EA-BAF6055AAB6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37927" y="5651302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F592389-BC05-FF81-DB6C-C7EBC40A42DE}"/>
                    </a:ext>
                  </a:extLst>
                </p14:cNvPr>
                <p14:cNvContentPartPr/>
                <p14:nvPr/>
              </p14:nvContentPartPr>
              <p14:xfrm>
                <a:off x="3195887" y="5658502"/>
                <a:ext cx="4320" cy="160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F592389-BC05-FF81-DB6C-C7EBC40A42D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178247" y="5640502"/>
                  <a:ext cx="39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7DFF664-603D-DE44-3382-4CC1D7CF561A}"/>
                    </a:ext>
                  </a:extLst>
                </p14:cNvPr>
                <p14:cNvContentPartPr/>
                <p14:nvPr/>
              </p14:nvContentPartPr>
              <p14:xfrm>
                <a:off x="2758127" y="5811502"/>
                <a:ext cx="52560" cy="718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7DFF664-603D-DE44-3382-4CC1D7CF561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740487" y="5793862"/>
                  <a:ext cx="8820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8D0843B-C2E2-05BA-67C8-E49A20E6CBAA}"/>
                    </a:ext>
                  </a:extLst>
                </p14:cNvPr>
                <p14:cNvContentPartPr/>
                <p14:nvPr/>
              </p14:nvContentPartPr>
              <p14:xfrm>
                <a:off x="2872247" y="5946502"/>
                <a:ext cx="87840" cy="142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8D0843B-C2E2-05BA-67C8-E49A20E6CBA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854607" y="5928862"/>
                  <a:ext cx="12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C71744B-7817-0BD4-A438-8DE0E20475AB}"/>
                    </a:ext>
                  </a:extLst>
                </p14:cNvPr>
                <p14:cNvContentPartPr/>
                <p14:nvPr/>
              </p14:nvContentPartPr>
              <p14:xfrm>
                <a:off x="2954687" y="6044062"/>
                <a:ext cx="84960" cy="182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C71744B-7817-0BD4-A438-8DE0E20475A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936687" y="6026062"/>
                  <a:ext cx="120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685B10B-3337-3D99-3299-17D5B5F2E9A1}"/>
                    </a:ext>
                  </a:extLst>
                </p14:cNvPr>
                <p14:cNvContentPartPr/>
                <p14:nvPr/>
              </p14:nvContentPartPr>
              <p14:xfrm>
                <a:off x="3002927" y="5937862"/>
                <a:ext cx="1080" cy="6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685B10B-3337-3D99-3299-17D5B5F2E9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984927" y="5919862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1923BDF-7781-BB81-2215-F8FC67332206}"/>
                    </a:ext>
                  </a:extLst>
                </p14:cNvPr>
                <p14:cNvContentPartPr/>
                <p14:nvPr/>
              </p14:nvContentPartPr>
              <p14:xfrm>
                <a:off x="2854967" y="6323062"/>
                <a:ext cx="136440" cy="153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1923BDF-7781-BB81-2215-F8FC6733220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836967" y="6305062"/>
                  <a:ext cx="172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80C30DC-63AC-F8E8-DFAC-A0FEDB22D6D6}"/>
                    </a:ext>
                  </a:extLst>
                </p14:cNvPr>
                <p14:cNvContentPartPr/>
                <p14:nvPr/>
              </p14:nvContentPartPr>
              <p14:xfrm>
                <a:off x="2925167" y="6428542"/>
                <a:ext cx="114840" cy="190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80C30DC-63AC-F8E8-DFAC-A0FEDB22D6D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907167" y="6410902"/>
                  <a:ext cx="150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75F348D-8A1B-C3ED-9BB4-DEFF6106E27A}"/>
                    </a:ext>
                  </a:extLst>
                </p14:cNvPr>
                <p14:cNvContentPartPr/>
                <p14:nvPr/>
              </p14:nvContentPartPr>
              <p14:xfrm>
                <a:off x="3065927" y="6359062"/>
                <a:ext cx="3960" cy="15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75F348D-8A1B-C3ED-9BB4-DEFF6106E27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048287" y="6341422"/>
                  <a:ext cx="39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7FFAD7C-142C-B905-7591-DCFA084CE8FC}"/>
                    </a:ext>
                  </a:extLst>
                </p14:cNvPr>
                <p14:cNvContentPartPr/>
                <p14:nvPr/>
              </p14:nvContentPartPr>
              <p14:xfrm>
                <a:off x="2554367" y="6670102"/>
                <a:ext cx="135000" cy="147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7FFAD7C-142C-B905-7591-DCFA084CE8F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536727" y="6652462"/>
                  <a:ext cx="17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8B57575-E267-90E1-C52D-C00A331F5B27}"/>
                    </a:ext>
                  </a:extLst>
                </p14:cNvPr>
                <p14:cNvContentPartPr/>
                <p14:nvPr/>
              </p14:nvContentPartPr>
              <p14:xfrm>
                <a:off x="2649047" y="6755422"/>
                <a:ext cx="78840" cy="194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8B57575-E267-90E1-C52D-C00A331F5B2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631407" y="6737422"/>
                  <a:ext cx="114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DA86DFD-6445-18F0-0863-DDC8F65541B5}"/>
                    </a:ext>
                  </a:extLst>
                </p14:cNvPr>
                <p14:cNvContentPartPr/>
                <p14:nvPr/>
              </p14:nvContentPartPr>
              <p14:xfrm>
                <a:off x="2749847" y="6702997"/>
                <a:ext cx="3600" cy="35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DA86DFD-6445-18F0-0863-DDC8F65541B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732207" y="6684997"/>
                  <a:ext cx="39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C43C338-6A41-5140-142B-1F58CDEC063D}"/>
                    </a:ext>
                  </a:extLst>
                </p14:cNvPr>
                <p14:cNvContentPartPr/>
                <p14:nvPr/>
              </p14:nvContentPartPr>
              <p14:xfrm>
                <a:off x="2806367" y="6740077"/>
                <a:ext cx="72720" cy="23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C43C338-6A41-5140-142B-1F58CDEC063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788367" y="6722077"/>
                  <a:ext cx="108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4CAA8E0-3C04-808B-A05B-0E4BA06E1029}"/>
                    </a:ext>
                  </a:extLst>
                </p14:cNvPr>
                <p14:cNvContentPartPr/>
                <p14:nvPr/>
              </p14:nvContentPartPr>
              <p14:xfrm>
                <a:off x="2912567" y="6671677"/>
                <a:ext cx="119160" cy="136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4CAA8E0-3C04-808B-A05B-0E4BA06E102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894927" y="6654037"/>
                  <a:ext cx="154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0FE12B7-4AE0-A0DA-DEAE-EA9601C7ABA3}"/>
                    </a:ext>
                  </a:extLst>
                </p14:cNvPr>
                <p14:cNvContentPartPr/>
                <p14:nvPr/>
              </p14:nvContentPartPr>
              <p14:xfrm>
                <a:off x="2958287" y="6753757"/>
                <a:ext cx="134280" cy="245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0FE12B7-4AE0-A0DA-DEAE-EA9601C7ABA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940287" y="6736117"/>
                  <a:ext cx="169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77589EE-C29E-3244-C3EF-0D5040D846E6}"/>
                    </a:ext>
                  </a:extLst>
                </p14:cNvPr>
                <p14:cNvContentPartPr/>
                <p14:nvPr/>
              </p14:nvContentPartPr>
              <p14:xfrm>
                <a:off x="3106967" y="6643957"/>
                <a:ext cx="29880" cy="20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77589EE-C29E-3244-C3EF-0D5040D846E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088967" y="6625957"/>
                  <a:ext cx="65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02F9C9D-9080-4DAD-D09B-92AC8628934D}"/>
                    </a:ext>
                  </a:extLst>
                </p14:cNvPr>
                <p14:cNvContentPartPr/>
                <p14:nvPr/>
              </p14:nvContentPartPr>
              <p14:xfrm>
                <a:off x="3171767" y="5592397"/>
                <a:ext cx="55800" cy="1476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02F9C9D-9080-4DAD-D09B-92AC8628934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153767" y="5574757"/>
                  <a:ext cx="91440" cy="15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809ECAB-FDD0-763B-486D-05560B39DA53}"/>
                    </a:ext>
                  </a:extLst>
                </p14:cNvPr>
                <p14:cNvContentPartPr/>
                <p14:nvPr/>
              </p14:nvContentPartPr>
              <p14:xfrm>
                <a:off x="2796647" y="6066517"/>
                <a:ext cx="4881240" cy="176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809ECAB-FDD0-763B-486D-05560B39DA5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778647" y="6048517"/>
                  <a:ext cx="4916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8F204FA-4104-559B-D16E-732ABCB8DC85}"/>
                    </a:ext>
                  </a:extLst>
                </p14:cNvPr>
                <p14:cNvContentPartPr/>
                <p14:nvPr/>
              </p14:nvContentPartPr>
              <p14:xfrm>
                <a:off x="3835247" y="5909197"/>
                <a:ext cx="200160" cy="231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8F204FA-4104-559B-D16E-732ABCB8DC8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817607" y="5891557"/>
                  <a:ext cx="235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39748C0-D462-6D59-C9B4-C2D0694BD789}"/>
                    </a:ext>
                  </a:extLst>
                </p14:cNvPr>
                <p14:cNvContentPartPr/>
                <p14:nvPr/>
              </p14:nvContentPartPr>
              <p14:xfrm>
                <a:off x="4791407" y="5877157"/>
                <a:ext cx="113400" cy="38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39748C0-D462-6D59-C9B4-C2D0694BD7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773767" y="5859157"/>
                  <a:ext cx="149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C1D4AA2-0916-67F3-A7FA-FD64A954996D}"/>
                    </a:ext>
                  </a:extLst>
                </p14:cNvPr>
                <p14:cNvContentPartPr/>
                <p14:nvPr/>
              </p14:nvContentPartPr>
              <p14:xfrm>
                <a:off x="4766207" y="5891197"/>
                <a:ext cx="150480" cy="201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C1D4AA2-0916-67F3-A7FA-FD64A954996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748207" y="5873197"/>
                  <a:ext cx="186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CA920CB-2B78-FB9D-A789-858126315B55}"/>
                    </a:ext>
                  </a:extLst>
                </p14:cNvPr>
                <p14:cNvContentPartPr/>
                <p14:nvPr/>
              </p14:nvContentPartPr>
              <p14:xfrm>
                <a:off x="5814887" y="5853037"/>
                <a:ext cx="225000" cy="201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CA920CB-2B78-FB9D-A789-858126315B5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797247" y="5835037"/>
                  <a:ext cx="260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33A06D-0F83-37B6-4881-DB180E447E09}"/>
                    </a:ext>
                  </a:extLst>
                </p14:cNvPr>
                <p14:cNvContentPartPr/>
                <p14:nvPr/>
              </p14:nvContentPartPr>
              <p14:xfrm>
                <a:off x="6493127" y="5792917"/>
                <a:ext cx="323280" cy="2199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33A06D-0F83-37B6-4881-DB180E447E0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475127" y="5775277"/>
                  <a:ext cx="358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F871281-3C7D-4765-CB92-091BF2B7C7E5}"/>
                    </a:ext>
                  </a:extLst>
                </p14:cNvPr>
                <p14:cNvContentPartPr/>
                <p14:nvPr/>
              </p14:nvContentPartPr>
              <p14:xfrm>
                <a:off x="4331687" y="5611117"/>
                <a:ext cx="104040" cy="6706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F871281-3C7D-4765-CB92-091BF2B7C7E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313687" y="5593117"/>
                  <a:ext cx="13968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362614F-1FD6-A940-32A5-FB5BFE097459}"/>
                    </a:ext>
                  </a:extLst>
                </p14:cNvPr>
                <p14:cNvContentPartPr/>
                <p14:nvPr/>
              </p14:nvContentPartPr>
              <p14:xfrm>
                <a:off x="5256527" y="5713717"/>
                <a:ext cx="49680" cy="416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362614F-1FD6-A940-32A5-FB5BFE09745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238887" y="5695717"/>
                  <a:ext cx="853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81701E0-4EF8-3797-833F-F86190422EB3}"/>
                    </a:ext>
                  </a:extLst>
                </p14:cNvPr>
                <p14:cNvContentPartPr/>
                <p14:nvPr/>
              </p14:nvContentPartPr>
              <p14:xfrm>
                <a:off x="6240047" y="5630917"/>
                <a:ext cx="71280" cy="4201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81701E0-4EF8-3797-833F-F86190422EB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222407" y="5612917"/>
                  <a:ext cx="10692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B0F52C5-BE67-B0D9-B22B-8483CCDA53EC}"/>
                    </a:ext>
                  </a:extLst>
                </p14:cNvPr>
                <p14:cNvContentPartPr/>
                <p14:nvPr/>
              </p14:nvContentPartPr>
              <p14:xfrm>
                <a:off x="7336967" y="5422117"/>
                <a:ext cx="89640" cy="619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B0F52C5-BE67-B0D9-B22B-8483CCDA53E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319327" y="5404477"/>
                  <a:ext cx="1252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9F60D2B-2FA7-9BDE-90A0-276C6B183BC5}"/>
                    </a:ext>
                  </a:extLst>
                </p14:cNvPr>
                <p14:cNvContentPartPr/>
                <p14:nvPr/>
              </p14:nvContentPartPr>
              <p14:xfrm>
                <a:off x="7226447" y="5530477"/>
                <a:ext cx="217080" cy="32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9F60D2B-2FA7-9BDE-90A0-276C6B183BC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08807" y="5512837"/>
                  <a:ext cx="252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EEC1B10-EB9E-BFCC-D0AD-D8D9C995C67E}"/>
                    </a:ext>
                  </a:extLst>
                </p14:cNvPr>
                <p14:cNvContentPartPr/>
                <p14:nvPr/>
              </p14:nvContentPartPr>
              <p14:xfrm>
                <a:off x="7424087" y="5292877"/>
                <a:ext cx="45720" cy="404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EEC1B10-EB9E-BFCC-D0AD-D8D9C995C67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406087" y="5275237"/>
                  <a:ext cx="81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24A08F9-4E5B-D866-0C38-736B6F801A62}"/>
                    </a:ext>
                  </a:extLst>
                </p14:cNvPr>
                <p14:cNvContentPartPr/>
                <p14:nvPr/>
              </p14:nvContentPartPr>
              <p14:xfrm>
                <a:off x="2797727" y="4645597"/>
                <a:ext cx="5040" cy="11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24A08F9-4E5B-D866-0C38-736B6F801A6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780087" y="4627597"/>
                  <a:ext cx="40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576A9B9-95AD-D3FE-2B82-DA3098FDD137}"/>
                    </a:ext>
                  </a:extLst>
                </p14:cNvPr>
                <p14:cNvContentPartPr/>
                <p14:nvPr/>
              </p14:nvContentPartPr>
              <p14:xfrm>
                <a:off x="4141247" y="4684117"/>
                <a:ext cx="5040" cy="13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576A9B9-95AD-D3FE-2B82-DA3098FDD13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123247" y="4666117"/>
                  <a:ext cx="40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4D901C7-332C-28F7-34B7-B148E23D73C2}"/>
                    </a:ext>
                  </a:extLst>
                </p14:cNvPr>
                <p14:cNvContentPartPr/>
                <p14:nvPr/>
              </p14:nvContentPartPr>
              <p14:xfrm>
                <a:off x="1274927" y="4736677"/>
                <a:ext cx="360" cy="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4D901C7-332C-28F7-34B7-B148E23D73C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56927" y="47186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661106E-A205-C79F-0575-461174D32C12}"/>
                    </a:ext>
                  </a:extLst>
                </p14:cNvPr>
                <p14:cNvContentPartPr/>
                <p14:nvPr/>
              </p14:nvContentPartPr>
              <p14:xfrm>
                <a:off x="4001207" y="4439182"/>
                <a:ext cx="46440" cy="229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661106E-A205-C79F-0575-461174D32C1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983567" y="4421542"/>
                  <a:ext cx="82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A0F802-0C30-80E1-C28A-8427B9CE2472}"/>
                    </a:ext>
                  </a:extLst>
                </p14:cNvPr>
                <p14:cNvContentPartPr/>
                <p14:nvPr/>
              </p14:nvContentPartPr>
              <p14:xfrm>
                <a:off x="3970967" y="4855342"/>
                <a:ext cx="142200" cy="419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A0F802-0C30-80E1-C28A-8427B9CE247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953327" y="4837342"/>
                  <a:ext cx="1778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0843B40-8D02-322C-9FF8-5A0DBA15DF80}"/>
                    </a:ext>
                  </a:extLst>
                </p14:cNvPr>
                <p14:cNvContentPartPr/>
                <p14:nvPr/>
              </p14:nvContentPartPr>
              <p14:xfrm>
                <a:off x="4028207" y="4738117"/>
                <a:ext cx="8280" cy="6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0843B40-8D02-322C-9FF8-5A0DBA15DF8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010567" y="4720477"/>
                  <a:ext cx="43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32FB8D4-9C8B-034E-B784-62789B9A77CA}"/>
                    </a:ext>
                  </a:extLst>
                </p14:cNvPr>
                <p14:cNvContentPartPr/>
                <p14:nvPr/>
              </p14:nvContentPartPr>
              <p14:xfrm>
                <a:off x="1225247" y="5232037"/>
                <a:ext cx="5400" cy="3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32FB8D4-9C8B-034E-B784-62789B9A77C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207247" y="5214037"/>
                  <a:ext cx="41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20A5969-588D-AF3B-A26B-509B7A3EA502}"/>
                    </a:ext>
                  </a:extLst>
                </p14:cNvPr>
                <p14:cNvContentPartPr/>
                <p14:nvPr/>
              </p14:nvContentPartPr>
              <p14:xfrm>
                <a:off x="3734447" y="6332557"/>
                <a:ext cx="172440" cy="187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20A5969-588D-AF3B-A26B-509B7A3EA50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716447" y="6314917"/>
                  <a:ext cx="208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CCDE24C-6387-FAF8-8F3D-50AFC21EF8F2}"/>
                    </a:ext>
                  </a:extLst>
                </p14:cNvPr>
                <p14:cNvContentPartPr/>
                <p14:nvPr/>
              </p14:nvContentPartPr>
              <p14:xfrm>
                <a:off x="1447367" y="4699597"/>
                <a:ext cx="17640" cy="54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CCDE24C-6387-FAF8-8F3D-50AFC21EF8F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29367" y="4681597"/>
                  <a:ext cx="53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AD2B9F6-762C-5213-EE79-70A377724AE0}"/>
                    </a:ext>
                  </a:extLst>
                </p14:cNvPr>
                <p14:cNvContentPartPr/>
                <p14:nvPr/>
              </p14:nvContentPartPr>
              <p14:xfrm>
                <a:off x="4901567" y="4707877"/>
                <a:ext cx="5400" cy="5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AD2B9F6-762C-5213-EE79-70A377724AE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883927" y="4689877"/>
                  <a:ext cx="4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B8E9037-6A2E-937A-FC65-C29601C87D3D}"/>
                    </a:ext>
                  </a:extLst>
                </p14:cNvPr>
                <p14:cNvContentPartPr/>
                <p14:nvPr/>
              </p14:nvContentPartPr>
              <p14:xfrm>
                <a:off x="4699247" y="6312037"/>
                <a:ext cx="219600" cy="1954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B8E9037-6A2E-937A-FC65-C29601C87D3D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681607" y="6294397"/>
                  <a:ext cx="255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5B0FDDE-36C9-F8CE-A730-E17EE967AE24}"/>
                    </a:ext>
                  </a:extLst>
                </p14:cNvPr>
                <p14:cNvContentPartPr/>
                <p14:nvPr/>
              </p14:nvContentPartPr>
              <p14:xfrm>
                <a:off x="5974727" y="4603477"/>
                <a:ext cx="16560" cy="54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5B0FDDE-36C9-F8CE-A730-E17EE967AE2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957087" y="4585837"/>
                  <a:ext cx="52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3BCE939-203E-4210-73D5-7AA116CE9525}"/>
                    </a:ext>
                  </a:extLst>
                </p14:cNvPr>
                <p14:cNvContentPartPr/>
                <p14:nvPr/>
              </p14:nvContentPartPr>
              <p14:xfrm>
                <a:off x="1436207" y="5134837"/>
                <a:ext cx="7200" cy="2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3BCE939-203E-4210-73D5-7AA116CE952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418567" y="5117197"/>
                  <a:ext cx="42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E86F3CF-9646-6448-EBB4-60028DCCF1CC}"/>
                    </a:ext>
                  </a:extLst>
                </p14:cNvPr>
                <p14:cNvContentPartPr/>
                <p14:nvPr/>
              </p14:nvContentPartPr>
              <p14:xfrm>
                <a:off x="5632727" y="6292237"/>
                <a:ext cx="222480" cy="2196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E86F3CF-9646-6448-EBB4-60028DCCF1C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615087" y="6274237"/>
                  <a:ext cx="258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AF7919C-464B-8551-D850-421793A23F79}"/>
                    </a:ext>
                  </a:extLst>
                </p14:cNvPr>
                <p14:cNvContentPartPr/>
                <p14:nvPr/>
              </p14:nvContentPartPr>
              <p14:xfrm>
                <a:off x="6568007" y="6191437"/>
                <a:ext cx="232920" cy="222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AF7919C-464B-8551-D850-421793A23F7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550007" y="6173797"/>
                  <a:ext cx="2685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319E44B-11DB-7D9B-C520-2D17F155FEE4}"/>
                    </a:ext>
                  </a:extLst>
                </p14:cNvPr>
                <p14:cNvContentPartPr/>
                <p14:nvPr/>
              </p14:nvContentPartPr>
              <p14:xfrm>
                <a:off x="1151807" y="4633357"/>
                <a:ext cx="360" cy="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319E44B-11DB-7D9B-C520-2D17F155FEE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33807" y="46153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9D45D7C-82EE-15D8-BFE9-49566D85502A}"/>
                    </a:ext>
                  </a:extLst>
                </p14:cNvPr>
                <p14:cNvContentPartPr/>
                <p14:nvPr/>
              </p14:nvContentPartPr>
              <p14:xfrm>
                <a:off x="4211447" y="6238237"/>
                <a:ext cx="126360" cy="747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9D45D7C-82EE-15D8-BFE9-49566D85502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193447" y="6220597"/>
                  <a:ext cx="16200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DC760F3-521D-234C-39D0-51A3C6A3BDA3}"/>
                    </a:ext>
                  </a:extLst>
                </p14:cNvPr>
                <p14:cNvContentPartPr/>
                <p14:nvPr/>
              </p14:nvContentPartPr>
              <p14:xfrm>
                <a:off x="3238007" y="6581317"/>
                <a:ext cx="3880080" cy="741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DC760F3-521D-234C-39D0-51A3C6A3BDA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220007" y="6563677"/>
                  <a:ext cx="3915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05A6217-DA67-AE26-9AF8-C51B484C67FB}"/>
                    </a:ext>
                  </a:extLst>
                </p14:cNvPr>
                <p14:cNvContentPartPr/>
                <p14:nvPr/>
              </p14:nvContentPartPr>
              <p14:xfrm>
                <a:off x="3642287" y="6711997"/>
                <a:ext cx="156240" cy="158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05A6217-DA67-AE26-9AF8-C51B484C67F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624287" y="6694357"/>
                  <a:ext cx="191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D45738A-E1F6-9FB0-AEEA-A11797CB1D8F}"/>
                    </a:ext>
                  </a:extLst>
                </p14:cNvPr>
                <p14:cNvContentPartPr/>
                <p14:nvPr/>
              </p14:nvContentPartPr>
              <p14:xfrm>
                <a:off x="4783487" y="6729637"/>
                <a:ext cx="80640" cy="32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D45738A-E1F6-9FB0-AEEA-A11797CB1D8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765847" y="6711637"/>
                  <a:ext cx="116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17B1A40-9E74-1F0B-83B8-DEC238DF3ED3}"/>
                    </a:ext>
                  </a:extLst>
                </p14:cNvPr>
                <p14:cNvContentPartPr/>
                <p14:nvPr/>
              </p14:nvContentPartPr>
              <p14:xfrm>
                <a:off x="4729487" y="6750157"/>
                <a:ext cx="94680" cy="149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17B1A40-9E74-1F0B-83B8-DEC238DF3ED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711847" y="6732517"/>
                  <a:ext cx="130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C9FF9ED-607E-90DC-DFE4-A898338513F8}"/>
                    </a:ext>
                  </a:extLst>
                </p14:cNvPr>
                <p14:cNvContentPartPr/>
                <p14:nvPr/>
              </p14:nvContentPartPr>
              <p14:xfrm>
                <a:off x="5609687" y="6664477"/>
                <a:ext cx="208800" cy="180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C9FF9ED-607E-90DC-DFE4-A898338513F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592047" y="6646477"/>
                  <a:ext cx="244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451E360-73FA-44E7-7E73-7556593E7648}"/>
                    </a:ext>
                  </a:extLst>
                </p14:cNvPr>
                <p14:cNvContentPartPr/>
                <p14:nvPr/>
              </p14:nvContentPartPr>
              <p14:xfrm>
                <a:off x="6645767" y="6662677"/>
                <a:ext cx="209880" cy="184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451E360-73FA-44E7-7E73-7556593E764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628127" y="6644677"/>
                  <a:ext cx="245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AFD5D6B-EF15-6FEC-61C5-A44C7B274076}"/>
                    </a:ext>
                  </a:extLst>
                </p14:cNvPr>
                <p14:cNvContentPartPr/>
                <p14:nvPr/>
              </p14:nvContentPartPr>
              <p14:xfrm>
                <a:off x="5226287" y="6043477"/>
                <a:ext cx="8280" cy="39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AFD5D6B-EF15-6FEC-61C5-A44C7B27407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208647" y="6025477"/>
                  <a:ext cx="43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53CD7A6-87DD-8F9A-4DAC-AEF788D58C40}"/>
                    </a:ext>
                  </a:extLst>
                </p14:cNvPr>
                <p14:cNvContentPartPr/>
                <p14:nvPr/>
              </p14:nvContentPartPr>
              <p14:xfrm>
                <a:off x="5111807" y="6063997"/>
                <a:ext cx="133920" cy="804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53CD7A6-87DD-8F9A-4DAC-AEF788D58C4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094167" y="6045997"/>
                  <a:ext cx="16956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EEE7608-D495-BC4E-05AE-310C4566E1D9}"/>
                    </a:ext>
                  </a:extLst>
                </p14:cNvPr>
                <p14:cNvContentPartPr/>
                <p14:nvPr/>
              </p14:nvContentPartPr>
              <p14:xfrm>
                <a:off x="6164447" y="6071917"/>
                <a:ext cx="112680" cy="978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EEE7608-D495-BC4E-05AE-310C4566E1D9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146447" y="6054277"/>
                  <a:ext cx="14832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C011158-EF69-0A5E-A6A0-22D3EAD30D3C}"/>
                    </a:ext>
                  </a:extLst>
                </p14:cNvPr>
                <p14:cNvContentPartPr/>
                <p14:nvPr/>
              </p14:nvContentPartPr>
              <p14:xfrm>
                <a:off x="7429487" y="5979757"/>
                <a:ext cx="33840" cy="270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C011158-EF69-0A5E-A6A0-22D3EAD30D3C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411487" y="5961757"/>
                  <a:ext cx="69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ED20BFE-43FB-CD7E-CE23-8E23EB787B1B}"/>
                    </a:ext>
                  </a:extLst>
                </p14:cNvPr>
                <p14:cNvContentPartPr/>
                <p14:nvPr/>
              </p14:nvContentPartPr>
              <p14:xfrm>
                <a:off x="7302767" y="5989117"/>
                <a:ext cx="94320" cy="836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ED20BFE-43FB-CD7E-CE23-8E23EB787B1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284767" y="5971117"/>
                  <a:ext cx="129960" cy="8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C3908FC-C770-D14C-936B-27982CAC5A86}"/>
                    </a:ext>
                  </a:extLst>
                </p14:cNvPr>
                <p14:cNvContentPartPr/>
                <p14:nvPr/>
              </p14:nvContentPartPr>
              <p14:xfrm>
                <a:off x="7106567" y="6600757"/>
                <a:ext cx="16236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C3908FC-C770-D14C-936B-27982CAC5A86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088927" y="6582757"/>
                  <a:ext cx="198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C34866D-B705-4841-E494-072E5209705D}"/>
                    </a:ext>
                  </a:extLst>
                </p14:cNvPr>
                <p14:cNvContentPartPr/>
                <p14:nvPr/>
              </p14:nvContentPartPr>
              <p14:xfrm>
                <a:off x="2091407" y="6663757"/>
                <a:ext cx="94680" cy="1652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C34866D-B705-4841-E494-072E5209705D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073767" y="6645757"/>
                  <a:ext cx="130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CDB2C2A-D5E9-EBBA-BD39-6E04ED53701A}"/>
                    </a:ext>
                  </a:extLst>
                </p14:cNvPr>
                <p14:cNvContentPartPr/>
                <p14:nvPr/>
              </p14:nvContentPartPr>
              <p14:xfrm>
                <a:off x="2106167" y="6682117"/>
                <a:ext cx="120600" cy="1800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CDB2C2A-D5E9-EBBA-BD39-6E04ED53701A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088167" y="6664117"/>
                  <a:ext cx="156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9F08812-85E1-C85E-D7DA-D6C39F59B1D2}"/>
                    </a:ext>
                  </a:extLst>
                </p14:cNvPr>
                <p14:cNvContentPartPr/>
                <p14:nvPr/>
              </p14:nvContentPartPr>
              <p14:xfrm>
                <a:off x="2231807" y="6801997"/>
                <a:ext cx="133200" cy="1972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9F08812-85E1-C85E-D7DA-D6C39F59B1D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214167" y="6784357"/>
                  <a:ext cx="168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42EAACF-0FC2-B6E9-E45E-08ED19C668A9}"/>
                    </a:ext>
                  </a:extLst>
                </p14:cNvPr>
                <p14:cNvContentPartPr/>
                <p14:nvPr/>
              </p14:nvContentPartPr>
              <p14:xfrm>
                <a:off x="2349167" y="6722437"/>
                <a:ext cx="11880" cy="1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42EAACF-0FC2-B6E9-E45E-08ED19C668A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331167" y="6704797"/>
                  <a:ext cx="47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8ED88FE-D0B7-96CF-1368-19AE2965BEB3}"/>
                    </a:ext>
                  </a:extLst>
                </p14:cNvPr>
                <p14:cNvContentPartPr/>
                <p14:nvPr/>
              </p14:nvContentPartPr>
              <p14:xfrm>
                <a:off x="2434127" y="6744037"/>
                <a:ext cx="37080" cy="64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8ED88FE-D0B7-96CF-1368-19AE2965BEB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416487" y="6726397"/>
                  <a:ext cx="72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6986C13-B990-A80D-E481-0A780C2DCD6E}"/>
                    </a:ext>
                  </a:extLst>
                </p14:cNvPr>
                <p14:cNvContentPartPr/>
                <p14:nvPr/>
              </p14:nvContentPartPr>
              <p14:xfrm>
                <a:off x="2433407" y="6779317"/>
                <a:ext cx="51120" cy="19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6986C13-B990-A80D-E481-0A780C2DCD6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415407" y="6761677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B9F5DAE-D377-12D2-899C-3116F56BDB26}"/>
                    </a:ext>
                  </a:extLst>
                </p14:cNvPr>
                <p14:cNvContentPartPr/>
                <p14:nvPr/>
              </p14:nvContentPartPr>
              <p14:xfrm>
                <a:off x="2493527" y="6521197"/>
                <a:ext cx="262800" cy="47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B9F5DAE-D377-12D2-899C-3116F56BDB2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475887" y="6503557"/>
                  <a:ext cx="298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5601AB5-B64A-4C15-5EC6-CDF50C6D1E07}"/>
                    </a:ext>
                  </a:extLst>
                </p14:cNvPr>
                <p14:cNvContentPartPr/>
                <p14:nvPr/>
              </p14:nvContentPartPr>
              <p14:xfrm>
                <a:off x="3823367" y="4305037"/>
                <a:ext cx="488880" cy="1240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5601AB5-B64A-4C15-5EC6-CDF50C6D1E0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3805727" y="4287037"/>
                  <a:ext cx="52452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8A8A425-2667-BD08-E539-47B427B79467}"/>
                    </a:ext>
                  </a:extLst>
                </p14:cNvPr>
                <p14:cNvContentPartPr/>
                <p14:nvPr/>
              </p14:nvContentPartPr>
              <p14:xfrm>
                <a:off x="4487207" y="4301797"/>
                <a:ext cx="11520" cy="36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8A8A425-2667-BD08-E539-47B427B79467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469567" y="4283797"/>
                  <a:ext cx="47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FAB9D42-D071-A4F2-F4BE-AF67021E28A4}"/>
                    </a:ext>
                  </a:extLst>
                </p14:cNvPr>
                <p14:cNvContentPartPr/>
                <p14:nvPr/>
              </p14:nvContentPartPr>
              <p14:xfrm>
                <a:off x="7093967" y="4280557"/>
                <a:ext cx="968040" cy="39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FAB9D42-D071-A4F2-F4BE-AF67021E28A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076327" y="4262917"/>
                  <a:ext cx="1003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DECC9AB-06E3-8DF1-0B1E-1EB9D5109D99}"/>
                    </a:ext>
                  </a:extLst>
                </p14:cNvPr>
                <p14:cNvContentPartPr/>
                <p14:nvPr/>
              </p14:nvContentPartPr>
              <p14:xfrm>
                <a:off x="5647487" y="3626437"/>
                <a:ext cx="36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DECC9AB-06E3-8DF1-0B1E-1EB9D5109D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29847" y="36084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B15E312-A58E-9C4D-B701-D1AE12C9757D}"/>
                    </a:ext>
                  </a:extLst>
                </p14:cNvPr>
                <p14:cNvContentPartPr/>
                <p14:nvPr/>
              </p14:nvContentPartPr>
              <p14:xfrm>
                <a:off x="6731807" y="3558037"/>
                <a:ext cx="3600" cy="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B15E312-A58E-9C4D-B701-D1AE12C9757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714167" y="3540397"/>
                  <a:ext cx="39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7B0479D-DE19-8F3A-2DC3-DC1C851DCA4D}"/>
                    </a:ext>
                  </a:extLst>
                </p14:cNvPr>
                <p14:cNvContentPartPr/>
                <p14:nvPr/>
              </p14:nvContentPartPr>
              <p14:xfrm>
                <a:off x="7352447" y="3312157"/>
                <a:ext cx="1068480" cy="403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7B0479D-DE19-8F3A-2DC3-DC1C851DCA4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334447" y="3294517"/>
                  <a:ext cx="1104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FB9EC00-5B02-321B-1E05-DFEBCBFCBB65}"/>
                    </a:ext>
                  </a:extLst>
                </p14:cNvPr>
                <p14:cNvContentPartPr/>
                <p14:nvPr/>
              </p14:nvContentPartPr>
              <p14:xfrm>
                <a:off x="7557647" y="3539677"/>
                <a:ext cx="64080" cy="2023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FB9EC00-5B02-321B-1E05-DFEBCBFCBB6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540007" y="3522037"/>
                  <a:ext cx="99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DEDFCC8-E719-07A9-9A5A-197250CEF078}"/>
                    </a:ext>
                  </a:extLst>
                </p14:cNvPr>
                <p14:cNvContentPartPr/>
                <p14:nvPr/>
              </p14:nvContentPartPr>
              <p14:xfrm>
                <a:off x="7606247" y="3535357"/>
                <a:ext cx="180360" cy="2120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DEDFCC8-E719-07A9-9A5A-197250CEF078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588607" y="3517717"/>
                  <a:ext cx="216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F33FF48-4447-84C6-7116-F549FB65F34F}"/>
                    </a:ext>
                  </a:extLst>
                </p14:cNvPr>
                <p14:cNvContentPartPr/>
                <p14:nvPr/>
              </p14:nvContentPartPr>
              <p14:xfrm>
                <a:off x="7870847" y="3617437"/>
                <a:ext cx="46440" cy="116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F33FF48-4447-84C6-7116-F549FB65F34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852847" y="3599797"/>
                  <a:ext cx="82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3C2F016-7692-4B78-CF4E-57DD75E73556}"/>
                    </a:ext>
                  </a:extLst>
                </p14:cNvPr>
                <p14:cNvContentPartPr/>
                <p14:nvPr/>
              </p14:nvContentPartPr>
              <p14:xfrm>
                <a:off x="7950767" y="3505117"/>
                <a:ext cx="12600" cy="201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3C2F016-7692-4B78-CF4E-57DD75E73556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933127" y="3487477"/>
                  <a:ext cx="48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2511431-291C-A957-9B7E-114B2A413BD1}"/>
                    </a:ext>
                  </a:extLst>
                </p14:cNvPr>
                <p14:cNvContentPartPr/>
                <p14:nvPr/>
              </p14:nvContentPartPr>
              <p14:xfrm>
                <a:off x="8003327" y="3568117"/>
                <a:ext cx="254880" cy="1324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2511431-291C-A957-9B7E-114B2A413BD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985327" y="3550477"/>
                  <a:ext cx="290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00B2AE6A-1437-24AA-5AF8-D9B27F674757}"/>
                    </a:ext>
                  </a:extLst>
                </p14:cNvPr>
                <p14:cNvContentPartPr/>
                <p14:nvPr/>
              </p14:nvContentPartPr>
              <p14:xfrm>
                <a:off x="7636127" y="3905437"/>
                <a:ext cx="142560" cy="1332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00B2AE6A-1437-24AA-5AF8-D9B27F67475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618127" y="3887437"/>
                  <a:ext cx="178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F519937-D956-C2E9-4B07-769235233DDC}"/>
                    </a:ext>
                  </a:extLst>
                </p14:cNvPr>
                <p14:cNvContentPartPr/>
                <p14:nvPr/>
              </p14:nvContentPartPr>
              <p14:xfrm>
                <a:off x="7815047" y="3793477"/>
                <a:ext cx="334440" cy="273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F519937-D956-C2E9-4B07-769235233DDC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797407" y="3775477"/>
                  <a:ext cx="370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74449E8-233C-A1AC-FC58-EC57C2E3A229}"/>
                    </a:ext>
                  </a:extLst>
                </p14:cNvPr>
                <p14:cNvContentPartPr/>
                <p14:nvPr/>
              </p14:nvContentPartPr>
              <p14:xfrm>
                <a:off x="8186567" y="3948997"/>
                <a:ext cx="213840" cy="124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74449E8-233C-A1AC-FC58-EC57C2E3A22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168567" y="3931357"/>
                  <a:ext cx="249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62A4FBC-A40B-81AE-C204-BBCDA7A4F3C9}"/>
                    </a:ext>
                  </a:extLst>
                </p14:cNvPr>
                <p14:cNvContentPartPr/>
                <p14:nvPr/>
              </p14:nvContentPartPr>
              <p14:xfrm>
                <a:off x="8284847" y="3891757"/>
                <a:ext cx="12600" cy="90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62A4FBC-A40B-81AE-C204-BBCDA7A4F3C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267207" y="3873757"/>
                  <a:ext cx="48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EEC5F7F-D43B-C7E0-5366-1BD5B5A67DBF}"/>
                    </a:ext>
                  </a:extLst>
                </p14:cNvPr>
                <p14:cNvContentPartPr/>
                <p14:nvPr/>
              </p14:nvContentPartPr>
              <p14:xfrm>
                <a:off x="8027447" y="3804997"/>
                <a:ext cx="229320" cy="313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EEC5F7F-D43B-C7E0-5366-1BD5B5A67DB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009807" y="3787357"/>
                  <a:ext cx="264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DCC4B47-4407-7F05-EEB5-0195D89336C5}"/>
                    </a:ext>
                  </a:extLst>
                </p14:cNvPr>
                <p14:cNvContentPartPr/>
                <p14:nvPr/>
              </p14:nvContentPartPr>
              <p14:xfrm>
                <a:off x="7487447" y="4506637"/>
                <a:ext cx="158400" cy="1396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DCC4B47-4407-7F05-EEB5-0195D89336C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469807" y="4488637"/>
                  <a:ext cx="194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43E10E6-974B-EBD9-6C25-E025A5B62BE9}"/>
                    </a:ext>
                  </a:extLst>
                </p14:cNvPr>
                <p14:cNvContentPartPr/>
                <p14:nvPr/>
              </p14:nvContentPartPr>
              <p14:xfrm>
                <a:off x="7714607" y="4594477"/>
                <a:ext cx="12960" cy="1188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43E10E6-974B-EBD9-6C25-E025A5B62BE9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696967" y="4576477"/>
                  <a:ext cx="48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86A0E83-B74B-0B83-7121-B1087D1D5DDD}"/>
                    </a:ext>
                  </a:extLst>
                </p14:cNvPr>
                <p14:cNvContentPartPr/>
                <p14:nvPr/>
              </p14:nvContentPartPr>
              <p14:xfrm>
                <a:off x="7717127" y="4578277"/>
                <a:ext cx="112680" cy="1742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86A0E83-B74B-0B83-7121-B1087D1D5DD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699487" y="4560277"/>
                  <a:ext cx="148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AE52E9C-E478-B471-A9FA-22C0E6ADA7A4}"/>
                    </a:ext>
                  </a:extLst>
                </p14:cNvPr>
                <p14:cNvContentPartPr/>
                <p14:nvPr/>
              </p14:nvContentPartPr>
              <p14:xfrm>
                <a:off x="7849967" y="4596277"/>
                <a:ext cx="109800" cy="1296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AE52E9C-E478-B471-A9FA-22C0E6ADA7A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832327" y="4578637"/>
                  <a:ext cx="145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1F225D2-F6D7-B567-6A0B-52620683A346}"/>
                    </a:ext>
                  </a:extLst>
                </p14:cNvPr>
                <p14:cNvContentPartPr/>
                <p14:nvPr/>
              </p14:nvContentPartPr>
              <p14:xfrm>
                <a:off x="7447847" y="4775917"/>
                <a:ext cx="561240" cy="67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1F225D2-F6D7-B567-6A0B-52620683A34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429847" y="4758277"/>
                  <a:ext cx="596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3A8A05-CA12-21E5-AB53-44567D5DDC21}"/>
                    </a:ext>
                  </a:extLst>
                </p14:cNvPr>
                <p14:cNvContentPartPr/>
                <p14:nvPr/>
              </p14:nvContentPartPr>
              <p14:xfrm>
                <a:off x="7654487" y="4864477"/>
                <a:ext cx="99720" cy="2365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3A8A05-CA12-21E5-AB53-44567D5DDC21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636487" y="4846477"/>
                  <a:ext cx="135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0207491-7678-D1FB-3F34-27D5A93076B7}"/>
                    </a:ext>
                  </a:extLst>
                </p14:cNvPr>
                <p14:cNvContentPartPr/>
                <p14:nvPr/>
              </p14:nvContentPartPr>
              <p14:xfrm>
                <a:off x="7844207" y="4946557"/>
                <a:ext cx="31680" cy="112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0207491-7678-D1FB-3F34-27D5A93076B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826207" y="4928917"/>
                  <a:ext cx="67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D09BEE6-F086-3FE0-6234-093B60BB2347}"/>
                    </a:ext>
                  </a:extLst>
                </p14:cNvPr>
                <p14:cNvContentPartPr/>
                <p14:nvPr/>
              </p14:nvContentPartPr>
              <p14:xfrm>
                <a:off x="7866167" y="4939357"/>
                <a:ext cx="97200" cy="91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D09BEE6-F086-3FE0-6234-093B60BB234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848527" y="4921717"/>
                  <a:ext cx="132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2B2844D-045C-0203-6C1D-9BD9059A134F}"/>
                    </a:ext>
                  </a:extLst>
                </p14:cNvPr>
                <p14:cNvContentPartPr/>
                <p14:nvPr/>
              </p14:nvContentPartPr>
              <p14:xfrm>
                <a:off x="8012687" y="4949797"/>
                <a:ext cx="93960" cy="846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2B2844D-045C-0203-6C1D-9BD9059A134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994687" y="4931797"/>
                  <a:ext cx="129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E91FC0A-7E4D-8518-54BB-4C8F23A9E711}"/>
                    </a:ext>
                  </a:extLst>
                </p14:cNvPr>
                <p14:cNvContentPartPr/>
                <p14:nvPr/>
              </p14:nvContentPartPr>
              <p14:xfrm>
                <a:off x="8404727" y="5095237"/>
                <a:ext cx="14760" cy="28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E91FC0A-7E4D-8518-54BB-4C8F23A9E71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87087" y="5077597"/>
                  <a:ext cx="50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E60EF73-DB45-7520-28C2-85C254EB394C}"/>
                    </a:ext>
                  </a:extLst>
                </p14:cNvPr>
                <p14:cNvContentPartPr/>
                <p14:nvPr/>
              </p14:nvContentPartPr>
              <p14:xfrm>
                <a:off x="2731847" y="4593037"/>
                <a:ext cx="360" cy="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E60EF73-DB45-7520-28C2-85C254EB39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14207" y="45753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A6928D6-5516-47E2-3C13-E3DCA08ADE54}"/>
                    </a:ext>
                  </a:extLst>
                </p14:cNvPr>
                <p14:cNvContentPartPr/>
                <p14:nvPr/>
              </p14:nvContentPartPr>
              <p14:xfrm>
                <a:off x="8239127" y="4594477"/>
                <a:ext cx="84240" cy="18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A6928D6-5516-47E2-3C13-E3DCA08ADE54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221127" y="4576477"/>
                  <a:ext cx="119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A812222-A05F-7D21-9D78-7A1D75609418}"/>
                    </a:ext>
                  </a:extLst>
                </p14:cNvPr>
                <p14:cNvContentPartPr/>
                <p14:nvPr/>
              </p14:nvContentPartPr>
              <p14:xfrm>
                <a:off x="8240207" y="4667917"/>
                <a:ext cx="117360" cy="270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A812222-A05F-7D21-9D78-7A1D75609418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222207" y="4649917"/>
                  <a:ext cx="153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D0A3144-FED8-4A62-A021-A1034160AC5C}"/>
                    </a:ext>
                  </a:extLst>
                </p14:cNvPr>
                <p14:cNvContentPartPr/>
                <p14:nvPr/>
              </p14:nvContentPartPr>
              <p14:xfrm>
                <a:off x="8701367" y="4405477"/>
                <a:ext cx="127800" cy="2509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D0A3144-FED8-4A62-A021-A1034160AC5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683367" y="4387837"/>
                  <a:ext cx="1634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7A6FB61-C2B8-35ED-05C0-7CD54F77AFFC}"/>
                    </a:ext>
                  </a:extLst>
                </p14:cNvPr>
                <p14:cNvContentPartPr/>
                <p14:nvPr/>
              </p14:nvContentPartPr>
              <p14:xfrm>
                <a:off x="8667887" y="4693477"/>
                <a:ext cx="250560" cy="60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7A6FB61-C2B8-35ED-05C0-7CD54F77AFF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650247" y="4675477"/>
                  <a:ext cx="286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67F2582-7651-5842-503B-EE832EDE8224}"/>
                    </a:ext>
                  </a:extLst>
                </p14:cNvPr>
                <p14:cNvContentPartPr/>
                <p14:nvPr/>
              </p14:nvContentPartPr>
              <p14:xfrm>
                <a:off x="2371487" y="4536022"/>
                <a:ext cx="135720" cy="17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67F2582-7651-5842-503B-EE832EDE822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353487" y="4518382"/>
                  <a:ext cx="171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20B7B42-81CA-FC3E-A57D-50693CEE094B}"/>
                    </a:ext>
                  </a:extLst>
                </p14:cNvPr>
                <p14:cNvContentPartPr/>
                <p14:nvPr/>
              </p14:nvContentPartPr>
              <p14:xfrm>
                <a:off x="2402807" y="4628542"/>
                <a:ext cx="109800" cy="18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20B7B42-81CA-FC3E-A57D-50693CEE094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385167" y="4610902"/>
                  <a:ext cx="145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E8FD6F3-38EC-F22F-470F-B19D8E1B9794}"/>
                    </a:ext>
                  </a:extLst>
                </p14:cNvPr>
                <p14:cNvContentPartPr/>
                <p14:nvPr/>
              </p14:nvContentPartPr>
              <p14:xfrm>
                <a:off x="2673887" y="4400662"/>
                <a:ext cx="141120" cy="337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E8FD6F3-38EC-F22F-470F-B19D8E1B9794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655887" y="4382662"/>
                  <a:ext cx="1767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EC4DB05-85B9-020B-43CE-40923340E8AB}"/>
                    </a:ext>
                  </a:extLst>
                </p14:cNvPr>
                <p14:cNvContentPartPr/>
                <p14:nvPr/>
              </p14:nvContentPartPr>
              <p14:xfrm>
                <a:off x="2639687" y="4680517"/>
                <a:ext cx="10080" cy="14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EC4DB05-85B9-020B-43CE-40923340E8A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22047" y="4662517"/>
                  <a:ext cx="45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92AF765-4D5F-6214-65D6-3DBAB3E1A2F0}"/>
                    </a:ext>
                  </a:extLst>
                </p14:cNvPr>
                <p14:cNvContentPartPr/>
                <p14:nvPr/>
              </p14:nvContentPartPr>
              <p14:xfrm>
                <a:off x="4168607" y="4559557"/>
                <a:ext cx="4680" cy="2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92AF765-4D5F-6214-65D6-3DBAB3E1A2F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150967" y="4541917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5770018-99C5-EDBD-7F28-731D34099688}"/>
                    </a:ext>
                  </a:extLst>
                </p14:cNvPr>
                <p14:cNvContentPartPr/>
                <p14:nvPr/>
              </p14:nvContentPartPr>
              <p14:xfrm>
                <a:off x="8811167" y="4865917"/>
                <a:ext cx="26280" cy="1432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5770018-99C5-EDBD-7F28-731D34099688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793527" y="4847917"/>
                  <a:ext cx="61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0696BCCD-15FC-C700-415D-6B642B086E4E}"/>
                    </a:ext>
                  </a:extLst>
                </p14:cNvPr>
                <p14:cNvContentPartPr/>
                <p14:nvPr/>
              </p14:nvContentPartPr>
              <p14:xfrm>
                <a:off x="9098807" y="4571437"/>
                <a:ext cx="82800" cy="23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0696BCCD-15FC-C700-415D-6B642B086E4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081167" y="4553797"/>
                  <a:ext cx="118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3DC69D7-9CB7-8DDA-D403-ADF3B4778AF8}"/>
                    </a:ext>
                  </a:extLst>
                </p14:cNvPr>
                <p14:cNvContentPartPr/>
                <p14:nvPr/>
              </p14:nvContentPartPr>
              <p14:xfrm>
                <a:off x="9095207" y="4616077"/>
                <a:ext cx="140760" cy="53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3DC69D7-9CB7-8DDA-D403-ADF3B4778AF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077207" y="4598077"/>
                  <a:ext cx="176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6EDEB38-E293-1763-35CC-24057AC98F2C}"/>
                    </a:ext>
                  </a:extLst>
                </p14:cNvPr>
                <p14:cNvContentPartPr/>
                <p14:nvPr/>
              </p14:nvContentPartPr>
              <p14:xfrm>
                <a:off x="9305447" y="4442197"/>
                <a:ext cx="216000" cy="1882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6EDEB38-E293-1763-35CC-24057AC98F2C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287447" y="4424197"/>
                  <a:ext cx="251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C85D74E-DADB-E619-5A5A-72BA2AF6CF87}"/>
                    </a:ext>
                  </a:extLst>
                </p14:cNvPr>
                <p14:cNvContentPartPr/>
                <p14:nvPr/>
              </p14:nvContentPartPr>
              <p14:xfrm>
                <a:off x="6853487" y="4620397"/>
                <a:ext cx="360" cy="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C85D74E-DADB-E619-5A5A-72BA2AF6CF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35847" y="46023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F435E10-45F9-557C-839D-FD43FFC01570}"/>
                    </a:ext>
                  </a:extLst>
                </p14:cNvPr>
                <p14:cNvContentPartPr/>
                <p14:nvPr/>
              </p14:nvContentPartPr>
              <p14:xfrm>
                <a:off x="4133327" y="5239957"/>
                <a:ext cx="4680" cy="36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F435E10-45F9-557C-839D-FD43FFC01570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4115687" y="5222317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8BA03A1-AB1C-7A6E-5FC1-2C8EDC0C6706}"/>
                    </a:ext>
                  </a:extLst>
                </p14:cNvPr>
                <p14:cNvContentPartPr/>
                <p14:nvPr/>
              </p14:nvContentPartPr>
              <p14:xfrm>
                <a:off x="8528567" y="5211517"/>
                <a:ext cx="15120" cy="127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8BA03A1-AB1C-7A6E-5FC1-2C8EDC0C670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8510567" y="5193517"/>
                  <a:ext cx="50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EB89183-A5AF-A712-E571-6818174151EF}"/>
                    </a:ext>
                  </a:extLst>
                </p14:cNvPr>
                <p14:cNvContentPartPr/>
                <p14:nvPr/>
              </p14:nvContentPartPr>
              <p14:xfrm>
                <a:off x="8645927" y="5217637"/>
                <a:ext cx="174240" cy="1447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EB89183-A5AF-A712-E571-6818174151EF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627927" y="5199637"/>
                  <a:ext cx="209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BA1AEAE-F93B-E1E2-61DC-40D4CD277AC0}"/>
                    </a:ext>
                  </a:extLst>
                </p14:cNvPr>
                <p14:cNvContentPartPr/>
                <p14:nvPr/>
              </p14:nvContentPartPr>
              <p14:xfrm>
                <a:off x="8401847" y="5403757"/>
                <a:ext cx="388440" cy="540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BA1AEAE-F93B-E1E2-61DC-40D4CD277AC0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384207" y="5386117"/>
                  <a:ext cx="424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23563E4-BB79-3B64-A418-67F310ACD359}"/>
                    </a:ext>
                  </a:extLst>
                </p14:cNvPr>
                <p14:cNvContentPartPr/>
                <p14:nvPr/>
              </p14:nvContentPartPr>
              <p14:xfrm>
                <a:off x="8616767" y="5494837"/>
                <a:ext cx="105120" cy="1533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23563E4-BB79-3B64-A418-67F310ACD359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599127" y="5477197"/>
                  <a:ext cx="140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AADAED5-51E7-FFF1-8878-D13929D3D4CB}"/>
                    </a:ext>
                  </a:extLst>
                </p14:cNvPr>
                <p14:cNvContentPartPr/>
                <p14:nvPr/>
              </p14:nvContentPartPr>
              <p14:xfrm>
                <a:off x="9160367" y="5271637"/>
                <a:ext cx="82800" cy="133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AADAED5-51E7-FFF1-8878-D13929D3D4CB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142727" y="5253637"/>
                  <a:ext cx="118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4F6875A-0384-15B8-770A-65BCA872BDED}"/>
                    </a:ext>
                  </a:extLst>
                </p14:cNvPr>
                <p14:cNvContentPartPr/>
                <p14:nvPr/>
              </p14:nvContentPartPr>
              <p14:xfrm>
                <a:off x="9155687" y="5338237"/>
                <a:ext cx="118440" cy="20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4F6875A-0384-15B8-770A-65BCA872BDE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138047" y="5320597"/>
                  <a:ext cx="154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B653A8E-0BFD-C831-AE6F-A5547FDA707A}"/>
                    </a:ext>
                  </a:extLst>
                </p14:cNvPr>
                <p14:cNvContentPartPr/>
                <p14:nvPr/>
              </p14:nvContentPartPr>
              <p14:xfrm>
                <a:off x="9436487" y="5158597"/>
                <a:ext cx="138960" cy="2314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B653A8E-0BFD-C831-AE6F-A5547FDA707A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418847" y="5140957"/>
                  <a:ext cx="174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A0BEF9D-8526-D247-FDB6-2EBB30F42E1D}"/>
                    </a:ext>
                  </a:extLst>
                </p14:cNvPr>
                <p14:cNvContentPartPr/>
                <p14:nvPr/>
              </p14:nvContentPartPr>
              <p14:xfrm>
                <a:off x="7947887" y="4157797"/>
                <a:ext cx="1707480" cy="1476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A0BEF9D-8526-D247-FDB6-2EBB30F42E1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929887" y="4140157"/>
                  <a:ext cx="1743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E0FA424-5470-C01A-4646-CEEC407133F2}"/>
                    </a:ext>
                  </a:extLst>
                </p14:cNvPr>
                <p14:cNvContentPartPr/>
                <p14:nvPr/>
              </p14:nvContentPartPr>
              <p14:xfrm>
                <a:off x="8344247" y="3345277"/>
                <a:ext cx="1569960" cy="20055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E0FA424-5470-C01A-4646-CEEC407133F2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326247" y="3327637"/>
                  <a:ext cx="1605600" cy="20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7A4CABE-3546-F0BC-E632-FC59A3FA2088}"/>
                    </a:ext>
                  </a:extLst>
                </p14:cNvPr>
                <p14:cNvContentPartPr/>
                <p14:nvPr/>
              </p14:nvContentPartPr>
              <p14:xfrm>
                <a:off x="9693167" y="5109997"/>
                <a:ext cx="3960" cy="14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7A4CABE-3546-F0BC-E632-FC59A3FA208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675527" y="5092357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A4040C2-4EB1-7405-59D2-9917519F14F6}"/>
                    </a:ext>
                  </a:extLst>
                </p14:cNvPr>
                <p14:cNvContentPartPr/>
                <p14:nvPr/>
              </p14:nvContentPartPr>
              <p14:xfrm>
                <a:off x="9697487" y="5115757"/>
                <a:ext cx="2160" cy="2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A4040C2-4EB1-7405-59D2-9917519F14F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679847" y="5097757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1ACC684-1EDC-4672-72F9-EB4BB50D74F4}"/>
                    </a:ext>
                  </a:extLst>
                </p14:cNvPr>
                <p14:cNvContentPartPr/>
                <p14:nvPr/>
              </p14:nvContentPartPr>
              <p14:xfrm>
                <a:off x="9701087" y="5001277"/>
                <a:ext cx="531720" cy="1306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1ACC684-1EDC-4672-72F9-EB4BB50D74F4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683447" y="4983277"/>
                  <a:ext cx="567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4BA5999-3C25-672B-422C-36B22F0D8511}"/>
                    </a:ext>
                  </a:extLst>
                </p14:cNvPr>
                <p14:cNvContentPartPr/>
                <p14:nvPr/>
              </p14:nvContentPartPr>
              <p14:xfrm>
                <a:off x="2498207" y="4694197"/>
                <a:ext cx="4564080" cy="821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4BA5999-3C25-672B-422C-36B22F0D8511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480207" y="4676557"/>
                  <a:ext cx="459972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53D8CEC-DB05-0E5E-CF03-F3F82CDA9305}"/>
                    </a:ext>
                  </a:extLst>
                </p14:cNvPr>
                <p14:cNvContentPartPr/>
                <p14:nvPr/>
              </p14:nvContentPartPr>
              <p14:xfrm>
                <a:off x="2657687" y="4822357"/>
                <a:ext cx="143280" cy="79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53D8CEC-DB05-0E5E-CF03-F3F82CDA9305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40047" y="4804717"/>
                  <a:ext cx="178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6AAD73C-6EF8-E7BC-3C9D-66EEB7D035CF}"/>
                    </a:ext>
                  </a:extLst>
                </p14:cNvPr>
                <p14:cNvContentPartPr/>
                <p14:nvPr/>
              </p14:nvContentPartPr>
              <p14:xfrm>
                <a:off x="2574527" y="4814437"/>
                <a:ext cx="161280" cy="6609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6AAD73C-6EF8-E7BC-3C9D-66EEB7D035C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556527" y="4796437"/>
                  <a:ext cx="1969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279C3FF-4C5F-374A-E6B8-A5F764C75A71}"/>
                    </a:ext>
                  </a:extLst>
                </p14:cNvPr>
                <p14:cNvContentPartPr/>
                <p14:nvPr/>
              </p14:nvContentPartPr>
              <p14:xfrm>
                <a:off x="4094087" y="4791037"/>
                <a:ext cx="5760" cy="7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279C3FF-4C5F-374A-E6B8-A5F764C75A7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076447" y="4773037"/>
                  <a:ext cx="41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1F4D2D7-12FF-54F0-F14E-1A0A3FB20872}"/>
                    </a:ext>
                  </a:extLst>
                </p14:cNvPr>
                <p14:cNvContentPartPr/>
                <p14:nvPr/>
              </p14:nvContentPartPr>
              <p14:xfrm>
                <a:off x="4168607" y="4846117"/>
                <a:ext cx="118080" cy="1263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1F4D2D7-12FF-54F0-F14E-1A0A3FB20872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150967" y="4828117"/>
                  <a:ext cx="153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757D521-4924-51F0-4D28-7C1CA1E1CB3F}"/>
                    </a:ext>
                  </a:extLst>
                </p14:cNvPr>
                <p14:cNvContentPartPr/>
                <p14:nvPr/>
              </p14:nvContentPartPr>
              <p14:xfrm>
                <a:off x="4214687" y="4825237"/>
                <a:ext cx="29160" cy="1238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757D521-4924-51F0-4D28-7C1CA1E1CB3F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196687" y="4807597"/>
                  <a:ext cx="64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1050555-001F-259D-02AB-8C68292F7458}"/>
                    </a:ext>
                  </a:extLst>
                </p14:cNvPr>
                <p14:cNvContentPartPr/>
                <p14:nvPr/>
              </p14:nvContentPartPr>
              <p14:xfrm>
                <a:off x="4150247" y="4841797"/>
                <a:ext cx="176040" cy="608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1050555-001F-259D-02AB-8C68292F7458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132607" y="4824157"/>
                  <a:ext cx="211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6823C4E4-C72F-7A9C-13E1-68B03A751858}"/>
                    </a:ext>
                  </a:extLst>
                </p14:cNvPr>
                <p14:cNvContentPartPr/>
                <p14:nvPr/>
              </p14:nvContentPartPr>
              <p14:xfrm>
                <a:off x="4176887" y="4820197"/>
                <a:ext cx="47520" cy="1378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6823C4E4-C72F-7A9C-13E1-68B03A75185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4158887" y="4802557"/>
                  <a:ext cx="83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36D1457-4F5D-F4F2-F290-9309497D4D03}"/>
                    </a:ext>
                  </a:extLst>
                </p14:cNvPr>
                <p14:cNvContentPartPr/>
                <p14:nvPr/>
              </p14:nvContentPartPr>
              <p14:xfrm>
                <a:off x="4271567" y="5116477"/>
                <a:ext cx="1080" cy="39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36D1457-4F5D-F4F2-F290-9309497D4D0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253567" y="5098477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1CCB1A4-35F5-A51A-0350-CC8825D304B5}"/>
                    </a:ext>
                  </a:extLst>
                </p14:cNvPr>
                <p14:cNvContentPartPr/>
                <p14:nvPr/>
              </p14:nvContentPartPr>
              <p14:xfrm>
                <a:off x="4183007" y="4877797"/>
                <a:ext cx="106560" cy="183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1CCB1A4-35F5-A51A-0350-CC8825D304B5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165007" y="4859797"/>
                  <a:ext cx="14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3CCFBD9-D054-1838-A22E-F094452A0734}"/>
                    </a:ext>
                  </a:extLst>
                </p14:cNvPr>
                <p14:cNvContentPartPr/>
                <p14:nvPr/>
              </p14:nvContentPartPr>
              <p14:xfrm>
                <a:off x="4221167" y="4846117"/>
                <a:ext cx="23760" cy="1389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3CCFBD9-D054-1838-A22E-F094452A0734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4203527" y="4828117"/>
                  <a:ext cx="59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6D2D9F3-C944-8F8F-D837-5FCDE2789B87}"/>
                    </a:ext>
                  </a:extLst>
                </p14:cNvPr>
                <p14:cNvContentPartPr/>
                <p14:nvPr/>
              </p14:nvContentPartPr>
              <p14:xfrm>
                <a:off x="4201007" y="5163997"/>
                <a:ext cx="360" cy="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6D2D9F3-C944-8F8F-D837-5FCDE2789B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83007" y="51459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0DB1AE4-04CD-5A46-DAA5-30009D1AB730}"/>
                    </a:ext>
                  </a:extLst>
                </p14:cNvPr>
                <p14:cNvContentPartPr/>
                <p14:nvPr/>
              </p14:nvContentPartPr>
              <p14:xfrm>
                <a:off x="4150967" y="5158957"/>
                <a:ext cx="360" cy="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0DB1AE4-04CD-5A46-DAA5-30009D1AB7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32967" y="51413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9513CD4-312C-1457-DFFE-27A6E0DDD2CA}"/>
                    </a:ext>
                  </a:extLst>
                </p14:cNvPr>
                <p14:cNvContentPartPr/>
                <p14:nvPr/>
              </p14:nvContentPartPr>
              <p14:xfrm>
                <a:off x="4163927" y="5166517"/>
                <a:ext cx="4680" cy="21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9513CD4-312C-1457-DFFE-27A6E0DDD2C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145927" y="5148517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CAAA0A1-A39E-AE27-9033-799A0559017B}"/>
                    </a:ext>
                  </a:extLst>
                </p14:cNvPr>
                <p14:cNvContentPartPr/>
                <p14:nvPr/>
              </p14:nvContentPartPr>
              <p14:xfrm>
                <a:off x="7397807" y="5488357"/>
                <a:ext cx="2457720" cy="15012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CAAA0A1-A39E-AE27-9033-799A0559017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380167" y="5470717"/>
                  <a:ext cx="2493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439D3609-3346-0D55-252E-E75953806F08}"/>
                    </a:ext>
                  </a:extLst>
                </p14:cNvPr>
                <p14:cNvContentPartPr/>
                <p14:nvPr/>
              </p14:nvContentPartPr>
              <p14:xfrm>
                <a:off x="9825647" y="5361997"/>
                <a:ext cx="12600" cy="1656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439D3609-3346-0D55-252E-E75953806F0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807647" y="5343997"/>
                  <a:ext cx="48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BBDC541-3207-098B-3A8E-C7EEDDF5CF4E}"/>
                    </a:ext>
                  </a:extLst>
                </p14:cNvPr>
                <p14:cNvContentPartPr/>
                <p14:nvPr/>
              </p14:nvContentPartPr>
              <p14:xfrm>
                <a:off x="3933167" y="6539917"/>
                <a:ext cx="360" cy="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BBDC541-3207-098B-3A8E-C7EEDDF5CF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15167" y="65222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1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A5722580-AE1E-8A0A-9C5A-23932F2681A0}"/>
                  </a:ext>
                </a:extLst>
              </p14:cNvPr>
              <p14:cNvContentPartPr/>
              <p14:nvPr/>
            </p14:nvContentPartPr>
            <p14:xfrm>
              <a:off x="4900847" y="5958877"/>
              <a:ext cx="4680" cy="2124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A5722580-AE1E-8A0A-9C5A-23932F2681A0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4883207" y="5940877"/>
                <a:ext cx="403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3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A2886EE3-B826-8F40-3C49-458464C9AEBA}"/>
                  </a:ext>
                </a:extLst>
              </p14:cNvPr>
              <p14:cNvContentPartPr/>
              <p14:nvPr/>
            </p14:nvContentPartPr>
            <p14:xfrm>
              <a:off x="5986967" y="5877157"/>
              <a:ext cx="15840" cy="1080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A2886EE3-B826-8F40-3C49-458464C9AEBA}"/>
                  </a:ext>
                </a:extLst>
              </p:cNvPr>
              <p:cNvPicPr/>
              <p:nvPr/>
            </p:nvPicPr>
            <p:blipFill>
              <a:blip r:embed="rId664"/>
              <a:stretch>
                <a:fillRect/>
              </a:stretch>
            </p:blipFill>
            <p:spPr>
              <a:xfrm>
                <a:off x="5969327" y="5859157"/>
                <a:ext cx="514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5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FF9E9203-0D55-6EC3-398D-3A33FCC83642}"/>
                  </a:ext>
                </a:extLst>
              </p14:cNvPr>
              <p14:cNvContentPartPr/>
              <p14:nvPr/>
            </p14:nvContentPartPr>
            <p14:xfrm>
              <a:off x="6880127" y="5873197"/>
              <a:ext cx="10080" cy="144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FF9E9203-0D55-6EC3-398D-3A33FCC83642}"/>
                  </a:ext>
                </a:extLst>
              </p:cNvPr>
              <p:cNvPicPr/>
              <p:nvPr/>
            </p:nvPicPr>
            <p:blipFill>
              <a:blip r:embed="rId666"/>
              <a:stretch>
                <a:fillRect/>
              </a:stretch>
            </p:blipFill>
            <p:spPr>
              <a:xfrm>
                <a:off x="6862487" y="5855557"/>
                <a:ext cx="45720" cy="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55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A6DB83C-C868-73A7-D7EF-6D93A2F496C6}"/>
                  </a:ext>
                </a:extLst>
              </p14:cNvPr>
              <p14:cNvContentPartPr/>
              <p14:nvPr/>
            </p14:nvContentPartPr>
            <p14:xfrm>
              <a:off x="1864607" y="990742"/>
              <a:ext cx="185040" cy="268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A6DB83C-C868-73A7-D7EF-6D93A2F496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6967" y="973102"/>
                <a:ext cx="2206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0581A65-2574-6E9B-3044-912B072050C1}"/>
                  </a:ext>
                </a:extLst>
              </p14:cNvPr>
              <p14:cNvContentPartPr/>
              <p14:nvPr/>
            </p14:nvContentPartPr>
            <p14:xfrm>
              <a:off x="3274367" y="1022782"/>
              <a:ext cx="63000" cy="225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0581A65-2574-6E9B-3044-912B072050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6367" y="1005142"/>
                <a:ext cx="9864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2C12F094-82DD-1086-B45D-573460179E49}"/>
              </a:ext>
            </a:extLst>
          </p:cNvPr>
          <p:cNvGrpSpPr/>
          <p:nvPr/>
        </p:nvGrpSpPr>
        <p:grpSpPr>
          <a:xfrm>
            <a:off x="4345367" y="1013782"/>
            <a:ext cx="404640" cy="593280"/>
            <a:chOff x="4345367" y="1013782"/>
            <a:chExt cx="4046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BD981CA-DB37-C629-E05F-7161B38C9B4A}"/>
                    </a:ext>
                  </a:extLst>
                </p14:cNvPr>
                <p14:cNvContentPartPr/>
                <p14:nvPr/>
              </p14:nvContentPartPr>
              <p14:xfrm>
                <a:off x="4345367" y="1013782"/>
                <a:ext cx="163080" cy="24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BD981CA-DB37-C629-E05F-7161B38C9B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27367" y="996142"/>
                  <a:ext cx="1987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1DD8A78-A245-2D51-0F3F-23DB16A5CF28}"/>
                    </a:ext>
                  </a:extLst>
                </p14:cNvPr>
                <p14:cNvContentPartPr/>
                <p14:nvPr/>
              </p14:nvContentPartPr>
              <p14:xfrm>
                <a:off x="4450847" y="1263622"/>
                <a:ext cx="201240" cy="185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1DD8A78-A245-2D51-0F3F-23DB16A5CF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32847" y="1245622"/>
                  <a:ext cx="236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C4CAEC-1E4D-704B-2169-79C0CE2FBF38}"/>
                    </a:ext>
                  </a:extLst>
                </p14:cNvPr>
                <p14:cNvContentPartPr/>
                <p14:nvPr/>
              </p14:nvContentPartPr>
              <p14:xfrm>
                <a:off x="4650647" y="1400062"/>
                <a:ext cx="99360" cy="207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C4CAEC-1E4D-704B-2169-79C0CE2FBF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33007" y="1382422"/>
                  <a:ext cx="13500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6DF2ECB-57E4-679E-B634-F762CE4DD719}"/>
                  </a:ext>
                </a:extLst>
              </p14:cNvPr>
              <p14:cNvContentPartPr/>
              <p14:nvPr/>
            </p14:nvContentPartPr>
            <p14:xfrm>
              <a:off x="5744687" y="982462"/>
              <a:ext cx="209880" cy="232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6DF2ECB-57E4-679E-B634-F762CE4DD7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26687" y="964462"/>
                <a:ext cx="24552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A76E95C-0FEA-E12C-467C-F31C23364978}"/>
              </a:ext>
            </a:extLst>
          </p:cNvPr>
          <p:cNvGrpSpPr/>
          <p:nvPr/>
        </p:nvGrpSpPr>
        <p:grpSpPr>
          <a:xfrm>
            <a:off x="6546407" y="888502"/>
            <a:ext cx="421920" cy="759240"/>
            <a:chOff x="6546407" y="888502"/>
            <a:chExt cx="421920" cy="75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A816E6-4605-F90C-B727-699DE59F663D}"/>
                    </a:ext>
                  </a:extLst>
                </p14:cNvPr>
                <p14:cNvContentPartPr/>
                <p14:nvPr/>
              </p14:nvContentPartPr>
              <p14:xfrm>
                <a:off x="6644687" y="888502"/>
                <a:ext cx="53640" cy="231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A816E6-4605-F90C-B727-699DE59F66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6687" y="870502"/>
                  <a:ext cx="89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2F9FCD-44BB-16A4-4655-18ACE3240DC3}"/>
                    </a:ext>
                  </a:extLst>
                </p14:cNvPr>
                <p14:cNvContentPartPr/>
                <p14:nvPr/>
              </p14:nvContentPartPr>
              <p14:xfrm>
                <a:off x="6546407" y="1076422"/>
                <a:ext cx="286200" cy="19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2F9FCD-44BB-16A4-4655-18ACE3240D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28407" y="1058422"/>
                  <a:ext cx="321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7515A7-2814-64FE-1DE5-C5E4DF5B8DAE}"/>
                    </a:ext>
                  </a:extLst>
                </p14:cNvPr>
                <p14:cNvContentPartPr/>
                <p14:nvPr/>
              </p14:nvContentPartPr>
              <p14:xfrm>
                <a:off x="6824687" y="1230142"/>
                <a:ext cx="143640" cy="417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7515A7-2814-64FE-1DE5-C5E4DF5B8D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06687" y="1212502"/>
                  <a:ext cx="17928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BA885B-A64C-6D13-8DB5-B39D16CD0F0C}"/>
                  </a:ext>
                </a:extLst>
              </p14:cNvPr>
              <p14:cNvContentPartPr/>
              <p14:nvPr/>
            </p14:nvContentPartPr>
            <p14:xfrm>
              <a:off x="7149407" y="1908022"/>
              <a:ext cx="5400" cy="1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BA885B-A64C-6D13-8DB5-B39D16CD0F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31407" y="1890022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C053A8D-7D57-AA15-6D37-43132B75936B}"/>
                  </a:ext>
                </a:extLst>
              </p14:cNvPr>
              <p14:cNvContentPartPr/>
              <p14:nvPr/>
            </p14:nvContentPartPr>
            <p14:xfrm>
              <a:off x="1899527" y="534982"/>
              <a:ext cx="122760" cy="291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C053A8D-7D57-AA15-6D37-43132B75936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81527" y="516982"/>
                <a:ext cx="1584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6B50772-93DA-98FF-7A9E-87340E84CA51}"/>
                  </a:ext>
                </a:extLst>
              </p14:cNvPr>
              <p14:cNvContentPartPr/>
              <p14:nvPr/>
            </p14:nvContentPartPr>
            <p14:xfrm>
              <a:off x="3409727" y="473062"/>
              <a:ext cx="6840" cy="195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6B50772-93DA-98FF-7A9E-87340E84CA5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92087" y="455422"/>
                <a:ext cx="424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533BE43-5D18-4371-FE61-CB801055FE43}"/>
                  </a:ext>
                </a:extLst>
              </p14:cNvPr>
              <p14:cNvContentPartPr/>
              <p14:nvPr/>
            </p14:nvContentPartPr>
            <p14:xfrm>
              <a:off x="4415927" y="531022"/>
              <a:ext cx="229320" cy="217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533BE43-5D18-4371-FE61-CB801055FE4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97927" y="513382"/>
                <a:ext cx="264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3A0DAE7-00ED-EFCA-ECA0-098334220ED0}"/>
                  </a:ext>
                </a:extLst>
              </p14:cNvPr>
              <p14:cNvContentPartPr/>
              <p14:nvPr/>
            </p14:nvContentPartPr>
            <p14:xfrm>
              <a:off x="5725607" y="457582"/>
              <a:ext cx="23400" cy="227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3A0DAE7-00ED-EFCA-ECA0-098334220E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07607" y="439942"/>
                <a:ext cx="59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79E551-C134-9028-97DD-B73E9F161984}"/>
                  </a:ext>
                </a:extLst>
              </p14:cNvPr>
              <p14:cNvContentPartPr/>
              <p14:nvPr/>
            </p14:nvContentPartPr>
            <p14:xfrm>
              <a:off x="6833687" y="427702"/>
              <a:ext cx="225000" cy="240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79E551-C134-9028-97DD-B73E9F1619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16047" y="410062"/>
                <a:ext cx="2606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A4652F-F4E0-E04D-E140-5E839B00CF69}"/>
                  </a:ext>
                </a:extLst>
              </p14:cNvPr>
              <p14:cNvContentPartPr/>
              <p14:nvPr/>
            </p14:nvContentPartPr>
            <p14:xfrm>
              <a:off x="3154847" y="1328422"/>
              <a:ext cx="224280" cy="33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A4652F-F4E0-E04D-E140-5E839B00CF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37207" y="1310782"/>
                <a:ext cx="2599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60C1A4D-6DE5-A2FD-9CB8-4D01F1646610}"/>
                  </a:ext>
                </a:extLst>
              </p14:cNvPr>
              <p14:cNvContentPartPr/>
              <p14:nvPr/>
            </p14:nvContentPartPr>
            <p14:xfrm>
              <a:off x="3127127" y="1375942"/>
              <a:ext cx="267480" cy="67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60C1A4D-6DE5-A2FD-9CB8-4D01F164661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09127" y="1357942"/>
                <a:ext cx="30312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EBA7ED1E-747C-D60B-F7C4-FB1B6FF0D42C}"/>
              </a:ext>
            </a:extLst>
          </p:cNvPr>
          <p:cNvGrpSpPr/>
          <p:nvPr/>
        </p:nvGrpSpPr>
        <p:grpSpPr>
          <a:xfrm>
            <a:off x="3324407" y="726142"/>
            <a:ext cx="202680" cy="67320"/>
            <a:chOff x="3324407" y="726142"/>
            <a:chExt cx="202680" cy="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0FDB0D9-558A-9017-8D32-8CF4582C944D}"/>
                    </a:ext>
                  </a:extLst>
                </p14:cNvPr>
                <p14:cNvContentPartPr/>
                <p14:nvPr/>
              </p14:nvContentPartPr>
              <p14:xfrm>
                <a:off x="3526727" y="760702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0FDB0D9-558A-9017-8D32-8CF4582C94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09087" y="7430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26B29A-504E-2FE0-9863-5EF08D095109}"/>
                    </a:ext>
                  </a:extLst>
                </p14:cNvPr>
                <p14:cNvContentPartPr/>
                <p14:nvPr/>
              </p14:nvContentPartPr>
              <p14:xfrm>
                <a:off x="3330527" y="752062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26B29A-504E-2FE0-9863-5EF08D0951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2887" y="7340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E73421-2CB4-D496-C07B-3E4D0C3BCFE2}"/>
                    </a:ext>
                  </a:extLst>
                </p14:cNvPr>
                <p14:cNvContentPartPr/>
                <p14:nvPr/>
              </p14:nvContentPartPr>
              <p14:xfrm>
                <a:off x="3364727" y="744502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E73421-2CB4-D496-C07B-3E4D0C3BCF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46727" y="726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3B4BC6-C867-2231-E683-385869E6832B}"/>
                    </a:ext>
                  </a:extLst>
                </p14:cNvPr>
                <p14:cNvContentPartPr/>
                <p14:nvPr/>
              </p14:nvContentPartPr>
              <p14:xfrm>
                <a:off x="3373367" y="731182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3B4BC6-C867-2231-E683-385869E683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55367" y="713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D6A035-FDFD-A709-1C6C-C934317CB868}"/>
                    </a:ext>
                  </a:extLst>
                </p14:cNvPr>
                <p14:cNvContentPartPr/>
                <p14:nvPr/>
              </p14:nvContentPartPr>
              <p14:xfrm>
                <a:off x="3377687" y="726142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D6A035-FDFD-A709-1C6C-C934317CB8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60047" y="708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A34A20-DF8C-4DBC-A371-A63D5F6A701A}"/>
                    </a:ext>
                  </a:extLst>
                </p14:cNvPr>
                <p14:cNvContentPartPr/>
                <p14:nvPr/>
              </p14:nvContentPartPr>
              <p14:xfrm>
                <a:off x="3377687" y="726142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A34A20-DF8C-4DBC-A371-A63D5F6A701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60047" y="708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A5BA9A-DA80-B354-955F-8BA7DC9602BD}"/>
                    </a:ext>
                  </a:extLst>
                </p14:cNvPr>
                <p14:cNvContentPartPr/>
                <p14:nvPr/>
              </p14:nvContentPartPr>
              <p14:xfrm>
                <a:off x="3369047" y="730462"/>
                <a:ext cx="4680" cy="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A5BA9A-DA80-B354-955F-8BA7DC9602B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51047" y="712462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00D491-BA9A-F078-1B34-85F158C5F944}"/>
                    </a:ext>
                  </a:extLst>
                </p14:cNvPr>
                <p14:cNvContentPartPr/>
                <p14:nvPr/>
              </p14:nvContentPartPr>
              <p14:xfrm>
                <a:off x="3324407" y="789862"/>
                <a:ext cx="1080" cy="3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00D491-BA9A-F078-1B34-85F158C5F9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06767" y="771862"/>
                  <a:ext cx="3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1ECFA9-B2D5-64BD-B2D7-10DC07D84F5F}"/>
                    </a:ext>
                  </a:extLst>
                </p14:cNvPr>
                <p14:cNvContentPartPr/>
                <p14:nvPr/>
              </p14:nvContentPartPr>
              <p14:xfrm>
                <a:off x="3408647" y="726142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1ECFA9-B2D5-64BD-B2D7-10DC07D84F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90647" y="708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FC1FAE4-E2D5-FD01-7323-ECDEBBC2423A}"/>
                  </a:ext>
                </a:extLst>
              </p14:cNvPr>
              <p14:cNvContentPartPr/>
              <p14:nvPr/>
            </p14:nvContentPartPr>
            <p14:xfrm>
              <a:off x="587687" y="3471862"/>
              <a:ext cx="199440" cy="2851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FC1FAE4-E2D5-FD01-7323-ECDEBBC2423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0047" y="3454222"/>
                <a:ext cx="23508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ACBDB95-C6D8-82C8-2625-BF0243B4F769}"/>
              </a:ext>
            </a:extLst>
          </p:cNvPr>
          <p:cNvGrpSpPr/>
          <p:nvPr/>
        </p:nvGrpSpPr>
        <p:grpSpPr>
          <a:xfrm>
            <a:off x="422447" y="2022862"/>
            <a:ext cx="7584120" cy="3053880"/>
            <a:chOff x="422447" y="2022862"/>
            <a:chExt cx="7584120" cy="30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2845AAD-27B5-91FF-7781-1B814FE73EB6}"/>
                    </a:ext>
                  </a:extLst>
                </p14:cNvPr>
                <p14:cNvContentPartPr/>
                <p14:nvPr/>
              </p14:nvContentPartPr>
              <p14:xfrm>
                <a:off x="1994567" y="2701462"/>
                <a:ext cx="204480" cy="270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2845AAD-27B5-91FF-7781-1B814FE73E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76567" y="2683462"/>
                  <a:ext cx="2401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03D5F26-F680-1D03-DDC9-758619BDE016}"/>
                    </a:ext>
                  </a:extLst>
                </p14:cNvPr>
                <p14:cNvContentPartPr/>
                <p14:nvPr/>
              </p14:nvContentPartPr>
              <p14:xfrm>
                <a:off x="3225767" y="2713342"/>
                <a:ext cx="214200" cy="218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03D5F26-F680-1D03-DDC9-758619BDE0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08127" y="2695342"/>
                  <a:ext cx="24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BE555D2-085B-C66B-4FAD-E578A61A0193}"/>
                    </a:ext>
                  </a:extLst>
                </p14:cNvPr>
                <p14:cNvContentPartPr/>
                <p14:nvPr/>
              </p14:nvContentPartPr>
              <p14:xfrm>
                <a:off x="4323047" y="2705782"/>
                <a:ext cx="127440" cy="35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BE555D2-085B-C66B-4FAD-E578A61A01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05407" y="2688142"/>
                  <a:ext cx="163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11D3039-2104-B2D4-581D-81F9B37A1A75}"/>
                    </a:ext>
                  </a:extLst>
                </p14:cNvPr>
                <p14:cNvContentPartPr/>
                <p14:nvPr/>
              </p14:nvContentPartPr>
              <p14:xfrm>
                <a:off x="4281287" y="2731342"/>
                <a:ext cx="144720" cy="192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11D3039-2104-B2D4-581D-81F9B37A1A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63287" y="2713342"/>
                  <a:ext cx="180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0E83C9D-A94F-D099-1C13-A404741B8EFD}"/>
                    </a:ext>
                  </a:extLst>
                </p14:cNvPr>
                <p14:cNvContentPartPr/>
                <p14:nvPr/>
              </p14:nvContentPartPr>
              <p14:xfrm>
                <a:off x="4415207" y="2791822"/>
                <a:ext cx="161280" cy="238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0E83C9D-A94F-D099-1C13-A404741B8E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97207" y="2773822"/>
                  <a:ext cx="196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69E812-3614-7826-4423-F002EFB922B0}"/>
                    </a:ext>
                  </a:extLst>
                </p14:cNvPr>
                <p14:cNvContentPartPr/>
                <p14:nvPr/>
              </p14:nvContentPartPr>
              <p14:xfrm>
                <a:off x="4591247" y="2964982"/>
                <a:ext cx="109440" cy="263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69E812-3614-7826-4423-F002EFB922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73247" y="2946982"/>
                  <a:ext cx="145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CF3EF90-743F-D1EF-60A8-077E71066C1A}"/>
                    </a:ext>
                  </a:extLst>
                </p14:cNvPr>
                <p14:cNvContentPartPr/>
                <p14:nvPr/>
              </p14:nvContentPartPr>
              <p14:xfrm>
                <a:off x="5796527" y="2654302"/>
                <a:ext cx="19080" cy="235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CF3EF90-743F-D1EF-60A8-077E71066C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78887" y="2636302"/>
                  <a:ext cx="54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BD424E1-10D5-60EC-5488-81621E1E474E}"/>
                    </a:ext>
                  </a:extLst>
                </p14:cNvPr>
                <p14:cNvContentPartPr/>
                <p14:nvPr/>
              </p14:nvContentPartPr>
              <p14:xfrm>
                <a:off x="6527687" y="2721262"/>
                <a:ext cx="155520" cy="12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BD424E1-10D5-60EC-5488-81621E1E474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10047" y="2703622"/>
                  <a:ext cx="191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5DC2ED-BFED-F815-2D14-72D41E0C1DBC}"/>
                    </a:ext>
                  </a:extLst>
                </p14:cNvPr>
                <p14:cNvContentPartPr/>
                <p14:nvPr/>
              </p14:nvContentPartPr>
              <p14:xfrm>
                <a:off x="6817127" y="2585182"/>
                <a:ext cx="19440" cy="219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5DC2ED-BFED-F815-2D14-72D41E0C1D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99487" y="2567182"/>
                  <a:ext cx="55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3258C-4E4B-1969-578C-AB24707F3AB8}"/>
                    </a:ext>
                  </a:extLst>
                </p14:cNvPr>
                <p14:cNvContentPartPr/>
                <p14:nvPr/>
              </p14:nvContentPartPr>
              <p14:xfrm>
                <a:off x="6719927" y="2748262"/>
                <a:ext cx="252720" cy="192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3258C-4E4B-1969-578C-AB24707F3A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02287" y="2730262"/>
                  <a:ext cx="288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4BCB35-CB2E-CA8F-1E67-F24F66ABC0DB}"/>
                    </a:ext>
                  </a:extLst>
                </p14:cNvPr>
                <p14:cNvContentPartPr/>
                <p14:nvPr/>
              </p14:nvContentPartPr>
              <p14:xfrm>
                <a:off x="6925487" y="2914222"/>
                <a:ext cx="129240" cy="367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4BCB35-CB2E-CA8F-1E67-F24F66ABC0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07487" y="2896582"/>
                  <a:ext cx="1648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43101E3-902E-6338-BDBC-9E524B34253F}"/>
                    </a:ext>
                  </a:extLst>
                </p14:cNvPr>
                <p14:cNvContentPartPr/>
                <p14:nvPr/>
              </p14:nvContentPartPr>
              <p14:xfrm>
                <a:off x="2039207" y="3452422"/>
                <a:ext cx="249840" cy="28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43101E3-902E-6338-BDBC-9E524B3425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21567" y="3434422"/>
                  <a:ext cx="2854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613440-CFB6-DF12-7596-96AF0B25E894}"/>
                    </a:ext>
                  </a:extLst>
                </p14:cNvPr>
                <p14:cNvContentPartPr/>
                <p14:nvPr/>
              </p14:nvContentPartPr>
              <p14:xfrm>
                <a:off x="3297767" y="3431182"/>
                <a:ext cx="16560" cy="217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613440-CFB6-DF12-7596-96AF0B25E8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80127" y="3413542"/>
                  <a:ext cx="52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B0852DF-9138-10FE-6167-B8353A83569C}"/>
                    </a:ext>
                  </a:extLst>
                </p14:cNvPr>
                <p14:cNvContentPartPr/>
                <p14:nvPr/>
              </p14:nvContentPartPr>
              <p14:xfrm>
                <a:off x="4353647" y="3440902"/>
                <a:ext cx="160560" cy="197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B0852DF-9138-10FE-6167-B8353A8356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36007" y="3422902"/>
                  <a:ext cx="196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43C48B0-258D-1B22-5928-B3BC09FA4AC0}"/>
                    </a:ext>
                  </a:extLst>
                </p14:cNvPr>
                <p14:cNvContentPartPr/>
                <p14:nvPr/>
              </p14:nvContentPartPr>
              <p14:xfrm>
                <a:off x="4530767" y="3609382"/>
                <a:ext cx="145440" cy="137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43C48B0-258D-1B22-5928-B3BC09FA4AC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13127" y="3591382"/>
                  <a:ext cx="181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4C39970-0B89-F621-AB84-DCC656DDF60C}"/>
                    </a:ext>
                  </a:extLst>
                </p14:cNvPr>
                <p14:cNvContentPartPr/>
                <p14:nvPr/>
              </p14:nvContentPartPr>
              <p14:xfrm>
                <a:off x="4734527" y="3731782"/>
                <a:ext cx="115200" cy="213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4C39970-0B89-F621-AB84-DCC656DDF6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16887" y="3714142"/>
                  <a:ext cx="150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5DBEAFF-95BD-E975-5E39-AE05F33604B6}"/>
                    </a:ext>
                  </a:extLst>
                </p14:cNvPr>
                <p14:cNvContentPartPr/>
                <p14:nvPr/>
              </p14:nvContentPartPr>
              <p14:xfrm>
                <a:off x="5637407" y="3478702"/>
                <a:ext cx="234000" cy="22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5DBEAFF-95BD-E975-5E39-AE05F33604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19407" y="3460702"/>
                  <a:ext cx="269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45AA43-4C3D-ECAD-B3B8-7A85FB5517AA}"/>
                    </a:ext>
                  </a:extLst>
                </p14:cNvPr>
                <p14:cNvContentPartPr/>
                <p14:nvPr/>
              </p14:nvContentPartPr>
              <p14:xfrm>
                <a:off x="6742247" y="3452422"/>
                <a:ext cx="17280" cy="183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45AA43-4C3D-ECAD-B3B8-7A85FB5517A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24247" y="3434422"/>
                  <a:ext cx="52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FF8923-B0BC-2ECA-EC4D-274BCB645ED9}"/>
                    </a:ext>
                  </a:extLst>
                </p14:cNvPr>
                <p14:cNvContentPartPr/>
                <p14:nvPr/>
              </p14:nvContentPartPr>
              <p14:xfrm>
                <a:off x="6693287" y="3545662"/>
                <a:ext cx="184320" cy="165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FF8923-B0BC-2ECA-EC4D-274BCB645E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75287" y="3528022"/>
                  <a:ext cx="219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55DAB75-ED47-868F-D1CF-1B4639DE62B9}"/>
                    </a:ext>
                  </a:extLst>
                </p14:cNvPr>
                <p14:cNvContentPartPr/>
                <p14:nvPr/>
              </p14:nvContentPartPr>
              <p14:xfrm>
                <a:off x="6925847" y="3644662"/>
                <a:ext cx="132480" cy="33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55DAB75-ED47-868F-D1CF-1B4639DE62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08207" y="3627022"/>
                  <a:ext cx="1681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B3DD27-78FA-6049-21BE-75E84A6D4CA0}"/>
                    </a:ext>
                  </a:extLst>
                </p14:cNvPr>
                <p14:cNvContentPartPr/>
                <p14:nvPr/>
              </p14:nvContentPartPr>
              <p14:xfrm>
                <a:off x="3272207" y="2316262"/>
                <a:ext cx="96120" cy="104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B3DD27-78FA-6049-21BE-75E84A6D4C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54207" y="2298622"/>
                  <a:ext cx="131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2B89CF6-39AE-10E4-A7FD-0EEB57B6D17A}"/>
                    </a:ext>
                  </a:extLst>
                </p14:cNvPr>
                <p14:cNvContentPartPr/>
                <p14:nvPr/>
              </p14:nvContentPartPr>
              <p14:xfrm>
                <a:off x="3331967" y="2343622"/>
                <a:ext cx="91440" cy="169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2B89CF6-39AE-10E4-A7FD-0EEB57B6D1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3967" y="2325622"/>
                  <a:ext cx="127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096223-02D7-54AA-21F2-884D4CCA1CE7}"/>
                    </a:ext>
                  </a:extLst>
                </p14:cNvPr>
                <p14:cNvContentPartPr/>
                <p14:nvPr/>
              </p14:nvContentPartPr>
              <p14:xfrm>
                <a:off x="3477767" y="2459542"/>
                <a:ext cx="19800" cy="112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096223-02D7-54AA-21F2-884D4CCA1C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60127" y="2441542"/>
                  <a:ext cx="55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1C8424-3854-D990-29A4-881419AC0DF4}"/>
                    </a:ext>
                  </a:extLst>
                </p14:cNvPr>
                <p14:cNvContentPartPr/>
                <p14:nvPr/>
              </p14:nvContentPartPr>
              <p14:xfrm>
                <a:off x="4395767" y="2297182"/>
                <a:ext cx="101880" cy="12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1C8424-3854-D990-29A4-881419AC0D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77767" y="2279182"/>
                  <a:ext cx="137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AEC415-803A-8D84-80C1-ADA1975063AF}"/>
                    </a:ext>
                  </a:extLst>
                </p14:cNvPr>
                <p14:cNvContentPartPr/>
                <p14:nvPr/>
              </p14:nvContentPartPr>
              <p14:xfrm>
                <a:off x="4461287" y="2349022"/>
                <a:ext cx="87480" cy="157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AEC415-803A-8D84-80C1-ADA1975063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43647" y="2331022"/>
                  <a:ext cx="123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7708E1A-CD45-5CC5-640F-2E4D80F41FB2}"/>
                    </a:ext>
                  </a:extLst>
                </p14:cNvPr>
                <p14:cNvContentPartPr/>
                <p14:nvPr/>
              </p14:nvContentPartPr>
              <p14:xfrm>
                <a:off x="4636967" y="2435422"/>
                <a:ext cx="122760" cy="101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7708E1A-CD45-5CC5-640F-2E4D80F41F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18967" y="2417782"/>
                  <a:ext cx="158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B6C776C-1DAC-7A37-C0FC-D1BAEF11C496}"/>
                    </a:ext>
                  </a:extLst>
                </p14:cNvPr>
                <p14:cNvContentPartPr/>
                <p14:nvPr/>
              </p14:nvContentPartPr>
              <p14:xfrm>
                <a:off x="5846207" y="2193862"/>
                <a:ext cx="172800" cy="208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B6C776C-1DAC-7A37-C0FC-D1BAEF11C4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28207" y="2175862"/>
                  <a:ext cx="208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1D4BF7-C873-A2F9-815F-317C5816663D}"/>
                    </a:ext>
                  </a:extLst>
                </p14:cNvPr>
                <p14:cNvContentPartPr/>
                <p14:nvPr/>
              </p14:nvContentPartPr>
              <p14:xfrm>
                <a:off x="6038087" y="2288902"/>
                <a:ext cx="172080" cy="192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1D4BF7-C873-A2F9-815F-317C5816663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20447" y="2271262"/>
                  <a:ext cx="207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AE2A505-C2D0-ED14-5904-28619184C0D3}"/>
                    </a:ext>
                  </a:extLst>
                </p14:cNvPr>
                <p14:cNvContentPartPr/>
                <p14:nvPr/>
              </p14:nvContentPartPr>
              <p14:xfrm>
                <a:off x="6682127" y="2203222"/>
                <a:ext cx="149400" cy="123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AE2A505-C2D0-ED14-5904-28619184C0D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64127" y="2185582"/>
                  <a:ext cx="185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B6AA5B8-9772-29BE-5CF8-94465A90C02D}"/>
                    </a:ext>
                  </a:extLst>
                </p14:cNvPr>
                <p14:cNvContentPartPr/>
                <p14:nvPr/>
              </p14:nvContentPartPr>
              <p14:xfrm>
                <a:off x="6747287" y="2217262"/>
                <a:ext cx="130320" cy="187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B6AA5B8-9772-29BE-5CF8-94465A90C0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29287" y="2199262"/>
                  <a:ext cx="165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BB9689-9BD1-79C7-AC64-DFEE529A090F}"/>
                    </a:ext>
                  </a:extLst>
                </p14:cNvPr>
                <p14:cNvContentPartPr/>
                <p14:nvPr/>
              </p14:nvContentPartPr>
              <p14:xfrm>
                <a:off x="6945287" y="2318062"/>
                <a:ext cx="139680" cy="237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BB9689-9BD1-79C7-AC64-DFEE529A09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27287" y="2300062"/>
                  <a:ext cx="175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2736481-206F-5409-65C2-5C1BC132D8B8}"/>
                    </a:ext>
                  </a:extLst>
                </p14:cNvPr>
                <p14:cNvContentPartPr/>
                <p14:nvPr/>
              </p14:nvContentPartPr>
              <p14:xfrm>
                <a:off x="8002967" y="3403462"/>
                <a:ext cx="3600" cy="7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2736481-206F-5409-65C2-5C1BC132D8B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84967" y="3385822"/>
                  <a:ext cx="39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8036D25-A4CF-C564-726D-F6F1B409465F}"/>
                    </a:ext>
                  </a:extLst>
                </p14:cNvPr>
                <p14:cNvContentPartPr/>
                <p14:nvPr/>
              </p14:nvContentPartPr>
              <p14:xfrm>
                <a:off x="1735367" y="2193862"/>
                <a:ext cx="118800" cy="207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8036D25-A4CF-C564-726D-F6F1B409465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17367" y="2176222"/>
                  <a:ext cx="154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38C5EBB-60CD-3EA0-928D-CBE3D1793F27}"/>
                    </a:ext>
                  </a:extLst>
                </p14:cNvPr>
                <p14:cNvContentPartPr/>
                <p14:nvPr/>
              </p14:nvContentPartPr>
              <p14:xfrm>
                <a:off x="1717727" y="2231302"/>
                <a:ext cx="169920" cy="227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38C5EBB-60CD-3EA0-928D-CBE3D1793F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699727" y="2213662"/>
                  <a:ext cx="205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9A6E827-E5BB-A7A9-7403-D919AB6C73DD}"/>
                    </a:ext>
                  </a:extLst>
                </p14:cNvPr>
                <p14:cNvContentPartPr/>
                <p14:nvPr/>
              </p14:nvContentPartPr>
              <p14:xfrm>
                <a:off x="1913207" y="2373142"/>
                <a:ext cx="14400" cy="101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9A6E827-E5BB-A7A9-7403-D919AB6C73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895207" y="2355502"/>
                  <a:ext cx="50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50074FD-C03A-0C98-3D3B-3EA9E6663248}"/>
                    </a:ext>
                  </a:extLst>
                </p14:cNvPr>
                <p14:cNvContentPartPr/>
                <p14:nvPr/>
              </p14:nvContentPartPr>
              <p14:xfrm>
                <a:off x="1918607" y="2353702"/>
                <a:ext cx="149400" cy="166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50074FD-C03A-0C98-3D3B-3EA9E666324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00967" y="2336062"/>
                  <a:ext cx="185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12490C0-1BE1-4675-2A87-E292736ADEFB}"/>
                    </a:ext>
                  </a:extLst>
                </p14:cNvPr>
                <p14:cNvContentPartPr/>
                <p14:nvPr/>
              </p14:nvContentPartPr>
              <p14:xfrm>
                <a:off x="2217407" y="2328502"/>
                <a:ext cx="85680" cy="15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12490C0-1BE1-4675-2A87-E292736ADEF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99407" y="2310862"/>
                  <a:ext cx="121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B6F1B7-35B5-0C11-2186-3A48DE81A4BE}"/>
                    </a:ext>
                  </a:extLst>
                </p14:cNvPr>
                <p14:cNvContentPartPr/>
                <p14:nvPr/>
              </p14:nvContentPartPr>
              <p14:xfrm>
                <a:off x="2232167" y="2368102"/>
                <a:ext cx="91440" cy="32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B6F1B7-35B5-0C11-2186-3A48DE81A4B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14167" y="2350462"/>
                  <a:ext cx="127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EF7348A-CB43-0447-E3D7-EE383F948D7D}"/>
                    </a:ext>
                  </a:extLst>
                </p14:cNvPr>
                <p14:cNvContentPartPr/>
                <p14:nvPr/>
              </p14:nvContentPartPr>
              <p14:xfrm>
                <a:off x="2401367" y="2168662"/>
                <a:ext cx="203400" cy="271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EF7348A-CB43-0447-E3D7-EE383F948D7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83367" y="2150662"/>
                  <a:ext cx="23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EC5AFCB-FFF2-B096-3159-CA165085A982}"/>
                    </a:ext>
                  </a:extLst>
                </p14:cNvPr>
                <p14:cNvContentPartPr/>
                <p14:nvPr/>
              </p14:nvContentPartPr>
              <p14:xfrm>
                <a:off x="498047" y="2261182"/>
                <a:ext cx="214560" cy="201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EC5AFCB-FFF2-B096-3159-CA165085A98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0407" y="2243542"/>
                  <a:ext cx="250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1388224-FD3C-FC90-7DB5-3AEEFCCF1AE3}"/>
                    </a:ext>
                  </a:extLst>
                </p14:cNvPr>
                <p14:cNvContentPartPr/>
                <p14:nvPr/>
              </p14:nvContentPartPr>
              <p14:xfrm>
                <a:off x="819887" y="2369542"/>
                <a:ext cx="18000" cy="147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1388224-FD3C-FC90-7DB5-3AEEFCCF1AE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1887" y="2351542"/>
                  <a:ext cx="53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143D62-D4AF-396D-2D19-76205035D163}"/>
                    </a:ext>
                  </a:extLst>
                </p14:cNvPr>
                <p14:cNvContentPartPr/>
                <p14:nvPr/>
              </p14:nvContentPartPr>
              <p14:xfrm>
                <a:off x="823487" y="2319142"/>
                <a:ext cx="183600" cy="219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143D62-D4AF-396D-2D19-76205035D16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5847" y="2301502"/>
                  <a:ext cx="219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D9B17C7-8675-F9D9-C4FA-47FDFB873E58}"/>
                    </a:ext>
                  </a:extLst>
                </p14:cNvPr>
                <p14:cNvContentPartPr/>
                <p14:nvPr/>
              </p14:nvContentPartPr>
              <p14:xfrm>
                <a:off x="1478687" y="2824942"/>
                <a:ext cx="134640" cy="170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D9B17C7-8675-F9D9-C4FA-47FDFB873E5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61047" y="2806942"/>
                  <a:ext cx="170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FCA638A-8383-198E-A374-E0FA49A7DD6D}"/>
                    </a:ext>
                  </a:extLst>
                </p14:cNvPr>
                <p14:cNvContentPartPr/>
                <p14:nvPr/>
              </p14:nvContentPartPr>
              <p14:xfrm>
                <a:off x="1602167" y="2966782"/>
                <a:ext cx="86760" cy="150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FCA638A-8383-198E-A374-E0FA49A7DD6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584167" y="2949142"/>
                  <a:ext cx="122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0B942C-86C5-7DC2-6D90-71D04357E3EE}"/>
                    </a:ext>
                  </a:extLst>
                </p14:cNvPr>
                <p14:cNvContentPartPr/>
                <p14:nvPr/>
              </p14:nvContentPartPr>
              <p14:xfrm>
                <a:off x="1775327" y="2935822"/>
                <a:ext cx="41400" cy="19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0B942C-86C5-7DC2-6D90-71D04357E3E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757327" y="2917822"/>
                  <a:ext cx="77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4D4F0D9-F808-2E77-55D8-45867918FAA9}"/>
                    </a:ext>
                  </a:extLst>
                </p14:cNvPr>
                <p14:cNvContentPartPr/>
                <p14:nvPr/>
              </p14:nvContentPartPr>
              <p14:xfrm>
                <a:off x="1752287" y="2976862"/>
                <a:ext cx="91440" cy="28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4D4F0D9-F808-2E77-55D8-45867918FAA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734287" y="2958862"/>
                  <a:ext cx="127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01176B5-95E6-95CD-B47F-C84B96D23D3C}"/>
                    </a:ext>
                  </a:extLst>
                </p14:cNvPr>
                <p14:cNvContentPartPr/>
                <p14:nvPr/>
              </p14:nvContentPartPr>
              <p14:xfrm>
                <a:off x="1432247" y="3529102"/>
                <a:ext cx="183240" cy="141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01176B5-95E6-95CD-B47F-C84B96D23D3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14247" y="3511102"/>
                  <a:ext cx="2188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241FD9B-24DC-8125-2313-19B5E1057FCF}"/>
                    </a:ext>
                  </a:extLst>
                </p14:cNvPr>
                <p14:cNvContentPartPr/>
                <p14:nvPr/>
              </p14:nvContentPartPr>
              <p14:xfrm>
                <a:off x="1741127" y="3605062"/>
                <a:ext cx="10800" cy="154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241FD9B-24DC-8125-2313-19B5E1057FC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723487" y="3587062"/>
                  <a:ext cx="46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6D25B06-C2A9-9222-5342-901927070531}"/>
                    </a:ext>
                  </a:extLst>
                </p14:cNvPr>
                <p14:cNvContentPartPr/>
                <p14:nvPr/>
              </p14:nvContentPartPr>
              <p14:xfrm>
                <a:off x="1830767" y="3593542"/>
                <a:ext cx="70200" cy="21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6D25B06-C2A9-9222-5342-90192707053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813127" y="3575542"/>
                  <a:ext cx="105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5E04596-3814-5A32-5216-B31BC02CF89A}"/>
                    </a:ext>
                  </a:extLst>
                </p14:cNvPr>
                <p14:cNvContentPartPr/>
                <p14:nvPr/>
              </p14:nvContentPartPr>
              <p14:xfrm>
                <a:off x="1842287" y="3626662"/>
                <a:ext cx="95760" cy="38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5E04596-3814-5A32-5216-B31BC02CF89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24287" y="3609022"/>
                  <a:ext cx="131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8092CF-1FDF-E436-AE61-D68D72954960}"/>
                    </a:ext>
                  </a:extLst>
                </p14:cNvPr>
                <p14:cNvContentPartPr/>
                <p14:nvPr/>
              </p14:nvContentPartPr>
              <p14:xfrm>
                <a:off x="1473287" y="3626662"/>
                <a:ext cx="90360" cy="91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8092CF-1FDF-E436-AE61-D68D7295496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55287" y="3609022"/>
                  <a:ext cx="126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FA2BDAF-8365-2648-53A6-4ECF6F20DC03}"/>
                    </a:ext>
                  </a:extLst>
                </p14:cNvPr>
                <p14:cNvContentPartPr/>
                <p14:nvPr/>
              </p14:nvContentPartPr>
              <p14:xfrm>
                <a:off x="1879727" y="3769582"/>
                <a:ext cx="3960" cy="1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FA2BDAF-8365-2648-53A6-4ECF6F20DC0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861727" y="375194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4270EBC-5D48-5C1D-2ECB-92A6EF973C35}"/>
                    </a:ext>
                  </a:extLst>
                </p14:cNvPr>
                <p14:cNvContentPartPr/>
                <p14:nvPr/>
              </p14:nvContentPartPr>
              <p14:xfrm>
                <a:off x="422447" y="4357102"/>
                <a:ext cx="169560" cy="181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4270EBC-5D48-5C1D-2ECB-92A6EF973C3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4807" y="4339462"/>
                  <a:ext cx="205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C2E8879-15EA-DF91-9984-F3BB2087E4A7}"/>
                    </a:ext>
                  </a:extLst>
                </p14:cNvPr>
                <p14:cNvContentPartPr/>
                <p14:nvPr/>
              </p14:nvContentPartPr>
              <p14:xfrm>
                <a:off x="682367" y="4412902"/>
                <a:ext cx="69480" cy="36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C2E8879-15EA-DF91-9984-F3BB2087E4A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4727" y="4394902"/>
                  <a:ext cx="105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0B6CC2-EE31-21F5-2248-A86FA7B62C06}"/>
                    </a:ext>
                  </a:extLst>
                </p14:cNvPr>
                <p14:cNvContentPartPr/>
                <p14:nvPr/>
              </p14:nvContentPartPr>
              <p14:xfrm>
                <a:off x="666887" y="4465462"/>
                <a:ext cx="114840" cy="43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0B6CC2-EE31-21F5-2248-A86FA7B62C0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8887" y="4447462"/>
                  <a:ext cx="15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6758613-C5A0-F4A5-B12E-1E87C48E23F1}"/>
                    </a:ext>
                  </a:extLst>
                </p14:cNvPr>
                <p14:cNvContentPartPr/>
                <p14:nvPr/>
              </p14:nvContentPartPr>
              <p14:xfrm>
                <a:off x="876047" y="4293742"/>
                <a:ext cx="129600" cy="161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6758613-C5A0-F4A5-B12E-1E87C48E23F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58047" y="4276102"/>
                  <a:ext cx="165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FBD5E40-909C-2F18-5101-9D76D964AE66}"/>
                    </a:ext>
                  </a:extLst>
                </p14:cNvPr>
                <p14:cNvContentPartPr/>
                <p14:nvPr/>
              </p14:nvContentPartPr>
              <p14:xfrm>
                <a:off x="1007447" y="4365382"/>
                <a:ext cx="43920" cy="160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FBD5E40-909C-2F18-5101-9D76D964AE6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89807" y="4347382"/>
                  <a:ext cx="79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7804357-0557-0C45-57D9-1D42EA933762}"/>
                    </a:ext>
                  </a:extLst>
                </p14:cNvPr>
                <p14:cNvContentPartPr/>
                <p14:nvPr/>
              </p14:nvContentPartPr>
              <p14:xfrm>
                <a:off x="1008167" y="4372942"/>
                <a:ext cx="139320" cy="162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7804357-0557-0C45-57D9-1D42EA93376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90527" y="4355302"/>
                  <a:ext cx="174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6B565CC-6F7B-168E-7647-85B5CFCAA176}"/>
                    </a:ext>
                  </a:extLst>
                </p14:cNvPr>
                <p14:cNvContentPartPr/>
                <p14:nvPr/>
              </p14:nvContentPartPr>
              <p14:xfrm>
                <a:off x="1256927" y="4302022"/>
                <a:ext cx="87120" cy="111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6B565CC-6F7B-168E-7647-85B5CFCAA17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38927" y="4284022"/>
                  <a:ext cx="122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445C27E-84F1-93E7-336C-B42CCC08A4F6}"/>
                    </a:ext>
                  </a:extLst>
                </p14:cNvPr>
                <p14:cNvContentPartPr/>
                <p14:nvPr/>
              </p14:nvContentPartPr>
              <p14:xfrm>
                <a:off x="1228847" y="4301302"/>
                <a:ext cx="132840" cy="177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445C27E-84F1-93E7-336C-B42CCC08A4F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10847" y="4283662"/>
                  <a:ext cx="168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E7897F-724D-3E69-9056-19BE37644E9A}"/>
                    </a:ext>
                  </a:extLst>
                </p14:cNvPr>
                <p14:cNvContentPartPr/>
                <p14:nvPr/>
              </p14:nvContentPartPr>
              <p14:xfrm>
                <a:off x="1501727" y="4402102"/>
                <a:ext cx="9720" cy="95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E7897F-724D-3E69-9056-19BE37644E9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84087" y="4384462"/>
                  <a:ext cx="45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2645828-5906-533D-20F4-607EA4B5AD22}"/>
                    </a:ext>
                  </a:extLst>
                </p14:cNvPr>
                <p14:cNvContentPartPr/>
                <p14:nvPr/>
              </p14:nvContentPartPr>
              <p14:xfrm>
                <a:off x="1490567" y="4346662"/>
                <a:ext cx="166680" cy="19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2645828-5906-533D-20F4-607EA4B5AD2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72927" y="4328662"/>
                  <a:ext cx="202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AF340B0-A313-2964-3257-E7EBE6E4CE71}"/>
                    </a:ext>
                  </a:extLst>
                </p14:cNvPr>
                <p14:cNvContentPartPr/>
                <p14:nvPr/>
              </p14:nvContentPartPr>
              <p14:xfrm>
                <a:off x="687047" y="4780102"/>
                <a:ext cx="200520" cy="48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AF340B0-A313-2964-3257-E7EBE6E4CE7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9047" y="4762462"/>
                  <a:ext cx="236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85E431E-FF51-19A2-E18C-71DBCBC27F5D}"/>
                    </a:ext>
                  </a:extLst>
                </p14:cNvPr>
                <p14:cNvContentPartPr/>
                <p14:nvPr/>
              </p14:nvContentPartPr>
              <p14:xfrm>
                <a:off x="648887" y="4904662"/>
                <a:ext cx="171720" cy="59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85E431E-FF51-19A2-E18C-71DBCBC27F5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0887" y="4886662"/>
                  <a:ext cx="207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BA2D7BA-A802-7ED9-48FB-76791ABA76CF}"/>
                    </a:ext>
                  </a:extLst>
                </p14:cNvPr>
                <p14:cNvContentPartPr/>
                <p14:nvPr/>
              </p14:nvContentPartPr>
              <p14:xfrm>
                <a:off x="761207" y="3772822"/>
                <a:ext cx="22680" cy="7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BA2D7BA-A802-7ED9-48FB-76791ABA76C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3567" y="3754822"/>
                  <a:ext cx="58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7F93A8-F654-AFDE-4A8F-8DFC1AF1F4ED}"/>
                    </a:ext>
                  </a:extLst>
                </p14:cNvPr>
                <p14:cNvContentPartPr/>
                <p14:nvPr/>
              </p14:nvContentPartPr>
              <p14:xfrm>
                <a:off x="2435567" y="3749062"/>
                <a:ext cx="2880" cy="1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7F93A8-F654-AFDE-4A8F-8DFC1AF1F4E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17927" y="3731062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0878F1E-4B32-AC3C-67DB-460DF879A4C0}"/>
                    </a:ext>
                  </a:extLst>
                </p14:cNvPr>
                <p14:cNvContentPartPr/>
                <p14:nvPr/>
              </p14:nvContentPartPr>
              <p14:xfrm>
                <a:off x="1087367" y="4727182"/>
                <a:ext cx="163800" cy="217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0878F1E-4B32-AC3C-67DB-460DF879A4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9727" y="4709542"/>
                  <a:ext cx="199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777BB87-9E8C-E226-68DF-B71B72578557}"/>
                    </a:ext>
                  </a:extLst>
                </p14:cNvPr>
                <p14:cNvContentPartPr/>
                <p14:nvPr/>
              </p14:nvContentPartPr>
              <p14:xfrm>
                <a:off x="1398047" y="4736182"/>
                <a:ext cx="4680" cy="286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777BB87-9E8C-E226-68DF-B71B7257855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80407" y="4718182"/>
                  <a:ext cx="403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F80EC50-543C-6D9D-DE66-819ECB1D78D2}"/>
                    </a:ext>
                  </a:extLst>
                </p14:cNvPr>
                <p14:cNvContentPartPr/>
                <p14:nvPr/>
              </p14:nvContentPartPr>
              <p14:xfrm>
                <a:off x="2673887" y="2022862"/>
                <a:ext cx="156960" cy="3053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F80EC50-543C-6D9D-DE66-819ECB1D78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655887" y="2005222"/>
                  <a:ext cx="192600" cy="30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A33D52-0493-30CF-A607-1199D6A5179C}"/>
                    </a:ext>
                  </a:extLst>
                </p14:cNvPr>
                <p14:cNvContentPartPr/>
                <p14:nvPr/>
              </p14:nvContentPartPr>
              <p14:xfrm>
                <a:off x="537287" y="3897022"/>
                <a:ext cx="7417080" cy="158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A33D52-0493-30CF-A607-1199D6A517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19287" y="3879382"/>
                  <a:ext cx="745272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0B7119F-0345-0800-70DB-56AEDFF1F5C0}"/>
                  </a:ext>
                </a:extLst>
              </p14:cNvPr>
              <p14:cNvContentPartPr/>
              <p14:nvPr/>
            </p14:nvContentPartPr>
            <p14:xfrm>
              <a:off x="489767" y="2617222"/>
              <a:ext cx="7560" cy="18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0B7119F-0345-0800-70DB-56AEDFF1F5C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471767" y="2599222"/>
                <a:ext cx="432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428306F-4BA4-63C3-73C2-B82111D9AAB9}"/>
              </a:ext>
            </a:extLst>
          </p:cNvPr>
          <p:cNvGrpSpPr/>
          <p:nvPr/>
        </p:nvGrpSpPr>
        <p:grpSpPr>
          <a:xfrm>
            <a:off x="1929767" y="4033822"/>
            <a:ext cx="60120" cy="1272240"/>
            <a:chOff x="1929767" y="4033822"/>
            <a:chExt cx="60120" cy="12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4F3DC89-A279-95B2-1D7B-6E67CD0CE54A}"/>
                    </a:ext>
                  </a:extLst>
                </p14:cNvPr>
                <p14:cNvContentPartPr/>
                <p14:nvPr/>
              </p14:nvContentPartPr>
              <p14:xfrm>
                <a:off x="1929767" y="4067302"/>
                <a:ext cx="10080" cy="144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4F3DC89-A279-95B2-1D7B-6E67CD0CE54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12127" y="4049662"/>
                  <a:ext cx="45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4BFC24D-13F8-4105-A7C1-43C4A6B8F770}"/>
                    </a:ext>
                  </a:extLst>
                </p14:cNvPr>
                <p14:cNvContentPartPr/>
                <p14:nvPr/>
              </p14:nvContentPartPr>
              <p14:xfrm>
                <a:off x="1954607" y="4033822"/>
                <a:ext cx="35280" cy="12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4BFC24D-13F8-4105-A7C1-43C4A6B8F77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936607" y="4016182"/>
                  <a:ext cx="70920" cy="13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B57F4C0-E563-1DA1-6FB7-159251707E30}"/>
              </a:ext>
            </a:extLst>
          </p:cNvPr>
          <p:cNvGrpSpPr/>
          <p:nvPr/>
        </p:nvGrpSpPr>
        <p:grpSpPr>
          <a:xfrm>
            <a:off x="2187887" y="5367262"/>
            <a:ext cx="351000" cy="420840"/>
            <a:chOff x="2187887" y="5367262"/>
            <a:chExt cx="35100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9824D6C-7450-5F1D-98D3-C2B820A73E75}"/>
                    </a:ext>
                  </a:extLst>
                </p14:cNvPr>
                <p14:cNvContentPartPr/>
                <p14:nvPr/>
              </p14:nvContentPartPr>
              <p14:xfrm>
                <a:off x="2187887" y="5367262"/>
                <a:ext cx="89280" cy="19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9824D6C-7450-5F1D-98D3-C2B820A73E7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170247" y="5349262"/>
                  <a:ext cx="124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C1CF955-2FD8-BCB1-0D5D-2A16FB3864C2}"/>
                    </a:ext>
                  </a:extLst>
                </p14:cNvPr>
                <p14:cNvContentPartPr/>
                <p14:nvPr/>
              </p14:nvContentPartPr>
              <p14:xfrm>
                <a:off x="2219207" y="5372302"/>
                <a:ext cx="159120" cy="220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C1CF955-2FD8-BCB1-0D5D-2A16FB3864C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201207" y="5354662"/>
                  <a:ext cx="194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75B5337-4938-8087-F45F-85C3D0BC8E60}"/>
                    </a:ext>
                  </a:extLst>
                </p14:cNvPr>
                <p14:cNvContentPartPr/>
                <p14:nvPr/>
              </p14:nvContentPartPr>
              <p14:xfrm>
                <a:off x="2338727" y="5531062"/>
                <a:ext cx="144360" cy="257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75B5337-4938-8087-F45F-85C3D0BC8E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321087" y="5513422"/>
                  <a:ext cx="1800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4D1E187-05CF-0450-D87A-3D66F9905E9B}"/>
                    </a:ext>
                  </a:extLst>
                </p14:cNvPr>
                <p14:cNvContentPartPr/>
                <p14:nvPr/>
              </p14:nvContentPartPr>
              <p14:xfrm>
                <a:off x="2533487" y="5404702"/>
                <a:ext cx="5400" cy="32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4D1E187-05CF-0450-D87A-3D66F9905E9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515487" y="5387062"/>
                  <a:ext cx="4104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0557E71-62E6-4401-0622-D75062A74309}"/>
                  </a:ext>
                </a:extLst>
              </p14:cNvPr>
              <p14:cNvContentPartPr/>
              <p14:nvPr/>
            </p14:nvContentPartPr>
            <p14:xfrm>
              <a:off x="2848487" y="4878742"/>
              <a:ext cx="8640" cy="8305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0557E71-62E6-4401-0622-D75062A7430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830847" y="4860742"/>
                <a:ext cx="44280" cy="86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F1DFD8C-76ED-E3D4-BA8D-BCD7A3A18D12}"/>
                  </a:ext>
                </a:extLst>
              </p14:cNvPr>
              <p14:cNvContentPartPr/>
              <p14:nvPr/>
            </p14:nvContentPartPr>
            <p14:xfrm>
              <a:off x="3199847" y="4215982"/>
              <a:ext cx="255960" cy="2505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F1DFD8C-76ED-E3D4-BA8D-BCD7A3A18D1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3181847" y="4197982"/>
                <a:ext cx="29160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094561C-DAB6-ACAF-8B5C-3B2937A6CB34}"/>
              </a:ext>
            </a:extLst>
          </p:cNvPr>
          <p:cNvGrpSpPr/>
          <p:nvPr/>
        </p:nvGrpSpPr>
        <p:grpSpPr>
          <a:xfrm>
            <a:off x="4440767" y="4186462"/>
            <a:ext cx="172080" cy="265320"/>
            <a:chOff x="4440767" y="4186462"/>
            <a:chExt cx="17208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C8FB228-2F83-E5B4-C7C2-436183D2AA5E}"/>
                    </a:ext>
                  </a:extLst>
                </p14:cNvPr>
                <p14:cNvContentPartPr/>
                <p14:nvPr/>
              </p14:nvContentPartPr>
              <p14:xfrm>
                <a:off x="4484687" y="4186462"/>
                <a:ext cx="128160" cy="25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C8FB228-2F83-E5B4-C7C2-436183D2AA5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467047" y="4168462"/>
                  <a:ext cx="163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D7A6CE7-0D13-9797-62A9-91EDF6690C1A}"/>
                    </a:ext>
                  </a:extLst>
                </p14:cNvPr>
                <p14:cNvContentPartPr/>
                <p14:nvPr/>
              </p14:nvContentPartPr>
              <p14:xfrm>
                <a:off x="4440767" y="4209862"/>
                <a:ext cx="120960" cy="241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D7A6CE7-0D13-9797-62A9-91EDF6690C1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422767" y="4192222"/>
                  <a:ext cx="156600" cy="27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D1C73495-3822-61F1-7F41-3763124BDA8F}"/>
                  </a:ext>
                </a:extLst>
              </p14:cNvPr>
              <p14:cNvContentPartPr/>
              <p14:nvPr/>
            </p14:nvContentPartPr>
            <p14:xfrm>
              <a:off x="5668727" y="4170982"/>
              <a:ext cx="191520" cy="222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D1C73495-3822-61F1-7F41-3763124BDA8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5651087" y="4152982"/>
                <a:ext cx="2271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38DF715-413B-379C-FE56-0F7F3527E693}"/>
                  </a:ext>
                </a:extLst>
              </p14:cNvPr>
              <p14:cNvContentPartPr/>
              <p14:nvPr/>
            </p14:nvContentPartPr>
            <p14:xfrm>
              <a:off x="6892367" y="4136422"/>
              <a:ext cx="158400" cy="2354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38DF715-413B-379C-FE56-0F7F3527E693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6874367" y="4118422"/>
                <a:ext cx="194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7413777-33EB-8042-0187-A5EA8CDB5F19}"/>
                  </a:ext>
                </a:extLst>
              </p14:cNvPr>
              <p14:cNvContentPartPr/>
              <p14:nvPr/>
            </p14:nvContentPartPr>
            <p14:xfrm>
              <a:off x="645287" y="3071902"/>
              <a:ext cx="40680" cy="295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7413777-33EB-8042-0187-A5EA8CDB5F19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627287" y="3054262"/>
                <a:ext cx="763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5E3A142-2D12-D42D-5A4B-59208435EFB9}"/>
                  </a:ext>
                </a:extLst>
              </p14:cNvPr>
              <p14:cNvContentPartPr/>
              <p14:nvPr/>
            </p14:nvContentPartPr>
            <p14:xfrm>
              <a:off x="3568847" y="2930422"/>
              <a:ext cx="12600" cy="14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5E3A142-2D12-D42D-5A4B-59208435EFB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3550847" y="2912422"/>
                <a:ext cx="482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061984C-15D6-91E8-7E12-AD1C802B053B}"/>
              </a:ext>
            </a:extLst>
          </p:cNvPr>
          <p:cNvGrpSpPr/>
          <p:nvPr/>
        </p:nvGrpSpPr>
        <p:grpSpPr>
          <a:xfrm>
            <a:off x="1026887" y="3746902"/>
            <a:ext cx="93600" cy="83520"/>
            <a:chOff x="1026887" y="3746902"/>
            <a:chExt cx="93600" cy="8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7560962-9CCE-CF8B-9ED1-739356C6A916}"/>
                    </a:ext>
                  </a:extLst>
                </p14:cNvPr>
                <p14:cNvContentPartPr/>
                <p14:nvPr/>
              </p14:nvContentPartPr>
              <p14:xfrm>
                <a:off x="1026887" y="3746902"/>
                <a:ext cx="5400" cy="1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7560962-9CCE-CF8B-9ED1-739356C6A91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08887" y="372890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697E80F-5B22-3D87-3B76-7CB79989EB67}"/>
                    </a:ext>
                  </a:extLst>
                </p14:cNvPr>
                <p14:cNvContentPartPr/>
                <p14:nvPr/>
              </p14:nvContentPartPr>
              <p14:xfrm>
                <a:off x="1090607" y="3822142"/>
                <a:ext cx="29880" cy="8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697E80F-5B22-3D87-3B76-7CB79989EB6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2607" y="3804502"/>
                  <a:ext cx="6552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F52A8CF-048A-4EBD-05AB-7BC52344E900}"/>
                  </a:ext>
                </a:extLst>
              </p14:cNvPr>
              <p14:cNvContentPartPr/>
              <p14:nvPr/>
            </p14:nvContentPartPr>
            <p14:xfrm>
              <a:off x="3767927" y="3957142"/>
              <a:ext cx="4680" cy="165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F52A8CF-048A-4EBD-05AB-7BC52344E90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50287" y="3939142"/>
                <a:ext cx="403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FBCC60A-94BE-7B0E-1751-AA519B0DC7E7}"/>
                  </a:ext>
                </a:extLst>
              </p14:cNvPr>
              <p14:cNvContentPartPr/>
              <p14:nvPr/>
            </p14:nvContentPartPr>
            <p14:xfrm>
              <a:off x="3239087" y="4771822"/>
              <a:ext cx="165600" cy="3358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FBCC60A-94BE-7B0E-1751-AA519B0DC7E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221447" y="4754182"/>
                <a:ext cx="2012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447B8EE-44C6-10D5-E2DB-CD2878BF742E}"/>
                  </a:ext>
                </a:extLst>
              </p14:cNvPr>
              <p14:cNvContentPartPr/>
              <p14:nvPr/>
            </p14:nvContentPartPr>
            <p14:xfrm>
              <a:off x="760847" y="3265582"/>
              <a:ext cx="4680" cy="14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447B8EE-44C6-10D5-E2DB-CD2878BF74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2847" y="3247582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1E0CCB3-41B8-D329-535F-96632C0CF079}"/>
                  </a:ext>
                </a:extLst>
              </p14:cNvPr>
              <p14:cNvContentPartPr/>
              <p14:nvPr/>
            </p14:nvContentPartPr>
            <p14:xfrm>
              <a:off x="5539847" y="4727542"/>
              <a:ext cx="249120" cy="2962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1E0CCB3-41B8-D329-535F-96632C0CF079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5521847" y="4709902"/>
                <a:ext cx="284760" cy="3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F8F6A3C-EC19-EDE3-F0EE-009A4F461204}"/>
              </a:ext>
            </a:extLst>
          </p:cNvPr>
          <p:cNvGrpSpPr/>
          <p:nvPr/>
        </p:nvGrpSpPr>
        <p:grpSpPr>
          <a:xfrm>
            <a:off x="711167" y="3615502"/>
            <a:ext cx="113040" cy="51120"/>
            <a:chOff x="711167" y="3615502"/>
            <a:chExt cx="11304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14519AE-9E29-3002-7C57-0F67ADB2AC05}"/>
                    </a:ext>
                  </a:extLst>
                </p14:cNvPr>
                <p14:cNvContentPartPr/>
                <p14:nvPr/>
              </p14:nvContentPartPr>
              <p14:xfrm>
                <a:off x="711167" y="3664462"/>
                <a:ext cx="2880" cy="2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14519AE-9E29-3002-7C57-0F67ADB2AC0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93527" y="3646822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C067867-3F46-0E1E-57F5-868C7B3D1367}"/>
                    </a:ext>
                  </a:extLst>
                </p14:cNvPr>
                <p14:cNvContentPartPr/>
                <p14:nvPr/>
              </p14:nvContentPartPr>
              <p14:xfrm>
                <a:off x="820247" y="3615502"/>
                <a:ext cx="3960" cy="1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C067867-3F46-0E1E-57F5-868C7B3D136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2247" y="359786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670D00F-0AB5-ABE2-6DF1-DFED502498FB}"/>
              </a:ext>
            </a:extLst>
          </p:cNvPr>
          <p:cNvGrpSpPr/>
          <p:nvPr/>
        </p:nvGrpSpPr>
        <p:grpSpPr>
          <a:xfrm>
            <a:off x="6774647" y="4653022"/>
            <a:ext cx="363600" cy="700200"/>
            <a:chOff x="6774647" y="4653022"/>
            <a:chExt cx="363600" cy="7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4EEA9B5-B0CB-D8FC-806E-3872497F0D51}"/>
                    </a:ext>
                  </a:extLst>
                </p14:cNvPr>
                <p14:cNvContentPartPr/>
                <p14:nvPr/>
              </p14:nvContentPartPr>
              <p14:xfrm>
                <a:off x="6797327" y="4653022"/>
                <a:ext cx="138960" cy="3099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4EEA9B5-B0CB-D8FC-806E-3872497F0D5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79687" y="4635382"/>
                  <a:ext cx="1746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0FFE1A7-4B0C-1769-B367-299C96425126}"/>
                    </a:ext>
                  </a:extLst>
                </p14:cNvPr>
                <p14:cNvContentPartPr/>
                <p14:nvPr/>
              </p14:nvContentPartPr>
              <p14:xfrm>
                <a:off x="6774647" y="4893862"/>
                <a:ext cx="246240" cy="210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0FFE1A7-4B0C-1769-B367-299C9642512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56647" y="4875862"/>
                  <a:ext cx="281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1A4120F-B540-1BA5-A0C0-7B428309F74F}"/>
                    </a:ext>
                  </a:extLst>
                </p14:cNvPr>
                <p14:cNvContentPartPr/>
                <p14:nvPr/>
              </p14:nvContentPartPr>
              <p14:xfrm>
                <a:off x="7010447" y="5013022"/>
                <a:ext cx="127800" cy="340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1A4120F-B540-1BA5-A0C0-7B428309F74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992447" y="4995022"/>
                  <a:ext cx="16344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618E9B3-05A0-034B-F631-739A2B91036F}"/>
              </a:ext>
            </a:extLst>
          </p:cNvPr>
          <p:cNvGrpSpPr/>
          <p:nvPr/>
        </p:nvGrpSpPr>
        <p:grpSpPr>
          <a:xfrm>
            <a:off x="1847687" y="5889982"/>
            <a:ext cx="671760" cy="340560"/>
            <a:chOff x="1847687" y="5889982"/>
            <a:chExt cx="67176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DFCA159-EA54-E3EC-8E21-7996B097838F}"/>
                    </a:ext>
                  </a:extLst>
                </p14:cNvPr>
                <p14:cNvContentPartPr/>
                <p14:nvPr/>
              </p14:nvContentPartPr>
              <p14:xfrm>
                <a:off x="1892687" y="5889982"/>
                <a:ext cx="48240" cy="15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DFCA159-EA54-E3EC-8E21-7996B097838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874687" y="5871982"/>
                  <a:ext cx="83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7D07DA7-E034-C287-CA2C-7AC515544E04}"/>
                    </a:ext>
                  </a:extLst>
                </p14:cNvPr>
                <p14:cNvContentPartPr/>
                <p14:nvPr/>
              </p14:nvContentPartPr>
              <p14:xfrm>
                <a:off x="1847687" y="5983942"/>
                <a:ext cx="69480" cy="15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7D07DA7-E034-C287-CA2C-7AC515544E0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29687" y="5965942"/>
                  <a:ext cx="105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BD9D5F9-6B8F-0CCA-2955-2D47F15D3213}"/>
                    </a:ext>
                  </a:extLst>
                </p14:cNvPr>
                <p14:cNvContentPartPr/>
                <p14:nvPr/>
              </p14:nvContentPartPr>
              <p14:xfrm>
                <a:off x="1979447" y="5922382"/>
                <a:ext cx="108360" cy="142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BD9D5F9-6B8F-0CCA-2955-2D47F15D321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961447" y="5904382"/>
                  <a:ext cx="144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4393C04-CCD2-D3D2-F893-B57F44AD9B55}"/>
                    </a:ext>
                  </a:extLst>
                </p14:cNvPr>
                <p14:cNvContentPartPr/>
                <p14:nvPr/>
              </p14:nvContentPartPr>
              <p14:xfrm>
                <a:off x="2072687" y="6021742"/>
                <a:ext cx="75240" cy="2088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4393C04-CCD2-D3D2-F893-B57F44AD9B5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054687" y="6004102"/>
                  <a:ext cx="1108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35D240E-6A47-BC5F-D6C3-D4197CDC33FB}"/>
                    </a:ext>
                  </a:extLst>
                </p14:cNvPr>
                <p14:cNvContentPartPr/>
                <p14:nvPr/>
              </p14:nvContentPartPr>
              <p14:xfrm>
                <a:off x="2165927" y="5899702"/>
                <a:ext cx="2880" cy="17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35D240E-6A47-BC5F-D6C3-D4197CDC33F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48287" y="5881702"/>
                  <a:ext cx="38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F1E148E-AE8F-56ED-1942-F6C12D492063}"/>
                    </a:ext>
                  </a:extLst>
                </p14:cNvPr>
                <p14:cNvContentPartPr/>
                <p14:nvPr/>
              </p14:nvContentPartPr>
              <p14:xfrm>
                <a:off x="2243327" y="6008062"/>
                <a:ext cx="20880" cy="19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F1E148E-AE8F-56ED-1942-F6C12D49206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25687" y="5990062"/>
                  <a:ext cx="56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BA9F0F-2FC2-6D8B-B495-B6D7D46C84D0}"/>
                    </a:ext>
                  </a:extLst>
                </p14:cNvPr>
                <p14:cNvContentPartPr/>
                <p14:nvPr/>
              </p14:nvContentPartPr>
              <p14:xfrm>
                <a:off x="2317487" y="5965222"/>
                <a:ext cx="132840" cy="118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BA9F0F-2FC2-6D8B-B495-B6D7D46C84D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299847" y="5947582"/>
                  <a:ext cx="168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73E32B3-BF6D-8161-C250-9B64F7324689}"/>
                    </a:ext>
                  </a:extLst>
                </p14:cNvPr>
                <p14:cNvContentPartPr/>
                <p14:nvPr/>
              </p14:nvContentPartPr>
              <p14:xfrm>
                <a:off x="2435207" y="6034702"/>
                <a:ext cx="84240" cy="163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73E32B3-BF6D-8161-C250-9B64F732468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17207" y="6016702"/>
                  <a:ext cx="119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9189493-F8AA-E0DA-9EB1-916BD89A4231}"/>
                    </a:ext>
                  </a:extLst>
                </p14:cNvPr>
                <p14:cNvContentPartPr/>
                <p14:nvPr/>
              </p14:nvContentPartPr>
              <p14:xfrm>
                <a:off x="2501807" y="6006622"/>
                <a:ext cx="3600" cy="18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9189493-F8AA-E0DA-9EB1-916BD89A423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84167" y="5988622"/>
                  <a:ext cx="3924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8AED5F6-1E81-6FAD-223E-1633BA85BE93}"/>
                  </a:ext>
                </a:extLst>
              </p14:cNvPr>
              <p14:cNvContentPartPr/>
              <p14:nvPr/>
            </p14:nvContentPartPr>
            <p14:xfrm>
              <a:off x="3128567" y="5497582"/>
              <a:ext cx="193320" cy="2448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8AED5F6-1E81-6FAD-223E-1633BA85BE9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110567" y="5479942"/>
                <a:ext cx="228960" cy="28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4F96857-B0A1-7BEB-73C0-59CFB7ECDF1C}"/>
              </a:ext>
            </a:extLst>
          </p:cNvPr>
          <p:cNvGrpSpPr/>
          <p:nvPr/>
        </p:nvGrpSpPr>
        <p:grpSpPr>
          <a:xfrm>
            <a:off x="4286687" y="5460502"/>
            <a:ext cx="296640" cy="676440"/>
            <a:chOff x="4286687" y="5460502"/>
            <a:chExt cx="29664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402ABB9-6179-DBAD-7125-CF07F28EC2EC}"/>
                    </a:ext>
                  </a:extLst>
                </p14:cNvPr>
                <p14:cNvContentPartPr/>
                <p14:nvPr/>
              </p14:nvContentPartPr>
              <p14:xfrm>
                <a:off x="4292447" y="5460502"/>
                <a:ext cx="18720" cy="2077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402ABB9-6179-DBAD-7125-CF07F28EC2E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274807" y="5442862"/>
                  <a:ext cx="54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33EA48F-C3DC-F906-AF99-19B35C2E3562}"/>
                    </a:ext>
                  </a:extLst>
                </p14:cNvPr>
                <p14:cNvContentPartPr/>
                <p14:nvPr/>
              </p14:nvContentPartPr>
              <p14:xfrm>
                <a:off x="4286687" y="5623222"/>
                <a:ext cx="161280" cy="190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33EA48F-C3DC-F906-AF99-19B35C2E356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69047" y="5605582"/>
                  <a:ext cx="196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9F10A8B-AEA5-6FB8-1F55-57A13BDA8E3D}"/>
                    </a:ext>
                  </a:extLst>
                </p14:cNvPr>
                <p14:cNvContentPartPr/>
                <p14:nvPr/>
              </p14:nvContentPartPr>
              <p14:xfrm>
                <a:off x="4443287" y="5784142"/>
                <a:ext cx="140040" cy="352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9F10A8B-AEA5-6FB8-1F55-57A13BDA8E3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25287" y="5766142"/>
                  <a:ext cx="17568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98DC035-6468-716C-898B-146133D136B1}"/>
                  </a:ext>
                </a:extLst>
              </p14:cNvPr>
              <p14:cNvContentPartPr/>
              <p14:nvPr/>
            </p14:nvContentPartPr>
            <p14:xfrm>
              <a:off x="5542367" y="5522062"/>
              <a:ext cx="215640" cy="2635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98DC035-6468-716C-898B-146133D136B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524727" y="5504062"/>
                <a:ext cx="2512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302E7AD-D9B9-268B-73CF-F17FEA0F1A5F}"/>
                  </a:ext>
                </a:extLst>
              </p14:cNvPr>
              <p14:cNvContentPartPr/>
              <p14:nvPr/>
            </p14:nvContentPartPr>
            <p14:xfrm>
              <a:off x="6577727" y="5664622"/>
              <a:ext cx="6480" cy="12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302E7AD-D9B9-268B-73CF-F17FEA0F1A5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560087" y="5646622"/>
                <a:ext cx="421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975DF63-76FA-4E0E-8CB3-CD919EF941E6}"/>
              </a:ext>
            </a:extLst>
          </p:cNvPr>
          <p:cNvGrpSpPr/>
          <p:nvPr/>
        </p:nvGrpSpPr>
        <p:grpSpPr>
          <a:xfrm>
            <a:off x="6892727" y="5463022"/>
            <a:ext cx="499680" cy="677880"/>
            <a:chOff x="6892727" y="5463022"/>
            <a:chExt cx="499680" cy="67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5DD798-89BB-8B65-DB2D-217818A9F6D9}"/>
                    </a:ext>
                  </a:extLst>
                </p14:cNvPr>
                <p14:cNvContentPartPr/>
                <p14:nvPr/>
              </p14:nvContentPartPr>
              <p14:xfrm>
                <a:off x="6892727" y="5463022"/>
                <a:ext cx="172800" cy="284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5DD798-89BB-8B65-DB2D-217818A9F6D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74727" y="5445382"/>
                  <a:ext cx="208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D1A3969-D6FB-9503-882F-5BE9FB733E4F}"/>
                    </a:ext>
                  </a:extLst>
                </p14:cNvPr>
                <p14:cNvContentPartPr/>
                <p14:nvPr/>
              </p14:nvContentPartPr>
              <p14:xfrm>
                <a:off x="6964727" y="5656342"/>
                <a:ext cx="202680" cy="236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D1A3969-D6FB-9503-882F-5BE9FB733E4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47087" y="5638702"/>
                  <a:ext cx="2383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4E879DE-9D82-A9F0-D2A6-AF8387838726}"/>
                    </a:ext>
                  </a:extLst>
                </p14:cNvPr>
                <p14:cNvContentPartPr/>
                <p14:nvPr/>
              </p14:nvContentPartPr>
              <p14:xfrm>
                <a:off x="7235447" y="5798902"/>
                <a:ext cx="156960" cy="342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4E879DE-9D82-A9F0-D2A6-AF83878387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17447" y="5781262"/>
                  <a:ext cx="19260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739B113-38E8-B21E-A607-A8D698FAB5BD}"/>
              </a:ext>
            </a:extLst>
          </p:cNvPr>
          <p:cNvGrpSpPr/>
          <p:nvPr/>
        </p:nvGrpSpPr>
        <p:grpSpPr>
          <a:xfrm>
            <a:off x="4163207" y="4763902"/>
            <a:ext cx="557280" cy="508320"/>
            <a:chOff x="4163207" y="4763902"/>
            <a:chExt cx="55728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9D08E98-B5C2-FCAD-A425-40340AF7C71C}"/>
                    </a:ext>
                  </a:extLst>
                </p14:cNvPr>
                <p14:cNvContentPartPr/>
                <p14:nvPr/>
              </p14:nvContentPartPr>
              <p14:xfrm>
                <a:off x="4163207" y="4763902"/>
                <a:ext cx="153720" cy="220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9D08E98-B5C2-FCAD-A425-40340AF7C71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45207" y="4746262"/>
                  <a:ext cx="189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77BCC30-7D16-CB80-6207-F29296845150}"/>
                    </a:ext>
                  </a:extLst>
                </p14:cNvPr>
                <p14:cNvContentPartPr/>
                <p14:nvPr/>
              </p14:nvContentPartPr>
              <p14:xfrm>
                <a:off x="4424207" y="4807462"/>
                <a:ext cx="20160" cy="171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77BCC30-7D16-CB80-6207-F2929684515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406567" y="4789462"/>
                  <a:ext cx="55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2C3A07A-4188-EDBA-3B00-2F79C38AF4A2}"/>
                    </a:ext>
                  </a:extLst>
                </p14:cNvPr>
                <p14:cNvContentPartPr/>
                <p14:nvPr/>
              </p14:nvContentPartPr>
              <p14:xfrm>
                <a:off x="4349687" y="4896742"/>
                <a:ext cx="204840" cy="232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2C3A07A-4188-EDBA-3B00-2F79C38AF4A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32047" y="4879102"/>
                  <a:ext cx="240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E0393FF-1A22-EEF5-A9F2-2A38D04F7576}"/>
                    </a:ext>
                  </a:extLst>
                </p14:cNvPr>
                <p14:cNvContentPartPr/>
                <p14:nvPr/>
              </p14:nvContentPartPr>
              <p14:xfrm>
                <a:off x="4611767" y="5004382"/>
                <a:ext cx="108720" cy="267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E0393FF-1A22-EEF5-A9F2-2A38D04F757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93767" y="4986742"/>
                  <a:ext cx="1443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1F822D6-0E9B-43FF-5F3E-FBEE6E98BB56}"/>
                    </a:ext>
                  </a:extLst>
                </p14:cNvPr>
                <p14:cNvContentPartPr/>
                <p14:nvPr/>
              </p14:nvContentPartPr>
              <p14:xfrm>
                <a:off x="4238087" y="5083222"/>
                <a:ext cx="7920" cy="7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1F822D6-0E9B-43FF-5F3E-FBEE6E98BB5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20087" y="5065582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6535F8-C491-2745-254C-7648C37B9F82}"/>
                    </a:ext>
                  </a:extLst>
                </p14:cNvPr>
                <p14:cNvContentPartPr/>
                <p14:nvPr/>
              </p14:nvContentPartPr>
              <p14:xfrm>
                <a:off x="4257167" y="5053702"/>
                <a:ext cx="360" cy="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6535F8-C491-2745-254C-7648C37B9F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9527" y="50357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2B3AD01-5AD8-46D1-ED06-97BD84BA307D}"/>
                    </a:ext>
                  </a:extLst>
                </p14:cNvPr>
                <p14:cNvContentPartPr/>
                <p14:nvPr/>
              </p14:nvContentPartPr>
              <p14:xfrm>
                <a:off x="4238087" y="5055502"/>
                <a:ext cx="360" cy="3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2B3AD01-5AD8-46D1-ED06-97BD84BA30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20087" y="5037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43C19123-A6A3-293F-92B6-F8172A53B0C3}"/>
                  </a:ext>
                </a:extLst>
              </p14:cNvPr>
              <p14:cNvContentPartPr/>
              <p14:nvPr/>
            </p14:nvContentPartPr>
            <p14:xfrm>
              <a:off x="1490207" y="3941662"/>
              <a:ext cx="14760" cy="90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43C19123-A6A3-293F-92B6-F8172A53B0C3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472207" y="3923662"/>
                <a:ext cx="504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92090AE-CE77-15F7-CC72-350B19EE2A91}"/>
                  </a:ext>
                </a:extLst>
              </p14:cNvPr>
              <p14:cNvContentPartPr/>
              <p14:nvPr/>
            </p14:nvContentPartPr>
            <p14:xfrm>
              <a:off x="4315487" y="3616222"/>
              <a:ext cx="12600" cy="82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92090AE-CE77-15F7-CC72-350B19EE2A91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4297487" y="3598582"/>
                <a:ext cx="482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81460E98-4D16-4155-465E-F6AEAA51061C}"/>
                  </a:ext>
                </a:extLst>
              </p14:cNvPr>
              <p14:cNvContentPartPr/>
              <p14:nvPr/>
            </p14:nvContentPartPr>
            <p14:xfrm>
              <a:off x="10631327" y="3620542"/>
              <a:ext cx="18360" cy="158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81460E98-4D16-4155-465E-F6AEAA51061C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0613687" y="3602902"/>
                <a:ext cx="540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3E81700B-D284-E148-5FC4-530D23ECFF9E}"/>
                  </a:ext>
                </a:extLst>
              </p14:cNvPr>
              <p14:cNvContentPartPr/>
              <p14:nvPr/>
            </p14:nvContentPartPr>
            <p14:xfrm>
              <a:off x="10562207" y="6863422"/>
              <a:ext cx="21960" cy="244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3E81700B-D284-E148-5FC4-530D23ECFF9E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0544207" y="6845422"/>
                <a:ext cx="576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C755CE2A-17A4-0D64-25F0-A7F7DE2BA911}"/>
              </a:ext>
            </a:extLst>
          </p:cNvPr>
          <p:cNvGrpSpPr/>
          <p:nvPr/>
        </p:nvGrpSpPr>
        <p:grpSpPr>
          <a:xfrm>
            <a:off x="4322687" y="3836660"/>
            <a:ext cx="219240" cy="124200"/>
            <a:chOff x="4322687" y="3836660"/>
            <a:chExt cx="21924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E07960-9743-ED4C-9A96-8A2F79EE5338}"/>
                    </a:ext>
                  </a:extLst>
                </p14:cNvPr>
                <p14:cNvContentPartPr/>
                <p14:nvPr/>
              </p14:nvContentPartPr>
              <p14:xfrm>
                <a:off x="4322687" y="3836660"/>
                <a:ext cx="219240" cy="752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E07960-9743-ED4C-9A96-8A2F79EE533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305047" y="3819020"/>
                  <a:ext cx="254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9F5C443-AC31-0085-DF76-C39D016D0FB9}"/>
                    </a:ext>
                  </a:extLst>
                </p14:cNvPr>
                <p14:cNvContentPartPr/>
                <p14:nvPr/>
              </p14:nvContentPartPr>
              <p14:xfrm>
                <a:off x="4374887" y="3921980"/>
                <a:ext cx="109080" cy="388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9F5C443-AC31-0085-DF76-C39D016D0FB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356887" y="3904340"/>
                  <a:ext cx="14472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AEE3BCAB-16BC-E66D-B42B-E9625AC14FE6}"/>
                  </a:ext>
                </a:extLst>
              </p14:cNvPr>
              <p14:cNvContentPartPr/>
              <p14:nvPr/>
            </p14:nvContentPartPr>
            <p14:xfrm>
              <a:off x="4569647" y="1820300"/>
              <a:ext cx="360" cy="3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AEE3BCAB-16BC-E66D-B42B-E9625AC14FE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51647" y="18026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4662A6E-24C1-3E39-0D52-39B6DC8A019F}"/>
              </a:ext>
            </a:extLst>
          </p:cNvPr>
          <p:cNvGrpSpPr/>
          <p:nvPr/>
        </p:nvGrpSpPr>
        <p:grpSpPr>
          <a:xfrm>
            <a:off x="4423487" y="6213020"/>
            <a:ext cx="237960" cy="57240"/>
            <a:chOff x="4423487" y="6213020"/>
            <a:chExt cx="237960" cy="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974AF00-A57B-D917-ABF5-6864F734ABC9}"/>
                    </a:ext>
                  </a:extLst>
                </p14:cNvPr>
                <p14:cNvContentPartPr/>
                <p14:nvPr/>
              </p14:nvContentPartPr>
              <p14:xfrm>
                <a:off x="4423487" y="6249380"/>
                <a:ext cx="3600" cy="1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974AF00-A57B-D917-ABF5-6864F734AB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05847" y="6231380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A364704-4830-89C8-F0EA-71430E28F45D}"/>
                    </a:ext>
                  </a:extLst>
                </p14:cNvPr>
                <p14:cNvContentPartPr/>
                <p14:nvPr/>
              </p14:nvContentPartPr>
              <p14:xfrm>
                <a:off x="4477847" y="6230660"/>
                <a:ext cx="1440" cy="36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A364704-4830-89C8-F0EA-71430E28F45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460207" y="6213020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5A514F0-7357-183E-15B9-B6566C4A313D}"/>
                    </a:ext>
                  </a:extLst>
                </p14:cNvPr>
                <p14:cNvContentPartPr/>
                <p14:nvPr/>
              </p14:nvContentPartPr>
              <p14:xfrm>
                <a:off x="4494767" y="6241820"/>
                <a:ext cx="360" cy="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5A514F0-7357-183E-15B9-B6566C4A31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76767" y="62241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CF46C39-9A88-4008-C045-A2F61B95B92A}"/>
                    </a:ext>
                  </a:extLst>
                </p14:cNvPr>
                <p14:cNvContentPartPr/>
                <p14:nvPr/>
              </p14:nvContentPartPr>
              <p14:xfrm>
                <a:off x="4502687" y="6265580"/>
                <a:ext cx="3960" cy="1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CF46C39-9A88-4008-C045-A2F61B95B92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485047" y="6247580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A6F0ACB-A88A-8981-7378-EA22D0F1FCBE}"/>
                    </a:ext>
                  </a:extLst>
                </p14:cNvPr>
                <p14:cNvContentPartPr/>
                <p14:nvPr/>
              </p14:nvContentPartPr>
              <p14:xfrm>
                <a:off x="4505927" y="6257300"/>
                <a:ext cx="3960" cy="12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A6F0ACB-A88A-8981-7378-EA22D0F1FCB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87927" y="6239300"/>
                  <a:ext cx="39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A4F4AD2-E38D-7967-7C87-DA69221167BE}"/>
                    </a:ext>
                  </a:extLst>
                </p14:cNvPr>
                <p14:cNvContentPartPr/>
                <p14:nvPr/>
              </p14:nvContentPartPr>
              <p14:xfrm>
                <a:off x="4531847" y="6226340"/>
                <a:ext cx="1080" cy="39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A4F4AD2-E38D-7967-7C87-DA69221167B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13847" y="6208700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463843-817D-3390-2FF2-928F9124F59E}"/>
                    </a:ext>
                  </a:extLst>
                </p14:cNvPr>
                <p14:cNvContentPartPr/>
                <p14:nvPr/>
              </p14:nvContentPartPr>
              <p14:xfrm>
                <a:off x="4567847" y="6213020"/>
                <a:ext cx="5760" cy="97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463843-817D-3390-2FF2-928F9124F59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549847" y="6195020"/>
                  <a:ext cx="41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27067D8-7ACC-22D0-6F2F-195A33DF3DAE}"/>
                    </a:ext>
                  </a:extLst>
                </p14:cNvPr>
                <p14:cNvContentPartPr/>
                <p14:nvPr/>
              </p14:nvContentPartPr>
              <p14:xfrm>
                <a:off x="4580087" y="6213020"/>
                <a:ext cx="7920" cy="7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27067D8-7ACC-22D0-6F2F-195A33DF3DA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562087" y="6195020"/>
                  <a:ext cx="43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3E857F8-B077-8774-5646-7A817EAB6C3E}"/>
                    </a:ext>
                  </a:extLst>
                </p14:cNvPr>
                <p14:cNvContentPartPr/>
                <p14:nvPr/>
              </p14:nvContentPartPr>
              <p14:xfrm>
                <a:off x="4588727" y="6242540"/>
                <a:ext cx="360" cy="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3E857F8-B077-8774-5646-7A817EAB6C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0727" y="62249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8B62A10-FC9C-14C8-AD1D-1D61841E581C}"/>
                    </a:ext>
                  </a:extLst>
                </p14:cNvPr>
                <p14:cNvContentPartPr/>
                <p14:nvPr/>
              </p14:nvContentPartPr>
              <p14:xfrm>
                <a:off x="4615367" y="6260540"/>
                <a:ext cx="36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8B62A10-FC9C-14C8-AD1D-1D61841E58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97367" y="62425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1827FE6-AEA5-2ADE-C0F3-553F9B135F1D}"/>
                    </a:ext>
                  </a:extLst>
                </p14:cNvPr>
                <p14:cNvContentPartPr/>
                <p14:nvPr/>
              </p14:nvContentPartPr>
              <p14:xfrm>
                <a:off x="4658567" y="6246860"/>
                <a:ext cx="2880" cy="2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1827FE6-AEA5-2ADE-C0F3-553F9B135F1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640927" y="6229220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994208AE-F359-3616-5055-31BC7B5CE488}"/>
                  </a:ext>
                </a:extLst>
              </p14:cNvPr>
              <p14:cNvContentPartPr/>
              <p14:nvPr/>
            </p14:nvContentPartPr>
            <p14:xfrm>
              <a:off x="-211513" y="5413100"/>
              <a:ext cx="13320" cy="165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994208AE-F359-3616-5055-31BC7B5CE48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-229153" y="5395460"/>
                <a:ext cx="4896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6C305A01-F884-8843-1793-4159EC5730AB}"/>
              </a:ext>
            </a:extLst>
          </p:cNvPr>
          <p:cNvGrpSpPr/>
          <p:nvPr/>
        </p:nvGrpSpPr>
        <p:grpSpPr>
          <a:xfrm>
            <a:off x="2275316" y="4170020"/>
            <a:ext cx="253080" cy="342000"/>
            <a:chOff x="2275316" y="4170020"/>
            <a:chExt cx="25308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58791A0-4FE6-26B9-0001-9564F51CCEB7}"/>
                    </a:ext>
                  </a:extLst>
                </p14:cNvPr>
                <p14:cNvContentPartPr/>
                <p14:nvPr/>
              </p14:nvContentPartPr>
              <p14:xfrm>
                <a:off x="2275316" y="4170020"/>
                <a:ext cx="120240" cy="1882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58791A0-4FE6-26B9-0001-9564F51CCEB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57316" y="4152020"/>
                  <a:ext cx="155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437C963-86AE-A712-6364-1E3851AE643F}"/>
                    </a:ext>
                  </a:extLst>
                </p14:cNvPr>
                <p14:cNvContentPartPr/>
                <p14:nvPr/>
              </p14:nvContentPartPr>
              <p14:xfrm>
                <a:off x="2401676" y="4304300"/>
                <a:ext cx="84600" cy="2077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437C963-86AE-A712-6364-1E3851AE643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84036" y="4286660"/>
                  <a:ext cx="120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C973A06-E2CE-E9B8-2719-01B7425D6F51}"/>
                    </a:ext>
                  </a:extLst>
                </p14:cNvPr>
                <p14:cNvContentPartPr/>
                <p14:nvPr/>
              </p14:nvContentPartPr>
              <p14:xfrm>
                <a:off x="2527316" y="4182260"/>
                <a:ext cx="1080" cy="20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C973A06-E2CE-E9B8-2719-01B7425D6F5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509676" y="4164620"/>
                  <a:ext cx="3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3C2F83A-1571-46C1-ED49-AB52A97481E2}"/>
              </a:ext>
            </a:extLst>
          </p:cNvPr>
          <p:cNvGrpSpPr/>
          <p:nvPr/>
        </p:nvGrpSpPr>
        <p:grpSpPr>
          <a:xfrm>
            <a:off x="2193236" y="4752140"/>
            <a:ext cx="485280" cy="374040"/>
            <a:chOff x="2193236" y="4752140"/>
            <a:chExt cx="4852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5A29843-7DB6-11B5-23F3-DAAF32E788A2}"/>
                    </a:ext>
                  </a:extLst>
                </p14:cNvPr>
                <p14:cNvContentPartPr/>
                <p14:nvPr/>
              </p14:nvContentPartPr>
              <p14:xfrm>
                <a:off x="2193236" y="4752140"/>
                <a:ext cx="225000" cy="189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5A29843-7DB6-11B5-23F3-DAAF32E788A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175236" y="4734140"/>
                  <a:ext cx="260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47DE3ED-15A2-74DB-5E64-704CA667EC41}"/>
                    </a:ext>
                  </a:extLst>
                </p14:cNvPr>
                <p14:cNvContentPartPr/>
                <p14:nvPr/>
              </p14:nvContentPartPr>
              <p14:xfrm>
                <a:off x="2440196" y="4900820"/>
                <a:ext cx="116280" cy="225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47DE3ED-15A2-74DB-5E64-704CA667EC4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422556" y="4883180"/>
                  <a:ext cx="151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D339D7F-49C0-3A6A-DEE1-1DDC67BEB5B0}"/>
                    </a:ext>
                  </a:extLst>
                </p14:cNvPr>
                <p14:cNvContentPartPr/>
                <p14:nvPr/>
              </p14:nvContentPartPr>
              <p14:xfrm>
                <a:off x="2670956" y="4773020"/>
                <a:ext cx="7560" cy="158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D339D7F-49C0-3A6A-DEE1-1DDC67BEB5B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652956" y="4755380"/>
                  <a:ext cx="432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D65DA805-1957-BC32-3575-668CF92129E4}"/>
                  </a:ext>
                </a:extLst>
              </p14:cNvPr>
              <p14:cNvContentPartPr/>
              <p14:nvPr/>
            </p14:nvContentPartPr>
            <p14:xfrm>
              <a:off x="3907916" y="5613260"/>
              <a:ext cx="210600" cy="2592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D65DA805-1957-BC32-3575-668CF92129E4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889916" y="5595620"/>
                <a:ext cx="2462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1238DC8C-10FA-89CF-0EF4-4B66D3F206AD}"/>
                  </a:ext>
                </a:extLst>
              </p14:cNvPr>
              <p14:cNvContentPartPr/>
              <p14:nvPr/>
            </p14:nvContentPartPr>
            <p14:xfrm>
              <a:off x="6410996" y="5656820"/>
              <a:ext cx="194400" cy="4176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1238DC8C-10FA-89CF-0EF4-4B66D3F206A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6392996" y="5639180"/>
                <a:ext cx="2300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9B3001C2-0400-048E-2579-705F4E72E785}"/>
                  </a:ext>
                </a:extLst>
              </p14:cNvPr>
              <p14:cNvContentPartPr/>
              <p14:nvPr/>
            </p14:nvContentPartPr>
            <p14:xfrm>
              <a:off x="3337676" y="5066780"/>
              <a:ext cx="2160" cy="648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9B3001C2-0400-048E-2579-705F4E72E78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319676" y="5049140"/>
                <a:ext cx="3780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51A8D35-FFC4-9ACA-DB54-0A1462183DC9}"/>
              </a:ext>
            </a:extLst>
          </p:cNvPr>
          <p:cNvGrpSpPr/>
          <p:nvPr/>
        </p:nvGrpSpPr>
        <p:grpSpPr>
          <a:xfrm>
            <a:off x="3424076" y="4323740"/>
            <a:ext cx="19080" cy="116280"/>
            <a:chOff x="3424076" y="4323740"/>
            <a:chExt cx="1908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E737DAD-30DE-74FF-D025-3EF5629DCB2B}"/>
                    </a:ext>
                  </a:extLst>
                </p14:cNvPr>
                <p14:cNvContentPartPr/>
                <p14:nvPr/>
              </p14:nvContentPartPr>
              <p14:xfrm>
                <a:off x="3424076" y="4323740"/>
                <a:ext cx="4680" cy="43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E737DAD-30DE-74FF-D025-3EF5629DCB2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406436" y="4305740"/>
                  <a:ext cx="40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653B10C-F0FC-B7BA-A81F-91F1B573620D}"/>
                    </a:ext>
                  </a:extLst>
                </p14:cNvPr>
                <p14:cNvContentPartPr/>
                <p14:nvPr/>
              </p14:nvContentPartPr>
              <p14:xfrm>
                <a:off x="3442076" y="4423460"/>
                <a:ext cx="1080" cy="16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653B10C-F0FC-B7BA-A81F-91F1B573620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24436" y="4405820"/>
                  <a:ext cx="3672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C2348E8F-0FA1-8681-1951-DC267701D9DB}"/>
                  </a:ext>
                </a:extLst>
              </p14:cNvPr>
              <p14:cNvContentPartPr/>
              <p14:nvPr/>
            </p14:nvContentPartPr>
            <p14:xfrm>
              <a:off x="3330836" y="5318060"/>
              <a:ext cx="6480" cy="90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C2348E8F-0FA1-8681-1951-DC267701D9DB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312836" y="5300060"/>
                <a:ext cx="42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A225B10-106F-B522-0098-DA4CD1C9131B}"/>
                  </a:ext>
                </a:extLst>
              </p14:cNvPr>
              <p14:cNvContentPartPr/>
              <p14:nvPr/>
            </p14:nvContentPartPr>
            <p14:xfrm>
              <a:off x="4494356" y="4474220"/>
              <a:ext cx="2160" cy="28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A225B10-106F-B522-0098-DA4CD1C9131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476356" y="4456580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6FE55579-196A-E012-8635-12BBB9DA2C84}"/>
                  </a:ext>
                </a:extLst>
              </p14:cNvPr>
              <p14:cNvContentPartPr/>
              <p14:nvPr/>
            </p14:nvContentPartPr>
            <p14:xfrm>
              <a:off x="590156" y="2872940"/>
              <a:ext cx="351360" cy="36936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6FE55579-196A-E012-8635-12BBB9DA2C8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72516" y="2854940"/>
                <a:ext cx="3870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812336DC-D99D-7374-0CD9-576D6B07B666}"/>
                  </a:ext>
                </a:extLst>
              </p14:cNvPr>
              <p14:cNvContentPartPr/>
              <p14:nvPr/>
            </p14:nvContentPartPr>
            <p14:xfrm>
              <a:off x="7031276" y="6078020"/>
              <a:ext cx="360" cy="36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812336DC-D99D-7374-0CD9-576D6B07B6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13636" y="606038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5B8FD60-01E2-A050-0AA5-6E5E3B0E3B70}"/>
              </a:ext>
            </a:extLst>
          </p:cNvPr>
          <p:cNvGrpSpPr/>
          <p:nvPr/>
        </p:nvGrpSpPr>
        <p:grpSpPr>
          <a:xfrm>
            <a:off x="8899676" y="322700"/>
            <a:ext cx="917280" cy="461520"/>
            <a:chOff x="8899676" y="322700"/>
            <a:chExt cx="91728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BFCD3E0-B497-8E56-74EA-87DF429CB815}"/>
                    </a:ext>
                  </a:extLst>
                </p14:cNvPr>
                <p14:cNvContentPartPr/>
                <p14:nvPr/>
              </p14:nvContentPartPr>
              <p14:xfrm>
                <a:off x="8899676" y="357980"/>
                <a:ext cx="140760" cy="1958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BFCD3E0-B497-8E56-74EA-87DF429CB81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881676" y="339980"/>
                  <a:ext cx="176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36D1084-21AD-F328-9CB3-00A05B071CFB}"/>
                    </a:ext>
                  </a:extLst>
                </p14:cNvPr>
                <p14:cNvContentPartPr/>
                <p14:nvPr/>
              </p14:nvContentPartPr>
              <p14:xfrm>
                <a:off x="9022076" y="536540"/>
                <a:ext cx="118800" cy="247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36D1084-21AD-F328-9CB3-00A05B071CF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004076" y="518900"/>
                  <a:ext cx="154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078334D-5831-20F1-698C-690771DA7F04}"/>
                    </a:ext>
                  </a:extLst>
                </p14:cNvPr>
                <p14:cNvContentPartPr/>
                <p14:nvPr/>
              </p14:nvContentPartPr>
              <p14:xfrm>
                <a:off x="9170036" y="431780"/>
                <a:ext cx="3960" cy="190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078334D-5831-20F1-698C-690771DA7F0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152396" y="414140"/>
                  <a:ext cx="39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AAEEF0D-C389-2BBB-CC7B-06F99C9B94C9}"/>
                    </a:ext>
                  </a:extLst>
                </p14:cNvPr>
                <p14:cNvContentPartPr/>
                <p14:nvPr/>
              </p14:nvContentPartPr>
              <p14:xfrm>
                <a:off x="9251036" y="483620"/>
                <a:ext cx="144000" cy="26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AAEEF0D-C389-2BBB-CC7B-06F99C9B94C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233396" y="465620"/>
                  <a:ext cx="179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0D51A9C-AE99-30CA-0681-E037A0AFF16A}"/>
                    </a:ext>
                  </a:extLst>
                </p14:cNvPr>
                <p14:cNvContentPartPr/>
                <p14:nvPr/>
              </p14:nvContentPartPr>
              <p14:xfrm>
                <a:off x="9439316" y="362300"/>
                <a:ext cx="158400" cy="1922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0D51A9C-AE99-30CA-0681-E037A0AFF16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421676" y="344660"/>
                  <a:ext cx="194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61577FF-C492-881F-4AE6-4A8E4085C17F}"/>
                    </a:ext>
                  </a:extLst>
                </p14:cNvPr>
                <p14:cNvContentPartPr/>
                <p14:nvPr/>
              </p14:nvContentPartPr>
              <p14:xfrm>
                <a:off x="9648836" y="507380"/>
                <a:ext cx="81360" cy="2419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61577FF-C492-881F-4AE6-4A8E4085C17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30836" y="489380"/>
                  <a:ext cx="117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292FF70-7F61-99E7-88E8-6766071987AD}"/>
                    </a:ext>
                  </a:extLst>
                </p14:cNvPr>
                <p14:cNvContentPartPr/>
                <p14:nvPr/>
              </p14:nvContentPartPr>
              <p14:xfrm>
                <a:off x="9807236" y="322700"/>
                <a:ext cx="9720" cy="331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292FF70-7F61-99E7-88E8-6766071987A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789236" y="304700"/>
                  <a:ext cx="453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73C44B-B306-1421-57BC-2F0ACF48C8A1}"/>
              </a:ext>
            </a:extLst>
          </p:cNvPr>
          <p:cNvGrpSpPr/>
          <p:nvPr/>
        </p:nvGrpSpPr>
        <p:grpSpPr>
          <a:xfrm>
            <a:off x="10088756" y="363380"/>
            <a:ext cx="640080" cy="273960"/>
            <a:chOff x="10088756" y="363380"/>
            <a:chExt cx="64008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FB302FE-B8C1-B9FA-44A2-70F45FEFDDB9}"/>
                    </a:ext>
                  </a:extLst>
                </p14:cNvPr>
                <p14:cNvContentPartPr/>
                <p14:nvPr/>
              </p14:nvContentPartPr>
              <p14:xfrm>
                <a:off x="10094156" y="387500"/>
                <a:ext cx="178920" cy="1357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FB302FE-B8C1-B9FA-44A2-70F45FEFDDB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76156" y="369500"/>
                  <a:ext cx="214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3891089-B72F-4852-B4F9-64EB196077ED}"/>
                    </a:ext>
                  </a:extLst>
                </p14:cNvPr>
                <p14:cNvContentPartPr/>
                <p14:nvPr/>
              </p14:nvContentPartPr>
              <p14:xfrm>
                <a:off x="10088756" y="577940"/>
                <a:ext cx="279000" cy="59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3891089-B72F-4852-B4F9-64EB196077E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071116" y="559940"/>
                  <a:ext cx="314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4C01A5A-6EF8-ECDB-44DF-330A34B69836}"/>
                    </a:ext>
                  </a:extLst>
                </p14:cNvPr>
                <p14:cNvContentPartPr/>
                <p14:nvPr/>
              </p14:nvContentPartPr>
              <p14:xfrm>
                <a:off x="10489796" y="363380"/>
                <a:ext cx="239040" cy="2718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4C01A5A-6EF8-ECDB-44DF-330A34B6983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471796" y="345380"/>
                  <a:ext cx="27468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277DD681-BE70-FA20-A59B-EEAAAFCA53E8}"/>
                  </a:ext>
                </a:extLst>
              </p14:cNvPr>
              <p14:cNvContentPartPr/>
              <p14:nvPr/>
            </p14:nvContentPartPr>
            <p14:xfrm>
              <a:off x="423836" y="5079740"/>
              <a:ext cx="1016640" cy="13536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277DD681-BE70-FA20-A59B-EEAAAFCA53E8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406196" y="5062100"/>
                <a:ext cx="105228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00D7D8C0-C63F-7677-3246-06D03C65C483}"/>
              </a:ext>
            </a:extLst>
          </p:cNvPr>
          <p:cNvGrpSpPr/>
          <p:nvPr/>
        </p:nvGrpSpPr>
        <p:grpSpPr>
          <a:xfrm>
            <a:off x="8212436" y="1036220"/>
            <a:ext cx="4082400" cy="2397240"/>
            <a:chOff x="8212436" y="1036220"/>
            <a:chExt cx="4082400" cy="23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7E31574-399E-AC27-DA24-334E9A4DAA34}"/>
                    </a:ext>
                  </a:extLst>
                </p14:cNvPr>
                <p14:cNvContentPartPr/>
                <p14:nvPr/>
              </p14:nvContentPartPr>
              <p14:xfrm>
                <a:off x="8739116" y="1269140"/>
                <a:ext cx="347400" cy="348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7E31574-399E-AC27-DA24-334E9A4DAA3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721116" y="1251500"/>
                  <a:ext cx="3830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A2FBD52-D106-D0DD-0393-72A59FB054FE}"/>
                    </a:ext>
                  </a:extLst>
                </p14:cNvPr>
                <p14:cNvContentPartPr/>
                <p14:nvPr/>
              </p14:nvContentPartPr>
              <p14:xfrm>
                <a:off x="9135116" y="1420340"/>
                <a:ext cx="134640" cy="1710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A2FBD52-D106-D0DD-0393-72A59FB054F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117116" y="1402700"/>
                  <a:ext cx="170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63C65D4-9A12-5D5B-9E9B-044D6F17882D}"/>
                    </a:ext>
                  </a:extLst>
                </p14:cNvPr>
                <p14:cNvContentPartPr/>
                <p14:nvPr/>
              </p14:nvContentPartPr>
              <p14:xfrm>
                <a:off x="9328796" y="1413500"/>
                <a:ext cx="205920" cy="1821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63C65D4-9A12-5D5B-9E9B-044D6F17882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310796" y="1395860"/>
                  <a:ext cx="241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589104F-97F8-5751-4A74-8C850839B100}"/>
                    </a:ext>
                  </a:extLst>
                </p14:cNvPr>
                <p14:cNvContentPartPr/>
                <p14:nvPr/>
              </p14:nvContentPartPr>
              <p14:xfrm>
                <a:off x="9658196" y="1420340"/>
                <a:ext cx="270720" cy="178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589104F-97F8-5751-4A74-8C850839B10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640196" y="1402340"/>
                  <a:ext cx="306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68B127E-798C-D4CC-A3A6-FF4825D903DA}"/>
                    </a:ext>
                  </a:extLst>
                </p14:cNvPr>
                <p14:cNvContentPartPr/>
                <p14:nvPr/>
              </p14:nvContentPartPr>
              <p14:xfrm>
                <a:off x="10262996" y="1421780"/>
                <a:ext cx="172800" cy="19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68B127E-798C-D4CC-A3A6-FF4825D903D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44996" y="1404140"/>
                  <a:ext cx="208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CE025DE-8CF4-A31D-385E-22EA4F9F0847}"/>
                    </a:ext>
                  </a:extLst>
                </p14:cNvPr>
                <p14:cNvContentPartPr/>
                <p14:nvPr/>
              </p14:nvContentPartPr>
              <p14:xfrm>
                <a:off x="10306196" y="1461020"/>
                <a:ext cx="246600" cy="50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CE025DE-8CF4-A31D-385E-22EA4F9F084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288196" y="1443380"/>
                  <a:ext cx="282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F152EF9-7DC6-E395-DA24-F43F86C12CE7}"/>
                    </a:ext>
                  </a:extLst>
                </p14:cNvPr>
                <p14:cNvContentPartPr/>
                <p14:nvPr/>
              </p14:nvContentPartPr>
              <p14:xfrm>
                <a:off x="10635236" y="1317380"/>
                <a:ext cx="236160" cy="2779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F152EF9-7DC6-E395-DA24-F43F86C12CE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617596" y="1299740"/>
                  <a:ext cx="271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5E25A16-976B-A7E2-44D1-F1312BAEF57C}"/>
                    </a:ext>
                  </a:extLst>
                </p14:cNvPr>
                <p14:cNvContentPartPr/>
                <p14:nvPr/>
              </p14:nvContentPartPr>
              <p14:xfrm>
                <a:off x="11012876" y="1305860"/>
                <a:ext cx="45000" cy="281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5E25A16-976B-A7E2-44D1-F1312BAEF57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995236" y="1288220"/>
                  <a:ext cx="806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5758FD1-FD62-7605-AD4A-F598592D4885}"/>
                    </a:ext>
                  </a:extLst>
                </p14:cNvPr>
                <p14:cNvContentPartPr/>
                <p14:nvPr/>
              </p14:nvContentPartPr>
              <p14:xfrm>
                <a:off x="8679356" y="1945220"/>
                <a:ext cx="318600" cy="299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5758FD1-FD62-7605-AD4A-F598592D488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661356" y="1927580"/>
                  <a:ext cx="354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CB69BCE-D8C6-E25A-8B0F-2C888068A0CA}"/>
                    </a:ext>
                  </a:extLst>
                </p14:cNvPr>
                <p14:cNvContentPartPr/>
                <p14:nvPr/>
              </p14:nvContentPartPr>
              <p14:xfrm>
                <a:off x="8884916" y="2055020"/>
                <a:ext cx="215640" cy="583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CB69BCE-D8C6-E25A-8B0F-2C888068A0C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867276" y="2037380"/>
                  <a:ext cx="251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B74F7B5-747A-7398-59F9-85B26B5D9168}"/>
                    </a:ext>
                  </a:extLst>
                </p14:cNvPr>
                <p14:cNvContentPartPr/>
                <p14:nvPr/>
              </p14:nvContentPartPr>
              <p14:xfrm>
                <a:off x="10695356" y="2048900"/>
                <a:ext cx="192600" cy="123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B74F7B5-747A-7398-59F9-85B26B5D916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77356" y="2030900"/>
                  <a:ext cx="228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E2AEEAD-3F2D-D376-C823-63748BDE8CD1}"/>
                    </a:ext>
                  </a:extLst>
                </p14:cNvPr>
                <p14:cNvContentPartPr/>
                <p14:nvPr/>
              </p14:nvContentPartPr>
              <p14:xfrm>
                <a:off x="10927196" y="2105060"/>
                <a:ext cx="127080" cy="1645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E2AEEAD-3F2D-D376-C823-63748BDE8CD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909556" y="2087420"/>
                  <a:ext cx="162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B453CA7-C16F-D814-5F4A-118666DAFD8C}"/>
                    </a:ext>
                  </a:extLst>
                </p14:cNvPr>
                <p14:cNvContentPartPr/>
                <p14:nvPr/>
              </p14:nvContentPartPr>
              <p14:xfrm>
                <a:off x="11162636" y="2056100"/>
                <a:ext cx="113040" cy="313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B453CA7-C16F-D814-5F4A-118666DAFD8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144996" y="2038460"/>
                  <a:ext cx="148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D19040C-254C-F270-8A4D-D6D0C9A4F9CE}"/>
                    </a:ext>
                  </a:extLst>
                </p14:cNvPr>
                <p14:cNvContentPartPr/>
                <p14:nvPr/>
              </p14:nvContentPartPr>
              <p14:xfrm>
                <a:off x="11187116" y="2125220"/>
                <a:ext cx="159840" cy="262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D19040C-254C-F270-8A4D-D6D0C9A4F9C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169116" y="2107580"/>
                  <a:ext cx="195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0F0155A-FD5C-0E6C-04BE-BBFFD9B22A29}"/>
                    </a:ext>
                  </a:extLst>
                </p14:cNvPr>
                <p14:cNvContentPartPr/>
                <p14:nvPr/>
              </p14:nvContentPartPr>
              <p14:xfrm>
                <a:off x="11380076" y="1929020"/>
                <a:ext cx="109800" cy="2361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0F0155A-FD5C-0E6C-04BE-BBFFD9B22A2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362076" y="1911380"/>
                  <a:ext cx="145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17A0E29-8AD0-E423-19FD-9EF98B36FC9B}"/>
                    </a:ext>
                  </a:extLst>
                </p14:cNvPr>
                <p14:cNvContentPartPr/>
                <p14:nvPr/>
              </p14:nvContentPartPr>
              <p14:xfrm>
                <a:off x="11528396" y="2144660"/>
                <a:ext cx="116280" cy="1638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17A0E29-8AD0-E423-19FD-9EF98B36FC9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510756" y="2126660"/>
                  <a:ext cx="151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FE45525-CC79-E2B7-9087-2EE50ED0493E}"/>
                    </a:ext>
                  </a:extLst>
                </p14:cNvPr>
                <p14:cNvContentPartPr/>
                <p14:nvPr/>
              </p14:nvContentPartPr>
              <p14:xfrm>
                <a:off x="9019916" y="2789780"/>
                <a:ext cx="231120" cy="150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FE45525-CC79-E2B7-9087-2EE50ED0493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02276" y="2772140"/>
                  <a:ext cx="266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780F066-BB6A-9958-3030-34E0796DB8D6}"/>
                    </a:ext>
                  </a:extLst>
                </p14:cNvPr>
                <p14:cNvContentPartPr/>
                <p14:nvPr/>
              </p14:nvContentPartPr>
              <p14:xfrm>
                <a:off x="9324836" y="2898140"/>
                <a:ext cx="204120" cy="170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780F066-BB6A-9958-3030-34E0796DB8D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306836" y="2880140"/>
                  <a:ext cx="239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1019260-1893-E124-7683-2EC262E1341B}"/>
                    </a:ext>
                  </a:extLst>
                </p14:cNvPr>
                <p14:cNvContentPartPr/>
                <p14:nvPr/>
              </p14:nvContentPartPr>
              <p14:xfrm>
                <a:off x="9629036" y="2811380"/>
                <a:ext cx="130680" cy="219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1019260-1893-E124-7683-2EC262E1341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611396" y="2793380"/>
                  <a:ext cx="166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1BF74F4-BDE1-AF09-2745-DE3C1B551568}"/>
                    </a:ext>
                  </a:extLst>
                </p14:cNvPr>
                <p14:cNvContentPartPr/>
                <p14:nvPr/>
              </p14:nvContentPartPr>
              <p14:xfrm>
                <a:off x="9652436" y="2859620"/>
                <a:ext cx="216720" cy="432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1BF74F4-BDE1-AF09-2745-DE3C1B55156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634796" y="2841620"/>
                  <a:ext cx="252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6BB776F-0F16-7448-3BBB-3316F370D2A4}"/>
                    </a:ext>
                  </a:extLst>
                </p14:cNvPr>
                <p14:cNvContentPartPr/>
                <p14:nvPr/>
              </p14:nvContentPartPr>
              <p14:xfrm>
                <a:off x="9921716" y="2689700"/>
                <a:ext cx="238680" cy="216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6BB776F-0F16-7448-3BBB-3316F370D2A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903716" y="2671700"/>
                  <a:ext cx="274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FD27216-4BDA-CB01-D603-D063B3C5DE8A}"/>
                    </a:ext>
                  </a:extLst>
                </p14:cNvPr>
                <p14:cNvContentPartPr/>
                <p14:nvPr/>
              </p14:nvContentPartPr>
              <p14:xfrm>
                <a:off x="10232756" y="2875100"/>
                <a:ext cx="45360" cy="148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FD27216-4BDA-CB01-D603-D063B3C5DE8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214756" y="2857100"/>
                  <a:ext cx="81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14025A2-72B8-E78A-4523-F453456B86E1}"/>
                    </a:ext>
                  </a:extLst>
                </p14:cNvPr>
                <p14:cNvContentPartPr/>
                <p14:nvPr/>
              </p14:nvContentPartPr>
              <p14:xfrm>
                <a:off x="10711916" y="2717780"/>
                <a:ext cx="219240" cy="1530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14025A2-72B8-E78A-4523-F453456B86E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694276" y="2700140"/>
                  <a:ext cx="254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57A3CDA-E0B6-A49E-C343-0FBB4197951A}"/>
                    </a:ext>
                  </a:extLst>
                </p14:cNvPr>
                <p14:cNvContentPartPr/>
                <p14:nvPr/>
              </p14:nvContentPartPr>
              <p14:xfrm>
                <a:off x="9457676" y="2363900"/>
                <a:ext cx="360" cy="3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57A3CDA-E0B6-A49E-C343-0FBB4197951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40036" y="23462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1DE7E6C-FF4D-A189-2EB9-9D4471EC777A}"/>
                    </a:ext>
                  </a:extLst>
                </p14:cNvPr>
                <p14:cNvContentPartPr/>
                <p14:nvPr/>
              </p14:nvContentPartPr>
              <p14:xfrm>
                <a:off x="9383156" y="2078780"/>
                <a:ext cx="181080" cy="1584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1DE7E6C-FF4D-A189-2EB9-9D4471EC777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365516" y="2060780"/>
                  <a:ext cx="216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AA7D28E-601F-152C-D5DE-CD64D72947C9}"/>
                    </a:ext>
                  </a:extLst>
                </p14:cNvPr>
                <p14:cNvContentPartPr/>
                <p14:nvPr/>
              </p14:nvContentPartPr>
              <p14:xfrm>
                <a:off x="9647036" y="2187500"/>
                <a:ext cx="10800" cy="2001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AA7D28E-601F-152C-D5DE-CD64D72947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629036" y="2169860"/>
                  <a:ext cx="46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4857964-D859-1C45-DB19-FC953D339610}"/>
                    </a:ext>
                  </a:extLst>
                </p14:cNvPr>
                <p14:cNvContentPartPr/>
                <p14:nvPr/>
              </p14:nvContentPartPr>
              <p14:xfrm>
                <a:off x="9839636" y="2106140"/>
                <a:ext cx="133200" cy="64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4857964-D859-1C45-DB19-FC953D33961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821996" y="2088140"/>
                  <a:ext cx="168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9EADF51-1148-CA7E-CA7E-1E2E88402F98}"/>
                    </a:ext>
                  </a:extLst>
                </p14:cNvPr>
                <p14:cNvContentPartPr/>
                <p14:nvPr/>
              </p14:nvContentPartPr>
              <p14:xfrm>
                <a:off x="9884996" y="2161220"/>
                <a:ext cx="158760" cy="442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9EADF51-1148-CA7E-CA7E-1E2E88402F9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867356" y="2143220"/>
                  <a:ext cx="194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C086148-8885-3A28-679B-80E978C98582}"/>
                    </a:ext>
                  </a:extLst>
                </p14:cNvPr>
                <p14:cNvContentPartPr/>
                <p14:nvPr/>
              </p14:nvContentPartPr>
              <p14:xfrm>
                <a:off x="10444076" y="2195420"/>
                <a:ext cx="50760" cy="125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C086148-8885-3A28-679B-80E978C9858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426436" y="2177780"/>
                  <a:ext cx="86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D0217D6-E473-BFBA-0CF2-B748659C175F}"/>
                    </a:ext>
                  </a:extLst>
                </p14:cNvPr>
                <p14:cNvContentPartPr/>
                <p14:nvPr/>
              </p14:nvContentPartPr>
              <p14:xfrm>
                <a:off x="10146716" y="1898780"/>
                <a:ext cx="175320" cy="2890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D0217D6-E473-BFBA-0CF2-B748659C175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28716" y="1881140"/>
                  <a:ext cx="210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F1D0365-5F86-CB48-4375-EEA1C995A669}"/>
                    </a:ext>
                  </a:extLst>
                </p14:cNvPr>
                <p14:cNvContentPartPr/>
                <p14:nvPr/>
              </p14:nvContentPartPr>
              <p14:xfrm>
                <a:off x="11001716" y="2849900"/>
                <a:ext cx="77400" cy="3204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F1D0365-5F86-CB48-4375-EEA1C995A66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983716" y="2831900"/>
                  <a:ext cx="113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F751A73-FF19-EE71-B0D6-B882F2CB7D73}"/>
                    </a:ext>
                  </a:extLst>
                </p14:cNvPr>
                <p14:cNvContentPartPr/>
                <p14:nvPr/>
              </p14:nvContentPartPr>
              <p14:xfrm>
                <a:off x="11205476" y="2842700"/>
                <a:ext cx="97560" cy="734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F751A73-FF19-EE71-B0D6-B882F2CB7D7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187836" y="2825060"/>
                  <a:ext cx="133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16E571E-21A4-A8E0-1C29-3372DCF3639A}"/>
                    </a:ext>
                  </a:extLst>
                </p14:cNvPr>
                <p14:cNvContentPartPr/>
                <p14:nvPr/>
              </p14:nvContentPartPr>
              <p14:xfrm>
                <a:off x="11228156" y="2899580"/>
                <a:ext cx="147960" cy="48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16E571E-21A4-A8E0-1C29-3372DCF3639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210156" y="2881940"/>
                  <a:ext cx="183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D61B20B-CD4E-0BAE-9FCC-1BF357FBD8C0}"/>
                    </a:ext>
                  </a:extLst>
                </p14:cNvPr>
                <p14:cNvContentPartPr/>
                <p14:nvPr/>
              </p14:nvContentPartPr>
              <p14:xfrm>
                <a:off x="11432636" y="2662340"/>
                <a:ext cx="222120" cy="2552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D61B20B-CD4E-0BAE-9FCC-1BF357FBD8C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414636" y="2644700"/>
                  <a:ext cx="257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1EBE9DF-A3F4-3AEA-CAD2-05ED6BA328AE}"/>
                    </a:ext>
                  </a:extLst>
                </p14:cNvPr>
                <p14:cNvContentPartPr/>
                <p14:nvPr/>
              </p14:nvContentPartPr>
              <p14:xfrm>
                <a:off x="12290876" y="3283700"/>
                <a:ext cx="3960" cy="28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1EBE9DF-A3F4-3AEA-CAD2-05ED6BA328A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2273236" y="3266060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9F52C18-7EEF-20AD-CA96-31DBCA544112}"/>
                    </a:ext>
                  </a:extLst>
                </p14:cNvPr>
                <p14:cNvContentPartPr/>
                <p14:nvPr/>
              </p14:nvContentPartPr>
              <p14:xfrm>
                <a:off x="11256236" y="1620140"/>
                <a:ext cx="15120" cy="18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9F52C18-7EEF-20AD-CA96-31DBCA54411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238596" y="1602140"/>
                  <a:ext cx="50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3FD71224-DC29-8B5F-C361-05624B7F0660}"/>
                    </a:ext>
                  </a:extLst>
                </p14:cNvPr>
                <p14:cNvContentPartPr/>
                <p14:nvPr/>
              </p14:nvContentPartPr>
              <p14:xfrm>
                <a:off x="8243036" y="1300820"/>
                <a:ext cx="128880" cy="19263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3FD71224-DC29-8B5F-C361-05624B7F066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225396" y="1283180"/>
                  <a:ext cx="164520" cy="19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0F7A225-15A9-20F9-29D2-C516EC10E1AE}"/>
                    </a:ext>
                  </a:extLst>
                </p14:cNvPr>
                <p14:cNvContentPartPr/>
                <p14:nvPr/>
              </p14:nvContentPartPr>
              <p14:xfrm>
                <a:off x="8212436" y="1036220"/>
                <a:ext cx="3894840" cy="23029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0F7A225-15A9-20F9-29D2-C516EC10E1A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194436" y="1018220"/>
                  <a:ext cx="3930480" cy="23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09620A3-30F1-E140-6C65-F7FD02B916BC}"/>
                    </a:ext>
                  </a:extLst>
                </p14:cNvPr>
                <p14:cNvContentPartPr/>
                <p14:nvPr/>
              </p14:nvContentPartPr>
              <p14:xfrm>
                <a:off x="8356436" y="3200180"/>
                <a:ext cx="3700800" cy="233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09620A3-30F1-E140-6C65-F7FD02B916B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338796" y="3182540"/>
                  <a:ext cx="37364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C4CF044-4BA2-6ACE-BC5C-BA8F91CDFFD6}"/>
                    </a:ext>
                  </a:extLst>
                </p14:cNvPr>
                <p14:cNvContentPartPr/>
                <p14:nvPr/>
              </p14:nvContentPartPr>
              <p14:xfrm>
                <a:off x="12194036" y="3237980"/>
                <a:ext cx="22680" cy="28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C4CF044-4BA2-6ACE-BC5C-BA8F91CDFFD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2176036" y="3219980"/>
                  <a:ext cx="5832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829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F81091-FC8F-E586-3212-AD297C8051DC}"/>
                  </a:ext>
                </a:extLst>
              </p14:cNvPr>
              <p14:cNvContentPartPr/>
              <p14:nvPr/>
            </p14:nvContentPartPr>
            <p14:xfrm>
              <a:off x="327047" y="228262"/>
              <a:ext cx="271080" cy="31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F81091-FC8F-E586-3212-AD297C8051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407" y="210262"/>
                <a:ext cx="3067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202FEA-DE03-AF6F-679D-4A97569785B8}"/>
                  </a:ext>
                </a:extLst>
              </p14:cNvPr>
              <p14:cNvContentPartPr/>
              <p14:nvPr/>
            </p14:nvContentPartPr>
            <p14:xfrm>
              <a:off x="944447" y="419062"/>
              <a:ext cx="19800" cy="5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202FEA-DE03-AF6F-679D-4A97569785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6807" y="401062"/>
                <a:ext cx="554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8ACEDAC-D7F3-CA70-767D-F7D14948991C}"/>
              </a:ext>
            </a:extLst>
          </p:cNvPr>
          <p:cNvGrpSpPr/>
          <p:nvPr/>
        </p:nvGrpSpPr>
        <p:grpSpPr>
          <a:xfrm>
            <a:off x="1389767" y="166342"/>
            <a:ext cx="602280" cy="361800"/>
            <a:chOff x="1389767" y="166342"/>
            <a:chExt cx="60228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6AC041-9031-FAE4-A147-4972A7624CE7}"/>
                    </a:ext>
                  </a:extLst>
                </p14:cNvPr>
                <p14:cNvContentPartPr/>
                <p14:nvPr/>
              </p14:nvContentPartPr>
              <p14:xfrm>
                <a:off x="1389767" y="166342"/>
                <a:ext cx="222480" cy="336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6AC041-9031-FAE4-A147-4972A7624C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1767" y="148702"/>
                  <a:ext cx="258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96182C-933B-1360-DBD7-B157B44E78BB}"/>
                    </a:ext>
                  </a:extLst>
                </p14:cNvPr>
                <p14:cNvContentPartPr/>
                <p14:nvPr/>
              </p14:nvContentPartPr>
              <p14:xfrm>
                <a:off x="1660127" y="321502"/>
                <a:ext cx="11340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96182C-933B-1360-DBD7-B157B44E78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2127" y="303502"/>
                  <a:ext cx="149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547E9E-3483-16E9-F0C3-4EDF94AE4E65}"/>
                    </a:ext>
                  </a:extLst>
                </p14:cNvPr>
                <p14:cNvContentPartPr/>
                <p14:nvPr/>
              </p14:nvContentPartPr>
              <p14:xfrm>
                <a:off x="1780367" y="367222"/>
                <a:ext cx="211680" cy="160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547E9E-3483-16E9-F0C3-4EDF94AE4E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62367" y="349582"/>
                  <a:ext cx="24732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BFA904-BFB4-B18A-42FA-EE97C8A8F79E}"/>
              </a:ext>
            </a:extLst>
          </p:cNvPr>
          <p:cNvGrpSpPr/>
          <p:nvPr/>
        </p:nvGrpSpPr>
        <p:grpSpPr>
          <a:xfrm>
            <a:off x="2458967" y="177502"/>
            <a:ext cx="3103920" cy="735840"/>
            <a:chOff x="2458967" y="177502"/>
            <a:chExt cx="3103920" cy="73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31523D-DDF6-5A8D-0161-94CC7C51F4B5}"/>
                    </a:ext>
                  </a:extLst>
                </p14:cNvPr>
                <p14:cNvContentPartPr/>
                <p14:nvPr/>
              </p14:nvContentPartPr>
              <p14:xfrm>
                <a:off x="2458967" y="248422"/>
                <a:ext cx="196920" cy="28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31523D-DDF6-5A8D-0161-94CC7C51F4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41327" y="230422"/>
                  <a:ext cx="232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B3FC48-9B87-E23F-CD4B-B229474C8143}"/>
                    </a:ext>
                  </a:extLst>
                </p14:cNvPr>
                <p14:cNvContentPartPr/>
                <p14:nvPr/>
              </p14:nvContentPartPr>
              <p14:xfrm>
                <a:off x="2714207" y="374062"/>
                <a:ext cx="25200" cy="14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B3FC48-9B87-E23F-CD4B-B229474C81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96207" y="356422"/>
                  <a:ext cx="60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20573E-54BE-411F-4684-D7C89314D3C3}"/>
                    </a:ext>
                  </a:extLst>
                </p14:cNvPr>
                <p14:cNvContentPartPr/>
                <p14:nvPr/>
              </p14:nvContentPartPr>
              <p14:xfrm>
                <a:off x="2797007" y="230062"/>
                <a:ext cx="14760" cy="29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920573E-54BE-411F-4684-D7C89314D3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79007" y="212062"/>
                  <a:ext cx="50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688A73-C661-78C2-49FA-913DE1421727}"/>
                    </a:ext>
                  </a:extLst>
                </p14:cNvPr>
                <p14:cNvContentPartPr/>
                <p14:nvPr/>
              </p14:nvContentPartPr>
              <p14:xfrm>
                <a:off x="2797727" y="393142"/>
                <a:ext cx="223560" cy="163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688A73-C661-78C2-49FA-913DE14217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9727" y="375502"/>
                  <a:ext cx="259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31283C-C063-A283-A7C7-4CEBBF97DA70}"/>
                    </a:ext>
                  </a:extLst>
                </p14:cNvPr>
                <p14:cNvContentPartPr/>
                <p14:nvPr/>
              </p14:nvContentPartPr>
              <p14:xfrm>
                <a:off x="2989247" y="385942"/>
                <a:ext cx="144360" cy="527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31283C-C063-A283-A7C7-4CEBBF97DA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1607" y="367942"/>
                  <a:ext cx="1800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020653-EAD8-D60F-FAC4-D4C826FD631C}"/>
                    </a:ext>
                  </a:extLst>
                </p14:cNvPr>
                <p14:cNvContentPartPr/>
                <p14:nvPr/>
              </p14:nvContentPartPr>
              <p14:xfrm>
                <a:off x="3053687" y="233302"/>
                <a:ext cx="795600" cy="31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020653-EAD8-D60F-FAC4-D4C826FD63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35687" y="215302"/>
                  <a:ext cx="8312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7AA43A-967B-FB24-244A-4C0F80207E46}"/>
                    </a:ext>
                  </a:extLst>
                </p14:cNvPr>
                <p14:cNvContentPartPr/>
                <p14:nvPr/>
              </p14:nvContentPartPr>
              <p14:xfrm>
                <a:off x="4022807" y="376222"/>
                <a:ext cx="524880" cy="16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7AA43A-967B-FB24-244A-4C0F80207E4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4807" y="358582"/>
                  <a:ext cx="560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2512C3-6B58-7339-B871-8CA906EF465A}"/>
                    </a:ext>
                  </a:extLst>
                </p14:cNvPr>
                <p14:cNvContentPartPr/>
                <p14:nvPr/>
              </p14:nvContentPartPr>
              <p14:xfrm>
                <a:off x="4651007" y="239422"/>
                <a:ext cx="164520" cy="280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2512C3-6B58-7339-B871-8CA906EF46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3007" y="221422"/>
                  <a:ext cx="200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0C0C8C-ECD6-4A40-7F83-8DA31CF1E7FF}"/>
                    </a:ext>
                  </a:extLst>
                </p14:cNvPr>
                <p14:cNvContentPartPr/>
                <p14:nvPr/>
              </p14:nvContentPartPr>
              <p14:xfrm>
                <a:off x="4806527" y="186862"/>
                <a:ext cx="39168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0C0C8C-ECD6-4A40-7F83-8DA31CF1E7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88527" y="168862"/>
                  <a:ext cx="427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7D0E26-E8D9-CDAF-C3C6-5D20C1910CAF}"/>
                    </a:ext>
                  </a:extLst>
                </p14:cNvPr>
                <p14:cNvContentPartPr/>
                <p14:nvPr/>
              </p14:nvContentPartPr>
              <p14:xfrm>
                <a:off x="5286407" y="177502"/>
                <a:ext cx="276480" cy="35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7D0E26-E8D9-CDAF-C3C6-5D20C1910C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68407" y="159862"/>
                  <a:ext cx="3121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6A0C6E-2D34-D38D-6438-4B51AC62A9E7}"/>
                    </a:ext>
                  </a:extLst>
                </p14:cNvPr>
                <p14:cNvContentPartPr/>
                <p14:nvPr/>
              </p14:nvContentPartPr>
              <p14:xfrm>
                <a:off x="4567847" y="249862"/>
                <a:ext cx="224280" cy="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6A0C6E-2D34-D38D-6438-4B51AC62A9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49847" y="231862"/>
                  <a:ext cx="2599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C2C0FA9-A2F4-21E9-E5A3-7F6BE1A4C15E}"/>
              </a:ext>
            </a:extLst>
          </p:cNvPr>
          <p:cNvGrpSpPr/>
          <p:nvPr/>
        </p:nvGrpSpPr>
        <p:grpSpPr>
          <a:xfrm>
            <a:off x="6272087" y="137902"/>
            <a:ext cx="4701240" cy="856080"/>
            <a:chOff x="6272087" y="137902"/>
            <a:chExt cx="4701240" cy="85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7AAD84-3BF4-206A-023B-32D27CA356AF}"/>
                    </a:ext>
                  </a:extLst>
                </p14:cNvPr>
                <p14:cNvContentPartPr/>
                <p14:nvPr/>
              </p14:nvContentPartPr>
              <p14:xfrm>
                <a:off x="6272087" y="137902"/>
                <a:ext cx="488160" cy="385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7AAD84-3BF4-206A-023B-32D27CA356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54087" y="120262"/>
                  <a:ext cx="523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FBF5DD-E702-ACDF-447A-B0EE8C900414}"/>
                    </a:ext>
                  </a:extLst>
                </p14:cNvPr>
                <p14:cNvContentPartPr/>
                <p14:nvPr/>
              </p14:nvContentPartPr>
              <p14:xfrm>
                <a:off x="6362447" y="254902"/>
                <a:ext cx="319680" cy="3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FBF5DD-E702-ACDF-447A-B0EE8C90041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4807" y="236902"/>
                  <a:ext cx="355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10E05A-59E0-C2FD-5C37-7F17B3DACAD8}"/>
                    </a:ext>
                  </a:extLst>
                </p14:cNvPr>
                <p14:cNvContentPartPr/>
                <p14:nvPr/>
              </p14:nvContentPartPr>
              <p14:xfrm>
                <a:off x="6959687" y="360022"/>
                <a:ext cx="313920" cy="20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10E05A-59E0-C2FD-5C37-7F17B3DACA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42047" y="342382"/>
                  <a:ext cx="349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514E91-88F9-E7E1-6299-22503AC39DC9}"/>
                    </a:ext>
                  </a:extLst>
                </p14:cNvPr>
                <p14:cNvContentPartPr/>
                <p14:nvPr/>
              </p14:nvContentPartPr>
              <p14:xfrm>
                <a:off x="7249847" y="205222"/>
                <a:ext cx="717840" cy="35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514E91-88F9-E7E1-6299-22503AC39D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32207" y="187582"/>
                  <a:ext cx="7534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97BE3D-A0E1-C10C-C904-7748A7748732}"/>
                    </a:ext>
                  </a:extLst>
                </p14:cNvPr>
                <p14:cNvContentPartPr/>
                <p14:nvPr/>
              </p14:nvContentPartPr>
              <p14:xfrm>
                <a:off x="8344967" y="167782"/>
                <a:ext cx="639000" cy="356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97BE3D-A0E1-C10C-C904-7748A774873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27327" y="150142"/>
                  <a:ext cx="6746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61C953-EDF6-4395-BD63-78DEDD0716A0}"/>
                    </a:ext>
                  </a:extLst>
                </p14:cNvPr>
                <p14:cNvContentPartPr/>
                <p14:nvPr/>
              </p14:nvContentPartPr>
              <p14:xfrm>
                <a:off x="8360447" y="311782"/>
                <a:ext cx="153000" cy="28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61C953-EDF6-4395-BD63-78DEDD0716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42447" y="293782"/>
                  <a:ext cx="188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CA57CA0-F7D2-44B9-4057-D3C5BE5BCB54}"/>
                    </a:ext>
                  </a:extLst>
                </p14:cNvPr>
                <p14:cNvContentPartPr/>
                <p14:nvPr/>
              </p14:nvContentPartPr>
              <p14:xfrm>
                <a:off x="9316967" y="189022"/>
                <a:ext cx="281160" cy="804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CA57CA0-F7D2-44B9-4057-D3C5BE5BCB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98967" y="171022"/>
                  <a:ext cx="31680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E2A7D0-8E04-27FF-F26E-BBCA42CAC362}"/>
                    </a:ext>
                  </a:extLst>
                </p14:cNvPr>
                <p14:cNvContentPartPr/>
                <p14:nvPr/>
              </p14:nvContentPartPr>
              <p14:xfrm>
                <a:off x="9578687" y="204502"/>
                <a:ext cx="618120" cy="349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E2A7D0-8E04-27FF-F26E-BBCA42CAC3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61047" y="186502"/>
                  <a:ext cx="6537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91DA9F-0355-BEC5-9AF6-8B078A28C9F0}"/>
                    </a:ext>
                  </a:extLst>
                </p14:cNvPr>
                <p14:cNvContentPartPr/>
                <p14:nvPr/>
              </p14:nvContentPartPr>
              <p14:xfrm>
                <a:off x="10249007" y="371542"/>
                <a:ext cx="531360" cy="16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91DA9F-0355-BEC5-9AF6-8B078A28C9F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31007" y="353902"/>
                  <a:ext cx="567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CD05DF-51E3-188A-3575-BFC07349ADDC}"/>
                    </a:ext>
                  </a:extLst>
                </p14:cNvPr>
                <p14:cNvContentPartPr/>
                <p14:nvPr/>
              </p14:nvContentPartPr>
              <p14:xfrm>
                <a:off x="10611167" y="384862"/>
                <a:ext cx="362160" cy="534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CD05DF-51E3-188A-3575-BFC07349AD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93527" y="366862"/>
                  <a:ext cx="3978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EF97C5-E24B-1372-0807-9AD32548FB22}"/>
                    </a:ext>
                  </a:extLst>
                </p14:cNvPr>
                <p14:cNvContentPartPr/>
                <p14:nvPr/>
              </p14:nvContentPartPr>
              <p14:xfrm>
                <a:off x="10504607" y="171742"/>
                <a:ext cx="77040" cy="4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EF97C5-E24B-1372-0807-9AD32548FB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86967" y="154102"/>
                  <a:ext cx="1126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2E5B73-5F72-0F7A-7EA1-9A7540A81FDB}"/>
              </a:ext>
            </a:extLst>
          </p:cNvPr>
          <p:cNvGrpSpPr/>
          <p:nvPr/>
        </p:nvGrpSpPr>
        <p:grpSpPr>
          <a:xfrm>
            <a:off x="1285727" y="907942"/>
            <a:ext cx="2333160" cy="438120"/>
            <a:chOff x="1285727" y="907942"/>
            <a:chExt cx="233316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950714-20A8-585C-9D3D-E23CFED683C0}"/>
                    </a:ext>
                  </a:extLst>
                </p14:cNvPr>
                <p14:cNvContentPartPr/>
                <p14:nvPr/>
              </p14:nvContentPartPr>
              <p14:xfrm>
                <a:off x="1285727" y="1014502"/>
                <a:ext cx="140760" cy="249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950714-20A8-585C-9D3D-E23CFED683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67727" y="996502"/>
                  <a:ext cx="176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9E9175-3B0A-76A2-B730-E869097E7767}"/>
                    </a:ext>
                  </a:extLst>
                </p14:cNvPr>
                <p14:cNvContentPartPr/>
                <p14:nvPr/>
              </p14:nvContentPartPr>
              <p14:xfrm>
                <a:off x="1571207" y="1051222"/>
                <a:ext cx="54000" cy="193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9E9175-3B0A-76A2-B730-E869097E776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53207" y="1033582"/>
                  <a:ext cx="89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BE0E4D6-BB7E-9812-45D8-C92437D281A0}"/>
                    </a:ext>
                  </a:extLst>
                </p14:cNvPr>
                <p14:cNvContentPartPr/>
                <p14:nvPr/>
              </p14:nvContentPartPr>
              <p14:xfrm>
                <a:off x="1586687" y="1000102"/>
                <a:ext cx="143640" cy="14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BE0E4D6-BB7E-9812-45D8-C92437D281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68687" y="982102"/>
                  <a:ext cx="179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8E2BCD-0F51-87B7-0F18-C23655F4C921}"/>
                    </a:ext>
                  </a:extLst>
                </p14:cNvPr>
                <p14:cNvContentPartPr/>
                <p14:nvPr/>
              </p14:nvContentPartPr>
              <p14:xfrm>
                <a:off x="1925447" y="907942"/>
                <a:ext cx="299160" cy="416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8E2BCD-0F51-87B7-0F18-C23655F4C92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07447" y="890302"/>
                  <a:ext cx="3348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29D9AA-29A2-5A80-2496-7D5AB67B9876}"/>
                    </a:ext>
                  </a:extLst>
                </p14:cNvPr>
                <p14:cNvContentPartPr/>
                <p14:nvPr/>
              </p14:nvContentPartPr>
              <p14:xfrm>
                <a:off x="2164487" y="1037182"/>
                <a:ext cx="1166040" cy="308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29D9AA-29A2-5A80-2496-7D5AB67B98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46487" y="1019182"/>
                  <a:ext cx="12016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6B5A9B-94CC-D40C-94A8-9004BE2194FB}"/>
                    </a:ext>
                  </a:extLst>
                </p14:cNvPr>
                <p14:cNvContentPartPr/>
                <p14:nvPr/>
              </p14:nvContentPartPr>
              <p14:xfrm>
                <a:off x="3549047" y="1093342"/>
                <a:ext cx="1332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6B5A9B-94CC-D40C-94A8-9004BE2194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31047" y="1075702"/>
                  <a:ext cx="48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A1FCA3B-660B-1EE1-9A75-E9505EEAF15C}"/>
                    </a:ext>
                  </a:extLst>
                </p14:cNvPr>
                <p14:cNvContentPartPr/>
                <p14:nvPr/>
              </p14:nvContentPartPr>
              <p14:xfrm>
                <a:off x="3610247" y="1289542"/>
                <a:ext cx="8640" cy="1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A1FCA3B-660B-1EE1-9A75-E9505EEAF1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92607" y="1271542"/>
                  <a:ext cx="442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129C52B-991B-9C1F-1E04-0CBA4F4ABBDD}"/>
              </a:ext>
            </a:extLst>
          </p:cNvPr>
          <p:cNvGrpSpPr/>
          <p:nvPr/>
        </p:nvGrpSpPr>
        <p:grpSpPr>
          <a:xfrm>
            <a:off x="2832647" y="1885342"/>
            <a:ext cx="1049400" cy="211680"/>
            <a:chOff x="2832647" y="1885342"/>
            <a:chExt cx="104940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C42BE1-7D9F-3409-46F0-0EE88D7DD578}"/>
                    </a:ext>
                  </a:extLst>
                </p14:cNvPr>
                <p14:cNvContentPartPr/>
                <p14:nvPr/>
              </p14:nvContentPartPr>
              <p14:xfrm>
                <a:off x="2832647" y="1885342"/>
                <a:ext cx="314640" cy="21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C42BE1-7D9F-3409-46F0-0EE88D7DD5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15007" y="1867342"/>
                  <a:ext cx="350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CF132C4-973E-77CC-8A14-4EC07CCDAD61}"/>
                    </a:ext>
                  </a:extLst>
                </p14:cNvPr>
                <p14:cNvContentPartPr/>
                <p14:nvPr/>
              </p14:nvContentPartPr>
              <p14:xfrm>
                <a:off x="3153047" y="1959862"/>
                <a:ext cx="158400" cy="13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CF132C4-973E-77CC-8A14-4EC07CCDAD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35047" y="1941862"/>
                  <a:ext cx="194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00F0BC-BA28-B94D-2C00-D0E4852B342D}"/>
                    </a:ext>
                  </a:extLst>
                </p14:cNvPr>
                <p14:cNvContentPartPr/>
                <p14:nvPr/>
              </p14:nvContentPartPr>
              <p14:xfrm>
                <a:off x="3356087" y="1954462"/>
                <a:ext cx="228600" cy="128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00F0BC-BA28-B94D-2C00-D0E4852B34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38087" y="1936462"/>
                  <a:ext cx="264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229DBD-7483-7B16-D80F-A3344AEBF0F3}"/>
                    </a:ext>
                  </a:extLst>
                </p14:cNvPr>
                <p14:cNvContentPartPr/>
                <p14:nvPr/>
              </p14:nvContentPartPr>
              <p14:xfrm>
                <a:off x="3743087" y="1954102"/>
                <a:ext cx="138960" cy="136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229DBD-7483-7B16-D80F-A3344AEBF0F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5087" y="1936462"/>
                  <a:ext cx="1746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2901E3D-B8F3-1EFC-CF9F-1C2FC870D2C7}"/>
              </a:ext>
            </a:extLst>
          </p:cNvPr>
          <p:cNvGrpSpPr/>
          <p:nvPr/>
        </p:nvGrpSpPr>
        <p:grpSpPr>
          <a:xfrm>
            <a:off x="4168247" y="1917382"/>
            <a:ext cx="158040" cy="90000"/>
            <a:chOff x="4168247" y="1917382"/>
            <a:chExt cx="158040" cy="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0116908-E6A8-750B-C477-8D482B009499}"/>
                    </a:ext>
                  </a:extLst>
                </p14:cNvPr>
                <p14:cNvContentPartPr/>
                <p14:nvPr/>
              </p14:nvContentPartPr>
              <p14:xfrm>
                <a:off x="4189847" y="1917382"/>
                <a:ext cx="10476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0116908-E6A8-750B-C477-8D482B0094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71847" y="1899382"/>
                  <a:ext cx="140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1C6C04-7034-3299-11E3-5037DE6461D2}"/>
                    </a:ext>
                  </a:extLst>
                </p14:cNvPr>
                <p14:cNvContentPartPr/>
                <p14:nvPr/>
              </p14:nvContentPartPr>
              <p14:xfrm>
                <a:off x="4168247" y="1980382"/>
                <a:ext cx="158040" cy="2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1C6C04-7034-3299-11E3-5037DE6461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50247" y="1962382"/>
                  <a:ext cx="19368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056993B-5009-C093-2F67-35E35896A3CC}"/>
              </a:ext>
            </a:extLst>
          </p:cNvPr>
          <p:cNvGrpSpPr/>
          <p:nvPr/>
        </p:nvGrpSpPr>
        <p:grpSpPr>
          <a:xfrm>
            <a:off x="4774127" y="1771222"/>
            <a:ext cx="483480" cy="348480"/>
            <a:chOff x="4774127" y="1771222"/>
            <a:chExt cx="48348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16C151-9914-B026-1425-65C5D7C1E89F}"/>
                    </a:ext>
                  </a:extLst>
                </p14:cNvPr>
                <p14:cNvContentPartPr/>
                <p14:nvPr/>
              </p14:nvContentPartPr>
              <p14:xfrm>
                <a:off x="4842167" y="1771222"/>
                <a:ext cx="132840" cy="62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16C151-9914-B026-1425-65C5D7C1E8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24527" y="1753582"/>
                  <a:ext cx="168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9C27E48-0D98-EA94-BD2B-DFD78AD79EDF}"/>
                    </a:ext>
                  </a:extLst>
                </p14:cNvPr>
                <p14:cNvContentPartPr/>
                <p14:nvPr/>
              </p14:nvContentPartPr>
              <p14:xfrm>
                <a:off x="4774127" y="1789222"/>
                <a:ext cx="150120" cy="21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9C27E48-0D98-EA94-BD2B-DFD78AD79E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6487" y="1771582"/>
                  <a:ext cx="185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2EACBD-6141-6DEF-7F5E-E767A1DE8644}"/>
                    </a:ext>
                  </a:extLst>
                </p14:cNvPr>
                <p14:cNvContentPartPr/>
                <p14:nvPr/>
              </p14:nvContentPartPr>
              <p14:xfrm>
                <a:off x="4991207" y="1895782"/>
                <a:ext cx="185040" cy="122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2EACBD-6141-6DEF-7F5E-E767A1DE86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3207" y="1878142"/>
                  <a:ext cx="220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737DEF-294F-BC0C-FA49-F166BC00948F}"/>
                    </a:ext>
                  </a:extLst>
                </p14:cNvPr>
                <p14:cNvContentPartPr/>
                <p14:nvPr/>
              </p14:nvContentPartPr>
              <p14:xfrm>
                <a:off x="5237807" y="1974262"/>
                <a:ext cx="19800" cy="14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737DEF-294F-BC0C-FA49-F166BC0094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20167" y="1956262"/>
                  <a:ext cx="554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506CF3F-1E3A-0D03-C347-4DF455F46577}"/>
              </a:ext>
            </a:extLst>
          </p:cNvPr>
          <p:cNvGrpSpPr/>
          <p:nvPr/>
        </p:nvGrpSpPr>
        <p:grpSpPr>
          <a:xfrm>
            <a:off x="5598167" y="1770502"/>
            <a:ext cx="1097640" cy="339480"/>
            <a:chOff x="5598167" y="1770502"/>
            <a:chExt cx="10976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B4D1509-DF27-720C-C997-4AB37E6BCB8A}"/>
                    </a:ext>
                  </a:extLst>
                </p14:cNvPr>
                <p14:cNvContentPartPr/>
                <p14:nvPr/>
              </p14:nvContentPartPr>
              <p14:xfrm>
                <a:off x="5598167" y="1934302"/>
                <a:ext cx="150480" cy="30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B4D1509-DF27-720C-C997-4AB37E6BCB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80167" y="1916302"/>
                  <a:ext cx="186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2D1BF4F-762F-8241-C90A-328494AFF700}"/>
                    </a:ext>
                  </a:extLst>
                </p14:cNvPr>
                <p14:cNvContentPartPr/>
                <p14:nvPr/>
              </p14:nvContentPartPr>
              <p14:xfrm>
                <a:off x="5635967" y="1882822"/>
                <a:ext cx="51840" cy="17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2D1BF4F-762F-8241-C90A-328494AFF7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17967" y="1865182"/>
                  <a:ext cx="87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29073A2-C8F0-8266-B91F-BECB97410418}"/>
                    </a:ext>
                  </a:extLst>
                </p14:cNvPr>
                <p14:cNvContentPartPr/>
                <p14:nvPr/>
              </p14:nvContentPartPr>
              <p14:xfrm>
                <a:off x="5848007" y="1770502"/>
                <a:ext cx="184680" cy="29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29073A2-C8F0-8266-B91F-BECB974104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30007" y="1752862"/>
                  <a:ext cx="2203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595E4E-137A-4153-ACAC-DFBE01436DA9}"/>
                    </a:ext>
                  </a:extLst>
                </p14:cNvPr>
                <p14:cNvContentPartPr/>
                <p14:nvPr/>
              </p14:nvContentPartPr>
              <p14:xfrm>
                <a:off x="6088487" y="1863382"/>
                <a:ext cx="207360" cy="16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595E4E-137A-4153-ACAC-DFBE01436D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70847" y="1845742"/>
                  <a:ext cx="24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B47B950-CF80-8C10-EF22-87E0E153948D}"/>
                    </a:ext>
                  </a:extLst>
                </p14:cNvPr>
                <p14:cNvContentPartPr/>
                <p14:nvPr/>
              </p14:nvContentPartPr>
              <p14:xfrm>
                <a:off x="6336527" y="1999462"/>
                <a:ext cx="359280" cy="110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B47B950-CF80-8C10-EF22-87E0E15394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18887" y="1981462"/>
                  <a:ext cx="39492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32C0923-D286-BFE2-F70A-EDEA8685AC1C}"/>
              </a:ext>
            </a:extLst>
          </p:cNvPr>
          <p:cNvGrpSpPr/>
          <p:nvPr/>
        </p:nvGrpSpPr>
        <p:grpSpPr>
          <a:xfrm>
            <a:off x="1422527" y="2491582"/>
            <a:ext cx="1443960" cy="528480"/>
            <a:chOff x="1422527" y="2491582"/>
            <a:chExt cx="1443960" cy="52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C0790D-E3DA-A0E0-AD1B-B05D9A2CA49F}"/>
                    </a:ext>
                  </a:extLst>
                </p14:cNvPr>
                <p14:cNvContentPartPr/>
                <p14:nvPr/>
              </p14:nvContentPartPr>
              <p14:xfrm>
                <a:off x="1422527" y="2520022"/>
                <a:ext cx="298440" cy="22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C0790D-E3DA-A0E0-AD1B-B05D9A2CA4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04887" y="2502382"/>
                  <a:ext cx="334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9580BE-210C-6F77-014D-DD89A9840D00}"/>
                    </a:ext>
                  </a:extLst>
                </p14:cNvPr>
                <p14:cNvContentPartPr/>
                <p14:nvPr/>
              </p14:nvContentPartPr>
              <p14:xfrm>
                <a:off x="1715207" y="2526862"/>
                <a:ext cx="420840" cy="325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9580BE-210C-6F77-014D-DD89A9840D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97567" y="2508862"/>
                  <a:ext cx="4564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ADAC95-9018-81AF-7296-5594A6A1EBB0}"/>
                    </a:ext>
                  </a:extLst>
                </p14:cNvPr>
                <p14:cNvContentPartPr/>
                <p14:nvPr/>
              </p14:nvContentPartPr>
              <p14:xfrm>
                <a:off x="2077007" y="2750062"/>
                <a:ext cx="208800" cy="27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ADAC95-9018-81AF-7296-5594A6A1EB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59007" y="2732422"/>
                  <a:ext cx="2444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3511E3-3CAE-6264-3DED-C22A7C9E1233}"/>
                    </a:ext>
                  </a:extLst>
                </p14:cNvPr>
                <p14:cNvContentPartPr/>
                <p14:nvPr/>
              </p14:nvContentPartPr>
              <p14:xfrm>
                <a:off x="2346647" y="2560342"/>
                <a:ext cx="20160" cy="2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3511E3-3CAE-6264-3DED-C22A7C9E12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29007" y="2542702"/>
                  <a:ext cx="55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B89D6D-4193-FE73-4E6B-B5DD03891CAA}"/>
                    </a:ext>
                  </a:extLst>
                </p14:cNvPr>
                <p14:cNvContentPartPr/>
                <p14:nvPr/>
              </p14:nvContentPartPr>
              <p14:xfrm>
                <a:off x="2363567" y="2681302"/>
                <a:ext cx="91080" cy="137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B89D6D-4193-FE73-4E6B-B5DD03891CA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45927" y="2663302"/>
                  <a:ext cx="126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5ED4A30-9EC1-A371-CDFD-6D1B9C4A0173}"/>
                    </a:ext>
                  </a:extLst>
                </p14:cNvPr>
                <p14:cNvContentPartPr/>
                <p14:nvPr/>
              </p14:nvContentPartPr>
              <p14:xfrm>
                <a:off x="2537087" y="2491582"/>
                <a:ext cx="287280" cy="326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5ED4A30-9EC1-A371-CDFD-6D1B9C4A017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19447" y="2473582"/>
                  <a:ext cx="322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2D9F2BF-57D7-58E4-93A5-24037994B9C8}"/>
                    </a:ext>
                  </a:extLst>
                </p14:cNvPr>
                <p14:cNvContentPartPr/>
                <p14:nvPr/>
              </p14:nvContentPartPr>
              <p14:xfrm>
                <a:off x="2724647" y="2556022"/>
                <a:ext cx="141840" cy="1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2D9F2BF-57D7-58E4-93A5-24037994B9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07007" y="2538382"/>
                  <a:ext cx="1774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FD33C22-187A-40E1-B399-E0365DBB21AC}"/>
              </a:ext>
            </a:extLst>
          </p:cNvPr>
          <p:cNvGrpSpPr/>
          <p:nvPr/>
        </p:nvGrpSpPr>
        <p:grpSpPr>
          <a:xfrm>
            <a:off x="3311807" y="2490862"/>
            <a:ext cx="393840" cy="326880"/>
            <a:chOff x="3311807" y="2490862"/>
            <a:chExt cx="39384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EFDC952-4429-327C-25CD-DCFECD1681F3}"/>
                    </a:ext>
                  </a:extLst>
                </p14:cNvPr>
                <p14:cNvContentPartPr/>
                <p14:nvPr/>
              </p14:nvContentPartPr>
              <p14:xfrm>
                <a:off x="3311807" y="2490862"/>
                <a:ext cx="393840" cy="326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EFDC952-4429-327C-25CD-DCFECD1681F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94167" y="2472862"/>
                  <a:ext cx="4294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E8F010-F883-003C-462A-7EA1C3C5BA8B}"/>
                    </a:ext>
                  </a:extLst>
                </p14:cNvPr>
                <p14:cNvContentPartPr/>
                <p14:nvPr/>
              </p14:nvContentPartPr>
              <p14:xfrm>
                <a:off x="3335567" y="2601742"/>
                <a:ext cx="247680" cy="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E8F010-F883-003C-462A-7EA1C3C5BA8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17927" y="2583742"/>
                  <a:ext cx="2833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1B4366-BBCF-DD31-44D7-87B7D6828443}"/>
              </a:ext>
            </a:extLst>
          </p:cNvPr>
          <p:cNvGrpSpPr/>
          <p:nvPr/>
        </p:nvGrpSpPr>
        <p:grpSpPr>
          <a:xfrm>
            <a:off x="4130087" y="2686702"/>
            <a:ext cx="140760" cy="89640"/>
            <a:chOff x="4130087" y="2686702"/>
            <a:chExt cx="140760" cy="8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0E6030E-541E-89CA-52C5-21ACF1F88531}"/>
                    </a:ext>
                  </a:extLst>
                </p14:cNvPr>
                <p14:cNvContentPartPr/>
                <p14:nvPr/>
              </p14:nvContentPartPr>
              <p14:xfrm>
                <a:off x="4148447" y="2686702"/>
                <a:ext cx="95760" cy="19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0E6030E-541E-89CA-52C5-21ACF1F885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30447" y="2668702"/>
                  <a:ext cx="131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B4C3F1D-4B62-6057-93C0-56A559C17279}"/>
                    </a:ext>
                  </a:extLst>
                </p14:cNvPr>
                <p14:cNvContentPartPr/>
                <p14:nvPr/>
              </p14:nvContentPartPr>
              <p14:xfrm>
                <a:off x="4130087" y="2752942"/>
                <a:ext cx="140760" cy="23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B4C3F1D-4B62-6057-93C0-56A559C172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12447" y="2734942"/>
                  <a:ext cx="17640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2CAA0DE-2ECF-36A1-432C-0CD20C0AA089}"/>
              </a:ext>
            </a:extLst>
          </p:cNvPr>
          <p:cNvGrpSpPr/>
          <p:nvPr/>
        </p:nvGrpSpPr>
        <p:grpSpPr>
          <a:xfrm>
            <a:off x="5112527" y="2441902"/>
            <a:ext cx="2428920" cy="440280"/>
            <a:chOff x="5112527" y="2441902"/>
            <a:chExt cx="242892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AB45E8-9BAB-159E-2F76-EC78F91B6C0F}"/>
                    </a:ext>
                  </a:extLst>
                </p14:cNvPr>
                <p14:cNvContentPartPr/>
                <p14:nvPr/>
              </p14:nvContentPartPr>
              <p14:xfrm>
                <a:off x="5112527" y="2441902"/>
                <a:ext cx="244080" cy="281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AB45E8-9BAB-159E-2F76-EC78F91B6C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94527" y="2423902"/>
                  <a:ext cx="279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B0CE9EC-AA76-8B6F-751E-D178451967AB}"/>
                    </a:ext>
                  </a:extLst>
                </p14:cNvPr>
                <p14:cNvContentPartPr/>
                <p14:nvPr/>
              </p14:nvContentPartPr>
              <p14:xfrm>
                <a:off x="5389007" y="2583382"/>
                <a:ext cx="171000" cy="198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B0CE9EC-AA76-8B6F-751E-D178451967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71367" y="2565742"/>
                  <a:ext cx="206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62D1641-AE8E-1A66-444B-8AF6FC2BB7FA}"/>
                    </a:ext>
                  </a:extLst>
                </p14:cNvPr>
                <p14:cNvContentPartPr/>
                <p14:nvPr/>
              </p14:nvContentPartPr>
              <p14:xfrm>
                <a:off x="5608967" y="2733502"/>
                <a:ext cx="40320" cy="148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62D1641-AE8E-1A66-444B-8AF6FC2BB7F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91327" y="2715862"/>
                  <a:ext cx="75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012E723-5900-E856-FB25-C552E4FB81E3}"/>
                    </a:ext>
                  </a:extLst>
                </p14:cNvPr>
                <p14:cNvContentPartPr/>
                <p14:nvPr/>
              </p14:nvContentPartPr>
              <p14:xfrm>
                <a:off x="5800127" y="2708302"/>
                <a:ext cx="244080" cy="68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012E723-5900-E856-FB25-C552E4FB81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82127" y="2690302"/>
                  <a:ext cx="27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3157AAF-600A-7686-D7E7-B3DCCBE9295F}"/>
                    </a:ext>
                  </a:extLst>
                </p14:cNvPr>
                <p14:cNvContentPartPr/>
                <p14:nvPr/>
              </p14:nvContentPartPr>
              <p14:xfrm>
                <a:off x="5940887" y="2633062"/>
                <a:ext cx="65880" cy="203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3157AAF-600A-7686-D7E7-B3DCCBE929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23247" y="2615062"/>
                  <a:ext cx="101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ECBD6B2-D771-3448-D864-E726E93D5F9B}"/>
                    </a:ext>
                  </a:extLst>
                </p14:cNvPr>
                <p14:cNvContentPartPr/>
                <p14:nvPr/>
              </p14:nvContentPartPr>
              <p14:xfrm>
                <a:off x="6100367" y="2584462"/>
                <a:ext cx="160200" cy="232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ECBD6B2-D771-3448-D864-E726E93D5F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82727" y="2566462"/>
                  <a:ext cx="195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D7D4839-F82A-9648-FF97-0B16926F4617}"/>
                    </a:ext>
                  </a:extLst>
                </p14:cNvPr>
                <p14:cNvContentPartPr/>
                <p14:nvPr/>
              </p14:nvContentPartPr>
              <p14:xfrm>
                <a:off x="6320687" y="2640982"/>
                <a:ext cx="145800" cy="162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D7D4839-F82A-9648-FF97-0B16926F46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02687" y="2622982"/>
                  <a:ext cx="181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2AF9036-0C67-4878-9823-2BD0675016EC}"/>
                    </a:ext>
                  </a:extLst>
                </p14:cNvPr>
                <p14:cNvContentPartPr/>
                <p14:nvPr/>
              </p14:nvContentPartPr>
              <p14:xfrm>
                <a:off x="6491687" y="2744302"/>
                <a:ext cx="186480" cy="130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2AF9036-0C67-4878-9823-2BD0675016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74047" y="2726302"/>
                  <a:ext cx="222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91BF7DD-C6B9-DE68-98A2-B1EF325166FC}"/>
                    </a:ext>
                  </a:extLst>
                </p14:cNvPr>
                <p14:cNvContentPartPr/>
                <p14:nvPr/>
              </p14:nvContentPartPr>
              <p14:xfrm>
                <a:off x="6853847" y="2551702"/>
                <a:ext cx="175320" cy="172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91BF7DD-C6B9-DE68-98A2-B1EF325166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35847" y="2534062"/>
                  <a:ext cx="210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FF0AE8-A955-AC02-7129-0325F1BA09D4}"/>
                    </a:ext>
                  </a:extLst>
                </p14:cNvPr>
                <p14:cNvContentPartPr/>
                <p14:nvPr/>
              </p14:nvContentPartPr>
              <p14:xfrm>
                <a:off x="6817487" y="2768422"/>
                <a:ext cx="130680" cy="43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FF0AE8-A955-AC02-7129-0325F1BA09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99487" y="2750422"/>
                  <a:ext cx="166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7A17868-8F6C-3CD4-B098-21EC492BCA82}"/>
                    </a:ext>
                  </a:extLst>
                </p14:cNvPr>
                <p14:cNvContentPartPr/>
                <p14:nvPr/>
              </p14:nvContentPartPr>
              <p14:xfrm>
                <a:off x="7210607" y="2527582"/>
                <a:ext cx="54720" cy="288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7A17868-8F6C-3CD4-B098-21EC492BCA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92607" y="2509582"/>
                  <a:ext cx="903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34FFCC-3037-3C3D-77B9-8607494ABB8B}"/>
                    </a:ext>
                  </a:extLst>
                </p14:cNvPr>
                <p14:cNvContentPartPr/>
                <p14:nvPr/>
              </p14:nvContentPartPr>
              <p14:xfrm>
                <a:off x="7331207" y="2552422"/>
                <a:ext cx="210240" cy="288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34FFCC-3037-3C3D-77B9-8607494ABB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13567" y="2534422"/>
                  <a:ext cx="24588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4D5E032-88FC-60D0-273B-D0F0FBEFC301}"/>
              </a:ext>
            </a:extLst>
          </p:cNvPr>
          <p:cNvGrpSpPr/>
          <p:nvPr/>
        </p:nvGrpSpPr>
        <p:grpSpPr>
          <a:xfrm>
            <a:off x="5204687" y="3202222"/>
            <a:ext cx="3115440" cy="492480"/>
            <a:chOff x="5204687" y="3202222"/>
            <a:chExt cx="311544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B84A6BC-E763-93A1-9148-213EC8240C36}"/>
                    </a:ext>
                  </a:extLst>
                </p14:cNvPr>
                <p14:cNvContentPartPr/>
                <p14:nvPr/>
              </p14:nvContentPartPr>
              <p14:xfrm>
                <a:off x="5204687" y="3202222"/>
                <a:ext cx="219960" cy="29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B84A6BC-E763-93A1-9148-213EC8240C3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7047" y="3184222"/>
                  <a:ext cx="2556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961BFCB-6B02-F51E-F94E-476B92882E91}"/>
                    </a:ext>
                  </a:extLst>
                </p14:cNvPr>
                <p14:cNvContentPartPr/>
                <p14:nvPr/>
              </p14:nvContentPartPr>
              <p14:xfrm>
                <a:off x="5434727" y="3351622"/>
                <a:ext cx="218520" cy="172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961BFCB-6B02-F51E-F94E-476B92882E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17087" y="3333982"/>
                  <a:ext cx="254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0F46652-1092-EABC-F0EC-EC8470701ABD}"/>
                    </a:ext>
                  </a:extLst>
                </p14:cNvPr>
                <p14:cNvContentPartPr/>
                <p14:nvPr/>
              </p14:nvContentPartPr>
              <p14:xfrm>
                <a:off x="5793647" y="3457102"/>
                <a:ext cx="56160" cy="165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0F46652-1092-EABC-F0EC-EC8470701AB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76007" y="3439462"/>
                  <a:ext cx="91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BDAD5F-5E40-C102-669E-88136F7AE709}"/>
                    </a:ext>
                  </a:extLst>
                </p14:cNvPr>
                <p14:cNvContentPartPr/>
                <p14:nvPr/>
              </p14:nvContentPartPr>
              <p14:xfrm>
                <a:off x="6055007" y="3368542"/>
                <a:ext cx="198000" cy="53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BDAD5F-5E40-C102-669E-88136F7AE70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37367" y="3350902"/>
                  <a:ext cx="2336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4BC57EC-003D-5329-44F8-D2059FA987AB}"/>
                    </a:ext>
                  </a:extLst>
                </p14:cNvPr>
                <p14:cNvContentPartPr/>
                <p14:nvPr/>
              </p14:nvContentPartPr>
              <p14:xfrm>
                <a:off x="6152927" y="3286462"/>
                <a:ext cx="43200" cy="199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4BC57EC-003D-5329-44F8-D2059FA987A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34927" y="3268462"/>
                  <a:ext cx="78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B7A0EC-AE35-F7E5-8644-57668ABD3137}"/>
                    </a:ext>
                  </a:extLst>
                </p14:cNvPr>
                <p14:cNvContentPartPr/>
                <p14:nvPr/>
              </p14:nvContentPartPr>
              <p14:xfrm>
                <a:off x="6491687" y="3294742"/>
                <a:ext cx="182160" cy="256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B7A0EC-AE35-F7E5-8644-57668ABD31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74047" y="3276742"/>
                  <a:ext cx="217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7D95C9-46DE-D6ED-13FE-4AC163E113A8}"/>
                    </a:ext>
                  </a:extLst>
                </p14:cNvPr>
                <p14:cNvContentPartPr/>
                <p14:nvPr/>
              </p14:nvContentPartPr>
              <p14:xfrm>
                <a:off x="6736487" y="3412102"/>
                <a:ext cx="171000" cy="169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7D95C9-46DE-D6ED-13FE-4AC163E113A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18847" y="3394462"/>
                  <a:ext cx="206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CE7457-FDDE-ED57-ED35-04A3269EC5F0}"/>
                    </a:ext>
                  </a:extLst>
                </p14:cNvPr>
                <p14:cNvContentPartPr/>
                <p14:nvPr/>
              </p14:nvContentPartPr>
              <p14:xfrm>
                <a:off x="6948167" y="3546382"/>
                <a:ext cx="297720" cy="148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CE7457-FDDE-ED57-ED35-04A3269EC5F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30527" y="3528382"/>
                  <a:ext cx="33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DC3C518-1ED4-A5C6-22FA-EBB34C846A62}"/>
                    </a:ext>
                  </a:extLst>
                </p14:cNvPr>
                <p14:cNvContentPartPr/>
                <p14:nvPr/>
              </p14:nvContentPartPr>
              <p14:xfrm>
                <a:off x="7453247" y="3339742"/>
                <a:ext cx="132840" cy="13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DC3C518-1ED4-A5C6-22FA-EBB34C846A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35247" y="3321742"/>
                  <a:ext cx="168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C094396-F89B-9F71-A4D1-EF5B24DF35A0}"/>
                    </a:ext>
                  </a:extLst>
                </p14:cNvPr>
                <p14:cNvContentPartPr/>
                <p14:nvPr/>
              </p14:nvContentPartPr>
              <p14:xfrm>
                <a:off x="7425167" y="3551782"/>
                <a:ext cx="194400" cy="42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C094396-F89B-9F71-A4D1-EF5B24DF35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07527" y="3534142"/>
                  <a:ext cx="230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1DC4A48-4ECA-BA17-EFA4-8F10A9F898D0}"/>
                    </a:ext>
                  </a:extLst>
                </p14:cNvPr>
                <p14:cNvContentPartPr/>
                <p14:nvPr/>
              </p14:nvContentPartPr>
              <p14:xfrm>
                <a:off x="7836647" y="3317062"/>
                <a:ext cx="50760" cy="250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1DC4A48-4ECA-BA17-EFA4-8F10A9F898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19007" y="3299062"/>
                  <a:ext cx="86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E76A72-0638-24B8-9FAD-C07ECEDFABB7}"/>
                    </a:ext>
                  </a:extLst>
                </p14:cNvPr>
                <p14:cNvContentPartPr/>
                <p14:nvPr/>
              </p14:nvContentPartPr>
              <p14:xfrm>
                <a:off x="8001887" y="3354502"/>
                <a:ext cx="318240" cy="227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E76A72-0638-24B8-9FAD-C07ECEDFAB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83887" y="3336862"/>
                  <a:ext cx="35388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6C8F228-6FD2-ADCC-36C5-6D2DCFCAC48F}"/>
              </a:ext>
            </a:extLst>
          </p:cNvPr>
          <p:cNvGrpSpPr/>
          <p:nvPr/>
        </p:nvGrpSpPr>
        <p:grpSpPr>
          <a:xfrm>
            <a:off x="4861967" y="4082062"/>
            <a:ext cx="1277640" cy="366120"/>
            <a:chOff x="4861967" y="4082062"/>
            <a:chExt cx="127764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02FA8CF-789D-2261-C175-768E26C4F39E}"/>
                    </a:ext>
                  </a:extLst>
                </p14:cNvPr>
                <p14:cNvContentPartPr/>
                <p14:nvPr/>
              </p14:nvContentPartPr>
              <p14:xfrm>
                <a:off x="4861967" y="4090342"/>
                <a:ext cx="187920" cy="19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02FA8CF-789D-2261-C175-768E26C4F39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44327" y="4072342"/>
                  <a:ext cx="223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E127152-C6CF-2F54-5771-5F6C67752913}"/>
                    </a:ext>
                  </a:extLst>
                </p14:cNvPr>
                <p14:cNvContentPartPr/>
                <p14:nvPr/>
              </p14:nvContentPartPr>
              <p14:xfrm>
                <a:off x="5140247" y="4223902"/>
                <a:ext cx="100080" cy="156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E127152-C6CF-2F54-5771-5F6C677529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22247" y="4206262"/>
                  <a:ext cx="135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CFE5F0-2D72-EC47-CD2F-EED40DDC0297}"/>
                    </a:ext>
                  </a:extLst>
                </p14:cNvPr>
                <p14:cNvContentPartPr/>
                <p14:nvPr/>
              </p14:nvContentPartPr>
              <p14:xfrm>
                <a:off x="5198567" y="4082062"/>
                <a:ext cx="43200" cy="20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CFE5F0-2D72-EC47-CD2F-EED40DDC029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80567" y="4064062"/>
                  <a:ext cx="78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52D264-CBBC-31A3-A06E-B6D240EBD4D9}"/>
                    </a:ext>
                  </a:extLst>
                </p14:cNvPr>
                <p14:cNvContentPartPr/>
                <p14:nvPr/>
              </p14:nvContentPartPr>
              <p14:xfrm>
                <a:off x="5265527" y="4102222"/>
                <a:ext cx="209160" cy="234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52D264-CBBC-31A3-A06E-B6D240EBD4D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47887" y="4084582"/>
                  <a:ext cx="244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70BF32E-585F-13FC-7EB1-E196C8DE9277}"/>
                    </a:ext>
                  </a:extLst>
                </p14:cNvPr>
                <p14:cNvContentPartPr/>
                <p14:nvPr/>
              </p14:nvContentPartPr>
              <p14:xfrm>
                <a:off x="5387207" y="4271782"/>
                <a:ext cx="149760" cy="98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70BF32E-585F-13FC-7EB1-E196C8DE927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69567" y="4253782"/>
                  <a:ext cx="185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BE9BC51-1971-18E8-0087-F79B01DE8D09}"/>
                    </a:ext>
                  </a:extLst>
                </p14:cNvPr>
                <p14:cNvContentPartPr/>
                <p14:nvPr/>
              </p14:nvContentPartPr>
              <p14:xfrm>
                <a:off x="5676287" y="4123462"/>
                <a:ext cx="262800" cy="217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BE9BC51-1971-18E8-0087-F79B01DE8D0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58287" y="4105462"/>
                  <a:ext cx="298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F9E2B80-5201-A75E-4D50-5F63131C33DA}"/>
                    </a:ext>
                  </a:extLst>
                </p14:cNvPr>
                <p14:cNvContentPartPr/>
                <p14:nvPr/>
              </p14:nvContentPartPr>
              <p14:xfrm>
                <a:off x="5977967" y="4270702"/>
                <a:ext cx="161640" cy="177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F9E2B80-5201-A75E-4D50-5F63131C33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59967" y="4252702"/>
                  <a:ext cx="19728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E2C4BF5-611D-B806-F3FA-DD4D05152AB4}"/>
              </a:ext>
            </a:extLst>
          </p:cNvPr>
          <p:cNvGrpSpPr/>
          <p:nvPr/>
        </p:nvGrpSpPr>
        <p:grpSpPr>
          <a:xfrm>
            <a:off x="6673487" y="4008262"/>
            <a:ext cx="1116000" cy="431280"/>
            <a:chOff x="6673487" y="4008262"/>
            <a:chExt cx="111600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B845E3B-6E25-0F4B-E09C-BF8ECBDA2C70}"/>
                    </a:ext>
                  </a:extLst>
                </p14:cNvPr>
                <p14:cNvContentPartPr/>
                <p14:nvPr/>
              </p14:nvContentPartPr>
              <p14:xfrm>
                <a:off x="6673487" y="4153702"/>
                <a:ext cx="115560" cy="181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B845E3B-6E25-0F4B-E09C-BF8ECBDA2C7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5487" y="4136062"/>
                  <a:ext cx="151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C3432F0-2C5D-A702-E5B2-C31B7D512EDB}"/>
                    </a:ext>
                  </a:extLst>
                </p14:cNvPr>
                <p14:cNvContentPartPr/>
                <p14:nvPr/>
              </p14:nvContentPartPr>
              <p14:xfrm>
                <a:off x="6739367" y="4008262"/>
                <a:ext cx="24840" cy="29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C3432F0-2C5D-A702-E5B2-C31B7D512ED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21367" y="3990262"/>
                  <a:ext cx="60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C60B8D8-F8FC-CF08-A5D7-36EF0C9FB805}"/>
                    </a:ext>
                  </a:extLst>
                </p14:cNvPr>
                <p14:cNvContentPartPr/>
                <p14:nvPr/>
              </p14:nvContentPartPr>
              <p14:xfrm>
                <a:off x="6874367" y="4178902"/>
                <a:ext cx="103320" cy="5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C60B8D8-F8FC-CF08-A5D7-36EF0C9FB8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856727" y="4161262"/>
                  <a:ext cx="138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FD4FF18-4C2A-DB58-4583-BF8821D75244}"/>
                    </a:ext>
                  </a:extLst>
                </p14:cNvPr>
                <p14:cNvContentPartPr/>
                <p14:nvPr/>
              </p14:nvContentPartPr>
              <p14:xfrm>
                <a:off x="6866807" y="4268902"/>
                <a:ext cx="137520" cy="2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FD4FF18-4C2A-DB58-4583-BF8821D752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48807" y="4250902"/>
                  <a:ext cx="173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27A0B1B-59DA-A1B9-05F7-3BF17D055D49}"/>
                    </a:ext>
                  </a:extLst>
                </p14:cNvPr>
                <p14:cNvContentPartPr/>
                <p14:nvPr/>
              </p14:nvContentPartPr>
              <p14:xfrm>
                <a:off x="7145447" y="4081342"/>
                <a:ext cx="9000" cy="223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27A0B1B-59DA-A1B9-05F7-3BF17D055D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27807" y="4063702"/>
                  <a:ext cx="44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443411-2AD1-3122-29DF-657F545C499A}"/>
                    </a:ext>
                  </a:extLst>
                </p14:cNvPr>
                <p14:cNvContentPartPr/>
                <p14:nvPr/>
              </p14:nvContentPartPr>
              <p14:xfrm>
                <a:off x="7246247" y="4304182"/>
                <a:ext cx="70560" cy="135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443411-2AD1-3122-29DF-657F545C49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28607" y="4286182"/>
                  <a:ext cx="106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BFA47B-713B-B712-D14C-E53C8227D2F6}"/>
                    </a:ext>
                  </a:extLst>
                </p14:cNvPr>
                <p14:cNvContentPartPr/>
                <p14:nvPr/>
              </p14:nvContentPartPr>
              <p14:xfrm>
                <a:off x="7504007" y="4097902"/>
                <a:ext cx="285480" cy="234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BFA47B-713B-B712-D14C-E53C8227D2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86007" y="4079902"/>
                  <a:ext cx="32112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F7777CA-3256-EFCD-0D32-DF38F2ED006A}"/>
                  </a:ext>
                </a:extLst>
              </p14:cNvPr>
              <p14:cNvContentPartPr/>
              <p14:nvPr/>
            </p14:nvContentPartPr>
            <p14:xfrm>
              <a:off x="8432807" y="4305982"/>
              <a:ext cx="4680" cy="11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F7777CA-3256-EFCD-0D32-DF38F2ED006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414807" y="4287982"/>
                <a:ext cx="4032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A33AE75-B042-030C-53AD-2CA71FC54DD8}"/>
              </a:ext>
            </a:extLst>
          </p:cNvPr>
          <p:cNvGrpSpPr/>
          <p:nvPr/>
        </p:nvGrpSpPr>
        <p:grpSpPr>
          <a:xfrm>
            <a:off x="2210927" y="4792342"/>
            <a:ext cx="871920" cy="334800"/>
            <a:chOff x="2210927" y="4792342"/>
            <a:chExt cx="87192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936D48A-B761-B721-277A-939F54563EA8}"/>
                    </a:ext>
                  </a:extLst>
                </p14:cNvPr>
                <p14:cNvContentPartPr/>
                <p14:nvPr/>
              </p14:nvContentPartPr>
              <p14:xfrm>
                <a:off x="2210927" y="4792342"/>
                <a:ext cx="200520" cy="24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936D48A-B761-B721-277A-939F54563EA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92927" y="4774342"/>
                  <a:ext cx="236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0D061FA-117D-3CAE-931B-575B977E3DEC}"/>
                    </a:ext>
                  </a:extLst>
                </p14:cNvPr>
                <p14:cNvContentPartPr/>
                <p14:nvPr/>
              </p14:nvContentPartPr>
              <p14:xfrm>
                <a:off x="2522687" y="4897822"/>
                <a:ext cx="129960" cy="136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0D061FA-117D-3CAE-931B-575B977E3DE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04687" y="4879822"/>
                  <a:ext cx="165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DFE2DFC-5FEF-C8D2-94CE-1F43762EC2D2}"/>
                    </a:ext>
                  </a:extLst>
                </p14:cNvPr>
                <p14:cNvContentPartPr/>
                <p14:nvPr/>
              </p14:nvContentPartPr>
              <p14:xfrm>
                <a:off x="2766047" y="4970542"/>
                <a:ext cx="17640" cy="156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DFE2DFC-5FEF-C8D2-94CE-1F43762EC2D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48407" y="4952542"/>
                  <a:ext cx="53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685DC5F-6821-C475-BA96-07EA5BF74227}"/>
                    </a:ext>
                  </a:extLst>
                </p14:cNvPr>
                <p14:cNvContentPartPr/>
                <p14:nvPr/>
              </p14:nvContentPartPr>
              <p14:xfrm>
                <a:off x="2916527" y="4952182"/>
                <a:ext cx="166320" cy="34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685DC5F-6821-C475-BA96-07EA5BF7422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98887" y="4934182"/>
                  <a:ext cx="201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82F3A20-3570-BD9A-AC1F-1A5D15BF931C}"/>
                    </a:ext>
                  </a:extLst>
                </p14:cNvPr>
                <p14:cNvContentPartPr/>
                <p14:nvPr/>
              </p14:nvContentPartPr>
              <p14:xfrm>
                <a:off x="2998247" y="4873342"/>
                <a:ext cx="32040" cy="19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82F3A20-3570-BD9A-AC1F-1A5D15BF931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80607" y="4855702"/>
                  <a:ext cx="676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CE39B7F-4B2D-E6B0-9124-805BB0E60163}"/>
              </a:ext>
            </a:extLst>
          </p:cNvPr>
          <p:cNvGrpSpPr/>
          <p:nvPr/>
        </p:nvGrpSpPr>
        <p:grpSpPr>
          <a:xfrm>
            <a:off x="3352487" y="4853542"/>
            <a:ext cx="1070280" cy="284400"/>
            <a:chOff x="3352487" y="4853542"/>
            <a:chExt cx="107028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0714886-4A12-9BD6-0A8D-82DB9D3A2260}"/>
                    </a:ext>
                  </a:extLst>
                </p14:cNvPr>
                <p14:cNvContentPartPr/>
                <p14:nvPr/>
              </p14:nvContentPartPr>
              <p14:xfrm>
                <a:off x="3352487" y="4853542"/>
                <a:ext cx="196200" cy="247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0714886-4A12-9BD6-0A8D-82DB9D3A226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34847" y="4835902"/>
                  <a:ext cx="231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793CA6-A1D8-A80F-057A-7CC275EFFF4A}"/>
                    </a:ext>
                  </a:extLst>
                </p14:cNvPr>
                <p14:cNvContentPartPr/>
                <p14:nvPr/>
              </p14:nvContentPartPr>
              <p14:xfrm>
                <a:off x="3563087" y="4896022"/>
                <a:ext cx="197640" cy="171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793CA6-A1D8-A80F-057A-7CC275EFFF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45447" y="4878382"/>
                  <a:ext cx="233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A6D1BCA-DD14-9B78-CC09-044027A8F062}"/>
                    </a:ext>
                  </a:extLst>
                </p14:cNvPr>
                <p14:cNvContentPartPr/>
                <p14:nvPr/>
              </p14:nvContentPartPr>
              <p14:xfrm>
                <a:off x="3832727" y="5002582"/>
                <a:ext cx="274320" cy="127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A6D1BCA-DD14-9B78-CC09-044027A8F0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15087" y="4984582"/>
                  <a:ext cx="309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5592471-0BBB-D8AC-0456-2006D6EF4F20}"/>
                    </a:ext>
                  </a:extLst>
                </p14:cNvPr>
                <p14:cNvContentPartPr/>
                <p14:nvPr/>
              </p14:nvContentPartPr>
              <p14:xfrm>
                <a:off x="4270847" y="4961182"/>
                <a:ext cx="151920" cy="30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5592471-0BBB-D8AC-0456-2006D6EF4F2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52847" y="4943182"/>
                  <a:ext cx="187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E73DC37-672F-04C7-2DA8-574C1AB76C5B}"/>
                    </a:ext>
                  </a:extLst>
                </p14:cNvPr>
                <p14:cNvContentPartPr/>
                <p14:nvPr/>
              </p14:nvContentPartPr>
              <p14:xfrm>
                <a:off x="4320887" y="4890262"/>
                <a:ext cx="35280" cy="247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E73DC37-672F-04C7-2DA8-574C1AB76C5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03247" y="4872622"/>
                  <a:ext cx="7092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9338E28-D4BE-9E3C-73DB-1281B1AF8FC9}"/>
              </a:ext>
            </a:extLst>
          </p:cNvPr>
          <p:cNvGrpSpPr/>
          <p:nvPr/>
        </p:nvGrpSpPr>
        <p:grpSpPr>
          <a:xfrm>
            <a:off x="4794647" y="4925902"/>
            <a:ext cx="490680" cy="320400"/>
            <a:chOff x="4794647" y="4925902"/>
            <a:chExt cx="4906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D30B03C-CD01-2A6A-6D0D-B2B5A5E2F259}"/>
                    </a:ext>
                  </a:extLst>
                </p14:cNvPr>
                <p14:cNvContentPartPr/>
                <p14:nvPr/>
              </p14:nvContentPartPr>
              <p14:xfrm>
                <a:off x="4794647" y="4925902"/>
                <a:ext cx="243000" cy="193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D30B03C-CD01-2A6A-6D0D-B2B5A5E2F25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77007" y="4907902"/>
                  <a:ext cx="278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DC4CE8-E6E1-E6EA-F86E-96FF53AE536C}"/>
                    </a:ext>
                  </a:extLst>
                </p14:cNvPr>
                <p14:cNvContentPartPr/>
                <p14:nvPr/>
              </p14:nvContentPartPr>
              <p14:xfrm>
                <a:off x="5099207" y="4981342"/>
                <a:ext cx="186120" cy="264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DC4CE8-E6E1-E6EA-F86E-96FF53AE536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81207" y="4963342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57C80E5-CAE7-07C7-352A-88A5D48B448E}"/>
              </a:ext>
            </a:extLst>
          </p:cNvPr>
          <p:cNvGrpSpPr/>
          <p:nvPr/>
        </p:nvGrpSpPr>
        <p:grpSpPr>
          <a:xfrm>
            <a:off x="5551007" y="4781542"/>
            <a:ext cx="667440" cy="294120"/>
            <a:chOff x="5551007" y="4781542"/>
            <a:chExt cx="66744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9BDAD1A-12AE-2994-951C-89E1C4CD83FC}"/>
                    </a:ext>
                  </a:extLst>
                </p14:cNvPr>
                <p14:cNvContentPartPr/>
                <p14:nvPr/>
              </p14:nvContentPartPr>
              <p14:xfrm>
                <a:off x="5551007" y="4911862"/>
                <a:ext cx="106920" cy="14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9BDAD1A-12AE-2994-951C-89E1C4CD83F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33367" y="4893862"/>
                  <a:ext cx="142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2A3056B-0730-2DE9-7F25-C57FB8084714}"/>
                    </a:ext>
                  </a:extLst>
                </p14:cNvPr>
                <p14:cNvContentPartPr/>
                <p14:nvPr/>
              </p14:nvContentPartPr>
              <p14:xfrm>
                <a:off x="5555327" y="4985662"/>
                <a:ext cx="176400" cy="34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2A3056B-0730-2DE9-7F25-C57FB80847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537327" y="4967662"/>
                  <a:ext cx="212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976752C-2616-2114-5459-582D55F40E09}"/>
                    </a:ext>
                  </a:extLst>
                </p14:cNvPr>
                <p14:cNvContentPartPr/>
                <p14:nvPr/>
              </p14:nvContentPartPr>
              <p14:xfrm>
                <a:off x="5889047" y="4781542"/>
                <a:ext cx="28080" cy="289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976752C-2616-2114-5459-582D55F40E0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71047" y="4763542"/>
                  <a:ext cx="63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75EC40-2987-1E83-A023-2DD9924A5FA9}"/>
                    </a:ext>
                  </a:extLst>
                </p14:cNvPr>
                <p14:cNvContentPartPr/>
                <p14:nvPr/>
              </p14:nvContentPartPr>
              <p14:xfrm>
                <a:off x="6025487" y="4803862"/>
                <a:ext cx="192960" cy="271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75EC40-2987-1E83-A023-2DD9924A5FA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07487" y="4785862"/>
                  <a:ext cx="22860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0B34221-A462-9E11-83F7-CFFAB9BDB5DA}"/>
              </a:ext>
            </a:extLst>
          </p:cNvPr>
          <p:cNvGrpSpPr/>
          <p:nvPr/>
        </p:nvGrpSpPr>
        <p:grpSpPr>
          <a:xfrm>
            <a:off x="2150447" y="5451502"/>
            <a:ext cx="658440" cy="380880"/>
            <a:chOff x="2150447" y="5451502"/>
            <a:chExt cx="65844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5A37E59-08B5-B9A3-36D2-F3981E1C80A2}"/>
                    </a:ext>
                  </a:extLst>
                </p14:cNvPr>
                <p14:cNvContentPartPr/>
                <p14:nvPr/>
              </p14:nvContentPartPr>
              <p14:xfrm>
                <a:off x="2150447" y="5451502"/>
                <a:ext cx="279000" cy="289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5A37E59-08B5-B9A3-36D2-F3981E1C80A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32807" y="5433502"/>
                  <a:ext cx="314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D566F62-016B-1A34-5106-0F5954F9D5A7}"/>
                    </a:ext>
                  </a:extLst>
                </p14:cNvPr>
                <p14:cNvContentPartPr/>
                <p14:nvPr/>
              </p14:nvContentPartPr>
              <p14:xfrm>
                <a:off x="2456447" y="5571742"/>
                <a:ext cx="234720" cy="145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D566F62-016B-1A34-5106-0F5954F9D5A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38447" y="5553742"/>
                  <a:ext cx="270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17BD98B-6B30-F5BE-A8C0-4E833C2CF8AA}"/>
                    </a:ext>
                  </a:extLst>
                </p14:cNvPr>
                <p14:cNvContentPartPr/>
                <p14:nvPr/>
              </p14:nvContentPartPr>
              <p14:xfrm>
                <a:off x="2763527" y="5624302"/>
                <a:ext cx="45360" cy="208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17BD98B-6B30-F5BE-A8C0-4E833C2CF8A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45527" y="5606662"/>
                  <a:ext cx="8100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A98FE4D-D905-4889-BF94-9802BE457867}"/>
              </a:ext>
            </a:extLst>
          </p:cNvPr>
          <p:cNvGrpSpPr/>
          <p:nvPr/>
        </p:nvGrpSpPr>
        <p:grpSpPr>
          <a:xfrm>
            <a:off x="3051887" y="5535742"/>
            <a:ext cx="1449360" cy="307080"/>
            <a:chOff x="3051887" y="5535742"/>
            <a:chExt cx="144936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F0D79DA-EDE1-B7D6-A886-35677EFB8CB8}"/>
                    </a:ext>
                  </a:extLst>
                </p14:cNvPr>
                <p14:cNvContentPartPr/>
                <p14:nvPr/>
              </p14:nvContentPartPr>
              <p14:xfrm>
                <a:off x="3051887" y="5606662"/>
                <a:ext cx="221040" cy="33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F0D79DA-EDE1-B7D6-A886-35677EFB8CB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33887" y="5588662"/>
                  <a:ext cx="256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ACCD39-E519-825D-0ED0-D234AF8EA6B4}"/>
                    </a:ext>
                  </a:extLst>
                </p14:cNvPr>
                <p14:cNvContentPartPr/>
                <p14:nvPr/>
              </p14:nvContentPartPr>
              <p14:xfrm>
                <a:off x="3191207" y="5541502"/>
                <a:ext cx="33480" cy="196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ACCD39-E519-825D-0ED0-D234AF8EA6B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73207" y="5523862"/>
                  <a:ext cx="69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C9B91F5-1FB7-01BA-1811-4CAEC14B96F7}"/>
                    </a:ext>
                  </a:extLst>
                </p14:cNvPr>
                <p14:cNvContentPartPr/>
                <p14:nvPr/>
              </p14:nvContentPartPr>
              <p14:xfrm>
                <a:off x="3388847" y="5535742"/>
                <a:ext cx="206280" cy="167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C9B91F5-1FB7-01BA-1811-4CAEC14B96F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71207" y="5517742"/>
                  <a:ext cx="241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C5394EF-9C2D-674D-9126-1A4D0C9514E0}"/>
                    </a:ext>
                  </a:extLst>
                </p14:cNvPr>
                <p14:cNvContentPartPr/>
                <p14:nvPr/>
              </p14:nvContentPartPr>
              <p14:xfrm>
                <a:off x="3597647" y="5542582"/>
                <a:ext cx="228240" cy="181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C5394EF-9C2D-674D-9126-1A4D0C9514E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79647" y="5524942"/>
                  <a:ext cx="263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6FBC480-ABAA-375D-37EE-610D3962BA0B}"/>
                    </a:ext>
                  </a:extLst>
                </p14:cNvPr>
                <p14:cNvContentPartPr/>
                <p14:nvPr/>
              </p14:nvContentPartPr>
              <p14:xfrm>
                <a:off x="3865127" y="5665342"/>
                <a:ext cx="297720" cy="177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6FBC480-ABAA-375D-37EE-610D3962BA0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47487" y="5647342"/>
                  <a:ext cx="333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F411DFC-A450-D59C-A0FC-D34C1D4904F2}"/>
                    </a:ext>
                  </a:extLst>
                </p14:cNvPr>
                <p14:cNvContentPartPr/>
                <p14:nvPr/>
              </p14:nvContentPartPr>
              <p14:xfrm>
                <a:off x="4297847" y="5653462"/>
                <a:ext cx="203400" cy="41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F411DFC-A450-D59C-A0FC-D34C1D4904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80207" y="5635822"/>
                  <a:ext cx="239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C9C09EA-AC98-1797-F83B-CE31F5161D7C}"/>
                    </a:ext>
                  </a:extLst>
                </p14:cNvPr>
                <p14:cNvContentPartPr/>
                <p14:nvPr/>
              </p14:nvContentPartPr>
              <p14:xfrm>
                <a:off x="4378487" y="5594062"/>
                <a:ext cx="22680" cy="229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C9C09EA-AC98-1797-F83B-CE31F5161D7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360847" y="5576422"/>
                  <a:ext cx="5832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1794B23-4FCC-B8F1-B6CD-0C477D5D36C9}"/>
              </a:ext>
            </a:extLst>
          </p:cNvPr>
          <p:cNvGrpSpPr/>
          <p:nvPr/>
        </p:nvGrpSpPr>
        <p:grpSpPr>
          <a:xfrm>
            <a:off x="4782407" y="5601262"/>
            <a:ext cx="456120" cy="352080"/>
            <a:chOff x="4782407" y="5601262"/>
            <a:chExt cx="45612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0A0B038-279E-FA9E-B13B-B149E0C11965}"/>
                    </a:ext>
                  </a:extLst>
                </p14:cNvPr>
                <p14:cNvContentPartPr/>
                <p14:nvPr/>
              </p14:nvContentPartPr>
              <p14:xfrm>
                <a:off x="4782407" y="5601262"/>
                <a:ext cx="240480" cy="180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0A0B038-279E-FA9E-B13B-B149E0C1196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64407" y="5583262"/>
                  <a:ext cx="276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3F3142-067C-E53D-31F3-4D4D2677CEAA}"/>
                    </a:ext>
                  </a:extLst>
                </p14:cNvPr>
                <p14:cNvContentPartPr/>
                <p14:nvPr/>
              </p14:nvContentPartPr>
              <p14:xfrm>
                <a:off x="5105327" y="5688382"/>
                <a:ext cx="133200" cy="264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3F3142-067C-E53D-31F3-4D4D2677CEA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87327" y="5670382"/>
                  <a:ext cx="16884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B1A9231-847A-8A7A-DBC1-2CEE20AE8254}"/>
              </a:ext>
            </a:extLst>
          </p:cNvPr>
          <p:cNvGrpSpPr/>
          <p:nvPr/>
        </p:nvGrpSpPr>
        <p:grpSpPr>
          <a:xfrm>
            <a:off x="5569727" y="5532502"/>
            <a:ext cx="941760" cy="233280"/>
            <a:chOff x="5569727" y="5532502"/>
            <a:chExt cx="94176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1EDF646-9C98-A8BC-CD0A-B0A69AF43257}"/>
                    </a:ext>
                  </a:extLst>
                </p14:cNvPr>
                <p14:cNvContentPartPr/>
                <p14:nvPr/>
              </p14:nvContentPartPr>
              <p14:xfrm>
                <a:off x="5616527" y="5626822"/>
                <a:ext cx="123480" cy="48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EDF646-9C98-A8BC-CD0A-B0A69AF4325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98887" y="5609182"/>
                  <a:ext cx="159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46E793E-7991-3328-0C92-F21E1006A9EA}"/>
                    </a:ext>
                  </a:extLst>
                </p14:cNvPr>
                <p14:cNvContentPartPr/>
                <p14:nvPr/>
              </p14:nvContentPartPr>
              <p14:xfrm>
                <a:off x="5569727" y="5724742"/>
                <a:ext cx="174240" cy="2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46E793E-7991-3328-0C92-F21E1006A9E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51727" y="5706742"/>
                  <a:ext cx="209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8E6F0D8-1C32-9152-85A1-A1062B30A093}"/>
                    </a:ext>
                  </a:extLst>
                </p14:cNvPr>
                <p14:cNvContentPartPr/>
                <p14:nvPr/>
              </p14:nvContentPartPr>
              <p14:xfrm>
                <a:off x="5917487" y="5532502"/>
                <a:ext cx="26640" cy="213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8E6F0D8-1C32-9152-85A1-A1062B30A09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899847" y="5514862"/>
                  <a:ext cx="62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EC1E5A4-B342-C32F-0D87-BDF21954C01B}"/>
                    </a:ext>
                  </a:extLst>
                </p14:cNvPr>
                <p14:cNvContentPartPr/>
                <p14:nvPr/>
              </p14:nvContentPartPr>
              <p14:xfrm>
                <a:off x="6052847" y="5563822"/>
                <a:ext cx="458640" cy="201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EC1E5A4-B342-C32F-0D87-BDF21954C0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34847" y="5546182"/>
                  <a:ext cx="494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E471D3A-8E60-0D9C-4B3B-8EB50B50FE47}"/>
              </a:ext>
            </a:extLst>
          </p:cNvPr>
          <p:cNvGrpSpPr/>
          <p:nvPr/>
        </p:nvGrpSpPr>
        <p:grpSpPr>
          <a:xfrm>
            <a:off x="1603247" y="6161422"/>
            <a:ext cx="520560" cy="291600"/>
            <a:chOff x="1603247" y="6161422"/>
            <a:chExt cx="5205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3B1ABC1-9D62-EB8B-D9B6-475D4A9EDFF0}"/>
                    </a:ext>
                  </a:extLst>
                </p14:cNvPr>
                <p14:cNvContentPartPr/>
                <p14:nvPr/>
              </p14:nvContentPartPr>
              <p14:xfrm>
                <a:off x="1634567" y="6161422"/>
                <a:ext cx="146880" cy="291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3B1ABC1-9D62-EB8B-D9B6-475D4A9EDF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616927" y="6143422"/>
                  <a:ext cx="182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32DD8EF-9284-6D02-22C2-CD58F8980F72}"/>
                    </a:ext>
                  </a:extLst>
                </p14:cNvPr>
                <p14:cNvContentPartPr/>
                <p14:nvPr/>
              </p14:nvContentPartPr>
              <p14:xfrm>
                <a:off x="1603247" y="6338182"/>
                <a:ext cx="176760" cy="57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32DD8EF-9284-6D02-22C2-CD58F8980F7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85247" y="6320542"/>
                  <a:ext cx="21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01323F-FF22-1F7D-12F6-75A2EB38E1F0}"/>
                    </a:ext>
                  </a:extLst>
                </p14:cNvPr>
                <p14:cNvContentPartPr/>
                <p14:nvPr/>
              </p14:nvContentPartPr>
              <p14:xfrm>
                <a:off x="1987367" y="6306142"/>
                <a:ext cx="70560" cy="10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01323F-FF22-1F7D-12F6-75A2EB38E1F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69367" y="6288142"/>
                  <a:ext cx="106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15E9FD0-6071-5434-D39A-A8C5A1B18BE1}"/>
                    </a:ext>
                  </a:extLst>
                </p14:cNvPr>
                <p14:cNvContentPartPr/>
                <p14:nvPr/>
              </p14:nvContentPartPr>
              <p14:xfrm>
                <a:off x="1972607" y="6366622"/>
                <a:ext cx="151200" cy="43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15E9FD0-6071-5434-D39A-A8C5A1B18BE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954607" y="6348982"/>
                  <a:ext cx="1868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0F59E92-FE6C-271B-2E9B-91AF9C595A70}"/>
              </a:ext>
            </a:extLst>
          </p:cNvPr>
          <p:cNvGrpSpPr/>
          <p:nvPr/>
        </p:nvGrpSpPr>
        <p:grpSpPr>
          <a:xfrm>
            <a:off x="2396687" y="6054862"/>
            <a:ext cx="688320" cy="731880"/>
            <a:chOff x="2396687" y="6054862"/>
            <a:chExt cx="688320" cy="73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9843F5C-4008-33CE-B818-636F35F1EDC9}"/>
                    </a:ext>
                  </a:extLst>
                </p14:cNvPr>
                <p14:cNvContentPartPr/>
                <p14:nvPr/>
              </p14:nvContentPartPr>
              <p14:xfrm>
                <a:off x="2396687" y="6054862"/>
                <a:ext cx="278640" cy="731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9843F5C-4008-33CE-B818-636F35F1EDC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79047" y="6036862"/>
                  <a:ext cx="31428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805881-0B48-06A6-B487-74D0A904955D}"/>
                    </a:ext>
                  </a:extLst>
                </p14:cNvPr>
                <p14:cNvContentPartPr/>
                <p14:nvPr/>
              </p14:nvContentPartPr>
              <p14:xfrm>
                <a:off x="2817887" y="6162142"/>
                <a:ext cx="267120" cy="129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805881-0B48-06A6-B487-74D0A904955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99887" y="6144502"/>
                  <a:ext cx="302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B885E41-8C24-23B7-50EB-95E21E49A606}"/>
                    </a:ext>
                  </a:extLst>
                </p14:cNvPr>
                <p14:cNvContentPartPr/>
                <p14:nvPr/>
              </p14:nvContentPartPr>
              <p14:xfrm>
                <a:off x="2824007" y="6467062"/>
                <a:ext cx="145440" cy="20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B885E41-8C24-23B7-50EB-95E21E49A60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06007" y="6449062"/>
                  <a:ext cx="181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13B3431-3148-D3AA-A770-8AE56F0F2724}"/>
                    </a:ext>
                  </a:extLst>
                </p14:cNvPr>
                <p14:cNvContentPartPr/>
                <p14:nvPr/>
              </p14:nvContentPartPr>
              <p14:xfrm>
                <a:off x="2792327" y="6456982"/>
                <a:ext cx="170280" cy="269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13B3431-3148-D3AA-A770-8AE56F0F272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774687" y="6438982"/>
                  <a:ext cx="205920" cy="30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4050861-050E-D73B-1DDB-96EDC4C65664}"/>
                  </a:ext>
                </a:extLst>
              </p14:cNvPr>
              <p14:cNvContentPartPr/>
              <p14:nvPr/>
            </p14:nvContentPartPr>
            <p14:xfrm>
              <a:off x="3487847" y="6099502"/>
              <a:ext cx="108720" cy="2138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4050861-050E-D73B-1DDB-96EDC4C6566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469847" y="6081502"/>
                <a:ext cx="1443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0EEF25E-237C-436F-CD2A-87291CBFF7FB}"/>
                  </a:ext>
                </a:extLst>
              </p14:cNvPr>
              <p14:cNvContentPartPr/>
              <p14:nvPr/>
            </p14:nvContentPartPr>
            <p14:xfrm>
              <a:off x="3443927" y="6527902"/>
              <a:ext cx="228600" cy="1904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0EEF25E-237C-436F-CD2A-87291CBFF7F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426287" y="6510262"/>
                <a:ext cx="2642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FE178E0-C4EE-2267-C2C5-E378E2A80527}"/>
                  </a:ext>
                </a:extLst>
              </p14:cNvPr>
              <p14:cNvContentPartPr/>
              <p14:nvPr/>
            </p14:nvContentPartPr>
            <p14:xfrm>
              <a:off x="4082207" y="6085822"/>
              <a:ext cx="25560" cy="1418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FE178E0-C4EE-2267-C2C5-E378E2A8052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064207" y="6068182"/>
                <a:ext cx="6120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CDF5917-BD71-10C4-6FA1-77BCE6D5B5C9}"/>
                  </a:ext>
                </a:extLst>
              </p14:cNvPr>
              <p14:cNvContentPartPr/>
              <p14:nvPr/>
            </p14:nvContentPartPr>
            <p14:xfrm>
              <a:off x="3962327" y="6465622"/>
              <a:ext cx="195120" cy="280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CDF5917-BD71-10C4-6FA1-77BCE6D5B5C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3944687" y="6447622"/>
                <a:ext cx="23076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C164E75-76B8-080C-562B-1052B0303E5D}"/>
              </a:ext>
            </a:extLst>
          </p:cNvPr>
          <p:cNvGrpSpPr/>
          <p:nvPr/>
        </p:nvGrpSpPr>
        <p:grpSpPr>
          <a:xfrm>
            <a:off x="4525007" y="6032902"/>
            <a:ext cx="607320" cy="785160"/>
            <a:chOff x="4525007" y="6032902"/>
            <a:chExt cx="60732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304A2DD-5D0E-E7E6-0450-C590B18B38EB}"/>
                    </a:ext>
                  </a:extLst>
                </p14:cNvPr>
                <p14:cNvContentPartPr/>
                <p14:nvPr/>
              </p14:nvContentPartPr>
              <p14:xfrm>
                <a:off x="4600607" y="6112462"/>
                <a:ext cx="156960" cy="205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304A2DD-5D0E-E7E6-0450-C590B18B38E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82967" y="6094822"/>
                  <a:ext cx="192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434DEC-AFE0-14F5-EB59-80FA11C3BEA7}"/>
                    </a:ext>
                  </a:extLst>
                </p14:cNvPr>
                <p14:cNvContentPartPr/>
                <p14:nvPr/>
              </p14:nvContentPartPr>
              <p14:xfrm>
                <a:off x="4616807" y="6558142"/>
                <a:ext cx="39960" cy="161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434DEC-AFE0-14F5-EB59-80FA11C3BEA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98807" y="6540502"/>
                  <a:ext cx="75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05DDD9A-3EBF-9255-6959-AA6D99960AD4}"/>
                    </a:ext>
                  </a:extLst>
                </p14:cNvPr>
                <p14:cNvContentPartPr/>
                <p14:nvPr/>
              </p14:nvContentPartPr>
              <p14:xfrm>
                <a:off x="4525007" y="6032902"/>
                <a:ext cx="607320" cy="78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05DDD9A-3EBF-9255-6959-AA6D99960AD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07367" y="6014902"/>
                  <a:ext cx="642960" cy="82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B390592-F393-BBF8-452E-6E5046CD06F8}"/>
                  </a:ext>
                </a:extLst>
              </p14:cNvPr>
              <p14:cNvContentPartPr/>
              <p14:nvPr/>
            </p14:nvContentPartPr>
            <p14:xfrm>
              <a:off x="5674127" y="6312262"/>
              <a:ext cx="32400" cy="1062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B390592-F393-BBF8-452E-6E5046CD06F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5656487" y="6294262"/>
                <a:ext cx="6804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E781550-FC85-42AA-8183-23A94204BB74}"/>
              </a:ext>
            </a:extLst>
          </p:cNvPr>
          <p:cNvGrpSpPr/>
          <p:nvPr/>
        </p:nvGrpSpPr>
        <p:grpSpPr>
          <a:xfrm>
            <a:off x="6376127" y="5921797"/>
            <a:ext cx="1594080" cy="981945"/>
            <a:chOff x="6376127" y="5921797"/>
            <a:chExt cx="1594080" cy="98194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26D9BE7-2C74-32D3-F5F3-FDD0FB627657}"/>
                    </a:ext>
                  </a:extLst>
                </p14:cNvPr>
                <p14:cNvContentPartPr/>
                <p14:nvPr/>
              </p14:nvContentPartPr>
              <p14:xfrm>
                <a:off x="6385847" y="6113542"/>
                <a:ext cx="30960" cy="256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26D9BE7-2C74-32D3-F5F3-FDD0FB62765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67847" y="6095902"/>
                  <a:ext cx="66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BFA7A93-C9C3-60E8-2A8D-4A70B2E73A44}"/>
                    </a:ext>
                  </a:extLst>
                </p14:cNvPr>
                <p14:cNvContentPartPr/>
                <p14:nvPr/>
              </p14:nvContentPartPr>
              <p14:xfrm>
                <a:off x="6435887" y="6104542"/>
                <a:ext cx="177840" cy="317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BFA7A93-C9C3-60E8-2A8D-4A70B2E73A4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18247" y="6086902"/>
                  <a:ext cx="2134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986ABAA-BCAC-2CC0-7300-E8CB5E6F077C}"/>
                    </a:ext>
                  </a:extLst>
                </p14:cNvPr>
                <p14:cNvContentPartPr/>
                <p14:nvPr/>
              </p14:nvContentPartPr>
              <p14:xfrm>
                <a:off x="6751967" y="6236302"/>
                <a:ext cx="85680" cy="37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986ABAA-BCAC-2CC0-7300-E8CB5E6F077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734327" y="6218662"/>
                  <a:ext cx="121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81C7B0C-9F1A-31B0-17FE-293F1E6BF654}"/>
                    </a:ext>
                  </a:extLst>
                </p14:cNvPr>
                <p14:cNvContentPartPr/>
                <p14:nvPr/>
              </p14:nvContentPartPr>
              <p14:xfrm>
                <a:off x="6740447" y="6299302"/>
                <a:ext cx="144000" cy="66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81C7B0C-9F1A-31B0-17FE-293F1E6BF65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722807" y="6281302"/>
                  <a:ext cx="179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1AAD77-CC49-E3D9-3D89-8ED99012DF67}"/>
                    </a:ext>
                  </a:extLst>
                </p14:cNvPr>
                <p14:cNvContentPartPr/>
                <p14:nvPr/>
              </p14:nvContentPartPr>
              <p14:xfrm>
                <a:off x="6969047" y="5955862"/>
                <a:ext cx="198360" cy="94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1AAD77-CC49-E3D9-3D89-8ED99012DF6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951407" y="5937862"/>
                  <a:ext cx="23400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94EFA6-9E8A-64A1-80A6-FCB82A3BAECE}"/>
                    </a:ext>
                  </a:extLst>
                </p14:cNvPr>
                <p14:cNvContentPartPr/>
                <p14:nvPr/>
              </p14:nvContentPartPr>
              <p14:xfrm>
                <a:off x="7301327" y="6058957"/>
                <a:ext cx="23400" cy="181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94EFA6-9E8A-64A1-80A6-FCB82A3BAEC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283327" y="6041317"/>
                  <a:ext cx="59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E46973E-49D1-6E5B-29DF-D439E73EAA1A}"/>
                    </a:ext>
                  </a:extLst>
                </p14:cNvPr>
                <p14:cNvContentPartPr/>
                <p14:nvPr/>
              </p14:nvContentPartPr>
              <p14:xfrm>
                <a:off x="7459007" y="6063637"/>
                <a:ext cx="126000" cy="221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E46973E-49D1-6E5B-29DF-D439E73EAA1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441007" y="6045997"/>
                  <a:ext cx="161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E3308C8-5694-AD1F-C805-F987E7F7BF56}"/>
                    </a:ext>
                  </a:extLst>
                </p14:cNvPr>
                <p14:cNvContentPartPr/>
                <p14:nvPr/>
              </p14:nvContentPartPr>
              <p14:xfrm>
                <a:off x="7338047" y="6526597"/>
                <a:ext cx="22320" cy="206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E3308C8-5694-AD1F-C805-F987E7F7BF5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20047" y="6508957"/>
                  <a:ext cx="57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89EFC9A-CAB2-DA6A-F1D0-242C885A4CBA}"/>
                    </a:ext>
                  </a:extLst>
                </p14:cNvPr>
                <p14:cNvContentPartPr/>
                <p14:nvPr/>
              </p14:nvContentPartPr>
              <p14:xfrm>
                <a:off x="7457207" y="6534517"/>
                <a:ext cx="290520" cy="192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89EFC9A-CAB2-DA6A-F1D0-242C885A4CB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39567" y="6516517"/>
                  <a:ext cx="326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39C99AE-8B6E-59F4-F104-227657539EDA}"/>
                    </a:ext>
                  </a:extLst>
                </p14:cNvPr>
                <p14:cNvContentPartPr/>
                <p14:nvPr/>
              </p14:nvContentPartPr>
              <p14:xfrm>
                <a:off x="7493207" y="5921797"/>
                <a:ext cx="477000" cy="9655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39C99AE-8B6E-59F4-F104-227657539ED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75207" y="5903797"/>
                  <a:ext cx="51264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D3A6D79-5268-D5E0-41F5-AA3B61E391EC}"/>
                    </a:ext>
                  </a:extLst>
                </p14:cNvPr>
                <p14:cNvContentPartPr/>
                <p14:nvPr/>
              </p14:nvContentPartPr>
              <p14:xfrm>
                <a:off x="6394127" y="5928997"/>
                <a:ext cx="33840" cy="512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D3A6D79-5268-D5E0-41F5-AA3B61E391E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76127" y="5910997"/>
                  <a:ext cx="6948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EAF362B-9689-FA8F-5FF6-548050556317}"/>
                    </a:ext>
                  </a:extLst>
                </p14:cNvPr>
                <p14:cNvContentPartPr/>
                <p14:nvPr/>
              </p14:nvContentPartPr>
              <p14:xfrm>
                <a:off x="6416447" y="6123757"/>
                <a:ext cx="205920" cy="303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EAF362B-9689-FA8F-5FF6-54805055631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98447" y="6106117"/>
                  <a:ext cx="2415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7530DE1-AB1C-496B-1DC8-D571EB746670}"/>
                    </a:ext>
                  </a:extLst>
                </p14:cNvPr>
                <p14:cNvContentPartPr/>
                <p14:nvPr/>
              </p14:nvContentPartPr>
              <p14:xfrm>
                <a:off x="6414647" y="6142117"/>
                <a:ext cx="159120" cy="286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7530DE1-AB1C-496B-1DC8-D571EB74667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396647" y="6124477"/>
                  <a:ext cx="194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CA36120-7613-EA94-2C71-0A1D22CA7978}"/>
                    </a:ext>
                  </a:extLst>
                </p14:cNvPr>
                <p14:cNvContentPartPr/>
                <p14:nvPr/>
              </p14:nvContentPartPr>
              <p14:xfrm>
                <a:off x="6376127" y="6479437"/>
                <a:ext cx="12600" cy="43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CA36120-7613-EA94-2C71-0A1D22CA797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58487" y="6461797"/>
                  <a:ext cx="4824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36F9C92-5801-1301-793D-4BF96279228E}"/>
              </a:ext>
            </a:extLst>
          </p:cNvPr>
          <p:cNvGrpSpPr/>
          <p:nvPr/>
        </p:nvGrpSpPr>
        <p:grpSpPr>
          <a:xfrm>
            <a:off x="8837087" y="4882477"/>
            <a:ext cx="2860560" cy="459360"/>
            <a:chOff x="8837087" y="4882477"/>
            <a:chExt cx="2860560" cy="4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7E4738E-3E3F-9290-8877-A28A07602AA0}"/>
                    </a:ext>
                  </a:extLst>
                </p14:cNvPr>
                <p14:cNvContentPartPr/>
                <p14:nvPr/>
              </p14:nvContentPartPr>
              <p14:xfrm>
                <a:off x="8837087" y="4924597"/>
                <a:ext cx="237960" cy="231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7E4738E-3E3F-9290-8877-A28A07602AA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19087" y="4906597"/>
                  <a:ext cx="273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581FF0F-F820-7024-5E5D-FC611B274CBE}"/>
                    </a:ext>
                  </a:extLst>
                </p14:cNvPr>
                <p14:cNvContentPartPr/>
                <p14:nvPr/>
              </p14:nvContentPartPr>
              <p14:xfrm>
                <a:off x="9211847" y="4992277"/>
                <a:ext cx="124200" cy="47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581FF0F-F820-7024-5E5D-FC611B274CB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94207" y="4974277"/>
                  <a:ext cx="159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40E2FE6-42F7-5CF9-4610-7AEAB30D1E67}"/>
                    </a:ext>
                  </a:extLst>
                </p14:cNvPr>
                <p14:cNvContentPartPr/>
                <p14:nvPr/>
              </p14:nvContentPartPr>
              <p14:xfrm>
                <a:off x="9203927" y="5069317"/>
                <a:ext cx="208080" cy="47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40E2FE6-42F7-5CF9-4610-7AEAB30D1E6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86287" y="5051317"/>
                  <a:ext cx="243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B1FF67-1ECC-5AA9-46AB-9155E607C9C3}"/>
                    </a:ext>
                  </a:extLst>
                </p14:cNvPr>
                <p14:cNvContentPartPr/>
                <p14:nvPr/>
              </p14:nvContentPartPr>
              <p14:xfrm>
                <a:off x="9598847" y="4882477"/>
                <a:ext cx="112680" cy="25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B1FF67-1ECC-5AA9-46AB-9155E607C9C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81207" y="4864837"/>
                  <a:ext cx="148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90C406D-578E-402B-49D9-FC8ECDAC241F}"/>
                    </a:ext>
                  </a:extLst>
                </p14:cNvPr>
                <p14:cNvContentPartPr/>
                <p14:nvPr/>
              </p14:nvContentPartPr>
              <p14:xfrm>
                <a:off x="9543047" y="4883917"/>
                <a:ext cx="131400" cy="298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90C406D-578E-402B-49D9-FC8ECDAC241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525047" y="4865917"/>
                  <a:ext cx="1670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6A14233-09F7-6715-886D-9CE9B249CD0A}"/>
                    </a:ext>
                  </a:extLst>
                </p14:cNvPr>
                <p14:cNvContentPartPr/>
                <p14:nvPr/>
              </p14:nvContentPartPr>
              <p14:xfrm>
                <a:off x="9743207" y="4994077"/>
                <a:ext cx="163800" cy="168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6A14233-09F7-6715-886D-9CE9B249CD0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25567" y="4976437"/>
                  <a:ext cx="199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C5C8760-19AB-7E77-F31D-CAB0F96378C0}"/>
                    </a:ext>
                  </a:extLst>
                </p14:cNvPr>
                <p14:cNvContentPartPr/>
                <p14:nvPr/>
              </p14:nvContentPartPr>
              <p14:xfrm>
                <a:off x="9977927" y="5116117"/>
                <a:ext cx="25560" cy="203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C5C8760-19AB-7E77-F31D-CAB0F96378C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59927" y="5098477"/>
                  <a:ext cx="61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7F24C41-F2DA-DB08-0D00-31DE1EC1B6E0}"/>
                    </a:ext>
                  </a:extLst>
                </p14:cNvPr>
                <p14:cNvContentPartPr/>
                <p14:nvPr/>
              </p14:nvContentPartPr>
              <p14:xfrm>
                <a:off x="10108247" y="4988677"/>
                <a:ext cx="159840" cy="5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7F24C41-F2DA-DB08-0D00-31DE1EC1B6E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090247" y="4971037"/>
                  <a:ext cx="195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0F1C95C-21A3-6403-326A-480E07228700}"/>
                    </a:ext>
                  </a:extLst>
                </p14:cNvPr>
                <p14:cNvContentPartPr/>
                <p14:nvPr/>
              </p14:nvContentPartPr>
              <p14:xfrm>
                <a:off x="10202927" y="4945477"/>
                <a:ext cx="22680" cy="200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0F1C95C-21A3-6403-326A-480E0722870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185287" y="4927477"/>
                  <a:ext cx="58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07F6C3A-93C2-C2BF-E34A-DC5D0A7F9702}"/>
                    </a:ext>
                  </a:extLst>
                </p14:cNvPr>
                <p14:cNvContentPartPr/>
                <p14:nvPr/>
              </p14:nvContentPartPr>
              <p14:xfrm>
                <a:off x="10339007" y="4888957"/>
                <a:ext cx="162360" cy="311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07F6C3A-93C2-C2BF-E34A-DC5D0A7F970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21007" y="4871317"/>
                  <a:ext cx="198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FFADE7-1671-33E1-4035-B0CA1F1F619D}"/>
                    </a:ext>
                  </a:extLst>
                </p14:cNvPr>
                <p14:cNvContentPartPr/>
                <p14:nvPr/>
              </p14:nvContentPartPr>
              <p14:xfrm>
                <a:off x="10502087" y="5034397"/>
                <a:ext cx="185760" cy="184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FFADE7-1671-33E1-4035-B0CA1F1F619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484447" y="5016397"/>
                  <a:ext cx="221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54363AD-9F33-C49C-C4EB-AF999BD83432}"/>
                    </a:ext>
                  </a:extLst>
                </p14:cNvPr>
                <p14:cNvContentPartPr/>
                <p14:nvPr/>
              </p14:nvContentPartPr>
              <p14:xfrm>
                <a:off x="10688207" y="5182357"/>
                <a:ext cx="208800" cy="159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54363AD-9F33-C49C-C4EB-AF999BD8343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670567" y="5164717"/>
                  <a:ext cx="244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7A12178-F318-1C8E-C3F5-D1148B2368E9}"/>
                    </a:ext>
                  </a:extLst>
                </p14:cNvPr>
                <p14:cNvContentPartPr/>
                <p14:nvPr/>
              </p14:nvContentPartPr>
              <p14:xfrm>
                <a:off x="10942367" y="5041957"/>
                <a:ext cx="143280" cy="34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7A12178-F318-1C8E-C3F5-D1148B2368E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924367" y="5024317"/>
                  <a:ext cx="178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0331338-E560-3FB9-F33D-6CD1D3B3DE42}"/>
                    </a:ext>
                  </a:extLst>
                </p14:cNvPr>
                <p14:cNvContentPartPr/>
                <p14:nvPr/>
              </p14:nvContentPartPr>
              <p14:xfrm>
                <a:off x="11005727" y="4981117"/>
                <a:ext cx="52200" cy="18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0331338-E560-3FB9-F33D-6CD1D3B3DE4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988087" y="4963477"/>
                  <a:ext cx="87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87875C2-5A37-5DEB-1DF1-390DA122D56A}"/>
                    </a:ext>
                  </a:extLst>
                </p14:cNvPr>
                <p14:cNvContentPartPr/>
                <p14:nvPr/>
              </p14:nvContentPartPr>
              <p14:xfrm>
                <a:off x="11133527" y="4910197"/>
                <a:ext cx="200880" cy="263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87875C2-5A37-5DEB-1DF1-390DA122D56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115887" y="4892197"/>
                  <a:ext cx="236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639B536-1167-A8F5-92B0-64B095672A0D}"/>
                    </a:ext>
                  </a:extLst>
                </p14:cNvPr>
                <p14:cNvContentPartPr/>
                <p14:nvPr/>
              </p14:nvContentPartPr>
              <p14:xfrm>
                <a:off x="11404607" y="5018557"/>
                <a:ext cx="149400" cy="185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639B536-1167-A8F5-92B0-64B095672A0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386967" y="5000917"/>
                  <a:ext cx="185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AC53B9A-8CD2-E985-7098-3224367B3559}"/>
                    </a:ext>
                  </a:extLst>
                </p14:cNvPr>
                <p14:cNvContentPartPr/>
                <p14:nvPr/>
              </p14:nvContentPartPr>
              <p14:xfrm>
                <a:off x="11528447" y="5129437"/>
                <a:ext cx="169200" cy="174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AC53B9A-8CD2-E985-7098-3224367B355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510447" y="5111797"/>
                  <a:ext cx="20484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34B8AAE-75F6-72D0-3447-45DA8B56C23B}"/>
              </a:ext>
            </a:extLst>
          </p:cNvPr>
          <p:cNvGrpSpPr/>
          <p:nvPr/>
        </p:nvGrpSpPr>
        <p:grpSpPr>
          <a:xfrm>
            <a:off x="10857047" y="5540917"/>
            <a:ext cx="1054080" cy="410400"/>
            <a:chOff x="10857047" y="5540917"/>
            <a:chExt cx="105408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64EE229-85F2-824C-CB2D-11950204B6E7}"/>
                    </a:ext>
                  </a:extLst>
                </p14:cNvPr>
                <p14:cNvContentPartPr/>
                <p14:nvPr/>
              </p14:nvContentPartPr>
              <p14:xfrm>
                <a:off x="10857047" y="5670517"/>
                <a:ext cx="138240" cy="13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64EE229-85F2-824C-CB2D-11950204B6E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39407" y="5652517"/>
                  <a:ext cx="173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E150603-1C6B-A2BB-B230-FCC3D49AF6EB}"/>
                    </a:ext>
                  </a:extLst>
                </p14:cNvPr>
                <p14:cNvContentPartPr/>
                <p14:nvPr/>
              </p14:nvContentPartPr>
              <p14:xfrm>
                <a:off x="10924727" y="5611117"/>
                <a:ext cx="41760" cy="158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E150603-1C6B-A2BB-B230-FCC3D49AF6E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06727" y="5593117"/>
                  <a:ext cx="77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752206F-93DC-ECBC-A013-BCF84C408618}"/>
                    </a:ext>
                  </a:extLst>
                </p14:cNvPr>
                <p14:cNvContentPartPr/>
                <p14:nvPr/>
              </p14:nvContentPartPr>
              <p14:xfrm>
                <a:off x="11142887" y="5540917"/>
                <a:ext cx="162360" cy="220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752206F-93DC-ECBC-A013-BCF84C40861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124887" y="5522917"/>
                  <a:ext cx="198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10D80B5-489D-554B-B0BC-6700CF77153A}"/>
                    </a:ext>
                  </a:extLst>
                </p14:cNvPr>
                <p14:cNvContentPartPr/>
                <p14:nvPr/>
              </p14:nvContentPartPr>
              <p14:xfrm>
                <a:off x="11391287" y="5570077"/>
                <a:ext cx="279000" cy="168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10D80B5-489D-554B-B0BC-6700CF77153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373647" y="5552437"/>
                  <a:ext cx="314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00224C6-AD53-CD34-AC1E-513B7AC6CCA5}"/>
                    </a:ext>
                  </a:extLst>
                </p14:cNvPr>
                <p14:cNvContentPartPr/>
                <p14:nvPr/>
              </p14:nvContentPartPr>
              <p14:xfrm>
                <a:off x="11736887" y="5661517"/>
                <a:ext cx="174240" cy="289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00224C6-AD53-CD34-AC1E-513B7AC6CCA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719247" y="5643877"/>
                  <a:ext cx="209880" cy="32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2DE00962-3843-B214-80B6-B8A2C597AA1C}"/>
                  </a:ext>
                </a:extLst>
              </p14:cNvPr>
              <p14:cNvContentPartPr/>
              <p14:nvPr/>
            </p14:nvContentPartPr>
            <p14:xfrm>
              <a:off x="12062687" y="6350197"/>
              <a:ext cx="19080" cy="176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2DE00962-3843-B214-80B6-B8A2C597AA1C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2044687" y="6332197"/>
                <a:ext cx="5472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66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5FEDEB-DD1F-4312-0C51-AA3B22B74661}"/>
                  </a:ext>
                </a:extLst>
              </p14:cNvPr>
              <p14:cNvContentPartPr/>
              <p14:nvPr/>
            </p14:nvContentPartPr>
            <p14:xfrm>
              <a:off x="1816007" y="3295822"/>
              <a:ext cx="2880" cy="1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5FEDEB-DD1F-4312-0C51-AA3B22B746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8007" y="3278182"/>
                <a:ext cx="385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F105285-FE27-B2D8-3B84-674C9759EE88}"/>
                  </a:ext>
                </a:extLst>
              </p14:cNvPr>
              <p14:cNvContentPartPr/>
              <p14:nvPr/>
            </p14:nvContentPartPr>
            <p14:xfrm>
              <a:off x="1076927" y="2914582"/>
              <a:ext cx="239040" cy="3020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F105285-FE27-B2D8-3B84-674C9759EE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287" y="2896942"/>
                <a:ext cx="274680" cy="33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748D10F-1908-936D-116F-E15800ADF1F8}"/>
              </a:ext>
            </a:extLst>
          </p:cNvPr>
          <p:cNvGrpSpPr/>
          <p:nvPr/>
        </p:nvGrpSpPr>
        <p:grpSpPr>
          <a:xfrm>
            <a:off x="8622527" y="385942"/>
            <a:ext cx="496440" cy="333720"/>
            <a:chOff x="8622527" y="385942"/>
            <a:chExt cx="49644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2CC9846-4EE8-CDB8-1998-D122BD1C8ECC}"/>
                    </a:ext>
                  </a:extLst>
                </p14:cNvPr>
                <p14:cNvContentPartPr/>
                <p14:nvPr/>
              </p14:nvContentPartPr>
              <p14:xfrm>
                <a:off x="8622527" y="400702"/>
                <a:ext cx="87480" cy="89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2CC9846-4EE8-CDB8-1998-D122BD1C8E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04887" y="383062"/>
                  <a:ext cx="123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FA1C7FD-3588-4C53-7B7E-50823FB1EDC0}"/>
                    </a:ext>
                  </a:extLst>
                </p14:cNvPr>
                <p14:cNvContentPartPr/>
                <p14:nvPr/>
              </p14:nvContentPartPr>
              <p14:xfrm>
                <a:off x="8670407" y="385942"/>
                <a:ext cx="83880" cy="237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FA1C7FD-3588-4C53-7B7E-50823FB1ED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52407" y="367942"/>
                  <a:ext cx="119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FA4FC3F-F194-3EF4-C943-516B8EA14FFD}"/>
                    </a:ext>
                  </a:extLst>
                </p14:cNvPr>
                <p14:cNvContentPartPr/>
                <p14:nvPr/>
              </p14:nvContentPartPr>
              <p14:xfrm>
                <a:off x="8725847" y="558022"/>
                <a:ext cx="148680" cy="161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FA4FC3F-F194-3EF4-C943-516B8EA14F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08207" y="540022"/>
                  <a:ext cx="184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B864D41-58F3-E7C2-0EF7-E3EA83A01941}"/>
                    </a:ext>
                  </a:extLst>
                </p14:cNvPr>
                <p14:cNvContentPartPr/>
                <p14:nvPr/>
              </p14:nvContentPartPr>
              <p14:xfrm>
                <a:off x="8956247" y="483502"/>
                <a:ext cx="162720" cy="159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B864D41-58F3-E7C2-0EF7-E3EA83A019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38247" y="465862"/>
                  <a:ext cx="19836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83ACAEB-A580-AB77-A6FB-9FCD958173CF}"/>
              </a:ext>
            </a:extLst>
          </p:cNvPr>
          <p:cNvGrpSpPr/>
          <p:nvPr/>
        </p:nvGrpSpPr>
        <p:grpSpPr>
          <a:xfrm>
            <a:off x="9343247" y="284782"/>
            <a:ext cx="2813400" cy="839520"/>
            <a:chOff x="9343247" y="284782"/>
            <a:chExt cx="2813400" cy="8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69F4CE-C4FE-4E2E-1BEE-6994A54AE55A}"/>
                    </a:ext>
                  </a:extLst>
                </p14:cNvPr>
                <p14:cNvContentPartPr/>
                <p14:nvPr/>
              </p14:nvContentPartPr>
              <p14:xfrm>
                <a:off x="9343247" y="476662"/>
                <a:ext cx="29160" cy="142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69F4CE-C4FE-4E2E-1BEE-6994A54AE5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25247" y="458662"/>
                  <a:ext cx="64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FAD7F3-AE7D-CEA2-9BAF-39E5CC655E7B}"/>
                    </a:ext>
                  </a:extLst>
                </p14:cNvPr>
                <p14:cNvContentPartPr/>
                <p14:nvPr/>
              </p14:nvContentPartPr>
              <p14:xfrm>
                <a:off x="9351887" y="333382"/>
                <a:ext cx="20520" cy="43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FAD7F3-AE7D-CEA2-9BAF-39E5CC655E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33887" y="315382"/>
                  <a:ext cx="56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E96597E-9943-361B-B004-F77928CF4AFF}"/>
                    </a:ext>
                  </a:extLst>
                </p14:cNvPr>
                <p14:cNvContentPartPr/>
                <p14:nvPr/>
              </p14:nvContentPartPr>
              <p14:xfrm>
                <a:off x="9453047" y="478822"/>
                <a:ext cx="146160" cy="13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E96597E-9943-361B-B004-F77928CF4A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35407" y="460822"/>
                  <a:ext cx="181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04F41EA-EB47-218B-F46E-07DFDA7ACE1C}"/>
                    </a:ext>
                  </a:extLst>
                </p14:cNvPr>
                <p14:cNvContentPartPr/>
                <p14:nvPr/>
              </p14:nvContentPartPr>
              <p14:xfrm>
                <a:off x="9680207" y="480982"/>
                <a:ext cx="245880" cy="141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04F41EA-EB47-218B-F46E-07DFDA7ACE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62207" y="463342"/>
                  <a:ext cx="281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97A43CA-8141-14BC-46A7-1E86331E05B4}"/>
                    </a:ext>
                  </a:extLst>
                </p14:cNvPr>
                <p14:cNvContentPartPr/>
                <p14:nvPr/>
              </p14:nvContentPartPr>
              <p14:xfrm>
                <a:off x="9999167" y="500782"/>
                <a:ext cx="257760" cy="101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97A43CA-8141-14BC-46A7-1E86331E05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81527" y="482782"/>
                  <a:ext cx="293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0828995-E593-F0E3-B77E-CE5A736AEFB3}"/>
                    </a:ext>
                  </a:extLst>
                </p14:cNvPr>
                <p14:cNvContentPartPr/>
                <p14:nvPr/>
              </p14:nvContentPartPr>
              <p14:xfrm>
                <a:off x="10282487" y="506902"/>
                <a:ext cx="72720" cy="120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0828995-E593-F0E3-B77E-CE5A736AEF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64847" y="489262"/>
                  <a:ext cx="108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78FECC9-1218-A0F7-C1D8-07C5E77E1638}"/>
                    </a:ext>
                  </a:extLst>
                </p14:cNvPr>
                <p14:cNvContentPartPr/>
                <p14:nvPr/>
              </p14:nvContentPartPr>
              <p14:xfrm>
                <a:off x="10354847" y="331582"/>
                <a:ext cx="19080" cy="2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78FECC9-1218-A0F7-C1D8-07C5E77E16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37207" y="313582"/>
                  <a:ext cx="54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8CFD1DF-10C2-8557-A553-186F53125AE4}"/>
                    </a:ext>
                  </a:extLst>
                </p14:cNvPr>
                <p14:cNvContentPartPr/>
                <p14:nvPr/>
              </p14:nvContentPartPr>
              <p14:xfrm>
                <a:off x="10410287" y="489622"/>
                <a:ext cx="196920" cy="1141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8CFD1DF-10C2-8557-A553-186F53125A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92287" y="471982"/>
                  <a:ext cx="232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40B0990-9408-FC87-EBD5-30A8CC53E0BE}"/>
                    </a:ext>
                  </a:extLst>
                </p14:cNvPr>
                <p14:cNvContentPartPr/>
                <p14:nvPr/>
              </p14:nvContentPartPr>
              <p14:xfrm>
                <a:off x="10536287" y="497902"/>
                <a:ext cx="241560" cy="626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40B0990-9408-FC87-EBD5-30A8CC53E0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18287" y="480262"/>
                  <a:ext cx="2772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764E127-9BF0-7A0B-9EA4-81FA80D621DC}"/>
                    </a:ext>
                  </a:extLst>
                </p14:cNvPr>
                <p14:cNvContentPartPr/>
                <p14:nvPr/>
              </p14:nvContentPartPr>
              <p14:xfrm>
                <a:off x="10912127" y="502942"/>
                <a:ext cx="314640" cy="148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764E127-9BF0-7A0B-9EA4-81FA80D621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94487" y="484942"/>
                  <a:ext cx="350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DEBB2E0-48BC-EACD-D01F-6024643BF42D}"/>
                    </a:ext>
                  </a:extLst>
                </p14:cNvPr>
                <p14:cNvContentPartPr/>
                <p14:nvPr/>
              </p14:nvContentPartPr>
              <p14:xfrm>
                <a:off x="11348447" y="531382"/>
                <a:ext cx="158400" cy="122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DEBB2E0-48BC-EACD-D01F-6024643BF4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330807" y="513742"/>
                  <a:ext cx="194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162126B-2458-0572-203C-CEB4FC0D2E87}"/>
                    </a:ext>
                  </a:extLst>
                </p14:cNvPr>
                <p14:cNvContentPartPr/>
                <p14:nvPr/>
              </p14:nvContentPartPr>
              <p14:xfrm>
                <a:off x="11537087" y="284782"/>
                <a:ext cx="46800" cy="3538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162126B-2458-0572-203C-CEB4FC0D2E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19087" y="266782"/>
                  <a:ext cx="824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3D4D26B-0E1B-030A-5C2B-8C9EF9AE4ECD}"/>
                    </a:ext>
                  </a:extLst>
                </p14:cNvPr>
                <p14:cNvContentPartPr/>
                <p14:nvPr/>
              </p14:nvContentPartPr>
              <p14:xfrm>
                <a:off x="11695487" y="473062"/>
                <a:ext cx="461160" cy="180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3D4D26B-0E1B-030A-5C2B-8C9EF9AE4E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677847" y="455422"/>
                  <a:ext cx="496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B8D961B-2442-83CB-E86A-429B9C840322}"/>
                    </a:ext>
                  </a:extLst>
                </p14:cNvPr>
                <p14:cNvContentPartPr/>
                <p14:nvPr/>
              </p14:nvContentPartPr>
              <p14:xfrm>
                <a:off x="11271767" y="342742"/>
                <a:ext cx="235800" cy="36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B8D961B-2442-83CB-E86A-429B9C8403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54127" y="324742"/>
                  <a:ext cx="27144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D0BB3AA-573A-F48D-B761-032B6DE3BB51}"/>
                  </a:ext>
                </a:extLst>
              </p14:cNvPr>
              <p14:cNvContentPartPr/>
              <p14:nvPr/>
            </p14:nvContentPartPr>
            <p14:xfrm>
              <a:off x="2375807" y="3093862"/>
              <a:ext cx="16920" cy="75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D0BB3AA-573A-F48D-B761-032B6DE3BB5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57807" y="3075862"/>
                <a:ext cx="525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3BBA820-386C-A777-8992-707AC3D6B45D}"/>
                  </a:ext>
                </a:extLst>
              </p14:cNvPr>
              <p14:cNvContentPartPr/>
              <p14:nvPr/>
            </p14:nvContentPartPr>
            <p14:xfrm>
              <a:off x="2527727" y="3154702"/>
              <a:ext cx="4550040" cy="626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3BBA820-386C-A777-8992-707AC3D6B45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10087" y="3137062"/>
                <a:ext cx="45856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8EEF02F1-A3AA-B926-8671-753C71C051E7}"/>
                  </a:ext>
                </a:extLst>
              </p14:cNvPr>
              <p14:cNvContentPartPr/>
              <p14:nvPr/>
            </p14:nvContentPartPr>
            <p14:xfrm>
              <a:off x="2054327" y="3202222"/>
              <a:ext cx="1800" cy="3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8EEF02F1-A3AA-B926-8671-753C71C051E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36687" y="3184582"/>
                <a:ext cx="374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D095F545-940C-A13F-6E77-58F686D3716A}"/>
              </a:ext>
            </a:extLst>
          </p:cNvPr>
          <p:cNvGrpSpPr/>
          <p:nvPr/>
        </p:nvGrpSpPr>
        <p:grpSpPr>
          <a:xfrm>
            <a:off x="8561687" y="951502"/>
            <a:ext cx="628920" cy="495000"/>
            <a:chOff x="8561687" y="951502"/>
            <a:chExt cx="62892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793479D-F3FD-8FB0-A07F-35C22483C05D}"/>
                    </a:ext>
                  </a:extLst>
                </p14:cNvPr>
                <p14:cNvContentPartPr/>
                <p14:nvPr/>
              </p14:nvContentPartPr>
              <p14:xfrm>
                <a:off x="8561687" y="951502"/>
                <a:ext cx="141120" cy="1810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793479D-F3FD-8FB0-A07F-35C22483C0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44047" y="933862"/>
                  <a:ext cx="176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F29833C-6AC1-3064-5EC3-2ADAF7F7A5FE}"/>
                    </a:ext>
                  </a:extLst>
                </p14:cNvPr>
                <p14:cNvContentPartPr/>
                <p14:nvPr/>
              </p14:nvContentPartPr>
              <p14:xfrm>
                <a:off x="8644847" y="1022782"/>
                <a:ext cx="96120" cy="268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F29833C-6AC1-3064-5EC3-2ADAF7F7A5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27207" y="1004782"/>
                  <a:ext cx="131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5B15430-6DC3-B09B-E467-693A2BF67436}"/>
                    </a:ext>
                  </a:extLst>
                </p14:cNvPr>
                <p14:cNvContentPartPr/>
                <p14:nvPr/>
              </p14:nvContentPartPr>
              <p14:xfrm>
                <a:off x="8779487" y="1194862"/>
                <a:ext cx="138240" cy="251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5B15430-6DC3-B09B-E467-693A2BF674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61847" y="1177222"/>
                  <a:ext cx="173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0F5C419-F8C9-CBA9-1586-ECD58A787666}"/>
                    </a:ext>
                  </a:extLst>
                </p14:cNvPr>
                <p14:cNvContentPartPr/>
                <p14:nvPr/>
              </p14:nvContentPartPr>
              <p14:xfrm>
                <a:off x="9027527" y="1177942"/>
                <a:ext cx="163080" cy="151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0F5C419-F8C9-CBA9-1586-ECD58A7876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09887" y="1159942"/>
                  <a:ext cx="1987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C304E79-2112-4D59-62F4-68A8DD54C61B}"/>
              </a:ext>
            </a:extLst>
          </p:cNvPr>
          <p:cNvGrpSpPr/>
          <p:nvPr/>
        </p:nvGrpSpPr>
        <p:grpSpPr>
          <a:xfrm>
            <a:off x="9530087" y="1047622"/>
            <a:ext cx="1337400" cy="707040"/>
            <a:chOff x="9530087" y="1047622"/>
            <a:chExt cx="1337400" cy="70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5A42990-B037-21D3-C816-D64B795FA2F1}"/>
                    </a:ext>
                  </a:extLst>
                </p14:cNvPr>
                <p14:cNvContentPartPr/>
                <p14:nvPr/>
              </p14:nvContentPartPr>
              <p14:xfrm>
                <a:off x="9530087" y="1047622"/>
                <a:ext cx="561240" cy="2926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5A42990-B037-21D3-C816-D64B795FA2F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12447" y="1029982"/>
                  <a:ext cx="5968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24EB8A0-9FBF-787A-2917-8DB093F91B25}"/>
                    </a:ext>
                  </a:extLst>
                </p14:cNvPr>
                <p14:cNvContentPartPr/>
                <p14:nvPr/>
              </p14:nvContentPartPr>
              <p14:xfrm>
                <a:off x="10039127" y="1194142"/>
                <a:ext cx="194760" cy="48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24EB8A0-9FBF-787A-2917-8DB093F91B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21127" y="1176502"/>
                  <a:ext cx="23040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5EFCE1E-60AA-3F67-C5EC-E4FEE733FE1A}"/>
                    </a:ext>
                  </a:extLst>
                </p14:cNvPr>
                <p14:cNvContentPartPr/>
                <p14:nvPr/>
              </p14:nvContentPartPr>
              <p14:xfrm>
                <a:off x="10303727" y="1254982"/>
                <a:ext cx="114840" cy="131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5EFCE1E-60AA-3F67-C5EC-E4FEE733FE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6087" y="1237342"/>
                  <a:ext cx="150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8BFA3A2-8A99-6822-1368-71169A7192C5}"/>
                    </a:ext>
                  </a:extLst>
                </p14:cNvPr>
                <p14:cNvContentPartPr/>
                <p14:nvPr/>
              </p14:nvContentPartPr>
              <p14:xfrm>
                <a:off x="10485527" y="1286302"/>
                <a:ext cx="36720" cy="1000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8BFA3A2-8A99-6822-1368-71169A7192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67527" y="1268302"/>
                  <a:ext cx="72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7B7398E-E3F0-E7F0-E19A-3CAD78AD712C}"/>
                    </a:ext>
                  </a:extLst>
                </p14:cNvPr>
                <p14:cNvContentPartPr/>
                <p14:nvPr/>
              </p14:nvContentPartPr>
              <p14:xfrm>
                <a:off x="10487327" y="1167502"/>
                <a:ext cx="29520" cy="190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7B7398E-E3F0-E7F0-E19A-3CAD78AD712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69687" y="1149862"/>
                  <a:ext cx="65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93299EB-BEFD-2C13-E4E0-1D1E5A1FE4DF}"/>
                    </a:ext>
                  </a:extLst>
                </p14:cNvPr>
                <p14:cNvContentPartPr/>
                <p14:nvPr/>
              </p14:nvContentPartPr>
              <p14:xfrm>
                <a:off x="10544927" y="1286302"/>
                <a:ext cx="129600" cy="79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93299EB-BEFD-2C13-E4E0-1D1E5A1FE4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26927" y="1268662"/>
                  <a:ext cx="165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141ED67-5F5D-3FC0-8028-941DE2C85430}"/>
                    </a:ext>
                  </a:extLst>
                </p14:cNvPr>
                <p14:cNvContentPartPr/>
                <p14:nvPr/>
              </p14:nvContentPartPr>
              <p14:xfrm>
                <a:off x="10695047" y="1271182"/>
                <a:ext cx="172440" cy="483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141ED67-5F5D-3FC0-8028-941DE2C854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77407" y="1253182"/>
                  <a:ext cx="2080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2EFEBE7-7F50-1549-3A5B-38CA261721D2}"/>
                    </a:ext>
                  </a:extLst>
                </p14:cNvPr>
                <p14:cNvContentPartPr/>
                <p14:nvPr/>
              </p14:nvContentPartPr>
              <p14:xfrm>
                <a:off x="9648167" y="1069222"/>
                <a:ext cx="282960" cy="72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2EFEBE7-7F50-1549-3A5B-38CA261721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30527" y="1051582"/>
                  <a:ext cx="3186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16F0A95-F559-65FD-38E9-ECE8A92287BD}"/>
              </a:ext>
            </a:extLst>
          </p:cNvPr>
          <p:cNvGrpSpPr/>
          <p:nvPr/>
        </p:nvGrpSpPr>
        <p:grpSpPr>
          <a:xfrm>
            <a:off x="11106527" y="1024582"/>
            <a:ext cx="1063080" cy="354960"/>
            <a:chOff x="11106527" y="1024582"/>
            <a:chExt cx="106308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63D5F65-CEA7-A919-3DC1-96DC4E34FFF8}"/>
                    </a:ext>
                  </a:extLst>
                </p14:cNvPr>
                <p14:cNvContentPartPr/>
                <p14:nvPr/>
              </p14:nvContentPartPr>
              <p14:xfrm>
                <a:off x="11106527" y="1221862"/>
                <a:ext cx="257040" cy="1386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63D5F65-CEA7-A919-3DC1-96DC4E34FF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88527" y="1204222"/>
                  <a:ext cx="292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F5ACDBA-0DD2-83D4-ACF0-3A5F09AAAA02}"/>
                    </a:ext>
                  </a:extLst>
                </p14:cNvPr>
                <p14:cNvContentPartPr/>
                <p14:nvPr/>
              </p14:nvContentPartPr>
              <p14:xfrm>
                <a:off x="11449607" y="1221142"/>
                <a:ext cx="136800" cy="1584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F5ACDBA-0DD2-83D4-ACF0-3A5F09AAAA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31607" y="1203142"/>
                  <a:ext cx="172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EDFA625-3916-DB01-A6FD-296424C6BF21}"/>
                    </a:ext>
                  </a:extLst>
                </p14:cNvPr>
                <p14:cNvContentPartPr/>
                <p14:nvPr/>
              </p14:nvContentPartPr>
              <p14:xfrm>
                <a:off x="11618447" y="1024582"/>
                <a:ext cx="80280" cy="327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EDFA625-3916-DB01-A6FD-296424C6BF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600807" y="1006582"/>
                  <a:ext cx="1159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CE5BCD9-B4B6-19A3-C6B5-B72F43875775}"/>
                    </a:ext>
                  </a:extLst>
                </p14:cNvPr>
                <p14:cNvContentPartPr/>
                <p14:nvPr/>
              </p14:nvContentPartPr>
              <p14:xfrm>
                <a:off x="11717807" y="1166782"/>
                <a:ext cx="451800" cy="18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CE5BCD9-B4B6-19A3-C6B5-B72F4387577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00167" y="1149142"/>
                  <a:ext cx="4874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3618A8F-A1AA-D9B0-A388-D214A6B02A09}"/>
                    </a:ext>
                  </a:extLst>
                </p14:cNvPr>
                <p14:cNvContentPartPr/>
                <p14:nvPr/>
              </p14:nvContentPartPr>
              <p14:xfrm>
                <a:off x="11483087" y="1084342"/>
                <a:ext cx="334800" cy="43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3618A8F-A1AA-D9B0-A388-D214A6B02A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65447" y="1066342"/>
                  <a:ext cx="3704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9974C9E-B456-5299-18B8-E3749C6EC668}"/>
                  </a:ext>
                </a:extLst>
              </p14:cNvPr>
              <p14:cNvContentPartPr/>
              <p14:nvPr/>
            </p14:nvContentPartPr>
            <p14:xfrm>
              <a:off x="9904847" y="1801822"/>
              <a:ext cx="225720" cy="3452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9974C9E-B456-5299-18B8-E3749C6EC66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887207" y="1784182"/>
                <a:ext cx="261360" cy="38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5165561-75B6-02D9-54EE-7BE659D0DB10}"/>
              </a:ext>
            </a:extLst>
          </p:cNvPr>
          <p:cNvGrpSpPr/>
          <p:nvPr/>
        </p:nvGrpSpPr>
        <p:grpSpPr>
          <a:xfrm>
            <a:off x="7626407" y="1821262"/>
            <a:ext cx="1938600" cy="3864960"/>
            <a:chOff x="7626407" y="1821262"/>
            <a:chExt cx="1938600" cy="38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2CB23F-9E56-1D70-8FD2-73A1C07C4646}"/>
                    </a:ext>
                  </a:extLst>
                </p14:cNvPr>
                <p14:cNvContentPartPr/>
                <p14:nvPr/>
              </p14:nvContentPartPr>
              <p14:xfrm>
                <a:off x="7626407" y="2023582"/>
                <a:ext cx="48600" cy="3617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2CB23F-9E56-1D70-8FD2-73A1C07C46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08407" y="2005942"/>
                  <a:ext cx="84240" cy="36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055B95C-FC7B-2167-8DB5-413E9056FAB5}"/>
                    </a:ext>
                  </a:extLst>
                </p14:cNvPr>
                <p14:cNvContentPartPr/>
                <p14:nvPr/>
              </p14:nvContentPartPr>
              <p14:xfrm>
                <a:off x="7995047" y="2041582"/>
                <a:ext cx="54000" cy="197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055B95C-FC7B-2167-8DB5-413E9056FA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77047" y="2023942"/>
                  <a:ext cx="896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4D4A49D-5123-22F7-BE34-E6F2F944F3CE}"/>
                    </a:ext>
                  </a:extLst>
                </p14:cNvPr>
                <p14:cNvContentPartPr/>
                <p14:nvPr/>
              </p14:nvContentPartPr>
              <p14:xfrm>
                <a:off x="8004047" y="2028622"/>
                <a:ext cx="214200" cy="139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4D4A49D-5123-22F7-BE34-E6F2F944F3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86407" y="2010622"/>
                  <a:ext cx="249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CA86ADA-34A6-9A1B-69F3-87A61C2D67F0}"/>
                    </a:ext>
                  </a:extLst>
                </p14:cNvPr>
                <p14:cNvContentPartPr/>
                <p14:nvPr/>
              </p14:nvContentPartPr>
              <p14:xfrm>
                <a:off x="8311487" y="2091262"/>
                <a:ext cx="9360" cy="104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CA86ADA-34A6-9A1B-69F3-87A61C2D67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93487" y="2073262"/>
                  <a:ext cx="45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378325D-0DF4-A0A4-E0CE-FF1F006FF480}"/>
                    </a:ext>
                  </a:extLst>
                </p14:cNvPr>
                <p14:cNvContentPartPr/>
                <p14:nvPr/>
              </p14:nvContentPartPr>
              <p14:xfrm>
                <a:off x="8301407" y="1974622"/>
                <a:ext cx="52200" cy="31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378325D-0DF4-A0A4-E0CE-FF1F006FF4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3767" y="1956982"/>
                  <a:ext cx="87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9B88D5A-855A-ACF1-DB77-3B3B1E683A38}"/>
                    </a:ext>
                  </a:extLst>
                </p14:cNvPr>
                <p14:cNvContentPartPr/>
                <p14:nvPr/>
              </p14:nvContentPartPr>
              <p14:xfrm>
                <a:off x="8412287" y="2098462"/>
                <a:ext cx="171000" cy="122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9B88D5A-855A-ACF1-DB77-3B3B1E683A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94287" y="2080462"/>
                  <a:ext cx="20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C794B4E-E4CF-2E2F-9C9E-B9C1D8F718C7}"/>
                    </a:ext>
                  </a:extLst>
                </p14:cNvPr>
                <p14:cNvContentPartPr/>
                <p14:nvPr/>
              </p14:nvContentPartPr>
              <p14:xfrm>
                <a:off x="8007287" y="2309422"/>
                <a:ext cx="600840" cy="2152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C794B4E-E4CF-2E2F-9C9E-B9C1D8F718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89287" y="2291422"/>
                  <a:ext cx="636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0F9A8BD-B3C6-8646-14DD-C55771F68460}"/>
                    </a:ext>
                  </a:extLst>
                </p14:cNvPr>
                <p14:cNvContentPartPr/>
                <p14:nvPr/>
              </p14:nvContentPartPr>
              <p14:xfrm>
                <a:off x="8665367" y="2399422"/>
                <a:ext cx="98640" cy="103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0F9A8BD-B3C6-8646-14DD-C55771F684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7367" y="2381422"/>
                  <a:ext cx="134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E25953A-2F7C-4D62-91DE-1F1A491950FC}"/>
                    </a:ext>
                  </a:extLst>
                </p14:cNvPr>
                <p14:cNvContentPartPr/>
                <p14:nvPr/>
              </p14:nvContentPartPr>
              <p14:xfrm>
                <a:off x="8567447" y="2322022"/>
                <a:ext cx="33840" cy="14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E25953A-2F7C-4D62-91DE-1F1A491950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49447" y="2304382"/>
                  <a:ext cx="6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B394DE1-F966-EC45-620E-41CF76675AD8}"/>
                    </a:ext>
                  </a:extLst>
                </p14:cNvPr>
                <p14:cNvContentPartPr/>
                <p14:nvPr/>
              </p14:nvContentPartPr>
              <p14:xfrm>
                <a:off x="8274407" y="2350822"/>
                <a:ext cx="198720" cy="21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B394DE1-F966-EC45-620E-41CF76675A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56407" y="2333182"/>
                  <a:ext cx="234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1579E0C-BED7-3EF4-8656-489BB4FEA130}"/>
                    </a:ext>
                  </a:extLst>
                </p14:cNvPr>
                <p14:cNvContentPartPr/>
                <p14:nvPr/>
              </p14:nvContentPartPr>
              <p14:xfrm>
                <a:off x="7971287" y="3522982"/>
                <a:ext cx="11520" cy="128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1579E0C-BED7-3EF4-8656-489BB4FEA1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53287" y="3504982"/>
                  <a:ext cx="47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9BCD57C-7038-DBE9-50A8-3A6EB1BDC403}"/>
                    </a:ext>
                  </a:extLst>
                </p14:cNvPr>
                <p14:cNvContentPartPr/>
                <p14:nvPr/>
              </p14:nvContentPartPr>
              <p14:xfrm>
                <a:off x="8011247" y="3535582"/>
                <a:ext cx="150840" cy="178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9BCD57C-7038-DBE9-50A8-3A6EB1BDC4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93607" y="3517582"/>
                  <a:ext cx="186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A49F559-23A3-E059-2089-C0CFEB415229}"/>
                    </a:ext>
                  </a:extLst>
                </p14:cNvPr>
                <p14:cNvContentPartPr/>
                <p14:nvPr/>
              </p14:nvContentPartPr>
              <p14:xfrm>
                <a:off x="8097287" y="3660502"/>
                <a:ext cx="173160" cy="224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A49F559-23A3-E059-2089-C0CFEB41522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79287" y="3642502"/>
                  <a:ext cx="208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2162F35-4FD7-FD18-DB40-8C894E4E60B4}"/>
                    </a:ext>
                  </a:extLst>
                </p14:cNvPr>
                <p14:cNvContentPartPr/>
                <p14:nvPr/>
              </p14:nvContentPartPr>
              <p14:xfrm>
                <a:off x="8284847" y="3749782"/>
                <a:ext cx="309600" cy="154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2162F35-4FD7-FD18-DB40-8C894E4E60B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7207" y="3731782"/>
                  <a:ext cx="345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C30CB5D-EBF5-2499-D971-EF276949AD6C}"/>
                    </a:ext>
                  </a:extLst>
                </p14:cNvPr>
                <p14:cNvContentPartPr/>
                <p14:nvPr/>
              </p14:nvContentPartPr>
              <p14:xfrm>
                <a:off x="8650607" y="3660862"/>
                <a:ext cx="83160" cy="244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C30CB5D-EBF5-2499-D971-EF276949AD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32967" y="3643222"/>
                  <a:ext cx="118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2BA83E9-CEFA-8A74-6393-F16FC41AFF80}"/>
                    </a:ext>
                  </a:extLst>
                </p14:cNvPr>
                <p14:cNvContentPartPr/>
                <p14:nvPr/>
              </p14:nvContentPartPr>
              <p14:xfrm>
                <a:off x="8664647" y="3720622"/>
                <a:ext cx="119160" cy="34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2BA83E9-CEFA-8A74-6393-F16FC41AFF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47007" y="3702982"/>
                  <a:ext cx="154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D15DA83-140B-3DDE-E47E-C0301EDA748E}"/>
                    </a:ext>
                  </a:extLst>
                </p14:cNvPr>
                <p14:cNvContentPartPr/>
                <p14:nvPr/>
              </p14:nvContentPartPr>
              <p14:xfrm>
                <a:off x="8856527" y="3558262"/>
                <a:ext cx="259920" cy="338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D15DA83-140B-3DDE-E47E-C0301EDA74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38527" y="3540262"/>
                  <a:ext cx="2955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532DB6B-4793-D740-9A64-414FB494BEBC}"/>
                    </a:ext>
                  </a:extLst>
                </p14:cNvPr>
                <p14:cNvContentPartPr/>
                <p14:nvPr/>
              </p14:nvContentPartPr>
              <p14:xfrm>
                <a:off x="7849607" y="2862382"/>
                <a:ext cx="18000" cy="153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532DB6B-4793-D740-9A64-414FB494BE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31607" y="2844382"/>
                  <a:ext cx="53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107038D-3DF0-4FA3-9F9A-A640838A2E76}"/>
                    </a:ext>
                  </a:extLst>
                </p14:cNvPr>
                <p14:cNvContentPartPr/>
                <p14:nvPr/>
              </p14:nvContentPartPr>
              <p14:xfrm>
                <a:off x="7965887" y="2826022"/>
                <a:ext cx="155160" cy="176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107038D-3DF0-4FA3-9F9A-A640838A2E7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48247" y="2808022"/>
                  <a:ext cx="190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0A6C1A5-3FB7-9E5A-FF95-EE35ADC8C0B8}"/>
                    </a:ext>
                  </a:extLst>
                </p14:cNvPr>
                <p14:cNvContentPartPr/>
                <p14:nvPr/>
              </p14:nvContentPartPr>
              <p14:xfrm>
                <a:off x="8129687" y="2916742"/>
                <a:ext cx="123120" cy="201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0A6C1A5-3FB7-9E5A-FF95-EE35ADC8C0B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12047" y="2898742"/>
                  <a:ext cx="158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879EB58-8896-DDE6-0860-7C4F3558F99C}"/>
                    </a:ext>
                  </a:extLst>
                </p14:cNvPr>
                <p14:cNvContentPartPr/>
                <p14:nvPr/>
              </p14:nvContentPartPr>
              <p14:xfrm>
                <a:off x="8245247" y="3005662"/>
                <a:ext cx="140040" cy="1893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879EB58-8896-DDE6-0860-7C4F3558F99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27607" y="2987662"/>
                  <a:ext cx="175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3A4659-5B18-8E22-9ECE-77DA2B566DC6}"/>
                    </a:ext>
                  </a:extLst>
                </p14:cNvPr>
                <p14:cNvContentPartPr/>
                <p14:nvPr/>
              </p14:nvContentPartPr>
              <p14:xfrm>
                <a:off x="8588687" y="2970022"/>
                <a:ext cx="94320" cy="18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3A4659-5B18-8E22-9ECE-77DA2B566D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70687" y="2952382"/>
                  <a:ext cx="129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DFC09DE-25B6-A887-83FA-26864A12BF52}"/>
                    </a:ext>
                  </a:extLst>
                </p14:cNvPr>
                <p14:cNvContentPartPr/>
                <p14:nvPr/>
              </p14:nvContentPartPr>
              <p14:xfrm>
                <a:off x="8569247" y="3070822"/>
                <a:ext cx="154080" cy="32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DFC09DE-25B6-A887-83FA-26864A12BF5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1247" y="3052822"/>
                  <a:ext cx="189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E63C3C6-FEF4-F9CB-82B0-CC09E5B4C292}"/>
                    </a:ext>
                  </a:extLst>
                </p14:cNvPr>
                <p14:cNvContentPartPr/>
                <p14:nvPr/>
              </p14:nvContentPartPr>
              <p14:xfrm>
                <a:off x="8911247" y="2934742"/>
                <a:ext cx="114840" cy="2494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E63C3C6-FEF4-F9CB-82B0-CC09E5B4C29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93247" y="2916742"/>
                  <a:ext cx="150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1FFC5E1-7683-5E20-7BE0-893749DC5FF3}"/>
                    </a:ext>
                  </a:extLst>
                </p14:cNvPr>
                <p14:cNvContentPartPr/>
                <p14:nvPr/>
              </p14:nvContentPartPr>
              <p14:xfrm>
                <a:off x="9188087" y="2751502"/>
                <a:ext cx="7560" cy="182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1FFC5E1-7683-5E20-7BE0-893749DC5F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70087" y="2733862"/>
                  <a:ext cx="43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42C302A-67E5-AA41-A5AB-128F564CA18E}"/>
                    </a:ext>
                  </a:extLst>
                </p14:cNvPr>
                <p14:cNvContentPartPr/>
                <p14:nvPr/>
              </p14:nvContentPartPr>
              <p14:xfrm>
                <a:off x="9138767" y="2932222"/>
                <a:ext cx="196560" cy="148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42C302A-67E5-AA41-A5AB-128F564CA18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20767" y="2914222"/>
                  <a:ext cx="232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E78594A-5266-2F2D-9577-4A0138160AA4}"/>
                    </a:ext>
                  </a:extLst>
                </p14:cNvPr>
                <p14:cNvContentPartPr/>
                <p14:nvPr/>
              </p14:nvContentPartPr>
              <p14:xfrm>
                <a:off x="9201407" y="3074062"/>
                <a:ext cx="213120" cy="144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E78594A-5266-2F2D-9577-4A0138160A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83767" y="3056062"/>
                  <a:ext cx="248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8B7BC94-E5DC-192C-6333-37F0B5E965DB}"/>
                    </a:ext>
                  </a:extLst>
                </p14:cNvPr>
                <p14:cNvContentPartPr/>
                <p14:nvPr/>
              </p14:nvContentPartPr>
              <p14:xfrm>
                <a:off x="9203207" y="3277822"/>
                <a:ext cx="9000" cy="2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8B7BC94-E5DC-192C-6333-37F0B5E965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85567" y="3260182"/>
                  <a:ext cx="44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8376B5A-9A0E-37E3-F6AE-117B9AA1A6AA}"/>
                    </a:ext>
                  </a:extLst>
                </p14:cNvPr>
                <p14:cNvContentPartPr/>
                <p14:nvPr/>
              </p14:nvContentPartPr>
              <p14:xfrm>
                <a:off x="9215087" y="3282862"/>
                <a:ext cx="5760" cy="1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8376B5A-9A0E-37E3-F6AE-117B9AA1A6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97087" y="3265222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E87B0E0-9CA0-EDAF-0082-0AE866462824}"/>
                    </a:ext>
                  </a:extLst>
                </p14:cNvPr>
                <p14:cNvContentPartPr/>
                <p14:nvPr/>
              </p14:nvContentPartPr>
              <p14:xfrm>
                <a:off x="9203927" y="3300862"/>
                <a:ext cx="1440" cy="28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E87B0E0-9CA0-EDAF-0082-0AE8664628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186287" y="3282862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9047B08-2BD0-43DE-488F-5EA0DF898BE4}"/>
                    </a:ext>
                  </a:extLst>
                </p14:cNvPr>
                <p14:cNvContentPartPr/>
                <p14:nvPr/>
              </p14:nvContentPartPr>
              <p14:xfrm>
                <a:off x="9172607" y="1821262"/>
                <a:ext cx="165600" cy="292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9047B08-2BD0-43DE-488F-5EA0DF898BE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54967" y="1803262"/>
                  <a:ext cx="201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697F047-D9F0-E786-7F4D-B6C8BD5AC703}"/>
                    </a:ext>
                  </a:extLst>
                </p14:cNvPr>
                <p14:cNvContentPartPr/>
                <p14:nvPr/>
              </p14:nvContentPartPr>
              <p14:xfrm>
                <a:off x="9398687" y="1929622"/>
                <a:ext cx="166320" cy="1681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697F047-D9F0-E786-7F4D-B6C8BD5AC70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80687" y="1911982"/>
                  <a:ext cx="201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BBFEFD7-47CB-CD92-378B-F415B292F78E}"/>
                    </a:ext>
                  </a:extLst>
                </p14:cNvPr>
                <p14:cNvContentPartPr/>
                <p14:nvPr/>
              </p14:nvContentPartPr>
              <p14:xfrm>
                <a:off x="7632887" y="1972822"/>
                <a:ext cx="1886760" cy="37134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BBFEFD7-47CB-CD92-378B-F415B292F78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15247" y="1955182"/>
                  <a:ext cx="1922400" cy="37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65D63AD4-C50F-5BDF-5B35-54414DB44021}"/>
              </a:ext>
            </a:extLst>
          </p:cNvPr>
          <p:cNvGrpSpPr/>
          <p:nvPr/>
        </p:nvGrpSpPr>
        <p:grpSpPr>
          <a:xfrm>
            <a:off x="10248287" y="1829542"/>
            <a:ext cx="1852200" cy="660960"/>
            <a:chOff x="10248287" y="1829542"/>
            <a:chExt cx="185220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4D36737-5B6F-4364-68C3-BF0355D3830F}"/>
                    </a:ext>
                  </a:extLst>
                </p14:cNvPr>
                <p14:cNvContentPartPr/>
                <p14:nvPr/>
              </p14:nvContentPartPr>
              <p14:xfrm>
                <a:off x="10248287" y="1962382"/>
                <a:ext cx="394560" cy="528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4D36737-5B6F-4364-68C3-BF0355D3830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30287" y="1944742"/>
                  <a:ext cx="4302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68F452D-56DA-C3EF-D164-FBAB13F5D815}"/>
                    </a:ext>
                  </a:extLst>
                </p14:cNvPr>
                <p14:cNvContentPartPr/>
                <p14:nvPr/>
              </p14:nvContentPartPr>
              <p14:xfrm>
                <a:off x="10830047" y="1829542"/>
                <a:ext cx="1270440" cy="359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68F452D-56DA-C3EF-D164-FBAB13F5D81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812407" y="1811542"/>
                  <a:ext cx="13060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95C4BE3-ABBD-4C89-C278-CB86F3645FC4}"/>
                    </a:ext>
                  </a:extLst>
                </p14:cNvPr>
                <p14:cNvContentPartPr/>
                <p14:nvPr/>
              </p14:nvContentPartPr>
              <p14:xfrm>
                <a:off x="11894567" y="1932142"/>
                <a:ext cx="185400" cy="18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95C4BE3-ABBD-4C89-C278-CB86F3645FC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876567" y="1914502"/>
                  <a:ext cx="2210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4BEC1066-3F01-FB84-B19C-0DB88D0CC4A9}"/>
              </a:ext>
            </a:extLst>
          </p:cNvPr>
          <p:cNvGrpSpPr/>
          <p:nvPr/>
        </p:nvGrpSpPr>
        <p:grpSpPr>
          <a:xfrm>
            <a:off x="527927" y="79942"/>
            <a:ext cx="7126200" cy="6239520"/>
            <a:chOff x="527927" y="79942"/>
            <a:chExt cx="7126200" cy="62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8EEA1F-4E8F-F048-9BB5-91FFF88AAA88}"/>
                    </a:ext>
                  </a:extLst>
                </p14:cNvPr>
                <p14:cNvContentPartPr/>
                <p14:nvPr/>
              </p14:nvContentPartPr>
              <p14:xfrm>
                <a:off x="527927" y="4172782"/>
                <a:ext cx="174960" cy="200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8EEA1F-4E8F-F048-9BB5-91FFF88AAA8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10287" y="4154782"/>
                  <a:ext cx="210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D0ED486-D931-BF6E-6220-C48BAB624535}"/>
                    </a:ext>
                  </a:extLst>
                </p14:cNvPr>
                <p14:cNvContentPartPr/>
                <p14:nvPr/>
              </p14:nvContentPartPr>
              <p14:xfrm>
                <a:off x="893687" y="4188622"/>
                <a:ext cx="60480" cy="1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D0ED486-D931-BF6E-6220-C48BAB62453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75687" y="4170622"/>
                  <a:ext cx="96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80653DB-B4D3-AC8A-8A43-1E3CD85A6813}"/>
                    </a:ext>
                  </a:extLst>
                </p14:cNvPr>
                <p14:cNvContentPartPr/>
                <p14:nvPr/>
              </p14:nvContentPartPr>
              <p14:xfrm>
                <a:off x="823847" y="4287262"/>
                <a:ext cx="135720" cy="48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80653DB-B4D3-AC8A-8A43-1E3CD85A681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6207" y="4269622"/>
                  <a:ext cx="171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AD7100E-FC9E-671D-69CE-86A40342A0A0}"/>
                    </a:ext>
                  </a:extLst>
                </p14:cNvPr>
                <p14:cNvContentPartPr/>
                <p14:nvPr/>
              </p14:nvContentPartPr>
              <p14:xfrm>
                <a:off x="1143527" y="4146862"/>
                <a:ext cx="105120" cy="152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AD7100E-FC9E-671D-69CE-86A40342A0A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25527" y="4128862"/>
                  <a:ext cx="14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B8BB17-BCCD-4F67-9683-3F1305159994}"/>
                    </a:ext>
                  </a:extLst>
                </p14:cNvPr>
                <p14:cNvContentPartPr/>
                <p14:nvPr/>
              </p14:nvContentPartPr>
              <p14:xfrm>
                <a:off x="1326407" y="4208062"/>
                <a:ext cx="29160" cy="20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B8BB17-BCCD-4F67-9683-3F130515999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08407" y="4190422"/>
                  <a:ext cx="64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B071039-D183-FDFB-D8F9-10531FBFC5F9}"/>
                    </a:ext>
                  </a:extLst>
                </p14:cNvPr>
                <p14:cNvContentPartPr/>
                <p14:nvPr/>
              </p14:nvContentPartPr>
              <p14:xfrm>
                <a:off x="1338287" y="4200502"/>
                <a:ext cx="115560" cy="218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B071039-D183-FDFB-D8F9-10531FBFC5F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20287" y="4182862"/>
                  <a:ext cx="151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AC72D76-FE7B-8B21-8EE8-760421CA2DE7}"/>
                    </a:ext>
                  </a:extLst>
                </p14:cNvPr>
                <p14:cNvContentPartPr/>
                <p14:nvPr/>
              </p14:nvContentPartPr>
              <p14:xfrm>
                <a:off x="1531967" y="4165942"/>
                <a:ext cx="105120" cy="126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AC72D76-FE7B-8B21-8EE8-760421CA2DE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513967" y="4147942"/>
                  <a:ext cx="140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E53E1-9A58-3DAF-5A3C-ADD37D79CB9B}"/>
                    </a:ext>
                  </a:extLst>
                </p14:cNvPr>
                <p14:cNvContentPartPr/>
                <p14:nvPr/>
              </p14:nvContentPartPr>
              <p14:xfrm>
                <a:off x="1584527" y="4153702"/>
                <a:ext cx="88200" cy="198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E53E1-9A58-3DAF-5A3C-ADD37D79CB9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566887" y="4136062"/>
                  <a:ext cx="123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175C01-DFF8-B3C4-DA01-A2DB5E7725A7}"/>
                    </a:ext>
                  </a:extLst>
                </p14:cNvPr>
                <p14:cNvContentPartPr/>
                <p14:nvPr/>
              </p14:nvContentPartPr>
              <p14:xfrm>
                <a:off x="1812407" y="4232902"/>
                <a:ext cx="17640" cy="149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175C01-DFF8-B3C4-DA01-A2DB5E7725A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794407" y="4215262"/>
                  <a:ext cx="53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FAE8D9-868A-BD2B-A99E-DD9839F91213}"/>
                    </a:ext>
                  </a:extLst>
                </p14:cNvPr>
                <p14:cNvContentPartPr/>
                <p14:nvPr/>
              </p14:nvContentPartPr>
              <p14:xfrm>
                <a:off x="1765247" y="4168102"/>
                <a:ext cx="220680" cy="313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FAE8D9-868A-BD2B-A99E-DD9839F9121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747607" y="4150462"/>
                  <a:ext cx="2563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C57D3A-E785-394E-5D57-1E8588B3D4BD}"/>
                    </a:ext>
                  </a:extLst>
                </p14:cNvPr>
                <p14:cNvContentPartPr/>
                <p14:nvPr/>
              </p14:nvContentPartPr>
              <p14:xfrm>
                <a:off x="926447" y="4824382"/>
                <a:ext cx="113400" cy="19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C57D3A-E785-394E-5D57-1E8588B3D4B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8447" y="4806382"/>
                  <a:ext cx="149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5AEB2F1-F276-C720-1263-90BC6050AAB2}"/>
                    </a:ext>
                  </a:extLst>
                </p14:cNvPr>
                <p14:cNvContentPartPr/>
                <p14:nvPr/>
              </p14:nvContentPartPr>
              <p14:xfrm>
                <a:off x="963167" y="4907542"/>
                <a:ext cx="117720" cy="25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5AEB2F1-F276-C720-1263-90BC6050AA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45527" y="4889902"/>
                  <a:ext cx="153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2CD589-666C-3A56-D87C-C6A960D460E5}"/>
                    </a:ext>
                  </a:extLst>
                </p14:cNvPr>
                <p14:cNvContentPartPr/>
                <p14:nvPr/>
              </p14:nvContentPartPr>
              <p14:xfrm>
                <a:off x="1320287" y="4694782"/>
                <a:ext cx="195840" cy="246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2CD589-666C-3A56-D87C-C6A960D460E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302647" y="4677142"/>
                  <a:ext cx="231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C72BC97-8E8F-C995-02BD-301A340AB169}"/>
                    </a:ext>
                  </a:extLst>
                </p14:cNvPr>
                <p14:cNvContentPartPr/>
                <p14:nvPr/>
              </p14:nvContentPartPr>
              <p14:xfrm>
                <a:off x="1057127" y="403222"/>
                <a:ext cx="256320" cy="20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C72BC97-8E8F-C995-02BD-301A340AB16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9127" y="385222"/>
                  <a:ext cx="291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0221E3-A2A4-9C47-F697-5D6B8183D958}"/>
                    </a:ext>
                  </a:extLst>
                </p14:cNvPr>
                <p14:cNvContentPartPr/>
                <p14:nvPr/>
              </p14:nvContentPartPr>
              <p14:xfrm>
                <a:off x="1463207" y="419422"/>
                <a:ext cx="67680" cy="21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0221E3-A2A4-9C47-F697-5D6B8183D95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445567" y="401422"/>
                  <a:ext cx="103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A2B331-160F-9A31-9A1B-020944BAA400}"/>
                    </a:ext>
                  </a:extLst>
                </p14:cNvPr>
                <p14:cNvContentPartPr/>
                <p14:nvPr/>
              </p14:nvContentPartPr>
              <p14:xfrm>
                <a:off x="1455287" y="476662"/>
                <a:ext cx="122760" cy="33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A2B331-160F-9A31-9A1B-020944BAA40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37647" y="459022"/>
                  <a:ext cx="158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5F952F-F5C1-5EC2-9E60-B2881124C3A2}"/>
                    </a:ext>
                  </a:extLst>
                </p14:cNvPr>
                <p14:cNvContentPartPr/>
                <p14:nvPr/>
              </p14:nvContentPartPr>
              <p14:xfrm>
                <a:off x="1791887" y="102262"/>
                <a:ext cx="216360" cy="1436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5F952F-F5C1-5EC2-9E60-B2881124C3A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773887" y="84262"/>
                  <a:ext cx="252000" cy="14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A1AFA77-19B4-C730-10B5-E1A9A5E378AF}"/>
                    </a:ext>
                  </a:extLst>
                </p14:cNvPr>
                <p14:cNvContentPartPr/>
                <p14:nvPr/>
              </p14:nvContentPartPr>
              <p14:xfrm>
                <a:off x="1918607" y="314662"/>
                <a:ext cx="242280" cy="15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A1AFA77-19B4-C730-10B5-E1A9A5E378A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900967" y="296662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F1C71C-5C19-ADAC-BC66-07C30EBEA98B}"/>
                    </a:ext>
                  </a:extLst>
                </p14:cNvPr>
                <p14:cNvContentPartPr/>
                <p14:nvPr/>
              </p14:nvContentPartPr>
              <p14:xfrm>
                <a:off x="2217407" y="421582"/>
                <a:ext cx="25560" cy="101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F1C71C-5C19-ADAC-BC66-07C30EBEA98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199407" y="403942"/>
                  <a:ext cx="61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4F982D-0613-3AAB-E5AE-34A0807BA871}"/>
                    </a:ext>
                  </a:extLst>
                </p14:cNvPr>
                <p14:cNvContentPartPr/>
                <p14:nvPr/>
              </p14:nvContentPartPr>
              <p14:xfrm>
                <a:off x="2050007" y="731182"/>
                <a:ext cx="240120" cy="148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4F982D-0613-3AAB-E5AE-34A0807BA87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032367" y="713182"/>
                  <a:ext cx="275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028ECD-825B-025A-E932-B49F0A8ECFEB}"/>
                    </a:ext>
                  </a:extLst>
                </p14:cNvPr>
                <p14:cNvContentPartPr/>
                <p14:nvPr/>
              </p14:nvContentPartPr>
              <p14:xfrm>
                <a:off x="2323967" y="789502"/>
                <a:ext cx="189360" cy="95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028ECD-825B-025A-E932-B49F0A8ECFE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306327" y="771502"/>
                  <a:ext cx="225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74AD4E-D5DA-75EE-1F24-2855B1622B44}"/>
                    </a:ext>
                  </a:extLst>
                </p14:cNvPr>
                <p14:cNvContentPartPr/>
                <p14:nvPr/>
              </p14:nvContentPartPr>
              <p14:xfrm>
                <a:off x="2110847" y="1071022"/>
                <a:ext cx="179280" cy="11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74AD4E-D5DA-75EE-1F24-2855B1622B4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093207" y="1053022"/>
                  <a:ext cx="21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131093-8350-9D68-B08E-2A1E612B133B}"/>
                    </a:ext>
                  </a:extLst>
                </p14:cNvPr>
                <p14:cNvContentPartPr/>
                <p14:nvPr/>
              </p14:nvContentPartPr>
              <p14:xfrm>
                <a:off x="2285447" y="1126462"/>
                <a:ext cx="117720" cy="18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131093-8350-9D68-B08E-2A1E612B133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267447" y="1108462"/>
                  <a:ext cx="153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011DA1-DE3F-8E6D-6BA0-438761420E28}"/>
                    </a:ext>
                  </a:extLst>
                </p14:cNvPr>
                <p14:cNvContentPartPr/>
                <p14:nvPr/>
              </p14:nvContentPartPr>
              <p14:xfrm>
                <a:off x="1981607" y="1405822"/>
                <a:ext cx="273240" cy="161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011DA1-DE3F-8E6D-6BA0-438761420E2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963967" y="1387822"/>
                  <a:ext cx="308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393A4C-66E5-8C31-627E-3C1C6C5B0632}"/>
                    </a:ext>
                  </a:extLst>
                </p14:cNvPr>
                <p14:cNvContentPartPr/>
                <p14:nvPr/>
              </p14:nvContentPartPr>
              <p14:xfrm>
                <a:off x="2305967" y="1443262"/>
                <a:ext cx="83160" cy="196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393A4C-66E5-8C31-627E-3C1C6C5B063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287967" y="1425622"/>
                  <a:ext cx="118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8D60308-0FE2-C6AE-6BC1-1A20C6DBA007}"/>
                    </a:ext>
                  </a:extLst>
                </p14:cNvPr>
                <p14:cNvContentPartPr/>
                <p14:nvPr/>
              </p14:nvContentPartPr>
              <p14:xfrm>
                <a:off x="2334767" y="79942"/>
                <a:ext cx="502560" cy="1718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8D60308-0FE2-C6AE-6BC1-1A20C6DBA00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317127" y="62302"/>
                  <a:ext cx="538200" cy="17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956286-CDA6-E415-AFE7-31213D7F83D7}"/>
                    </a:ext>
                  </a:extLst>
                </p14:cNvPr>
                <p14:cNvContentPartPr/>
                <p14:nvPr/>
              </p14:nvContentPartPr>
              <p14:xfrm>
                <a:off x="1081247" y="2164702"/>
                <a:ext cx="168120" cy="235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956286-CDA6-E415-AFE7-31213D7F83D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3247" y="2147062"/>
                  <a:ext cx="203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8FFFD0-5DDF-7F5D-1603-6200CF81E0F3}"/>
                    </a:ext>
                  </a:extLst>
                </p14:cNvPr>
                <p14:cNvContentPartPr/>
                <p14:nvPr/>
              </p14:nvContentPartPr>
              <p14:xfrm>
                <a:off x="1296527" y="2314102"/>
                <a:ext cx="10800" cy="160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8FFFD0-5DDF-7F5D-1603-6200CF81E0F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278887" y="2296102"/>
                  <a:ext cx="46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7CF254-D6A8-3307-11B2-DCE72F54F785}"/>
                    </a:ext>
                  </a:extLst>
                </p14:cNvPr>
                <p14:cNvContentPartPr/>
                <p14:nvPr/>
              </p14:nvContentPartPr>
              <p14:xfrm>
                <a:off x="1308407" y="2307982"/>
                <a:ext cx="19152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7CF254-D6A8-3307-11B2-DCE72F54F78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290407" y="2289982"/>
                  <a:ext cx="2271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E6BC85-0B30-D53A-A85E-74681F7303EB}"/>
                    </a:ext>
                  </a:extLst>
                </p14:cNvPr>
                <p14:cNvContentPartPr/>
                <p14:nvPr/>
              </p14:nvContentPartPr>
              <p14:xfrm>
                <a:off x="2138567" y="2208262"/>
                <a:ext cx="111600" cy="16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E6BC85-0B30-D53A-A85E-74681F7303E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120927" y="2190262"/>
                  <a:ext cx="147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4B3353-0536-0CFB-5EC3-804DB8447051}"/>
                    </a:ext>
                  </a:extLst>
                </p14:cNvPr>
                <p14:cNvContentPartPr/>
                <p14:nvPr/>
              </p14:nvContentPartPr>
              <p14:xfrm>
                <a:off x="2114087" y="2232742"/>
                <a:ext cx="171720" cy="206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4B3353-0536-0CFB-5EC3-804DB844705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96447" y="2215102"/>
                  <a:ext cx="207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88CE6F-FDC9-7FE8-59FE-63BA652EECE9}"/>
                    </a:ext>
                  </a:extLst>
                </p14:cNvPr>
                <p14:cNvContentPartPr/>
                <p14:nvPr/>
              </p14:nvContentPartPr>
              <p14:xfrm>
                <a:off x="2327567" y="2330302"/>
                <a:ext cx="28440" cy="148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88CE6F-FDC9-7FE8-59FE-63BA652EECE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309567" y="2312662"/>
                  <a:ext cx="64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B3BD7E-39B6-0808-AC48-AAB5B6D2D434}"/>
                    </a:ext>
                  </a:extLst>
                </p14:cNvPr>
                <p14:cNvContentPartPr/>
                <p14:nvPr/>
              </p14:nvContentPartPr>
              <p14:xfrm>
                <a:off x="2402447" y="2300062"/>
                <a:ext cx="166320" cy="229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B3BD7E-39B6-0808-AC48-AAB5B6D2D43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384807" y="2282422"/>
                  <a:ext cx="201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041582-4CF7-5740-3253-38A975F8D836}"/>
                    </a:ext>
                  </a:extLst>
                </p14:cNvPr>
                <p14:cNvContentPartPr/>
                <p14:nvPr/>
              </p14:nvContentPartPr>
              <p14:xfrm>
                <a:off x="3507647" y="2136262"/>
                <a:ext cx="133560" cy="157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041582-4CF7-5740-3253-38A975F8D83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489647" y="2118262"/>
                  <a:ext cx="169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10A00A-9892-28FE-A832-CA020CB0AA34}"/>
                    </a:ext>
                  </a:extLst>
                </p14:cNvPr>
                <p14:cNvContentPartPr/>
                <p14:nvPr/>
              </p14:nvContentPartPr>
              <p14:xfrm>
                <a:off x="3558407" y="2142382"/>
                <a:ext cx="123120" cy="27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10A00A-9892-28FE-A832-CA020CB0AA3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540767" y="2124742"/>
                  <a:ext cx="1587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5169C6-5448-D9EF-88E2-37B510270A9E}"/>
                    </a:ext>
                  </a:extLst>
                </p14:cNvPr>
                <p14:cNvContentPartPr/>
                <p14:nvPr/>
              </p14:nvContentPartPr>
              <p14:xfrm>
                <a:off x="3691967" y="2377462"/>
                <a:ext cx="23400" cy="153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5169C6-5448-D9EF-88E2-37B510270A9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673967" y="2359462"/>
                  <a:ext cx="59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2DBF8E0-E3A9-1E5A-6FCA-96EE35AA63BB}"/>
                    </a:ext>
                  </a:extLst>
                </p14:cNvPr>
                <p14:cNvContentPartPr/>
                <p14:nvPr/>
              </p14:nvContentPartPr>
              <p14:xfrm>
                <a:off x="4535447" y="2117542"/>
                <a:ext cx="134640" cy="132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2DBF8E0-E3A9-1E5A-6FCA-96EE35AA63B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517807" y="2099902"/>
                  <a:ext cx="170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9F4790-3A7B-647A-F709-D4803D317961}"/>
                    </a:ext>
                  </a:extLst>
                </p14:cNvPr>
                <p14:cNvContentPartPr/>
                <p14:nvPr/>
              </p14:nvContentPartPr>
              <p14:xfrm>
                <a:off x="4635887" y="2136982"/>
                <a:ext cx="97920" cy="225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9F4790-3A7B-647A-F709-D4803D31796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17887" y="2118982"/>
                  <a:ext cx="133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D66E8B8-448B-F5E3-4EB7-652925377631}"/>
                    </a:ext>
                  </a:extLst>
                </p14:cNvPr>
                <p14:cNvContentPartPr/>
                <p14:nvPr/>
              </p14:nvContentPartPr>
              <p14:xfrm>
                <a:off x="4724087" y="2325262"/>
                <a:ext cx="2480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D66E8B8-448B-F5E3-4EB7-65292537763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06087" y="2307622"/>
                  <a:ext cx="283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752DEF-136C-CFF0-7445-6CCFE9E03295}"/>
                    </a:ext>
                  </a:extLst>
                </p14:cNvPr>
                <p14:cNvContentPartPr/>
                <p14:nvPr/>
              </p14:nvContentPartPr>
              <p14:xfrm>
                <a:off x="6520487" y="2144182"/>
                <a:ext cx="191160" cy="134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752DEF-136C-CFF0-7445-6CCFE9E0329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02487" y="2126182"/>
                  <a:ext cx="226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3D7F81-E7AD-9940-B10B-AF3A7B98ED17}"/>
                    </a:ext>
                  </a:extLst>
                </p14:cNvPr>
                <p14:cNvContentPartPr/>
                <p14:nvPr/>
              </p14:nvContentPartPr>
              <p14:xfrm>
                <a:off x="6628487" y="2163982"/>
                <a:ext cx="117360" cy="236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3D7F81-E7AD-9940-B10B-AF3A7B98ED1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610487" y="2146342"/>
                  <a:ext cx="153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F28E4A-F5A3-83E2-893A-1CF35D59BB53}"/>
                    </a:ext>
                  </a:extLst>
                </p14:cNvPr>
                <p14:cNvContentPartPr/>
                <p14:nvPr/>
              </p14:nvContentPartPr>
              <p14:xfrm>
                <a:off x="6837287" y="2297902"/>
                <a:ext cx="137880" cy="29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F28E4A-F5A3-83E2-893A-1CF35D59BB5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819287" y="2280262"/>
                  <a:ext cx="173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07518F-ADBB-2351-EA60-F1A96C91EB2E}"/>
                    </a:ext>
                  </a:extLst>
                </p14:cNvPr>
                <p14:cNvContentPartPr/>
                <p14:nvPr/>
              </p14:nvContentPartPr>
              <p14:xfrm>
                <a:off x="3635447" y="2918542"/>
                <a:ext cx="188280" cy="17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07518F-ADBB-2351-EA60-F1A96C91EB2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617807" y="2900542"/>
                  <a:ext cx="223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D1D16A-DFC7-2275-6BE4-66AFB93ECD7B}"/>
                    </a:ext>
                  </a:extLst>
                </p14:cNvPr>
                <p14:cNvContentPartPr/>
                <p14:nvPr/>
              </p14:nvContentPartPr>
              <p14:xfrm>
                <a:off x="3649127" y="3340822"/>
                <a:ext cx="158760" cy="23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D1D16A-DFC7-2275-6BE4-66AFB93ECD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631127" y="3322822"/>
                  <a:ext cx="194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D63CAE-1367-521E-2BDD-92F09883D0D4}"/>
                    </a:ext>
                  </a:extLst>
                </p14:cNvPr>
                <p14:cNvContentPartPr/>
                <p14:nvPr/>
              </p14:nvContentPartPr>
              <p14:xfrm>
                <a:off x="5738567" y="2915302"/>
                <a:ext cx="12240" cy="25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D63CAE-1367-521E-2BDD-92F09883D0D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20567" y="2897302"/>
                  <a:ext cx="47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945C89-0563-D5FE-E38B-318F447FA4AF}"/>
                    </a:ext>
                  </a:extLst>
                </p14:cNvPr>
                <p14:cNvContentPartPr/>
                <p14:nvPr/>
              </p14:nvContentPartPr>
              <p14:xfrm>
                <a:off x="5693567" y="3339382"/>
                <a:ext cx="175320" cy="221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945C89-0563-D5FE-E38B-318F447FA4A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675567" y="3321742"/>
                  <a:ext cx="210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080C5F-4350-7D3B-6260-A8E6337DC4B9}"/>
                    </a:ext>
                  </a:extLst>
                </p14:cNvPr>
                <p14:cNvContentPartPr/>
                <p14:nvPr/>
              </p14:nvContentPartPr>
              <p14:xfrm>
                <a:off x="6660527" y="2867062"/>
                <a:ext cx="200160" cy="21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080C5F-4350-7D3B-6260-A8E6337DC4B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42527" y="2849422"/>
                  <a:ext cx="235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2DB191-C04B-79C2-8844-DE11D871C052}"/>
                    </a:ext>
                  </a:extLst>
                </p14:cNvPr>
                <p14:cNvContentPartPr/>
                <p14:nvPr/>
              </p14:nvContentPartPr>
              <p14:xfrm>
                <a:off x="6733967" y="3336862"/>
                <a:ext cx="12600" cy="264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2DB191-C04B-79C2-8844-DE11D871C05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15967" y="3318862"/>
                  <a:ext cx="482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D39C99-B96F-BEA4-584E-2CCBC6ECB02A}"/>
                    </a:ext>
                  </a:extLst>
                </p14:cNvPr>
                <p14:cNvContentPartPr/>
                <p14:nvPr/>
              </p14:nvContentPartPr>
              <p14:xfrm>
                <a:off x="5632007" y="2601382"/>
                <a:ext cx="108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D39C99-B96F-BEA4-584E-2CCBC6ECB0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614367" y="2583382"/>
                  <a:ext cx="3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CA270D-A6F1-C5E5-B769-49B7ABB81FFB}"/>
                    </a:ext>
                  </a:extLst>
                </p14:cNvPr>
                <p14:cNvContentPartPr/>
                <p14:nvPr/>
              </p14:nvContentPartPr>
              <p14:xfrm>
                <a:off x="6728567" y="1762582"/>
                <a:ext cx="12600" cy="245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CA270D-A6F1-C5E5-B769-49B7ABB81FF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710927" y="1744582"/>
                  <a:ext cx="48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0F4CBE-04E1-BC6B-D583-B805D9761BD8}"/>
                    </a:ext>
                  </a:extLst>
                </p14:cNvPr>
                <p14:cNvContentPartPr/>
                <p14:nvPr/>
              </p14:nvContentPartPr>
              <p14:xfrm>
                <a:off x="6712727" y="1724782"/>
                <a:ext cx="181440" cy="147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0F4CBE-04E1-BC6B-D583-B805D9761BD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95087" y="1706782"/>
                  <a:ext cx="217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F789AE-2354-1217-B33A-9F77BE137C00}"/>
                    </a:ext>
                  </a:extLst>
                </p14:cNvPr>
                <p14:cNvContentPartPr/>
                <p14:nvPr/>
              </p14:nvContentPartPr>
              <p14:xfrm>
                <a:off x="6890927" y="1890022"/>
                <a:ext cx="299160" cy="133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F789AE-2354-1217-B33A-9F77BE137C0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872927" y="1872022"/>
                  <a:ext cx="334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0BF2E1-F807-BD54-4431-EC317F3FBDB7}"/>
                    </a:ext>
                  </a:extLst>
                </p14:cNvPr>
                <p14:cNvContentPartPr/>
                <p14:nvPr/>
              </p14:nvContentPartPr>
              <p14:xfrm>
                <a:off x="1820687" y="3464662"/>
                <a:ext cx="177840" cy="14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0BF2E1-F807-BD54-4431-EC317F3FBDB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803047" y="3447022"/>
                  <a:ext cx="213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94D55DB-CBDE-FDD7-030E-52DE56620237}"/>
                    </a:ext>
                  </a:extLst>
                </p14:cNvPr>
                <p14:cNvContentPartPr/>
                <p14:nvPr/>
              </p14:nvContentPartPr>
              <p14:xfrm>
                <a:off x="2056847" y="3544222"/>
                <a:ext cx="96480" cy="271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94D55DB-CBDE-FDD7-030E-52DE5662023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039207" y="3526222"/>
                  <a:ext cx="132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16B3424-FFA9-1428-F3CB-96FC4DA51E2E}"/>
                    </a:ext>
                  </a:extLst>
                </p14:cNvPr>
                <p14:cNvContentPartPr/>
                <p14:nvPr/>
              </p14:nvContentPartPr>
              <p14:xfrm>
                <a:off x="2548967" y="2882902"/>
                <a:ext cx="9000" cy="19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16B3424-FFA9-1428-F3CB-96FC4DA51E2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530967" y="2864902"/>
                  <a:ext cx="44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D4DA1E8-A3D1-8A91-A99A-656D5A6742ED}"/>
                    </a:ext>
                  </a:extLst>
                </p14:cNvPr>
                <p14:cNvContentPartPr/>
                <p14:nvPr/>
              </p14:nvContentPartPr>
              <p14:xfrm>
                <a:off x="2637887" y="2873902"/>
                <a:ext cx="119880" cy="230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D4DA1E8-A3D1-8A91-A99A-656D5A6742E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20247" y="2856262"/>
                  <a:ext cx="155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E87412B-639B-E49B-87B2-ED7D04265C8E}"/>
                    </a:ext>
                  </a:extLst>
                </p14:cNvPr>
                <p14:cNvContentPartPr/>
                <p14:nvPr/>
              </p14:nvContentPartPr>
              <p14:xfrm>
                <a:off x="2342327" y="3488062"/>
                <a:ext cx="57960" cy="16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E87412B-639B-E49B-87B2-ED7D04265C8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324687" y="3470062"/>
                  <a:ext cx="93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9E01DE9-CB1E-0D67-A574-0AED6B3EDD8F}"/>
                    </a:ext>
                  </a:extLst>
                </p14:cNvPr>
                <p14:cNvContentPartPr/>
                <p14:nvPr/>
              </p14:nvContentPartPr>
              <p14:xfrm>
                <a:off x="2356367" y="3577342"/>
                <a:ext cx="94680" cy="2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9E01DE9-CB1E-0D67-A574-0AED6B3EDD8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338367" y="3559342"/>
                  <a:ext cx="130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75F3640-F32F-BB8B-5182-ECA88540ED7B}"/>
                    </a:ext>
                  </a:extLst>
                </p14:cNvPr>
                <p14:cNvContentPartPr/>
                <p14:nvPr/>
              </p14:nvContentPartPr>
              <p14:xfrm>
                <a:off x="2601167" y="3420742"/>
                <a:ext cx="24120" cy="162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75F3640-F32F-BB8B-5182-ECA88540ED7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83167" y="3403102"/>
                  <a:ext cx="59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4DDFDE-5373-114C-A8DD-1FD576339602}"/>
                    </a:ext>
                  </a:extLst>
                </p14:cNvPr>
                <p14:cNvContentPartPr/>
                <p14:nvPr/>
              </p14:nvContentPartPr>
              <p14:xfrm>
                <a:off x="2788367" y="3354502"/>
                <a:ext cx="185760" cy="193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4DDFDE-5373-114C-A8DD-1FD57633960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770367" y="3336862"/>
                  <a:ext cx="221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27015C-7118-C443-B40E-470B283E517E}"/>
                    </a:ext>
                  </a:extLst>
                </p14:cNvPr>
                <p14:cNvContentPartPr/>
                <p14:nvPr/>
              </p14:nvContentPartPr>
              <p14:xfrm>
                <a:off x="1059647" y="3413182"/>
                <a:ext cx="270360" cy="302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27015C-7118-C443-B40E-470B283E517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42007" y="3395182"/>
                  <a:ext cx="306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70841DB-6DAF-1739-436D-6BB38D96776F}"/>
                    </a:ext>
                  </a:extLst>
                </p14:cNvPr>
                <p14:cNvContentPartPr/>
                <p14:nvPr/>
              </p14:nvContentPartPr>
              <p14:xfrm>
                <a:off x="1560047" y="2104222"/>
                <a:ext cx="68760" cy="1846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0841DB-6DAF-1739-436D-6BB38D96776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42047" y="2086222"/>
                  <a:ext cx="104400" cy="18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E7E44C-F60A-B551-AF48-09708EAF05F8}"/>
                    </a:ext>
                  </a:extLst>
                </p14:cNvPr>
                <p14:cNvContentPartPr/>
                <p14:nvPr/>
              </p14:nvContentPartPr>
              <p14:xfrm>
                <a:off x="768767" y="2684542"/>
                <a:ext cx="6876720" cy="66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E7E44C-F60A-B551-AF48-09708EAF05F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51127" y="2666902"/>
                  <a:ext cx="6912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C53CEF1-D86B-8CDA-CCF6-ADC235B05211}"/>
                    </a:ext>
                  </a:extLst>
                </p14:cNvPr>
                <p14:cNvContentPartPr/>
                <p14:nvPr/>
              </p14:nvContentPartPr>
              <p14:xfrm>
                <a:off x="577967" y="3819622"/>
                <a:ext cx="7076160" cy="17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C53CEF1-D86B-8CDA-CCF6-ADC235B0521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60327" y="3801982"/>
                  <a:ext cx="7111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2167F8-1D6D-2A36-D4DD-7868E52B21AC}"/>
                    </a:ext>
                  </a:extLst>
                </p14:cNvPr>
                <p14:cNvContentPartPr/>
                <p14:nvPr/>
              </p14:nvContentPartPr>
              <p14:xfrm>
                <a:off x="2825807" y="2037622"/>
                <a:ext cx="215640" cy="2934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2167F8-1D6D-2A36-D4DD-7868E52B21A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08167" y="2019622"/>
                  <a:ext cx="251280" cy="29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24C1397-3F8D-52F2-9DEF-B09B28DA5082}"/>
                    </a:ext>
                  </a:extLst>
                </p14:cNvPr>
                <p14:cNvContentPartPr/>
                <p14:nvPr/>
              </p14:nvContentPartPr>
              <p14:xfrm>
                <a:off x="2257727" y="3984142"/>
                <a:ext cx="121680" cy="1214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24C1397-3F8D-52F2-9DEF-B09B28DA508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239727" y="3966142"/>
                  <a:ext cx="157320" cy="12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EDF6D5-4A20-990F-18D8-DBA817E4E012}"/>
                    </a:ext>
                  </a:extLst>
                </p14:cNvPr>
                <p14:cNvContentPartPr/>
                <p14:nvPr/>
              </p14:nvContentPartPr>
              <p14:xfrm>
                <a:off x="2432687" y="4116622"/>
                <a:ext cx="148680" cy="210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EDF6D5-4A20-990F-18D8-DBA817E4E01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414687" y="4098622"/>
                  <a:ext cx="184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68D53DD-92B5-2D12-552D-04934DB0970A}"/>
                    </a:ext>
                  </a:extLst>
                </p14:cNvPr>
                <p14:cNvContentPartPr/>
                <p14:nvPr/>
              </p14:nvContentPartPr>
              <p14:xfrm>
                <a:off x="2527367" y="4290862"/>
                <a:ext cx="110160" cy="204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68D53DD-92B5-2D12-552D-04934DB0970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509367" y="4273222"/>
                  <a:ext cx="145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78690F-72D2-A899-D358-4059042EF05B}"/>
                    </a:ext>
                  </a:extLst>
                </p14:cNvPr>
                <p14:cNvContentPartPr/>
                <p14:nvPr/>
              </p14:nvContentPartPr>
              <p14:xfrm>
                <a:off x="2654087" y="4101142"/>
                <a:ext cx="19440" cy="41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78690F-72D2-A899-D358-4059042EF05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636087" y="4083502"/>
                  <a:ext cx="55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227D21A-841B-F979-A0B9-0CC787A9E64D}"/>
                    </a:ext>
                  </a:extLst>
                </p14:cNvPr>
                <p14:cNvContentPartPr/>
                <p14:nvPr/>
              </p14:nvContentPartPr>
              <p14:xfrm>
                <a:off x="2428367" y="4657702"/>
                <a:ext cx="139680" cy="16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227D21A-841B-F979-A0B9-0CC787A9E64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410367" y="4639702"/>
                  <a:ext cx="175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5BADC6F-AA06-8076-0431-3738FDAE2B44}"/>
                    </a:ext>
                  </a:extLst>
                </p14:cNvPr>
                <p14:cNvContentPartPr/>
                <p14:nvPr/>
              </p14:nvContentPartPr>
              <p14:xfrm>
                <a:off x="2505047" y="4804942"/>
                <a:ext cx="149040" cy="229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5BADC6F-AA06-8076-0431-3738FDAE2B4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487047" y="4786942"/>
                  <a:ext cx="184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ACD5900-9101-7294-25E0-1A065D8727C6}"/>
                    </a:ext>
                  </a:extLst>
                </p14:cNvPr>
                <p14:cNvContentPartPr/>
                <p14:nvPr/>
              </p14:nvContentPartPr>
              <p14:xfrm>
                <a:off x="2694407" y="4659862"/>
                <a:ext cx="19080" cy="31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ACD5900-9101-7294-25E0-1A065D8727C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76407" y="4641862"/>
                  <a:ext cx="54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716EA97-0B92-46DA-ACB2-06A8C674EBEE}"/>
                    </a:ext>
                  </a:extLst>
                </p14:cNvPr>
                <p14:cNvContentPartPr/>
                <p14:nvPr/>
              </p14:nvContentPartPr>
              <p14:xfrm>
                <a:off x="2411807" y="5307502"/>
                <a:ext cx="57240" cy="196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716EA97-0B92-46DA-ACB2-06A8C674EBE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93807" y="5289502"/>
                  <a:ext cx="92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7E94DC6-5426-17E6-CD25-DB9942A5CE16}"/>
                    </a:ext>
                  </a:extLst>
                </p14:cNvPr>
                <p14:cNvContentPartPr/>
                <p14:nvPr/>
              </p14:nvContentPartPr>
              <p14:xfrm>
                <a:off x="2425127" y="5326942"/>
                <a:ext cx="123840" cy="20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7E94DC6-5426-17E6-CD25-DB9942A5CE1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407487" y="5309302"/>
                  <a:ext cx="1594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FA4F005-9EC3-6DB3-7BBF-3A08BAD5AFD7}"/>
                    </a:ext>
                  </a:extLst>
                </p14:cNvPr>
                <p14:cNvContentPartPr/>
                <p14:nvPr/>
              </p14:nvContentPartPr>
              <p14:xfrm>
                <a:off x="2506847" y="5488942"/>
                <a:ext cx="131760" cy="201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FA4F005-9EC3-6DB3-7BBF-3A08BAD5AFD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488847" y="5470942"/>
                  <a:ext cx="16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B16157-E5F4-1251-85AC-3F150A94F87F}"/>
                    </a:ext>
                  </a:extLst>
                </p14:cNvPr>
                <p14:cNvContentPartPr/>
                <p14:nvPr/>
              </p14:nvContentPartPr>
              <p14:xfrm>
                <a:off x="2597207" y="5294542"/>
                <a:ext cx="14760" cy="50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B16157-E5F4-1251-85AC-3F150A94F87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579207" y="5276542"/>
                  <a:ext cx="50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88EA0C-4D6E-9CFB-5A3B-139A3C39A9F6}"/>
                    </a:ext>
                  </a:extLst>
                </p14:cNvPr>
                <p14:cNvContentPartPr/>
                <p14:nvPr/>
              </p14:nvContentPartPr>
              <p14:xfrm>
                <a:off x="2799887" y="4901422"/>
                <a:ext cx="58680" cy="1066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88EA0C-4D6E-9CFB-5A3B-139A3C39A9F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781887" y="4883422"/>
                  <a:ext cx="94320" cy="11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63DDD55-8749-7A82-7E8F-23EAE628FBD1}"/>
                    </a:ext>
                  </a:extLst>
                </p14:cNvPr>
                <p14:cNvContentPartPr/>
                <p14:nvPr/>
              </p14:nvContentPartPr>
              <p14:xfrm>
                <a:off x="3742727" y="4086742"/>
                <a:ext cx="130320" cy="42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63DDD55-8749-7A82-7E8F-23EAE628FBD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724727" y="4069102"/>
                  <a:ext cx="165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5EF0CD9-6D9C-8E80-3F65-844FBCAB8DF1}"/>
                    </a:ext>
                  </a:extLst>
                </p14:cNvPr>
                <p14:cNvContentPartPr/>
                <p14:nvPr/>
              </p14:nvContentPartPr>
              <p14:xfrm>
                <a:off x="3668207" y="4125982"/>
                <a:ext cx="154080" cy="269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5EF0CD9-6D9C-8E80-3F65-844FBCAB8DF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650207" y="4107982"/>
                  <a:ext cx="189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63C1899-E992-7FEF-40C0-AB4EE3F935E2}"/>
                    </a:ext>
                  </a:extLst>
                </p14:cNvPr>
                <p14:cNvContentPartPr/>
                <p14:nvPr/>
              </p14:nvContentPartPr>
              <p14:xfrm>
                <a:off x="4668647" y="4047862"/>
                <a:ext cx="166680" cy="297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63C1899-E992-7FEF-40C0-AB4EE3F935E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651007" y="4029862"/>
                  <a:ext cx="202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91A343C-C542-C88D-01F1-60196A5DC0D8}"/>
                    </a:ext>
                  </a:extLst>
                </p14:cNvPr>
                <p14:cNvContentPartPr/>
                <p14:nvPr/>
              </p14:nvContentPartPr>
              <p14:xfrm>
                <a:off x="5666927" y="4081342"/>
                <a:ext cx="192960" cy="267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91A343C-C542-C88D-01F1-60196A5DC0D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649287" y="4063702"/>
                  <a:ext cx="228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A559DF6-857E-33DC-09A6-0C264DD0B8B9}"/>
                    </a:ext>
                  </a:extLst>
                </p14:cNvPr>
                <p14:cNvContentPartPr/>
                <p14:nvPr/>
              </p14:nvContentPartPr>
              <p14:xfrm>
                <a:off x="6636767" y="4051822"/>
                <a:ext cx="283680" cy="307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A559DF6-857E-33DC-09A6-0C264DD0B8B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618767" y="4033822"/>
                  <a:ext cx="319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C2396A4-B0A5-509F-D10B-B7D7E7E797A8}"/>
                    </a:ext>
                  </a:extLst>
                </p14:cNvPr>
                <p14:cNvContentPartPr/>
                <p14:nvPr/>
              </p14:nvContentPartPr>
              <p14:xfrm>
                <a:off x="2605847" y="4861102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C2396A4-B0A5-509F-D10B-B7D7E7E797A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587847" y="4843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0B5D982-95D3-4AFD-9FB5-BA636C96B846}"/>
                    </a:ext>
                  </a:extLst>
                </p14:cNvPr>
                <p14:cNvContentPartPr/>
                <p14:nvPr/>
              </p14:nvContentPartPr>
              <p14:xfrm>
                <a:off x="1324247" y="4020862"/>
                <a:ext cx="1440" cy="5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0B5D982-95D3-4AFD-9FB5-BA636C96B8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06607" y="4002862"/>
                  <a:ext cx="37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CB0597C-8CD8-B32D-6C88-AE1F8C46C0B9}"/>
                    </a:ext>
                  </a:extLst>
                </p14:cNvPr>
                <p14:cNvContentPartPr/>
                <p14:nvPr/>
              </p14:nvContentPartPr>
              <p14:xfrm>
                <a:off x="3612767" y="4692622"/>
                <a:ext cx="203400" cy="232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CB0597C-8CD8-B32D-6C88-AE1F8C46C0B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594767" y="4674622"/>
                  <a:ext cx="239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69FB5C2-7936-31E4-E719-52A5F2220A7B}"/>
                    </a:ext>
                  </a:extLst>
                </p14:cNvPr>
                <p14:cNvContentPartPr/>
                <p14:nvPr/>
              </p14:nvContentPartPr>
              <p14:xfrm>
                <a:off x="4572167" y="4620982"/>
                <a:ext cx="233280" cy="257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69FB5C2-7936-31E4-E719-52A5F2220A7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54527" y="4602982"/>
                  <a:ext cx="268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D7592FD-9C3A-9DAD-FFAE-9DABEFEA96BB}"/>
                    </a:ext>
                  </a:extLst>
                </p14:cNvPr>
                <p14:cNvContentPartPr/>
                <p14:nvPr/>
              </p14:nvContentPartPr>
              <p14:xfrm>
                <a:off x="5524727" y="4619542"/>
                <a:ext cx="354240" cy="254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D7592FD-9C3A-9DAD-FFAE-9DABEFEA96B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507087" y="4601542"/>
                  <a:ext cx="389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E5D63E2-45B7-6266-7C85-C15C92BB15E9}"/>
                    </a:ext>
                  </a:extLst>
                </p14:cNvPr>
                <p14:cNvContentPartPr/>
                <p14:nvPr/>
              </p14:nvContentPartPr>
              <p14:xfrm>
                <a:off x="6653327" y="4602982"/>
                <a:ext cx="344880" cy="255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E5D63E2-45B7-6266-7C85-C15C92BB15E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635327" y="4585342"/>
                  <a:ext cx="380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0F69435-F183-403D-F13F-B5EC1A1F387B}"/>
                    </a:ext>
                  </a:extLst>
                </p14:cNvPr>
                <p14:cNvContentPartPr/>
                <p14:nvPr/>
              </p14:nvContentPartPr>
              <p14:xfrm>
                <a:off x="1211207" y="3123382"/>
                <a:ext cx="7200" cy="7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0F69435-F183-403D-F13F-B5EC1A1F387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93207" y="3105382"/>
                  <a:ext cx="42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47A4C5-E61E-128B-7261-AD77173372BE}"/>
                    </a:ext>
                  </a:extLst>
                </p14:cNvPr>
                <p14:cNvContentPartPr/>
                <p14:nvPr/>
              </p14:nvContentPartPr>
              <p14:xfrm>
                <a:off x="1224167" y="3137062"/>
                <a:ext cx="2160" cy="2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47A4C5-E61E-128B-7261-AD77173372B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206167" y="3119062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80AA87C-2883-653E-3680-839833F4C06B}"/>
                    </a:ext>
                  </a:extLst>
                </p14:cNvPr>
                <p14:cNvContentPartPr/>
                <p14:nvPr/>
              </p14:nvContentPartPr>
              <p14:xfrm>
                <a:off x="1200047" y="3125902"/>
                <a:ext cx="18360" cy="2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80AA87C-2883-653E-3680-839833F4C06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82047" y="3107902"/>
                  <a:ext cx="54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AB7F1B8-035D-B9D1-A8AA-8FAF471666B6}"/>
                    </a:ext>
                  </a:extLst>
                </p14:cNvPr>
                <p14:cNvContentPartPr/>
                <p14:nvPr/>
              </p14:nvContentPartPr>
              <p14:xfrm>
                <a:off x="3762887" y="3164782"/>
                <a:ext cx="14040" cy="15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AB7F1B8-035D-B9D1-A8AA-8FAF471666B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45247" y="3146782"/>
                  <a:ext cx="49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CC3A0B3-B0CB-1ACF-FCA3-472444482E56}"/>
                    </a:ext>
                  </a:extLst>
                </p14:cNvPr>
                <p14:cNvContentPartPr/>
                <p14:nvPr/>
              </p14:nvContentPartPr>
              <p14:xfrm>
                <a:off x="1364927" y="3777502"/>
                <a:ext cx="7560" cy="4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CC3A0B3-B0CB-1ACF-FCA3-472444482E5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46927" y="3759862"/>
                  <a:ext cx="43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BCB25F6-75B6-9122-05DB-4E64F8C148CF}"/>
                    </a:ext>
                  </a:extLst>
                </p14:cNvPr>
                <p14:cNvContentPartPr/>
                <p14:nvPr/>
              </p14:nvContentPartPr>
              <p14:xfrm>
                <a:off x="4008047" y="3657622"/>
                <a:ext cx="12600" cy="15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BCB25F6-75B6-9122-05DB-4E64F8C148C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90047" y="3639982"/>
                  <a:ext cx="48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91147E-550E-F7CE-BC61-DCD0C60ECF38}"/>
                    </a:ext>
                  </a:extLst>
                </p14:cNvPr>
                <p14:cNvContentPartPr/>
                <p14:nvPr/>
              </p14:nvContentPartPr>
              <p14:xfrm>
                <a:off x="1536287" y="3710902"/>
                <a:ext cx="4680" cy="1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91147E-550E-F7CE-BC61-DCD0C60ECF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518647" y="3692902"/>
                  <a:ext cx="4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3A81A7F-C6E5-1804-6B7B-DAD7FDBC7529}"/>
                    </a:ext>
                  </a:extLst>
                </p14:cNvPr>
                <p14:cNvContentPartPr/>
                <p14:nvPr/>
              </p14:nvContentPartPr>
              <p14:xfrm>
                <a:off x="4798967" y="4922662"/>
                <a:ext cx="4680" cy="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3A81A7F-C6E5-1804-6B7B-DAD7FDBC752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781327" y="4904662"/>
                  <a:ext cx="4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EA6CD0-B431-B5C8-BF5B-BECECD32C4D2}"/>
                    </a:ext>
                  </a:extLst>
                </p14:cNvPr>
                <p14:cNvContentPartPr/>
                <p14:nvPr/>
              </p14:nvContentPartPr>
              <p14:xfrm>
                <a:off x="3481007" y="4907182"/>
                <a:ext cx="3960" cy="1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EA6CD0-B431-B5C8-BF5B-BECECD32C4D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63007" y="488918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37158E5-7496-65A1-045C-5680CFBE3168}"/>
                    </a:ext>
                  </a:extLst>
                </p14:cNvPr>
                <p14:cNvContentPartPr/>
                <p14:nvPr/>
              </p14:nvContentPartPr>
              <p14:xfrm>
                <a:off x="5074367" y="4893502"/>
                <a:ext cx="7920" cy="10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37158E5-7496-65A1-045C-5680CFBE31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56367" y="4875502"/>
                  <a:ext cx="43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936E897-76D0-886B-8FC8-1F41F8FB3BD1}"/>
                    </a:ext>
                  </a:extLst>
                </p14:cNvPr>
                <p14:cNvContentPartPr/>
                <p14:nvPr/>
              </p14:nvContentPartPr>
              <p14:xfrm>
                <a:off x="7081727" y="4926982"/>
                <a:ext cx="45360" cy="7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936E897-76D0-886B-8FC8-1F41F8FB3BD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064087" y="4908982"/>
                  <a:ext cx="81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21AE471-3736-B75C-E47B-ED84E1C8EF35}"/>
                    </a:ext>
                  </a:extLst>
                </p14:cNvPr>
                <p14:cNvContentPartPr/>
                <p14:nvPr/>
              </p14:nvContentPartPr>
              <p14:xfrm>
                <a:off x="1939487" y="5877742"/>
                <a:ext cx="81720" cy="12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21AE471-3736-B75C-E47B-ED84E1C8EF3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921847" y="5859742"/>
                  <a:ext cx="11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D620C3A-1D71-7A62-7325-CE03BAF0FD64}"/>
                    </a:ext>
                  </a:extLst>
                </p14:cNvPr>
                <p14:cNvContentPartPr/>
                <p14:nvPr/>
              </p14:nvContentPartPr>
              <p14:xfrm>
                <a:off x="1911767" y="6021022"/>
                <a:ext cx="68400" cy="24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D620C3A-1D71-7A62-7325-CE03BAF0FD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894127" y="6003022"/>
                  <a:ext cx="104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AF2CDE3-2FD4-90EB-5C1C-442AEFA78C78}"/>
                    </a:ext>
                  </a:extLst>
                </p14:cNvPr>
                <p14:cNvContentPartPr/>
                <p14:nvPr/>
              </p14:nvContentPartPr>
              <p14:xfrm>
                <a:off x="2047847" y="5902222"/>
                <a:ext cx="131040" cy="20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AF2CDE3-2FD4-90EB-5C1C-442AEFA78C7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29847" y="5884222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0946C3A-B6E4-3FC2-06A7-817A5BE57128}"/>
                    </a:ext>
                  </a:extLst>
                </p14:cNvPr>
                <p14:cNvContentPartPr/>
                <p14:nvPr/>
              </p14:nvContentPartPr>
              <p14:xfrm>
                <a:off x="2130287" y="6028582"/>
                <a:ext cx="104760" cy="290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0946C3A-B6E4-3FC2-06A7-817A5BE5712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112287" y="6010942"/>
                  <a:ext cx="1404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EF9A619-CBBC-DFE5-8A9A-6B4C3F8CC1D0}"/>
                    </a:ext>
                  </a:extLst>
                </p14:cNvPr>
                <p14:cNvContentPartPr/>
                <p14:nvPr/>
              </p14:nvContentPartPr>
              <p14:xfrm>
                <a:off x="2255207" y="5806462"/>
                <a:ext cx="4680" cy="25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EF9A619-CBBC-DFE5-8A9A-6B4C3F8CC1D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237207" y="5788462"/>
                  <a:ext cx="40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0343C2C-6FA0-4532-DAF7-99283CBD87EF}"/>
                    </a:ext>
                  </a:extLst>
                </p14:cNvPr>
                <p14:cNvContentPartPr/>
                <p14:nvPr/>
              </p14:nvContentPartPr>
              <p14:xfrm>
                <a:off x="2295167" y="6067102"/>
                <a:ext cx="121680" cy="34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0343C2C-6FA0-4532-DAF7-99283CBD87E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277167" y="6049462"/>
                  <a:ext cx="157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245672-5410-C386-D4E8-64625D096206}"/>
                    </a:ext>
                  </a:extLst>
                </p14:cNvPr>
                <p14:cNvContentPartPr/>
                <p14:nvPr/>
              </p14:nvContentPartPr>
              <p14:xfrm>
                <a:off x="2458607" y="6000142"/>
                <a:ext cx="117360" cy="145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245672-5410-C386-D4E8-64625D09620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440607" y="5982502"/>
                  <a:ext cx="153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408364-C76E-F320-6DE4-B9B9BEFFC6ED}"/>
                    </a:ext>
                  </a:extLst>
                </p14:cNvPr>
                <p14:cNvContentPartPr/>
                <p14:nvPr/>
              </p14:nvContentPartPr>
              <p14:xfrm>
                <a:off x="2489207" y="6048742"/>
                <a:ext cx="140400" cy="270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408364-C76E-F320-6DE4-B9B9BEFFC6E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471207" y="6031102"/>
                  <a:ext cx="176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610634E-4E81-6030-310C-6BFACF390E35}"/>
                    </a:ext>
                  </a:extLst>
                </p14:cNvPr>
                <p14:cNvContentPartPr/>
                <p14:nvPr/>
              </p14:nvContentPartPr>
              <p14:xfrm>
                <a:off x="2650487" y="5889622"/>
                <a:ext cx="1440" cy="37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610634E-4E81-6030-310C-6BFACF390E3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632487" y="5871622"/>
                  <a:ext cx="37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2CF646-3C6A-E34D-EEBD-B8ACAFAC1B53}"/>
                    </a:ext>
                  </a:extLst>
                </p14:cNvPr>
                <p14:cNvContentPartPr/>
                <p14:nvPr/>
              </p14:nvContentPartPr>
              <p14:xfrm>
                <a:off x="3556607" y="5326222"/>
                <a:ext cx="112680" cy="49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2CF646-3C6A-E34D-EEBD-B8ACAFAC1B5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538607" y="5308582"/>
                  <a:ext cx="148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CB498E2-4809-B91B-4C31-AB1771D964B1}"/>
                    </a:ext>
                  </a:extLst>
                </p14:cNvPr>
                <p14:cNvContentPartPr/>
                <p14:nvPr/>
              </p14:nvContentPartPr>
              <p14:xfrm>
                <a:off x="3519167" y="5361142"/>
                <a:ext cx="123480" cy="280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CB498E2-4809-B91B-4C31-AB1771D964B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501527" y="5343142"/>
                  <a:ext cx="1591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E644520-5830-643A-60D7-FEAAAE3D38D4}"/>
                    </a:ext>
                  </a:extLst>
                </p14:cNvPr>
                <p14:cNvContentPartPr/>
                <p14:nvPr/>
              </p14:nvContentPartPr>
              <p14:xfrm>
                <a:off x="4558487" y="5287342"/>
                <a:ext cx="213120" cy="327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E644520-5830-643A-60D7-FEAAAE3D38D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40847" y="5269702"/>
                  <a:ext cx="2487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86535E6-5F89-4CB2-9000-A47420CC3F81}"/>
                    </a:ext>
                  </a:extLst>
                </p14:cNvPr>
                <p14:cNvContentPartPr/>
                <p14:nvPr/>
              </p14:nvContentPartPr>
              <p14:xfrm>
                <a:off x="5706167" y="5341702"/>
                <a:ext cx="208080" cy="27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86535E6-5F89-4CB2-9000-A47420CC3F8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688527" y="5323702"/>
                  <a:ext cx="243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3684254-E36D-A888-5C68-DCCBAFCAF4CF}"/>
                    </a:ext>
                  </a:extLst>
                </p14:cNvPr>
                <p14:cNvContentPartPr/>
                <p14:nvPr/>
              </p14:nvContentPartPr>
              <p14:xfrm>
                <a:off x="6558647" y="5244502"/>
                <a:ext cx="372960" cy="310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3684254-E36D-A888-5C68-DCCBAFCAF4C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540647" y="5226862"/>
                  <a:ext cx="408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DA1708-45DF-8CC9-965E-5A0F75A88AD9}"/>
                    </a:ext>
                  </a:extLst>
                </p14:cNvPr>
                <p14:cNvContentPartPr/>
                <p14:nvPr/>
              </p14:nvContentPartPr>
              <p14:xfrm>
                <a:off x="4641287" y="2972182"/>
                <a:ext cx="170280" cy="239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DA1708-45DF-8CC9-965E-5A0F75A88AD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23647" y="2954542"/>
                  <a:ext cx="205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936021-0CA6-0B5E-7371-5D1134E35836}"/>
                    </a:ext>
                  </a:extLst>
                </p14:cNvPr>
                <p14:cNvContentPartPr/>
                <p14:nvPr/>
              </p14:nvContentPartPr>
              <p14:xfrm>
                <a:off x="4745327" y="3399142"/>
                <a:ext cx="249480" cy="155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936021-0CA6-0B5E-7371-5D1134E3583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727327" y="3381502"/>
                  <a:ext cx="285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D6AAFE8-D585-FB1E-ABC6-1B478870259B}"/>
                    </a:ext>
                  </a:extLst>
                </p14:cNvPr>
                <p14:cNvContentPartPr/>
                <p14:nvPr/>
              </p14:nvContentPartPr>
              <p14:xfrm>
                <a:off x="4959887" y="3158662"/>
                <a:ext cx="21960" cy="10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D6AAFE8-D585-FB1E-ABC6-1B478870259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41887" y="3140662"/>
                  <a:ext cx="57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6CD6F21-F956-E1FD-892F-7FDCF7C8B49B}"/>
                    </a:ext>
                  </a:extLst>
                </p14:cNvPr>
                <p14:cNvContentPartPr/>
                <p14:nvPr/>
              </p14:nvContentPartPr>
              <p14:xfrm>
                <a:off x="4802207" y="3690022"/>
                <a:ext cx="10800" cy="10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6CD6F21-F956-E1FD-892F-7FDCF7C8B49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84207" y="3672022"/>
                  <a:ext cx="46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8EF55AC-044F-F9C7-AB7E-2E938A9C33C0}"/>
                    </a:ext>
                  </a:extLst>
                </p14:cNvPr>
                <p14:cNvContentPartPr/>
                <p14:nvPr/>
              </p14:nvContentPartPr>
              <p14:xfrm>
                <a:off x="4545887" y="2828182"/>
                <a:ext cx="527400" cy="873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8EF55AC-044F-F9C7-AB7E-2E938A9C33C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528247" y="2810542"/>
                  <a:ext cx="5630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85AE32F-9DB5-5669-1ACF-24BDF276F8FB}"/>
                    </a:ext>
                  </a:extLst>
                </p14:cNvPr>
                <p14:cNvContentPartPr/>
                <p14:nvPr/>
              </p14:nvContentPartPr>
              <p14:xfrm>
                <a:off x="4706807" y="5648062"/>
                <a:ext cx="8280" cy="3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85AE32F-9DB5-5669-1ACF-24BDF276F8F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688807" y="5630062"/>
                  <a:ext cx="43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988A0AA-6E1E-C06F-C2FE-168B0AA77EB0}"/>
                    </a:ext>
                  </a:extLst>
                </p14:cNvPr>
                <p14:cNvContentPartPr/>
                <p14:nvPr/>
              </p14:nvContentPartPr>
              <p14:xfrm>
                <a:off x="4708607" y="5674702"/>
                <a:ext cx="9720" cy="5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988A0AA-6E1E-C06F-C2FE-168B0AA77EB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90967" y="5656702"/>
                  <a:ext cx="45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11C753-6A86-D565-D989-C450FD532003}"/>
                    </a:ext>
                  </a:extLst>
                </p14:cNvPr>
                <p14:cNvContentPartPr/>
                <p14:nvPr/>
              </p14:nvContentPartPr>
              <p14:xfrm>
                <a:off x="4706087" y="5679022"/>
                <a:ext cx="36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11C753-6A86-D565-D989-C450FD53200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88447" y="56610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1AC6CDA-DE89-8AD1-4FCA-BAEB2A15BF93}"/>
                    </a:ext>
                  </a:extLst>
                </p14:cNvPr>
                <p14:cNvContentPartPr/>
                <p14:nvPr/>
              </p14:nvContentPartPr>
              <p14:xfrm>
                <a:off x="4685567" y="5674342"/>
                <a:ext cx="1800" cy="2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1AC6CDA-DE89-8AD1-4FCA-BAEB2A15BF9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667927" y="5656702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C435910-7531-EB7C-4F52-2FDE7E3052A5}"/>
                    </a:ext>
                  </a:extLst>
                </p14:cNvPr>
                <p14:cNvContentPartPr/>
                <p14:nvPr/>
              </p14:nvContentPartPr>
              <p14:xfrm>
                <a:off x="4680167" y="5694862"/>
                <a:ext cx="360" cy="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C435910-7531-EB7C-4F52-2FDE7E3052A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62527" y="56772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AC108F1-65E3-A500-EFE2-C5863C4B5016}"/>
                    </a:ext>
                  </a:extLst>
                </p14:cNvPr>
                <p14:cNvContentPartPr/>
                <p14:nvPr/>
              </p14:nvContentPartPr>
              <p14:xfrm>
                <a:off x="4672967" y="5691982"/>
                <a:ext cx="3960" cy="1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AC108F1-65E3-A500-EFE2-C5863C4B501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654967" y="567398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F17D806-DBBE-519C-64DF-77DAA48E22F4}"/>
                    </a:ext>
                  </a:extLst>
                </p14:cNvPr>
                <p14:cNvContentPartPr/>
                <p14:nvPr/>
              </p14:nvContentPartPr>
              <p14:xfrm>
                <a:off x="4653167" y="5698822"/>
                <a:ext cx="36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F17D806-DBBE-519C-64DF-77DAA48E22F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35167" y="56808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0976F4B-8DEE-5E8E-2388-849AF742E738}"/>
                    </a:ext>
                  </a:extLst>
                </p14:cNvPr>
                <p14:cNvContentPartPr/>
                <p14:nvPr/>
              </p14:nvContentPartPr>
              <p14:xfrm>
                <a:off x="4626887" y="5656342"/>
                <a:ext cx="8280" cy="9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0976F4B-8DEE-5E8E-2388-849AF742E73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609247" y="5638342"/>
                  <a:ext cx="43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DF7A6E3-16BE-105A-A683-156A960856AD}"/>
                    </a:ext>
                  </a:extLst>
                </p14:cNvPr>
                <p14:cNvContentPartPr/>
                <p14:nvPr/>
              </p14:nvContentPartPr>
              <p14:xfrm>
                <a:off x="4647407" y="5683702"/>
                <a:ext cx="360" cy="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DF7A6E3-16BE-105A-A683-156A960856A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29767" y="56660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7DF6B35-73D8-006B-68B3-61E560CDA35B}"/>
                    </a:ext>
                  </a:extLst>
                </p14:cNvPr>
                <p14:cNvContentPartPr/>
                <p14:nvPr/>
              </p14:nvContentPartPr>
              <p14:xfrm>
                <a:off x="4663607" y="5685142"/>
                <a:ext cx="360" cy="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7DF6B35-73D8-006B-68B3-61E560CDA35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45607" y="5667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C927FDC-76C3-1AEA-3688-83FA338C30BE}"/>
                    </a:ext>
                  </a:extLst>
                </p14:cNvPr>
                <p14:cNvContentPartPr/>
                <p14:nvPr/>
              </p14:nvContentPartPr>
              <p14:xfrm>
                <a:off x="4639487" y="5690182"/>
                <a:ext cx="109800" cy="59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C927FDC-76C3-1AEA-3688-83FA338C30B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621487" y="5672182"/>
                  <a:ext cx="145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58F8215-A96A-7696-7000-063D6D2E220A}"/>
                    </a:ext>
                  </a:extLst>
                </p14:cNvPr>
                <p14:cNvContentPartPr/>
                <p14:nvPr/>
              </p14:nvContentPartPr>
              <p14:xfrm>
                <a:off x="4881767" y="3113302"/>
                <a:ext cx="360" cy="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58F8215-A96A-7696-7000-063D6D2E220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864127" y="3095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C3B361A-B5DD-5951-19A5-168A04AAABFA}"/>
                    </a:ext>
                  </a:extLst>
                </p14:cNvPr>
                <p14:cNvContentPartPr/>
                <p14:nvPr/>
              </p14:nvContentPartPr>
              <p14:xfrm>
                <a:off x="4891847" y="3115822"/>
                <a:ext cx="36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C3B361A-B5DD-5951-19A5-168A04AAABF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873847" y="3098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02F7A7-F4FC-52FA-4813-7B578659F1CE}"/>
                    </a:ext>
                  </a:extLst>
                </p14:cNvPr>
                <p14:cNvContentPartPr/>
                <p14:nvPr/>
              </p14:nvContentPartPr>
              <p14:xfrm>
                <a:off x="1873247" y="2975062"/>
                <a:ext cx="138240" cy="154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02F7A7-F4FC-52FA-4813-7B578659F1C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855247" y="2957062"/>
                  <a:ext cx="173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3F2BB3-F06A-8BA1-CCC8-9806ACDC8C16}"/>
                    </a:ext>
                  </a:extLst>
                </p14:cNvPr>
                <p14:cNvContentPartPr/>
                <p14:nvPr/>
              </p14:nvContentPartPr>
              <p14:xfrm>
                <a:off x="2048927" y="3046702"/>
                <a:ext cx="67680" cy="192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3F2BB3-F06A-8BA1-CCC8-9806ACDC8C1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031287" y="3028702"/>
                  <a:ext cx="103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7DEAAB-302B-9A57-0168-D7C0B6C24CDE}"/>
                    </a:ext>
                  </a:extLst>
                </p14:cNvPr>
                <p14:cNvContentPartPr/>
                <p14:nvPr/>
              </p14:nvContentPartPr>
              <p14:xfrm>
                <a:off x="2254847" y="3016462"/>
                <a:ext cx="104040" cy="34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7DEAAB-302B-9A57-0168-D7C0B6C24CD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236847" y="2998462"/>
                  <a:ext cx="139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637A80-297A-4D23-F1EF-2EC8F305967E}"/>
                    </a:ext>
                  </a:extLst>
                </p14:cNvPr>
                <p14:cNvContentPartPr/>
                <p14:nvPr/>
              </p14:nvContentPartPr>
              <p14:xfrm>
                <a:off x="2237927" y="3093142"/>
                <a:ext cx="169920" cy="4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637A80-297A-4D23-F1EF-2EC8F305967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219927" y="3075142"/>
                  <a:ext cx="205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48E058-5D3D-892B-A520-72FA17B01ADD}"/>
                    </a:ext>
                  </a:extLst>
                </p14:cNvPr>
                <p14:cNvContentPartPr/>
                <p14:nvPr/>
              </p14:nvContentPartPr>
              <p14:xfrm>
                <a:off x="5427527" y="2127982"/>
                <a:ext cx="160560" cy="129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48E058-5D3D-892B-A520-72FA17B01AD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409527" y="2110342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D2E91A-AB8A-DC1F-1F57-8CD16D71029A}"/>
                    </a:ext>
                  </a:extLst>
                </p14:cNvPr>
                <p14:cNvContentPartPr/>
                <p14:nvPr/>
              </p14:nvContentPartPr>
              <p14:xfrm>
                <a:off x="5549567" y="2141662"/>
                <a:ext cx="89280" cy="23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D2E91A-AB8A-DC1F-1F57-8CD16D71029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531567" y="2124022"/>
                  <a:ext cx="124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EBA1E1-EE83-FC1C-23AB-AD19B0F0EC36}"/>
                    </a:ext>
                  </a:extLst>
                </p14:cNvPr>
                <p14:cNvContentPartPr/>
                <p14:nvPr/>
              </p14:nvContentPartPr>
              <p14:xfrm>
                <a:off x="5735327" y="2271982"/>
                <a:ext cx="157320" cy="198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EBA1E1-EE83-FC1C-23AB-AD19B0F0EC3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717687" y="2253982"/>
                  <a:ext cx="192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4176AB-1DE5-C039-7B5F-F887C982F653}"/>
                    </a:ext>
                  </a:extLst>
                </p14:cNvPr>
                <p14:cNvContentPartPr/>
                <p14:nvPr/>
              </p14:nvContentPartPr>
              <p14:xfrm>
                <a:off x="5538767" y="1731262"/>
                <a:ext cx="11880" cy="279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4176AB-1DE5-C039-7B5F-F887C982F65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21127" y="1713622"/>
                  <a:ext cx="47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CD676F-4F3C-74EE-8A64-B1EFED2935ED}"/>
                    </a:ext>
                  </a:extLst>
                </p14:cNvPr>
                <p14:cNvContentPartPr/>
                <p14:nvPr/>
              </p14:nvContentPartPr>
              <p14:xfrm>
                <a:off x="5509247" y="1719022"/>
                <a:ext cx="127800" cy="197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CD676F-4F3C-74EE-8A64-B1EFED2935E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491607" y="1701382"/>
                  <a:ext cx="163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47A7A2-4DAB-60BA-E4F3-A651A3DC8DEF}"/>
                    </a:ext>
                  </a:extLst>
                </p14:cNvPr>
                <p14:cNvContentPartPr/>
                <p14:nvPr/>
              </p14:nvContentPartPr>
              <p14:xfrm>
                <a:off x="5699687" y="1891102"/>
                <a:ext cx="27720" cy="140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247A7A2-4DAB-60BA-E4F3-A651A3DC8DE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81687" y="1873462"/>
                  <a:ext cx="63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7EA56F-038D-D8C5-4836-F757D9A231A2}"/>
                    </a:ext>
                  </a:extLst>
                </p14:cNvPr>
                <p14:cNvContentPartPr/>
                <p14:nvPr/>
              </p14:nvContentPartPr>
              <p14:xfrm>
                <a:off x="5269127" y="1844302"/>
                <a:ext cx="8640" cy="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7EA56F-038D-D8C5-4836-F757D9A231A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51127" y="1826662"/>
                  <a:ext cx="44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0864FA7-451A-3D88-D855-158B1035D712}"/>
                    </a:ext>
                  </a:extLst>
                </p14:cNvPr>
                <p14:cNvContentPartPr/>
                <p14:nvPr/>
              </p14:nvContentPartPr>
              <p14:xfrm>
                <a:off x="5686007" y="2363782"/>
                <a:ext cx="3960" cy="1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0864FA7-451A-3D88-D855-158B1035D7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68007" y="234614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61BA58A-1BEC-5B34-61C8-489732B640BD}"/>
                    </a:ext>
                  </a:extLst>
                </p14:cNvPr>
                <p14:cNvContentPartPr/>
                <p14:nvPr/>
              </p14:nvContentPartPr>
              <p14:xfrm>
                <a:off x="1838687" y="3205462"/>
                <a:ext cx="786600" cy="27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61BA58A-1BEC-5B34-61C8-489732B640B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821047" y="3187822"/>
                  <a:ext cx="8222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14BBD3E-1B20-6589-28D1-6C84E5592764}"/>
                    </a:ext>
                  </a:extLst>
                </p14:cNvPr>
                <p14:cNvContentPartPr/>
                <p14:nvPr/>
              </p14:nvContentPartPr>
              <p14:xfrm>
                <a:off x="2037407" y="3200782"/>
                <a:ext cx="12240" cy="4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14BBD3E-1B20-6589-28D1-6C84E559276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019407" y="3182782"/>
                  <a:ext cx="4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D3330A8-6DBC-D765-1B6A-2344A7518C94}"/>
                    </a:ext>
                  </a:extLst>
                </p14:cNvPr>
                <p14:cNvContentPartPr/>
                <p14:nvPr/>
              </p14:nvContentPartPr>
              <p14:xfrm>
                <a:off x="2025527" y="3200782"/>
                <a:ext cx="360" cy="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D3330A8-6DBC-D765-1B6A-2344A7518C9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07887" y="31827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5DF1BDA-8069-5882-226B-223C74F6FB0F}"/>
                    </a:ext>
                  </a:extLst>
                </p14:cNvPr>
                <p14:cNvContentPartPr/>
                <p14:nvPr/>
              </p14:nvContentPartPr>
              <p14:xfrm>
                <a:off x="2033087" y="3206902"/>
                <a:ext cx="360" cy="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5DF1BDA-8069-5882-226B-223C74F6FB0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15087" y="31889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0260792-C93F-6DE0-3E1F-78F1A0077316}"/>
                    </a:ext>
                  </a:extLst>
                </p14:cNvPr>
                <p14:cNvContentPartPr/>
                <p14:nvPr/>
              </p14:nvContentPartPr>
              <p14:xfrm>
                <a:off x="2070167" y="3133102"/>
                <a:ext cx="2880" cy="2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0260792-C93F-6DE0-3E1F-78F1A007731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52527" y="3115462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463E330-2A34-1D71-DBAE-7E6C0B81442E}"/>
                    </a:ext>
                  </a:extLst>
                </p14:cNvPr>
                <p14:cNvContentPartPr/>
                <p14:nvPr/>
              </p14:nvContentPartPr>
              <p14:xfrm>
                <a:off x="2071247" y="3152542"/>
                <a:ext cx="3240" cy="12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463E330-2A34-1D71-DBAE-7E6C0B81442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053247" y="3134542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4384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86E1021-3D4C-027F-F7C0-0375897E7994}"/>
                  </a:ext>
                </a:extLst>
              </p14:cNvPr>
              <p14:cNvContentPartPr/>
              <p14:nvPr/>
            </p14:nvContentPartPr>
            <p14:xfrm>
              <a:off x="4959887" y="4319302"/>
              <a:ext cx="245880" cy="2739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86E1021-3D4C-027F-F7C0-0375897E79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1887" y="4301302"/>
                <a:ext cx="2815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9E66213-52EE-14D1-7A8E-16556B1919CB}"/>
                  </a:ext>
                </a:extLst>
              </p14:cNvPr>
              <p14:cNvContentPartPr/>
              <p14:nvPr/>
            </p14:nvContentPartPr>
            <p14:xfrm>
              <a:off x="328847" y="2939062"/>
              <a:ext cx="7301160" cy="420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9E66213-52EE-14D1-7A8E-16556B1919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207" y="2921062"/>
                <a:ext cx="733680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2815318-50DD-7235-DC2A-6E4395DBCC2E}"/>
                  </a:ext>
                </a:extLst>
              </p14:cNvPr>
              <p14:cNvContentPartPr/>
              <p14:nvPr/>
            </p14:nvContentPartPr>
            <p14:xfrm>
              <a:off x="5110007" y="6473677"/>
              <a:ext cx="141840" cy="2307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2815318-50DD-7235-DC2A-6E4395DBCC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92367" y="6456037"/>
                <a:ext cx="1774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2F5E65B-2B55-EE7A-7522-E99E959E170E}"/>
                  </a:ext>
                </a:extLst>
              </p14:cNvPr>
              <p14:cNvContentPartPr/>
              <p14:nvPr/>
            </p14:nvContentPartPr>
            <p14:xfrm>
              <a:off x="7860407" y="2927317"/>
              <a:ext cx="956880" cy="1328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2F5E65B-2B55-EE7A-7522-E99E959E17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42407" y="2909677"/>
                <a:ext cx="9925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076AD1-42A2-063B-E210-0D94AA805EF5}"/>
                  </a:ext>
                </a:extLst>
              </p14:cNvPr>
              <p14:cNvContentPartPr/>
              <p14:nvPr/>
            </p14:nvContentPartPr>
            <p14:xfrm>
              <a:off x="2509367" y="424462"/>
              <a:ext cx="161640" cy="25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076AD1-42A2-063B-E210-0D94AA805E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91367" y="406822"/>
                <a:ext cx="197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81DD14-2F66-644C-6AAA-57D74A2C89DA}"/>
                  </a:ext>
                </a:extLst>
              </p14:cNvPr>
              <p14:cNvContentPartPr/>
              <p14:nvPr/>
            </p14:nvContentPartPr>
            <p14:xfrm>
              <a:off x="2415767" y="378022"/>
              <a:ext cx="18360" cy="26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81DD14-2F66-644C-6AAA-57D74A2C89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98127" y="360022"/>
                <a:ext cx="540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832E63F-1BD8-9E31-8B74-1ED84205ACB1}"/>
                  </a:ext>
                </a:extLst>
              </p14:cNvPr>
              <p14:cNvContentPartPr/>
              <p14:nvPr/>
            </p14:nvContentPartPr>
            <p14:xfrm>
              <a:off x="2298407" y="792742"/>
              <a:ext cx="424440" cy="109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832E63F-1BD8-9E31-8B74-1ED84205AC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0767" y="775102"/>
                <a:ext cx="4600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1D31F6-981B-E46A-6018-975F9CFAB2DA}"/>
                  </a:ext>
                </a:extLst>
              </p14:cNvPr>
              <p14:cNvContentPartPr/>
              <p14:nvPr/>
            </p14:nvContentPartPr>
            <p14:xfrm>
              <a:off x="2575607" y="902542"/>
              <a:ext cx="186840" cy="247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1D31F6-981B-E46A-6018-975F9CFAB2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57607" y="884902"/>
                <a:ext cx="2224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1BA064C-5F94-8543-752D-E7B571F4CF46}"/>
                  </a:ext>
                </a:extLst>
              </p14:cNvPr>
              <p14:cNvContentPartPr/>
              <p14:nvPr/>
            </p14:nvContentPartPr>
            <p14:xfrm>
              <a:off x="3874847" y="499342"/>
              <a:ext cx="276120" cy="22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1BA064C-5F94-8543-752D-E7B571F4CF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57207" y="481702"/>
                <a:ext cx="3117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3DD002-3E8D-1E42-4DEC-C374450B6A75}"/>
                  </a:ext>
                </a:extLst>
              </p14:cNvPr>
              <p14:cNvContentPartPr/>
              <p14:nvPr/>
            </p14:nvContentPartPr>
            <p14:xfrm>
              <a:off x="3830927" y="823342"/>
              <a:ext cx="328320" cy="52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3DD002-3E8D-1E42-4DEC-C374450B6A7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12927" y="805342"/>
                <a:ext cx="363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03A6A88-D3C5-680D-B906-3B2C90FEDEE8}"/>
                  </a:ext>
                </a:extLst>
              </p14:cNvPr>
              <p14:cNvContentPartPr/>
              <p14:nvPr/>
            </p14:nvContentPartPr>
            <p14:xfrm>
              <a:off x="4009847" y="932782"/>
              <a:ext cx="127440" cy="186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03A6A88-D3C5-680D-B906-3B2C90FEDE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92207" y="914782"/>
                <a:ext cx="163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79C5A46-B05A-384B-AA16-15368F24B4DE}"/>
                  </a:ext>
                </a:extLst>
              </p14:cNvPr>
              <p14:cNvContentPartPr/>
              <p14:nvPr/>
            </p14:nvContentPartPr>
            <p14:xfrm>
              <a:off x="5029007" y="470542"/>
              <a:ext cx="9720" cy="251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79C5A46-B05A-384B-AA16-15368F24B4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11367" y="452902"/>
                <a:ext cx="453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D825AA-834B-C3A6-AF8B-BADEB568C8E3}"/>
                  </a:ext>
                </a:extLst>
              </p14:cNvPr>
              <p14:cNvContentPartPr/>
              <p14:nvPr/>
            </p14:nvContentPartPr>
            <p14:xfrm>
              <a:off x="5944487" y="478462"/>
              <a:ext cx="28800" cy="183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D825AA-834B-C3A6-AF8B-BADEB568C8E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26487" y="460822"/>
                <a:ext cx="64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5754103-15F2-E4EA-0E87-9A2F5C22BA14}"/>
                  </a:ext>
                </a:extLst>
              </p14:cNvPr>
              <p14:cNvContentPartPr/>
              <p14:nvPr/>
            </p14:nvContentPartPr>
            <p14:xfrm>
              <a:off x="5822447" y="734782"/>
              <a:ext cx="304920" cy="46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5754103-15F2-E4EA-0E87-9A2F5C22BA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04447" y="716782"/>
                <a:ext cx="3405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9428CE4-EF97-B217-760E-05DFEDB060EC}"/>
                  </a:ext>
                </a:extLst>
              </p14:cNvPr>
              <p14:cNvContentPartPr/>
              <p14:nvPr/>
            </p14:nvContentPartPr>
            <p14:xfrm>
              <a:off x="5921447" y="874462"/>
              <a:ext cx="147960" cy="235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9428CE4-EF97-B217-760E-05DFEDB060E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03447" y="856462"/>
                <a:ext cx="1836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71094F6-7A8D-7674-471E-35B358D94F9D}"/>
                  </a:ext>
                </a:extLst>
              </p14:cNvPr>
              <p14:cNvContentPartPr/>
              <p14:nvPr/>
            </p14:nvContentPartPr>
            <p14:xfrm>
              <a:off x="7052927" y="402502"/>
              <a:ext cx="245160" cy="281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71094F6-7A8D-7674-471E-35B358D94F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35287" y="384502"/>
                <a:ext cx="2808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F6F6FD7-B33A-0782-F7AB-19EDBC7CEDCE}"/>
                  </a:ext>
                </a:extLst>
              </p14:cNvPr>
              <p14:cNvContentPartPr/>
              <p14:nvPr/>
            </p14:nvContentPartPr>
            <p14:xfrm>
              <a:off x="5057447" y="329062"/>
              <a:ext cx="112320" cy="46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F6F6FD7-B33A-0782-F7AB-19EDBC7CEDC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39807" y="311062"/>
                <a:ext cx="1479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A8F4FC2-351E-8CE3-58AD-F8F3C55F7E43}"/>
                  </a:ext>
                </a:extLst>
              </p14:cNvPr>
              <p14:cNvContentPartPr/>
              <p14:nvPr/>
            </p14:nvContentPartPr>
            <p14:xfrm>
              <a:off x="2250887" y="1648102"/>
              <a:ext cx="47160" cy="26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A8F4FC2-351E-8CE3-58AD-F8F3C55F7E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33247" y="1630462"/>
                <a:ext cx="828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AD3159E-5195-FABC-07F7-53224775C351}"/>
                  </a:ext>
                </a:extLst>
              </p14:cNvPr>
              <p14:cNvContentPartPr/>
              <p14:nvPr/>
            </p14:nvContentPartPr>
            <p14:xfrm>
              <a:off x="2430167" y="1626502"/>
              <a:ext cx="39960" cy="257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AD3159E-5195-FABC-07F7-53224775C35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12167" y="1608862"/>
                <a:ext cx="75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77F0341-4DD2-C300-AD64-A82DFE41A0BF}"/>
                  </a:ext>
                </a:extLst>
              </p14:cNvPr>
              <p14:cNvContentPartPr/>
              <p14:nvPr/>
            </p14:nvContentPartPr>
            <p14:xfrm>
              <a:off x="2636447" y="1641622"/>
              <a:ext cx="375480" cy="190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77F0341-4DD2-C300-AD64-A82DFE41A0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18807" y="1623622"/>
                <a:ext cx="4111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F0FAA2B-D350-3FEE-FD6D-C713DBF5D1AB}"/>
                  </a:ext>
                </a:extLst>
              </p14:cNvPr>
              <p14:cNvContentPartPr/>
              <p14:nvPr/>
            </p14:nvContentPartPr>
            <p14:xfrm>
              <a:off x="3955487" y="1518142"/>
              <a:ext cx="333720" cy="210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F0FAA2B-D350-3FEE-FD6D-C713DBF5D1A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37847" y="1500502"/>
                <a:ext cx="3693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3010DB-4D8E-3361-E46B-D3E83646D068}"/>
                  </a:ext>
                </a:extLst>
              </p14:cNvPr>
              <p14:cNvContentPartPr/>
              <p14:nvPr/>
            </p14:nvContentPartPr>
            <p14:xfrm>
              <a:off x="3971327" y="1714702"/>
              <a:ext cx="299160" cy="197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3010DB-4D8E-3361-E46B-D3E83646D0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53327" y="1697062"/>
                <a:ext cx="3348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AAB1D22-5B11-4E95-7F06-A2C9D8900DE5}"/>
                  </a:ext>
                </a:extLst>
              </p14:cNvPr>
              <p14:cNvContentPartPr/>
              <p14:nvPr/>
            </p14:nvContentPartPr>
            <p14:xfrm>
              <a:off x="4807247" y="1530742"/>
              <a:ext cx="300600" cy="228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AAB1D22-5B11-4E95-7F06-A2C9D8900D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789607" y="1513102"/>
                <a:ext cx="33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ECFBEDA-0303-2D40-D6CE-0AD397D86D71}"/>
                  </a:ext>
                </a:extLst>
              </p14:cNvPr>
              <p14:cNvContentPartPr/>
              <p14:nvPr/>
            </p14:nvContentPartPr>
            <p14:xfrm>
              <a:off x="5599247" y="1494742"/>
              <a:ext cx="212760" cy="191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ECFBEDA-0303-2D40-D6CE-0AD397D86D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81607" y="1477102"/>
                <a:ext cx="2484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924D38-41AD-2D52-4FC8-902244AE7721}"/>
                  </a:ext>
                </a:extLst>
              </p14:cNvPr>
              <p14:cNvContentPartPr/>
              <p14:nvPr/>
            </p14:nvContentPartPr>
            <p14:xfrm>
              <a:off x="7058327" y="1326622"/>
              <a:ext cx="22680" cy="381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924D38-41AD-2D52-4FC8-902244AE77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40687" y="1308622"/>
                <a:ext cx="5832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9437FF1-9FCF-216D-D18A-FD6C175FF978}"/>
                  </a:ext>
                </a:extLst>
              </p14:cNvPr>
              <p14:cNvContentPartPr/>
              <p14:nvPr/>
            </p14:nvContentPartPr>
            <p14:xfrm>
              <a:off x="4953767" y="1438222"/>
              <a:ext cx="3240" cy="1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9437FF1-9FCF-216D-D18A-FD6C175FF97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36127" y="1420222"/>
                <a:ext cx="38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60F2B94-E77E-A7BA-01B7-CA0563D2EE4D}"/>
                  </a:ext>
                </a:extLst>
              </p14:cNvPr>
              <p14:cNvContentPartPr/>
              <p14:nvPr/>
            </p14:nvContentPartPr>
            <p14:xfrm>
              <a:off x="4995527" y="1428142"/>
              <a:ext cx="3960" cy="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60F2B94-E77E-A7BA-01B7-CA0563D2EE4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77887" y="1410502"/>
                <a:ext cx="396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8C868D-9C66-32F1-C74C-7A6C7540B024}"/>
                  </a:ext>
                </a:extLst>
              </p14:cNvPr>
              <p14:cNvContentPartPr/>
              <p14:nvPr/>
            </p14:nvContentPartPr>
            <p14:xfrm>
              <a:off x="5012447" y="1422022"/>
              <a:ext cx="5400" cy="1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8C868D-9C66-32F1-C74C-7A6C7540B02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94447" y="1404022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3BC50F4-E5CF-CC0B-B505-C0D0DC85389F}"/>
                  </a:ext>
                </a:extLst>
              </p14:cNvPr>
              <p14:cNvContentPartPr/>
              <p14:nvPr/>
            </p14:nvContentPartPr>
            <p14:xfrm>
              <a:off x="4995167" y="1453342"/>
              <a:ext cx="10080" cy="1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3BC50F4-E5CF-CC0B-B505-C0D0DC85389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977167" y="1435702"/>
                <a:ext cx="457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583C098-5EED-36B4-593F-E0B6C9EF59CC}"/>
                  </a:ext>
                </a:extLst>
              </p14:cNvPr>
              <p14:cNvContentPartPr/>
              <p14:nvPr/>
            </p14:nvContentPartPr>
            <p14:xfrm>
              <a:off x="9234167" y="515542"/>
              <a:ext cx="5400" cy="219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583C098-5EED-36B4-593F-E0B6C9EF59C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216527" y="497902"/>
                <a:ext cx="410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C18D30B-A09C-83A2-1248-5AB130EDAF0A}"/>
                  </a:ext>
                </a:extLst>
              </p14:cNvPr>
              <p14:cNvContentPartPr/>
              <p14:nvPr/>
            </p14:nvContentPartPr>
            <p14:xfrm>
              <a:off x="9359447" y="521302"/>
              <a:ext cx="235800" cy="269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C18D30B-A09C-83A2-1248-5AB130EDAF0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341807" y="503302"/>
                <a:ext cx="2714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5CC7635-61A5-3CAA-5E56-F5A4778D72FC}"/>
                  </a:ext>
                </a:extLst>
              </p14:cNvPr>
              <p14:cNvContentPartPr/>
              <p14:nvPr/>
            </p14:nvContentPartPr>
            <p14:xfrm>
              <a:off x="9835367" y="614902"/>
              <a:ext cx="137160" cy="342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5CC7635-61A5-3CAA-5E56-F5A4778D72F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817727" y="596902"/>
                <a:ext cx="1728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1E1D58A-3175-9A22-9165-363386F952FE}"/>
                  </a:ext>
                </a:extLst>
              </p14:cNvPr>
              <p14:cNvContentPartPr/>
              <p14:nvPr/>
            </p14:nvContentPartPr>
            <p14:xfrm>
              <a:off x="10084487" y="467302"/>
              <a:ext cx="194040" cy="203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1E1D58A-3175-9A22-9165-363386F952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066847" y="449662"/>
                <a:ext cx="2296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14B0B03-D891-E810-4CC6-AEB8325BD566}"/>
                  </a:ext>
                </a:extLst>
              </p14:cNvPr>
              <p14:cNvContentPartPr/>
              <p14:nvPr/>
            </p14:nvContentPartPr>
            <p14:xfrm>
              <a:off x="10359167" y="450742"/>
              <a:ext cx="145080" cy="2325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14B0B03-D891-E810-4CC6-AEB8325BD56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341527" y="433102"/>
                <a:ext cx="1807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1EFE723-6147-5ED0-C1EF-7BAF3CEA994C}"/>
                  </a:ext>
                </a:extLst>
              </p14:cNvPr>
              <p14:cNvContentPartPr/>
              <p14:nvPr/>
            </p14:nvContentPartPr>
            <p14:xfrm>
              <a:off x="10121207" y="812902"/>
              <a:ext cx="417600" cy="50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1EFE723-6147-5ED0-C1EF-7BAF3CEA994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103207" y="794902"/>
                <a:ext cx="4532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99CA077-6C4F-E7D1-3A0B-B51DE739E6E8}"/>
                  </a:ext>
                </a:extLst>
              </p14:cNvPr>
              <p14:cNvContentPartPr/>
              <p14:nvPr/>
            </p14:nvContentPartPr>
            <p14:xfrm>
              <a:off x="10046327" y="978502"/>
              <a:ext cx="328680" cy="295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99CA077-6C4F-E7D1-3A0B-B51DE739E6E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028687" y="960502"/>
                <a:ext cx="3643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5C4A382-9185-49C6-739A-E7BEFD9D7AEE}"/>
                  </a:ext>
                </a:extLst>
              </p14:cNvPr>
              <p14:cNvContentPartPr/>
              <p14:nvPr/>
            </p14:nvContentPartPr>
            <p14:xfrm>
              <a:off x="9718007" y="1616782"/>
              <a:ext cx="185760" cy="224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5C4A382-9185-49C6-739A-E7BEFD9D7AE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700367" y="1598782"/>
                <a:ext cx="2214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08071D6-C557-AE30-F4C2-69BE286EAA78}"/>
                  </a:ext>
                </a:extLst>
              </p14:cNvPr>
              <p14:cNvContentPartPr/>
              <p14:nvPr/>
            </p14:nvContentPartPr>
            <p14:xfrm>
              <a:off x="9997007" y="1716862"/>
              <a:ext cx="134640" cy="21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08071D6-C557-AE30-F4C2-69BE286EAA7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979007" y="1699222"/>
                <a:ext cx="170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96B09F9-853B-CAB6-3C84-1ACD96785668}"/>
                  </a:ext>
                </a:extLst>
              </p14:cNvPr>
              <p14:cNvContentPartPr/>
              <p14:nvPr/>
            </p14:nvContentPartPr>
            <p14:xfrm>
              <a:off x="10223447" y="1654942"/>
              <a:ext cx="115200" cy="210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96B09F9-853B-CAB6-3C84-1ACD9678566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205807" y="1636942"/>
                <a:ext cx="1508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A0756E1-017B-7789-21F8-0D4608CCC69D}"/>
                  </a:ext>
                </a:extLst>
              </p14:cNvPr>
              <p14:cNvContentPartPr/>
              <p14:nvPr/>
            </p14:nvContentPartPr>
            <p14:xfrm>
              <a:off x="10159727" y="1949422"/>
              <a:ext cx="303840" cy="24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A0756E1-017B-7789-21F8-0D4608CCC69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142087" y="1931422"/>
                <a:ext cx="339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C4DB72A-E8D1-1759-0DAD-9184CDCCF0B1}"/>
                  </a:ext>
                </a:extLst>
              </p14:cNvPr>
              <p14:cNvContentPartPr/>
              <p14:nvPr/>
            </p14:nvContentPartPr>
            <p14:xfrm>
              <a:off x="10105727" y="2042662"/>
              <a:ext cx="317160" cy="168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C4DB72A-E8D1-1759-0DAD-9184CDCCF0B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087727" y="2025022"/>
                <a:ext cx="3528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377678D-EFC5-084B-C320-51DA3A3731AC}"/>
                  </a:ext>
                </a:extLst>
              </p14:cNvPr>
              <p14:cNvContentPartPr/>
              <p14:nvPr/>
            </p14:nvContentPartPr>
            <p14:xfrm>
              <a:off x="5273447" y="3287902"/>
              <a:ext cx="21960" cy="1483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377678D-EFC5-084B-C320-51DA3A3731A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55447" y="3269902"/>
                <a:ext cx="576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0D5F833-1246-22E1-D753-09150D384204}"/>
                  </a:ext>
                </a:extLst>
              </p14:cNvPr>
              <p14:cNvContentPartPr/>
              <p14:nvPr/>
            </p14:nvContentPartPr>
            <p14:xfrm>
              <a:off x="6083447" y="3237862"/>
              <a:ext cx="9360" cy="165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0D5F833-1246-22E1-D753-09150D38420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065447" y="3219862"/>
                <a:ext cx="450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1761789-F1CE-6FA6-1CB8-603198B63FE4}"/>
                  </a:ext>
                </a:extLst>
              </p14:cNvPr>
              <p14:cNvContentPartPr/>
              <p14:nvPr/>
            </p14:nvContentPartPr>
            <p14:xfrm>
              <a:off x="5950607" y="3462862"/>
              <a:ext cx="244800" cy="25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1761789-F1CE-6FA6-1CB8-603198B63FE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932607" y="3444862"/>
                <a:ext cx="2804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F62E756-DF75-C657-F4B7-01733BA7256E}"/>
                  </a:ext>
                </a:extLst>
              </p14:cNvPr>
              <p14:cNvContentPartPr/>
              <p14:nvPr/>
            </p14:nvContentPartPr>
            <p14:xfrm>
              <a:off x="5979047" y="3577342"/>
              <a:ext cx="209520" cy="2451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F62E756-DF75-C657-F4B7-01733BA7256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961407" y="3559342"/>
                <a:ext cx="2451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795EE64-F8F5-0FE7-DF56-7F6DC549E1F4}"/>
                  </a:ext>
                </a:extLst>
              </p14:cNvPr>
              <p14:cNvContentPartPr/>
              <p14:nvPr/>
            </p14:nvContentPartPr>
            <p14:xfrm>
              <a:off x="7051487" y="3174142"/>
              <a:ext cx="310680" cy="280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795EE64-F8F5-0FE7-DF56-7F6DC549E1F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033487" y="3156502"/>
                <a:ext cx="34632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77DA09D-5010-FED5-B28D-EA27F5D860F5}"/>
                  </a:ext>
                </a:extLst>
              </p14:cNvPr>
              <p14:cNvContentPartPr/>
              <p14:nvPr/>
            </p14:nvContentPartPr>
            <p14:xfrm>
              <a:off x="2955047" y="4442062"/>
              <a:ext cx="24480" cy="225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77DA09D-5010-FED5-B28D-EA27F5D860F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937407" y="4424062"/>
                <a:ext cx="601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0A4D756-AA52-44C7-3121-879C87B8430D}"/>
                  </a:ext>
                </a:extLst>
              </p14:cNvPr>
              <p14:cNvContentPartPr/>
              <p14:nvPr/>
            </p14:nvContentPartPr>
            <p14:xfrm>
              <a:off x="3052247" y="4457542"/>
              <a:ext cx="144000" cy="180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0A4D756-AA52-44C7-3121-879C87B8430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034607" y="4439542"/>
                <a:ext cx="1796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DF34BA7-48F2-7A51-0B00-B08548EE6413}"/>
                  </a:ext>
                </a:extLst>
              </p14:cNvPr>
              <p14:cNvContentPartPr/>
              <p14:nvPr/>
            </p14:nvContentPartPr>
            <p14:xfrm>
              <a:off x="2874047" y="4686142"/>
              <a:ext cx="435600" cy="125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DF34BA7-48F2-7A51-0B00-B08548EE641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856047" y="4668502"/>
                <a:ext cx="4712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1B8AAF1-6407-6C43-1B45-5FEADC1D9428}"/>
                  </a:ext>
                </a:extLst>
              </p14:cNvPr>
              <p14:cNvContentPartPr/>
              <p14:nvPr/>
            </p14:nvContentPartPr>
            <p14:xfrm>
              <a:off x="3084647" y="4883782"/>
              <a:ext cx="192960" cy="2390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1B8AAF1-6407-6C43-1B45-5FEADC1D942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067007" y="4866142"/>
                <a:ext cx="2286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ECA2B90-D4F0-666D-B85D-52325301F177}"/>
                  </a:ext>
                </a:extLst>
              </p14:cNvPr>
              <p14:cNvContentPartPr/>
              <p14:nvPr/>
            </p14:nvContentPartPr>
            <p14:xfrm>
              <a:off x="5880047" y="4332622"/>
              <a:ext cx="182160" cy="31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ECA2B90-D4F0-666D-B85D-52325301F17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862407" y="4314622"/>
                <a:ext cx="2178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D48D30A-DCEC-4807-B6B2-A026DB591369}"/>
                  </a:ext>
                </a:extLst>
              </p14:cNvPr>
              <p14:cNvContentPartPr/>
              <p14:nvPr/>
            </p14:nvContentPartPr>
            <p14:xfrm>
              <a:off x="6136727" y="4215262"/>
              <a:ext cx="237240" cy="248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D48D30A-DCEC-4807-B6B2-A026DB59136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119087" y="4197262"/>
                <a:ext cx="2728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D521175-689B-A07C-BAFF-C762F781C148}"/>
                  </a:ext>
                </a:extLst>
              </p14:cNvPr>
              <p14:cNvContentPartPr/>
              <p14:nvPr/>
            </p14:nvContentPartPr>
            <p14:xfrm>
              <a:off x="6085967" y="4587862"/>
              <a:ext cx="351360" cy="910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D521175-689B-A07C-BAFF-C762F781C14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068327" y="4570222"/>
                <a:ext cx="387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73279B1-E3E9-5695-E295-D12D72EA110F}"/>
                  </a:ext>
                </a:extLst>
              </p14:cNvPr>
              <p14:cNvContentPartPr/>
              <p14:nvPr/>
            </p14:nvContentPartPr>
            <p14:xfrm>
              <a:off x="6179567" y="4783342"/>
              <a:ext cx="167760" cy="2383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73279B1-E3E9-5695-E295-D12D72EA110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161567" y="4765342"/>
                <a:ext cx="2034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5D66464-74B1-DE6E-D64C-67AA2EEBF8F8}"/>
                  </a:ext>
                </a:extLst>
              </p14:cNvPr>
              <p14:cNvContentPartPr/>
              <p14:nvPr/>
            </p14:nvContentPartPr>
            <p14:xfrm>
              <a:off x="2578487" y="2799742"/>
              <a:ext cx="87840" cy="1594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5D66464-74B1-DE6E-D64C-67AA2EEBF8F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560847" y="2782102"/>
                <a:ext cx="1234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2665471-8D95-DD90-972C-3C9561E4E639}"/>
                  </a:ext>
                </a:extLst>
              </p14:cNvPr>
              <p14:cNvContentPartPr/>
              <p14:nvPr/>
            </p14:nvContentPartPr>
            <p14:xfrm>
              <a:off x="2560487" y="2836102"/>
              <a:ext cx="156240" cy="1890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2665471-8D95-DD90-972C-3C9561E4E63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542847" y="2818462"/>
                <a:ext cx="191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C835A0F-FB14-FB2B-4A35-D2A50A488F4C}"/>
                  </a:ext>
                </a:extLst>
              </p14:cNvPr>
              <p14:cNvContentPartPr/>
              <p14:nvPr/>
            </p14:nvContentPartPr>
            <p14:xfrm>
              <a:off x="2729327" y="2971822"/>
              <a:ext cx="15120" cy="117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C835A0F-FB14-FB2B-4A35-D2A50A488F4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711687" y="2954182"/>
                <a:ext cx="507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72CD09C-649C-461A-3FD5-EA8C8E02BD0F}"/>
                  </a:ext>
                </a:extLst>
              </p14:cNvPr>
              <p14:cNvContentPartPr/>
              <p14:nvPr/>
            </p14:nvContentPartPr>
            <p14:xfrm>
              <a:off x="2753447" y="2908462"/>
              <a:ext cx="80640" cy="2109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72CD09C-649C-461A-3FD5-EA8C8E02BD0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735807" y="2890822"/>
                <a:ext cx="1162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55AF657-2644-3E4D-FD9D-9559DFC88697}"/>
                  </a:ext>
                </a:extLst>
              </p14:cNvPr>
              <p14:cNvContentPartPr/>
              <p14:nvPr/>
            </p14:nvContentPartPr>
            <p14:xfrm>
              <a:off x="2964047" y="2935462"/>
              <a:ext cx="73440" cy="115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55AF657-2644-3E4D-FD9D-9559DFC8869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946047" y="2917462"/>
                <a:ext cx="1090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2862E8A-546A-529D-0D59-52D2944305C2}"/>
                  </a:ext>
                </a:extLst>
              </p14:cNvPr>
              <p14:cNvContentPartPr/>
              <p14:nvPr/>
            </p14:nvContentPartPr>
            <p14:xfrm>
              <a:off x="2942807" y="3002062"/>
              <a:ext cx="63000" cy="169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2862E8A-546A-529D-0D59-52D2944305C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925167" y="2984422"/>
                <a:ext cx="986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0F1F7F8-5475-CA41-E0CA-4FF9146477AA}"/>
                  </a:ext>
                </a:extLst>
              </p14:cNvPr>
              <p14:cNvContentPartPr/>
              <p14:nvPr/>
            </p14:nvContentPartPr>
            <p14:xfrm>
              <a:off x="3134687" y="2819542"/>
              <a:ext cx="111960" cy="230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0F1F7F8-5475-CA41-E0CA-4FF9146477A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117047" y="2801542"/>
                <a:ext cx="147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684093A-6467-7447-604C-2BA8780BB72E}"/>
                  </a:ext>
                </a:extLst>
              </p14:cNvPr>
              <p14:cNvContentPartPr/>
              <p14:nvPr/>
            </p14:nvContentPartPr>
            <p14:xfrm>
              <a:off x="4001207" y="2795422"/>
              <a:ext cx="88920" cy="96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684093A-6467-7447-604C-2BA8780BB72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983207" y="2777782"/>
                <a:ext cx="1245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3321D3C-0193-658F-65C2-ED8864F37028}"/>
                  </a:ext>
                </a:extLst>
              </p14:cNvPr>
              <p14:cNvContentPartPr/>
              <p14:nvPr/>
            </p14:nvContentPartPr>
            <p14:xfrm>
              <a:off x="4085447" y="2817022"/>
              <a:ext cx="82080" cy="183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3321D3C-0193-658F-65C2-ED8864F3702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067807" y="2799382"/>
                <a:ext cx="117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91B5D34-07D2-7627-86E4-B3FE8CB1377D}"/>
                  </a:ext>
                </a:extLst>
              </p14:cNvPr>
              <p14:cNvContentPartPr/>
              <p14:nvPr/>
            </p14:nvContentPartPr>
            <p14:xfrm>
              <a:off x="4177607" y="2971102"/>
              <a:ext cx="28080" cy="1278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91B5D34-07D2-7627-86E4-B3FE8CB1377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159607" y="2953102"/>
                <a:ext cx="637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D5E3281-5E77-8233-DA18-E1291BCEF537}"/>
                  </a:ext>
                </a:extLst>
              </p14:cNvPr>
              <p14:cNvContentPartPr/>
              <p14:nvPr/>
            </p14:nvContentPartPr>
            <p14:xfrm>
              <a:off x="5197487" y="2836102"/>
              <a:ext cx="140760" cy="2030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D5E3281-5E77-8233-DA18-E1291BCEF53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179487" y="2818102"/>
                <a:ext cx="1764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AA20523-D0BA-827A-CBE5-56BD06562E26}"/>
                  </a:ext>
                </a:extLst>
              </p14:cNvPr>
              <p14:cNvContentPartPr/>
              <p14:nvPr/>
            </p14:nvContentPartPr>
            <p14:xfrm>
              <a:off x="5392247" y="2980102"/>
              <a:ext cx="182160" cy="1105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AA20523-D0BA-827A-CBE5-56BD06562E2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374247" y="2962462"/>
                <a:ext cx="2178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1B5E54B-2100-FFF5-3ACF-3AA768531AC7}"/>
                  </a:ext>
                </a:extLst>
              </p14:cNvPr>
              <p14:cNvContentPartPr/>
              <p14:nvPr/>
            </p14:nvContentPartPr>
            <p14:xfrm>
              <a:off x="6022247" y="2815222"/>
              <a:ext cx="111600" cy="928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1B5E54B-2100-FFF5-3ACF-3AA768531AC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004607" y="2797582"/>
                <a:ext cx="1472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363CA05-5E87-84DF-4EE1-CF93949AA0E2}"/>
                  </a:ext>
                </a:extLst>
              </p14:cNvPr>
              <p14:cNvContentPartPr/>
              <p14:nvPr/>
            </p14:nvContentPartPr>
            <p14:xfrm>
              <a:off x="6102167" y="2802262"/>
              <a:ext cx="99720" cy="1987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363CA05-5E87-84DF-4EE1-CF93949AA0E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084527" y="2784622"/>
                <a:ext cx="1353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AC01530-182D-3A6C-CCFC-2AFB3F99EDB2}"/>
                  </a:ext>
                </a:extLst>
              </p14:cNvPr>
              <p14:cNvContentPartPr/>
              <p14:nvPr/>
            </p14:nvContentPartPr>
            <p14:xfrm>
              <a:off x="6254807" y="2896942"/>
              <a:ext cx="130680" cy="159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AC01530-182D-3A6C-CCFC-2AFB3F99EDB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237167" y="2878942"/>
                <a:ext cx="1663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C343F18-C771-CC5B-C78A-D24F65638D4E}"/>
                  </a:ext>
                </a:extLst>
              </p14:cNvPr>
              <p14:cNvContentPartPr/>
              <p14:nvPr/>
            </p14:nvContentPartPr>
            <p14:xfrm>
              <a:off x="574727" y="2900902"/>
              <a:ext cx="173160" cy="2088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C343F18-C771-CC5B-C78A-D24F65638D4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56727" y="2882902"/>
                <a:ext cx="2088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E6D170D-639B-93F2-5F14-11F151595E6F}"/>
                  </a:ext>
                </a:extLst>
              </p14:cNvPr>
              <p14:cNvContentPartPr/>
              <p14:nvPr/>
            </p14:nvContentPartPr>
            <p14:xfrm>
              <a:off x="748967" y="3033742"/>
              <a:ext cx="31320" cy="180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E6D170D-639B-93F2-5F14-11F151595E6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30967" y="3015742"/>
                <a:ext cx="66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385D15A-3905-7DE8-245D-AE7E23000914}"/>
                  </a:ext>
                </a:extLst>
              </p14:cNvPr>
              <p14:cNvContentPartPr/>
              <p14:nvPr/>
            </p14:nvContentPartPr>
            <p14:xfrm>
              <a:off x="756887" y="3026902"/>
              <a:ext cx="127080" cy="210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385D15A-3905-7DE8-245D-AE7E2300091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39247" y="3008902"/>
                <a:ext cx="1627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25BC73F-03F2-E995-3347-5D21A7670C27}"/>
                  </a:ext>
                </a:extLst>
              </p14:cNvPr>
              <p14:cNvContentPartPr/>
              <p14:nvPr/>
            </p14:nvContentPartPr>
            <p14:xfrm>
              <a:off x="2136407" y="4534582"/>
              <a:ext cx="127080" cy="227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25BC73F-03F2-E995-3347-5D21A7670C2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118407" y="4516582"/>
                <a:ext cx="162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80DD00EE-FDCC-F29E-7685-30455F8FE07A}"/>
                  </a:ext>
                </a:extLst>
              </p14:cNvPr>
              <p14:cNvContentPartPr/>
              <p14:nvPr/>
            </p14:nvContentPartPr>
            <p14:xfrm>
              <a:off x="2370047" y="4668142"/>
              <a:ext cx="67320" cy="1940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80DD00EE-FDCC-F29E-7685-30455F8FE07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352047" y="4650142"/>
                <a:ext cx="102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1B602D8-1ED2-7A0F-0136-C5CC301AD64F}"/>
                  </a:ext>
                </a:extLst>
              </p14:cNvPr>
              <p14:cNvContentPartPr/>
              <p14:nvPr/>
            </p14:nvContentPartPr>
            <p14:xfrm>
              <a:off x="2551487" y="4622782"/>
              <a:ext cx="97920" cy="532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1B602D8-1ED2-7A0F-0136-C5CC301AD64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533487" y="4604782"/>
                <a:ext cx="133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499CDA3-696B-4C33-0195-061D7F13AD73}"/>
                  </a:ext>
                </a:extLst>
              </p14:cNvPr>
              <p14:cNvContentPartPr/>
              <p14:nvPr/>
            </p14:nvContentPartPr>
            <p14:xfrm>
              <a:off x="2565167" y="4650862"/>
              <a:ext cx="141840" cy="61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499CDA3-696B-4C33-0195-061D7F13AD7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547167" y="4633222"/>
                <a:ext cx="1774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7A6CE59-2368-0AFA-05AC-A4472A513595}"/>
                  </a:ext>
                </a:extLst>
              </p14:cNvPr>
              <p14:cNvContentPartPr/>
              <p14:nvPr/>
            </p14:nvContentPartPr>
            <p14:xfrm>
              <a:off x="556727" y="3579142"/>
              <a:ext cx="227520" cy="3337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7A6CE59-2368-0AFA-05AC-A4472A51359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38727" y="3561142"/>
                <a:ext cx="2631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7F2758F-BE56-24EF-9376-81FCE9D4A615}"/>
                  </a:ext>
                </a:extLst>
              </p14:cNvPr>
              <p14:cNvContentPartPr/>
              <p14:nvPr/>
            </p14:nvContentPartPr>
            <p14:xfrm>
              <a:off x="609287" y="4546462"/>
              <a:ext cx="228600" cy="3344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7F2758F-BE56-24EF-9376-81FCE9D4A61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91647" y="4528462"/>
                <a:ext cx="2642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7F70B72-7AFB-694D-ABEF-1B2CCC6242FB}"/>
                  </a:ext>
                </a:extLst>
              </p14:cNvPr>
              <p14:cNvContentPartPr/>
              <p14:nvPr/>
            </p14:nvContentPartPr>
            <p14:xfrm>
              <a:off x="1223447" y="2621902"/>
              <a:ext cx="78480" cy="24966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7F70B72-7AFB-694D-ABEF-1B2CCC6242F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205447" y="2603902"/>
                <a:ext cx="114120" cy="25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490F266-DFF9-37C0-540A-D7604ACA80F4}"/>
                  </a:ext>
                </a:extLst>
              </p14:cNvPr>
              <p14:cNvContentPartPr/>
              <p14:nvPr/>
            </p14:nvContentPartPr>
            <p14:xfrm>
              <a:off x="368087" y="5376622"/>
              <a:ext cx="189000" cy="1789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490F266-DFF9-37C0-540A-D7604ACA80F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50087" y="5358622"/>
                <a:ext cx="224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EE97B14-4180-249C-507A-2A7E052268EA}"/>
                  </a:ext>
                </a:extLst>
              </p14:cNvPr>
              <p14:cNvContentPartPr/>
              <p14:nvPr/>
            </p14:nvContentPartPr>
            <p14:xfrm>
              <a:off x="617927" y="5453302"/>
              <a:ext cx="93600" cy="26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EE97B14-4180-249C-507A-2A7E052268E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00287" y="5435302"/>
                <a:ext cx="1292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642DB7A1-A596-8FAA-5909-FF497D94C02F}"/>
                  </a:ext>
                </a:extLst>
              </p14:cNvPr>
              <p14:cNvContentPartPr/>
              <p14:nvPr/>
            </p14:nvContentPartPr>
            <p14:xfrm>
              <a:off x="662927" y="5492182"/>
              <a:ext cx="90720" cy="38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642DB7A1-A596-8FAA-5909-FF497D94C02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45287" y="5474182"/>
                <a:ext cx="126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0D2230B-8CD7-8AF9-7AED-8838668FFD9F}"/>
                  </a:ext>
                </a:extLst>
              </p14:cNvPr>
              <p14:cNvContentPartPr/>
              <p14:nvPr/>
            </p14:nvContentPartPr>
            <p14:xfrm>
              <a:off x="896927" y="5352142"/>
              <a:ext cx="141840" cy="2538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0D2230B-8CD7-8AF9-7AED-8838668FFD9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79287" y="5334502"/>
                <a:ext cx="1774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D35B589-C2F0-2BF5-DA6B-B6F15FEC6C14}"/>
                  </a:ext>
                </a:extLst>
              </p14:cNvPr>
              <p14:cNvContentPartPr/>
              <p14:nvPr/>
            </p14:nvContentPartPr>
            <p14:xfrm>
              <a:off x="1102127" y="5477782"/>
              <a:ext cx="47880" cy="2084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D35B589-C2F0-2BF5-DA6B-B6F15FEC6C1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84487" y="5460142"/>
                <a:ext cx="83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A85F195-0097-CEEB-4408-39CE4A4C07E7}"/>
                  </a:ext>
                </a:extLst>
              </p14:cNvPr>
              <p14:cNvContentPartPr/>
              <p14:nvPr/>
            </p14:nvContentPartPr>
            <p14:xfrm>
              <a:off x="1124087" y="5476342"/>
              <a:ext cx="130680" cy="2253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A85F195-0097-CEEB-4408-39CE4A4C07E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06447" y="5458702"/>
                <a:ext cx="1663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48484DF-9D3C-DF6F-4FFA-2A535649E70C}"/>
                  </a:ext>
                </a:extLst>
              </p14:cNvPr>
              <p14:cNvContentPartPr/>
              <p14:nvPr/>
            </p14:nvContentPartPr>
            <p14:xfrm>
              <a:off x="1394807" y="5323702"/>
              <a:ext cx="114480" cy="1638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48484DF-9D3C-DF6F-4FFA-2A535649E70C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376807" y="5306062"/>
                <a:ext cx="1501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830FFC2-70DC-D7EB-9D3B-6DDF165BB8DD}"/>
                  </a:ext>
                </a:extLst>
              </p14:cNvPr>
              <p14:cNvContentPartPr/>
              <p14:nvPr/>
            </p14:nvContentPartPr>
            <p14:xfrm>
              <a:off x="1417487" y="5347462"/>
              <a:ext cx="119520" cy="2336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830FFC2-70DC-D7EB-9D3B-6DDF165BB8D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399487" y="5329462"/>
                <a:ext cx="1551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316DA424-0D1E-D5C3-ABA9-9D12EDB34786}"/>
                  </a:ext>
                </a:extLst>
              </p14:cNvPr>
              <p14:cNvContentPartPr/>
              <p14:nvPr/>
            </p14:nvContentPartPr>
            <p14:xfrm>
              <a:off x="1592447" y="5474542"/>
              <a:ext cx="15120" cy="144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316DA424-0D1E-D5C3-ABA9-9D12EDB3478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574807" y="5456902"/>
                <a:ext cx="50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3EDB893-E1C1-F9AE-B69F-D46272EB0007}"/>
                  </a:ext>
                </a:extLst>
              </p14:cNvPr>
              <p14:cNvContentPartPr/>
              <p14:nvPr/>
            </p14:nvContentPartPr>
            <p14:xfrm>
              <a:off x="1594607" y="5435662"/>
              <a:ext cx="200160" cy="259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3EDB893-E1C1-F9AE-B69F-D46272EB000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576607" y="5417662"/>
                <a:ext cx="2358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48C53B2-5740-C4D3-5979-434ECF126276}"/>
                  </a:ext>
                </a:extLst>
              </p14:cNvPr>
              <p14:cNvContentPartPr/>
              <p14:nvPr/>
            </p14:nvContentPartPr>
            <p14:xfrm>
              <a:off x="401927" y="6014902"/>
              <a:ext cx="90000" cy="13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48C53B2-5740-C4D3-5979-434ECF126276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384287" y="5996902"/>
                <a:ext cx="1256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E85616D-F258-3EC3-5292-EFBBA916254F}"/>
                  </a:ext>
                </a:extLst>
              </p14:cNvPr>
              <p14:cNvContentPartPr/>
              <p14:nvPr/>
            </p14:nvContentPartPr>
            <p14:xfrm>
              <a:off x="414527" y="6098062"/>
              <a:ext cx="124560" cy="525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E85616D-F258-3EC3-5292-EFBBA916254F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96527" y="6080422"/>
                <a:ext cx="1602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0D856C6-E063-7FC8-0D6E-9B1C9D250BFD}"/>
                  </a:ext>
                </a:extLst>
              </p14:cNvPr>
              <p14:cNvContentPartPr/>
              <p14:nvPr/>
            </p14:nvContentPartPr>
            <p14:xfrm>
              <a:off x="939047" y="5934262"/>
              <a:ext cx="114840" cy="210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0D856C6-E063-7FC8-0D6E-9B1C9D250BFD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21047" y="5916622"/>
                <a:ext cx="150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75A9FB3-EC64-9AE1-7E48-E16D546D4141}"/>
                  </a:ext>
                </a:extLst>
              </p14:cNvPr>
              <p14:cNvContentPartPr/>
              <p14:nvPr/>
            </p14:nvContentPartPr>
            <p14:xfrm>
              <a:off x="1141727" y="5992942"/>
              <a:ext cx="116640" cy="802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75A9FB3-EC64-9AE1-7E48-E16D546D4141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124087" y="5975302"/>
                <a:ext cx="1522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22FEEF8-E102-0344-137E-62E7DEC6BB5E}"/>
                  </a:ext>
                </a:extLst>
              </p14:cNvPr>
              <p14:cNvContentPartPr/>
              <p14:nvPr/>
            </p14:nvContentPartPr>
            <p14:xfrm>
              <a:off x="1212287" y="5989342"/>
              <a:ext cx="88200" cy="1954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22FEEF8-E102-0344-137E-62E7DEC6BB5E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194287" y="5971702"/>
                <a:ext cx="1238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FAB295F-5335-DE08-63B4-2170CD4DF998}"/>
                  </a:ext>
                </a:extLst>
              </p14:cNvPr>
              <p14:cNvContentPartPr/>
              <p14:nvPr/>
            </p14:nvContentPartPr>
            <p14:xfrm>
              <a:off x="1369967" y="5989342"/>
              <a:ext cx="32040" cy="2037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FAB295F-5335-DE08-63B4-2170CD4DF998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352327" y="5971702"/>
                <a:ext cx="676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8C1580AB-FD31-5AEF-CBFC-4821E8FC3FCE}"/>
                  </a:ext>
                </a:extLst>
              </p14:cNvPr>
              <p14:cNvContentPartPr/>
              <p14:nvPr/>
            </p14:nvContentPartPr>
            <p14:xfrm>
              <a:off x="1464647" y="5985022"/>
              <a:ext cx="123120" cy="1645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8C1580AB-FD31-5AEF-CBFC-4821E8FC3FCE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447007" y="5967022"/>
                <a:ext cx="158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01053DD-E44E-16C8-9042-698E4AC02CD4}"/>
                  </a:ext>
                </a:extLst>
              </p14:cNvPr>
              <p14:cNvContentPartPr/>
              <p14:nvPr/>
            </p14:nvContentPartPr>
            <p14:xfrm>
              <a:off x="1254407" y="6234142"/>
              <a:ext cx="323640" cy="61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01053DD-E44E-16C8-9042-698E4AC02CD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236767" y="6216502"/>
                <a:ext cx="35928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002E82A-C85D-8BAE-7DE1-9C0885B3D9D3}"/>
                  </a:ext>
                </a:extLst>
              </p14:cNvPr>
              <p14:cNvContentPartPr/>
              <p14:nvPr/>
            </p14:nvContentPartPr>
            <p14:xfrm>
              <a:off x="1369247" y="6386062"/>
              <a:ext cx="158760" cy="2250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002E82A-C85D-8BAE-7DE1-9C0885B3D9D3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351247" y="6368062"/>
                <a:ext cx="1944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635C8E3-1346-629C-9FAF-7F9428D6E00C}"/>
                  </a:ext>
                </a:extLst>
              </p14:cNvPr>
              <p14:cNvContentPartPr/>
              <p14:nvPr/>
            </p14:nvContentPartPr>
            <p14:xfrm>
              <a:off x="1791167" y="6046942"/>
              <a:ext cx="110520" cy="198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635C8E3-1346-629C-9FAF-7F9428D6E00C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773527" y="6028942"/>
                <a:ext cx="1461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3126302D-B403-2A35-0334-F306247566E9}"/>
                  </a:ext>
                </a:extLst>
              </p14:cNvPr>
              <p14:cNvContentPartPr/>
              <p14:nvPr/>
            </p14:nvContentPartPr>
            <p14:xfrm>
              <a:off x="1827527" y="6111742"/>
              <a:ext cx="131040" cy="28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3126302D-B403-2A35-0334-F306247566E9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809887" y="6094102"/>
                <a:ext cx="1666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BF1F3827-3D44-DFD1-6B3F-0385A3779826}"/>
                  </a:ext>
                </a:extLst>
              </p14:cNvPr>
              <p14:cNvContentPartPr/>
              <p14:nvPr/>
            </p14:nvContentPartPr>
            <p14:xfrm>
              <a:off x="2085287" y="5943622"/>
              <a:ext cx="133560" cy="2167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BF1F3827-3D44-DFD1-6B3F-0385A377982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2067647" y="5925982"/>
                <a:ext cx="1692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047720E-4069-E65F-3157-9F8C83BACFFB}"/>
                  </a:ext>
                </a:extLst>
              </p14:cNvPr>
              <p14:cNvContentPartPr/>
              <p14:nvPr/>
            </p14:nvContentPartPr>
            <p14:xfrm>
              <a:off x="2302007" y="5977102"/>
              <a:ext cx="23400" cy="1684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047720E-4069-E65F-3157-9F8C83BACFFB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284007" y="5959102"/>
                <a:ext cx="590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58F5926C-C7D2-6511-92CF-014DBE80F3C5}"/>
                  </a:ext>
                </a:extLst>
              </p14:cNvPr>
              <p14:cNvContentPartPr/>
              <p14:nvPr/>
            </p14:nvContentPartPr>
            <p14:xfrm>
              <a:off x="2086367" y="6205342"/>
              <a:ext cx="172440" cy="849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58F5926C-C7D2-6511-92CF-014DBE80F3C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068367" y="6187342"/>
                <a:ext cx="208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4372E445-CF71-3ADB-1597-CF6CE449FCA8}"/>
                  </a:ext>
                </a:extLst>
              </p14:cNvPr>
              <p14:cNvContentPartPr/>
              <p14:nvPr/>
            </p14:nvContentPartPr>
            <p14:xfrm>
              <a:off x="2063327" y="6338902"/>
              <a:ext cx="189000" cy="2617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4372E445-CF71-3ADB-1597-CF6CE449FCA8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2045687" y="6320902"/>
                <a:ext cx="2246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EEC1CDB-CB5B-CF0A-D52A-5DBCBAEAFDD8}"/>
                  </a:ext>
                </a:extLst>
              </p14:cNvPr>
              <p14:cNvContentPartPr/>
              <p14:nvPr/>
            </p14:nvContentPartPr>
            <p14:xfrm>
              <a:off x="231287" y="5028142"/>
              <a:ext cx="7976160" cy="87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EEC1CDB-CB5B-CF0A-D52A-5DBCBAEAFDD8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213647" y="5010502"/>
                <a:ext cx="80118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704D1552-CC1B-02B0-84C6-3B5270288300}"/>
                  </a:ext>
                </a:extLst>
              </p14:cNvPr>
              <p14:cNvContentPartPr/>
              <p14:nvPr/>
            </p14:nvContentPartPr>
            <p14:xfrm>
              <a:off x="2684327" y="5069182"/>
              <a:ext cx="37080" cy="1767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704D1552-CC1B-02B0-84C6-3B5270288300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666327" y="5051182"/>
                <a:ext cx="72720" cy="18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5633322F-E701-DE3B-0408-2D0CE22BDFB1}"/>
                  </a:ext>
                </a:extLst>
              </p14:cNvPr>
              <p14:cNvContentPartPr/>
              <p14:nvPr/>
            </p14:nvContentPartPr>
            <p14:xfrm>
              <a:off x="2915807" y="5387422"/>
              <a:ext cx="164160" cy="1443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5633322F-E701-DE3B-0408-2D0CE22BDFB1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2898167" y="5369422"/>
                <a:ext cx="1998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C6FD6610-AC61-18AA-9A92-E773543B9E7F}"/>
                  </a:ext>
                </a:extLst>
              </p14:cNvPr>
              <p14:cNvContentPartPr/>
              <p14:nvPr/>
            </p14:nvContentPartPr>
            <p14:xfrm>
              <a:off x="3042887" y="5468062"/>
              <a:ext cx="127440" cy="2091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C6FD6610-AC61-18AA-9A92-E773543B9E7F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3025247" y="5450422"/>
                <a:ext cx="1630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492AEF94-04CD-9976-C13A-A487E317CEF0}"/>
                  </a:ext>
                </a:extLst>
              </p14:cNvPr>
              <p14:cNvContentPartPr/>
              <p14:nvPr/>
            </p14:nvContentPartPr>
            <p14:xfrm>
              <a:off x="3234047" y="5282662"/>
              <a:ext cx="7200" cy="471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492AEF94-04CD-9976-C13A-A487E317CEF0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3216407" y="5265022"/>
                <a:ext cx="428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773ED07-BBE5-E2D7-AD6C-F7F036987BC4}"/>
                  </a:ext>
                </a:extLst>
              </p14:cNvPr>
              <p14:cNvContentPartPr/>
              <p14:nvPr/>
            </p14:nvContentPartPr>
            <p14:xfrm>
              <a:off x="2924807" y="5829142"/>
              <a:ext cx="128160" cy="1789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773ED07-BBE5-E2D7-AD6C-F7F036987BC4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2906807" y="5811502"/>
                <a:ext cx="1638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8D14F21-B7A8-21C4-76EB-088B5E37BF0A}"/>
                  </a:ext>
                </a:extLst>
              </p14:cNvPr>
              <p14:cNvContentPartPr/>
              <p14:nvPr/>
            </p14:nvContentPartPr>
            <p14:xfrm>
              <a:off x="3038927" y="5926342"/>
              <a:ext cx="111240" cy="184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8D14F21-B7A8-21C4-76EB-088B5E37BF0A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3020927" y="5908342"/>
                <a:ext cx="1468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DE60B99-91D8-C577-DE8A-EC54DDC14DAE}"/>
                  </a:ext>
                </a:extLst>
              </p14:cNvPr>
              <p14:cNvContentPartPr/>
              <p14:nvPr/>
            </p14:nvContentPartPr>
            <p14:xfrm>
              <a:off x="3200927" y="5750662"/>
              <a:ext cx="15120" cy="45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DE60B99-91D8-C577-DE8A-EC54DDC14DAE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3182927" y="5732662"/>
                <a:ext cx="50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A72860D-727F-4E7F-35F5-A194A58CC98F}"/>
                  </a:ext>
                </a:extLst>
              </p14:cNvPr>
              <p14:cNvContentPartPr/>
              <p14:nvPr/>
            </p14:nvContentPartPr>
            <p14:xfrm>
              <a:off x="2705207" y="5578582"/>
              <a:ext cx="10080" cy="46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A72860D-727F-4E7F-35F5-A194A58CC98F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2687567" y="5560942"/>
                <a:ext cx="457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42E7F429-33FB-7E2C-4A8E-26A2C1918F9A}"/>
                  </a:ext>
                </a:extLst>
              </p14:cNvPr>
              <p14:cNvContentPartPr/>
              <p14:nvPr/>
            </p14:nvContentPartPr>
            <p14:xfrm>
              <a:off x="2869727" y="5629342"/>
              <a:ext cx="7200" cy="10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42E7F429-33FB-7E2C-4A8E-26A2C1918F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52087" y="5611702"/>
                <a:ext cx="42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17B6D88-3605-8C03-83BD-9934048E71F3}"/>
                  </a:ext>
                </a:extLst>
              </p14:cNvPr>
              <p14:cNvContentPartPr/>
              <p14:nvPr/>
            </p14:nvContentPartPr>
            <p14:xfrm>
              <a:off x="4136567" y="5874502"/>
              <a:ext cx="165960" cy="331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17B6D88-3605-8C03-83BD-9934048E71F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118927" y="5856502"/>
                <a:ext cx="201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95FDA1A-BFFC-4EB5-8E91-1EAA46340368}"/>
                  </a:ext>
                </a:extLst>
              </p14:cNvPr>
              <p14:cNvContentPartPr/>
              <p14:nvPr/>
            </p14:nvContentPartPr>
            <p14:xfrm>
              <a:off x="4087967" y="5902222"/>
              <a:ext cx="143280" cy="2034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95FDA1A-BFFC-4EB5-8E91-1EAA4634036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069967" y="5884222"/>
                <a:ext cx="1789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B3E2E64-9D3D-9A5F-1414-F0F63A4CB6F0}"/>
                  </a:ext>
                </a:extLst>
              </p14:cNvPr>
              <p14:cNvContentPartPr/>
              <p14:nvPr/>
            </p14:nvContentPartPr>
            <p14:xfrm>
              <a:off x="5120087" y="5856502"/>
              <a:ext cx="168840" cy="2422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B3E2E64-9D3D-9A5F-1414-F0F63A4CB6F0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102087" y="5838502"/>
                <a:ext cx="2044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E00C787-5453-73CE-DED5-00317133627C}"/>
                  </a:ext>
                </a:extLst>
              </p14:cNvPr>
              <p14:cNvContentPartPr/>
              <p14:nvPr/>
            </p14:nvContentPartPr>
            <p14:xfrm>
              <a:off x="6129527" y="5866222"/>
              <a:ext cx="208440" cy="2217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E00C787-5453-73CE-DED5-00317133627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111887" y="5848222"/>
                <a:ext cx="2440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308514F-C813-659C-C56A-138D052A6A3B}"/>
                  </a:ext>
                </a:extLst>
              </p14:cNvPr>
              <p14:cNvContentPartPr/>
              <p14:nvPr/>
            </p14:nvContentPartPr>
            <p14:xfrm>
              <a:off x="621527" y="3971182"/>
              <a:ext cx="5400" cy="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308514F-C813-659C-C56A-138D052A6A3B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03887" y="3953542"/>
                <a:ext cx="4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49EB2D4-6529-E39F-0D11-2A502517F238}"/>
                  </a:ext>
                </a:extLst>
              </p14:cNvPr>
              <p14:cNvContentPartPr/>
              <p14:nvPr/>
            </p14:nvContentPartPr>
            <p14:xfrm>
              <a:off x="722327" y="3869662"/>
              <a:ext cx="8640" cy="93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49EB2D4-6529-E39F-0D11-2A502517F23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04687" y="3851662"/>
                <a:ext cx="442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2A33C1A-51F9-7811-B9D8-BCF5DEA80993}"/>
                  </a:ext>
                </a:extLst>
              </p14:cNvPr>
              <p14:cNvContentPartPr/>
              <p14:nvPr/>
            </p14:nvContentPartPr>
            <p14:xfrm>
              <a:off x="3528887" y="5021302"/>
              <a:ext cx="68760" cy="19310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2A33C1A-51F9-7811-B9D8-BCF5DEA8099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511247" y="5003302"/>
                <a:ext cx="104400" cy="19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77E3CF2-F49F-4CC0-F860-FF6A7ABF6CEB}"/>
                  </a:ext>
                </a:extLst>
              </p14:cNvPr>
              <p14:cNvContentPartPr/>
              <p14:nvPr/>
            </p14:nvContentPartPr>
            <p14:xfrm>
              <a:off x="3935327" y="5262997"/>
              <a:ext cx="44280" cy="2134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77E3CF2-F49F-4CC0-F860-FF6A7ABF6CE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917687" y="5244997"/>
                <a:ext cx="799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755C219-A28D-8532-6AAE-4CFE42CC7FBD}"/>
                  </a:ext>
                </a:extLst>
              </p14:cNvPr>
              <p14:cNvContentPartPr/>
              <p14:nvPr/>
            </p14:nvContentPartPr>
            <p14:xfrm>
              <a:off x="4125767" y="5241757"/>
              <a:ext cx="115560" cy="2242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755C219-A28D-8532-6AAE-4CFE42CC7FB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108127" y="5224117"/>
                <a:ext cx="1512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3BAB77D6-6020-147A-4ADA-5285FB749B73}"/>
                  </a:ext>
                </a:extLst>
              </p14:cNvPr>
              <p14:cNvContentPartPr/>
              <p14:nvPr/>
            </p14:nvContentPartPr>
            <p14:xfrm>
              <a:off x="4179767" y="5399077"/>
              <a:ext cx="149760" cy="1836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3BAB77D6-6020-147A-4ADA-5285FB749B73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161767" y="5381077"/>
                <a:ext cx="1854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AEF5A9AA-75CE-4EEB-C7FC-E5E30550B374}"/>
                  </a:ext>
                </a:extLst>
              </p14:cNvPr>
              <p14:cNvContentPartPr/>
              <p14:nvPr/>
            </p14:nvContentPartPr>
            <p14:xfrm>
              <a:off x="4320167" y="5423557"/>
              <a:ext cx="125640" cy="2340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AEF5A9AA-75CE-4EEB-C7FC-E5E30550B37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302527" y="5405917"/>
                <a:ext cx="1612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0F0A48AB-8E74-28B5-A6FA-E60B8356DFB6}"/>
                  </a:ext>
                </a:extLst>
              </p14:cNvPr>
              <p14:cNvContentPartPr/>
              <p14:nvPr/>
            </p14:nvContentPartPr>
            <p14:xfrm>
              <a:off x="5148527" y="5214397"/>
              <a:ext cx="188640" cy="3236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0F0A48AB-8E74-28B5-A6FA-E60B8356DFB6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130887" y="5196397"/>
                <a:ext cx="2242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DA9259B-4739-FA4A-F427-6950844895E3}"/>
                  </a:ext>
                </a:extLst>
              </p14:cNvPr>
              <p14:cNvContentPartPr/>
              <p14:nvPr/>
            </p14:nvContentPartPr>
            <p14:xfrm>
              <a:off x="6399167" y="3438877"/>
              <a:ext cx="5760" cy="194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DA9259B-4739-FA4A-F427-6950844895E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381167" y="3421237"/>
                <a:ext cx="414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8732720E-B2B2-CEF9-91BA-3A03691B3905}"/>
                  </a:ext>
                </a:extLst>
              </p14:cNvPr>
              <p14:cNvContentPartPr/>
              <p14:nvPr/>
            </p14:nvContentPartPr>
            <p14:xfrm>
              <a:off x="6011807" y="5231317"/>
              <a:ext cx="129600" cy="2444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8732720E-B2B2-CEF9-91BA-3A03691B390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994167" y="5213677"/>
                <a:ext cx="1652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64C1B93-244A-6750-0AE4-16C3DEA6BF30}"/>
                  </a:ext>
                </a:extLst>
              </p14:cNvPr>
              <p14:cNvContentPartPr/>
              <p14:nvPr/>
            </p14:nvContentPartPr>
            <p14:xfrm>
              <a:off x="6119447" y="5392957"/>
              <a:ext cx="147960" cy="1652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64C1B93-244A-6750-0AE4-16C3DEA6BF3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101807" y="5375317"/>
                <a:ext cx="183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FA081768-5846-3312-FF93-5830A0B4014B}"/>
                  </a:ext>
                </a:extLst>
              </p14:cNvPr>
              <p14:cNvContentPartPr/>
              <p14:nvPr/>
            </p14:nvContentPartPr>
            <p14:xfrm>
              <a:off x="6198647" y="5494477"/>
              <a:ext cx="158760" cy="1688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FA081768-5846-3312-FF93-5830A0B4014B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181007" y="5476477"/>
                <a:ext cx="1944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8CC509F-904B-59CC-BD50-8A81ACB483D9}"/>
                  </a:ext>
                </a:extLst>
              </p14:cNvPr>
              <p14:cNvContentPartPr/>
              <p14:nvPr/>
            </p14:nvContentPartPr>
            <p14:xfrm>
              <a:off x="7132487" y="5206837"/>
              <a:ext cx="262440" cy="2224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8CC509F-904B-59CC-BD50-8A81ACB483D9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114847" y="5188837"/>
                <a:ext cx="2980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1762D952-6948-E071-03DB-6ED8867F65A9}"/>
                  </a:ext>
                </a:extLst>
              </p14:cNvPr>
              <p14:cNvContentPartPr/>
              <p14:nvPr/>
            </p14:nvContentPartPr>
            <p14:xfrm>
              <a:off x="2992847" y="6396502"/>
              <a:ext cx="74520" cy="1666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1762D952-6948-E071-03DB-6ED8867F65A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975207" y="6378862"/>
                <a:ext cx="1101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D893F20-46EA-707C-4691-73239A3B1506}"/>
                  </a:ext>
                </a:extLst>
              </p14:cNvPr>
              <p14:cNvContentPartPr/>
              <p14:nvPr/>
            </p14:nvContentPartPr>
            <p14:xfrm>
              <a:off x="2974127" y="6360142"/>
              <a:ext cx="181440" cy="2599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D893F20-46EA-707C-4691-73239A3B150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956487" y="6342142"/>
                <a:ext cx="2170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1BEF723-7BEA-A9DC-E08E-59036A422234}"/>
                  </a:ext>
                </a:extLst>
              </p14:cNvPr>
              <p14:cNvContentPartPr/>
              <p14:nvPr/>
            </p14:nvContentPartPr>
            <p14:xfrm>
              <a:off x="3036767" y="6532582"/>
              <a:ext cx="216360" cy="2952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1BEF723-7BEA-A9DC-E08E-59036A42223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018767" y="6514582"/>
                <a:ext cx="2520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12EC7EB9-1107-08FD-93E1-563A75752EB0}"/>
                  </a:ext>
                </a:extLst>
              </p14:cNvPr>
              <p14:cNvContentPartPr/>
              <p14:nvPr/>
            </p14:nvContentPartPr>
            <p14:xfrm>
              <a:off x="3313967" y="6323782"/>
              <a:ext cx="8280" cy="345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12EC7EB9-1107-08FD-93E1-563A75752EB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296327" y="6305782"/>
                <a:ext cx="439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9AEDB91C-449A-57AD-B8B6-664C196A3750}"/>
                  </a:ext>
                </a:extLst>
              </p14:cNvPr>
              <p14:cNvContentPartPr/>
              <p14:nvPr/>
            </p14:nvContentPartPr>
            <p14:xfrm>
              <a:off x="2786927" y="6234277"/>
              <a:ext cx="4746240" cy="666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9AEDB91C-449A-57AD-B8B6-664C196A375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768927" y="6216637"/>
                <a:ext cx="47818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092A6E7-FD85-30F9-386F-C42067AC0A96}"/>
                  </a:ext>
                </a:extLst>
              </p14:cNvPr>
              <p14:cNvContentPartPr/>
              <p14:nvPr/>
            </p14:nvContentPartPr>
            <p14:xfrm>
              <a:off x="8800727" y="3757"/>
              <a:ext cx="106560" cy="37652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092A6E7-FD85-30F9-386F-C42067AC0A9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782727" y="-14243"/>
                <a:ext cx="142200" cy="38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FDE302A1-4F9C-F141-88A5-9BBD6EE97A91}"/>
                  </a:ext>
                </a:extLst>
              </p14:cNvPr>
              <p14:cNvContentPartPr/>
              <p14:nvPr/>
            </p14:nvContentPartPr>
            <p14:xfrm>
              <a:off x="9933647" y="2867557"/>
              <a:ext cx="108720" cy="1332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FDE302A1-4F9C-F141-88A5-9BBD6EE97A9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916007" y="2849917"/>
                <a:ext cx="1443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912B3E4-E21A-61FF-91A3-E63BEADA463C}"/>
                  </a:ext>
                </a:extLst>
              </p14:cNvPr>
              <p14:cNvContentPartPr/>
              <p14:nvPr/>
            </p14:nvContentPartPr>
            <p14:xfrm>
              <a:off x="9904127" y="2874037"/>
              <a:ext cx="153000" cy="2559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912B3E4-E21A-61FF-91A3-E63BEADA463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886127" y="2856397"/>
                <a:ext cx="1886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8652D6B-399C-5F4E-C81E-54D336060B44}"/>
                  </a:ext>
                </a:extLst>
              </p14:cNvPr>
              <p14:cNvContentPartPr/>
              <p14:nvPr/>
            </p14:nvContentPartPr>
            <p14:xfrm>
              <a:off x="10274207" y="2930557"/>
              <a:ext cx="126720" cy="313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8652D6B-399C-5F4E-C81E-54D336060B44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256567" y="2912917"/>
                <a:ext cx="1623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F08BA4AA-8F08-8F57-A93B-D2E95AB44243}"/>
                  </a:ext>
                </a:extLst>
              </p14:cNvPr>
              <p14:cNvContentPartPr/>
              <p14:nvPr/>
            </p14:nvContentPartPr>
            <p14:xfrm>
              <a:off x="10582007" y="2846317"/>
              <a:ext cx="27000" cy="2012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F08BA4AA-8F08-8F57-A93B-D2E95AB44243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564367" y="2828677"/>
                <a:ext cx="626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609A1A12-FC5C-1D65-16F9-BE03DE2ED194}"/>
                  </a:ext>
                </a:extLst>
              </p14:cNvPr>
              <p14:cNvContentPartPr/>
              <p14:nvPr/>
            </p14:nvContentPartPr>
            <p14:xfrm>
              <a:off x="10754447" y="2872237"/>
              <a:ext cx="140400" cy="2178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609A1A12-FC5C-1D65-16F9-BE03DE2ED19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736807" y="2854237"/>
                <a:ext cx="1760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431A719-6C81-CF3B-A94B-1B38197D5046}"/>
                  </a:ext>
                </a:extLst>
              </p14:cNvPr>
              <p14:cNvContentPartPr/>
              <p14:nvPr/>
            </p14:nvContentPartPr>
            <p14:xfrm>
              <a:off x="10485527" y="3187957"/>
              <a:ext cx="615960" cy="162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431A719-6C81-CF3B-A94B-1B38197D504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467887" y="3170317"/>
                <a:ext cx="6516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42285BB-F13D-E204-9E24-142F6854703B}"/>
                  </a:ext>
                </a:extLst>
              </p14:cNvPr>
              <p14:cNvContentPartPr/>
              <p14:nvPr/>
            </p14:nvContentPartPr>
            <p14:xfrm>
              <a:off x="10716287" y="3348517"/>
              <a:ext cx="124560" cy="2026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42285BB-F13D-E204-9E24-142F6854703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698287" y="3330877"/>
                <a:ext cx="1602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2DBF956-282C-B8D8-A428-39A6E9D3A4AD}"/>
                  </a:ext>
                </a:extLst>
              </p14:cNvPr>
              <p14:cNvContentPartPr/>
              <p14:nvPr/>
            </p14:nvContentPartPr>
            <p14:xfrm>
              <a:off x="10917887" y="3549757"/>
              <a:ext cx="39600" cy="46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2DBF956-282C-B8D8-A428-39A6E9D3A4A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899887" y="3532117"/>
                <a:ext cx="752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28282EA-8EE1-0C31-6BC1-B1CBAEDC996C}"/>
                  </a:ext>
                </a:extLst>
              </p14:cNvPr>
              <p14:cNvContentPartPr/>
              <p14:nvPr/>
            </p14:nvContentPartPr>
            <p14:xfrm>
              <a:off x="9920687" y="3179317"/>
              <a:ext cx="37800" cy="507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28282EA-8EE1-0C31-6BC1-B1CBAEDC996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903047" y="3161677"/>
                <a:ext cx="734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016CCF0E-F1FE-DA69-9012-0C11319DA150}"/>
                  </a:ext>
                </a:extLst>
              </p14:cNvPr>
              <p14:cNvContentPartPr/>
              <p14:nvPr/>
            </p14:nvContentPartPr>
            <p14:xfrm>
              <a:off x="6003527" y="6600037"/>
              <a:ext cx="82800" cy="1404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016CCF0E-F1FE-DA69-9012-0C11319DA150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985887" y="6582397"/>
                <a:ext cx="1184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F15AD2AF-737F-8DF1-13EC-2326091C8058}"/>
                  </a:ext>
                </a:extLst>
              </p14:cNvPr>
              <p14:cNvContentPartPr/>
              <p14:nvPr/>
            </p14:nvContentPartPr>
            <p14:xfrm>
              <a:off x="6132767" y="6507517"/>
              <a:ext cx="129240" cy="1702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F15AD2AF-737F-8DF1-13EC-2326091C805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114767" y="6489877"/>
                <a:ext cx="1648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41F6060E-C513-8FDC-943A-6775923C7F00}"/>
                  </a:ext>
                </a:extLst>
              </p14:cNvPr>
              <p14:cNvContentPartPr/>
              <p14:nvPr/>
            </p14:nvContentPartPr>
            <p14:xfrm>
              <a:off x="6192167" y="6650797"/>
              <a:ext cx="146160" cy="15768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41F6060E-C513-8FDC-943A-6775923C7F0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174167" y="6632797"/>
                <a:ext cx="1818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F9A38A0-710B-6B6F-A62B-27C15FBF06D1}"/>
                  </a:ext>
                </a:extLst>
              </p14:cNvPr>
              <p14:cNvContentPartPr/>
              <p14:nvPr/>
            </p14:nvContentPartPr>
            <p14:xfrm>
              <a:off x="6309527" y="6723877"/>
              <a:ext cx="106200" cy="1382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F9A38A0-710B-6B6F-A62B-27C15FBF06D1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291527" y="6706237"/>
                <a:ext cx="1418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4869E08A-B976-6D4A-7B09-DBCF9C281C36}"/>
                  </a:ext>
                </a:extLst>
              </p14:cNvPr>
              <p14:cNvContentPartPr/>
              <p14:nvPr/>
            </p14:nvContentPartPr>
            <p14:xfrm>
              <a:off x="7224647" y="6424357"/>
              <a:ext cx="249480" cy="2142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4869E08A-B976-6D4A-7B09-DBCF9C281C3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207007" y="6406717"/>
                <a:ext cx="2851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EEC6F0F-CEC6-3714-12E1-10BDDDC63868}"/>
                  </a:ext>
                </a:extLst>
              </p14:cNvPr>
              <p14:cNvContentPartPr/>
              <p14:nvPr/>
            </p14:nvContentPartPr>
            <p14:xfrm>
              <a:off x="3981407" y="6381157"/>
              <a:ext cx="21240" cy="183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EEC6F0F-CEC6-3714-12E1-10BDDDC6386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963407" y="6363157"/>
                <a:ext cx="568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256E1BD-6A4C-1E9A-85DE-C02259AA3C5B}"/>
                  </a:ext>
                </a:extLst>
              </p14:cNvPr>
              <p14:cNvContentPartPr/>
              <p14:nvPr/>
            </p14:nvContentPartPr>
            <p14:xfrm>
              <a:off x="3967007" y="6554317"/>
              <a:ext cx="85680" cy="1479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256E1BD-6A4C-1E9A-85DE-C02259AA3C5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949007" y="6536317"/>
                <a:ext cx="1213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00DD9DB5-9E3B-7BFD-F91E-91E505662450}"/>
                  </a:ext>
                </a:extLst>
              </p14:cNvPr>
              <p14:cNvContentPartPr/>
              <p14:nvPr/>
            </p14:nvContentPartPr>
            <p14:xfrm>
              <a:off x="4039007" y="6626677"/>
              <a:ext cx="145800" cy="2131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00DD9DB5-9E3B-7BFD-F91E-91E50566245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021007" y="6608677"/>
                <a:ext cx="181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071E8F69-B582-DA77-7766-EA4D6FDA0A54}"/>
                  </a:ext>
                </a:extLst>
              </p14:cNvPr>
              <p14:cNvContentPartPr/>
              <p14:nvPr/>
            </p14:nvContentPartPr>
            <p14:xfrm>
              <a:off x="4165727" y="6518317"/>
              <a:ext cx="360" cy="3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071E8F69-B582-DA77-7766-EA4D6FDA0A54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147727" y="65006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2803AE4-DABC-47E0-7C6E-B1857766D6D5}"/>
                  </a:ext>
                </a:extLst>
              </p14:cNvPr>
              <p14:cNvContentPartPr/>
              <p14:nvPr/>
            </p14:nvContentPartPr>
            <p14:xfrm>
              <a:off x="4179767" y="6517237"/>
              <a:ext cx="360" cy="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2803AE4-DABC-47E0-7C6E-B1857766D6D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162127" y="64992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25E68A8-763E-EE09-E8D9-9E224ED125B5}"/>
                  </a:ext>
                </a:extLst>
              </p14:cNvPr>
              <p14:cNvContentPartPr/>
              <p14:nvPr/>
            </p14:nvContentPartPr>
            <p14:xfrm>
              <a:off x="2132087" y="4700677"/>
              <a:ext cx="4680" cy="3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25E68A8-763E-EE09-E8D9-9E224ED125B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14087" y="4683037"/>
                <a:ext cx="40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B930E5BF-6EFB-A830-E357-E12FB2BC8CD1}"/>
                  </a:ext>
                </a:extLst>
              </p14:cNvPr>
              <p14:cNvContentPartPr/>
              <p14:nvPr/>
            </p14:nvContentPartPr>
            <p14:xfrm>
              <a:off x="2102207" y="4698157"/>
              <a:ext cx="4680" cy="108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B930E5BF-6EFB-A830-E357-E12FB2BC8CD1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084567" y="4680517"/>
                <a:ext cx="403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CA6BAC35-590D-692C-6238-B5440F53C18C}"/>
                  </a:ext>
                </a:extLst>
              </p14:cNvPr>
              <p14:cNvContentPartPr/>
              <p14:nvPr/>
            </p14:nvContentPartPr>
            <p14:xfrm>
              <a:off x="2273207" y="3742717"/>
              <a:ext cx="4680" cy="133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CA6BAC35-590D-692C-6238-B5440F53C18C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255207" y="3724717"/>
                <a:ext cx="403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0AC7EF7-6160-A892-0CB9-58B54C3BD727}"/>
                  </a:ext>
                </a:extLst>
              </p14:cNvPr>
              <p14:cNvContentPartPr/>
              <p14:nvPr/>
            </p14:nvContentPartPr>
            <p14:xfrm>
              <a:off x="2155487" y="4947637"/>
              <a:ext cx="3600" cy="1764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0AC7EF7-6160-A892-0CB9-58B54C3BD727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137847" y="4929637"/>
                <a:ext cx="392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91EAFDA-8149-69E7-50A5-5C713AEB982B}"/>
                  </a:ext>
                </a:extLst>
              </p14:cNvPr>
              <p14:cNvContentPartPr/>
              <p14:nvPr/>
            </p14:nvContentPartPr>
            <p14:xfrm>
              <a:off x="7119167" y="4170982"/>
              <a:ext cx="19440" cy="4082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91EAFDA-8149-69E7-50A5-5C713AEB982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7101167" y="4152982"/>
                <a:ext cx="550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3699675-7136-6A28-5F06-2F87354311A7}"/>
                  </a:ext>
                </a:extLst>
              </p14:cNvPr>
              <p14:cNvContentPartPr/>
              <p14:nvPr/>
            </p14:nvContentPartPr>
            <p14:xfrm>
              <a:off x="7584647" y="4858222"/>
              <a:ext cx="96480" cy="248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3699675-7136-6A28-5F06-2F87354311A7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7567007" y="4840222"/>
                <a:ext cx="1321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B3E5289-C62B-7587-0731-F6C338A7CDBD}"/>
                  </a:ext>
                </a:extLst>
              </p14:cNvPr>
              <p14:cNvContentPartPr/>
              <p14:nvPr/>
            </p14:nvContentPartPr>
            <p14:xfrm>
              <a:off x="6932327" y="2723782"/>
              <a:ext cx="145800" cy="12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B3E5289-C62B-7587-0731-F6C338A7CDBD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914327" y="2706142"/>
                <a:ext cx="1814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C757DBC-5E3B-2940-DFF5-C18B1E78B89D}"/>
                  </a:ext>
                </a:extLst>
              </p14:cNvPr>
              <p14:cNvContentPartPr/>
              <p14:nvPr/>
            </p14:nvContentPartPr>
            <p14:xfrm>
              <a:off x="6993167" y="2715142"/>
              <a:ext cx="127440" cy="2401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C757DBC-5E3B-2940-DFF5-C18B1E78B89D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975527" y="2697142"/>
                <a:ext cx="1630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13F911B-EA35-4C2C-DE51-C947D12A1EA7}"/>
                  </a:ext>
                </a:extLst>
              </p14:cNvPr>
              <p14:cNvContentPartPr/>
              <p14:nvPr/>
            </p14:nvContentPartPr>
            <p14:xfrm>
              <a:off x="7205567" y="2835742"/>
              <a:ext cx="116640" cy="268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13F911B-EA35-4C2C-DE51-C947D12A1EA7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187927" y="2817742"/>
                <a:ext cx="1522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A0084EE-E58A-65DC-2561-1317EBCB6439}"/>
                  </a:ext>
                </a:extLst>
              </p14:cNvPr>
              <p14:cNvContentPartPr/>
              <p14:nvPr/>
            </p14:nvContentPartPr>
            <p14:xfrm>
              <a:off x="7120967" y="5820862"/>
              <a:ext cx="242280" cy="2318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A0084EE-E58A-65DC-2561-1317EBCB6439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7102967" y="5802862"/>
                <a:ext cx="2779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B38418F-6061-2967-4094-D7F7A1D879D8}"/>
                  </a:ext>
                </a:extLst>
              </p14:cNvPr>
              <p14:cNvContentPartPr/>
              <p14:nvPr/>
            </p14:nvContentPartPr>
            <p14:xfrm>
              <a:off x="7365767" y="5974582"/>
              <a:ext cx="12240" cy="82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B38418F-6061-2967-4094-D7F7A1D879D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348127" y="5956582"/>
                <a:ext cx="47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5CB6FD5-FFC2-2696-CF6E-AC459FD3761E}"/>
                  </a:ext>
                </a:extLst>
              </p14:cNvPr>
              <p14:cNvContentPartPr/>
              <p14:nvPr/>
            </p14:nvContentPartPr>
            <p14:xfrm>
              <a:off x="7509407" y="2937397"/>
              <a:ext cx="381960" cy="115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5CB6FD5-FFC2-2696-CF6E-AC459FD3761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7491407" y="2919397"/>
                <a:ext cx="417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BE733DC-19A5-0036-E42F-8ED2F2DAF096}"/>
                  </a:ext>
                </a:extLst>
              </p14:cNvPr>
              <p14:cNvContentPartPr/>
              <p14:nvPr/>
            </p14:nvContentPartPr>
            <p14:xfrm>
              <a:off x="7700567" y="2699797"/>
              <a:ext cx="138600" cy="4114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BE733DC-19A5-0036-E42F-8ED2F2DAF09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7682927" y="2682157"/>
                <a:ext cx="174240" cy="41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F54BE2E-428D-DD0F-25D7-2EF206AB3027}"/>
                  </a:ext>
                </a:extLst>
              </p14:cNvPr>
              <p14:cNvContentPartPr/>
              <p14:nvPr/>
            </p14:nvContentPartPr>
            <p14:xfrm>
              <a:off x="8033207" y="2532037"/>
              <a:ext cx="27720" cy="1828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F54BE2E-428D-DD0F-25D7-2EF206AB3027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015207" y="2514397"/>
                <a:ext cx="633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50DE1A8E-701D-A0D8-BDEC-FB3519C17A50}"/>
                  </a:ext>
                </a:extLst>
              </p14:cNvPr>
              <p14:cNvContentPartPr/>
              <p14:nvPr/>
            </p14:nvContentPartPr>
            <p14:xfrm>
              <a:off x="8054087" y="2487397"/>
              <a:ext cx="194400" cy="1908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50DE1A8E-701D-A0D8-BDEC-FB3519C17A50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8036447" y="2469397"/>
                <a:ext cx="2300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607C972-C088-49E4-9FD4-267A10B53D34}"/>
                  </a:ext>
                </a:extLst>
              </p14:cNvPr>
              <p14:cNvContentPartPr/>
              <p14:nvPr/>
            </p14:nvContentPartPr>
            <p14:xfrm>
              <a:off x="8298527" y="2582437"/>
              <a:ext cx="27720" cy="1177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607C972-C088-49E4-9FD4-267A10B53D34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8280527" y="2564797"/>
                <a:ext cx="633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30F45E2-EECF-CF7D-3436-DBCE8625D420}"/>
                  </a:ext>
                </a:extLst>
              </p14:cNvPr>
              <p14:cNvContentPartPr/>
              <p14:nvPr/>
            </p14:nvContentPartPr>
            <p14:xfrm>
              <a:off x="8404367" y="2579917"/>
              <a:ext cx="205200" cy="1213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30F45E2-EECF-CF7D-3436-DBCE8625D42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8386367" y="2561917"/>
                <a:ext cx="240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F058A68E-8748-F951-271B-BB7DF3068639}"/>
                  </a:ext>
                </a:extLst>
              </p14:cNvPr>
              <p14:cNvContentPartPr/>
              <p14:nvPr/>
            </p14:nvContentPartPr>
            <p14:xfrm>
              <a:off x="8366567" y="2449597"/>
              <a:ext cx="54720" cy="205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F058A68E-8748-F951-271B-BB7DF3068639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8348567" y="2431597"/>
                <a:ext cx="903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8A6E81C6-8306-F544-3C0F-B8EFCA362F00}"/>
                  </a:ext>
                </a:extLst>
              </p14:cNvPr>
              <p14:cNvContentPartPr/>
              <p14:nvPr/>
            </p14:nvContentPartPr>
            <p14:xfrm>
              <a:off x="8054087" y="2812477"/>
              <a:ext cx="131400" cy="1166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8A6E81C6-8306-F544-3C0F-B8EFCA362F00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8036447" y="2794477"/>
                <a:ext cx="167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2BCD25C7-B7BF-DC22-8F77-0AC4909E30E2}"/>
                  </a:ext>
                </a:extLst>
              </p14:cNvPr>
              <p14:cNvContentPartPr/>
              <p14:nvPr/>
            </p14:nvContentPartPr>
            <p14:xfrm>
              <a:off x="8161367" y="2773957"/>
              <a:ext cx="232200" cy="1879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2BCD25C7-B7BF-DC22-8F77-0AC4909E30E2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8143367" y="2756317"/>
                <a:ext cx="2678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930FC769-4B20-6307-7473-AC0301FDC81C}"/>
                  </a:ext>
                </a:extLst>
              </p14:cNvPr>
              <p14:cNvContentPartPr/>
              <p14:nvPr/>
            </p14:nvContentPartPr>
            <p14:xfrm>
              <a:off x="8431367" y="2829757"/>
              <a:ext cx="218160" cy="13320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930FC769-4B20-6307-7473-AC0301FDC81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8413727" y="2812117"/>
                <a:ext cx="253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D6E463B-3C2A-43AB-C9AE-685EF34A87A3}"/>
                  </a:ext>
                </a:extLst>
              </p14:cNvPr>
              <p14:cNvContentPartPr/>
              <p14:nvPr/>
            </p14:nvContentPartPr>
            <p14:xfrm>
              <a:off x="8485367" y="2773957"/>
              <a:ext cx="37080" cy="1980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D6E463B-3C2A-43AB-C9AE-685EF34A87A3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467727" y="2755957"/>
                <a:ext cx="727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1673696-D193-E873-D1AD-2C4A461E336D}"/>
                  </a:ext>
                </a:extLst>
              </p14:cNvPr>
              <p14:cNvContentPartPr/>
              <p14:nvPr/>
            </p14:nvContentPartPr>
            <p14:xfrm>
              <a:off x="8168567" y="2809957"/>
              <a:ext cx="225000" cy="234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1673696-D193-E873-D1AD-2C4A461E336D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8150927" y="2792317"/>
                <a:ext cx="2606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A87AB79-17A0-DE80-4F42-89FA506AF1DF}"/>
                  </a:ext>
                </a:extLst>
              </p14:cNvPr>
              <p14:cNvContentPartPr/>
              <p14:nvPr/>
            </p14:nvContentPartPr>
            <p14:xfrm>
              <a:off x="2942447" y="3341902"/>
              <a:ext cx="12600" cy="198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A87AB79-17A0-DE80-4F42-89FA506AF1DF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2924807" y="3323902"/>
                <a:ext cx="482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2F6BD7D-A06D-937A-5FFB-B2590760B0C3}"/>
                  </a:ext>
                </a:extLst>
              </p14:cNvPr>
              <p14:cNvContentPartPr/>
              <p14:nvPr/>
            </p14:nvContentPartPr>
            <p14:xfrm>
              <a:off x="3063047" y="3333982"/>
              <a:ext cx="158040" cy="202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2F6BD7D-A06D-937A-5FFB-B2590760B0C3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045047" y="3316342"/>
                <a:ext cx="1936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A461DAD-D0A4-1271-43BB-DD0BD71BB13C}"/>
                  </a:ext>
                </a:extLst>
              </p14:cNvPr>
              <p14:cNvContentPartPr/>
              <p14:nvPr/>
            </p14:nvContentPartPr>
            <p14:xfrm>
              <a:off x="2766767" y="3584182"/>
              <a:ext cx="502920" cy="73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A461DAD-D0A4-1271-43BB-DD0BD71BB13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748767" y="3566182"/>
                <a:ext cx="5385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9BBF15-8960-4DE6-28B3-65FCE4E53929}"/>
                  </a:ext>
                </a:extLst>
              </p14:cNvPr>
              <p14:cNvContentPartPr/>
              <p14:nvPr/>
            </p14:nvContentPartPr>
            <p14:xfrm>
              <a:off x="2977007" y="3767062"/>
              <a:ext cx="177120" cy="268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9BBF15-8960-4DE6-28B3-65FCE4E53929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959007" y="3749422"/>
                <a:ext cx="2127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98C8DD2-2096-B44A-8CC6-19BF43BC5547}"/>
                  </a:ext>
                </a:extLst>
              </p14:cNvPr>
              <p14:cNvContentPartPr/>
              <p14:nvPr/>
            </p14:nvContentPartPr>
            <p14:xfrm>
              <a:off x="2174567" y="3502462"/>
              <a:ext cx="147600" cy="202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98C8DD2-2096-B44A-8CC6-19BF43BC554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2156927" y="3484462"/>
                <a:ext cx="1832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7720CB1-D679-295D-136D-DD6A9954351C}"/>
                  </a:ext>
                </a:extLst>
              </p14:cNvPr>
              <p14:cNvContentPartPr/>
              <p14:nvPr/>
            </p14:nvContentPartPr>
            <p14:xfrm>
              <a:off x="2314967" y="3674902"/>
              <a:ext cx="102960" cy="1303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7720CB1-D679-295D-136D-DD6A9954351C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2297327" y="3657262"/>
                <a:ext cx="1386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02B4803-2E76-C218-CEE4-E49D015773B9}"/>
                  </a:ext>
                </a:extLst>
              </p14:cNvPr>
              <p14:cNvContentPartPr/>
              <p14:nvPr/>
            </p14:nvContentPartPr>
            <p14:xfrm>
              <a:off x="2552567" y="3563662"/>
              <a:ext cx="79560" cy="277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02B4803-2E76-C218-CEE4-E49D015773B9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534567" y="3546022"/>
                <a:ext cx="1152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04D18E6-439E-A338-3328-B22C2EB6437D}"/>
                  </a:ext>
                </a:extLst>
              </p14:cNvPr>
              <p14:cNvContentPartPr/>
              <p14:nvPr/>
            </p14:nvContentPartPr>
            <p14:xfrm>
              <a:off x="2529887" y="3646102"/>
              <a:ext cx="128520" cy="216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04D18E6-439E-A338-3328-B22C2EB6437D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2511887" y="3628102"/>
                <a:ext cx="164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8EE24E5-BAC5-C2B6-18C4-675E24F93EA0}"/>
                  </a:ext>
                </a:extLst>
              </p14:cNvPr>
              <p14:cNvContentPartPr/>
              <p14:nvPr/>
            </p14:nvContentPartPr>
            <p14:xfrm>
              <a:off x="3012287" y="3510157"/>
              <a:ext cx="3960" cy="57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8EE24E5-BAC5-C2B6-18C4-675E24F93EA0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2994287" y="3492157"/>
                <a:ext cx="39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7931177-B774-3E71-5898-187F463E5350}"/>
                  </a:ext>
                </a:extLst>
              </p14:cNvPr>
              <p14:cNvContentPartPr/>
              <p14:nvPr/>
            </p14:nvContentPartPr>
            <p14:xfrm>
              <a:off x="2947847" y="4076797"/>
              <a:ext cx="1440" cy="468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7931177-B774-3E71-5898-187F463E535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929847" y="4058797"/>
                <a:ext cx="37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06929473-4CE1-F267-C561-B05CE8378045}"/>
                  </a:ext>
                </a:extLst>
              </p14:cNvPr>
              <p14:cNvContentPartPr/>
              <p14:nvPr/>
            </p14:nvContentPartPr>
            <p14:xfrm>
              <a:off x="7980647" y="3280477"/>
              <a:ext cx="19440" cy="12852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06929473-4CE1-F267-C561-B05CE8378045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7962647" y="3262837"/>
                <a:ext cx="550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71CD6CE2-FF55-7AE6-DB2B-C174D524C377}"/>
                  </a:ext>
                </a:extLst>
              </p14:cNvPr>
              <p14:cNvContentPartPr/>
              <p14:nvPr/>
            </p14:nvContentPartPr>
            <p14:xfrm>
              <a:off x="7993247" y="3264277"/>
              <a:ext cx="114480" cy="1807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71CD6CE2-FF55-7AE6-DB2B-C174D524C377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7975607" y="3246637"/>
                <a:ext cx="1501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2FBAA9D-7765-1A96-AFD6-D45615A4D889}"/>
                  </a:ext>
                </a:extLst>
              </p14:cNvPr>
              <p14:cNvContentPartPr/>
              <p14:nvPr/>
            </p14:nvContentPartPr>
            <p14:xfrm>
              <a:off x="8090807" y="3369037"/>
              <a:ext cx="98640" cy="15372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2FBAA9D-7765-1A96-AFD6-D45615A4D889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8072807" y="3351037"/>
                <a:ext cx="1342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1BF4E364-A870-6A2A-95DD-01BDDA0D44C3}"/>
                  </a:ext>
                </a:extLst>
              </p14:cNvPr>
              <p14:cNvContentPartPr/>
              <p14:nvPr/>
            </p14:nvContentPartPr>
            <p14:xfrm>
              <a:off x="8167487" y="3463717"/>
              <a:ext cx="84240" cy="1339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1BF4E364-A870-6A2A-95DD-01BDDA0D44C3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8149847" y="3446077"/>
                <a:ext cx="1198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0676EC0-258D-87A8-8D52-816BE64508B8}"/>
                  </a:ext>
                </a:extLst>
              </p14:cNvPr>
              <p14:cNvContentPartPr/>
              <p14:nvPr/>
            </p14:nvContentPartPr>
            <p14:xfrm>
              <a:off x="8253887" y="3152677"/>
              <a:ext cx="272880" cy="69804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0676EC0-258D-87A8-8D52-816BE64508B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8236247" y="3134677"/>
                <a:ext cx="308520" cy="73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E79168C0-BF97-9C2E-DD66-B6522C621C77}"/>
                  </a:ext>
                </a:extLst>
              </p14:cNvPr>
              <p14:cNvContentPartPr/>
              <p14:nvPr/>
            </p14:nvContentPartPr>
            <p14:xfrm>
              <a:off x="8438927" y="3435277"/>
              <a:ext cx="199440" cy="1710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E79168C0-BF97-9C2E-DD66-B6522C621C77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8420927" y="3417277"/>
                <a:ext cx="2350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EFD9EB64-9E12-6F5B-A4B7-F48ED89013CB}"/>
                  </a:ext>
                </a:extLst>
              </p14:cNvPr>
              <p14:cNvContentPartPr/>
              <p14:nvPr/>
            </p14:nvContentPartPr>
            <p14:xfrm>
              <a:off x="8597327" y="3561997"/>
              <a:ext cx="96840" cy="1461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EFD9EB64-9E12-6F5B-A4B7-F48ED89013CB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8579327" y="3544357"/>
                <a:ext cx="1324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13665683-9D4B-EE9F-2C47-4C70243A1402}"/>
                  </a:ext>
                </a:extLst>
              </p14:cNvPr>
              <p14:cNvContentPartPr/>
              <p14:nvPr/>
            </p14:nvContentPartPr>
            <p14:xfrm>
              <a:off x="7936367" y="3960157"/>
              <a:ext cx="91440" cy="115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13665683-9D4B-EE9F-2C47-4C70243A1402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7918367" y="3942517"/>
                <a:ext cx="1270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B348A300-ADFA-A094-895A-E96C9EE491FA}"/>
                  </a:ext>
                </a:extLst>
              </p14:cNvPr>
              <p14:cNvContentPartPr/>
              <p14:nvPr/>
            </p14:nvContentPartPr>
            <p14:xfrm>
              <a:off x="7921247" y="4026037"/>
              <a:ext cx="153000" cy="295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B348A300-ADFA-A094-895A-E96C9EE491FA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7903247" y="4008037"/>
                <a:ext cx="188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207F40D7-437B-0077-4FC4-8333A96974D3}"/>
                  </a:ext>
                </a:extLst>
              </p14:cNvPr>
              <p14:cNvContentPartPr/>
              <p14:nvPr/>
            </p14:nvContentPartPr>
            <p14:xfrm>
              <a:off x="8347487" y="3902557"/>
              <a:ext cx="52560" cy="1522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207F40D7-437B-0077-4FC4-8333A96974D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8329847" y="3884917"/>
                <a:ext cx="882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DA530911-175F-EC3F-67C6-DB4E847CA082}"/>
                  </a:ext>
                </a:extLst>
              </p14:cNvPr>
              <p14:cNvContentPartPr/>
              <p14:nvPr/>
            </p14:nvContentPartPr>
            <p14:xfrm>
              <a:off x="8414807" y="3911557"/>
              <a:ext cx="97920" cy="19584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DA530911-175F-EC3F-67C6-DB4E847CA082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8397167" y="3893557"/>
                <a:ext cx="13356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99CB39D7-A266-4C34-CA82-A6FAF0E002F9}"/>
                  </a:ext>
                </a:extLst>
              </p14:cNvPr>
              <p14:cNvContentPartPr/>
              <p14:nvPr/>
            </p14:nvContentPartPr>
            <p14:xfrm>
              <a:off x="8495807" y="3981757"/>
              <a:ext cx="119520" cy="1908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99CB39D7-A266-4C34-CA82-A6FAF0E002F9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8477807" y="3964117"/>
                <a:ext cx="1551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784ACF29-92B1-8CE8-D583-87E0545A1AF7}"/>
                  </a:ext>
                </a:extLst>
              </p14:cNvPr>
              <p14:cNvContentPartPr/>
              <p14:nvPr/>
            </p14:nvContentPartPr>
            <p14:xfrm>
              <a:off x="8605247" y="4083277"/>
              <a:ext cx="199440" cy="1069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784ACF29-92B1-8CE8-D583-87E0545A1AF7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587247" y="4065637"/>
                <a:ext cx="2350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B0105910-CE59-5150-E08E-7A0AB874E5FA}"/>
                  </a:ext>
                </a:extLst>
              </p14:cNvPr>
              <p14:cNvContentPartPr/>
              <p14:nvPr/>
            </p14:nvContentPartPr>
            <p14:xfrm>
              <a:off x="8825927" y="3730837"/>
              <a:ext cx="3218760" cy="1821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B0105910-CE59-5150-E08E-7A0AB874E5FA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8808287" y="3713197"/>
                <a:ext cx="32544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B50C5AE9-7AAF-A876-B0F0-3F062354977A}"/>
                  </a:ext>
                </a:extLst>
              </p14:cNvPr>
              <p14:cNvContentPartPr/>
              <p14:nvPr/>
            </p14:nvContentPartPr>
            <p14:xfrm>
              <a:off x="2996087" y="4766917"/>
              <a:ext cx="4680" cy="14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B50C5AE9-7AAF-A876-B0F0-3F062354977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978087" y="4748917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0939CAD-4EBB-6A84-141C-0B3A78C3C0C1}"/>
                  </a:ext>
                </a:extLst>
              </p14:cNvPr>
              <p14:cNvContentPartPr/>
              <p14:nvPr/>
            </p14:nvContentPartPr>
            <p14:xfrm>
              <a:off x="7873367" y="4543717"/>
              <a:ext cx="48240" cy="15588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0939CAD-4EBB-6A84-141C-0B3A78C3C0C1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855367" y="4526077"/>
                <a:ext cx="838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6279305F-3325-85F4-8196-D81D0C49B3AB}"/>
                  </a:ext>
                </a:extLst>
              </p14:cNvPr>
              <p14:cNvContentPartPr/>
              <p14:nvPr/>
            </p14:nvContentPartPr>
            <p14:xfrm>
              <a:off x="7966247" y="4564597"/>
              <a:ext cx="103320" cy="12276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6279305F-3325-85F4-8196-D81D0C49B3AB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948607" y="4546597"/>
                <a:ext cx="1389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B4FAE55B-EE4D-112D-9830-4568ECFDF0D1}"/>
                  </a:ext>
                </a:extLst>
              </p14:cNvPr>
              <p14:cNvContentPartPr/>
              <p14:nvPr/>
            </p14:nvContentPartPr>
            <p14:xfrm>
              <a:off x="8011607" y="4568197"/>
              <a:ext cx="197280" cy="3002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B4FAE55B-EE4D-112D-9830-4568ECFDF0D1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7993967" y="4550557"/>
                <a:ext cx="2329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E99B84A-9044-7824-761A-E7F962FD6533}"/>
                  </a:ext>
                </a:extLst>
              </p14:cNvPr>
              <p14:cNvContentPartPr/>
              <p14:nvPr/>
            </p14:nvContentPartPr>
            <p14:xfrm>
              <a:off x="8135807" y="4769797"/>
              <a:ext cx="85680" cy="15768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E99B84A-9044-7824-761A-E7F962FD6533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117807" y="4751797"/>
                <a:ext cx="1213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DD8C62CB-BF8E-8B7F-0C40-A836CCD092D4}"/>
                  </a:ext>
                </a:extLst>
              </p14:cNvPr>
              <p14:cNvContentPartPr/>
              <p14:nvPr/>
            </p14:nvContentPartPr>
            <p14:xfrm>
              <a:off x="8341367" y="4394677"/>
              <a:ext cx="203040" cy="6264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DD8C62CB-BF8E-8B7F-0C40-A836CCD092D4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8323727" y="4376677"/>
                <a:ext cx="23868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32E2B439-4C26-5366-6430-A7869503D89F}"/>
                  </a:ext>
                </a:extLst>
              </p14:cNvPr>
              <p14:cNvContentPartPr/>
              <p14:nvPr/>
            </p14:nvContentPartPr>
            <p14:xfrm>
              <a:off x="8481047" y="4768357"/>
              <a:ext cx="81720" cy="1598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32E2B439-4C26-5366-6430-A7869503D89F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8463407" y="4750717"/>
                <a:ext cx="117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13FDEDF9-008D-024A-60EE-FDF8967661BB}"/>
                  </a:ext>
                </a:extLst>
              </p14:cNvPr>
              <p14:cNvContentPartPr/>
              <p14:nvPr/>
            </p14:nvContentPartPr>
            <p14:xfrm>
              <a:off x="8531087" y="4712917"/>
              <a:ext cx="146880" cy="8640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13FDEDF9-008D-024A-60EE-FDF8967661BB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8513087" y="4695277"/>
                <a:ext cx="182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1A1E0196-6437-508E-5FB9-F9378B4E2CFC}"/>
                  </a:ext>
                </a:extLst>
              </p14:cNvPr>
              <p14:cNvContentPartPr/>
              <p14:nvPr/>
            </p14:nvContentPartPr>
            <p14:xfrm>
              <a:off x="8612807" y="4681597"/>
              <a:ext cx="176040" cy="3369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1A1E0196-6437-508E-5FB9-F9378B4E2CFC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8595167" y="4663597"/>
                <a:ext cx="2116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816710B-336A-5093-87BF-A2084FA3DDBD}"/>
                  </a:ext>
                </a:extLst>
              </p14:cNvPr>
              <p14:cNvContentPartPr/>
              <p14:nvPr/>
            </p14:nvContentPartPr>
            <p14:xfrm>
              <a:off x="8724407" y="4923517"/>
              <a:ext cx="82800" cy="1432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816710B-336A-5093-87BF-A2084FA3DDBD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706767" y="4905517"/>
                <a:ext cx="1184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161A187E-4446-2558-CADF-352158FC7B8B}"/>
                  </a:ext>
                </a:extLst>
              </p14:cNvPr>
              <p14:cNvContentPartPr/>
              <p14:nvPr/>
            </p14:nvContentPartPr>
            <p14:xfrm>
              <a:off x="9019607" y="4784917"/>
              <a:ext cx="72000" cy="2628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161A187E-4446-2558-CADF-352158FC7B8B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001967" y="4766917"/>
                <a:ext cx="1076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BA6133FC-34F2-24D9-1752-7DD0DDD0D913}"/>
                  </a:ext>
                </a:extLst>
              </p14:cNvPr>
              <p14:cNvContentPartPr/>
              <p14:nvPr/>
            </p14:nvContentPartPr>
            <p14:xfrm>
              <a:off x="9070727" y="4824517"/>
              <a:ext cx="98640" cy="190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BA6133FC-34F2-24D9-1752-7DD0DDD0D913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052727" y="4806517"/>
                <a:ext cx="1342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A2D33A82-E330-6591-2C64-887030E8F51D}"/>
                  </a:ext>
                </a:extLst>
              </p14:cNvPr>
              <p14:cNvContentPartPr/>
              <p14:nvPr/>
            </p14:nvContentPartPr>
            <p14:xfrm>
              <a:off x="9385367" y="4662517"/>
              <a:ext cx="115200" cy="22140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A2D33A82-E330-6591-2C64-887030E8F51D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9367727" y="4644517"/>
                <a:ext cx="1508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E7EC6CA0-BDAE-D40B-059C-729C838EB816}"/>
                  </a:ext>
                </a:extLst>
              </p14:cNvPr>
              <p14:cNvContentPartPr/>
              <p14:nvPr/>
            </p14:nvContentPartPr>
            <p14:xfrm>
              <a:off x="9562127" y="4727677"/>
              <a:ext cx="161640" cy="12240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E7EC6CA0-BDAE-D40B-059C-729C838EB816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544127" y="4710037"/>
                <a:ext cx="1972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46A03FAC-A9CB-47EB-A851-0DCA68A99E19}"/>
                  </a:ext>
                </a:extLst>
              </p14:cNvPr>
              <p14:cNvContentPartPr/>
              <p14:nvPr/>
            </p14:nvContentPartPr>
            <p14:xfrm>
              <a:off x="9570407" y="4825597"/>
              <a:ext cx="377280" cy="2314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46A03FAC-A9CB-47EB-A851-0DCA68A99E19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552767" y="4807597"/>
                <a:ext cx="4129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C8F918CF-E10E-1F01-FE66-CF712F4A5BDD}"/>
                  </a:ext>
                </a:extLst>
              </p14:cNvPr>
              <p14:cNvContentPartPr/>
              <p14:nvPr/>
            </p14:nvContentPartPr>
            <p14:xfrm>
              <a:off x="9818807" y="4937557"/>
              <a:ext cx="133200" cy="19512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C8F918CF-E10E-1F01-FE66-CF712F4A5BDD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801167" y="4919917"/>
                <a:ext cx="1688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91EEFD6D-494E-0BFC-D1BC-0640BE228F72}"/>
                  </a:ext>
                </a:extLst>
              </p14:cNvPr>
              <p14:cNvContentPartPr/>
              <p14:nvPr/>
            </p14:nvContentPartPr>
            <p14:xfrm>
              <a:off x="9963527" y="4874557"/>
              <a:ext cx="170280" cy="691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91EEFD6D-494E-0BFC-D1BC-0640BE228F72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9945527" y="4856557"/>
                <a:ext cx="2059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C8837731-3442-78F0-66D8-ADE1DE066152}"/>
                  </a:ext>
                </a:extLst>
              </p14:cNvPr>
              <p14:cNvContentPartPr/>
              <p14:nvPr/>
            </p14:nvContentPartPr>
            <p14:xfrm>
              <a:off x="10343327" y="4889317"/>
              <a:ext cx="65880" cy="972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C8837731-3442-78F0-66D8-ADE1DE06615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325687" y="4871677"/>
                <a:ext cx="101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86D15912-0176-FF71-2D45-F46F50FD2AF4}"/>
                  </a:ext>
                </a:extLst>
              </p14:cNvPr>
              <p14:cNvContentPartPr/>
              <p14:nvPr/>
            </p14:nvContentPartPr>
            <p14:xfrm>
              <a:off x="10313807" y="4964197"/>
              <a:ext cx="113400" cy="2484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86D15912-0176-FF71-2D45-F46F50FD2AF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0296167" y="4946197"/>
                <a:ext cx="1490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2F77102B-D628-BE7B-D3DF-9851976C1534}"/>
                  </a:ext>
                </a:extLst>
              </p14:cNvPr>
              <p14:cNvContentPartPr/>
              <p14:nvPr/>
            </p14:nvContentPartPr>
            <p14:xfrm>
              <a:off x="10569767" y="4777357"/>
              <a:ext cx="349560" cy="18468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2F77102B-D628-BE7B-D3DF-9851976C1534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0552127" y="4759717"/>
                <a:ext cx="385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5046780F-2E28-0FE9-C522-3D8A26ABB035}"/>
                  </a:ext>
                </a:extLst>
              </p14:cNvPr>
              <p14:cNvContentPartPr/>
              <p14:nvPr/>
            </p14:nvContentPartPr>
            <p14:xfrm>
              <a:off x="8855087" y="4100917"/>
              <a:ext cx="154440" cy="1512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5046780F-2E28-0FE9-C522-3D8A26ABB035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837447" y="4082917"/>
                <a:ext cx="1900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3F6A98DE-DA0A-B8A5-021C-8ABC87BF916F}"/>
                  </a:ext>
                </a:extLst>
              </p14:cNvPr>
              <p14:cNvContentPartPr/>
              <p14:nvPr/>
            </p14:nvContentPartPr>
            <p14:xfrm>
              <a:off x="8835647" y="4173277"/>
              <a:ext cx="147600" cy="363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3F6A98DE-DA0A-B8A5-021C-8ABC87BF916F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8818007" y="4155277"/>
                <a:ext cx="183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497283FF-19ED-30B1-E4D0-71FFF64ADB38}"/>
                  </a:ext>
                </a:extLst>
              </p14:cNvPr>
              <p14:cNvContentPartPr/>
              <p14:nvPr/>
            </p14:nvContentPartPr>
            <p14:xfrm>
              <a:off x="9285647" y="4043317"/>
              <a:ext cx="157320" cy="2188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497283FF-19ED-30B1-E4D0-71FFF64ADB38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268007" y="4025677"/>
                <a:ext cx="192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5A469D15-5FA0-5841-E361-995EE908E3F3}"/>
                  </a:ext>
                </a:extLst>
              </p14:cNvPr>
              <p14:cNvContentPartPr/>
              <p14:nvPr/>
            </p14:nvContentPartPr>
            <p14:xfrm>
              <a:off x="9647447" y="3876997"/>
              <a:ext cx="7920" cy="1558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5A469D15-5FA0-5841-E361-995EE908E3F3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9629807" y="3859357"/>
                <a:ext cx="435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E2CC1D1E-11E2-36AD-7E19-0ED02527801C}"/>
                  </a:ext>
                </a:extLst>
              </p14:cNvPr>
              <p14:cNvContentPartPr/>
              <p14:nvPr/>
            </p14:nvContentPartPr>
            <p14:xfrm>
              <a:off x="9637727" y="4010557"/>
              <a:ext cx="129240" cy="12996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E2CC1D1E-11E2-36AD-7E19-0ED02527801C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9620087" y="3992557"/>
                <a:ext cx="1648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C58BF777-16F9-AC8A-181F-FAF835C26124}"/>
                  </a:ext>
                </a:extLst>
              </p14:cNvPr>
              <p14:cNvContentPartPr/>
              <p14:nvPr/>
            </p14:nvContentPartPr>
            <p14:xfrm>
              <a:off x="9758327" y="4136197"/>
              <a:ext cx="315000" cy="11088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C58BF777-16F9-AC8A-181F-FAF835C26124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9740687" y="4118197"/>
                <a:ext cx="3506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E0A4C877-CA5E-C295-247F-04CC34D93339}"/>
                  </a:ext>
                </a:extLst>
              </p14:cNvPr>
              <p14:cNvContentPartPr/>
              <p14:nvPr/>
            </p14:nvContentPartPr>
            <p14:xfrm>
              <a:off x="10672367" y="4846477"/>
              <a:ext cx="5400" cy="576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E0A4C877-CA5E-C295-247F-04CC34D93339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0654367" y="4828837"/>
                <a:ext cx="410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5F8E50E3-0FF0-2458-AA4C-80D53ABAF267}"/>
                  </a:ext>
                </a:extLst>
              </p14:cNvPr>
              <p14:cNvContentPartPr/>
              <p14:nvPr/>
            </p14:nvContentPartPr>
            <p14:xfrm>
              <a:off x="10715567" y="4876357"/>
              <a:ext cx="360" cy="3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5F8E50E3-0FF0-2458-AA4C-80D53ABAF267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697567" y="48583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C260DB40-36EA-8C06-A9EE-B890C8478519}"/>
                  </a:ext>
                </a:extLst>
              </p14:cNvPr>
              <p14:cNvContentPartPr/>
              <p14:nvPr/>
            </p14:nvContentPartPr>
            <p14:xfrm>
              <a:off x="10749407" y="4872757"/>
              <a:ext cx="4680" cy="216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C260DB40-36EA-8C06-A9EE-B890C84785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31767" y="4854757"/>
                <a:ext cx="40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1446FA31-6065-17AC-64C7-467590169635}"/>
                  </a:ext>
                </a:extLst>
              </p14:cNvPr>
              <p14:cNvContentPartPr/>
              <p14:nvPr/>
            </p14:nvContentPartPr>
            <p14:xfrm>
              <a:off x="10763087" y="4875277"/>
              <a:ext cx="360" cy="36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1446FA31-6065-17AC-64C7-46759016963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745447" y="48572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ABA075AA-EA16-6D1B-9ED7-86DBA8E108A9}"/>
                  </a:ext>
                </a:extLst>
              </p14:cNvPr>
              <p14:cNvContentPartPr/>
              <p14:nvPr/>
            </p14:nvContentPartPr>
            <p14:xfrm>
              <a:off x="1900607" y="4901557"/>
              <a:ext cx="4823640" cy="16308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ABA075AA-EA16-6D1B-9ED7-86DBA8E108A9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882967" y="4883917"/>
                <a:ext cx="48592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F45336AB-7B91-AAE4-E1D4-C5D51AA05CF9}"/>
                  </a:ext>
                </a:extLst>
              </p14:cNvPr>
              <p14:cNvContentPartPr/>
              <p14:nvPr/>
            </p14:nvContentPartPr>
            <p14:xfrm>
              <a:off x="2091047" y="4890037"/>
              <a:ext cx="3600" cy="216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F45336AB-7B91-AAE4-E1D4-C5D51AA05CF9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2073407" y="4872037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54184F79-A7CA-4676-0E0C-CA2B817E0169}"/>
                  </a:ext>
                </a:extLst>
              </p14:cNvPr>
              <p14:cNvContentPartPr/>
              <p14:nvPr/>
            </p14:nvContentPartPr>
            <p14:xfrm>
              <a:off x="2158007" y="4785997"/>
              <a:ext cx="6480" cy="396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54184F79-A7CA-4676-0E0C-CA2B817E0169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2140367" y="4768357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A07F11B-65B0-C785-3F61-2EB681869F77}"/>
                  </a:ext>
                </a:extLst>
              </p14:cNvPr>
              <p14:cNvContentPartPr/>
              <p14:nvPr/>
            </p14:nvContentPartPr>
            <p14:xfrm>
              <a:off x="2190767" y="4787797"/>
              <a:ext cx="5760" cy="3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A07F11B-65B0-C785-3F61-2EB681869F7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73127" y="4770157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5AC541E6-5C4B-061A-2B9B-E2281FEDB687}"/>
                  </a:ext>
                </a:extLst>
              </p14:cNvPr>
              <p14:cNvContentPartPr/>
              <p14:nvPr/>
            </p14:nvContentPartPr>
            <p14:xfrm>
              <a:off x="1890887" y="4027837"/>
              <a:ext cx="5488200" cy="10674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5AC541E6-5C4B-061A-2B9B-E2281FEDB687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873247" y="4009837"/>
                <a:ext cx="5523840" cy="11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CD24AA61-C82C-0249-661C-B66312E6FBBC}"/>
                  </a:ext>
                </a:extLst>
              </p14:cNvPr>
              <p14:cNvContentPartPr/>
              <p14:nvPr/>
            </p14:nvContentPartPr>
            <p14:xfrm>
              <a:off x="7333727" y="3293077"/>
              <a:ext cx="360" cy="3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CD24AA61-C82C-0249-661C-B66312E6FBB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315727" y="32750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544168FC-3112-877C-8491-D2F3F1E47939}"/>
                  </a:ext>
                </a:extLst>
              </p14:cNvPr>
              <p14:cNvContentPartPr/>
              <p14:nvPr/>
            </p14:nvContentPartPr>
            <p14:xfrm>
              <a:off x="8223287" y="3906877"/>
              <a:ext cx="3552480" cy="136008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544168FC-3112-877C-8491-D2F3F1E47939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8205647" y="3889237"/>
                <a:ext cx="3588120" cy="1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5BD40187-EECF-10C3-6D9C-F70F00B5A742}"/>
                  </a:ext>
                </a:extLst>
              </p14:cNvPr>
              <p14:cNvContentPartPr/>
              <p14:nvPr/>
            </p14:nvContentPartPr>
            <p14:xfrm>
              <a:off x="8310407" y="5594197"/>
              <a:ext cx="141840" cy="8640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5BD40187-EECF-10C3-6D9C-F70F00B5A742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8292407" y="5576557"/>
                <a:ext cx="1774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AB2C72B0-98C7-7049-A454-3F52D3265D22}"/>
                  </a:ext>
                </a:extLst>
              </p14:cNvPr>
              <p14:cNvContentPartPr/>
              <p14:nvPr/>
            </p14:nvContentPartPr>
            <p14:xfrm>
              <a:off x="8398247" y="5577637"/>
              <a:ext cx="94680" cy="21276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AB2C72B0-98C7-7049-A454-3F52D3265D22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8380247" y="5559997"/>
                <a:ext cx="1303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151A396-28E0-B2F2-948E-F44044EF53EE}"/>
                  </a:ext>
                </a:extLst>
              </p14:cNvPr>
              <p14:cNvContentPartPr/>
              <p14:nvPr/>
            </p14:nvContentPartPr>
            <p14:xfrm>
              <a:off x="8514887" y="5729197"/>
              <a:ext cx="42840" cy="1382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151A396-28E0-B2F2-948E-F44044EF53EE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8497247" y="5711557"/>
                <a:ext cx="784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D1DBBC93-D234-95F7-B4FD-C87FA96BF82D}"/>
                  </a:ext>
                </a:extLst>
              </p14:cNvPr>
              <p14:cNvContentPartPr/>
              <p14:nvPr/>
            </p14:nvContentPartPr>
            <p14:xfrm>
              <a:off x="8669687" y="5658277"/>
              <a:ext cx="144000" cy="1436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D1DBBC93-D234-95F7-B4FD-C87FA96BF82D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8651687" y="5640277"/>
                <a:ext cx="17964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0" name="Group 379">
            <a:extLst>
              <a:ext uri="{FF2B5EF4-FFF2-40B4-BE49-F238E27FC236}">
                <a16:creationId xmlns:a16="http://schemas.microsoft.com/office/drawing/2014/main" id="{D9EAF8DE-FC03-160D-BD64-2749C139F178}"/>
              </a:ext>
            </a:extLst>
          </p:cNvPr>
          <p:cNvGrpSpPr/>
          <p:nvPr/>
        </p:nvGrpSpPr>
        <p:grpSpPr>
          <a:xfrm>
            <a:off x="9184847" y="5456677"/>
            <a:ext cx="2717640" cy="554040"/>
            <a:chOff x="9184847" y="5456677"/>
            <a:chExt cx="2717640" cy="55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ECC6ACC-0B1D-0FB0-54BC-CDBA678E63D2}"/>
                    </a:ext>
                  </a:extLst>
                </p14:cNvPr>
                <p14:cNvContentPartPr/>
                <p14:nvPr/>
              </p14:nvContentPartPr>
              <p14:xfrm>
                <a:off x="9184847" y="5721637"/>
                <a:ext cx="50040" cy="1324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ECC6ACC-0B1D-0FB0-54BC-CDBA678E63D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166847" y="5703997"/>
                  <a:ext cx="85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EEF4920-66E7-2290-CEAB-A2F746119E7A}"/>
                    </a:ext>
                  </a:extLst>
                </p14:cNvPr>
                <p14:cNvContentPartPr/>
                <p14:nvPr/>
              </p14:nvContentPartPr>
              <p14:xfrm>
                <a:off x="9190967" y="5594917"/>
                <a:ext cx="10080" cy="67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EEF4920-66E7-2290-CEAB-A2F746119E7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172967" y="5577277"/>
                  <a:ext cx="45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3F1513C-61EC-3B21-4E73-A725D8444B08}"/>
                    </a:ext>
                  </a:extLst>
                </p14:cNvPr>
                <p14:cNvContentPartPr/>
                <p14:nvPr/>
              </p14:nvContentPartPr>
              <p14:xfrm>
                <a:off x="9278087" y="5712277"/>
                <a:ext cx="115200" cy="1177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3F1513C-61EC-3B21-4E73-A725D8444B0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260447" y="5694277"/>
                  <a:ext cx="150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5DCF51D-4879-4B71-FEEC-BC69F1026912}"/>
                    </a:ext>
                  </a:extLst>
                </p14:cNvPr>
                <p14:cNvContentPartPr/>
                <p14:nvPr/>
              </p14:nvContentPartPr>
              <p14:xfrm>
                <a:off x="9461687" y="5675197"/>
                <a:ext cx="269640" cy="1612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5DCF51D-4879-4B71-FEEC-BC69F102691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444047" y="5657557"/>
                  <a:ext cx="305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CB81174-50B3-AEF4-B70A-7B7351C278EE}"/>
                    </a:ext>
                  </a:extLst>
                </p14:cNvPr>
                <p14:cNvContentPartPr/>
                <p14:nvPr/>
              </p14:nvContentPartPr>
              <p14:xfrm>
                <a:off x="9773087" y="5648197"/>
                <a:ext cx="352800" cy="1252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CB81174-50B3-AEF4-B70A-7B7351C278E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755087" y="5630557"/>
                  <a:ext cx="388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CD22578-867C-3CBE-BD2C-F65DD493CC9C}"/>
                    </a:ext>
                  </a:extLst>
                </p14:cNvPr>
                <p14:cNvContentPartPr/>
                <p14:nvPr/>
              </p14:nvContentPartPr>
              <p14:xfrm>
                <a:off x="10195727" y="5664037"/>
                <a:ext cx="155880" cy="110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CD22578-867C-3CBE-BD2C-F65DD493CC9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178087" y="5646397"/>
                  <a:ext cx="191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936252A-73D5-CD03-D8A9-67A36CFF446D}"/>
                    </a:ext>
                  </a:extLst>
                </p14:cNvPr>
                <p14:cNvContentPartPr/>
                <p14:nvPr/>
              </p14:nvContentPartPr>
              <p14:xfrm>
                <a:off x="10261607" y="5694277"/>
                <a:ext cx="265680" cy="3164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936252A-73D5-CD03-D8A9-67A36CFF446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243607" y="5676277"/>
                  <a:ext cx="301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4A34B70-4842-C0BE-F9D6-251E633D7A73}"/>
                    </a:ext>
                  </a:extLst>
                </p14:cNvPr>
                <p14:cNvContentPartPr/>
                <p14:nvPr/>
              </p14:nvContentPartPr>
              <p14:xfrm>
                <a:off x="10240727" y="5486917"/>
                <a:ext cx="30960" cy="59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4A34B70-4842-C0BE-F9D6-251E633D7A7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223087" y="5469277"/>
                  <a:ext cx="66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6A311B6-2905-8687-79B5-327FCDDE74E1}"/>
                    </a:ext>
                  </a:extLst>
                </p14:cNvPr>
                <p14:cNvContentPartPr/>
                <p14:nvPr/>
              </p14:nvContentPartPr>
              <p14:xfrm>
                <a:off x="10774247" y="5646757"/>
                <a:ext cx="306360" cy="1375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6A311B6-2905-8687-79B5-327FCDDE74E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756607" y="5628757"/>
                  <a:ext cx="342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9A19080-5EC2-86E0-5C14-DB7A86823625}"/>
                    </a:ext>
                  </a:extLst>
                </p14:cNvPr>
                <p14:cNvContentPartPr/>
                <p14:nvPr/>
              </p14:nvContentPartPr>
              <p14:xfrm>
                <a:off x="11113367" y="5648557"/>
                <a:ext cx="100080" cy="1357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9A19080-5EC2-86E0-5C14-DB7A8682362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1095367" y="5630917"/>
                  <a:ext cx="135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9869CD4-53D4-D992-308C-979D4FB35994}"/>
                    </a:ext>
                  </a:extLst>
                </p14:cNvPr>
                <p14:cNvContentPartPr/>
                <p14:nvPr/>
              </p14:nvContentPartPr>
              <p14:xfrm>
                <a:off x="11319647" y="5456677"/>
                <a:ext cx="101160" cy="2786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9869CD4-53D4-D992-308C-979D4FB3599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301647" y="5438677"/>
                  <a:ext cx="136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9EDDEC7-8EC7-0D60-3CDA-C4AC70611A5D}"/>
                    </a:ext>
                  </a:extLst>
                </p14:cNvPr>
                <p14:cNvContentPartPr/>
                <p14:nvPr/>
              </p14:nvContentPartPr>
              <p14:xfrm>
                <a:off x="11448167" y="5617597"/>
                <a:ext cx="149040" cy="1425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9EDDEC7-8EC7-0D60-3CDA-C4AC70611A5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430527" y="5599597"/>
                  <a:ext cx="184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74A8DA7F-2607-E574-970D-7EEFE8322BAF}"/>
                    </a:ext>
                  </a:extLst>
                </p14:cNvPr>
                <p14:cNvContentPartPr/>
                <p14:nvPr/>
              </p14:nvContentPartPr>
              <p14:xfrm>
                <a:off x="11627087" y="5555677"/>
                <a:ext cx="275400" cy="183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74A8DA7F-2607-E574-970D-7EEFE8322BA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609447" y="5537677"/>
                  <a:ext cx="311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BA0C0A6-D986-4802-3FAD-EDDC43E445CD}"/>
                    </a:ext>
                  </a:extLst>
                </p14:cNvPr>
                <p14:cNvContentPartPr/>
                <p14:nvPr/>
              </p14:nvContentPartPr>
              <p14:xfrm>
                <a:off x="11237927" y="5474317"/>
                <a:ext cx="164520" cy="90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BA0C0A6-D986-4802-3FAD-EDDC43E445CD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219927" y="5456677"/>
                  <a:ext cx="20016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DD252135-6954-D7B2-8A81-F03E328FA0BF}"/>
                  </a:ext>
                </a:extLst>
              </p14:cNvPr>
              <p14:cNvContentPartPr/>
              <p14:nvPr/>
            </p14:nvContentPartPr>
            <p14:xfrm>
              <a:off x="8231207" y="6153997"/>
              <a:ext cx="100080" cy="15804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DD252135-6954-D7B2-8A81-F03E328FA0BF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213207" y="6136357"/>
                <a:ext cx="1357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89C0D31C-C638-0F74-A49E-32640B19C66E}"/>
                  </a:ext>
                </a:extLst>
              </p14:cNvPr>
              <p14:cNvContentPartPr/>
              <p14:nvPr/>
            </p14:nvContentPartPr>
            <p14:xfrm>
              <a:off x="8261447" y="6203677"/>
              <a:ext cx="149760" cy="24300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89C0D31C-C638-0F74-A49E-32640B19C66E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8243807" y="6185677"/>
                <a:ext cx="1854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85C3DAC1-66BF-A616-4304-8CCB2D8CCF29}"/>
                  </a:ext>
                </a:extLst>
              </p14:cNvPr>
              <p14:cNvContentPartPr/>
              <p14:nvPr/>
            </p14:nvContentPartPr>
            <p14:xfrm>
              <a:off x="8388527" y="6358837"/>
              <a:ext cx="116280" cy="19620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85C3DAC1-66BF-A616-4304-8CCB2D8CCF29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8370887" y="6341197"/>
                <a:ext cx="151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84505AB3-24A2-AFDD-8480-1E140DD0C62A}"/>
                  </a:ext>
                </a:extLst>
              </p14:cNvPr>
              <p14:cNvContentPartPr/>
              <p14:nvPr/>
            </p14:nvContentPartPr>
            <p14:xfrm>
              <a:off x="8610647" y="6331477"/>
              <a:ext cx="145440" cy="13968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84505AB3-24A2-AFDD-8480-1E140DD0C62A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8593007" y="6313837"/>
                <a:ext cx="181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D8404023-761A-1474-F0D5-7672C96F613E}"/>
                  </a:ext>
                </a:extLst>
              </p14:cNvPr>
              <p14:cNvContentPartPr/>
              <p14:nvPr/>
            </p14:nvContentPartPr>
            <p14:xfrm>
              <a:off x="8244527" y="6694717"/>
              <a:ext cx="109440" cy="14256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D8404023-761A-1474-F0D5-7672C96F613E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8226527" y="6676717"/>
                <a:ext cx="1450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10BF18BA-78E3-0A17-50B0-3353AE47F4E3}"/>
                  </a:ext>
                </a:extLst>
              </p14:cNvPr>
              <p14:cNvContentPartPr/>
              <p14:nvPr/>
            </p14:nvContentPartPr>
            <p14:xfrm>
              <a:off x="8278007" y="6635317"/>
              <a:ext cx="156240" cy="5112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10BF18BA-78E3-0A17-50B0-3353AE47F4E3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8260367" y="6617317"/>
                <a:ext cx="1918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A021DE10-7824-06DD-63C2-9F4BAE6397A0}"/>
                  </a:ext>
                </a:extLst>
              </p14:cNvPr>
              <p14:cNvContentPartPr/>
              <p14:nvPr/>
            </p14:nvContentPartPr>
            <p14:xfrm>
              <a:off x="8429207" y="6718117"/>
              <a:ext cx="115560" cy="16236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A021DE10-7824-06DD-63C2-9F4BAE6397A0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8411567" y="6700477"/>
                <a:ext cx="1512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C1D06DF0-D279-B727-9980-FD6DDC97E69C}"/>
                  </a:ext>
                </a:extLst>
              </p14:cNvPr>
              <p14:cNvContentPartPr/>
              <p14:nvPr/>
            </p14:nvContentPartPr>
            <p14:xfrm>
              <a:off x="8539727" y="6779317"/>
              <a:ext cx="132120" cy="14652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C1D06DF0-D279-B727-9980-FD6DDC97E69C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8522087" y="6761677"/>
                <a:ext cx="1677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93A0EF5E-1060-46F1-A9E0-C26AD777D39C}"/>
                  </a:ext>
                </a:extLst>
              </p14:cNvPr>
              <p14:cNvContentPartPr/>
              <p14:nvPr/>
            </p14:nvContentPartPr>
            <p14:xfrm>
              <a:off x="8904767" y="6693997"/>
              <a:ext cx="183960" cy="21204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93A0EF5E-1060-46F1-A9E0-C26AD777D39C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8886767" y="6675997"/>
                <a:ext cx="21960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45BCD390-BAA2-F284-916F-088679A6B0F3}"/>
              </a:ext>
            </a:extLst>
          </p:cNvPr>
          <p:cNvGrpSpPr/>
          <p:nvPr/>
        </p:nvGrpSpPr>
        <p:grpSpPr>
          <a:xfrm>
            <a:off x="3925247" y="3190837"/>
            <a:ext cx="802440" cy="1830240"/>
            <a:chOff x="3925247" y="3190837"/>
            <a:chExt cx="802440" cy="18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AF608B9-E7FB-31D5-B623-148F0BD218CC}"/>
                    </a:ext>
                  </a:extLst>
                </p14:cNvPr>
                <p14:cNvContentPartPr/>
                <p14:nvPr/>
              </p14:nvContentPartPr>
              <p14:xfrm>
                <a:off x="4171487" y="4311742"/>
                <a:ext cx="124560" cy="192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AF608B9-E7FB-31D5-B623-148F0BD218CC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153487" y="4294102"/>
                  <a:ext cx="160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576C29-649D-1184-E0E0-6FF98EACF6BA}"/>
                    </a:ext>
                  </a:extLst>
                </p14:cNvPr>
                <p14:cNvContentPartPr/>
                <p14:nvPr/>
              </p14:nvContentPartPr>
              <p14:xfrm>
                <a:off x="4217567" y="4215622"/>
                <a:ext cx="206280" cy="49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576C29-649D-1184-E0E0-6FF98EACF6B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199927" y="4197982"/>
                  <a:ext cx="241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8194654-F16D-E784-149F-BA17EAF6EE0F}"/>
                    </a:ext>
                  </a:extLst>
                </p14:cNvPr>
                <p14:cNvContentPartPr/>
                <p14:nvPr/>
              </p14:nvContentPartPr>
              <p14:xfrm>
                <a:off x="4128647" y="4524862"/>
                <a:ext cx="328680" cy="69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8194654-F16D-E784-149F-BA17EAF6EE0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111007" y="4506862"/>
                  <a:ext cx="36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5D9F76-3F9A-A05D-163F-EE0FD8DA5FA7}"/>
                    </a:ext>
                  </a:extLst>
                </p14:cNvPr>
                <p14:cNvContentPartPr/>
                <p14:nvPr/>
              </p14:nvContentPartPr>
              <p14:xfrm>
                <a:off x="4285607" y="4740142"/>
                <a:ext cx="186840" cy="257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5D9F76-3F9A-A05D-163F-EE0FD8DA5FA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267607" y="4722142"/>
                  <a:ext cx="222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A11EFDE-1B50-3FAB-D467-2AE51EADEF3C}"/>
                    </a:ext>
                  </a:extLst>
                </p14:cNvPr>
                <p14:cNvContentPartPr/>
                <p14:nvPr/>
              </p14:nvContentPartPr>
              <p14:xfrm>
                <a:off x="3925247" y="3190837"/>
                <a:ext cx="802440" cy="1830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A11EFDE-1B50-3FAB-D467-2AE51EADEF3C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3907247" y="3173197"/>
                  <a:ext cx="838080" cy="18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F88ABE2-0B1D-ECAA-EEAD-6B4F63736B08}"/>
                    </a:ext>
                  </a:extLst>
                </p14:cNvPr>
                <p14:cNvContentPartPr/>
                <p14:nvPr/>
              </p14:nvContentPartPr>
              <p14:xfrm>
                <a:off x="4191647" y="4191277"/>
                <a:ext cx="223920" cy="85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F88ABE2-0B1D-ECAA-EEAD-6B4F63736B0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174007" y="4173637"/>
                  <a:ext cx="259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62FDE4D-6489-B1C1-6E3F-4D3F85CED687}"/>
                    </a:ext>
                  </a:extLst>
                </p14:cNvPr>
                <p14:cNvContentPartPr/>
                <p14:nvPr/>
              </p14:nvContentPartPr>
              <p14:xfrm>
                <a:off x="4036127" y="4229797"/>
                <a:ext cx="250200" cy="305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62FDE4D-6489-B1C1-6E3F-4D3F85CED68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4018127" y="4212157"/>
                  <a:ext cx="2858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842B432-EEED-AD30-36E2-C3CC746C9A4B}"/>
                    </a:ext>
                  </a:extLst>
                </p14:cNvPr>
                <p14:cNvContentPartPr/>
                <p14:nvPr/>
              </p14:nvContentPartPr>
              <p14:xfrm>
                <a:off x="4167527" y="3325702"/>
                <a:ext cx="248040" cy="173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842B432-EEED-AD30-36E2-C3CC746C9A4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4149527" y="3307702"/>
                  <a:ext cx="283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554364-4C76-2590-BD35-0F3FF2380414}"/>
                    </a:ext>
                  </a:extLst>
                </p14:cNvPr>
                <p14:cNvContentPartPr/>
                <p14:nvPr/>
              </p14:nvContentPartPr>
              <p14:xfrm>
                <a:off x="4128647" y="3613702"/>
                <a:ext cx="303840" cy="4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554364-4C76-2590-BD35-0F3FF2380414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4110647" y="3596062"/>
                  <a:ext cx="339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04F845-A42C-DF7E-599F-E6EAB1CDE13E}"/>
                    </a:ext>
                  </a:extLst>
                </p14:cNvPr>
                <p14:cNvContentPartPr/>
                <p14:nvPr/>
              </p14:nvContentPartPr>
              <p14:xfrm>
                <a:off x="4146647" y="3762022"/>
                <a:ext cx="209160" cy="19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804F845-A42C-DF7E-599F-E6EAB1CDE13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4128647" y="3744022"/>
                  <a:ext cx="244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F3323AE-13AD-F28B-A58A-2F0FDD661398}"/>
                    </a:ext>
                  </a:extLst>
                </p14:cNvPr>
                <p14:cNvContentPartPr/>
                <p14:nvPr/>
              </p14:nvContentPartPr>
              <p14:xfrm>
                <a:off x="4463087" y="3474742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F3323AE-13AD-F28B-A58A-2F0FDD66139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45447" y="3456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0E9F1FA-FD75-3B93-FA03-254A6DF4555C}"/>
                    </a:ext>
                  </a:extLst>
                </p14:cNvPr>
                <p14:cNvContentPartPr/>
                <p14:nvPr/>
              </p14:nvContentPartPr>
              <p14:xfrm>
                <a:off x="4393967" y="3525862"/>
                <a:ext cx="4680" cy="54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0E9F1FA-FD75-3B93-FA03-254A6DF455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75967" y="3508222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6C45AB8-BC4E-BD48-7994-9E33FDF26CC2}"/>
                    </a:ext>
                  </a:extLst>
                </p14:cNvPr>
                <p14:cNvContentPartPr/>
                <p14:nvPr/>
              </p14:nvContentPartPr>
              <p14:xfrm>
                <a:off x="4399367" y="3537742"/>
                <a:ext cx="10800" cy="4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6C45AB8-BC4E-BD48-7994-9E33FDF26CC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381727" y="3519742"/>
                  <a:ext cx="46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95253AB-7468-4B06-6FBE-B8006F091162}"/>
                    </a:ext>
                  </a:extLst>
                </p14:cNvPr>
                <p14:cNvContentPartPr/>
                <p14:nvPr/>
              </p14:nvContentPartPr>
              <p14:xfrm>
                <a:off x="4398287" y="3543142"/>
                <a:ext cx="5400" cy="1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95253AB-7468-4B06-6FBE-B8006F09116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80287" y="352550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793D644-64D6-5184-B6B2-75EE1749D488}"/>
                    </a:ext>
                  </a:extLst>
                </p14:cNvPr>
                <p14:cNvContentPartPr/>
                <p14:nvPr/>
              </p14:nvContentPartPr>
              <p14:xfrm>
                <a:off x="4392527" y="3532837"/>
                <a:ext cx="360" cy="3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793D644-64D6-5184-B6B2-75EE1749D48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374887" y="3515197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E3BCA6C-09EA-2E35-6C57-A2D210B7DC62}"/>
                    </a:ext>
                  </a:extLst>
                </p14:cNvPr>
                <p14:cNvContentPartPr/>
                <p14:nvPr/>
              </p14:nvContentPartPr>
              <p14:xfrm>
                <a:off x="4247807" y="3880597"/>
                <a:ext cx="360" cy="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E3BCA6C-09EA-2E35-6C57-A2D210B7DC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30167" y="38625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A67093D-B71A-A660-7B4D-0CE8558AE53C}"/>
                    </a:ext>
                  </a:extLst>
                </p14:cNvPr>
                <p14:cNvContentPartPr/>
                <p14:nvPr/>
              </p14:nvContentPartPr>
              <p14:xfrm>
                <a:off x="4433927" y="4416277"/>
                <a:ext cx="360" cy="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A67093D-B71A-A660-7B4D-0CE8558AE53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16287" y="43982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1BA3E3AF-B0A8-7C9B-F3FD-7D9C84F752E8}"/>
                    </a:ext>
                  </a:extLst>
                </p14:cNvPr>
                <p14:cNvContentPartPr/>
                <p14:nvPr/>
              </p14:nvContentPartPr>
              <p14:xfrm>
                <a:off x="4466327" y="4317277"/>
                <a:ext cx="103680" cy="66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1BA3E3AF-B0A8-7C9B-F3FD-7D9C84F752E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448327" y="4299277"/>
                  <a:ext cx="139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8CC133F-CD0B-C953-3067-DC385A68438F}"/>
                    </a:ext>
                  </a:extLst>
                </p14:cNvPr>
                <p14:cNvContentPartPr/>
                <p14:nvPr/>
              </p14:nvContentPartPr>
              <p14:xfrm>
                <a:off x="4463087" y="4315477"/>
                <a:ext cx="123480" cy="1494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8CC133F-CD0B-C953-3067-DC385A68438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445447" y="4297477"/>
                  <a:ext cx="159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885C8E7-BC4E-2873-1B2C-9D4BDE1B7210}"/>
                    </a:ext>
                  </a:extLst>
                </p14:cNvPr>
                <p14:cNvContentPartPr/>
                <p14:nvPr/>
              </p14:nvContentPartPr>
              <p14:xfrm>
                <a:off x="4494767" y="4314037"/>
                <a:ext cx="23040" cy="1234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885C8E7-BC4E-2873-1B2C-9D4BDE1B721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476767" y="4296037"/>
                  <a:ext cx="58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43AE2E8C-0E86-E507-F7D7-5AA049462CA0}"/>
                    </a:ext>
                  </a:extLst>
                </p14:cNvPr>
                <p14:cNvContentPartPr/>
                <p14:nvPr/>
              </p14:nvContentPartPr>
              <p14:xfrm>
                <a:off x="4481087" y="4316557"/>
                <a:ext cx="31320" cy="1072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43AE2E8C-0E86-E507-F7D7-5AA049462CA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463447" y="4298917"/>
                  <a:ext cx="66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9004940-6C7C-E22A-04E3-45D9166A5B98}"/>
                    </a:ext>
                  </a:extLst>
                </p14:cNvPr>
                <p14:cNvContentPartPr/>
                <p14:nvPr/>
              </p14:nvContentPartPr>
              <p14:xfrm>
                <a:off x="4423847" y="4337797"/>
                <a:ext cx="210240" cy="1159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9004940-6C7C-E22A-04E3-45D9166A5B9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406207" y="4319797"/>
                  <a:ext cx="2458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2359AF9-FCFF-A492-BC53-C4713191F2FA}"/>
              </a:ext>
            </a:extLst>
          </p:cNvPr>
          <p:cNvGrpSpPr/>
          <p:nvPr/>
        </p:nvGrpSpPr>
        <p:grpSpPr>
          <a:xfrm>
            <a:off x="9079007" y="6122317"/>
            <a:ext cx="2963520" cy="945000"/>
            <a:chOff x="9079007" y="6122317"/>
            <a:chExt cx="2963520" cy="9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0C56DE6-13D6-78C2-BAC6-96897C474A5E}"/>
                    </a:ext>
                  </a:extLst>
                </p14:cNvPr>
                <p14:cNvContentPartPr/>
                <p14:nvPr/>
              </p14:nvContentPartPr>
              <p14:xfrm>
                <a:off x="10800887" y="6299077"/>
                <a:ext cx="340920" cy="1220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0C56DE6-13D6-78C2-BAC6-96897C474A5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783247" y="6281077"/>
                  <a:ext cx="376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73B98F3-4FE2-1E06-1103-D5F6046CE943}"/>
                    </a:ext>
                  </a:extLst>
                </p14:cNvPr>
                <p14:cNvContentPartPr/>
                <p14:nvPr/>
              </p14:nvContentPartPr>
              <p14:xfrm>
                <a:off x="11260247" y="6285397"/>
                <a:ext cx="172440" cy="1281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73B98F3-4FE2-1E06-1103-D5F6046CE94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242607" y="6267397"/>
                  <a:ext cx="208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1D92D61-C883-FADB-17C2-60DB47B124A8}"/>
                    </a:ext>
                  </a:extLst>
                </p14:cNvPr>
                <p14:cNvContentPartPr/>
                <p14:nvPr/>
              </p14:nvContentPartPr>
              <p14:xfrm>
                <a:off x="11520167" y="6122317"/>
                <a:ext cx="103680" cy="245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1D92D61-C883-FADB-17C2-60DB47B124A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502527" y="6104677"/>
                  <a:ext cx="139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260E1B3-88AD-0DDB-CCE0-55B371D40F81}"/>
                    </a:ext>
                  </a:extLst>
                </p14:cNvPr>
                <p14:cNvContentPartPr/>
                <p14:nvPr/>
              </p14:nvContentPartPr>
              <p14:xfrm>
                <a:off x="11605127" y="6250117"/>
                <a:ext cx="437400" cy="144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260E1B3-88AD-0DDB-CCE0-55B371D40F8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587487" y="6232117"/>
                  <a:ext cx="473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7CFA3A9-6A72-E366-08C6-3870D5367E8E}"/>
                    </a:ext>
                  </a:extLst>
                </p14:cNvPr>
                <p14:cNvContentPartPr/>
                <p14:nvPr/>
              </p14:nvContentPartPr>
              <p14:xfrm>
                <a:off x="11564087" y="6160477"/>
                <a:ext cx="208080" cy="97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7CFA3A9-6A72-E366-08C6-3870D5367E8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546447" y="6142477"/>
                  <a:ext cx="243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29A6C15-E695-FEC6-85D5-A49E99258B1B}"/>
                    </a:ext>
                  </a:extLst>
                </p14:cNvPr>
                <p14:cNvContentPartPr/>
                <p14:nvPr/>
              </p14:nvContentPartPr>
              <p14:xfrm>
                <a:off x="9079007" y="6254437"/>
                <a:ext cx="735840" cy="484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29A6C15-E695-FEC6-85D5-A49E99258B1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061007" y="6236437"/>
                  <a:ext cx="7714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07B8598-140B-06F9-F003-3F9C572D83D3}"/>
                    </a:ext>
                  </a:extLst>
                </p14:cNvPr>
                <p14:cNvContentPartPr/>
                <p14:nvPr/>
              </p14:nvContentPartPr>
              <p14:xfrm>
                <a:off x="9902327" y="6361357"/>
                <a:ext cx="243000" cy="1288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07B8598-140B-06F9-F003-3F9C572D83D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884687" y="6343357"/>
                  <a:ext cx="278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31F4C33-1A0B-9B23-A308-721092524B5E}"/>
                    </a:ext>
                  </a:extLst>
                </p14:cNvPr>
                <p14:cNvContentPartPr/>
                <p14:nvPr/>
              </p14:nvContentPartPr>
              <p14:xfrm>
                <a:off x="10196447" y="6374677"/>
                <a:ext cx="150480" cy="1227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31F4C33-1A0B-9B23-A308-721092524B5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178447" y="6357037"/>
                  <a:ext cx="186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2E92320-309E-9631-AF74-5879AE5277CB}"/>
                    </a:ext>
                  </a:extLst>
                </p14:cNvPr>
                <p14:cNvContentPartPr/>
                <p14:nvPr/>
              </p14:nvContentPartPr>
              <p14:xfrm>
                <a:off x="10301207" y="6382597"/>
                <a:ext cx="234360" cy="3409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2E92320-309E-9631-AF74-5879AE5277C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283207" y="6364597"/>
                  <a:ext cx="270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132B807-85E2-EECA-F253-0B5E76B38571}"/>
                    </a:ext>
                  </a:extLst>
                </p14:cNvPr>
                <p14:cNvContentPartPr/>
                <p14:nvPr/>
              </p14:nvContentPartPr>
              <p14:xfrm>
                <a:off x="10254767" y="6227797"/>
                <a:ext cx="66600" cy="334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132B807-85E2-EECA-F253-0B5E76B38571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237127" y="6210157"/>
                  <a:ext cx="102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26496663-F2A3-DDC3-8FF9-8530E8F9C217}"/>
                    </a:ext>
                  </a:extLst>
                </p14:cNvPr>
                <p14:cNvContentPartPr/>
                <p14:nvPr/>
              </p14:nvContentPartPr>
              <p14:xfrm>
                <a:off x="9733847" y="6282157"/>
                <a:ext cx="270000" cy="403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26496663-F2A3-DDC3-8FF9-8530E8F9C217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716207" y="6264157"/>
                  <a:ext cx="305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87C89FD-9652-3465-C59C-3083EDB71430}"/>
                    </a:ext>
                  </a:extLst>
                </p14:cNvPr>
                <p14:cNvContentPartPr/>
                <p14:nvPr/>
              </p14:nvContentPartPr>
              <p14:xfrm>
                <a:off x="9845447" y="6593557"/>
                <a:ext cx="555840" cy="4737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87C89FD-9652-3465-C59C-3083EDB7143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827807" y="6575917"/>
                  <a:ext cx="5914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076CACD-8A10-DFB6-C50C-4653320D4981}"/>
                    </a:ext>
                  </a:extLst>
                </p14:cNvPr>
                <p14:cNvContentPartPr/>
                <p14:nvPr/>
              </p14:nvContentPartPr>
              <p14:xfrm>
                <a:off x="10727807" y="6526237"/>
                <a:ext cx="1246680" cy="3330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076CACD-8A10-DFB6-C50C-4653320D498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709807" y="6508237"/>
                  <a:ext cx="12823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B4B8FC16-865F-3BAC-2774-A41F078BB3F0}"/>
                    </a:ext>
                  </a:extLst>
                </p14:cNvPr>
                <p14:cNvContentPartPr/>
                <p14:nvPr/>
              </p14:nvContentPartPr>
              <p14:xfrm>
                <a:off x="11838407" y="6538837"/>
                <a:ext cx="100440" cy="442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B4B8FC16-865F-3BAC-2774-A41F078BB3F0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820407" y="6520837"/>
                  <a:ext cx="136080" cy="7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062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8E2634-CB83-A347-26BD-E9790AB7B26D}"/>
                  </a:ext>
                </a:extLst>
              </p14:cNvPr>
              <p14:cNvContentPartPr/>
              <p14:nvPr/>
            </p14:nvContentPartPr>
            <p14:xfrm>
              <a:off x="2617727" y="752782"/>
              <a:ext cx="15840" cy="1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8E2634-CB83-A347-26BD-E9790AB7B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9727" y="734782"/>
                <a:ext cx="514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A056D7-D332-65B8-EC96-48D8CAD3C211}"/>
                  </a:ext>
                </a:extLst>
              </p14:cNvPr>
              <p14:cNvContentPartPr/>
              <p14:nvPr/>
            </p14:nvContentPartPr>
            <p14:xfrm>
              <a:off x="2508647" y="792742"/>
              <a:ext cx="313920" cy="19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A056D7-D332-65B8-EC96-48D8CAD3C2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1007" y="774742"/>
                <a:ext cx="3495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108F9D-0667-864C-21F5-07466D11AD89}"/>
                  </a:ext>
                </a:extLst>
              </p14:cNvPr>
              <p14:cNvContentPartPr/>
              <p14:nvPr/>
            </p14:nvContentPartPr>
            <p14:xfrm>
              <a:off x="3626087" y="804262"/>
              <a:ext cx="46800" cy="20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108F9D-0667-864C-21F5-07466D11AD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08447" y="786262"/>
                <a:ext cx="824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52ECD3-5D54-CDF4-B3CD-921EE8FDB8A5}"/>
                  </a:ext>
                </a:extLst>
              </p14:cNvPr>
              <p14:cNvContentPartPr/>
              <p14:nvPr/>
            </p14:nvContentPartPr>
            <p14:xfrm>
              <a:off x="4618967" y="817942"/>
              <a:ext cx="219960" cy="22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52ECD3-5D54-CDF4-B3CD-921EE8FDB8A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01327" y="800302"/>
                <a:ext cx="25560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C82B989-3A1A-3575-5C83-099FD418B2A8}"/>
              </a:ext>
            </a:extLst>
          </p:cNvPr>
          <p:cNvGrpSpPr/>
          <p:nvPr/>
        </p:nvGrpSpPr>
        <p:grpSpPr>
          <a:xfrm>
            <a:off x="9376367" y="735862"/>
            <a:ext cx="487080" cy="544320"/>
            <a:chOff x="9376367" y="735862"/>
            <a:chExt cx="48708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F857DE-D743-0B08-6F35-62FEE18C463E}"/>
                    </a:ext>
                  </a:extLst>
                </p14:cNvPr>
                <p14:cNvContentPartPr/>
                <p14:nvPr/>
              </p14:nvContentPartPr>
              <p14:xfrm>
                <a:off x="9376367" y="735862"/>
                <a:ext cx="156960" cy="24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F857DE-D743-0B08-6F35-62FEE18C46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58367" y="717862"/>
                  <a:ext cx="1926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396536-D0B3-BB44-FC73-ED6C8633611C}"/>
                    </a:ext>
                  </a:extLst>
                </p14:cNvPr>
                <p14:cNvContentPartPr/>
                <p14:nvPr/>
              </p14:nvContentPartPr>
              <p14:xfrm>
                <a:off x="9507047" y="962662"/>
                <a:ext cx="152640" cy="145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396536-D0B3-BB44-FC73-ED6C863361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89047" y="944662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7AB2E3-B1F6-4CC4-9B5C-084ECEFF5A6A}"/>
                    </a:ext>
                  </a:extLst>
                </p14:cNvPr>
                <p14:cNvContentPartPr/>
                <p14:nvPr/>
              </p14:nvContentPartPr>
              <p14:xfrm>
                <a:off x="9603887" y="1050862"/>
                <a:ext cx="114480" cy="229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37AB2E3-B1F6-4CC4-9B5C-084ECEFF5A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86247" y="1032862"/>
                  <a:ext cx="15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B38B10-5E72-B00F-7FDD-8EBE540784B2}"/>
                    </a:ext>
                  </a:extLst>
                </p14:cNvPr>
                <p14:cNvContentPartPr/>
                <p14:nvPr/>
              </p14:nvContentPartPr>
              <p14:xfrm>
                <a:off x="9717287" y="1052662"/>
                <a:ext cx="146160" cy="6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B38B10-5E72-B00F-7FDD-8EBE540784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99647" y="1035022"/>
                  <a:ext cx="18180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63EE59-177E-07C1-F3BA-D01D9F9651A6}"/>
              </a:ext>
            </a:extLst>
          </p:cNvPr>
          <p:cNvGrpSpPr/>
          <p:nvPr/>
        </p:nvGrpSpPr>
        <p:grpSpPr>
          <a:xfrm>
            <a:off x="10092407" y="746662"/>
            <a:ext cx="543240" cy="448560"/>
            <a:chOff x="10092407" y="746662"/>
            <a:chExt cx="54324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915C8F-6157-BCE8-63D8-93AC2EE0905C}"/>
                    </a:ext>
                  </a:extLst>
                </p14:cNvPr>
                <p14:cNvContentPartPr/>
                <p14:nvPr/>
              </p14:nvContentPartPr>
              <p14:xfrm>
                <a:off x="10092407" y="791662"/>
                <a:ext cx="66960" cy="22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915C8F-6157-BCE8-63D8-93AC2EE090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74767" y="774022"/>
                  <a:ext cx="102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B5BC65-BC51-0CB1-A784-7EC8E065ADC3}"/>
                    </a:ext>
                  </a:extLst>
                </p14:cNvPr>
                <p14:cNvContentPartPr/>
                <p14:nvPr/>
              </p14:nvContentPartPr>
              <p14:xfrm>
                <a:off x="10096007" y="746662"/>
                <a:ext cx="216000" cy="29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B5BC65-BC51-0CB1-A784-7EC8E065AD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78367" y="729022"/>
                  <a:ext cx="251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AF0F5EB-27A5-5EAE-9EB9-41EC55120CD3}"/>
                    </a:ext>
                  </a:extLst>
                </p14:cNvPr>
                <p14:cNvContentPartPr/>
                <p14:nvPr/>
              </p14:nvContentPartPr>
              <p14:xfrm>
                <a:off x="10300487" y="986422"/>
                <a:ext cx="335160" cy="20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AF0F5EB-27A5-5EAE-9EB9-41EC55120C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82487" y="968782"/>
                  <a:ext cx="37080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E917F7-622E-CD97-7530-6832D2927C52}"/>
              </a:ext>
            </a:extLst>
          </p:cNvPr>
          <p:cNvGrpSpPr/>
          <p:nvPr/>
        </p:nvGrpSpPr>
        <p:grpSpPr>
          <a:xfrm>
            <a:off x="5635967" y="840982"/>
            <a:ext cx="464040" cy="151560"/>
            <a:chOff x="5635967" y="840982"/>
            <a:chExt cx="46404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7C3356-850B-2F03-1C8A-7EE1B9482CC1}"/>
                    </a:ext>
                  </a:extLst>
                </p14:cNvPr>
                <p14:cNvContentPartPr/>
                <p14:nvPr/>
              </p14:nvContentPartPr>
              <p14:xfrm>
                <a:off x="5635967" y="929542"/>
                <a:ext cx="1375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7C3356-850B-2F03-1C8A-7EE1B9482C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17967" y="911902"/>
                  <a:ext cx="173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328D5B-428D-DE8B-CB18-644FF1EB6A5A}"/>
                    </a:ext>
                  </a:extLst>
                </p14:cNvPr>
                <p14:cNvContentPartPr/>
                <p14:nvPr/>
              </p14:nvContentPartPr>
              <p14:xfrm>
                <a:off x="5830007" y="840982"/>
                <a:ext cx="270000" cy="151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328D5B-428D-DE8B-CB18-644FF1EB6A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12367" y="823342"/>
                  <a:ext cx="3056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9A6ECE-1CB4-0CEA-DE5A-2FD922B09369}"/>
              </a:ext>
            </a:extLst>
          </p:cNvPr>
          <p:cNvGrpSpPr/>
          <p:nvPr/>
        </p:nvGrpSpPr>
        <p:grpSpPr>
          <a:xfrm>
            <a:off x="5735687" y="1103422"/>
            <a:ext cx="355320" cy="299520"/>
            <a:chOff x="5735687" y="1103422"/>
            <a:chExt cx="35532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8CBADED-CF20-169C-4DC6-2D95B4283452}"/>
                    </a:ext>
                  </a:extLst>
                </p14:cNvPr>
                <p14:cNvContentPartPr/>
                <p14:nvPr/>
              </p14:nvContentPartPr>
              <p14:xfrm>
                <a:off x="5735687" y="1103422"/>
                <a:ext cx="271440" cy="34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8CBADED-CF20-169C-4DC6-2D95B42834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8047" y="1085422"/>
                  <a:ext cx="307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2CB59E-C4D7-759B-DA62-8DE597DF54AC}"/>
                    </a:ext>
                  </a:extLst>
                </p14:cNvPr>
                <p14:cNvContentPartPr/>
                <p14:nvPr/>
              </p14:nvContentPartPr>
              <p14:xfrm>
                <a:off x="5791847" y="1219702"/>
                <a:ext cx="135360" cy="18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2CB59E-C4D7-759B-DA62-8DE597DF54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73847" y="1201702"/>
                  <a:ext cx="171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79D440-BE2A-C8D9-558E-9FCEF6F0C7FA}"/>
                    </a:ext>
                  </a:extLst>
                </p14:cNvPr>
                <p14:cNvContentPartPr/>
                <p14:nvPr/>
              </p14:nvContentPartPr>
              <p14:xfrm>
                <a:off x="5867087" y="1179742"/>
                <a:ext cx="223920" cy="58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79D440-BE2A-C8D9-558E-9FCEF6F0C7F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49087" y="1162102"/>
                  <a:ext cx="2595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275025-402A-E931-6B73-856B748DF137}"/>
              </a:ext>
            </a:extLst>
          </p:cNvPr>
          <p:cNvGrpSpPr/>
          <p:nvPr/>
        </p:nvGrpSpPr>
        <p:grpSpPr>
          <a:xfrm>
            <a:off x="6619487" y="824782"/>
            <a:ext cx="722160" cy="635400"/>
            <a:chOff x="6619487" y="824782"/>
            <a:chExt cx="722160" cy="63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5A580E-4BFC-E2B0-DC7D-3AF043A675BC}"/>
                    </a:ext>
                  </a:extLst>
                </p14:cNvPr>
                <p14:cNvContentPartPr/>
                <p14:nvPr/>
              </p14:nvContentPartPr>
              <p14:xfrm>
                <a:off x="6704807" y="824782"/>
                <a:ext cx="186840" cy="24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5A580E-4BFC-E2B0-DC7D-3AF043A675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87167" y="806782"/>
                  <a:ext cx="222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211133F-29F1-C905-0D66-7751B9DB004E}"/>
                    </a:ext>
                  </a:extLst>
                </p14:cNvPr>
                <p14:cNvContentPartPr/>
                <p14:nvPr/>
              </p14:nvContentPartPr>
              <p14:xfrm>
                <a:off x="6619487" y="1159582"/>
                <a:ext cx="306720" cy="9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211133F-29F1-C905-0D66-7751B9DB00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01487" y="1141942"/>
                  <a:ext cx="342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7EC9F4-F712-F540-044D-F868E013F0CA}"/>
                    </a:ext>
                  </a:extLst>
                </p14:cNvPr>
                <p14:cNvContentPartPr/>
                <p14:nvPr/>
              </p14:nvContentPartPr>
              <p14:xfrm>
                <a:off x="6879047" y="1300342"/>
                <a:ext cx="165240" cy="159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7EC9F4-F712-F540-044D-F868E013F0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61047" y="1282342"/>
                  <a:ext cx="200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8050E2-B640-0EC7-F35F-31021CA8EEB1}"/>
                    </a:ext>
                  </a:extLst>
                </p14:cNvPr>
                <p14:cNvContentPartPr/>
                <p14:nvPr/>
              </p14:nvContentPartPr>
              <p14:xfrm>
                <a:off x="7078487" y="1257142"/>
                <a:ext cx="263160" cy="26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8050E2-B640-0EC7-F35F-31021CA8EE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60847" y="1239142"/>
                  <a:ext cx="2988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4552BB-DCB8-8BE9-A8BA-BB690A510032}"/>
              </a:ext>
            </a:extLst>
          </p:cNvPr>
          <p:cNvGrpSpPr/>
          <p:nvPr/>
        </p:nvGrpSpPr>
        <p:grpSpPr>
          <a:xfrm>
            <a:off x="2363567" y="200182"/>
            <a:ext cx="555120" cy="410040"/>
            <a:chOff x="2363567" y="200182"/>
            <a:chExt cx="5551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537528-A894-1825-9DB8-5375C3D374F9}"/>
                    </a:ext>
                  </a:extLst>
                </p14:cNvPr>
                <p14:cNvContentPartPr/>
                <p14:nvPr/>
              </p14:nvContentPartPr>
              <p14:xfrm>
                <a:off x="2363567" y="200182"/>
                <a:ext cx="29160" cy="208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537528-A894-1825-9DB8-5375C3D374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45927" y="182182"/>
                  <a:ext cx="64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510190-E935-C627-FE37-099052A17536}"/>
                    </a:ext>
                  </a:extLst>
                </p14:cNvPr>
                <p14:cNvContentPartPr/>
                <p14:nvPr/>
              </p14:nvContentPartPr>
              <p14:xfrm>
                <a:off x="2425847" y="222142"/>
                <a:ext cx="156600" cy="215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510190-E935-C627-FE37-099052A1753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07847" y="204142"/>
                  <a:ext cx="192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0551C4-BB61-49C3-847C-28FCD47A7C2E}"/>
                    </a:ext>
                  </a:extLst>
                </p14:cNvPr>
                <p14:cNvContentPartPr/>
                <p14:nvPr/>
              </p14:nvContentPartPr>
              <p14:xfrm>
                <a:off x="2609807" y="370822"/>
                <a:ext cx="150480" cy="16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0551C4-BB61-49C3-847C-28FCD47A7C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92167" y="353182"/>
                  <a:ext cx="186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184A1B-30CF-8B81-D3E7-91B805681168}"/>
                    </a:ext>
                  </a:extLst>
                </p14:cNvPr>
                <p14:cNvContentPartPr/>
                <p14:nvPr/>
              </p14:nvContentPartPr>
              <p14:xfrm>
                <a:off x="2779007" y="428062"/>
                <a:ext cx="139680" cy="182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184A1B-30CF-8B81-D3E7-91B8056811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61007" y="410062"/>
                  <a:ext cx="1753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474474-06CC-C593-D259-21C73A927FA0}"/>
              </a:ext>
            </a:extLst>
          </p:cNvPr>
          <p:cNvGrpSpPr/>
          <p:nvPr/>
        </p:nvGrpSpPr>
        <p:grpSpPr>
          <a:xfrm>
            <a:off x="3362927" y="149062"/>
            <a:ext cx="452880" cy="457200"/>
            <a:chOff x="3362927" y="149062"/>
            <a:chExt cx="45288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21F5D5-1D98-4C50-6B01-15DCE5FE41A8}"/>
                    </a:ext>
                  </a:extLst>
                </p14:cNvPr>
                <p14:cNvContentPartPr/>
                <p14:nvPr/>
              </p14:nvContentPartPr>
              <p14:xfrm>
                <a:off x="3362927" y="149062"/>
                <a:ext cx="181440" cy="167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21F5D5-1D98-4C50-6B01-15DCE5FE41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44927" y="131422"/>
                  <a:ext cx="217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009222C-0B6B-FB28-3211-B4F91A628260}"/>
                    </a:ext>
                  </a:extLst>
                </p14:cNvPr>
                <p14:cNvContentPartPr/>
                <p14:nvPr/>
              </p14:nvContentPartPr>
              <p14:xfrm>
                <a:off x="3486047" y="277222"/>
                <a:ext cx="164880" cy="194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009222C-0B6B-FB28-3211-B4F91A6282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68047" y="259222"/>
                  <a:ext cx="200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AF049A-63C0-2071-8F59-739053C4D7AE}"/>
                    </a:ext>
                  </a:extLst>
                </p14:cNvPr>
                <p14:cNvContentPartPr/>
                <p14:nvPr/>
              </p14:nvContentPartPr>
              <p14:xfrm>
                <a:off x="3680087" y="395662"/>
                <a:ext cx="135720" cy="210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AF049A-63C0-2071-8F59-739053C4D7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62087" y="378022"/>
                  <a:ext cx="17136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17AEAB0-E97B-A9C8-6E83-595996A9C28C}"/>
                  </a:ext>
                </a:extLst>
              </p14:cNvPr>
              <p14:cNvContentPartPr/>
              <p14:nvPr/>
            </p14:nvContentPartPr>
            <p14:xfrm>
              <a:off x="4690247" y="247702"/>
              <a:ext cx="16560" cy="197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17AEAB0-E97B-A9C8-6E83-595996A9C2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72247" y="229702"/>
                <a:ext cx="5220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07D2077-97FF-9708-0646-9EA222B4E168}"/>
              </a:ext>
            </a:extLst>
          </p:cNvPr>
          <p:cNvGrpSpPr/>
          <p:nvPr/>
        </p:nvGrpSpPr>
        <p:grpSpPr>
          <a:xfrm>
            <a:off x="5594567" y="195502"/>
            <a:ext cx="378720" cy="500400"/>
            <a:chOff x="5594567" y="195502"/>
            <a:chExt cx="37872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8F065B3-7BE3-5185-1AA8-F54FDEFC741B}"/>
                    </a:ext>
                  </a:extLst>
                </p14:cNvPr>
                <p14:cNvContentPartPr/>
                <p14:nvPr/>
              </p14:nvContentPartPr>
              <p14:xfrm>
                <a:off x="5617967" y="195502"/>
                <a:ext cx="27000" cy="19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8F065B3-7BE3-5185-1AA8-F54FDEFC74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99967" y="177502"/>
                  <a:ext cx="62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64E71A-1874-AB90-7730-7631597FE1E7}"/>
                    </a:ext>
                  </a:extLst>
                </p14:cNvPr>
                <p14:cNvContentPartPr/>
                <p14:nvPr/>
              </p14:nvContentPartPr>
              <p14:xfrm>
                <a:off x="5594567" y="337702"/>
                <a:ext cx="18432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64E71A-1874-AB90-7730-7631597FE1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76927" y="320062"/>
                  <a:ext cx="219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800447-12D0-D8E2-761C-75190463800F}"/>
                    </a:ext>
                  </a:extLst>
                </p14:cNvPr>
                <p14:cNvContentPartPr/>
                <p14:nvPr/>
              </p14:nvContentPartPr>
              <p14:xfrm>
                <a:off x="5797247" y="484582"/>
                <a:ext cx="176040" cy="211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800447-12D0-D8E2-761C-75190463800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79607" y="466942"/>
                  <a:ext cx="21168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B732BE5-521A-2A0A-52BA-CED8893FEBC7}"/>
                  </a:ext>
                </a:extLst>
              </p14:cNvPr>
              <p14:cNvContentPartPr/>
              <p14:nvPr/>
            </p14:nvContentPartPr>
            <p14:xfrm>
              <a:off x="6702287" y="265702"/>
              <a:ext cx="257760" cy="252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B732BE5-521A-2A0A-52BA-CED8893FEBC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84647" y="247702"/>
                <a:ext cx="29340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B4100F8-A020-AC82-55CB-397AD9F1271F}"/>
              </a:ext>
            </a:extLst>
          </p:cNvPr>
          <p:cNvGrpSpPr/>
          <p:nvPr/>
        </p:nvGrpSpPr>
        <p:grpSpPr>
          <a:xfrm>
            <a:off x="3505127" y="1059502"/>
            <a:ext cx="355680" cy="157320"/>
            <a:chOff x="3505127" y="1059502"/>
            <a:chExt cx="35568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6B3F53-FAA9-A1EA-EC58-427D7CE55344}"/>
                    </a:ext>
                  </a:extLst>
                </p14:cNvPr>
                <p14:cNvContentPartPr/>
                <p14:nvPr/>
              </p14:nvContentPartPr>
              <p14:xfrm>
                <a:off x="3505127" y="1059502"/>
                <a:ext cx="2880" cy="11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6B3F53-FAA9-A1EA-EC58-427D7CE553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87487" y="1041502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AD47C4-B7D2-96E3-E013-4CB8959255BD}"/>
                    </a:ext>
                  </a:extLst>
                </p14:cNvPr>
                <p14:cNvContentPartPr/>
                <p14:nvPr/>
              </p14:nvContentPartPr>
              <p14:xfrm>
                <a:off x="3550127" y="1164262"/>
                <a:ext cx="310680" cy="52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AD47C4-B7D2-96E3-E013-4CB8959255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32487" y="1146622"/>
                  <a:ext cx="3463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3FE1E4-E764-CC10-E2A6-6B7539E936AB}"/>
              </a:ext>
            </a:extLst>
          </p:cNvPr>
          <p:cNvGrpSpPr/>
          <p:nvPr/>
        </p:nvGrpSpPr>
        <p:grpSpPr>
          <a:xfrm>
            <a:off x="9394727" y="1960222"/>
            <a:ext cx="1839960" cy="788040"/>
            <a:chOff x="9394727" y="1960222"/>
            <a:chExt cx="1839960" cy="7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7A9A5F-A13D-A3D4-8EB1-DAE6AAEDB8B2}"/>
                    </a:ext>
                  </a:extLst>
                </p14:cNvPr>
                <p14:cNvContentPartPr/>
                <p14:nvPr/>
              </p14:nvContentPartPr>
              <p14:xfrm>
                <a:off x="9396527" y="1968502"/>
                <a:ext cx="77400" cy="28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7A9A5F-A13D-A3D4-8EB1-DAE6AAEDB8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78527" y="1950862"/>
                  <a:ext cx="1130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3D04D3-88C5-5A41-C4E7-1092992E1D7F}"/>
                    </a:ext>
                  </a:extLst>
                </p14:cNvPr>
                <p14:cNvContentPartPr/>
                <p14:nvPr/>
              </p14:nvContentPartPr>
              <p14:xfrm>
                <a:off x="9394727" y="1960222"/>
                <a:ext cx="151200" cy="282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3D04D3-88C5-5A41-C4E7-1092992E1D7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77087" y="1942222"/>
                  <a:ext cx="186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2AB99B-9FEC-0CC6-E9BF-188902BA954C}"/>
                    </a:ext>
                  </a:extLst>
                </p14:cNvPr>
                <p14:cNvContentPartPr/>
                <p14:nvPr/>
              </p14:nvContentPartPr>
              <p14:xfrm>
                <a:off x="9702527" y="2179462"/>
                <a:ext cx="45360" cy="20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2AB99B-9FEC-0CC6-E9BF-188902BA95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84887" y="2161822"/>
                  <a:ext cx="81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3C5FE12-82EB-2B87-358D-FA2491633F10}"/>
                    </a:ext>
                  </a:extLst>
                </p14:cNvPr>
                <p14:cNvContentPartPr/>
                <p14:nvPr/>
              </p14:nvContentPartPr>
              <p14:xfrm>
                <a:off x="9874247" y="2157142"/>
                <a:ext cx="163080" cy="6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3C5FE12-82EB-2B87-358D-FA2491633F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56607" y="2139502"/>
                  <a:ext cx="198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FD17DD-8372-B4C4-A07D-3D7ADF8C153C}"/>
                    </a:ext>
                  </a:extLst>
                </p14:cNvPr>
                <p14:cNvContentPartPr/>
                <p14:nvPr/>
              </p14:nvContentPartPr>
              <p14:xfrm>
                <a:off x="10159367" y="2030782"/>
                <a:ext cx="360360" cy="19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FD17DD-8372-B4C4-A07D-3D7ADF8C15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41727" y="2013142"/>
                  <a:ext cx="396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9276A0-9AC5-3A9A-B7B1-35277FC844EB}"/>
                    </a:ext>
                  </a:extLst>
                </p14:cNvPr>
                <p14:cNvContentPartPr/>
                <p14:nvPr/>
              </p14:nvContentPartPr>
              <p14:xfrm>
                <a:off x="10153967" y="2360182"/>
                <a:ext cx="316800" cy="20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9276A0-9AC5-3A9A-B7B1-35277FC844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36327" y="2342182"/>
                  <a:ext cx="352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5650707-13C7-4595-2692-38F2B135FE6B}"/>
                    </a:ext>
                  </a:extLst>
                </p14:cNvPr>
                <p14:cNvContentPartPr/>
                <p14:nvPr/>
              </p14:nvContentPartPr>
              <p14:xfrm>
                <a:off x="10013207" y="2496622"/>
                <a:ext cx="254880" cy="251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5650707-13C7-4595-2692-38F2B135FE6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95567" y="2478982"/>
                  <a:ext cx="2905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E61B2-67F0-77E9-76D2-F32065288B62}"/>
                    </a:ext>
                  </a:extLst>
                </p14:cNvPr>
                <p14:cNvContentPartPr/>
                <p14:nvPr/>
              </p14:nvContentPartPr>
              <p14:xfrm>
                <a:off x="10643927" y="2076862"/>
                <a:ext cx="74520" cy="29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E61B2-67F0-77E9-76D2-F32065288B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25927" y="2058862"/>
                  <a:ext cx="1101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FAA5F2-06CD-722A-BB27-F66F619482C9}"/>
                    </a:ext>
                  </a:extLst>
                </p14:cNvPr>
                <p14:cNvContentPartPr/>
                <p14:nvPr/>
              </p14:nvContentPartPr>
              <p14:xfrm>
                <a:off x="10668407" y="2069302"/>
                <a:ext cx="201960" cy="288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FAA5F2-06CD-722A-BB27-F66F619482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50767" y="2051302"/>
                  <a:ext cx="237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8561C2-E406-67AE-FBBC-CBC485F0C1E9}"/>
                    </a:ext>
                  </a:extLst>
                </p14:cNvPr>
                <p14:cNvContentPartPr/>
                <p14:nvPr/>
              </p14:nvContentPartPr>
              <p14:xfrm>
                <a:off x="10924367" y="2355502"/>
                <a:ext cx="310320" cy="190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8561C2-E406-67AE-FBBC-CBC485F0C1E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06727" y="2337862"/>
                  <a:ext cx="34596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E589860-4D82-097D-BF52-4324057475AE}"/>
              </a:ext>
            </a:extLst>
          </p:cNvPr>
          <p:cNvGrpSpPr/>
          <p:nvPr/>
        </p:nvGrpSpPr>
        <p:grpSpPr>
          <a:xfrm>
            <a:off x="9110327" y="3580222"/>
            <a:ext cx="741240" cy="727920"/>
            <a:chOff x="9110327" y="3580222"/>
            <a:chExt cx="741240" cy="7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EBB14C-6BEA-221D-6927-C75B44FBF095}"/>
                    </a:ext>
                  </a:extLst>
                </p14:cNvPr>
                <p14:cNvContentPartPr/>
                <p14:nvPr/>
              </p14:nvContentPartPr>
              <p14:xfrm>
                <a:off x="9110327" y="3580222"/>
                <a:ext cx="187200" cy="250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EBB14C-6BEA-221D-6927-C75B44FBF0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92687" y="3562582"/>
                  <a:ext cx="222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CB1BE1C-A8DF-92D3-B3C0-28934974B073}"/>
                    </a:ext>
                  </a:extLst>
                </p14:cNvPr>
                <p14:cNvContentPartPr/>
                <p14:nvPr/>
              </p14:nvContentPartPr>
              <p14:xfrm>
                <a:off x="9373487" y="3636382"/>
                <a:ext cx="93240" cy="145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CB1BE1C-A8DF-92D3-B3C0-28934974B07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55487" y="3618742"/>
                  <a:ext cx="128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A3687B2-E6DE-F4FE-AF4A-345E123E66C2}"/>
                    </a:ext>
                  </a:extLst>
                </p14:cNvPr>
                <p14:cNvContentPartPr/>
                <p14:nvPr/>
              </p14:nvContentPartPr>
              <p14:xfrm>
                <a:off x="9333887" y="3649342"/>
                <a:ext cx="150840" cy="176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A3687B2-E6DE-F4FE-AF4A-345E123E66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15887" y="3631702"/>
                  <a:ext cx="18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F90CB00-C8BB-BA56-6849-EFC153933478}"/>
                    </a:ext>
                  </a:extLst>
                </p14:cNvPr>
                <p14:cNvContentPartPr/>
                <p14:nvPr/>
              </p14:nvContentPartPr>
              <p14:xfrm>
                <a:off x="9617207" y="3583822"/>
                <a:ext cx="155880" cy="221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F90CB00-C8BB-BA56-6849-EFC1539334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99567" y="3566182"/>
                  <a:ext cx="191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D8B3072-B6BE-B194-23B2-1B1149521410}"/>
                    </a:ext>
                  </a:extLst>
                </p14:cNvPr>
                <p14:cNvContentPartPr/>
                <p14:nvPr/>
              </p14:nvContentPartPr>
              <p14:xfrm>
                <a:off x="9521087" y="3927982"/>
                <a:ext cx="330480" cy="25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D8B3072-B6BE-B194-23B2-1B114952141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03447" y="3909982"/>
                  <a:ext cx="366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EE5776B-8B8A-8912-63A4-DD85E6D6166E}"/>
                    </a:ext>
                  </a:extLst>
                </p14:cNvPr>
                <p14:cNvContentPartPr/>
                <p14:nvPr/>
              </p14:nvContentPartPr>
              <p14:xfrm>
                <a:off x="9534407" y="4056502"/>
                <a:ext cx="160920" cy="251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EE5776B-8B8A-8912-63A4-DD85E6D616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16407" y="4038862"/>
                  <a:ext cx="1965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575EBAC-2122-CF93-27A7-D1163A8200F2}"/>
                    </a:ext>
                  </a:extLst>
                </p14:cNvPr>
                <p14:cNvContentPartPr/>
                <p14:nvPr/>
              </p14:nvContentPartPr>
              <p14:xfrm>
                <a:off x="9668327" y="3961822"/>
                <a:ext cx="179640" cy="64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575EBAC-2122-CF93-27A7-D1163A8200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50687" y="3944182"/>
                  <a:ext cx="2152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F9F6965-8586-B58B-72CC-32E1890CE2B5}"/>
              </a:ext>
            </a:extLst>
          </p:cNvPr>
          <p:cNvGrpSpPr/>
          <p:nvPr/>
        </p:nvGrpSpPr>
        <p:grpSpPr>
          <a:xfrm>
            <a:off x="10116167" y="3607582"/>
            <a:ext cx="1350000" cy="709920"/>
            <a:chOff x="10116167" y="3607582"/>
            <a:chExt cx="135000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A3A4AC4-EB43-D101-F1B7-3F33F6FCDC1C}"/>
                    </a:ext>
                  </a:extLst>
                </p14:cNvPr>
                <p14:cNvContentPartPr/>
                <p14:nvPr/>
              </p14:nvContentPartPr>
              <p14:xfrm>
                <a:off x="10116167" y="3728182"/>
                <a:ext cx="172080" cy="16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A3A4AC4-EB43-D101-F1B7-3F33F6FCDC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98527" y="3710182"/>
                  <a:ext cx="20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186E5A1-5756-A20F-F50A-A565A76EE4F0}"/>
                    </a:ext>
                  </a:extLst>
                </p14:cNvPr>
                <p14:cNvContentPartPr/>
                <p14:nvPr/>
              </p14:nvContentPartPr>
              <p14:xfrm>
                <a:off x="10157927" y="3634942"/>
                <a:ext cx="65520" cy="234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186E5A1-5756-A20F-F50A-A565A76EE4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40287" y="3616942"/>
                  <a:ext cx="101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2E12553-2FD5-19A4-4E67-CCA162B06016}"/>
                    </a:ext>
                  </a:extLst>
                </p14:cNvPr>
                <p14:cNvContentPartPr/>
                <p14:nvPr/>
              </p14:nvContentPartPr>
              <p14:xfrm>
                <a:off x="10426847" y="3617662"/>
                <a:ext cx="160920" cy="59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2E12553-2FD5-19A4-4E67-CCA162B060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08847" y="3599662"/>
                  <a:ext cx="196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C19E0E6-9C6D-A865-A5B4-2FC65D2725BF}"/>
                    </a:ext>
                  </a:extLst>
                </p14:cNvPr>
                <p14:cNvContentPartPr/>
                <p14:nvPr/>
              </p14:nvContentPartPr>
              <p14:xfrm>
                <a:off x="10405247" y="3634942"/>
                <a:ext cx="181800" cy="223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C19E0E6-9C6D-A865-A5B4-2FC65D2725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87607" y="3616942"/>
                  <a:ext cx="217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DB33B7A-09C3-5260-0271-7F1BD18EEC81}"/>
                    </a:ext>
                  </a:extLst>
                </p14:cNvPr>
                <p14:cNvContentPartPr/>
                <p14:nvPr/>
              </p14:nvContentPartPr>
              <p14:xfrm>
                <a:off x="10707647" y="3663382"/>
                <a:ext cx="105840" cy="149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DB33B7A-09C3-5260-0271-7F1BD18EEC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89647" y="3645382"/>
                  <a:ext cx="141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C98041C-3C82-6503-B71E-EEB66FB0BFEF}"/>
                    </a:ext>
                  </a:extLst>
                </p14:cNvPr>
                <p14:cNvContentPartPr/>
                <p14:nvPr/>
              </p14:nvContentPartPr>
              <p14:xfrm>
                <a:off x="10664447" y="3674182"/>
                <a:ext cx="188280" cy="189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C98041C-3C82-6503-B71E-EEB66FB0BFE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46447" y="3656182"/>
                  <a:ext cx="223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F3C3419-7FFA-780D-2A94-403B9982A714}"/>
                    </a:ext>
                  </a:extLst>
                </p14:cNvPr>
                <p14:cNvContentPartPr/>
                <p14:nvPr/>
              </p14:nvContentPartPr>
              <p14:xfrm>
                <a:off x="10927607" y="3718462"/>
                <a:ext cx="155160" cy="34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F3C3419-7FFA-780D-2A94-403B9982A7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09967" y="3700462"/>
                  <a:ext cx="190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6A9BDA-8B6B-12B0-EDB3-403F812077ED}"/>
                    </a:ext>
                  </a:extLst>
                </p14:cNvPr>
                <p14:cNvContentPartPr/>
                <p14:nvPr/>
              </p14:nvContentPartPr>
              <p14:xfrm>
                <a:off x="11174567" y="3607582"/>
                <a:ext cx="291600" cy="179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6A9BDA-8B6B-12B0-EDB3-403F812077E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56567" y="3589582"/>
                  <a:ext cx="327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BAF8606-75B3-45A9-07A4-71A85EBCAECB}"/>
                    </a:ext>
                  </a:extLst>
                </p14:cNvPr>
                <p14:cNvContentPartPr/>
                <p14:nvPr/>
              </p14:nvContentPartPr>
              <p14:xfrm>
                <a:off x="11039207" y="3939862"/>
                <a:ext cx="299520" cy="25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BAF8606-75B3-45A9-07A4-71A85EBCAEC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21207" y="3921862"/>
                  <a:ext cx="335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58F5C1C-AB13-D2FE-4D12-B0C597AC61AE}"/>
                    </a:ext>
                  </a:extLst>
                </p14:cNvPr>
                <p14:cNvContentPartPr/>
                <p14:nvPr/>
              </p14:nvContentPartPr>
              <p14:xfrm>
                <a:off x="11033807" y="4095022"/>
                <a:ext cx="156600" cy="222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58F5C1C-AB13-D2FE-4D12-B0C597AC61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15807" y="4077022"/>
                  <a:ext cx="192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52E2327-A9D8-BA20-CA5D-10B2D30C1A2F}"/>
                    </a:ext>
                  </a:extLst>
                </p14:cNvPr>
                <p14:cNvContentPartPr/>
                <p14:nvPr/>
              </p14:nvContentPartPr>
              <p14:xfrm>
                <a:off x="11159807" y="4057222"/>
                <a:ext cx="155520" cy="62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52E2327-A9D8-BA20-CA5D-10B2D30C1A2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41807" y="4039582"/>
                  <a:ext cx="1911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7ADDB86-C101-1224-64A9-2C7EFCB0BD2E}"/>
                  </a:ext>
                </a:extLst>
              </p14:cNvPr>
              <p14:cNvContentPartPr/>
              <p14:nvPr/>
            </p14:nvContentPartPr>
            <p14:xfrm>
              <a:off x="9668327" y="4888822"/>
              <a:ext cx="223200" cy="471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7ADDB86-C101-1224-64A9-2C7EFCB0BD2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650327" y="4870822"/>
                <a:ext cx="2588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D9D694D0-3F6F-5CFF-3CD0-B3DF4317BCA1}"/>
                  </a:ext>
                </a:extLst>
              </p14:cNvPr>
              <p14:cNvContentPartPr/>
              <p14:nvPr/>
            </p14:nvContentPartPr>
            <p14:xfrm>
              <a:off x="9749327" y="5055502"/>
              <a:ext cx="198360" cy="180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D9D694D0-3F6F-5CFF-3CD0-B3DF4317BCA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731687" y="5037502"/>
                <a:ext cx="23400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F2F0293-8E3C-BBCC-A573-5B9973780E63}"/>
              </a:ext>
            </a:extLst>
          </p:cNvPr>
          <p:cNvGrpSpPr/>
          <p:nvPr/>
        </p:nvGrpSpPr>
        <p:grpSpPr>
          <a:xfrm>
            <a:off x="10261607" y="4564102"/>
            <a:ext cx="1261440" cy="779760"/>
            <a:chOff x="10261607" y="4564102"/>
            <a:chExt cx="1261440" cy="77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6B89F8F-9990-6AE1-FD12-7423CFD0471C}"/>
                    </a:ext>
                  </a:extLst>
                </p14:cNvPr>
                <p14:cNvContentPartPr/>
                <p14:nvPr/>
              </p14:nvContentPartPr>
              <p14:xfrm>
                <a:off x="10773167" y="5105542"/>
                <a:ext cx="183600" cy="238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6B89F8F-9990-6AE1-FD12-7423CFD0471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55167" y="5087902"/>
                  <a:ext cx="219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9A19EE8-6BA1-698A-981E-3B03CEE03B6B}"/>
                    </a:ext>
                  </a:extLst>
                </p14:cNvPr>
                <p14:cNvContentPartPr/>
                <p14:nvPr/>
              </p14:nvContentPartPr>
              <p14:xfrm>
                <a:off x="10823207" y="5046862"/>
                <a:ext cx="266760" cy="70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9A19EE8-6BA1-698A-981E-3B03CEE03B6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05207" y="5028862"/>
                  <a:ext cx="302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9A3E5BD-2685-D3B0-5110-6F8A14F7C861}"/>
                    </a:ext>
                  </a:extLst>
                </p14:cNvPr>
                <p14:cNvContentPartPr/>
                <p14:nvPr/>
              </p14:nvContentPartPr>
              <p14:xfrm>
                <a:off x="10261607" y="4937062"/>
                <a:ext cx="879840" cy="66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9A3E5BD-2685-D3B0-5110-6F8A14F7C8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43967" y="4919422"/>
                  <a:ext cx="915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35F7ED1-C1A5-B7D6-8AA7-ACA5425DFD40}"/>
                    </a:ext>
                  </a:extLst>
                </p14:cNvPr>
                <p14:cNvContentPartPr/>
                <p14:nvPr/>
              </p14:nvContentPartPr>
              <p14:xfrm>
                <a:off x="10315247" y="4632862"/>
                <a:ext cx="253440" cy="246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35F7ED1-C1A5-B7D6-8AA7-ACA5425DFD4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97247" y="4615222"/>
                  <a:ext cx="289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6E32CD7-82E3-E639-4A6E-C7C32C8EC7FE}"/>
                    </a:ext>
                  </a:extLst>
                </p14:cNvPr>
                <p14:cNvContentPartPr/>
                <p14:nvPr/>
              </p14:nvContentPartPr>
              <p14:xfrm>
                <a:off x="10657247" y="4646902"/>
                <a:ext cx="35280" cy="21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6E32CD7-82E3-E639-4A6E-C7C32C8EC7F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39247" y="4628902"/>
                  <a:ext cx="70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7EE71FA-B844-ABBD-1DC9-3109FF73450A}"/>
                    </a:ext>
                  </a:extLst>
                </p14:cNvPr>
                <p14:cNvContentPartPr/>
                <p14:nvPr/>
              </p14:nvContentPartPr>
              <p14:xfrm>
                <a:off x="10845527" y="4742662"/>
                <a:ext cx="160920" cy="47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7EE71FA-B844-ABBD-1DC9-3109FF73450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27527" y="4724662"/>
                  <a:ext cx="196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803D3FD-55FC-A301-7B69-678616C4A954}"/>
                    </a:ext>
                  </a:extLst>
                </p14:cNvPr>
                <p14:cNvContentPartPr/>
                <p14:nvPr/>
              </p14:nvContentPartPr>
              <p14:xfrm>
                <a:off x="11144327" y="4564102"/>
                <a:ext cx="40320" cy="216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803D3FD-55FC-A301-7B69-678616C4A9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26327" y="4546102"/>
                  <a:ext cx="75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6C56681-9E8C-60FD-6080-7C96495D2195}"/>
                    </a:ext>
                  </a:extLst>
                </p14:cNvPr>
                <p14:cNvContentPartPr/>
                <p14:nvPr/>
              </p14:nvContentPartPr>
              <p14:xfrm>
                <a:off x="11280407" y="4577062"/>
                <a:ext cx="199440" cy="158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6C56681-9E8C-60FD-6080-7C96495D219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62407" y="4559422"/>
                  <a:ext cx="235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18B915D-B7EF-7850-C596-2861CDD8E764}"/>
                    </a:ext>
                  </a:extLst>
                </p14:cNvPr>
                <p14:cNvContentPartPr/>
                <p14:nvPr/>
              </p14:nvContentPartPr>
              <p14:xfrm>
                <a:off x="11514767" y="4926262"/>
                <a:ext cx="8280" cy="2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18B915D-B7EF-7850-C596-2861CDD8E7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496767" y="4908262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7424C801-DCA0-9044-B574-4F93807F87C6}"/>
                  </a:ext>
                </a:extLst>
              </p14:cNvPr>
              <p14:cNvContentPartPr/>
              <p14:nvPr/>
            </p14:nvContentPartPr>
            <p14:xfrm>
              <a:off x="6886607" y="4781542"/>
              <a:ext cx="26280" cy="1184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7424C801-DCA0-9044-B574-4F93807F87C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868967" y="4763542"/>
                <a:ext cx="6192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3413275-09FC-7E5E-8397-B15D51E4F62F}"/>
              </a:ext>
            </a:extLst>
          </p:cNvPr>
          <p:cNvGrpSpPr/>
          <p:nvPr/>
        </p:nvGrpSpPr>
        <p:grpSpPr>
          <a:xfrm>
            <a:off x="8931407" y="5568862"/>
            <a:ext cx="1041120" cy="607320"/>
            <a:chOff x="8931407" y="5568862"/>
            <a:chExt cx="1041120" cy="60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C2FD1C1-EDBB-4D80-E8E2-D1AA92713EFA}"/>
                    </a:ext>
                  </a:extLst>
                </p14:cNvPr>
                <p14:cNvContentPartPr/>
                <p14:nvPr/>
              </p14:nvContentPartPr>
              <p14:xfrm>
                <a:off x="8931407" y="5568862"/>
                <a:ext cx="183960" cy="327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C2FD1C1-EDBB-4D80-E8E2-D1AA92713E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13407" y="5550862"/>
                  <a:ext cx="219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97C64DA-90EC-A70F-606A-4613466E8C90}"/>
                    </a:ext>
                  </a:extLst>
                </p14:cNvPr>
                <p14:cNvContentPartPr/>
                <p14:nvPr/>
              </p14:nvContentPartPr>
              <p14:xfrm>
                <a:off x="9259727" y="5640862"/>
                <a:ext cx="119880" cy="160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97C64DA-90EC-A70F-606A-4613466E8C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42087" y="5623222"/>
                  <a:ext cx="155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E099218-1D3E-7B6F-9937-11BC729B6EB1}"/>
                    </a:ext>
                  </a:extLst>
                </p14:cNvPr>
                <p14:cNvContentPartPr/>
                <p14:nvPr/>
              </p14:nvContentPartPr>
              <p14:xfrm>
                <a:off x="9211847" y="5675062"/>
                <a:ext cx="224640" cy="160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E099218-1D3E-7B6F-9937-11BC729B6E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93847" y="5657062"/>
                  <a:ext cx="260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317802C-CD94-C72D-E4B1-2788296CF0CB}"/>
                    </a:ext>
                  </a:extLst>
                </p14:cNvPr>
                <p14:cNvContentPartPr/>
                <p14:nvPr/>
              </p14:nvContentPartPr>
              <p14:xfrm>
                <a:off x="9514607" y="5698102"/>
                <a:ext cx="129600" cy="8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317802C-CD94-C72D-E4B1-2788296CF0C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96607" y="5680102"/>
                  <a:ext cx="165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564EBBD-4D29-B710-11B7-3AE9821F3FB7}"/>
                    </a:ext>
                  </a:extLst>
                </p14:cNvPr>
                <p14:cNvContentPartPr/>
                <p14:nvPr/>
              </p14:nvContentPartPr>
              <p14:xfrm>
                <a:off x="9696767" y="5608102"/>
                <a:ext cx="275760" cy="186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564EBBD-4D29-B710-11B7-3AE9821F3FB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78767" y="5590102"/>
                  <a:ext cx="311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42BF656-9C2D-C894-DF57-1D96A72E85DB}"/>
                    </a:ext>
                  </a:extLst>
                </p14:cNvPr>
                <p14:cNvContentPartPr/>
                <p14:nvPr/>
              </p14:nvContentPartPr>
              <p14:xfrm>
                <a:off x="9629447" y="5884942"/>
                <a:ext cx="182160" cy="43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2BF656-9C2D-C894-DF57-1D96A72E85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11807" y="5866942"/>
                  <a:ext cx="217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6BD7656-6460-FDC9-410C-0CC2C88B8D10}"/>
                    </a:ext>
                  </a:extLst>
                </p14:cNvPr>
                <p14:cNvContentPartPr/>
                <p14:nvPr/>
              </p14:nvContentPartPr>
              <p14:xfrm>
                <a:off x="9616127" y="5974582"/>
                <a:ext cx="154080" cy="201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6BD7656-6460-FDC9-410C-0CC2C88B8D1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98127" y="5956582"/>
                  <a:ext cx="1897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58ADC37-558B-34CE-DEF1-A3722B6F0D66}"/>
                    </a:ext>
                  </a:extLst>
                </p14:cNvPr>
                <p14:cNvContentPartPr/>
                <p14:nvPr/>
              </p14:nvContentPartPr>
              <p14:xfrm>
                <a:off x="9800087" y="5825542"/>
                <a:ext cx="140760" cy="69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58ADC37-558B-34CE-DEF1-A3722B6F0D6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2447" y="5807542"/>
                  <a:ext cx="1764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EF71B69-38F8-8F27-5A1D-B2B7E3DEEF24}"/>
              </a:ext>
            </a:extLst>
          </p:cNvPr>
          <p:cNvGrpSpPr/>
          <p:nvPr/>
        </p:nvGrpSpPr>
        <p:grpSpPr>
          <a:xfrm>
            <a:off x="10285007" y="5623222"/>
            <a:ext cx="1227960" cy="649440"/>
            <a:chOff x="10285007" y="5623222"/>
            <a:chExt cx="12279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762A3F0-194F-1172-99FA-08AC04AD45F6}"/>
                    </a:ext>
                  </a:extLst>
                </p14:cNvPr>
                <p14:cNvContentPartPr/>
                <p14:nvPr/>
              </p14:nvContentPartPr>
              <p14:xfrm>
                <a:off x="10285007" y="5690182"/>
                <a:ext cx="237240" cy="46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762A3F0-194F-1172-99FA-08AC04AD45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67367" y="5672182"/>
                  <a:ext cx="272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C6187AA-22A5-BF36-A767-1342D6943197}"/>
                    </a:ext>
                  </a:extLst>
                </p14:cNvPr>
                <p14:cNvContentPartPr/>
                <p14:nvPr/>
              </p14:nvContentPartPr>
              <p14:xfrm>
                <a:off x="10382567" y="5623222"/>
                <a:ext cx="72360" cy="220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C6187AA-22A5-BF36-A767-1342D69431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364927" y="5605582"/>
                  <a:ext cx="108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E0C6B36-0FE5-F189-3A9F-96F0D7C7AB0D}"/>
                    </a:ext>
                  </a:extLst>
                </p14:cNvPr>
                <p14:cNvContentPartPr/>
                <p14:nvPr/>
              </p14:nvContentPartPr>
              <p14:xfrm>
                <a:off x="10663007" y="5637622"/>
                <a:ext cx="147600" cy="43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E0C6B36-0FE5-F189-3A9F-96F0D7C7AB0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45007" y="5619622"/>
                  <a:ext cx="183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13E828D-C6B5-0E6D-E6F8-687B0309DFB7}"/>
                    </a:ext>
                  </a:extLst>
                </p14:cNvPr>
                <p14:cNvContentPartPr/>
                <p14:nvPr/>
              </p14:nvContentPartPr>
              <p14:xfrm>
                <a:off x="10610087" y="5648422"/>
                <a:ext cx="154800" cy="2250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13E828D-C6B5-0E6D-E6F8-687B0309DFB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592087" y="5630782"/>
                  <a:ext cx="190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FC306C0-30A3-5FCA-EE05-A064D7BB39E9}"/>
                    </a:ext>
                  </a:extLst>
                </p14:cNvPr>
                <p14:cNvContentPartPr/>
                <p14:nvPr/>
              </p14:nvContentPartPr>
              <p14:xfrm>
                <a:off x="10965407" y="5672182"/>
                <a:ext cx="64080" cy="115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FC306C0-30A3-5FCA-EE05-A064D7BB39E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47767" y="5654182"/>
                  <a:ext cx="99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C444F91-E93A-413A-8F41-DE42BC499718}"/>
                    </a:ext>
                  </a:extLst>
                </p14:cNvPr>
                <p14:cNvContentPartPr/>
                <p14:nvPr/>
              </p14:nvContentPartPr>
              <p14:xfrm>
                <a:off x="10896287" y="5660302"/>
                <a:ext cx="175320" cy="138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C444F91-E93A-413A-8F41-DE42BC49971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78287" y="5642302"/>
                  <a:ext cx="210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C639FFE-B302-1392-0B8E-1562C59151C0}"/>
                    </a:ext>
                  </a:extLst>
                </p14:cNvPr>
                <p14:cNvContentPartPr/>
                <p14:nvPr/>
              </p14:nvContentPartPr>
              <p14:xfrm>
                <a:off x="11201567" y="5626462"/>
                <a:ext cx="148680" cy="2610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C639FFE-B302-1392-0B8E-1562C59151C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83927" y="5608462"/>
                  <a:ext cx="184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EFAB70B-A35E-C449-0C90-62B6722B4FED}"/>
                    </a:ext>
                  </a:extLst>
                </p14:cNvPr>
                <p14:cNvContentPartPr/>
                <p14:nvPr/>
              </p14:nvContentPartPr>
              <p14:xfrm>
                <a:off x="11023367" y="5933542"/>
                <a:ext cx="246600" cy="44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EFAB70B-A35E-C449-0C90-62B6722B4F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05367" y="5915902"/>
                  <a:ext cx="282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3FADE5F-3DAF-D903-7A81-4382A7C7CB26}"/>
                    </a:ext>
                  </a:extLst>
                </p14:cNvPr>
                <p14:cNvContentPartPr/>
                <p14:nvPr/>
              </p14:nvContentPartPr>
              <p14:xfrm>
                <a:off x="11039567" y="6084742"/>
                <a:ext cx="181440" cy="1879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3FADE5F-3DAF-D903-7A81-4382A7C7CB2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21927" y="6066742"/>
                  <a:ext cx="2170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F8EA176-3838-6114-C16B-45D8B972A9FC}"/>
                    </a:ext>
                  </a:extLst>
                </p14:cNvPr>
                <p14:cNvContentPartPr/>
                <p14:nvPr/>
              </p14:nvContentPartPr>
              <p14:xfrm>
                <a:off x="11208407" y="6017782"/>
                <a:ext cx="304560" cy="36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F8EA176-3838-6114-C16B-45D8B972A9F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90767" y="5999782"/>
                  <a:ext cx="34020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E817DC15-74C6-C07D-69C5-667F4B8FE354}"/>
              </a:ext>
            </a:extLst>
          </p:cNvPr>
          <p:cNvGrpSpPr/>
          <p:nvPr/>
        </p:nvGrpSpPr>
        <p:grpSpPr>
          <a:xfrm>
            <a:off x="9419927" y="6390382"/>
            <a:ext cx="465480" cy="182520"/>
            <a:chOff x="9419927" y="6390382"/>
            <a:chExt cx="46548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0ED4862-0A55-A879-17D3-3669A747B05C}"/>
                    </a:ext>
                  </a:extLst>
                </p14:cNvPr>
                <p14:cNvContentPartPr/>
                <p14:nvPr/>
              </p14:nvContentPartPr>
              <p14:xfrm>
                <a:off x="9419927" y="6493702"/>
                <a:ext cx="89280" cy="5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0ED4862-0A55-A879-17D3-3669A747B05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02287" y="6475702"/>
                  <a:ext cx="124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516A2B2-FBD2-097D-68A0-B3A0E098F612}"/>
                    </a:ext>
                  </a:extLst>
                </p14:cNvPr>
                <p14:cNvContentPartPr/>
                <p14:nvPr/>
              </p14:nvContentPartPr>
              <p14:xfrm>
                <a:off x="9600647" y="6390382"/>
                <a:ext cx="47520" cy="146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516A2B2-FBD2-097D-68A0-B3A0E098F61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82647" y="6372382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6C543A4-525D-6BED-DCE6-82F9079C5055}"/>
                    </a:ext>
                  </a:extLst>
                </p14:cNvPr>
                <p14:cNvContentPartPr/>
                <p14:nvPr/>
              </p14:nvContentPartPr>
              <p14:xfrm>
                <a:off x="9778487" y="6399022"/>
                <a:ext cx="106920" cy="173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6C543A4-525D-6BED-DCE6-82F9079C505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60487" y="6381022"/>
                  <a:ext cx="1425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774B145-6D78-67FA-93E7-DFE25E2BF840}"/>
              </a:ext>
            </a:extLst>
          </p:cNvPr>
          <p:cNvGrpSpPr/>
          <p:nvPr/>
        </p:nvGrpSpPr>
        <p:grpSpPr>
          <a:xfrm>
            <a:off x="9499487" y="6690622"/>
            <a:ext cx="393120" cy="246960"/>
            <a:chOff x="9499487" y="6690622"/>
            <a:chExt cx="39312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6994556-F129-DC09-D05B-8B50D918FAA4}"/>
                    </a:ext>
                  </a:extLst>
                </p14:cNvPr>
                <p14:cNvContentPartPr/>
                <p14:nvPr/>
              </p14:nvContentPartPr>
              <p14:xfrm>
                <a:off x="9499487" y="6690622"/>
                <a:ext cx="297000" cy="35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6994556-F129-DC09-D05B-8B50D918FA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81487" y="6672982"/>
                  <a:ext cx="332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6C482EC-B2A4-0571-76B5-007CA5B6C5AE}"/>
                    </a:ext>
                  </a:extLst>
                </p14:cNvPr>
                <p14:cNvContentPartPr/>
                <p14:nvPr/>
              </p14:nvContentPartPr>
              <p14:xfrm>
                <a:off x="9683447" y="6740302"/>
                <a:ext cx="114120" cy="197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6C482EC-B2A4-0571-76B5-007CA5B6C5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65447" y="6722302"/>
                  <a:ext cx="149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9B6BA4C-221C-3482-730A-F3A9CC5EEF1A}"/>
                    </a:ext>
                  </a:extLst>
                </p14:cNvPr>
                <p14:cNvContentPartPr/>
                <p14:nvPr/>
              </p14:nvContentPartPr>
              <p14:xfrm>
                <a:off x="9748247" y="6722437"/>
                <a:ext cx="144360" cy="54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9B6BA4C-221C-3482-730A-F3A9CC5EEF1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730247" y="6704797"/>
                  <a:ext cx="180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BBC56AB-3367-65BF-0AA3-4639B96C427D}"/>
              </a:ext>
            </a:extLst>
          </p:cNvPr>
          <p:cNvGrpSpPr/>
          <p:nvPr/>
        </p:nvGrpSpPr>
        <p:grpSpPr>
          <a:xfrm>
            <a:off x="10305527" y="6368197"/>
            <a:ext cx="798480" cy="603360"/>
            <a:chOff x="10305527" y="6368197"/>
            <a:chExt cx="798480" cy="60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532FA2A-C336-D95B-4D94-DCB9B6718320}"/>
                    </a:ext>
                  </a:extLst>
                </p14:cNvPr>
                <p14:cNvContentPartPr/>
                <p14:nvPr/>
              </p14:nvContentPartPr>
              <p14:xfrm>
                <a:off x="10305527" y="6467197"/>
                <a:ext cx="196920" cy="47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532FA2A-C336-D95B-4D94-DCB9B671832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87887" y="6449197"/>
                  <a:ext cx="232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3397F78-3560-A511-7A88-9C3547E7DC8A}"/>
                    </a:ext>
                  </a:extLst>
                </p14:cNvPr>
                <p14:cNvContentPartPr/>
                <p14:nvPr/>
              </p14:nvContentPartPr>
              <p14:xfrm>
                <a:off x="10395887" y="6388357"/>
                <a:ext cx="40680" cy="187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3397F78-3560-A511-7A88-9C3547E7DC8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77887" y="6370357"/>
                  <a:ext cx="76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78C211E-510D-5713-C9AC-97DE4EC146BB}"/>
                    </a:ext>
                  </a:extLst>
                </p14:cNvPr>
                <p14:cNvContentPartPr/>
                <p14:nvPr/>
              </p14:nvContentPartPr>
              <p14:xfrm>
                <a:off x="10687847" y="6399157"/>
                <a:ext cx="28800" cy="1303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78C211E-510D-5713-C9AC-97DE4EC146B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69847" y="6381157"/>
                  <a:ext cx="64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B5E44A9-F185-816E-0F7E-6D299097D8A9}"/>
                    </a:ext>
                  </a:extLst>
                </p14:cNvPr>
                <p14:cNvContentPartPr/>
                <p14:nvPr/>
              </p14:nvContentPartPr>
              <p14:xfrm>
                <a:off x="10795847" y="6452077"/>
                <a:ext cx="117360" cy="139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B5E44A9-F185-816E-0F7E-6D299097D8A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778207" y="6434437"/>
                  <a:ext cx="153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EEB85BB-12AF-1DFA-6FAA-66EC1AB0FCC5}"/>
                    </a:ext>
                  </a:extLst>
                </p14:cNvPr>
                <p14:cNvContentPartPr/>
                <p14:nvPr/>
              </p14:nvContentPartPr>
              <p14:xfrm>
                <a:off x="10813847" y="6368197"/>
                <a:ext cx="231840" cy="738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EEB85BB-12AF-1DFA-6FAA-66EC1AB0FCC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96207" y="6350197"/>
                  <a:ext cx="267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FBC3BBC-4289-73B5-8D04-4E08340047BB}"/>
                    </a:ext>
                  </a:extLst>
                </p14:cNvPr>
                <p14:cNvContentPartPr/>
                <p14:nvPr/>
              </p14:nvContentPartPr>
              <p14:xfrm>
                <a:off x="10394087" y="6648637"/>
                <a:ext cx="709920" cy="950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FBC3BBC-4289-73B5-8D04-4E08340047B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76087" y="6630997"/>
                  <a:ext cx="745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9F449D5-5ED2-EDE0-D64A-09979B247297}"/>
                    </a:ext>
                  </a:extLst>
                </p14:cNvPr>
                <p14:cNvContentPartPr/>
                <p14:nvPr/>
              </p14:nvContentPartPr>
              <p14:xfrm>
                <a:off x="10771367" y="6820717"/>
                <a:ext cx="117000" cy="150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9F449D5-5ED2-EDE0-D64A-09979B24729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3367" y="6803077"/>
                  <a:ext cx="152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9851056-7798-D31A-1C5E-566041E2D5A1}"/>
                    </a:ext>
                  </a:extLst>
                </p14:cNvPr>
                <p14:cNvContentPartPr/>
                <p14:nvPr/>
              </p14:nvContentPartPr>
              <p14:xfrm>
                <a:off x="10862807" y="6715237"/>
                <a:ext cx="185400" cy="640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9851056-7798-D31A-1C5E-566041E2D5A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44807" y="6697237"/>
                  <a:ext cx="2210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E80703F-4091-30C1-EE0C-60956375AC4B}"/>
              </a:ext>
            </a:extLst>
          </p:cNvPr>
          <p:cNvGrpSpPr/>
          <p:nvPr/>
        </p:nvGrpSpPr>
        <p:grpSpPr>
          <a:xfrm>
            <a:off x="11411447" y="6231397"/>
            <a:ext cx="635400" cy="607680"/>
            <a:chOff x="11411447" y="6231397"/>
            <a:chExt cx="635400" cy="60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5286B9F-50F0-0DD7-CFBF-932BAD1F5497}"/>
                    </a:ext>
                  </a:extLst>
                </p14:cNvPr>
                <p14:cNvContentPartPr/>
                <p14:nvPr/>
              </p14:nvContentPartPr>
              <p14:xfrm>
                <a:off x="11411447" y="6439117"/>
                <a:ext cx="100800" cy="133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5286B9F-50F0-0DD7-CFBF-932BAD1F54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93807" y="6421477"/>
                  <a:ext cx="136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007FC11-C7DF-229A-54E3-5520D0FB82B6}"/>
                    </a:ext>
                  </a:extLst>
                </p14:cNvPr>
                <p14:cNvContentPartPr/>
                <p14:nvPr/>
              </p14:nvContentPartPr>
              <p14:xfrm>
                <a:off x="11433047" y="6491317"/>
                <a:ext cx="146880" cy="24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007FC11-C7DF-229A-54E3-5520D0FB82B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15047" y="6473317"/>
                  <a:ext cx="1825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09795F8-24B1-EBDF-C0B9-FE5135DD4D79}"/>
                    </a:ext>
                  </a:extLst>
                </p14:cNvPr>
                <p14:cNvContentPartPr/>
                <p14:nvPr/>
              </p14:nvContentPartPr>
              <p14:xfrm>
                <a:off x="11815727" y="6231397"/>
                <a:ext cx="72720" cy="257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09795F8-24B1-EBDF-C0B9-FE5135DD4D7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98087" y="6213757"/>
                  <a:ext cx="108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185947E-84B1-A64B-C61E-08301CFBA04D}"/>
                    </a:ext>
                  </a:extLst>
                </p14:cNvPr>
                <p14:cNvContentPartPr/>
                <p14:nvPr/>
              </p14:nvContentPartPr>
              <p14:xfrm>
                <a:off x="11673167" y="6547477"/>
                <a:ext cx="236160" cy="1407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185947E-84B1-A64B-C61E-08301CFBA0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55167" y="6529837"/>
                  <a:ext cx="271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E775E5C-23FF-724E-A14D-91E6249311DF}"/>
                    </a:ext>
                  </a:extLst>
                </p14:cNvPr>
                <p14:cNvContentPartPr/>
                <p14:nvPr/>
              </p14:nvContentPartPr>
              <p14:xfrm>
                <a:off x="11745527" y="6682837"/>
                <a:ext cx="118440" cy="1562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E775E5C-23FF-724E-A14D-91E6249311D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27527" y="6665197"/>
                  <a:ext cx="154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3F04FDB-1DCD-CE8C-19EC-C908732B0ECE}"/>
                    </a:ext>
                  </a:extLst>
                </p14:cNvPr>
                <p14:cNvContentPartPr/>
                <p14:nvPr/>
              </p14:nvContentPartPr>
              <p14:xfrm>
                <a:off x="11856767" y="6606877"/>
                <a:ext cx="190080" cy="43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3F04FDB-1DCD-CE8C-19EC-C908732B0EC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838767" y="6588877"/>
                  <a:ext cx="22572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9A836AA8-8BB5-1E10-EB4F-0C132B57149D}"/>
                  </a:ext>
                </a:extLst>
              </p14:cNvPr>
              <p14:cNvContentPartPr/>
              <p14:nvPr/>
            </p14:nvContentPartPr>
            <p14:xfrm>
              <a:off x="3273647" y="3545797"/>
              <a:ext cx="2452680" cy="1612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9A836AA8-8BB5-1E10-EB4F-0C132B57149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256007" y="3528157"/>
                <a:ext cx="248832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oup 357">
            <a:extLst>
              <a:ext uri="{FF2B5EF4-FFF2-40B4-BE49-F238E27FC236}">
                <a16:creationId xmlns:a16="http://schemas.microsoft.com/office/drawing/2014/main" id="{99FE3B0F-ACEA-BA9C-7A52-C9D1AFAC2F8E}"/>
              </a:ext>
            </a:extLst>
          </p:cNvPr>
          <p:cNvGrpSpPr/>
          <p:nvPr/>
        </p:nvGrpSpPr>
        <p:grpSpPr>
          <a:xfrm>
            <a:off x="300767" y="1593022"/>
            <a:ext cx="7806960" cy="5160375"/>
            <a:chOff x="300767" y="1593022"/>
            <a:chExt cx="7806960" cy="516037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46F7816-F68D-F06D-2CA4-E20EBB0D77F3}"/>
                    </a:ext>
                  </a:extLst>
                </p14:cNvPr>
                <p14:cNvContentPartPr/>
                <p14:nvPr/>
              </p14:nvContentPartPr>
              <p14:xfrm>
                <a:off x="4688447" y="2199262"/>
                <a:ext cx="28440" cy="230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46F7816-F68D-F06D-2CA4-E20EBB0D77F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70807" y="2181622"/>
                  <a:ext cx="64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1902A56-F130-0AB8-913D-6998AA245541}"/>
                    </a:ext>
                  </a:extLst>
                </p14:cNvPr>
                <p14:cNvContentPartPr/>
                <p14:nvPr/>
              </p14:nvContentPartPr>
              <p14:xfrm>
                <a:off x="5731367" y="2158222"/>
                <a:ext cx="162000" cy="249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1902A56-F130-0AB8-913D-6998AA24554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713727" y="2140222"/>
                  <a:ext cx="197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49388A-E219-7E19-BA63-6E10EFC1EC3C}"/>
                    </a:ext>
                  </a:extLst>
                </p14:cNvPr>
                <p14:cNvContentPartPr/>
                <p14:nvPr/>
              </p14:nvContentPartPr>
              <p14:xfrm>
                <a:off x="5850887" y="2406982"/>
                <a:ext cx="163440" cy="150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49388A-E219-7E19-BA63-6E10EFC1EC3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32887" y="2389342"/>
                  <a:ext cx="199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7EFADF-099E-798B-9FDA-D136A3B00618}"/>
                    </a:ext>
                  </a:extLst>
                </p14:cNvPr>
                <p14:cNvContentPartPr/>
                <p14:nvPr/>
              </p14:nvContentPartPr>
              <p14:xfrm>
                <a:off x="6105407" y="2484382"/>
                <a:ext cx="124920" cy="181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7EFADF-099E-798B-9FDA-D136A3B0061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87407" y="2466382"/>
                  <a:ext cx="160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43B548-C00E-8909-DEB9-DC430F52A5C5}"/>
                    </a:ext>
                  </a:extLst>
                </p14:cNvPr>
                <p14:cNvContentPartPr/>
                <p14:nvPr/>
              </p14:nvContentPartPr>
              <p14:xfrm>
                <a:off x="6172727" y="2465302"/>
                <a:ext cx="175680" cy="51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43B548-C00E-8909-DEB9-DC430F52A5C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54727" y="2447302"/>
                  <a:ext cx="211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53889F-6EE0-6FCC-2057-B4CB53173D65}"/>
                    </a:ext>
                  </a:extLst>
                </p14:cNvPr>
                <p14:cNvContentPartPr/>
                <p14:nvPr/>
              </p14:nvContentPartPr>
              <p14:xfrm>
                <a:off x="4493687" y="2932222"/>
                <a:ext cx="229680" cy="209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53889F-6EE0-6FCC-2057-B4CB53173D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475687" y="2914222"/>
                  <a:ext cx="265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585B21-E630-014C-74F7-F9C912A413D1}"/>
                    </a:ext>
                  </a:extLst>
                </p14:cNvPr>
                <p14:cNvContentPartPr/>
                <p14:nvPr/>
              </p14:nvContentPartPr>
              <p14:xfrm>
                <a:off x="4622567" y="1671862"/>
                <a:ext cx="117360" cy="259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585B21-E630-014C-74F7-F9C912A413D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604567" y="1653862"/>
                  <a:ext cx="153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0A4BE0B-A3F7-A355-EA41-D6C5E195FB9B}"/>
                    </a:ext>
                  </a:extLst>
                </p14:cNvPr>
                <p14:cNvContentPartPr/>
                <p14:nvPr/>
              </p14:nvContentPartPr>
              <p14:xfrm>
                <a:off x="4749647" y="1857622"/>
                <a:ext cx="210600" cy="13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0A4BE0B-A3F7-A355-EA41-D6C5E195FB9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31647" y="1839622"/>
                  <a:ext cx="246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B900D4F-F79D-5E7D-ABA4-44F045DBB753}"/>
                    </a:ext>
                  </a:extLst>
                </p14:cNvPr>
                <p14:cNvContentPartPr/>
                <p14:nvPr/>
              </p14:nvContentPartPr>
              <p14:xfrm>
                <a:off x="5687087" y="1715422"/>
                <a:ext cx="146880" cy="137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B900D4F-F79D-5E7D-ABA4-44F045DBB75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69447" y="1697782"/>
                  <a:ext cx="182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47F59F1-FA35-466E-EE5C-47A15A2B94F9}"/>
                    </a:ext>
                  </a:extLst>
                </p14:cNvPr>
                <p14:cNvContentPartPr/>
                <p14:nvPr/>
              </p14:nvContentPartPr>
              <p14:xfrm>
                <a:off x="5762327" y="1758982"/>
                <a:ext cx="120960" cy="242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47F59F1-FA35-466E-EE5C-47A15A2B94F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44327" y="1740982"/>
                  <a:ext cx="156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E2D12B-BA49-5ED1-388D-F70E6855D0C1}"/>
                    </a:ext>
                  </a:extLst>
                </p14:cNvPr>
                <p14:cNvContentPartPr/>
                <p14:nvPr/>
              </p14:nvContentPartPr>
              <p14:xfrm>
                <a:off x="5929007" y="1869502"/>
                <a:ext cx="136800" cy="228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E2D12B-BA49-5ED1-388D-F70E6855D0C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11007" y="1851862"/>
                  <a:ext cx="172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0E9974B-4DE7-5A49-3A45-43469F3FC2B5}"/>
                    </a:ext>
                  </a:extLst>
                </p14:cNvPr>
                <p14:cNvContentPartPr/>
                <p14:nvPr/>
              </p14:nvContentPartPr>
              <p14:xfrm>
                <a:off x="6984527" y="2297902"/>
                <a:ext cx="215280" cy="27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0E9974B-4DE7-5A49-3A45-43469F3FC2B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66527" y="2279902"/>
                  <a:ext cx="250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620649-7F15-5E79-8DDE-9DE9F0DBB27E}"/>
                    </a:ext>
                  </a:extLst>
                </p14:cNvPr>
                <p14:cNvContentPartPr/>
                <p14:nvPr/>
              </p14:nvContentPartPr>
              <p14:xfrm>
                <a:off x="7270367" y="2174782"/>
                <a:ext cx="145800" cy="193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620649-7F15-5E79-8DDE-9DE9F0DBB2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52727" y="2157142"/>
                  <a:ext cx="181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2D66B2-DEC3-6CD7-FB50-67AE094F9747}"/>
                    </a:ext>
                  </a:extLst>
                </p14:cNvPr>
                <p14:cNvContentPartPr/>
                <p14:nvPr/>
              </p14:nvContentPartPr>
              <p14:xfrm>
                <a:off x="7299887" y="2395822"/>
                <a:ext cx="224640" cy="161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2D66B2-DEC3-6CD7-FB50-67AE094F974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81887" y="2378182"/>
                  <a:ext cx="260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68CA4D-19F7-AA2C-8294-68B0FEBF82F3}"/>
                    </a:ext>
                  </a:extLst>
                </p14:cNvPr>
                <p14:cNvContentPartPr/>
                <p14:nvPr/>
              </p14:nvContentPartPr>
              <p14:xfrm>
                <a:off x="7446047" y="2499862"/>
                <a:ext cx="177120" cy="220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68CA4D-19F7-AA2C-8294-68B0FEBF82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28407" y="2481862"/>
                  <a:ext cx="212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82438C0-6038-A20F-23BF-86A8F61EDD4E}"/>
                    </a:ext>
                  </a:extLst>
                </p14:cNvPr>
                <p14:cNvContentPartPr/>
                <p14:nvPr/>
              </p14:nvContentPartPr>
              <p14:xfrm>
                <a:off x="7583207" y="2446222"/>
                <a:ext cx="275400" cy="69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82438C0-6038-A20F-23BF-86A8F61EDD4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65567" y="2428222"/>
                  <a:ext cx="311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F0A4E2-42FD-3F95-AEE8-5C7996B432FF}"/>
                    </a:ext>
                  </a:extLst>
                </p14:cNvPr>
                <p14:cNvContentPartPr/>
                <p14:nvPr/>
              </p14:nvContentPartPr>
              <p14:xfrm>
                <a:off x="7151207" y="1729102"/>
                <a:ext cx="97920" cy="146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F0A4E2-42FD-3F95-AEE8-5C7996B432F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33207" y="1711462"/>
                  <a:ext cx="133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365D5EC-BF70-7D58-E6E5-3A3A2CDD6E81}"/>
                    </a:ext>
                  </a:extLst>
                </p14:cNvPr>
                <p14:cNvContentPartPr/>
                <p14:nvPr/>
              </p14:nvContentPartPr>
              <p14:xfrm>
                <a:off x="7144007" y="1754302"/>
                <a:ext cx="190800" cy="281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365D5EC-BF70-7D58-E6E5-3A3A2CDD6E8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26007" y="1736662"/>
                  <a:ext cx="226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8C1D8EB-EB10-8D40-A20B-C4763EAFB2DB}"/>
                    </a:ext>
                  </a:extLst>
                </p14:cNvPr>
                <p14:cNvContentPartPr/>
                <p14:nvPr/>
              </p14:nvContentPartPr>
              <p14:xfrm>
                <a:off x="7382327" y="1922062"/>
                <a:ext cx="144360" cy="367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8C1D8EB-EB10-8D40-A20B-C4763EAFB2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64687" y="1904422"/>
                  <a:ext cx="1800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D919C55-6532-7E46-0546-FADB0AF75BF7}"/>
                    </a:ext>
                  </a:extLst>
                </p14:cNvPr>
                <p14:cNvContentPartPr/>
                <p14:nvPr/>
              </p14:nvContentPartPr>
              <p14:xfrm>
                <a:off x="7532807" y="2197462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D919C55-6532-7E46-0546-FADB0AF75B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514807" y="2179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08E048-5138-4D17-CD07-5D2D50C6148E}"/>
                    </a:ext>
                  </a:extLst>
                </p14:cNvPr>
                <p14:cNvContentPartPr/>
                <p14:nvPr/>
              </p14:nvContentPartPr>
              <p14:xfrm>
                <a:off x="2522687" y="2183782"/>
                <a:ext cx="191520" cy="294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08E048-5138-4D17-CD07-5D2D50C6148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04687" y="2166142"/>
                  <a:ext cx="2271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37F029-4521-E374-EF53-43C189FB2FA2}"/>
                    </a:ext>
                  </a:extLst>
                </p14:cNvPr>
                <p14:cNvContentPartPr/>
                <p14:nvPr/>
              </p14:nvContentPartPr>
              <p14:xfrm>
                <a:off x="3430967" y="2211142"/>
                <a:ext cx="203040" cy="243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37F029-4521-E374-EF53-43C189FB2FA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13327" y="2193502"/>
                  <a:ext cx="238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F27068C-9B1A-A1A3-BEA0-D7F40CA625DF}"/>
                    </a:ext>
                  </a:extLst>
                </p14:cNvPr>
                <p14:cNvContentPartPr/>
                <p14:nvPr/>
              </p14:nvContentPartPr>
              <p14:xfrm>
                <a:off x="2509367" y="2963902"/>
                <a:ext cx="312840" cy="20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F27068C-9B1A-A1A3-BEA0-D7F40CA625D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91367" y="2945902"/>
                  <a:ext cx="348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F64DACD-9492-A956-1037-4C565B0C4426}"/>
                    </a:ext>
                  </a:extLst>
                </p14:cNvPr>
                <p14:cNvContentPartPr/>
                <p14:nvPr/>
              </p14:nvContentPartPr>
              <p14:xfrm>
                <a:off x="3594767" y="2908822"/>
                <a:ext cx="32760" cy="192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F64DACD-9492-A956-1037-4C565B0C442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577127" y="2890822"/>
                  <a:ext cx="68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1C6B187-6EAD-3F84-4DEF-67A27F1BA7B9}"/>
                    </a:ext>
                  </a:extLst>
                </p14:cNvPr>
                <p14:cNvContentPartPr/>
                <p14:nvPr/>
              </p14:nvContentPartPr>
              <p14:xfrm>
                <a:off x="2035247" y="1749622"/>
                <a:ext cx="167400" cy="133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1C6B187-6EAD-3F84-4DEF-67A27F1BA7B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017607" y="1731982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D23A46-ECEA-DD7E-5C47-BA03EC81753A}"/>
                    </a:ext>
                  </a:extLst>
                </p14:cNvPr>
                <p14:cNvContentPartPr/>
                <p14:nvPr/>
              </p14:nvContentPartPr>
              <p14:xfrm>
                <a:off x="2051087" y="1725862"/>
                <a:ext cx="160560" cy="20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D23A46-ECEA-DD7E-5C47-BA03EC8175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33087" y="1708222"/>
                  <a:ext cx="196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9804C69-8137-AA26-05A0-7CAABC17EF3F}"/>
                    </a:ext>
                  </a:extLst>
                </p14:cNvPr>
                <p14:cNvContentPartPr/>
                <p14:nvPr/>
              </p14:nvContentPartPr>
              <p14:xfrm>
                <a:off x="2204447" y="1831342"/>
                <a:ext cx="16920" cy="146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9804C69-8137-AA26-05A0-7CAABC17EF3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186807" y="1813342"/>
                  <a:ext cx="52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B90B5EC-69C7-67E0-0E4B-4F009735BEF2}"/>
                    </a:ext>
                  </a:extLst>
                </p14:cNvPr>
                <p14:cNvContentPartPr/>
                <p14:nvPr/>
              </p14:nvContentPartPr>
              <p14:xfrm>
                <a:off x="2217407" y="1803982"/>
                <a:ext cx="129960" cy="191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B90B5EC-69C7-67E0-0E4B-4F009735BE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99767" y="1786342"/>
                  <a:ext cx="165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3F510E-0B30-7D37-6E33-B97564DF005B}"/>
                    </a:ext>
                  </a:extLst>
                </p14:cNvPr>
                <p14:cNvContentPartPr/>
                <p14:nvPr/>
              </p14:nvContentPartPr>
              <p14:xfrm>
                <a:off x="2443487" y="1806502"/>
                <a:ext cx="66960" cy="23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3F510E-0B30-7D37-6E33-B97564DF00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25487" y="1788502"/>
                  <a:ext cx="102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ED7E94-4B28-8176-2984-516EF77A603E}"/>
                    </a:ext>
                  </a:extLst>
                </p14:cNvPr>
                <p14:cNvContentPartPr/>
                <p14:nvPr/>
              </p14:nvContentPartPr>
              <p14:xfrm>
                <a:off x="2436647" y="1864822"/>
                <a:ext cx="132840" cy="38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ED7E94-4B28-8176-2984-516EF77A603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19007" y="1846822"/>
                  <a:ext cx="168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63E6C90-0DA3-4FF9-A55D-DD5F67A9F288}"/>
                    </a:ext>
                  </a:extLst>
                </p14:cNvPr>
                <p14:cNvContentPartPr/>
                <p14:nvPr/>
              </p14:nvContentPartPr>
              <p14:xfrm>
                <a:off x="2666327" y="1674382"/>
                <a:ext cx="113760" cy="249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63E6C90-0DA3-4FF9-A55D-DD5F67A9F28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48687" y="1656382"/>
                  <a:ext cx="149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54AD5E-76A5-C495-8FC4-4A76F03E69D7}"/>
                    </a:ext>
                  </a:extLst>
                </p14:cNvPr>
                <p14:cNvContentPartPr/>
                <p14:nvPr/>
              </p14:nvContentPartPr>
              <p14:xfrm>
                <a:off x="3378767" y="1720822"/>
                <a:ext cx="126360" cy="115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54AD5E-76A5-C495-8FC4-4A76F03E69D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61127" y="1702822"/>
                  <a:ext cx="162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516A44D-40C1-10F0-4928-84674031212C}"/>
                    </a:ext>
                  </a:extLst>
                </p14:cNvPr>
                <p14:cNvContentPartPr/>
                <p14:nvPr/>
              </p14:nvContentPartPr>
              <p14:xfrm>
                <a:off x="3444647" y="1723702"/>
                <a:ext cx="116640" cy="216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516A44D-40C1-10F0-4928-84674031212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26647" y="1705702"/>
                  <a:ext cx="152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BD71170-61CB-0B74-1F2D-9A1DB81407D4}"/>
                    </a:ext>
                  </a:extLst>
                </p14:cNvPr>
                <p14:cNvContentPartPr/>
                <p14:nvPr/>
              </p14:nvContentPartPr>
              <p14:xfrm>
                <a:off x="3616367" y="1870222"/>
                <a:ext cx="15840" cy="126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BD71170-61CB-0B74-1F2D-9A1DB81407D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98367" y="1852222"/>
                  <a:ext cx="51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A637723-B62B-BE72-EBFA-E0761ACA887C}"/>
                    </a:ext>
                  </a:extLst>
                </p14:cNvPr>
                <p14:cNvContentPartPr/>
                <p14:nvPr/>
              </p14:nvContentPartPr>
              <p14:xfrm>
                <a:off x="1774607" y="3017542"/>
                <a:ext cx="158760" cy="128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A637723-B62B-BE72-EBFA-E0761ACA887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56607" y="2999902"/>
                  <a:ext cx="194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921F9CF-6E6E-49BF-9FDF-D9EF348F6DBC}"/>
                    </a:ext>
                  </a:extLst>
                </p14:cNvPr>
                <p14:cNvContentPartPr/>
                <p14:nvPr/>
              </p14:nvContentPartPr>
              <p14:xfrm>
                <a:off x="1978727" y="3117622"/>
                <a:ext cx="22680" cy="141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921F9CF-6E6E-49BF-9FDF-D9EF348F6DB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961087" y="3099982"/>
                  <a:ext cx="58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21014D-7C97-A560-3DB6-2BB6EB89B766}"/>
                    </a:ext>
                  </a:extLst>
                </p14:cNvPr>
                <p14:cNvContentPartPr/>
                <p14:nvPr/>
              </p14:nvContentPartPr>
              <p14:xfrm>
                <a:off x="2149367" y="3026542"/>
                <a:ext cx="93240" cy="57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21014D-7C97-A560-3DB6-2BB6EB89B76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131367" y="3008542"/>
                  <a:ext cx="128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7E03F43-1D7E-5ABB-FE1D-F2C091ACA41C}"/>
                    </a:ext>
                  </a:extLst>
                </p14:cNvPr>
                <p14:cNvContentPartPr/>
                <p14:nvPr/>
              </p14:nvContentPartPr>
              <p14:xfrm>
                <a:off x="2143967" y="3086302"/>
                <a:ext cx="100080" cy="41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7E03F43-1D7E-5ABB-FE1D-F2C091ACA41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26327" y="3068302"/>
                  <a:ext cx="135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6BBDD61-6A4A-84CF-3384-D4AF20908297}"/>
                    </a:ext>
                  </a:extLst>
                </p14:cNvPr>
                <p14:cNvContentPartPr/>
                <p14:nvPr/>
              </p14:nvContentPartPr>
              <p14:xfrm>
                <a:off x="1711967" y="2284942"/>
                <a:ext cx="205200" cy="137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6BBDD61-6A4A-84CF-3384-D4AF2090829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694327" y="2266942"/>
                  <a:ext cx="240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81DA54B-E38F-AF24-BB62-DA85593D160A}"/>
                    </a:ext>
                  </a:extLst>
                </p14:cNvPr>
                <p14:cNvContentPartPr/>
                <p14:nvPr/>
              </p14:nvContentPartPr>
              <p14:xfrm>
                <a:off x="1931567" y="2364502"/>
                <a:ext cx="124200" cy="137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81DA54B-E38F-AF24-BB62-DA85593D160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13927" y="2346862"/>
                  <a:ext cx="159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78824F5-A4FC-7850-B1E7-EDFBBCBF06DF}"/>
                    </a:ext>
                  </a:extLst>
                </p14:cNvPr>
                <p14:cNvContentPartPr/>
                <p14:nvPr/>
              </p14:nvContentPartPr>
              <p14:xfrm>
                <a:off x="2170247" y="2321662"/>
                <a:ext cx="104760" cy="35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78824F5-A4FC-7850-B1E7-EDFBBCBF06D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152607" y="2304022"/>
                  <a:ext cx="140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503E96F-D86E-6C81-455C-78E9B36E1EE7}"/>
                    </a:ext>
                  </a:extLst>
                </p14:cNvPr>
                <p14:cNvContentPartPr/>
                <p14:nvPr/>
              </p14:nvContentPartPr>
              <p14:xfrm>
                <a:off x="2171687" y="2367382"/>
                <a:ext cx="184320" cy="43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503E96F-D86E-6C81-455C-78E9B36E1EE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153687" y="2349742"/>
                  <a:ext cx="219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751EFDE-64F1-F18D-1AFB-0A4F82C6EEEC}"/>
                    </a:ext>
                  </a:extLst>
                </p14:cNvPr>
                <p14:cNvContentPartPr/>
                <p14:nvPr/>
              </p14:nvContentPartPr>
              <p14:xfrm>
                <a:off x="1127687" y="1664302"/>
                <a:ext cx="203760" cy="1898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751EFDE-64F1-F18D-1AFB-0A4F82C6EEE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9687" y="1646662"/>
                  <a:ext cx="239400" cy="19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D83676E-AE60-024B-3B47-185D83305974}"/>
                    </a:ext>
                  </a:extLst>
                </p14:cNvPr>
                <p14:cNvContentPartPr/>
                <p14:nvPr/>
              </p14:nvContentPartPr>
              <p14:xfrm>
                <a:off x="445487" y="1737742"/>
                <a:ext cx="162720" cy="196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D83676E-AE60-024B-3B47-185D8330597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7847" y="1720102"/>
                  <a:ext cx="198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B4C54FF-1078-E0D2-AC7E-05AD2501D297}"/>
                    </a:ext>
                  </a:extLst>
                </p14:cNvPr>
                <p14:cNvContentPartPr/>
                <p14:nvPr/>
              </p14:nvContentPartPr>
              <p14:xfrm>
                <a:off x="653567" y="1856542"/>
                <a:ext cx="45360" cy="182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B4C54FF-1078-E0D2-AC7E-05AD2501D29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5567" y="1838902"/>
                  <a:ext cx="81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159B8E8-FDA1-702C-D30A-06900187D8C2}"/>
                    </a:ext>
                  </a:extLst>
                </p14:cNvPr>
                <p14:cNvContentPartPr/>
                <p14:nvPr/>
              </p14:nvContentPartPr>
              <p14:xfrm>
                <a:off x="650327" y="1841422"/>
                <a:ext cx="163440" cy="229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159B8E8-FDA1-702C-D30A-06900187D8C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2327" y="1823782"/>
                  <a:ext cx="199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76A1ED-BBEF-E799-5EE0-EBB2A1392D60}"/>
                    </a:ext>
                  </a:extLst>
                </p14:cNvPr>
                <p14:cNvContentPartPr/>
                <p14:nvPr/>
              </p14:nvContentPartPr>
              <p14:xfrm>
                <a:off x="475007" y="2284942"/>
                <a:ext cx="190440" cy="227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76A1ED-BBEF-E799-5EE0-EBB2A1392D6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57367" y="2266942"/>
                  <a:ext cx="226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F3FFFEC-DFD9-ADC3-30EA-F10FA69D98AD}"/>
                    </a:ext>
                  </a:extLst>
                </p14:cNvPr>
                <p14:cNvContentPartPr/>
                <p14:nvPr/>
              </p14:nvContentPartPr>
              <p14:xfrm>
                <a:off x="541247" y="2851942"/>
                <a:ext cx="145080" cy="33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F3FFFEC-DFD9-ADC3-30EA-F10FA69D98A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23247" y="2833942"/>
                  <a:ext cx="180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791DCB1-5D0B-2FEA-A05C-8BADE6087DD0}"/>
                    </a:ext>
                  </a:extLst>
                </p14:cNvPr>
                <p14:cNvContentPartPr/>
                <p14:nvPr/>
              </p14:nvContentPartPr>
              <p14:xfrm>
                <a:off x="519287" y="2867782"/>
                <a:ext cx="153720" cy="218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791DCB1-5D0B-2FEA-A05C-8BADE6087DD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1647" y="2849782"/>
                  <a:ext cx="189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C305F3E-5F94-4DFF-0F12-9EDBB290600B}"/>
                    </a:ext>
                  </a:extLst>
                </p14:cNvPr>
                <p14:cNvContentPartPr/>
                <p14:nvPr/>
              </p14:nvContentPartPr>
              <p14:xfrm>
                <a:off x="300767" y="3854902"/>
                <a:ext cx="225720" cy="19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C305F3E-5F94-4DFF-0F12-9EDBB290600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83127" y="3836902"/>
                  <a:ext cx="26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74AD4D2-9DDF-9AB7-6011-FB091E8A95EE}"/>
                    </a:ext>
                  </a:extLst>
                </p14:cNvPr>
                <p14:cNvContentPartPr/>
                <p14:nvPr/>
              </p14:nvContentPartPr>
              <p14:xfrm>
                <a:off x="619367" y="3853462"/>
                <a:ext cx="99360" cy="42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74AD4D2-9DDF-9AB7-6011-FB091E8A95E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1727" y="3835822"/>
                  <a:ext cx="1350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A6D4851-7B0D-48C7-76D1-B511B76D2A4B}"/>
                    </a:ext>
                  </a:extLst>
                </p14:cNvPr>
                <p14:cNvContentPartPr/>
                <p14:nvPr/>
              </p14:nvContentPartPr>
              <p14:xfrm>
                <a:off x="599927" y="3933022"/>
                <a:ext cx="115560" cy="45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A6D4851-7B0D-48C7-76D1-B511B76D2A4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82287" y="3915022"/>
                  <a:ext cx="151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EF0B9D-A989-C163-94ED-D39C2A7DD29B}"/>
                    </a:ext>
                  </a:extLst>
                </p14:cNvPr>
                <p14:cNvContentPartPr/>
                <p14:nvPr/>
              </p14:nvContentPartPr>
              <p14:xfrm>
                <a:off x="885767" y="3791542"/>
                <a:ext cx="140040" cy="191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EF0B9D-A989-C163-94ED-D39C2A7DD2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68127" y="3773542"/>
                  <a:ext cx="175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F7D4DD5-D394-4C76-0CAE-4F97DDC08C54}"/>
                    </a:ext>
                  </a:extLst>
                </p14:cNvPr>
                <p14:cNvContentPartPr/>
                <p14:nvPr/>
              </p14:nvContentPartPr>
              <p14:xfrm>
                <a:off x="1073327" y="3911062"/>
                <a:ext cx="50400" cy="147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F7D4DD5-D394-4C76-0CAE-4F97DDC08C5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55327" y="3893422"/>
                  <a:ext cx="86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A59B0D9-D9B3-F8F2-6252-7AA32473AE6E}"/>
                    </a:ext>
                  </a:extLst>
                </p14:cNvPr>
                <p14:cNvContentPartPr/>
                <p14:nvPr/>
              </p14:nvContentPartPr>
              <p14:xfrm>
                <a:off x="1069007" y="3921142"/>
                <a:ext cx="136800" cy="208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A59B0D9-D9B3-F8F2-6252-7AA32473AE6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51367" y="3903502"/>
                  <a:ext cx="172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A480C8-EF5B-7498-20D5-DC8BA17FE86E}"/>
                    </a:ext>
                  </a:extLst>
                </p14:cNvPr>
                <p14:cNvContentPartPr/>
                <p14:nvPr/>
              </p14:nvContentPartPr>
              <p14:xfrm>
                <a:off x="1359527" y="3792622"/>
                <a:ext cx="127800" cy="163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A480C8-EF5B-7498-20D5-DC8BA17FE86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341887" y="3774622"/>
                  <a:ext cx="163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82D29AD-E608-203F-17C6-3C72C5723F3C}"/>
                    </a:ext>
                  </a:extLst>
                </p14:cNvPr>
                <p14:cNvContentPartPr/>
                <p14:nvPr/>
              </p14:nvContentPartPr>
              <p14:xfrm>
                <a:off x="1331087" y="3792622"/>
                <a:ext cx="170280" cy="223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82D29AD-E608-203F-17C6-3C72C5723F3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313087" y="3774622"/>
                  <a:ext cx="205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76A7227-B210-B100-A615-D46C2DB168DC}"/>
                    </a:ext>
                  </a:extLst>
                </p14:cNvPr>
                <p14:cNvContentPartPr/>
                <p14:nvPr/>
              </p14:nvContentPartPr>
              <p14:xfrm>
                <a:off x="1597487" y="3929062"/>
                <a:ext cx="14400" cy="120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76A7227-B210-B100-A615-D46C2DB168D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79847" y="3911422"/>
                  <a:ext cx="50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A88AE3-EF54-BCF3-25FB-BB1B5DF2EBD0}"/>
                    </a:ext>
                  </a:extLst>
                </p14:cNvPr>
                <p14:cNvContentPartPr/>
                <p14:nvPr/>
              </p14:nvContentPartPr>
              <p14:xfrm>
                <a:off x="1490207" y="3859582"/>
                <a:ext cx="245520" cy="229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5A88AE3-EF54-BCF3-25FB-BB1B5DF2EBD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472207" y="3841942"/>
                  <a:ext cx="281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BA36AAF-FC66-65E5-CFCB-3DCEB7DE14AF}"/>
                    </a:ext>
                  </a:extLst>
                </p14:cNvPr>
                <p14:cNvContentPartPr/>
                <p14:nvPr/>
              </p14:nvContentPartPr>
              <p14:xfrm>
                <a:off x="541247" y="4330462"/>
                <a:ext cx="131400" cy="37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BA36AAF-FC66-65E5-CFCB-3DCEB7DE14A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23607" y="4312822"/>
                  <a:ext cx="167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C2375A1-2577-0676-E3AE-A2782325E4C7}"/>
                    </a:ext>
                  </a:extLst>
                </p14:cNvPr>
                <p14:cNvContentPartPr/>
                <p14:nvPr/>
              </p14:nvContentPartPr>
              <p14:xfrm>
                <a:off x="574727" y="4462222"/>
                <a:ext cx="131400" cy="28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C2375A1-2577-0676-E3AE-A2782325E4C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56727" y="4444582"/>
                  <a:ext cx="167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193F95B-E2BA-557D-8390-BC2EF6F99C44}"/>
                    </a:ext>
                  </a:extLst>
                </p14:cNvPr>
                <p14:cNvContentPartPr/>
                <p14:nvPr/>
              </p14:nvContentPartPr>
              <p14:xfrm>
                <a:off x="924287" y="4268542"/>
                <a:ext cx="134280" cy="224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193F95B-E2BA-557D-8390-BC2EF6F99C4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06647" y="4250902"/>
                  <a:ext cx="169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AE7E17-16ED-86D4-97BF-7C3E011C4A32}"/>
                    </a:ext>
                  </a:extLst>
                </p14:cNvPr>
                <p14:cNvContentPartPr/>
                <p14:nvPr/>
              </p14:nvContentPartPr>
              <p14:xfrm>
                <a:off x="1165847" y="4303102"/>
                <a:ext cx="14040" cy="185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AE7E17-16ED-86D4-97BF-7C3E011C4A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47847" y="4285102"/>
                  <a:ext cx="49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74E9E7-61BB-84B7-C7CD-3169BF3D83CF}"/>
                    </a:ext>
                  </a:extLst>
                </p14:cNvPr>
                <p14:cNvContentPartPr/>
                <p14:nvPr/>
              </p14:nvContentPartPr>
              <p14:xfrm>
                <a:off x="1318127" y="4359622"/>
                <a:ext cx="173160" cy="47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74E9E7-61BB-84B7-C7CD-3169BF3D83C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300127" y="4341622"/>
                  <a:ext cx="208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A518C94-FD71-09B1-1758-6572771929F8}"/>
                    </a:ext>
                  </a:extLst>
                </p14:cNvPr>
                <p14:cNvContentPartPr/>
                <p14:nvPr/>
              </p14:nvContentPartPr>
              <p14:xfrm>
                <a:off x="1434407" y="4286542"/>
                <a:ext cx="28800" cy="188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A518C94-FD71-09B1-1758-6572771929F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416407" y="4268542"/>
                  <a:ext cx="64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60200E1-EBD5-0CC6-A0C9-BA618E69E4AA}"/>
                    </a:ext>
                  </a:extLst>
                </p14:cNvPr>
                <p14:cNvContentPartPr/>
                <p14:nvPr/>
              </p14:nvContentPartPr>
              <p14:xfrm>
                <a:off x="1594607" y="4282582"/>
                <a:ext cx="19440" cy="182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60200E1-EBD5-0CC6-A0C9-BA618E69E4A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76967" y="4264582"/>
                  <a:ext cx="55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C76B28-E206-F60F-A945-58306901321C}"/>
                    </a:ext>
                  </a:extLst>
                </p14:cNvPr>
                <p14:cNvContentPartPr/>
                <p14:nvPr/>
              </p14:nvContentPartPr>
              <p14:xfrm>
                <a:off x="1683527" y="4277902"/>
                <a:ext cx="190440" cy="168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C76B28-E206-F60F-A945-58306901321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665887" y="4260262"/>
                  <a:ext cx="226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E714B21-6135-7D7A-E4FD-1BEA3425B328}"/>
                    </a:ext>
                  </a:extLst>
                </p14:cNvPr>
                <p14:cNvContentPartPr/>
                <p14:nvPr/>
              </p14:nvContentPartPr>
              <p14:xfrm>
                <a:off x="718367" y="4728982"/>
                <a:ext cx="123840" cy="20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E714B21-6135-7D7A-E4FD-1BEA3425B32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0367" y="4711342"/>
                  <a:ext cx="159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B9485FA-885A-D4B0-C606-E274062CBD00}"/>
                    </a:ext>
                  </a:extLst>
                </p14:cNvPr>
                <p14:cNvContentPartPr/>
                <p14:nvPr/>
              </p14:nvContentPartPr>
              <p14:xfrm>
                <a:off x="731687" y="4839142"/>
                <a:ext cx="114120" cy="37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B9485FA-885A-D4B0-C606-E274062CBD0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14047" y="4821142"/>
                  <a:ext cx="149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441BC0-9FF1-BD22-744C-44807E44FB0D}"/>
                    </a:ext>
                  </a:extLst>
                </p14:cNvPr>
                <p14:cNvContentPartPr/>
                <p14:nvPr/>
              </p14:nvContentPartPr>
              <p14:xfrm>
                <a:off x="1106447" y="4638262"/>
                <a:ext cx="150840" cy="19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441BC0-9FF1-BD22-744C-44807E44FB0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88807" y="4620262"/>
                  <a:ext cx="186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6B3A639-2863-7EDA-F4A0-2C42068D36DD}"/>
                    </a:ext>
                  </a:extLst>
                </p14:cNvPr>
                <p14:cNvContentPartPr/>
                <p14:nvPr/>
              </p14:nvContentPartPr>
              <p14:xfrm>
                <a:off x="1415327" y="4618462"/>
                <a:ext cx="20160" cy="226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6B3A639-2863-7EDA-F4A0-2C42068D36D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397327" y="4600462"/>
                  <a:ext cx="55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763B333-8C8F-F5C6-3CBB-1E01C9B2DAB9}"/>
                    </a:ext>
                  </a:extLst>
                </p14:cNvPr>
                <p14:cNvContentPartPr/>
                <p14:nvPr/>
              </p14:nvContentPartPr>
              <p14:xfrm>
                <a:off x="345047" y="3534862"/>
                <a:ext cx="2999880" cy="58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763B333-8C8F-F5C6-3CBB-1E01C9B2DAB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7047" y="3517222"/>
                  <a:ext cx="3035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D1BB077-F874-1949-1F64-9CD58DFFA107}"/>
                    </a:ext>
                  </a:extLst>
                </p14:cNvPr>
                <p14:cNvContentPartPr/>
                <p14:nvPr/>
              </p14:nvContentPartPr>
              <p14:xfrm>
                <a:off x="2863607" y="1593022"/>
                <a:ext cx="227160" cy="3499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D1BB077-F874-1949-1F64-9CD58DFFA10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845967" y="1575382"/>
                  <a:ext cx="262800" cy="35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57C5676-76AC-7E2A-1224-882710DBBD22}"/>
                    </a:ext>
                  </a:extLst>
                </p14:cNvPr>
                <p14:cNvContentPartPr/>
                <p14:nvPr/>
              </p14:nvContentPartPr>
              <p14:xfrm>
                <a:off x="1928687" y="3583822"/>
                <a:ext cx="147600" cy="1679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57C5676-76AC-7E2A-1224-882710DBBD2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910687" y="3566182"/>
                  <a:ext cx="183240" cy="17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DDDE7F1-678B-523B-BE24-114012CB65B4}"/>
                    </a:ext>
                  </a:extLst>
                </p14:cNvPr>
                <p14:cNvContentPartPr/>
                <p14:nvPr/>
              </p14:nvContentPartPr>
              <p14:xfrm>
                <a:off x="2278607" y="3858142"/>
                <a:ext cx="160560" cy="168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DDDE7F1-678B-523B-BE24-114012CB65B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260607" y="3840142"/>
                  <a:ext cx="196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53CCCCA-1A6E-8832-2124-D9B39D03BD46}"/>
                    </a:ext>
                  </a:extLst>
                </p14:cNvPr>
                <p14:cNvContentPartPr/>
                <p14:nvPr/>
              </p14:nvContentPartPr>
              <p14:xfrm>
                <a:off x="2409287" y="3967582"/>
                <a:ext cx="116280" cy="18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53CCCCA-1A6E-8832-2124-D9B39D03BD4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391287" y="3949582"/>
                  <a:ext cx="151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C1871F1-2136-8E58-DE46-BD2448508620}"/>
                    </a:ext>
                  </a:extLst>
                </p14:cNvPr>
                <p14:cNvContentPartPr/>
                <p14:nvPr/>
              </p14:nvContentPartPr>
              <p14:xfrm>
                <a:off x="2582447" y="3835102"/>
                <a:ext cx="28800" cy="34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C1871F1-2136-8E58-DE46-BD244850862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564447" y="3817102"/>
                  <a:ext cx="64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F8BD0B1-B6FA-78BE-DA35-D6F5A56FC1BA}"/>
                    </a:ext>
                  </a:extLst>
                </p14:cNvPr>
                <p14:cNvContentPartPr/>
                <p14:nvPr/>
              </p14:nvContentPartPr>
              <p14:xfrm>
                <a:off x="2210207" y="4346662"/>
                <a:ext cx="203400" cy="64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F8BD0B1-B6FA-78BE-DA35-D6F5A56FC1B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192567" y="4328662"/>
                  <a:ext cx="239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0385401-301C-6AD5-8C5B-E384CCE9BDAF}"/>
                    </a:ext>
                  </a:extLst>
                </p14:cNvPr>
                <p14:cNvContentPartPr/>
                <p14:nvPr/>
              </p14:nvContentPartPr>
              <p14:xfrm>
                <a:off x="2164127" y="4409662"/>
                <a:ext cx="224280" cy="166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0385401-301C-6AD5-8C5B-E384CCE9BDA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46487" y="4391662"/>
                  <a:ext cx="259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7BFDE17-6111-C7D0-90E4-4EB3878B1F7B}"/>
                    </a:ext>
                  </a:extLst>
                </p14:cNvPr>
                <p14:cNvContentPartPr/>
                <p14:nvPr/>
              </p14:nvContentPartPr>
              <p14:xfrm>
                <a:off x="2377247" y="4538542"/>
                <a:ext cx="126360" cy="220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7BFDE17-6111-C7D0-90E4-4EB3878B1F7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359247" y="4520542"/>
                  <a:ext cx="162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D08979D-6DCB-37A7-081B-972DCDD1E1F1}"/>
                    </a:ext>
                  </a:extLst>
                </p14:cNvPr>
                <p14:cNvContentPartPr/>
                <p14:nvPr/>
              </p14:nvContentPartPr>
              <p14:xfrm>
                <a:off x="2602247" y="4374382"/>
                <a:ext cx="3960" cy="39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D08979D-6DCB-37A7-081B-972DCDD1E1F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584247" y="4356742"/>
                  <a:ext cx="39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1F812BC-688C-E7A9-989A-68D81892D1C0}"/>
                    </a:ext>
                  </a:extLst>
                </p14:cNvPr>
                <p14:cNvContentPartPr/>
                <p14:nvPr/>
              </p14:nvContentPartPr>
              <p14:xfrm>
                <a:off x="2611967" y="4856782"/>
                <a:ext cx="2160" cy="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1F812BC-688C-E7A9-989A-68D81892D1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594327" y="4839142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F702F9F-14B1-2290-7375-25CBC770B2AD}"/>
                    </a:ext>
                  </a:extLst>
                </p14:cNvPr>
                <p14:cNvContentPartPr/>
                <p14:nvPr/>
              </p14:nvContentPartPr>
              <p14:xfrm>
                <a:off x="2101847" y="5022742"/>
                <a:ext cx="133200" cy="246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F702F9F-14B1-2290-7375-25CBC770B2A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083847" y="5004742"/>
                  <a:ext cx="1688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A7A8993-760E-9D85-5273-AB2823D3233E}"/>
                    </a:ext>
                  </a:extLst>
                </p14:cNvPr>
                <p14:cNvContentPartPr/>
                <p14:nvPr/>
              </p14:nvContentPartPr>
              <p14:xfrm>
                <a:off x="2125967" y="5038942"/>
                <a:ext cx="200160" cy="2469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A7A8993-760E-9D85-5273-AB2823D3233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107967" y="5020942"/>
                  <a:ext cx="2358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08ACD47-895B-42E3-7713-BF0B4FC67C02}"/>
                    </a:ext>
                  </a:extLst>
                </p14:cNvPr>
                <p14:cNvContentPartPr/>
                <p14:nvPr/>
              </p14:nvContentPartPr>
              <p14:xfrm>
                <a:off x="2282207" y="5231542"/>
                <a:ext cx="154440" cy="270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08ACD47-895B-42E3-7713-BF0B4FC67C0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64567" y="5213542"/>
                  <a:ext cx="1900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7C5320-D790-8C57-7B74-2E64BF7769A7}"/>
                    </a:ext>
                  </a:extLst>
                </p14:cNvPr>
                <p14:cNvContentPartPr/>
                <p14:nvPr/>
              </p14:nvContentPartPr>
              <p14:xfrm>
                <a:off x="2462927" y="5045062"/>
                <a:ext cx="4680" cy="46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7C5320-D790-8C57-7B74-2E64BF7769A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5287" y="5027422"/>
                  <a:ext cx="40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508A651-C6B2-E003-CE6A-DB3D8903963E}"/>
                    </a:ext>
                  </a:extLst>
                </p14:cNvPr>
                <p14:cNvContentPartPr/>
                <p14:nvPr/>
              </p14:nvContentPartPr>
              <p14:xfrm>
                <a:off x="3457607" y="3837622"/>
                <a:ext cx="164880" cy="10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508A651-C6B2-E003-CE6A-DB3D8903963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439607" y="3819622"/>
                  <a:ext cx="200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6D15C9-FB03-01A5-A008-150F49EFF327}"/>
                    </a:ext>
                  </a:extLst>
                </p14:cNvPr>
                <p14:cNvContentPartPr/>
                <p14:nvPr/>
              </p14:nvContentPartPr>
              <p14:xfrm>
                <a:off x="3392447" y="3863542"/>
                <a:ext cx="193320" cy="260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6D15C9-FB03-01A5-A008-150F49EFF32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374807" y="3845902"/>
                  <a:ext cx="228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559235D-CDC5-312C-8C7D-62089D85AED9}"/>
                    </a:ext>
                  </a:extLst>
                </p14:cNvPr>
                <p14:cNvContentPartPr/>
                <p14:nvPr/>
              </p14:nvContentPartPr>
              <p14:xfrm>
                <a:off x="4563527" y="3847702"/>
                <a:ext cx="168480" cy="252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559235D-CDC5-312C-8C7D-62089D85AED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545527" y="3829702"/>
                  <a:ext cx="2041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A3DB348-C407-1F33-3B3B-B8BE3A7CC0BC}"/>
                    </a:ext>
                  </a:extLst>
                </p14:cNvPr>
                <p14:cNvContentPartPr/>
                <p14:nvPr/>
              </p14:nvContentPartPr>
              <p14:xfrm>
                <a:off x="5668007" y="3940222"/>
                <a:ext cx="237240" cy="224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A3DB348-C407-1F33-3B3B-B8BE3A7CC0B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650007" y="3922582"/>
                  <a:ext cx="272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796F0CD-9B06-C745-8386-ED299821C47F}"/>
                    </a:ext>
                  </a:extLst>
                </p14:cNvPr>
                <p14:cNvContentPartPr/>
                <p14:nvPr/>
              </p14:nvContentPartPr>
              <p14:xfrm>
                <a:off x="7075247" y="3886942"/>
                <a:ext cx="355680" cy="242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796F0CD-9B06-C745-8386-ED299821C47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057607" y="3868942"/>
                  <a:ext cx="3913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DED8F46-5972-B78F-6296-5E35A37A1FD0}"/>
                    </a:ext>
                  </a:extLst>
                </p14:cNvPr>
                <p14:cNvContentPartPr/>
                <p14:nvPr/>
              </p14:nvContentPartPr>
              <p14:xfrm>
                <a:off x="833207" y="2572222"/>
                <a:ext cx="11520" cy="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DED8F46-5972-B78F-6296-5E35A37A1FD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5207" y="2554582"/>
                  <a:ext cx="47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CE94A69-BC84-CDE6-0251-3DDCF6CE2937}"/>
                    </a:ext>
                  </a:extLst>
                </p14:cNvPr>
                <p14:cNvContentPartPr/>
                <p14:nvPr/>
              </p14:nvContentPartPr>
              <p14:xfrm>
                <a:off x="3962327" y="2571502"/>
                <a:ext cx="5400" cy="5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CE94A69-BC84-CDE6-0251-3DDCF6CE293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944327" y="2553862"/>
                  <a:ext cx="4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68F1879-3238-E201-DE15-A91FF4F6E2F4}"/>
                    </a:ext>
                  </a:extLst>
                </p14:cNvPr>
                <p14:cNvContentPartPr/>
                <p14:nvPr/>
              </p14:nvContentPartPr>
              <p14:xfrm>
                <a:off x="852647" y="3156862"/>
                <a:ext cx="13320" cy="2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68F1879-3238-E201-DE15-A91FF4F6E2F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34647" y="3138862"/>
                  <a:ext cx="48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2612DFB-B68E-AD1B-9FD3-34592180E8C9}"/>
                    </a:ext>
                  </a:extLst>
                </p14:cNvPr>
                <p14:cNvContentPartPr/>
                <p14:nvPr/>
              </p14:nvContentPartPr>
              <p14:xfrm>
                <a:off x="3673967" y="3041662"/>
                <a:ext cx="25200" cy="1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2612DFB-B68E-AD1B-9FD3-34592180E8C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655967" y="3024022"/>
                  <a:ext cx="60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222B28D-CF60-40CD-73DD-30F1C6B7AF4E}"/>
                    </a:ext>
                  </a:extLst>
                </p14:cNvPr>
                <p14:cNvContentPartPr/>
                <p14:nvPr/>
              </p14:nvContentPartPr>
              <p14:xfrm>
                <a:off x="3387767" y="4532062"/>
                <a:ext cx="149400" cy="338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222B28D-CF60-40CD-73DD-30F1C6B7AF4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370127" y="4514422"/>
                  <a:ext cx="185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76ADD6C-9B4C-B121-BCCE-C551A5EF6E80}"/>
                    </a:ext>
                  </a:extLst>
                </p14:cNvPr>
                <p14:cNvContentPartPr/>
                <p14:nvPr/>
              </p14:nvContentPartPr>
              <p14:xfrm>
                <a:off x="3324767" y="4547542"/>
                <a:ext cx="229680" cy="293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76ADD6C-9B4C-B121-BCCE-C551A5EF6E8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307127" y="4529542"/>
                  <a:ext cx="265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B61C9FF-FAAB-BCFE-0FC4-EE6D54132529}"/>
                    </a:ext>
                  </a:extLst>
                </p14:cNvPr>
                <p14:cNvContentPartPr/>
                <p14:nvPr/>
              </p14:nvContentPartPr>
              <p14:xfrm>
                <a:off x="4644527" y="2493742"/>
                <a:ext cx="7920" cy="7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B61C9FF-FAAB-BCFE-0FC4-EE6D5413252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626527" y="2475742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51399DD-9BD6-8E6F-E1BB-5852D086E66E}"/>
                    </a:ext>
                  </a:extLst>
                </p14:cNvPr>
                <p14:cNvContentPartPr/>
                <p14:nvPr/>
              </p14:nvContentPartPr>
              <p14:xfrm>
                <a:off x="4492247" y="4595782"/>
                <a:ext cx="239040" cy="309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51399DD-9BD6-8E6F-E1BB-5852D086E66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74247" y="4578142"/>
                  <a:ext cx="274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8ECB482-23A5-4F25-2114-C4E578E94C42}"/>
                    </a:ext>
                  </a:extLst>
                </p14:cNvPr>
                <p14:cNvContentPartPr/>
                <p14:nvPr/>
              </p14:nvContentPartPr>
              <p14:xfrm>
                <a:off x="5526887" y="4640062"/>
                <a:ext cx="41040" cy="214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8ECB482-23A5-4F25-2114-C4E578E94C4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509247" y="4622062"/>
                  <a:ext cx="76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EEA030-FE97-1D62-786D-91D95DC8A5AC}"/>
                    </a:ext>
                  </a:extLst>
                </p14:cNvPr>
                <p14:cNvContentPartPr/>
                <p14:nvPr/>
              </p14:nvContentPartPr>
              <p14:xfrm>
                <a:off x="5698967" y="4624222"/>
                <a:ext cx="59760" cy="218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EEA030-FE97-1D62-786D-91D95DC8A5A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681327" y="4606582"/>
                  <a:ext cx="95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A6649AF-DBE2-DFF1-D299-EF01DA4E1BAF}"/>
                    </a:ext>
                  </a:extLst>
                </p14:cNvPr>
                <p14:cNvContentPartPr/>
                <p14:nvPr/>
              </p14:nvContentPartPr>
              <p14:xfrm>
                <a:off x="5612927" y="4793782"/>
                <a:ext cx="288720" cy="194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A6649AF-DBE2-DFF1-D299-EF01DA4E1BA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594927" y="4775782"/>
                  <a:ext cx="324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90E7295-821C-774F-133F-74F01F1A3C3B}"/>
                    </a:ext>
                  </a:extLst>
                </p14:cNvPr>
                <p14:cNvContentPartPr/>
                <p14:nvPr/>
              </p14:nvContentPartPr>
              <p14:xfrm>
                <a:off x="5912087" y="4948942"/>
                <a:ext cx="109080" cy="252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90E7295-821C-774F-133F-74F01F1A3C3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894447" y="4931302"/>
                  <a:ext cx="144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0858E7F-7529-9DA3-D379-B70577A02BD0}"/>
                    </a:ext>
                  </a:extLst>
                </p14:cNvPr>
                <p14:cNvContentPartPr/>
                <p14:nvPr/>
              </p14:nvContentPartPr>
              <p14:xfrm>
                <a:off x="5978327" y="4881622"/>
                <a:ext cx="321840" cy="72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0858E7F-7529-9DA3-D379-B70577A02BD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960687" y="4863622"/>
                  <a:ext cx="357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6DE1979-95D2-8246-8BF6-79B39BB480F4}"/>
                    </a:ext>
                  </a:extLst>
                </p14:cNvPr>
                <p14:cNvContentPartPr/>
                <p14:nvPr/>
              </p14:nvContentPartPr>
              <p14:xfrm>
                <a:off x="7161647" y="4761742"/>
                <a:ext cx="31680" cy="16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6DE1979-95D2-8246-8BF6-79B39BB480F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4007" y="4743742"/>
                  <a:ext cx="67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05BC376-C340-A9BF-F2DB-1F4D9A5B15B3}"/>
                    </a:ext>
                  </a:extLst>
                </p14:cNvPr>
                <p14:cNvContentPartPr/>
                <p14:nvPr/>
              </p14:nvContentPartPr>
              <p14:xfrm>
                <a:off x="3116687" y="5248822"/>
                <a:ext cx="210600" cy="283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05BC376-C340-A9BF-F2DB-1F4D9A5B15B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098687" y="5230822"/>
                  <a:ext cx="246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CFE0627-ACD2-F330-C81D-18D131B2C7EB}"/>
                    </a:ext>
                  </a:extLst>
                </p14:cNvPr>
                <p14:cNvContentPartPr/>
                <p14:nvPr/>
              </p14:nvContentPartPr>
              <p14:xfrm>
                <a:off x="4292447" y="5367262"/>
                <a:ext cx="244080" cy="257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CFE0627-ACD2-F330-C81D-18D131B2C7E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274447" y="5349262"/>
                  <a:ext cx="279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18C279-46C5-9A7D-D6E2-615AB0C6F967}"/>
                    </a:ext>
                  </a:extLst>
                </p14:cNvPr>
                <p14:cNvContentPartPr/>
                <p14:nvPr/>
              </p14:nvContentPartPr>
              <p14:xfrm>
                <a:off x="5632007" y="5488942"/>
                <a:ext cx="159120" cy="13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18C279-46C5-9A7D-D6E2-615AB0C6F96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614007" y="5471302"/>
                  <a:ext cx="194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F71CD08-42CE-749A-6627-F383D9C1D5E9}"/>
                    </a:ext>
                  </a:extLst>
                </p14:cNvPr>
                <p14:cNvContentPartPr/>
                <p14:nvPr/>
              </p14:nvContentPartPr>
              <p14:xfrm>
                <a:off x="5902367" y="5405422"/>
                <a:ext cx="15120" cy="202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F71CD08-42CE-749A-6627-F383D9C1D5E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884727" y="5387422"/>
                  <a:ext cx="50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C9BA1AD-7908-9788-9631-A0DC2834DA1E}"/>
                    </a:ext>
                  </a:extLst>
                </p14:cNvPr>
                <p14:cNvContentPartPr/>
                <p14:nvPr/>
              </p14:nvContentPartPr>
              <p14:xfrm>
                <a:off x="6062927" y="5389942"/>
                <a:ext cx="22320" cy="196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C9BA1AD-7908-9788-9631-A0DC2834DA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044927" y="5372302"/>
                  <a:ext cx="57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B93BA13-ED96-2061-7386-647A139340EE}"/>
                    </a:ext>
                  </a:extLst>
                </p14:cNvPr>
                <p14:cNvContentPartPr/>
                <p14:nvPr/>
              </p14:nvContentPartPr>
              <p14:xfrm>
                <a:off x="5616167" y="5679742"/>
                <a:ext cx="662760" cy="88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B93BA13-ED96-2061-7386-647A139340E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598167" y="5661742"/>
                  <a:ext cx="698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832EC95-A15F-1C6E-2BFD-8F9BCBA5860D}"/>
                    </a:ext>
                  </a:extLst>
                </p14:cNvPr>
                <p14:cNvContentPartPr/>
                <p14:nvPr/>
              </p14:nvContentPartPr>
              <p14:xfrm>
                <a:off x="5862047" y="5961622"/>
                <a:ext cx="148320" cy="238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832EC95-A15F-1C6E-2BFD-8F9BCBA5860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844047" y="5943622"/>
                  <a:ext cx="183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F94D417-15F2-D205-DF86-54145C2D1C71}"/>
                    </a:ext>
                  </a:extLst>
                </p14:cNvPr>
                <p14:cNvContentPartPr/>
                <p14:nvPr/>
              </p14:nvContentPartPr>
              <p14:xfrm>
                <a:off x="6046367" y="5877382"/>
                <a:ext cx="208080" cy="51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F94D417-15F2-D205-DF86-54145C2D1C7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028727" y="5859742"/>
                  <a:ext cx="243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524B8D4-FF73-55D8-FDEE-DB4B8152DEAE}"/>
                    </a:ext>
                  </a:extLst>
                </p14:cNvPr>
                <p14:cNvContentPartPr/>
                <p14:nvPr/>
              </p14:nvContentPartPr>
              <p14:xfrm>
                <a:off x="7226447" y="4565182"/>
                <a:ext cx="36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524B8D4-FF73-55D8-FDEE-DB4B8152DEA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08807" y="4547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F48983C-5FC0-A46E-A734-A26201B8C4B8}"/>
                    </a:ext>
                  </a:extLst>
                </p14:cNvPr>
                <p14:cNvContentPartPr/>
                <p14:nvPr/>
              </p14:nvContentPartPr>
              <p14:xfrm>
                <a:off x="7311407" y="4576702"/>
                <a:ext cx="3600" cy="1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F48983C-5FC0-A46E-A734-A26201B8C4B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293407" y="4559062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7B3B4EB-5C4D-3D45-630E-BCB69054B7CE}"/>
                    </a:ext>
                  </a:extLst>
                </p14:cNvPr>
                <p14:cNvContentPartPr/>
                <p14:nvPr/>
              </p14:nvContentPartPr>
              <p14:xfrm>
                <a:off x="7134287" y="4416637"/>
                <a:ext cx="11520" cy="207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7B3B4EB-5C4D-3D45-630E-BCB69054B7C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116647" y="4398637"/>
                  <a:ext cx="47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AADDBDB-03DA-3ED3-82CE-8B0007F78E3C}"/>
                    </a:ext>
                  </a:extLst>
                </p14:cNvPr>
                <p14:cNvContentPartPr/>
                <p14:nvPr/>
              </p14:nvContentPartPr>
              <p14:xfrm>
                <a:off x="7148327" y="4557397"/>
                <a:ext cx="167760" cy="260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AADDBDB-03DA-3ED3-82CE-8B0007F78E3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130687" y="4539397"/>
                  <a:ext cx="203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100CD57-C17F-F25C-6DD0-AA570A8EA0DF}"/>
                    </a:ext>
                  </a:extLst>
                </p14:cNvPr>
                <p14:cNvContentPartPr/>
                <p14:nvPr/>
              </p14:nvContentPartPr>
              <p14:xfrm>
                <a:off x="7345247" y="4686997"/>
                <a:ext cx="131400" cy="21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100CD57-C17F-F25C-6DD0-AA570A8EA0D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327607" y="4669357"/>
                  <a:ext cx="1670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8F9DDF3-865D-6763-5869-E9F21E9D6250}"/>
                    </a:ext>
                  </a:extLst>
                </p14:cNvPr>
                <p14:cNvContentPartPr/>
                <p14:nvPr/>
              </p14:nvContentPartPr>
              <p14:xfrm>
                <a:off x="7479167" y="4582237"/>
                <a:ext cx="217080" cy="87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8F9DDF3-865D-6763-5869-E9F21E9D625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461527" y="4564237"/>
                  <a:ext cx="252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6F422D7-1654-009A-724E-8AA1D9FAC986}"/>
                    </a:ext>
                  </a:extLst>
                </p14:cNvPr>
                <p14:cNvContentPartPr/>
                <p14:nvPr/>
              </p14:nvContentPartPr>
              <p14:xfrm>
                <a:off x="7045007" y="5356957"/>
                <a:ext cx="181440" cy="14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6F422D7-1654-009A-724E-8AA1D9FAC98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027007" y="5339317"/>
                  <a:ext cx="217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ED8D4B0-0A79-46F2-4162-023D5863D73B}"/>
                    </a:ext>
                  </a:extLst>
                </p14:cNvPr>
                <p14:cNvContentPartPr/>
                <p14:nvPr/>
              </p14:nvContentPartPr>
              <p14:xfrm>
                <a:off x="7374407" y="5245717"/>
                <a:ext cx="16920" cy="266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ED8D4B0-0A79-46F2-4162-023D5863D73B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356767" y="5227717"/>
                  <a:ext cx="52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8611AD4-6B2B-C2CB-6EE6-E482AF5D14BD}"/>
                    </a:ext>
                  </a:extLst>
                </p14:cNvPr>
                <p14:cNvContentPartPr/>
                <p14:nvPr/>
              </p14:nvContentPartPr>
              <p14:xfrm>
                <a:off x="7201967" y="5594557"/>
                <a:ext cx="282600" cy="291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8611AD4-6B2B-C2CB-6EE6-E482AF5D14B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183967" y="5576917"/>
                  <a:ext cx="318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BF25C09-25CA-6B6D-38C9-BA3A68D436C6}"/>
                    </a:ext>
                  </a:extLst>
                </p14:cNvPr>
                <p14:cNvContentPartPr/>
                <p14:nvPr/>
              </p14:nvContentPartPr>
              <p14:xfrm>
                <a:off x="7279007" y="5823877"/>
                <a:ext cx="139320" cy="219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BF25C09-25CA-6B6D-38C9-BA3A68D436C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261367" y="5805877"/>
                  <a:ext cx="174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3B443AE-E2E7-ACF3-9BC2-D6F939335D02}"/>
                    </a:ext>
                  </a:extLst>
                </p14:cNvPr>
                <p14:cNvContentPartPr/>
                <p14:nvPr/>
              </p14:nvContentPartPr>
              <p14:xfrm>
                <a:off x="7364687" y="5739277"/>
                <a:ext cx="236520" cy="813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3B443AE-E2E7-ACF3-9BC2-D6F939335D0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346687" y="5721277"/>
                  <a:ext cx="272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45887F3-0D7B-CC70-50E4-674C10593674}"/>
                    </a:ext>
                  </a:extLst>
                </p14:cNvPr>
                <p14:cNvContentPartPr/>
                <p14:nvPr/>
              </p14:nvContentPartPr>
              <p14:xfrm>
                <a:off x="1457087" y="6246877"/>
                <a:ext cx="89280" cy="163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45887F3-0D7B-CC70-50E4-674C1059367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439447" y="6229237"/>
                  <a:ext cx="124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B009151-DBA9-6E22-086C-044DD2B87503}"/>
                    </a:ext>
                  </a:extLst>
                </p14:cNvPr>
                <p14:cNvContentPartPr/>
                <p14:nvPr/>
              </p14:nvContentPartPr>
              <p14:xfrm>
                <a:off x="1453127" y="6232837"/>
                <a:ext cx="176040" cy="246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B009151-DBA9-6E22-086C-044DD2B8750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435487" y="6214837"/>
                  <a:ext cx="211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B3C6D41-182B-F17F-8812-D4F8DB2A4271}"/>
                    </a:ext>
                  </a:extLst>
                </p14:cNvPr>
                <p14:cNvContentPartPr/>
                <p14:nvPr/>
              </p14:nvContentPartPr>
              <p14:xfrm>
                <a:off x="1643567" y="6501757"/>
                <a:ext cx="111600" cy="2516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B3C6D41-182B-F17F-8812-D4F8DB2A4271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25567" y="6483757"/>
                  <a:ext cx="147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B93BD27-4D54-BCE7-461E-C864CDB4CEC1}"/>
                    </a:ext>
                  </a:extLst>
                </p14:cNvPr>
                <p14:cNvContentPartPr/>
                <p14:nvPr/>
              </p14:nvContentPartPr>
              <p14:xfrm>
                <a:off x="1676327" y="6260197"/>
                <a:ext cx="6480" cy="572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B93BD27-4D54-BCE7-461E-C864CDB4CEC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58327" y="6242197"/>
                  <a:ext cx="42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208BE5-C27F-0214-4BAE-06D64B2B33C9}"/>
                    </a:ext>
                  </a:extLst>
                </p14:cNvPr>
                <p14:cNvContentPartPr/>
                <p14:nvPr/>
              </p14:nvContentPartPr>
              <p14:xfrm>
                <a:off x="2221727" y="6339397"/>
                <a:ext cx="139680" cy="184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208BE5-C27F-0214-4BAE-06D64B2B33C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204087" y="6321757"/>
                  <a:ext cx="175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134B9D9-2022-F672-15BA-4EB224563D05}"/>
                    </a:ext>
                  </a:extLst>
                </p14:cNvPr>
                <p14:cNvContentPartPr/>
                <p14:nvPr/>
              </p14:nvContentPartPr>
              <p14:xfrm>
                <a:off x="2182847" y="6572677"/>
                <a:ext cx="214200" cy="103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134B9D9-2022-F672-15BA-4EB224563D0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165207" y="6555037"/>
                  <a:ext cx="249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B5A3F44-4CFF-F608-BEC4-61AE27423FA2}"/>
                    </a:ext>
                  </a:extLst>
                </p14:cNvPr>
                <p14:cNvContentPartPr/>
                <p14:nvPr/>
              </p14:nvContentPartPr>
              <p14:xfrm>
                <a:off x="2589647" y="6354517"/>
                <a:ext cx="233640" cy="2404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B5A3F44-4CFF-F608-BEC4-61AE27423FA2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571647" y="6336517"/>
                  <a:ext cx="269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1CE7A73-A1B4-D900-4909-0C797A43D77A}"/>
                    </a:ext>
                  </a:extLst>
                </p14:cNvPr>
                <p14:cNvContentPartPr/>
                <p14:nvPr/>
              </p14:nvContentPartPr>
              <p14:xfrm>
                <a:off x="3545807" y="6502837"/>
                <a:ext cx="27720" cy="34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1CE7A73-A1B4-D900-4909-0C797A43D77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528167" y="6485197"/>
                  <a:ext cx="63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E56A619-CF7C-BC11-C9EE-B59F97471F67}"/>
                    </a:ext>
                  </a:extLst>
                </p14:cNvPr>
                <p14:cNvContentPartPr/>
                <p14:nvPr/>
              </p14:nvContentPartPr>
              <p14:xfrm>
                <a:off x="496607" y="5188117"/>
                <a:ext cx="15120" cy="201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E56A619-CF7C-BC11-C9EE-B59F97471F67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78967" y="5170117"/>
                  <a:ext cx="50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72791D1-BE38-C03C-1958-C0B724C0EBD0}"/>
                    </a:ext>
                  </a:extLst>
                </p14:cNvPr>
                <p14:cNvContentPartPr/>
                <p14:nvPr/>
              </p14:nvContentPartPr>
              <p14:xfrm>
                <a:off x="509567" y="5070397"/>
                <a:ext cx="1440" cy="190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72791D1-BE38-C03C-1958-C0B724C0EBD0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91927" y="5052757"/>
                  <a:ext cx="37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7E0AF520-B217-45E8-96AC-481AAA888C38}"/>
                    </a:ext>
                  </a:extLst>
                </p14:cNvPr>
                <p14:cNvContentPartPr/>
                <p14:nvPr/>
              </p14:nvContentPartPr>
              <p14:xfrm>
                <a:off x="476807" y="5153557"/>
                <a:ext cx="2160" cy="14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E0AF520-B217-45E8-96AC-481AAA888C3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59167" y="5135557"/>
                  <a:ext cx="37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D6B7471-B3A2-4AA6-F191-150BF1141DEF}"/>
                    </a:ext>
                  </a:extLst>
                </p14:cNvPr>
                <p14:cNvContentPartPr/>
                <p14:nvPr/>
              </p14:nvContentPartPr>
              <p14:xfrm>
                <a:off x="1869287" y="5280277"/>
                <a:ext cx="40320" cy="553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D6B7471-B3A2-4AA6-F191-150BF1141DE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851287" y="5262637"/>
                  <a:ext cx="759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CA9B9F3-47D2-6945-C14E-1F2421C0AA80}"/>
                    </a:ext>
                  </a:extLst>
                </p14:cNvPr>
                <p14:cNvContentPartPr/>
                <p14:nvPr/>
              </p14:nvContentPartPr>
              <p14:xfrm>
                <a:off x="2854967" y="5052037"/>
                <a:ext cx="41040" cy="6519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CA9B9F3-47D2-6945-C14E-1F2421C0AA8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37327" y="5034397"/>
                  <a:ext cx="766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A48C5A6-C173-F2A4-59EB-2874B789B7D9}"/>
                    </a:ext>
                  </a:extLst>
                </p14:cNvPr>
                <p14:cNvContentPartPr/>
                <p14:nvPr/>
              </p14:nvContentPartPr>
              <p14:xfrm>
                <a:off x="449447" y="5773117"/>
                <a:ext cx="7378200" cy="4680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A48C5A6-C173-F2A4-59EB-2874B789B7D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31807" y="5755477"/>
                  <a:ext cx="74138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E7063EE-9A30-06C2-FD2C-AA6F86A828E9}"/>
                    </a:ext>
                  </a:extLst>
                </p14:cNvPr>
                <p14:cNvContentPartPr/>
                <p14:nvPr/>
              </p14:nvContentPartPr>
              <p14:xfrm>
                <a:off x="8026727" y="1625917"/>
                <a:ext cx="81000" cy="43480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E7063EE-9A30-06C2-FD2C-AA6F86A828E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008727" y="1608277"/>
                  <a:ext cx="116640" cy="43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76C2FC-82B0-355A-F177-8EF4A3652430}"/>
                    </a:ext>
                  </a:extLst>
                </p14:cNvPr>
                <p14:cNvContentPartPr/>
                <p14:nvPr/>
              </p14:nvContentPartPr>
              <p14:xfrm>
                <a:off x="5516447" y="3079462"/>
                <a:ext cx="168120" cy="4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76C2FC-82B0-355A-F177-8EF4A365243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498807" y="3061462"/>
                  <a:ext cx="20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BEB346-6DD3-C111-4168-2C6CF2A6C720}"/>
                    </a:ext>
                  </a:extLst>
                </p14:cNvPr>
                <p14:cNvContentPartPr/>
                <p14:nvPr/>
              </p14:nvContentPartPr>
              <p14:xfrm>
                <a:off x="5795447" y="2985862"/>
                <a:ext cx="230400" cy="17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BEB346-6DD3-C111-4168-2C6CF2A6C72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777447" y="2968222"/>
                  <a:ext cx="266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496E9C-969D-2940-14D4-8537BC2B68C1}"/>
                    </a:ext>
                  </a:extLst>
                </p14:cNvPr>
                <p14:cNvContentPartPr/>
                <p14:nvPr/>
              </p14:nvContentPartPr>
              <p14:xfrm>
                <a:off x="5649287" y="3258022"/>
                <a:ext cx="341280" cy="32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496E9C-969D-2940-14D4-8537BC2B68C1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631647" y="3240382"/>
                  <a:ext cx="3769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6615C0A-FAF9-6754-F66A-C9651062D0A8}"/>
                    </a:ext>
                  </a:extLst>
                </p14:cNvPr>
                <p14:cNvContentPartPr/>
                <p14:nvPr/>
              </p14:nvContentPartPr>
              <p14:xfrm>
                <a:off x="5741447" y="3453502"/>
                <a:ext cx="168120" cy="267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6615C0A-FAF9-6754-F66A-C9651062D0A8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723807" y="3435862"/>
                  <a:ext cx="2037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B401F8-C265-ADDA-BD35-80FFBAB77497}"/>
                    </a:ext>
                  </a:extLst>
                </p14:cNvPr>
                <p14:cNvContentPartPr/>
                <p14:nvPr/>
              </p14:nvContentPartPr>
              <p14:xfrm>
                <a:off x="5872847" y="3381862"/>
                <a:ext cx="243000" cy="4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B401F8-C265-ADDA-BD35-80FFBAB7749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5854847" y="3364222"/>
                  <a:ext cx="27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FF6F42C-B46B-C5BC-E736-7B39F53CE1D4}"/>
                    </a:ext>
                  </a:extLst>
                </p14:cNvPr>
                <p14:cNvContentPartPr/>
                <p14:nvPr/>
              </p14:nvContentPartPr>
              <p14:xfrm>
                <a:off x="7137167" y="3019342"/>
                <a:ext cx="152280" cy="20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FF6F42C-B46B-C5BC-E736-7B39F53CE1D4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119167" y="3001702"/>
                  <a:ext cx="187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364F4E-44B6-DA56-B0F9-A2E70D262622}"/>
                    </a:ext>
                  </a:extLst>
                </p14:cNvPr>
                <p14:cNvContentPartPr/>
                <p14:nvPr/>
              </p14:nvContentPartPr>
              <p14:xfrm>
                <a:off x="7051487" y="3323182"/>
                <a:ext cx="276120" cy="77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364F4E-44B6-DA56-B0F9-A2E70D262622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033847" y="3305182"/>
                  <a:ext cx="311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C40D6DA-13FC-C5D5-9FD7-A5DB8D7ACD04}"/>
                    </a:ext>
                  </a:extLst>
                </p14:cNvPr>
                <p14:cNvContentPartPr/>
                <p14:nvPr/>
              </p14:nvContentPartPr>
              <p14:xfrm>
                <a:off x="7071647" y="3498142"/>
                <a:ext cx="147960" cy="19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C40D6DA-13FC-C5D5-9FD7-A5DB8D7ACD0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054007" y="3480142"/>
                  <a:ext cx="183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CB7153-C8CF-13EE-A2B8-3C8E75100419}"/>
                    </a:ext>
                  </a:extLst>
                </p14:cNvPr>
                <p14:cNvContentPartPr/>
                <p14:nvPr/>
              </p14:nvContentPartPr>
              <p14:xfrm>
                <a:off x="7163447" y="3473302"/>
                <a:ext cx="320040" cy="63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CB7153-C8CF-13EE-A2B8-3C8E7510041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145807" y="3455302"/>
                  <a:ext cx="35568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31797A7D-9B4B-5962-8339-7152B266205B}"/>
                  </a:ext>
                </a:extLst>
              </p14:cNvPr>
              <p14:cNvContentPartPr/>
              <p14:nvPr/>
            </p14:nvContentPartPr>
            <p14:xfrm>
              <a:off x="5601767" y="3616717"/>
              <a:ext cx="2595240" cy="903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31797A7D-9B4B-5962-8339-7152B266205B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5584127" y="3598717"/>
                <a:ext cx="263088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110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6D678959-8A04-4A5B-8CF6-D9DDC4311A6A}"/>
              </a:ext>
            </a:extLst>
          </p:cNvPr>
          <p:cNvGrpSpPr/>
          <p:nvPr/>
        </p:nvGrpSpPr>
        <p:grpSpPr>
          <a:xfrm>
            <a:off x="877127" y="395662"/>
            <a:ext cx="1097640" cy="245880"/>
            <a:chOff x="877127" y="395662"/>
            <a:chExt cx="10976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29894C3-D1D4-76BD-0E83-C7CF787BEA9D}"/>
                    </a:ext>
                  </a:extLst>
                </p14:cNvPr>
                <p14:cNvContentPartPr/>
                <p14:nvPr/>
              </p14:nvContentPartPr>
              <p14:xfrm>
                <a:off x="877127" y="443542"/>
                <a:ext cx="265320" cy="15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29894C3-D1D4-76BD-0E83-C7CF787BEA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9127" y="425542"/>
                  <a:ext cx="300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647660-771B-0FD4-CE24-A9766226B05D}"/>
                    </a:ext>
                  </a:extLst>
                </p14:cNvPr>
                <p14:cNvContentPartPr/>
                <p14:nvPr/>
              </p14:nvContentPartPr>
              <p14:xfrm>
                <a:off x="1230287" y="395662"/>
                <a:ext cx="120600" cy="205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647660-771B-0FD4-CE24-A9766226B0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12647" y="377662"/>
                  <a:ext cx="156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7D54E5-3B2F-C898-EA61-6477D71DAB84}"/>
                    </a:ext>
                  </a:extLst>
                </p14:cNvPr>
                <p14:cNvContentPartPr/>
                <p14:nvPr/>
              </p14:nvContentPartPr>
              <p14:xfrm>
                <a:off x="1394087" y="478102"/>
                <a:ext cx="256320" cy="141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7D54E5-3B2F-C898-EA61-6477D71DAB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6447" y="460102"/>
                  <a:ext cx="291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7A5EA0-18FA-4BA0-A93C-6F2521D5C715}"/>
                    </a:ext>
                  </a:extLst>
                </p14:cNvPr>
                <p14:cNvContentPartPr/>
                <p14:nvPr/>
              </p14:nvContentPartPr>
              <p14:xfrm>
                <a:off x="1761647" y="500062"/>
                <a:ext cx="213120" cy="141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7A5EA0-18FA-4BA0-A93C-6F2521D5C71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3647" y="482422"/>
                  <a:ext cx="2487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684E9CB-D829-F4AD-D2BF-4A3C4B7C7A36}"/>
              </a:ext>
            </a:extLst>
          </p:cNvPr>
          <p:cNvGrpSpPr/>
          <p:nvPr/>
        </p:nvGrpSpPr>
        <p:grpSpPr>
          <a:xfrm>
            <a:off x="2202647" y="325102"/>
            <a:ext cx="1097280" cy="507240"/>
            <a:chOff x="2202647" y="325102"/>
            <a:chExt cx="1097280" cy="50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808A4D-8610-E264-7E2E-FEF75958190E}"/>
                    </a:ext>
                  </a:extLst>
                </p14:cNvPr>
                <p14:cNvContentPartPr/>
                <p14:nvPr/>
              </p14:nvContentPartPr>
              <p14:xfrm>
                <a:off x="2223167" y="450022"/>
                <a:ext cx="106560" cy="1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808A4D-8610-E264-7E2E-FEF7595819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5167" y="432382"/>
                  <a:ext cx="142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FCB1CD-2E0C-3206-B9F8-17822CF134E4}"/>
                    </a:ext>
                  </a:extLst>
                </p14:cNvPr>
                <p14:cNvContentPartPr/>
                <p14:nvPr/>
              </p14:nvContentPartPr>
              <p14:xfrm>
                <a:off x="2202647" y="534982"/>
                <a:ext cx="213840" cy="4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FCB1CD-2E0C-3206-B9F8-17822CF134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4647" y="516982"/>
                  <a:ext cx="249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067817-F145-A0F1-ABCD-A14F0A1B121D}"/>
                    </a:ext>
                  </a:extLst>
                </p14:cNvPr>
                <p14:cNvContentPartPr/>
                <p14:nvPr/>
              </p14:nvContentPartPr>
              <p14:xfrm>
                <a:off x="2549687" y="325102"/>
                <a:ext cx="150480" cy="261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067817-F145-A0F1-ABCD-A14F0A1B12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1687" y="307102"/>
                  <a:ext cx="186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4546B-EE36-F147-664F-3B6A53FE6F8A}"/>
                    </a:ext>
                  </a:extLst>
                </p14:cNvPr>
                <p14:cNvContentPartPr/>
                <p14:nvPr/>
              </p14:nvContentPartPr>
              <p14:xfrm>
                <a:off x="2888447" y="338422"/>
                <a:ext cx="61200" cy="350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4546B-EE36-F147-664F-3B6A53FE6F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70807" y="320422"/>
                  <a:ext cx="96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A6D149-9E9F-151D-C7A0-6CBC770A55D6}"/>
                    </a:ext>
                  </a:extLst>
                </p14:cNvPr>
                <p14:cNvContentPartPr/>
                <p14:nvPr/>
              </p14:nvContentPartPr>
              <p14:xfrm>
                <a:off x="3151247" y="712462"/>
                <a:ext cx="148680" cy="119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A6D149-9E9F-151D-C7A0-6CBC770A55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33607" y="694822"/>
                  <a:ext cx="18432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9D91A4-CFBB-9F65-0B56-9FDA59B83654}"/>
              </a:ext>
            </a:extLst>
          </p:cNvPr>
          <p:cNvGrpSpPr/>
          <p:nvPr/>
        </p:nvGrpSpPr>
        <p:grpSpPr>
          <a:xfrm>
            <a:off x="3641927" y="465502"/>
            <a:ext cx="787680" cy="315360"/>
            <a:chOff x="3641927" y="465502"/>
            <a:chExt cx="78768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5F156B-AC30-EC06-6C8E-F735EA870C03}"/>
                    </a:ext>
                  </a:extLst>
                </p14:cNvPr>
                <p14:cNvContentPartPr/>
                <p14:nvPr/>
              </p14:nvContentPartPr>
              <p14:xfrm>
                <a:off x="3641927" y="465502"/>
                <a:ext cx="265320" cy="272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5F156B-AC30-EC06-6C8E-F735EA870C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23927" y="447862"/>
                  <a:ext cx="3009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CEFC5A-D95A-EB77-64A2-66F93F682C22}"/>
                    </a:ext>
                  </a:extLst>
                </p14:cNvPr>
                <p14:cNvContentPartPr/>
                <p14:nvPr/>
              </p14:nvContentPartPr>
              <p14:xfrm>
                <a:off x="3731927" y="503302"/>
                <a:ext cx="309960" cy="236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CEFC5A-D95A-EB77-64A2-66F93F682C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13927" y="485662"/>
                  <a:ext cx="345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457D4D-26B9-067A-38BF-D0268914D656}"/>
                    </a:ext>
                  </a:extLst>
                </p14:cNvPr>
                <p14:cNvContentPartPr/>
                <p14:nvPr/>
              </p14:nvContentPartPr>
              <p14:xfrm>
                <a:off x="4156367" y="593662"/>
                <a:ext cx="122760" cy="187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457D4D-26B9-067A-38BF-D0268914D6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38367" y="576022"/>
                  <a:ext cx="15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579A9D-20DD-71D9-D0AC-BB6EA3132E63}"/>
                    </a:ext>
                  </a:extLst>
                </p14:cNvPr>
                <p14:cNvContentPartPr/>
                <p14:nvPr/>
              </p14:nvContentPartPr>
              <p14:xfrm>
                <a:off x="4328447" y="611662"/>
                <a:ext cx="101160" cy="143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579A9D-20DD-71D9-D0AC-BB6EA3132E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10447" y="594022"/>
                  <a:ext cx="136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79A179-8115-ECCE-CE9C-59D3389D77B4}"/>
              </a:ext>
            </a:extLst>
          </p:cNvPr>
          <p:cNvGrpSpPr/>
          <p:nvPr/>
        </p:nvGrpSpPr>
        <p:grpSpPr>
          <a:xfrm>
            <a:off x="4833887" y="576742"/>
            <a:ext cx="482400" cy="286560"/>
            <a:chOff x="4833887" y="576742"/>
            <a:chExt cx="48240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0C07BD-831D-E277-C591-840B48AB6AAB}"/>
                    </a:ext>
                  </a:extLst>
                </p14:cNvPr>
                <p14:cNvContentPartPr/>
                <p14:nvPr/>
              </p14:nvContentPartPr>
              <p14:xfrm>
                <a:off x="4833887" y="576742"/>
                <a:ext cx="274680" cy="158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0C07BD-831D-E277-C591-840B48AB6A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6247" y="559102"/>
                  <a:ext cx="310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7A7198B-BB4E-9380-CB14-EB49C68F537E}"/>
                    </a:ext>
                  </a:extLst>
                </p14:cNvPr>
                <p14:cNvContentPartPr/>
                <p14:nvPr/>
              </p14:nvContentPartPr>
              <p14:xfrm>
                <a:off x="5290007" y="675742"/>
                <a:ext cx="26280" cy="18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7A7198B-BB4E-9380-CB14-EB49C68F53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72367" y="658102"/>
                  <a:ext cx="619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1B9CFD-2FEC-5F70-E930-FC76273CC38A}"/>
              </a:ext>
            </a:extLst>
          </p:cNvPr>
          <p:cNvGrpSpPr/>
          <p:nvPr/>
        </p:nvGrpSpPr>
        <p:grpSpPr>
          <a:xfrm>
            <a:off x="5551727" y="532822"/>
            <a:ext cx="496800" cy="227880"/>
            <a:chOff x="5551727" y="532822"/>
            <a:chExt cx="49680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0D2295-47F9-E117-2C0F-C4C77C2BD21E}"/>
                    </a:ext>
                  </a:extLst>
                </p14:cNvPr>
                <p14:cNvContentPartPr/>
                <p14:nvPr/>
              </p14:nvContentPartPr>
              <p14:xfrm>
                <a:off x="5551727" y="598702"/>
                <a:ext cx="95400" cy="43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0D2295-47F9-E117-2C0F-C4C77C2BD2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33727" y="581062"/>
                  <a:ext cx="131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54751F-7EB8-802A-94B7-02817C6A0452}"/>
                    </a:ext>
                  </a:extLst>
                </p14:cNvPr>
                <p14:cNvContentPartPr/>
                <p14:nvPr/>
              </p14:nvContentPartPr>
              <p14:xfrm>
                <a:off x="5557847" y="687262"/>
                <a:ext cx="208800" cy="4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54751F-7EB8-802A-94B7-02817C6A04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39847" y="669262"/>
                  <a:ext cx="244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2A36FD-8203-2EEA-01E1-BFEB46DAEAF9}"/>
                    </a:ext>
                  </a:extLst>
                </p14:cNvPr>
                <p14:cNvContentPartPr/>
                <p14:nvPr/>
              </p14:nvContentPartPr>
              <p14:xfrm>
                <a:off x="5828207" y="532822"/>
                <a:ext cx="220320" cy="22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2A36FD-8203-2EEA-01E1-BFEB46DAEA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10207" y="515182"/>
                  <a:ext cx="2559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EDB9B9-7C28-BEFE-8917-BB32569F4D08}"/>
              </a:ext>
            </a:extLst>
          </p:cNvPr>
          <p:cNvGrpSpPr/>
          <p:nvPr/>
        </p:nvGrpSpPr>
        <p:grpSpPr>
          <a:xfrm>
            <a:off x="6292607" y="595822"/>
            <a:ext cx="1534680" cy="418680"/>
            <a:chOff x="6292607" y="595822"/>
            <a:chExt cx="153468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496961-6807-EEB3-D49F-5E6E54AAF501}"/>
                    </a:ext>
                  </a:extLst>
                </p14:cNvPr>
                <p14:cNvContentPartPr/>
                <p14:nvPr/>
              </p14:nvContentPartPr>
              <p14:xfrm>
                <a:off x="6292607" y="745582"/>
                <a:ext cx="12708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496961-6807-EEB3-D49F-5E6E54AAF5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4967" y="727582"/>
                  <a:ext cx="162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0DB8A1-C7A8-62B4-462C-11303C28AAF0}"/>
                    </a:ext>
                  </a:extLst>
                </p14:cNvPr>
                <p14:cNvContentPartPr/>
                <p14:nvPr/>
              </p14:nvContentPartPr>
              <p14:xfrm>
                <a:off x="6563687" y="640822"/>
                <a:ext cx="232920" cy="16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0DB8A1-C7A8-62B4-462C-11303C28AA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45687" y="623182"/>
                  <a:ext cx="268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3F3AD6-8885-D2BF-EBFD-49D6873D4FE7}"/>
                    </a:ext>
                  </a:extLst>
                </p14:cNvPr>
                <p14:cNvContentPartPr/>
                <p14:nvPr/>
              </p14:nvContentPartPr>
              <p14:xfrm>
                <a:off x="6858527" y="774382"/>
                <a:ext cx="201600" cy="14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3F3AD6-8885-D2BF-EBFD-49D6873D4F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40887" y="756742"/>
                  <a:ext cx="237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DE15B8-9619-1969-F93D-800DE55F8082}"/>
                    </a:ext>
                  </a:extLst>
                </p14:cNvPr>
                <p14:cNvContentPartPr/>
                <p14:nvPr/>
              </p14:nvContentPartPr>
              <p14:xfrm>
                <a:off x="7206287" y="678262"/>
                <a:ext cx="168840" cy="29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DE15B8-9619-1969-F93D-800DE55F80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88287" y="660262"/>
                  <a:ext cx="204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55697D-B13E-4338-C688-FE52802A895D}"/>
                    </a:ext>
                  </a:extLst>
                </p14:cNvPr>
                <p14:cNvContentPartPr/>
                <p14:nvPr/>
              </p14:nvContentPartPr>
              <p14:xfrm>
                <a:off x="7241927" y="766102"/>
                <a:ext cx="170640" cy="3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55697D-B13E-4338-C688-FE52802A895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23927" y="748462"/>
                  <a:ext cx="206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8DD9F1C-A1C7-6A85-2528-687A28D885D4}"/>
                    </a:ext>
                  </a:extLst>
                </p14:cNvPr>
                <p14:cNvContentPartPr/>
                <p14:nvPr/>
              </p14:nvContentPartPr>
              <p14:xfrm>
                <a:off x="7471607" y="595822"/>
                <a:ext cx="174600" cy="256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8DD9F1C-A1C7-6A85-2528-687A28D885D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53607" y="578182"/>
                  <a:ext cx="210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6BD92B-04C5-2CDD-C32C-A5DCECF6744D}"/>
                    </a:ext>
                  </a:extLst>
                </p14:cNvPr>
                <p14:cNvContentPartPr/>
                <p14:nvPr/>
              </p14:nvContentPartPr>
              <p14:xfrm>
                <a:off x="7706687" y="858982"/>
                <a:ext cx="120600" cy="155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6BD92B-04C5-2CDD-C32C-A5DCECF674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88687" y="841342"/>
                  <a:ext cx="1562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2D435B-4335-9428-90C4-134066E603C0}"/>
              </a:ext>
            </a:extLst>
          </p:cNvPr>
          <p:cNvGrpSpPr/>
          <p:nvPr/>
        </p:nvGrpSpPr>
        <p:grpSpPr>
          <a:xfrm>
            <a:off x="8163167" y="751342"/>
            <a:ext cx="378360" cy="318960"/>
            <a:chOff x="8163167" y="751342"/>
            <a:chExt cx="37836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834876C-7359-8A22-3CF6-FB15B528A07C}"/>
                    </a:ext>
                  </a:extLst>
                </p14:cNvPr>
                <p14:cNvContentPartPr/>
                <p14:nvPr/>
              </p14:nvContentPartPr>
              <p14:xfrm>
                <a:off x="8163167" y="751342"/>
                <a:ext cx="179640" cy="140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834876C-7359-8A22-3CF6-FB15B528A07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45527" y="733702"/>
                  <a:ext cx="215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F55835-FF8D-8D14-59C5-B5F66332124F}"/>
                    </a:ext>
                  </a:extLst>
                </p14:cNvPr>
                <p14:cNvContentPartPr/>
                <p14:nvPr/>
              </p14:nvContentPartPr>
              <p14:xfrm>
                <a:off x="8355767" y="849982"/>
                <a:ext cx="18576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F55835-FF8D-8D14-59C5-B5F66332124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38127" y="831982"/>
                  <a:ext cx="22140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EAEAF7-3035-3B8E-ECEE-E1D39EE815BE}"/>
              </a:ext>
            </a:extLst>
          </p:cNvPr>
          <p:cNvGrpSpPr/>
          <p:nvPr/>
        </p:nvGrpSpPr>
        <p:grpSpPr>
          <a:xfrm>
            <a:off x="8780207" y="697702"/>
            <a:ext cx="826560" cy="382680"/>
            <a:chOff x="8780207" y="697702"/>
            <a:chExt cx="8265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44D743-C8AD-DF8D-3D0C-08AB9A32F45D}"/>
                    </a:ext>
                  </a:extLst>
                </p14:cNvPr>
                <p14:cNvContentPartPr/>
                <p14:nvPr/>
              </p14:nvContentPartPr>
              <p14:xfrm>
                <a:off x="8780207" y="778702"/>
                <a:ext cx="158040" cy="15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44D743-C8AD-DF8D-3D0C-08AB9A32F4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62567" y="761062"/>
                  <a:ext cx="193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0EAAC77-E8A0-A918-D09D-B991FEE48B14}"/>
                    </a:ext>
                  </a:extLst>
                </p14:cNvPr>
                <p14:cNvContentPartPr/>
                <p14:nvPr/>
              </p14:nvContentPartPr>
              <p14:xfrm>
                <a:off x="8842847" y="854662"/>
                <a:ext cx="141480" cy="15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0EAAC77-E8A0-A918-D09D-B991FEE48B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24847" y="837022"/>
                  <a:ext cx="177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7973D1-3E4E-25BE-3F87-8345CC6453FF}"/>
                    </a:ext>
                  </a:extLst>
                </p14:cNvPr>
                <p14:cNvContentPartPr/>
                <p14:nvPr/>
              </p14:nvContentPartPr>
              <p14:xfrm>
                <a:off x="9138407" y="697702"/>
                <a:ext cx="209520" cy="16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7973D1-3E4E-25BE-3F87-8345CC6453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20407" y="679702"/>
                  <a:ext cx="245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9F9B66-8201-A297-4D25-F57E3328BF8F}"/>
                    </a:ext>
                  </a:extLst>
                </p14:cNvPr>
                <p14:cNvContentPartPr/>
                <p14:nvPr/>
              </p14:nvContentPartPr>
              <p14:xfrm>
                <a:off x="9431087" y="894982"/>
                <a:ext cx="175680" cy="185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9F9B66-8201-A297-4D25-F57E3328BF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13087" y="876982"/>
                  <a:ext cx="21132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FB7A735-158D-A5F1-E7E1-1980295523D4}"/>
              </a:ext>
            </a:extLst>
          </p:cNvPr>
          <p:cNvGrpSpPr/>
          <p:nvPr/>
        </p:nvGrpSpPr>
        <p:grpSpPr>
          <a:xfrm>
            <a:off x="9865967" y="703102"/>
            <a:ext cx="1245240" cy="306720"/>
            <a:chOff x="9865967" y="703102"/>
            <a:chExt cx="124524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3B5A86-A1CE-C8F5-1886-EFE356D649D6}"/>
                    </a:ext>
                  </a:extLst>
                </p14:cNvPr>
                <p14:cNvContentPartPr/>
                <p14:nvPr/>
              </p14:nvContentPartPr>
              <p14:xfrm>
                <a:off x="9865967" y="773662"/>
                <a:ext cx="26352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3B5A86-A1CE-C8F5-1886-EFE356D649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48327" y="755662"/>
                  <a:ext cx="29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AF090C7-F0B8-2A51-830E-4061DB064012}"/>
                    </a:ext>
                  </a:extLst>
                </p14:cNvPr>
                <p14:cNvContentPartPr/>
                <p14:nvPr/>
              </p14:nvContentPartPr>
              <p14:xfrm>
                <a:off x="10259807" y="834502"/>
                <a:ext cx="132120" cy="17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AF090C7-F0B8-2A51-830E-4061DB0640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41807" y="816502"/>
                  <a:ext cx="167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22F13D-8C87-D5C8-4C92-64DB52BDD005}"/>
                    </a:ext>
                  </a:extLst>
                </p14:cNvPr>
                <p14:cNvContentPartPr/>
                <p14:nvPr/>
              </p14:nvContentPartPr>
              <p14:xfrm>
                <a:off x="10633127" y="792022"/>
                <a:ext cx="127440" cy="37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22F13D-8C87-D5C8-4C92-64DB52BDD0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15487" y="774382"/>
                  <a:ext cx="163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8585227-2C7E-0BF6-59B5-6AB98FFAC482}"/>
                    </a:ext>
                  </a:extLst>
                </p14:cNvPr>
                <p14:cNvContentPartPr/>
                <p14:nvPr/>
              </p14:nvContentPartPr>
              <p14:xfrm>
                <a:off x="10578407" y="901102"/>
                <a:ext cx="131400" cy="27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8585227-2C7E-0BF6-59B5-6AB98FFAC48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60407" y="883462"/>
                  <a:ext cx="167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421F25C-37CD-8C3B-341B-69E4A1DD15B5}"/>
                    </a:ext>
                  </a:extLst>
                </p14:cNvPr>
                <p14:cNvContentPartPr/>
                <p14:nvPr/>
              </p14:nvContentPartPr>
              <p14:xfrm>
                <a:off x="10874687" y="703102"/>
                <a:ext cx="236520" cy="238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421F25C-37CD-8C3B-341B-69E4A1DD15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57047" y="685102"/>
                  <a:ext cx="27216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1EA083-1B7C-A5F2-74D8-8074A8ED1117}"/>
                  </a:ext>
                </a:extLst>
              </p14:cNvPr>
              <p14:cNvContentPartPr/>
              <p14:nvPr/>
            </p14:nvContentPartPr>
            <p14:xfrm>
              <a:off x="11197247" y="1102702"/>
              <a:ext cx="6120" cy="12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1EA083-1B7C-A5F2-74D8-8074A8ED111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179607" y="1085062"/>
                <a:ext cx="4176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05C47079-A3BD-D26D-D37E-911BACA42CE0}"/>
              </a:ext>
            </a:extLst>
          </p:cNvPr>
          <p:cNvGrpSpPr/>
          <p:nvPr/>
        </p:nvGrpSpPr>
        <p:grpSpPr>
          <a:xfrm>
            <a:off x="984767" y="1162822"/>
            <a:ext cx="498960" cy="290160"/>
            <a:chOff x="984767" y="1162822"/>
            <a:chExt cx="49896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073DC4E-E30F-4221-B899-38CD3CE99259}"/>
                    </a:ext>
                  </a:extLst>
                </p14:cNvPr>
                <p14:cNvContentPartPr/>
                <p14:nvPr/>
              </p14:nvContentPartPr>
              <p14:xfrm>
                <a:off x="984767" y="1162822"/>
                <a:ext cx="56880" cy="290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073DC4E-E30F-4221-B899-38CD3CE992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7127" y="1145182"/>
                  <a:ext cx="925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299466-D29E-6F09-1057-3919F73025E9}"/>
                    </a:ext>
                  </a:extLst>
                </p14:cNvPr>
                <p14:cNvContentPartPr/>
                <p14:nvPr/>
              </p14:nvContentPartPr>
              <p14:xfrm>
                <a:off x="987287" y="1168942"/>
                <a:ext cx="198000" cy="268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299466-D29E-6F09-1057-3919F73025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9647" y="1151302"/>
                  <a:ext cx="233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F972E7-60A2-10D8-1A6F-0967846CB043}"/>
                    </a:ext>
                  </a:extLst>
                </p14:cNvPr>
                <p14:cNvContentPartPr/>
                <p14:nvPr/>
              </p14:nvContentPartPr>
              <p14:xfrm>
                <a:off x="1282847" y="1187662"/>
                <a:ext cx="5760" cy="26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F972E7-60A2-10D8-1A6F-0967846CB0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64847" y="1170022"/>
                  <a:ext cx="41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8850CD-7D4E-7EED-4264-FDA3F9D178AD}"/>
                    </a:ext>
                  </a:extLst>
                </p14:cNvPr>
                <p14:cNvContentPartPr/>
                <p14:nvPr/>
              </p14:nvContentPartPr>
              <p14:xfrm>
                <a:off x="1275287" y="1167142"/>
                <a:ext cx="208440" cy="96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8850CD-7D4E-7EED-4264-FDA3F9D178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57287" y="1149502"/>
                  <a:ext cx="244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B652BD-EFEA-C4FF-56A1-889EFD255B3B}"/>
                    </a:ext>
                  </a:extLst>
                </p14:cNvPr>
                <p14:cNvContentPartPr/>
                <p14:nvPr/>
              </p14:nvContentPartPr>
              <p14:xfrm>
                <a:off x="1259447" y="1311142"/>
                <a:ext cx="205200" cy="46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B652BD-EFEA-C4FF-56A1-889EFD255B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41447" y="1293502"/>
                  <a:ext cx="24084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790E00A-F99C-4F24-00FF-346287DE2A4C}"/>
                  </a:ext>
                </a:extLst>
              </p14:cNvPr>
              <p14:cNvContentPartPr/>
              <p14:nvPr/>
            </p14:nvContentPartPr>
            <p14:xfrm>
              <a:off x="1827887" y="1087222"/>
              <a:ext cx="163080" cy="272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790E00A-F99C-4F24-00FF-346287DE2A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10247" y="1069222"/>
                <a:ext cx="19872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F1DDA78-36BF-7C14-BDE8-9A36CF8AB415}"/>
              </a:ext>
            </a:extLst>
          </p:cNvPr>
          <p:cNvGrpSpPr/>
          <p:nvPr/>
        </p:nvGrpSpPr>
        <p:grpSpPr>
          <a:xfrm>
            <a:off x="2501807" y="1108462"/>
            <a:ext cx="592560" cy="370440"/>
            <a:chOff x="2501807" y="1108462"/>
            <a:chExt cx="59256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67E363-6BAC-8B30-FA2B-FA5D1F4F62C5}"/>
                    </a:ext>
                  </a:extLst>
                </p14:cNvPr>
                <p14:cNvContentPartPr/>
                <p14:nvPr/>
              </p14:nvContentPartPr>
              <p14:xfrm>
                <a:off x="2519087" y="1316542"/>
                <a:ext cx="180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67E363-6BAC-8B30-FA2B-FA5D1F4F62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01087" y="1298542"/>
                  <a:ext cx="37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A18595-7EC0-3317-D63F-A7DB79C1207B}"/>
                    </a:ext>
                  </a:extLst>
                </p14:cNvPr>
                <p14:cNvContentPartPr/>
                <p14:nvPr/>
              </p14:nvContentPartPr>
              <p14:xfrm>
                <a:off x="2501807" y="1108462"/>
                <a:ext cx="456480" cy="370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A18595-7EC0-3317-D63F-A7DB79C120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83807" y="1090462"/>
                  <a:ext cx="4921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B048B2-AA1E-732D-6A6B-5A9934230CCB}"/>
                    </a:ext>
                  </a:extLst>
                </p14:cNvPr>
                <p14:cNvContentPartPr/>
                <p14:nvPr/>
              </p14:nvContentPartPr>
              <p14:xfrm>
                <a:off x="2775767" y="1221862"/>
                <a:ext cx="318600" cy="46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B048B2-AA1E-732D-6A6B-5A9934230C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58127" y="1204222"/>
                  <a:ext cx="35424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5B1897F-7B0D-5EF1-DF51-4A1A3C8C2FCF}"/>
              </a:ext>
            </a:extLst>
          </p:cNvPr>
          <p:cNvGrpSpPr/>
          <p:nvPr/>
        </p:nvGrpSpPr>
        <p:grpSpPr>
          <a:xfrm>
            <a:off x="3701327" y="1206022"/>
            <a:ext cx="479160" cy="358560"/>
            <a:chOff x="3701327" y="1206022"/>
            <a:chExt cx="47916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15A4D2-2C2D-15A3-9FB5-D8BB57A4F38A}"/>
                    </a:ext>
                  </a:extLst>
                </p14:cNvPr>
                <p14:cNvContentPartPr/>
                <p14:nvPr/>
              </p14:nvContentPartPr>
              <p14:xfrm>
                <a:off x="3701327" y="1206022"/>
                <a:ext cx="311400" cy="358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15A4D2-2C2D-15A3-9FB5-D8BB57A4F3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83327" y="1188022"/>
                  <a:ext cx="3470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25FA59-9A62-019A-2FE3-7DCB6BA02A62}"/>
                    </a:ext>
                  </a:extLst>
                </p14:cNvPr>
                <p14:cNvContentPartPr/>
                <p14:nvPr/>
              </p14:nvContentPartPr>
              <p14:xfrm>
                <a:off x="4046207" y="1378462"/>
                <a:ext cx="134280" cy="18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25FA59-9A62-019A-2FE3-7DCB6BA02A6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28567" y="1360822"/>
                  <a:ext cx="169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9B12951-68E8-727A-AAE0-FDFCD8ED1233}"/>
                    </a:ext>
                  </a:extLst>
                </p14:cNvPr>
                <p14:cNvContentPartPr/>
                <p14:nvPr/>
              </p14:nvContentPartPr>
              <p14:xfrm>
                <a:off x="3782687" y="1305742"/>
                <a:ext cx="367920" cy="28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9B12951-68E8-727A-AAE0-FDFCD8ED123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65047" y="1287742"/>
                  <a:ext cx="40356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2A1CBEE-5AD3-EBB9-0A17-B7304E851DB0}"/>
              </a:ext>
            </a:extLst>
          </p:cNvPr>
          <p:cNvGrpSpPr/>
          <p:nvPr/>
        </p:nvGrpSpPr>
        <p:grpSpPr>
          <a:xfrm>
            <a:off x="4925327" y="1336342"/>
            <a:ext cx="1851840" cy="730440"/>
            <a:chOff x="4925327" y="1336342"/>
            <a:chExt cx="185184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35BE36F-E12E-B79B-9384-48D737D270D6}"/>
                    </a:ext>
                  </a:extLst>
                </p14:cNvPr>
                <p14:cNvContentPartPr/>
                <p14:nvPr/>
              </p14:nvContentPartPr>
              <p14:xfrm>
                <a:off x="4925327" y="1405462"/>
                <a:ext cx="395280" cy="661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35BE36F-E12E-B79B-9384-48D737D270D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07687" y="1387822"/>
                  <a:ext cx="43092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AD0B91-FFB9-B0B6-6AD9-B2D8362F5561}"/>
                    </a:ext>
                  </a:extLst>
                </p14:cNvPr>
                <p14:cNvContentPartPr/>
                <p14:nvPr/>
              </p14:nvContentPartPr>
              <p14:xfrm>
                <a:off x="5234927" y="1470622"/>
                <a:ext cx="199440" cy="149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AD0B91-FFB9-B0B6-6AD9-B2D8362F55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17287" y="1452982"/>
                  <a:ext cx="235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8EA386-DE34-1690-6CAB-4B0E2231F3CB}"/>
                    </a:ext>
                  </a:extLst>
                </p14:cNvPr>
                <p14:cNvContentPartPr/>
                <p14:nvPr/>
              </p14:nvContentPartPr>
              <p14:xfrm>
                <a:off x="5562167" y="1336342"/>
                <a:ext cx="64800" cy="26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8EA386-DE34-1690-6CAB-4B0E2231F3C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44527" y="1318702"/>
                  <a:ext cx="100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12D846-0700-EDFA-FF46-07113674DA2B}"/>
                    </a:ext>
                  </a:extLst>
                </p14:cNvPr>
                <p14:cNvContentPartPr/>
                <p14:nvPr/>
              </p14:nvContentPartPr>
              <p14:xfrm>
                <a:off x="5682767" y="1494742"/>
                <a:ext cx="91800" cy="120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12D846-0700-EDFA-FF46-07113674DA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65127" y="1477102"/>
                  <a:ext cx="127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6F2639-A9DA-AE4D-1DFB-B605C627A711}"/>
                    </a:ext>
                  </a:extLst>
                </p14:cNvPr>
                <p14:cNvContentPartPr/>
                <p14:nvPr/>
              </p14:nvContentPartPr>
              <p14:xfrm>
                <a:off x="5759087" y="1347142"/>
                <a:ext cx="33120" cy="43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6F2639-A9DA-AE4D-1DFB-B605C627A71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41087" y="1329142"/>
                  <a:ext cx="68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27472D-C437-F2D3-5E51-C8C6489298BC}"/>
                    </a:ext>
                  </a:extLst>
                </p14:cNvPr>
                <p14:cNvContentPartPr/>
                <p14:nvPr/>
              </p14:nvContentPartPr>
              <p14:xfrm>
                <a:off x="5494127" y="1438582"/>
                <a:ext cx="159480" cy="1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27472D-C437-F2D3-5E51-C8C6489298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6487" y="1420582"/>
                  <a:ext cx="195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688B12A-333B-6CE2-A066-FB7187583822}"/>
                    </a:ext>
                  </a:extLst>
                </p14:cNvPr>
                <p14:cNvContentPartPr/>
                <p14:nvPr/>
              </p14:nvContentPartPr>
              <p14:xfrm>
                <a:off x="5927927" y="1514182"/>
                <a:ext cx="495000" cy="118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688B12A-333B-6CE2-A066-FB71875838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09927" y="1496182"/>
                  <a:ext cx="530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A3C192-8FD3-181D-B7AE-17585B3F5746}"/>
                    </a:ext>
                  </a:extLst>
                </p14:cNvPr>
                <p14:cNvContentPartPr/>
                <p14:nvPr/>
              </p14:nvContentPartPr>
              <p14:xfrm>
                <a:off x="6492767" y="1488622"/>
                <a:ext cx="284400" cy="151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A3C192-8FD3-181D-B7AE-17585B3F57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75127" y="1470622"/>
                  <a:ext cx="32004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84294B4-C1E9-10F0-51B7-6F319926CC41}"/>
                  </a:ext>
                </a:extLst>
              </p14:cNvPr>
              <p14:cNvContentPartPr/>
              <p14:nvPr/>
            </p14:nvContentPartPr>
            <p14:xfrm>
              <a:off x="7105487" y="1312222"/>
              <a:ext cx="1252800" cy="407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84294B4-C1E9-10F0-51B7-6F319926CC4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087487" y="1294582"/>
                <a:ext cx="12884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F882969-86BD-7787-302B-E8926ADA0347}"/>
                  </a:ext>
                </a:extLst>
              </p14:cNvPr>
              <p14:cNvContentPartPr/>
              <p14:nvPr/>
            </p14:nvContentPartPr>
            <p14:xfrm>
              <a:off x="9267647" y="1561702"/>
              <a:ext cx="41040" cy="7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F882969-86BD-7787-302B-E8926ADA034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250007" y="1543702"/>
                <a:ext cx="76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FF733F5-55B0-1EA4-D65E-155C3B6E3927}"/>
                  </a:ext>
                </a:extLst>
              </p14:cNvPr>
              <p14:cNvContentPartPr/>
              <p14:nvPr/>
            </p14:nvContentPartPr>
            <p14:xfrm>
              <a:off x="365927" y="2316622"/>
              <a:ext cx="318960" cy="397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FF733F5-55B0-1EA4-D65E-155C3B6E392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27" y="2298622"/>
                <a:ext cx="354600" cy="43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75D847F5-474C-A5A1-D52B-D2B19917EC82}"/>
              </a:ext>
            </a:extLst>
          </p:cNvPr>
          <p:cNvGrpSpPr/>
          <p:nvPr/>
        </p:nvGrpSpPr>
        <p:grpSpPr>
          <a:xfrm>
            <a:off x="1442327" y="2305822"/>
            <a:ext cx="946080" cy="369720"/>
            <a:chOff x="1442327" y="2305822"/>
            <a:chExt cx="94608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1B7EE2-562B-B328-24E5-9ACCED3978A9}"/>
                    </a:ext>
                  </a:extLst>
                </p14:cNvPr>
                <p14:cNvContentPartPr/>
                <p14:nvPr/>
              </p14:nvContentPartPr>
              <p14:xfrm>
                <a:off x="1442327" y="2305822"/>
                <a:ext cx="349920" cy="308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1B7EE2-562B-B328-24E5-9ACCED3978A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24687" y="2287822"/>
                  <a:ext cx="385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A6719C6-6411-579B-C06E-1A462233A363}"/>
                    </a:ext>
                  </a:extLst>
                </p14:cNvPr>
                <p14:cNvContentPartPr/>
                <p14:nvPr/>
              </p14:nvContentPartPr>
              <p14:xfrm>
                <a:off x="1948847" y="2339302"/>
                <a:ext cx="14040" cy="277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A6719C6-6411-579B-C06E-1A462233A36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31207" y="2321662"/>
                  <a:ext cx="49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6EEB96-B5C3-F033-833D-A0EF0258F717}"/>
                    </a:ext>
                  </a:extLst>
                </p14:cNvPr>
                <p14:cNvContentPartPr/>
                <p14:nvPr/>
              </p14:nvContentPartPr>
              <p14:xfrm>
                <a:off x="2044247" y="2495542"/>
                <a:ext cx="344160" cy="180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6EEB96-B5C3-F033-833D-A0EF0258F7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26247" y="2477902"/>
                  <a:ext cx="3798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1DD2163-A550-6AF7-02F4-49112987CF33}"/>
              </a:ext>
            </a:extLst>
          </p:cNvPr>
          <p:cNvGrpSpPr/>
          <p:nvPr/>
        </p:nvGrpSpPr>
        <p:grpSpPr>
          <a:xfrm>
            <a:off x="2709167" y="2336062"/>
            <a:ext cx="622800" cy="377640"/>
            <a:chOff x="2709167" y="2336062"/>
            <a:chExt cx="62280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E30C192-C83B-F8ED-A5FB-97B44FBA8B30}"/>
                    </a:ext>
                  </a:extLst>
                </p14:cNvPr>
                <p14:cNvContentPartPr/>
                <p14:nvPr/>
              </p14:nvContentPartPr>
              <p14:xfrm>
                <a:off x="2834087" y="2336062"/>
                <a:ext cx="55440" cy="377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E30C192-C83B-F8ED-A5FB-97B44FBA8B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16087" y="2318062"/>
                  <a:ext cx="910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1C40FA-421C-E70B-6F6D-47CE6AC5E3C2}"/>
                    </a:ext>
                  </a:extLst>
                </p14:cNvPr>
                <p14:cNvContentPartPr/>
                <p14:nvPr/>
              </p14:nvContentPartPr>
              <p14:xfrm>
                <a:off x="2943167" y="2397262"/>
                <a:ext cx="388800" cy="304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1C40FA-421C-E70B-6F6D-47CE6AC5E3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25167" y="2379262"/>
                  <a:ext cx="424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E36563-12A0-C542-BFFC-A0EC7F2FA2C5}"/>
                    </a:ext>
                  </a:extLst>
                </p14:cNvPr>
                <p14:cNvContentPartPr/>
                <p14:nvPr/>
              </p14:nvContentPartPr>
              <p14:xfrm>
                <a:off x="2709167" y="2452342"/>
                <a:ext cx="216720" cy="14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E36563-12A0-C542-BFFC-A0EC7F2FA2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91167" y="2434342"/>
                  <a:ext cx="2523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1CA5406-FAA1-B5A8-F6B2-82DABD730C2F}"/>
              </a:ext>
            </a:extLst>
          </p:cNvPr>
          <p:cNvGrpSpPr/>
          <p:nvPr/>
        </p:nvGrpSpPr>
        <p:grpSpPr>
          <a:xfrm>
            <a:off x="3871247" y="2323462"/>
            <a:ext cx="1934280" cy="930960"/>
            <a:chOff x="3871247" y="2323462"/>
            <a:chExt cx="1934280" cy="93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D8CBAF-AD12-CD2B-06B6-13DD5352B6F8}"/>
                    </a:ext>
                  </a:extLst>
                </p14:cNvPr>
                <p14:cNvContentPartPr/>
                <p14:nvPr/>
              </p14:nvContentPartPr>
              <p14:xfrm>
                <a:off x="3871247" y="2347942"/>
                <a:ext cx="272880" cy="906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D8CBAF-AD12-CD2B-06B6-13DD5352B6F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53247" y="2329942"/>
                  <a:ext cx="308520" cy="9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5D64D8-8090-0DDF-CFA1-81B2070BA1EC}"/>
                    </a:ext>
                  </a:extLst>
                </p14:cNvPr>
                <p14:cNvContentPartPr/>
                <p14:nvPr/>
              </p14:nvContentPartPr>
              <p14:xfrm>
                <a:off x="4130807" y="2435782"/>
                <a:ext cx="714600" cy="366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5D64D8-8090-0DDF-CFA1-81B2070BA1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12807" y="2418142"/>
                  <a:ext cx="7502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793DBB-C0A8-BD3C-4347-B1EA338CF2C3}"/>
                    </a:ext>
                  </a:extLst>
                </p14:cNvPr>
                <p14:cNvContentPartPr/>
                <p14:nvPr/>
              </p14:nvContentPartPr>
              <p14:xfrm>
                <a:off x="4908767" y="2637742"/>
                <a:ext cx="401760" cy="159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793DBB-C0A8-BD3C-4347-B1EA338CF2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90767" y="2619742"/>
                  <a:ext cx="437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BBF66E-E7E7-31AE-3CE3-2E2C3DC7BE0B}"/>
                    </a:ext>
                  </a:extLst>
                </p14:cNvPr>
                <p14:cNvContentPartPr/>
                <p14:nvPr/>
              </p14:nvContentPartPr>
              <p14:xfrm>
                <a:off x="5394407" y="2657542"/>
                <a:ext cx="411120" cy="46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BBF66E-E7E7-31AE-3CE3-2E2C3DC7BE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76767" y="2639542"/>
                  <a:ext cx="4467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1C75C70-A008-8F0A-9C7F-6418791F86FB}"/>
                    </a:ext>
                  </a:extLst>
                </p14:cNvPr>
                <p14:cNvContentPartPr/>
                <p14:nvPr/>
              </p14:nvContentPartPr>
              <p14:xfrm>
                <a:off x="5220887" y="2323462"/>
                <a:ext cx="94320" cy="20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1C75C70-A008-8F0A-9C7F-6418791F86F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03247" y="2305822"/>
                  <a:ext cx="1299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A12445C-2226-99F8-D76F-A0CA95E1C690}"/>
              </a:ext>
            </a:extLst>
          </p:cNvPr>
          <p:cNvGrpSpPr/>
          <p:nvPr/>
        </p:nvGrpSpPr>
        <p:grpSpPr>
          <a:xfrm>
            <a:off x="6638207" y="2476462"/>
            <a:ext cx="826200" cy="385560"/>
            <a:chOff x="6638207" y="2476462"/>
            <a:chExt cx="82620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96CACB-053B-8504-1A1E-7F0731B7A9E3}"/>
                    </a:ext>
                  </a:extLst>
                </p14:cNvPr>
                <p14:cNvContentPartPr/>
                <p14:nvPr/>
              </p14:nvContentPartPr>
              <p14:xfrm>
                <a:off x="6638207" y="2483662"/>
                <a:ext cx="145800" cy="33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96CACB-053B-8504-1A1E-7F0731B7A9E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20567" y="2466022"/>
                  <a:ext cx="181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236C7C5-7BB3-F5C0-1466-9E6B7928DEF0}"/>
                    </a:ext>
                  </a:extLst>
                </p14:cNvPr>
                <p14:cNvContentPartPr/>
                <p14:nvPr/>
              </p14:nvContentPartPr>
              <p14:xfrm>
                <a:off x="6909287" y="2584102"/>
                <a:ext cx="69480" cy="277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236C7C5-7BB3-F5C0-1466-9E6B7928DEF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91647" y="2566102"/>
                  <a:ext cx="1051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D71E7B6-C9CF-352E-919F-7C32CC420041}"/>
                    </a:ext>
                  </a:extLst>
                </p14:cNvPr>
                <p14:cNvContentPartPr/>
                <p14:nvPr/>
              </p14:nvContentPartPr>
              <p14:xfrm>
                <a:off x="6921167" y="2553862"/>
                <a:ext cx="151560" cy="135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D71E7B6-C9CF-352E-919F-7C32CC42004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03167" y="2535862"/>
                  <a:ext cx="187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0FFAC9-3415-D71D-FD3C-353AD7DD6150}"/>
                    </a:ext>
                  </a:extLst>
                </p14:cNvPr>
                <p14:cNvContentPartPr/>
                <p14:nvPr/>
              </p14:nvContentPartPr>
              <p14:xfrm>
                <a:off x="7214927" y="2568982"/>
                <a:ext cx="63000" cy="232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0FFAC9-3415-D71D-FD3C-353AD7DD61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97287" y="2551342"/>
                  <a:ext cx="98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59AF12-4DD5-B8FB-F291-F1378D96AE29}"/>
                    </a:ext>
                  </a:extLst>
                </p14:cNvPr>
                <p14:cNvContentPartPr/>
                <p14:nvPr/>
              </p14:nvContentPartPr>
              <p14:xfrm>
                <a:off x="7263887" y="2476462"/>
                <a:ext cx="200520" cy="159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59AF12-4DD5-B8FB-F291-F1378D96AE2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46247" y="2458822"/>
                  <a:ext cx="23616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F025090-6ECD-FB34-622E-0F19A8AC642A}"/>
                  </a:ext>
                </a:extLst>
              </p14:cNvPr>
              <p14:cNvContentPartPr/>
              <p14:nvPr/>
            </p14:nvContentPartPr>
            <p14:xfrm>
              <a:off x="8062727" y="2558542"/>
              <a:ext cx="65520" cy="36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F025090-6ECD-FB34-622E-0F19A8AC642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045087" y="2540902"/>
                <a:ext cx="1011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480CBFF-7A38-6971-FE70-887171BA2365}"/>
              </a:ext>
            </a:extLst>
          </p:cNvPr>
          <p:cNvGrpSpPr/>
          <p:nvPr/>
        </p:nvGrpSpPr>
        <p:grpSpPr>
          <a:xfrm>
            <a:off x="3888527" y="3397342"/>
            <a:ext cx="1542240" cy="224640"/>
            <a:chOff x="3888527" y="3397342"/>
            <a:chExt cx="15422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72579E7-CB8D-1F2C-4DB5-3D81CABA2E37}"/>
                    </a:ext>
                  </a:extLst>
                </p14:cNvPr>
                <p14:cNvContentPartPr/>
                <p14:nvPr/>
              </p14:nvContentPartPr>
              <p14:xfrm>
                <a:off x="3888527" y="3397342"/>
                <a:ext cx="355320" cy="208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72579E7-CB8D-1F2C-4DB5-3D81CABA2E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70887" y="3379342"/>
                  <a:ext cx="390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DF0B556-4E80-4269-C65A-382C64FBE9CF}"/>
                    </a:ext>
                  </a:extLst>
                </p14:cNvPr>
                <p14:cNvContentPartPr/>
                <p14:nvPr/>
              </p14:nvContentPartPr>
              <p14:xfrm>
                <a:off x="4304327" y="3414262"/>
                <a:ext cx="115560" cy="203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DF0B556-4E80-4269-C65A-382C64FBE9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86687" y="3396262"/>
                  <a:ext cx="151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19468D-4366-E111-6750-3A6166876EF2}"/>
                    </a:ext>
                  </a:extLst>
                </p14:cNvPr>
                <p14:cNvContentPartPr/>
                <p14:nvPr/>
              </p14:nvContentPartPr>
              <p14:xfrm>
                <a:off x="4494047" y="3451702"/>
                <a:ext cx="229320" cy="156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19468D-4366-E111-6750-3A6166876EF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76407" y="3433702"/>
                  <a:ext cx="264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75D6911-6946-51D7-AC34-A8C4A37D4F3B}"/>
                    </a:ext>
                  </a:extLst>
                </p14:cNvPr>
                <p14:cNvContentPartPr/>
                <p14:nvPr/>
              </p14:nvContentPartPr>
              <p14:xfrm>
                <a:off x="4828487" y="3455302"/>
                <a:ext cx="290520" cy="159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75D6911-6946-51D7-AC34-A8C4A37D4F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10487" y="3437662"/>
                  <a:ext cx="3261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9BA850-5869-C931-5372-6CB844A06819}"/>
                    </a:ext>
                  </a:extLst>
                </p14:cNvPr>
                <p14:cNvContentPartPr/>
                <p14:nvPr/>
              </p14:nvContentPartPr>
              <p14:xfrm>
                <a:off x="5318447" y="3465382"/>
                <a:ext cx="112320" cy="12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79BA850-5869-C931-5372-6CB844A0681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00447" y="3447382"/>
                  <a:ext cx="147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D79AD3-1ABB-911E-E1B6-F1FAAAB05AB4}"/>
                    </a:ext>
                  </a:extLst>
                </p14:cNvPr>
                <p14:cNvContentPartPr/>
                <p14:nvPr/>
              </p14:nvContentPartPr>
              <p14:xfrm>
                <a:off x="5239247" y="3578422"/>
                <a:ext cx="181800" cy="43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D79AD3-1ABB-911E-E1B6-F1FAAAB05AB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21607" y="3560782"/>
                  <a:ext cx="2174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DF5E56B-C8D1-E98A-073B-0CF4850AF593}"/>
              </a:ext>
            </a:extLst>
          </p:cNvPr>
          <p:cNvGrpSpPr/>
          <p:nvPr/>
        </p:nvGrpSpPr>
        <p:grpSpPr>
          <a:xfrm>
            <a:off x="6009647" y="3301582"/>
            <a:ext cx="559440" cy="363240"/>
            <a:chOff x="6009647" y="3301582"/>
            <a:chExt cx="55944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29874C-524F-E85F-4CBF-7B87FEB732EA}"/>
                    </a:ext>
                  </a:extLst>
                </p14:cNvPr>
                <p14:cNvContentPartPr/>
                <p14:nvPr/>
              </p14:nvContentPartPr>
              <p14:xfrm>
                <a:off x="6009647" y="3301582"/>
                <a:ext cx="137160" cy="320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29874C-524F-E85F-4CBF-7B87FEB732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92007" y="3283942"/>
                  <a:ext cx="1728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1DB05F-6BD9-A2E3-5861-35B036075454}"/>
                    </a:ext>
                  </a:extLst>
                </p14:cNvPr>
                <p14:cNvContentPartPr/>
                <p14:nvPr/>
              </p14:nvContentPartPr>
              <p14:xfrm>
                <a:off x="6209087" y="3447382"/>
                <a:ext cx="182160" cy="171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1DB05F-6BD9-A2E3-5861-35B0360754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91447" y="3429742"/>
                  <a:ext cx="21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B3FA81-B28C-BA45-FC95-6DBC4DBD28F0}"/>
                    </a:ext>
                  </a:extLst>
                </p14:cNvPr>
                <p14:cNvContentPartPr/>
                <p14:nvPr/>
              </p14:nvContentPartPr>
              <p14:xfrm>
                <a:off x="6534167" y="3532342"/>
                <a:ext cx="34920" cy="132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B3FA81-B28C-BA45-FC95-6DBC4DBD28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16167" y="3514342"/>
                  <a:ext cx="705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A627E3F-B52B-0F5D-2905-F9197707B1F0}"/>
              </a:ext>
            </a:extLst>
          </p:cNvPr>
          <p:cNvGrpSpPr/>
          <p:nvPr/>
        </p:nvGrpSpPr>
        <p:grpSpPr>
          <a:xfrm>
            <a:off x="6854927" y="3393742"/>
            <a:ext cx="172080" cy="182880"/>
            <a:chOff x="6854927" y="3393742"/>
            <a:chExt cx="1720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2098DC9-AF5A-10B8-E7F7-B3856D740B1A}"/>
                    </a:ext>
                  </a:extLst>
                </p14:cNvPr>
                <p14:cNvContentPartPr/>
                <p14:nvPr/>
              </p14:nvContentPartPr>
              <p14:xfrm>
                <a:off x="6854927" y="3472222"/>
                <a:ext cx="172080" cy="52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2098DC9-AF5A-10B8-E7F7-B3856D740B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36927" y="3454222"/>
                  <a:ext cx="207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9F2EE4-5E8A-46A5-25C6-0028DC85C178}"/>
                    </a:ext>
                  </a:extLst>
                </p14:cNvPr>
                <p14:cNvContentPartPr/>
                <p14:nvPr/>
              </p14:nvContentPartPr>
              <p14:xfrm>
                <a:off x="6943487" y="3393742"/>
                <a:ext cx="51480" cy="182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9F2EE4-5E8A-46A5-25C6-0028DC85C17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25847" y="3375742"/>
                  <a:ext cx="8712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AD738CB-4CEE-53F5-F017-021D76DCA161}"/>
              </a:ext>
            </a:extLst>
          </p:cNvPr>
          <p:cNvGrpSpPr/>
          <p:nvPr/>
        </p:nvGrpSpPr>
        <p:grpSpPr>
          <a:xfrm>
            <a:off x="7282247" y="3350902"/>
            <a:ext cx="1843920" cy="466560"/>
            <a:chOff x="7282247" y="3350902"/>
            <a:chExt cx="184392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2292E7A-5367-BCD9-40A0-9D4D15EB2370}"/>
                    </a:ext>
                  </a:extLst>
                </p14:cNvPr>
                <p14:cNvContentPartPr/>
                <p14:nvPr/>
              </p14:nvContentPartPr>
              <p14:xfrm>
                <a:off x="7316447" y="3353782"/>
                <a:ext cx="141840" cy="23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2292E7A-5367-BCD9-40A0-9D4D15EB237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98447" y="3336142"/>
                  <a:ext cx="177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4CE87D1-61DE-0CF6-6784-6A0F13E152E9}"/>
                    </a:ext>
                  </a:extLst>
                </p14:cNvPr>
                <p14:cNvContentPartPr/>
                <p14:nvPr/>
              </p14:nvContentPartPr>
              <p14:xfrm>
                <a:off x="7282247" y="3373222"/>
                <a:ext cx="164160" cy="234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4CE87D1-61DE-0CF6-6784-6A0F13E152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64247" y="3355222"/>
                  <a:ext cx="1998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56B5EB7-B057-7732-DCD8-CE2A1FF36283}"/>
                    </a:ext>
                  </a:extLst>
                </p14:cNvPr>
                <p14:cNvContentPartPr/>
                <p14:nvPr/>
              </p14:nvContentPartPr>
              <p14:xfrm>
                <a:off x="7519127" y="3463942"/>
                <a:ext cx="237960" cy="160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56B5EB7-B057-7732-DCD8-CE2A1FF362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01487" y="3445942"/>
                  <a:ext cx="273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5EA5DB5-0A2E-B88B-CAC2-C8774CE29B01}"/>
                    </a:ext>
                  </a:extLst>
                </p14:cNvPr>
                <p14:cNvContentPartPr/>
                <p14:nvPr/>
              </p14:nvContentPartPr>
              <p14:xfrm>
                <a:off x="7792367" y="3575542"/>
                <a:ext cx="145800" cy="126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5EA5DB5-0A2E-B88B-CAC2-C8774CE29B0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74727" y="3557902"/>
                  <a:ext cx="181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6B25FA-61FA-7130-5028-91DEBABA497A}"/>
                    </a:ext>
                  </a:extLst>
                </p14:cNvPr>
                <p14:cNvContentPartPr/>
                <p14:nvPr/>
              </p14:nvContentPartPr>
              <p14:xfrm>
                <a:off x="8114927" y="3490942"/>
                <a:ext cx="201600" cy="37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6B25FA-61FA-7130-5028-91DEBABA49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96927" y="3473302"/>
                  <a:ext cx="237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BEF720-7CC9-9C06-7812-9632D3BC648E}"/>
                    </a:ext>
                  </a:extLst>
                </p14:cNvPr>
                <p14:cNvContentPartPr/>
                <p14:nvPr/>
              </p14:nvContentPartPr>
              <p14:xfrm>
                <a:off x="8214287" y="3398062"/>
                <a:ext cx="53280" cy="233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BEF720-7CC9-9C06-7812-9632D3BC64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96647" y="3380062"/>
                  <a:ext cx="88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7E27A43-3C16-E1F8-C4C1-41FA0E5537B1}"/>
                    </a:ext>
                  </a:extLst>
                </p14:cNvPr>
                <p14:cNvContentPartPr/>
                <p14:nvPr/>
              </p14:nvContentPartPr>
              <p14:xfrm>
                <a:off x="8517407" y="3350902"/>
                <a:ext cx="163440" cy="295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7E27A43-3C16-E1F8-C4C1-41FA0E5537B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99767" y="3333262"/>
                  <a:ext cx="1990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DD3765-EF2E-87BE-82BC-BAB328CFCF69}"/>
                    </a:ext>
                  </a:extLst>
                </p14:cNvPr>
                <p14:cNvContentPartPr/>
                <p14:nvPr/>
              </p14:nvContentPartPr>
              <p14:xfrm>
                <a:off x="8733407" y="3454222"/>
                <a:ext cx="189000" cy="187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DD3765-EF2E-87BE-82BC-BAB328CFCF6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15407" y="3436222"/>
                  <a:ext cx="2246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924179B-5A0A-53BA-85B1-EFE7633F9CF3}"/>
                    </a:ext>
                  </a:extLst>
                </p14:cNvPr>
                <p14:cNvContentPartPr/>
                <p14:nvPr/>
              </p14:nvContentPartPr>
              <p14:xfrm>
                <a:off x="8943647" y="3565102"/>
                <a:ext cx="182520" cy="252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924179B-5A0A-53BA-85B1-EFE7633F9C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25647" y="3547462"/>
                  <a:ext cx="218160" cy="28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966357C-E1E2-B5F6-58F9-EA19481620CB}"/>
                  </a:ext>
                </a:extLst>
              </p14:cNvPr>
              <p14:cNvContentPartPr/>
              <p14:nvPr/>
            </p14:nvContentPartPr>
            <p14:xfrm>
              <a:off x="9174767" y="4175302"/>
              <a:ext cx="7920" cy="3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966357C-E1E2-B5F6-58F9-EA19481620C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157127" y="4157662"/>
                <a:ext cx="435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842A209-0676-7FA3-265B-FD9AA3BFC97D}"/>
              </a:ext>
            </a:extLst>
          </p:cNvPr>
          <p:cNvGrpSpPr/>
          <p:nvPr/>
        </p:nvGrpSpPr>
        <p:grpSpPr>
          <a:xfrm>
            <a:off x="1552127" y="3892702"/>
            <a:ext cx="1583640" cy="597600"/>
            <a:chOff x="1552127" y="3892702"/>
            <a:chExt cx="158364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CED5E1-0E4B-1EA2-98AB-839D955BE01E}"/>
                    </a:ext>
                  </a:extLst>
                </p14:cNvPr>
                <p14:cNvContentPartPr/>
                <p14:nvPr/>
              </p14:nvContentPartPr>
              <p14:xfrm>
                <a:off x="1552127" y="3902062"/>
                <a:ext cx="72360" cy="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CED5E1-0E4B-1EA2-98AB-839D955BE01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34487" y="3884062"/>
                  <a:ext cx="108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45A31AB-2DB5-4AF2-8CE5-FF0A87805F16}"/>
                    </a:ext>
                  </a:extLst>
                </p14:cNvPr>
                <p14:cNvContentPartPr/>
                <p14:nvPr/>
              </p14:nvContentPartPr>
              <p14:xfrm>
                <a:off x="1578407" y="3955342"/>
                <a:ext cx="26280" cy="45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45A31AB-2DB5-4AF2-8CE5-FF0A87805F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60407" y="3937702"/>
                  <a:ext cx="6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B6BDE8-74A5-4E92-A541-A09ECCC4E113}"/>
                    </a:ext>
                  </a:extLst>
                </p14:cNvPr>
                <p14:cNvContentPartPr/>
                <p14:nvPr/>
              </p14:nvContentPartPr>
              <p14:xfrm>
                <a:off x="1657247" y="4000702"/>
                <a:ext cx="317520" cy="243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B6BDE8-74A5-4E92-A541-A09ECCC4E1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39607" y="3982702"/>
                  <a:ext cx="353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259E71-6B73-FB82-C9EF-E592547BAD9C}"/>
                    </a:ext>
                  </a:extLst>
                </p14:cNvPr>
                <p14:cNvContentPartPr/>
                <p14:nvPr/>
              </p14:nvContentPartPr>
              <p14:xfrm>
                <a:off x="2033087" y="3892702"/>
                <a:ext cx="366480" cy="379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259E71-6B73-FB82-C9EF-E592547BAD9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15087" y="3874702"/>
                  <a:ext cx="4021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46824BC-D608-438B-24A2-DAA8624706EF}"/>
                    </a:ext>
                  </a:extLst>
                </p14:cNvPr>
                <p14:cNvContentPartPr/>
                <p14:nvPr/>
              </p14:nvContentPartPr>
              <p14:xfrm>
                <a:off x="2346287" y="4098622"/>
                <a:ext cx="165600" cy="391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46824BC-D608-438B-24A2-DAA8624706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28647" y="4080622"/>
                  <a:ext cx="2012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D0A9084-DC1C-C87D-3110-47D2BA47B5D9}"/>
                    </a:ext>
                  </a:extLst>
                </p14:cNvPr>
                <p14:cNvContentPartPr/>
                <p14:nvPr/>
              </p14:nvContentPartPr>
              <p14:xfrm>
                <a:off x="2565527" y="3942022"/>
                <a:ext cx="16560" cy="25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D0A9084-DC1C-C87D-3110-47D2BA47B5D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47887" y="3924382"/>
                  <a:ext cx="5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CBB5D6B-AB5A-9D6F-A342-9651563F7BF4}"/>
                    </a:ext>
                  </a:extLst>
                </p14:cNvPr>
                <p14:cNvContentPartPr/>
                <p14:nvPr/>
              </p14:nvContentPartPr>
              <p14:xfrm>
                <a:off x="2624567" y="4115182"/>
                <a:ext cx="127080" cy="158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CBB5D6B-AB5A-9D6F-A342-9651563F7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06567" y="4097182"/>
                  <a:ext cx="162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7C9A8CB-A176-9A46-2053-EC2043421205}"/>
                    </a:ext>
                  </a:extLst>
                </p14:cNvPr>
                <p14:cNvContentPartPr/>
                <p14:nvPr/>
              </p14:nvContentPartPr>
              <p14:xfrm>
                <a:off x="2809607" y="4123102"/>
                <a:ext cx="188640" cy="178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7C9A8CB-A176-9A46-2053-EC20434212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91607" y="4105102"/>
                  <a:ext cx="224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DE8AF9-0593-757F-7FD9-7A1578D63373}"/>
                    </a:ext>
                  </a:extLst>
                </p14:cNvPr>
                <p14:cNvContentPartPr/>
                <p14:nvPr/>
              </p14:nvContentPartPr>
              <p14:xfrm>
                <a:off x="3007247" y="3943462"/>
                <a:ext cx="118800" cy="362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DE8AF9-0593-757F-7FD9-7A1578D6337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89607" y="3925462"/>
                  <a:ext cx="1544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2404BAF-2D56-CB9B-173C-23F85E45659F}"/>
                    </a:ext>
                  </a:extLst>
                </p14:cNvPr>
                <p14:cNvContentPartPr/>
                <p14:nvPr/>
              </p14:nvContentPartPr>
              <p14:xfrm>
                <a:off x="2919047" y="4008982"/>
                <a:ext cx="216720" cy="26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2404BAF-2D56-CB9B-173C-23F85E45659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01047" y="3991342"/>
                  <a:ext cx="2523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FF37640-19A6-AD69-EFD9-FA71E1FAF54E}"/>
              </a:ext>
            </a:extLst>
          </p:cNvPr>
          <p:cNvGrpSpPr/>
          <p:nvPr/>
        </p:nvGrpSpPr>
        <p:grpSpPr>
          <a:xfrm>
            <a:off x="3644447" y="3839062"/>
            <a:ext cx="488880" cy="478440"/>
            <a:chOff x="3644447" y="3839062"/>
            <a:chExt cx="48888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A451F09-8FD4-708C-CB12-4A9E4F1FC65A}"/>
                    </a:ext>
                  </a:extLst>
                </p14:cNvPr>
                <p14:cNvContentPartPr/>
                <p14:nvPr/>
              </p14:nvContentPartPr>
              <p14:xfrm>
                <a:off x="3644447" y="3839062"/>
                <a:ext cx="488880" cy="47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A451F09-8FD4-708C-CB12-4A9E4F1FC6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26447" y="3821062"/>
                  <a:ext cx="5245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1A587D-780B-76A2-CB19-3F0A82E59A7B}"/>
                    </a:ext>
                  </a:extLst>
                </p14:cNvPr>
                <p14:cNvContentPartPr/>
                <p14:nvPr/>
              </p14:nvContentPartPr>
              <p14:xfrm>
                <a:off x="3833447" y="3961462"/>
                <a:ext cx="273600" cy="21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1A587D-780B-76A2-CB19-3F0A82E59A7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15807" y="3943462"/>
                  <a:ext cx="3092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5854AA3-3CCA-05A3-6E43-0F10DDE2AF17}"/>
              </a:ext>
            </a:extLst>
          </p:cNvPr>
          <p:cNvGrpSpPr/>
          <p:nvPr/>
        </p:nvGrpSpPr>
        <p:grpSpPr>
          <a:xfrm>
            <a:off x="5520407" y="4085662"/>
            <a:ext cx="825840" cy="399600"/>
            <a:chOff x="5520407" y="4085662"/>
            <a:chExt cx="82584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3F34D6B-4EC8-3394-2E2F-320E3A4DB371}"/>
                    </a:ext>
                  </a:extLst>
                </p14:cNvPr>
                <p14:cNvContentPartPr/>
                <p14:nvPr/>
              </p14:nvContentPartPr>
              <p14:xfrm>
                <a:off x="5520407" y="4085662"/>
                <a:ext cx="168120" cy="298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3F34D6B-4EC8-3394-2E2F-320E3A4DB37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02767" y="4067662"/>
                  <a:ext cx="203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38E3290-360B-0761-B7A0-7D4D2EED66DF}"/>
                    </a:ext>
                  </a:extLst>
                </p14:cNvPr>
                <p14:cNvContentPartPr/>
                <p14:nvPr/>
              </p14:nvContentPartPr>
              <p14:xfrm>
                <a:off x="5736047" y="4226062"/>
                <a:ext cx="194040" cy="167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38E3290-360B-0761-B7A0-7D4D2EED66D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18047" y="4208422"/>
                  <a:ext cx="229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7609E95-22EC-529D-C13A-C7A6FADE8E6C}"/>
                    </a:ext>
                  </a:extLst>
                </p14:cNvPr>
                <p14:cNvContentPartPr/>
                <p14:nvPr/>
              </p14:nvContentPartPr>
              <p14:xfrm>
                <a:off x="5999207" y="4359982"/>
                <a:ext cx="30960" cy="125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7609E95-22EC-529D-C13A-C7A6FADE8E6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81567" y="4342342"/>
                  <a:ext cx="66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4666B9A-3D03-0DCE-7184-12232F65D17B}"/>
                    </a:ext>
                  </a:extLst>
                </p14:cNvPr>
                <p14:cNvContentPartPr/>
                <p14:nvPr/>
              </p14:nvContentPartPr>
              <p14:xfrm>
                <a:off x="6156527" y="4278262"/>
                <a:ext cx="189720" cy="45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4666B9A-3D03-0DCE-7184-12232F65D17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138527" y="4260622"/>
                  <a:ext cx="225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0B08629-D9E5-55EB-215A-EABC19AB2947}"/>
                    </a:ext>
                  </a:extLst>
                </p14:cNvPr>
                <p14:cNvContentPartPr/>
                <p14:nvPr/>
              </p14:nvContentPartPr>
              <p14:xfrm>
                <a:off x="6240047" y="4187182"/>
                <a:ext cx="52200" cy="214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0B08629-D9E5-55EB-215A-EABC19AB294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22407" y="4169542"/>
                  <a:ext cx="8784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508526C-1F9A-726C-6E48-BB92D5E11C81}"/>
              </a:ext>
            </a:extLst>
          </p:cNvPr>
          <p:cNvGrpSpPr/>
          <p:nvPr/>
        </p:nvGrpSpPr>
        <p:grpSpPr>
          <a:xfrm>
            <a:off x="6609767" y="4128142"/>
            <a:ext cx="799200" cy="345960"/>
            <a:chOff x="6609767" y="4128142"/>
            <a:chExt cx="7992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72FA95-FF4B-78A2-4680-F6142416AE7A}"/>
                    </a:ext>
                  </a:extLst>
                </p14:cNvPr>
                <p14:cNvContentPartPr/>
                <p14:nvPr/>
              </p14:nvContentPartPr>
              <p14:xfrm>
                <a:off x="6609767" y="4128142"/>
                <a:ext cx="197640" cy="280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72FA95-FF4B-78A2-4680-F6142416AE7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592127" y="4110142"/>
                  <a:ext cx="233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CE61B82-E989-BCD0-7475-D2A2920524A6}"/>
                    </a:ext>
                  </a:extLst>
                </p14:cNvPr>
                <p14:cNvContentPartPr/>
                <p14:nvPr/>
              </p14:nvContentPartPr>
              <p14:xfrm>
                <a:off x="6912887" y="4229662"/>
                <a:ext cx="192600" cy="149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CE61B82-E989-BCD0-7475-D2A2920524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95247" y="4212022"/>
                  <a:ext cx="228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90A8167-249A-61EA-19E4-4BEEBAB92CEC}"/>
                    </a:ext>
                  </a:extLst>
                </p14:cNvPr>
                <p14:cNvContentPartPr/>
                <p14:nvPr/>
              </p14:nvContentPartPr>
              <p14:xfrm>
                <a:off x="7164887" y="4321462"/>
                <a:ext cx="244080" cy="152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90A8167-249A-61EA-19E4-4BEEBAB92C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46887" y="4303822"/>
                  <a:ext cx="2797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7EB582D-06FA-9BDB-B1E9-9EA2DAE0F208}"/>
              </a:ext>
            </a:extLst>
          </p:cNvPr>
          <p:cNvGrpSpPr/>
          <p:nvPr/>
        </p:nvGrpSpPr>
        <p:grpSpPr>
          <a:xfrm>
            <a:off x="7665287" y="4185742"/>
            <a:ext cx="259200" cy="287280"/>
            <a:chOff x="7665287" y="4185742"/>
            <a:chExt cx="25920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AED1A13-B94C-1918-1E9D-58D867CAA2B9}"/>
                    </a:ext>
                  </a:extLst>
                </p14:cNvPr>
                <p14:cNvContentPartPr/>
                <p14:nvPr/>
              </p14:nvContentPartPr>
              <p14:xfrm>
                <a:off x="7673207" y="4185742"/>
                <a:ext cx="243360" cy="170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AED1A13-B94C-1918-1E9D-58D867CAA2B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55207" y="4167742"/>
                  <a:ext cx="279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088F679-3564-A128-AB8C-529CBD10F79D}"/>
                    </a:ext>
                  </a:extLst>
                </p14:cNvPr>
                <p14:cNvContentPartPr/>
                <p14:nvPr/>
              </p14:nvContentPartPr>
              <p14:xfrm>
                <a:off x="7665287" y="4432702"/>
                <a:ext cx="259200" cy="40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088F679-3564-A128-AB8C-529CBD10F7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47647" y="4414702"/>
                  <a:ext cx="29484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0590AD9-D6A2-4C86-763D-D7E0D7362A3C}"/>
                  </a:ext>
                </a:extLst>
              </p14:cNvPr>
              <p14:cNvContentPartPr/>
              <p14:nvPr/>
            </p14:nvContentPartPr>
            <p14:xfrm>
              <a:off x="8191247" y="4133542"/>
              <a:ext cx="285840" cy="310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0590AD9-D6A2-4C86-763D-D7E0D7362A3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173607" y="4115902"/>
                <a:ext cx="321480" cy="34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9653A0F-8F91-00ED-E40B-6AB3CA9F0969}"/>
              </a:ext>
            </a:extLst>
          </p:cNvPr>
          <p:cNvGrpSpPr/>
          <p:nvPr/>
        </p:nvGrpSpPr>
        <p:grpSpPr>
          <a:xfrm>
            <a:off x="5480807" y="4836622"/>
            <a:ext cx="1923120" cy="398880"/>
            <a:chOff x="5480807" y="4836622"/>
            <a:chExt cx="192312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D4B3586-660A-B335-B8A1-F6D983A54B04}"/>
                    </a:ext>
                  </a:extLst>
                </p14:cNvPr>
                <p14:cNvContentPartPr/>
                <p14:nvPr/>
              </p14:nvContentPartPr>
              <p14:xfrm>
                <a:off x="5480807" y="4836622"/>
                <a:ext cx="277200" cy="255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D4B3586-660A-B335-B8A1-F6D983A54B0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62807" y="4818982"/>
                  <a:ext cx="31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A252C53-823D-53D8-8F6F-A7EAE76978DB}"/>
                    </a:ext>
                  </a:extLst>
                </p14:cNvPr>
                <p14:cNvContentPartPr/>
                <p14:nvPr/>
              </p14:nvContentPartPr>
              <p14:xfrm>
                <a:off x="5747927" y="4930222"/>
                <a:ext cx="158040" cy="170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A252C53-823D-53D8-8F6F-A7EAE76978D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29927" y="4912222"/>
                  <a:ext cx="193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5D205F6-0ACF-78F8-5A4C-F4ED5855DB8B}"/>
                    </a:ext>
                  </a:extLst>
                </p14:cNvPr>
                <p14:cNvContentPartPr/>
                <p14:nvPr/>
              </p14:nvContentPartPr>
              <p14:xfrm>
                <a:off x="5972927" y="5086102"/>
                <a:ext cx="206280" cy="128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5D205F6-0ACF-78F8-5A4C-F4ED5855DB8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55287" y="5068462"/>
                  <a:ext cx="241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F164B2F-143A-E074-91F7-0D23BF16BC4C}"/>
                    </a:ext>
                  </a:extLst>
                </p14:cNvPr>
                <p14:cNvContentPartPr/>
                <p14:nvPr/>
              </p14:nvContentPartPr>
              <p14:xfrm>
                <a:off x="6340847" y="5013382"/>
                <a:ext cx="159840" cy="50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F164B2F-143A-E074-91F7-0D23BF16BC4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23207" y="4995742"/>
                  <a:ext cx="195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29C57A-76EA-998F-3356-0CC0AC64FF41}"/>
                    </a:ext>
                  </a:extLst>
                </p14:cNvPr>
                <p14:cNvContentPartPr/>
                <p14:nvPr/>
              </p14:nvContentPartPr>
              <p14:xfrm>
                <a:off x="6399887" y="4938142"/>
                <a:ext cx="48960" cy="20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29C57A-76EA-998F-3356-0CC0AC64FF4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81887" y="4920142"/>
                  <a:ext cx="84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0A2F49C-698F-9B9C-E6F2-E956E8C37B9A}"/>
                    </a:ext>
                  </a:extLst>
                </p14:cNvPr>
                <p14:cNvContentPartPr/>
                <p14:nvPr/>
              </p14:nvContentPartPr>
              <p14:xfrm>
                <a:off x="6742967" y="4879822"/>
                <a:ext cx="141120" cy="63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0A2F49C-698F-9B9C-E6F2-E956E8C37B9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24967" y="4861822"/>
                  <a:ext cx="176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4C0493F-4BE0-7CF2-3308-94DC32D5315C}"/>
                    </a:ext>
                  </a:extLst>
                </p14:cNvPr>
                <p14:cNvContentPartPr/>
                <p14:nvPr/>
              </p14:nvContentPartPr>
              <p14:xfrm>
                <a:off x="6708407" y="4899622"/>
                <a:ext cx="196560" cy="254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4C0493F-4BE0-7CF2-3308-94DC32D5315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90407" y="4881622"/>
                  <a:ext cx="232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675A55-07AA-02C4-4A34-4FB1AA01009D}"/>
                    </a:ext>
                  </a:extLst>
                </p14:cNvPr>
                <p14:cNvContentPartPr/>
                <p14:nvPr/>
              </p14:nvContentPartPr>
              <p14:xfrm>
                <a:off x="6994607" y="4952902"/>
                <a:ext cx="261360" cy="156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675A55-07AA-02C4-4A34-4FB1AA0100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76607" y="4935262"/>
                  <a:ext cx="297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E183ADB-EE22-DBB5-29B6-E83F493FD591}"/>
                    </a:ext>
                  </a:extLst>
                </p14:cNvPr>
                <p14:cNvContentPartPr/>
                <p14:nvPr/>
              </p14:nvContentPartPr>
              <p14:xfrm>
                <a:off x="7220687" y="5022742"/>
                <a:ext cx="183240" cy="212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E183ADB-EE22-DBB5-29B6-E83F493FD59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203047" y="5005102"/>
                  <a:ext cx="2188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D733C9E-6F5B-B384-B0F1-B9BC21E6F034}"/>
              </a:ext>
            </a:extLst>
          </p:cNvPr>
          <p:cNvGrpSpPr/>
          <p:nvPr/>
        </p:nvGrpSpPr>
        <p:grpSpPr>
          <a:xfrm>
            <a:off x="7957247" y="4888462"/>
            <a:ext cx="244440" cy="250200"/>
            <a:chOff x="7957247" y="4888462"/>
            <a:chExt cx="24444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2390E3-91F5-7977-AC93-49121564C21C}"/>
                    </a:ext>
                  </a:extLst>
                </p14:cNvPr>
                <p14:cNvContentPartPr/>
                <p14:nvPr/>
              </p14:nvContentPartPr>
              <p14:xfrm>
                <a:off x="7957247" y="4888462"/>
                <a:ext cx="176760" cy="145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2390E3-91F5-7977-AC93-49121564C21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939607" y="4870462"/>
                  <a:ext cx="212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A6A5434-5BA2-CE81-1D2D-5F328AB10627}"/>
                    </a:ext>
                  </a:extLst>
                </p14:cNvPr>
                <p14:cNvContentPartPr/>
                <p14:nvPr/>
              </p14:nvContentPartPr>
              <p14:xfrm>
                <a:off x="7957967" y="5100502"/>
                <a:ext cx="243720" cy="38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A6A5434-5BA2-CE81-1D2D-5F328AB1062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40327" y="5082862"/>
                  <a:ext cx="27936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17C1BA1-0B8F-5E06-1FBC-2C7B4307C8C7}"/>
              </a:ext>
            </a:extLst>
          </p:cNvPr>
          <p:cNvGrpSpPr/>
          <p:nvPr/>
        </p:nvGrpSpPr>
        <p:grpSpPr>
          <a:xfrm>
            <a:off x="8469527" y="4851382"/>
            <a:ext cx="428400" cy="246240"/>
            <a:chOff x="8469527" y="4851382"/>
            <a:chExt cx="428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641DD0-7DEB-3201-1B3E-6EB32B8F2F1E}"/>
                    </a:ext>
                  </a:extLst>
                </p14:cNvPr>
                <p14:cNvContentPartPr/>
                <p14:nvPr/>
              </p14:nvContentPartPr>
              <p14:xfrm>
                <a:off x="8469527" y="4851382"/>
                <a:ext cx="41760" cy="241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641DD0-7DEB-3201-1B3E-6EB32B8F2F1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51527" y="4833382"/>
                  <a:ext cx="77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0B2E73F-0643-5F52-54E1-94C6E87F46ED}"/>
                    </a:ext>
                  </a:extLst>
                </p14:cNvPr>
                <p14:cNvContentPartPr/>
                <p14:nvPr/>
              </p14:nvContentPartPr>
              <p14:xfrm>
                <a:off x="8683727" y="4881262"/>
                <a:ext cx="214200" cy="216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0B2E73F-0643-5F52-54E1-94C6E87F46E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65727" y="4863622"/>
                  <a:ext cx="24984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333DB91-6A73-22B5-1925-1E3504A3ABA2}"/>
                  </a:ext>
                </a:extLst>
              </p14:cNvPr>
              <p14:cNvContentPartPr/>
              <p14:nvPr/>
            </p14:nvContentPartPr>
            <p14:xfrm>
              <a:off x="7875527" y="6054862"/>
              <a:ext cx="86400" cy="374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333DB91-6A73-22B5-1925-1E3504A3ABA2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857527" y="6037222"/>
                <a:ext cx="1220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B4A5DD1-0595-1D1F-9E78-A5BA1A25EC58}"/>
              </a:ext>
            </a:extLst>
          </p:cNvPr>
          <p:cNvGrpSpPr/>
          <p:nvPr/>
        </p:nvGrpSpPr>
        <p:grpSpPr>
          <a:xfrm>
            <a:off x="4915967" y="5397862"/>
            <a:ext cx="513000" cy="359280"/>
            <a:chOff x="4915967" y="5397862"/>
            <a:chExt cx="5130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B8A74E4-D609-26BF-B72F-D1F7F26D1E58}"/>
                    </a:ext>
                  </a:extLst>
                </p14:cNvPr>
                <p14:cNvContentPartPr/>
                <p14:nvPr/>
              </p14:nvContentPartPr>
              <p14:xfrm>
                <a:off x="4915967" y="5397862"/>
                <a:ext cx="211320" cy="3013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B8A74E4-D609-26BF-B72F-D1F7F26D1E5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98327" y="5380222"/>
                  <a:ext cx="246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3C03813-C2C1-1EC7-84A5-C366F271E9AF}"/>
                    </a:ext>
                  </a:extLst>
                </p14:cNvPr>
                <p14:cNvContentPartPr/>
                <p14:nvPr/>
              </p14:nvContentPartPr>
              <p14:xfrm>
                <a:off x="5157167" y="5566342"/>
                <a:ext cx="166680" cy="129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3C03813-C2C1-1EC7-84A5-C366F271E9A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39167" y="5548342"/>
                  <a:ext cx="202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F7F25B0-F13A-DCB7-8557-0A120FD1ECEB}"/>
                    </a:ext>
                  </a:extLst>
                </p14:cNvPr>
                <p14:cNvContentPartPr/>
                <p14:nvPr/>
              </p14:nvContentPartPr>
              <p14:xfrm>
                <a:off x="5413487" y="5617822"/>
                <a:ext cx="15480" cy="139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F7F25B0-F13A-DCB7-8557-0A120FD1ECE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95487" y="5600182"/>
                  <a:ext cx="511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9C479F6-F438-5B80-8C63-9E2148FC3CCA}"/>
              </a:ext>
            </a:extLst>
          </p:cNvPr>
          <p:cNvGrpSpPr/>
          <p:nvPr/>
        </p:nvGrpSpPr>
        <p:grpSpPr>
          <a:xfrm>
            <a:off x="5763047" y="5558062"/>
            <a:ext cx="2142720" cy="374040"/>
            <a:chOff x="5763047" y="5558062"/>
            <a:chExt cx="21427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DAC144-1E66-A253-414D-C19093726E7C}"/>
                    </a:ext>
                  </a:extLst>
                </p14:cNvPr>
                <p14:cNvContentPartPr/>
                <p14:nvPr/>
              </p14:nvContentPartPr>
              <p14:xfrm>
                <a:off x="5763047" y="5655982"/>
                <a:ext cx="219240" cy="31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EDAC144-1E66-A253-414D-C19093726E7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745407" y="5638342"/>
                  <a:ext cx="254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87C0DA6-255C-6C20-F922-2C29C9B84327}"/>
                    </a:ext>
                  </a:extLst>
                </p14:cNvPr>
                <p14:cNvContentPartPr/>
                <p14:nvPr/>
              </p14:nvContentPartPr>
              <p14:xfrm>
                <a:off x="5855207" y="5573902"/>
                <a:ext cx="68760" cy="218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87C0DA6-255C-6C20-F922-2C29C9B8432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837207" y="5555902"/>
                  <a:ext cx="104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231FD8-ACF3-78A7-346B-9A2B7E260423}"/>
                    </a:ext>
                  </a:extLst>
                </p14:cNvPr>
                <p14:cNvContentPartPr/>
                <p14:nvPr/>
              </p14:nvContentPartPr>
              <p14:xfrm>
                <a:off x="6158327" y="5558062"/>
                <a:ext cx="188280" cy="209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231FD8-ACF3-78A7-346B-9A2B7E26042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40687" y="5540062"/>
                  <a:ext cx="223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267A5BC-91D8-5EC7-FD31-962AA03AA086}"/>
                    </a:ext>
                  </a:extLst>
                </p14:cNvPr>
                <p14:cNvContentPartPr/>
                <p14:nvPr/>
              </p14:nvContentPartPr>
              <p14:xfrm>
                <a:off x="6323927" y="5621782"/>
                <a:ext cx="231480" cy="182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267A5BC-91D8-5EC7-FD31-962AA03AA08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306287" y="5604142"/>
                  <a:ext cx="267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1C1A9A-3C87-0BFF-E4FC-7F48953D6E47}"/>
                    </a:ext>
                  </a:extLst>
                </p14:cNvPr>
                <p14:cNvContentPartPr/>
                <p14:nvPr/>
              </p14:nvContentPartPr>
              <p14:xfrm>
                <a:off x="6643247" y="5753542"/>
                <a:ext cx="248400" cy="138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1C1A9A-3C87-0BFF-E4FC-7F48953D6E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25607" y="5735902"/>
                  <a:ext cx="284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DECD178-11AD-64D9-D448-4C57E37C54DB}"/>
                    </a:ext>
                  </a:extLst>
                </p14:cNvPr>
                <p14:cNvContentPartPr/>
                <p14:nvPr/>
              </p14:nvContentPartPr>
              <p14:xfrm>
                <a:off x="7024847" y="5670382"/>
                <a:ext cx="157320" cy="34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DECD178-11AD-64D9-D448-4C57E37C54D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07207" y="5652382"/>
                  <a:ext cx="192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C5CB546-DC6E-490B-37B2-456EFFD8C02E}"/>
                    </a:ext>
                  </a:extLst>
                </p14:cNvPr>
                <p14:cNvContentPartPr/>
                <p14:nvPr/>
              </p14:nvContentPartPr>
              <p14:xfrm>
                <a:off x="7090007" y="5591542"/>
                <a:ext cx="39600" cy="20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C5CB546-DC6E-490B-37B2-456EFFD8C0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72367" y="5573902"/>
                  <a:ext cx="75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691E892-EE4D-37F5-E2FF-E800ABADBD07}"/>
                    </a:ext>
                  </a:extLst>
                </p14:cNvPr>
                <p14:cNvContentPartPr/>
                <p14:nvPr/>
              </p14:nvContentPartPr>
              <p14:xfrm>
                <a:off x="7357127" y="5561302"/>
                <a:ext cx="135360" cy="242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691E892-EE4D-37F5-E2FF-E800ABADBD0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339487" y="5543662"/>
                  <a:ext cx="171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608F627-E4BE-4DA1-6F4F-BA35167C8C55}"/>
                    </a:ext>
                  </a:extLst>
                </p14:cNvPr>
                <p14:cNvContentPartPr/>
                <p14:nvPr/>
              </p14:nvContentPartPr>
              <p14:xfrm>
                <a:off x="7582847" y="5643742"/>
                <a:ext cx="149760" cy="178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608F627-E4BE-4DA1-6F4F-BA35167C8C5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64847" y="5625742"/>
                  <a:ext cx="18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8C522F7-6EF5-4CC6-3763-A4B021FD1D03}"/>
                    </a:ext>
                  </a:extLst>
                </p14:cNvPr>
                <p14:cNvContentPartPr/>
                <p14:nvPr/>
              </p14:nvContentPartPr>
              <p14:xfrm>
                <a:off x="7694807" y="5707102"/>
                <a:ext cx="210960" cy="225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8C522F7-6EF5-4CC6-3763-A4B021FD1D0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77167" y="5689462"/>
                  <a:ext cx="24660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8459FD4-19BF-D174-848F-38852BDAFC40}"/>
                  </a:ext>
                </a:extLst>
              </p14:cNvPr>
              <p14:cNvContentPartPr/>
              <p14:nvPr/>
            </p14:nvContentPartPr>
            <p14:xfrm>
              <a:off x="8377727" y="5645182"/>
              <a:ext cx="167400" cy="1458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8459FD4-19BF-D174-848F-38852BDAFC4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359727" y="5627542"/>
                <a:ext cx="2030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6231AEA-22B9-C42E-280F-8B1E49C396BE}"/>
                  </a:ext>
                </a:extLst>
              </p14:cNvPr>
              <p14:cNvContentPartPr/>
              <p14:nvPr/>
            </p14:nvContentPartPr>
            <p14:xfrm>
              <a:off x="8338847" y="5896102"/>
              <a:ext cx="152640" cy="219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6231AEA-22B9-C42E-280F-8B1E49C396B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8320847" y="5878102"/>
                <a:ext cx="18828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25DA8F6-90A4-B72E-4052-6010C6EDAE76}"/>
              </a:ext>
            </a:extLst>
          </p:cNvPr>
          <p:cNvGrpSpPr/>
          <p:nvPr/>
        </p:nvGrpSpPr>
        <p:grpSpPr>
          <a:xfrm>
            <a:off x="8769767" y="5577142"/>
            <a:ext cx="754560" cy="313560"/>
            <a:chOff x="8769767" y="5577142"/>
            <a:chExt cx="7545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7E54E69-2785-4A13-3B6A-FEC71FCF3EF4}"/>
                    </a:ext>
                  </a:extLst>
                </p14:cNvPr>
                <p14:cNvContentPartPr/>
                <p14:nvPr/>
              </p14:nvContentPartPr>
              <p14:xfrm>
                <a:off x="8769767" y="5608462"/>
                <a:ext cx="38880" cy="282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7E54E69-2785-4A13-3B6A-FEC71FCF3EF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51767" y="5590462"/>
                  <a:ext cx="745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9BF6841-A764-3594-5460-AC3479C892F4}"/>
                    </a:ext>
                  </a:extLst>
                </p14:cNvPr>
                <p14:cNvContentPartPr/>
                <p14:nvPr/>
              </p14:nvContentPartPr>
              <p14:xfrm>
                <a:off x="8943647" y="5658142"/>
                <a:ext cx="241200" cy="165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9BF6841-A764-3594-5460-AC3479C892F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25647" y="5640142"/>
                  <a:ext cx="276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D144C66-E4CA-21CC-03BD-29B448504DDE}"/>
                    </a:ext>
                  </a:extLst>
                </p14:cNvPr>
                <p14:cNvContentPartPr/>
                <p14:nvPr/>
              </p14:nvContentPartPr>
              <p14:xfrm>
                <a:off x="9063527" y="5577142"/>
                <a:ext cx="460800" cy="29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D144C66-E4CA-21CC-03BD-29B448504DD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45887" y="5559502"/>
                  <a:ext cx="4964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F3D43DA-A760-BFAD-C851-50EB76A5BD52}"/>
              </a:ext>
            </a:extLst>
          </p:cNvPr>
          <p:cNvGrpSpPr/>
          <p:nvPr/>
        </p:nvGrpSpPr>
        <p:grpSpPr>
          <a:xfrm>
            <a:off x="4651727" y="6327742"/>
            <a:ext cx="307800" cy="289440"/>
            <a:chOff x="4651727" y="6327742"/>
            <a:chExt cx="3078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DF1ABED-00A4-ACE8-BC86-1514E77F3C66}"/>
                    </a:ext>
                  </a:extLst>
                </p14:cNvPr>
                <p14:cNvContentPartPr/>
                <p14:nvPr/>
              </p14:nvContentPartPr>
              <p14:xfrm>
                <a:off x="4651727" y="6327742"/>
                <a:ext cx="222840" cy="188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DF1ABED-00A4-ACE8-BC86-1514E77F3C6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34087" y="6309742"/>
                  <a:ext cx="258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E69AA36-E586-7549-FE72-FC6DD72E327F}"/>
                    </a:ext>
                  </a:extLst>
                </p14:cNvPr>
                <p14:cNvContentPartPr/>
                <p14:nvPr/>
              </p14:nvContentPartPr>
              <p14:xfrm>
                <a:off x="4938647" y="6484342"/>
                <a:ext cx="20880" cy="132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E69AA36-E586-7549-FE72-FC6DD72E327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920647" y="6466342"/>
                  <a:ext cx="5652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B5BC872-1374-1A31-2F14-E24C5A28C3BD}"/>
                  </a:ext>
                </a:extLst>
              </p14:cNvPr>
              <p14:cNvContentPartPr/>
              <p14:nvPr/>
            </p14:nvContentPartPr>
            <p14:xfrm>
              <a:off x="5181287" y="6555982"/>
              <a:ext cx="52560" cy="1141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B5BC872-1374-1A31-2F14-E24C5A28C3BD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5163287" y="6538342"/>
                <a:ext cx="8820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BB93601-636A-8396-66D4-E019833BA7CA}"/>
              </a:ext>
            </a:extLst>
          </p:cNvPr>
          <p:cNvGrpSpPr/>
          <p:nvPr/>
        </p:nvGrpSpPr>
        <p:grpSpPr>
          <a:xfrm>
            <a:off x="5582687" y="6384622"/>
            <a:ext cx="403920" cy="248040"/>
            <a:chOff x="5582687" y="6384622"/>
            <a:chExt cx="40392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235A004-CBA9-0F53-2170-0E324F27DA6E}"/>
                    </a:ext>
                  </a:extLst>
                </p14:cNvPr>
                <p14:cNvContentPartPr/>
                <p14:nvPr/>
              </p14:nvContentPartPr>
              <p14:xfrm>
                <a:off x="5582687" y="6384622"/>
                <a:ext cx="146160" cy="174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235A004-CBA9-0F53-2170-0E324F27DA6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564687" y="6366982"/>
                  <a:ext cx="181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B94FFC1-AC33-1044-9C87-91EE45487AA3}"/>
                    </a:ext>
                  </a:extLst>
                </p14:cNvPr>
                <p14:cNvContentPartPr/>
                <p14:nvPr/>
              </p14:nvContentPartPr>
              <p14:xfrm>
                <a:off x="5831447" y="6467422"/>
                <a:ext cx="155160" cy="165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B94FFC1-AC33-1044-9C87-91EE45487AA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813447" y="6449422"/>
                  <a:ext cx="1908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07452A6-AF99-A8A2-CC6B-6616F82E077E}"/>
              </a:ext>
            </a:extLst>
          </p:cNvPr>
          <p:cNvGrpSpPr/>
          <p:nvPr/>
        </p:nvGrpSpPr>
        <p:grpSpPr>
          <a:xfrm>
            <a:off x="6227807" y="6388222"/>
            <a:ext cx="1422000" cy="386640"/>
            <a:chOff x="6227807" y="6388222"/>
            <a:chExt cx="14220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6DF19EF-0F86-2072-895E-221776F07CA9}"/>
                    </a:ext>
                  </a:extLst>
                </p14:cNvPr>
                <p14:cNvContentPartPr/>
                <p14:nvPr/>
              </p14:nvContentPartPr>
              <p14:xfrm>
                <a:off x="6227807" y="6553822"/>
                <a:ext cx="99000" cy="124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6DF19EF-0F86-2072-895E-221776F07CA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09807" y="6535822"/>
                  <a:ext cx="134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5F8A452-8C2C-8779-F604-B6573CA8FF8A}"/>
                    </a:ext>
                  </a:extLst>
                </p14:cNvPr>
                <p14:cNvContentPartPr/>
                <p14:nvPr/>
              </p14:nvContentPartPr>
              <p14:xfrm>
                <a:off x="6480527" y="6445102"/>
                <a:ext cx="211320" cy="187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5F8A452-8C2C-8779-F604-B6573CA8FF8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462887" y="6427102"/>
                  <a:ext cx="246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75D7996-D0D1-43D5-9564-B9A671930D32}"/>
                    </a:ext>
                  </a:extLst>
                </p14:cNvPr>
                <p14:cNvContentPartPr/>
                <p14:nvPr/>
              </p14:nvContentPartPr>
              <p14:xfrm>
                <a:off x="6674207" y="6543742"/>
                <a:ext cx="198720" cy="2311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75D7996-D0D1-43D5-9564-B9A671930D3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56207" y="6526102"/>
                  <a:ext cx="234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C4D0717-AE71-0D2D-1BA2-FCD3994605AD}"/>
                    </a:ext>
                  </a:extLst>
                </p14:cNvPr>
                <p14:cNvContentPartPr/>
                <p14:nvPr/>
              </p14:nvContentPartPr>
              <p14:xfrm>
                <a:off x="7021607" y="6388222"/>
                <a:ext cx="228600" cy="1987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C4D0717-AE71-0D2D-1BA2-FCD3994605A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03607" y="6370582"/>
                  <a:ext cx="264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B45ADD1-643F-4628-ABCD-DC9E5385BA02}"/>
                    </a:ext>
                  </a:extLst>
                </p14:cNvPr>
                <p14:cNvContentPartPr/>
                <p14:nvPr/>
              </p14:nvContentPartPr>
              <p14:xfrm>
                <a:off x="7071647" y="6646702"/>
                <a:ext cx="189360" cy="72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B45ADD1-643F-4628-ABCD-DC9E5385BA0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54007" y="6628702"/>
                  <a:ext cx="22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1FE5327-50E3-C763-E390-C28829C90429}"/>
                    </a:ext>
                  </a:extLst>
                </p14:cNvPr>
                <p14:cNvContentPartPr/>
                <p14:nvPr/>
              </p14:nvContentPartPr>
              <p14:xfrm>
                <a:off x="7333727" y="6405502"/>
                <a:ext cx="316080" cy="228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1FE5327-50E3-C763-E390-C28829C9042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15727" y="6387862"/>
                  <a:ext cx="35172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67F847C-40DC-9029-A66D-205F1A347AB4}"/>
                  </a:ext>
                </a:extLst>
              </p14:cNvPr>
              <p14:cNvContentPartPr/>
              <p14:nvPr/>
            </p14:nvContentPartPr>
            <p14:xfrm>
              <a:off x="8222927" y="6720502"/>
              <a:ext cx="360" cy="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67F847C-40DC-9029-A66D-205F1A347AB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205287" y="670250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83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BB0A8E-8B5E-A642-BC46-0B7BCE01A471}"/>
              </a:ext>
            </a:extLst>
          </p:cNvPr>
          <p:cNvGrpSpPr/>
          <p:nvPr/>
        </p:nvGrpSpPr>
        <p:grpSpPr>
          <a:xfrm>
            <a:off x="2587487" y="232582"/>
            <a:ext cx="857160" cy="347400"/>
            <a:chOff x="2587487" y="232582"/>
            <a:chExt cx="85716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830BCDF-9736-0EDE-B824-B6528F379534}"/>
                    </a:ext>
                  </a:extLst>
                </p14:cNvPr>
                <p14:cNvContentPartPr/>
                <p14:nvPr/>
              </p14:nvContentPartPr>
              <p14:xfrm>
                <a:off x="2587487" y="232582"/>
                <a:ext cx="640800" cy="347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830BCDF-9736-0EDE-B824-B6528F37953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9847" y="214582"/>
                  <a:ext cx="6764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6F2388-4425-E300-50F2-93F4AC654446}"/>
                    </a:ext>
                  </a:extLst>
                </p14:cNvPr>
                <p14:cNvContentPartPr/>
                <p14:nvPr/>
              </p14:nvContentPartPr>
              <p14:xfrm>
                <a:off x="3301367" y="389542"/>
                <a:ext cx="143280" cy="185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6F2388-4425-E300-50F2-93F4AC6544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3727" y="371902"/>
                  <a:ext cx="17892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B60803-E9DA-4020-78E3-34776CB8CBC5}"/>
                  </a:ext>
                </a:extLst>
              </p14:cNvPr>
              <p14:cNvContentPartPr/>
              <p14:nvPr/>
            </p14:nvContentPartPr>
            <p14:xfrm>
              <a:off x="4039727" y="417982"/>
              <a:ext cx="257400" cy="17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B60803-E9DA-4020-78E3-34776CB8CB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2087" y="399982"/>
                <a:ext cx="29304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D912150-FF93-A9F4-51D4-5DF6DFA62118}"/>
              </a:ext>
            </a:extLst>
          </p:cNvPr>
          <p:cNvGrpSpPr/>
          <p:nvPr/>
        </p:nvGrpSpPr>
        <p:grpSpPr>
          <a:xfrm>
            <a:off x="4653167" y="443542"/>
            <a:ext cx="225360" cy="124200"/>
            <a:chOff x="4653167" y="443542"/>
            <a:chExt cx="2253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C12F95-BC7F-1D25-F2BD-48F1B2CD24F3}"/>
                    </a:ext>
                  </a:extLst>
                </p14:cNvPr>
                <p14:cNvContentPartPr/>
                <p14:nvPr/>
              </p14:nvContentPartPr>
              <p14:xfrm>
                <a:off x="4653167" y="443542"/>
                <a:ext cx="136800" cy="30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C12F95-BC7F-1D25-F2BD-48F1B2CD24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5167" y="425542"/>
                  <a:ext cx="172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84F575-D7F2-2973-CE70-6DF234F46D7E}"/>
                    </a:ext>
                  </a:extLst>
                </p14:cNvPr>
                <p14:cNvContentPartPr/>
                <p14:nvPr/>
              </p14:nvContentPartPr>
              <p14:xfrm>
                <a:off x="4688447" y="542542"/>
                <a:ext cx="190080" cy="25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84F575-D7F2-2973-CE70-6DF234F46D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70447" y="524542"/>
                  <a:ext cx="2257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CF2E82-16ED-F25D-641D-3AE70C68E06F}"/>
              </a:ext>
            </a:extLst>
          </p:cNvPr>
          <p:cNvGrpSpPr/>
          <p:nvPr/>
        </p:nvGrpSpPr>
        <p:grpSpPr>
          <a:xfrm>
            <a:off x="5419247" y="380182"/>
            <a:ext cx="1213560" cy="409680"/>
            <a:chOff x="5419247" y="380182"/>
            <a:chExt cx="121356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70F32F-48CD-C3BA-C43D-D88222C850E4}"/>
                    </a:ext>
                  </a:extLst>
                </p14:cNvPr>
                <p14:cNvContentPartPr/>
                <p14:nvPr/>
              </p14:nvContentPartPr>
              <p14:xfrm>
                <a:off x="5454527" y="380182"/>
                <a:ext cx="273600" cy="286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70F32F-48CD-C3BA-C43D-D88222C850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36527" y="362542"/>
                  <a:ext cx="3092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4DE388-AE69-38C6-20AA-1477D2F85C47}"/>
                    </a:ext>
                  </a:extLst>
                </p14:cNvPr>
                <p14:cNvContentPartPr/>
                <p14:nvPr/>
              </p14:nvContentPartPr>
              <p14:xfrm>
                <a:off x="5939087" y="387022"/>
                <a:ext cx="219960" cy="244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4DE388-AE69-38C6-20AA-1477D2F85C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21087" y="369382"/>
                  <a:ext cx="255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56DB91-88D5-BEA9-E51C-9A5A262CE8D1}"/>
                    </a:ext>
                  </a:extLst>
                </p14:cNvPr>
                <p14:cNvContentPartPr/>
                <p14:nvPr/>
              </p14:nvContentPartPr>
              <p14:xfrm>
                <a:off x="6268127" y="468382"/>
                <a:ext cx="141480" cy="18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56DB91-88D5-BEA9-E51C-9A5A262CE8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50487" y="450382"/>
                  <a:ext cx="1771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E43283-1E45-96CA-6694-3D98823882C5}"/>
                    </a:ext>
                  </a:extLst>
                </p14:cNvPr>
                <p14:cNvContentPartPr/>
                <p14:nvPr/>
              </p14:nvContentPartPr>
              <p14:xfrm>
                <a:off x="6366407" y="420862"/>
                <a:ext cx="266400" cy="5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E43283-1E45-96CA-6694-3D98823882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48407" y="402862"/>
                  <a:ext cx="302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D20190-2AB2-6F07-DFE1-75604DE6CE12}"/>
                    </a:ext>
                  </a:extLst>
                </p14:cNvPr>
                <p14:cNvContentPartPr/>
                <p14:nvPr/>
              </p14:nvContentPartPr>
              <p14:xfrm>
                <a:off x="5419247" y="732262"/>
                <a:ext cx="1171080" cy="5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D20190-2AB2-6F07-DFE1-75604DE6CE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1607" y="714262"/>
                  <a:ext cx="12067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A2DB09-7D7A-79F7-6756-4E5DE559AE0C}"/>
              </a:ext>
            </a:extLst>
          </p:cNvPr>
          <p:cNvGrpSpPr/>
          <p:nvPr/>
        </p:nvGrpSpPr>
        <p:grpSpPr>
          <a:xfrm>
            <a:off x="5710487" y="1011982"/>
            <a:ext cx="366840" cy="365040"/>
            <a:chOff x="5710487" y="1011982"/>
            <a:chExt cx="36684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12D5A0-2DA4-D925-1F23-3783DE3E4C89}"/>
                    </a:ext>
                  </a:extLst>
                </p14:cNvPr>
                <p14:cNvContentPartPr/>
                <p14:nvPr/>
              </p14:nvContentPartPr>
              <p14:xfrm>
                <a:off x="5710487" y="1011982"/>
                <a:ext cx="212040" cy="29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12D5A0-2DA4-D925-1F23-3783DE3E4C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92487" y="993982"/>
                  <a:ext cx="247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F5C12E-AA2E-6226-6DE0-F36F4C90DCAB}"/>
                    </a:ext>
                  </a:extLst>
                </p14:cNvPr>
                <p14:cNvContentPartPr/>
                <p14:nvPr/>
              </p14:nvContentPartPr>
              <p14:xfrm>
                <a:off x="6047807" y="1054822"/>
                <a:ext cx="29520" cy="322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F5C12E-AA2E-6226-6DE0-F36F4C90DC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29807" y="1037182"/>
                  <a:ext cx="65160" cy="35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2B4CBF-811D-6018-CBAD-C1A5384FF77D}"/>
                  </a:ext>
                </a:extLst>
              </p14:cNvPr>
              <p14:cNvContentPartPr/>
              <p14:nvPr/>
            </p14:nvContentPartPr>
            <p14:xfrm>
              <a:off x="7097927" y="673222"/>
              <a:ext cx="169200" cy="19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2B4CBF-811D-6018-CBAD-C1A5384FF77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80287" y="655582"/>
                <a:ext cx="20484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66683C2-42D0-5128-981C-5B2F50E2ACCC}"/>
              </a:ext>
            </a:extLst>
          </p:cNvPr>
          <p:cNvGrpSpPr/>
          <p:nvPr/>
        </p:nvGrpSpPr>
        <p:grpSpPr>
          <a:xfrm>
            <a:off x="2445647" y="1675462"/>
            <a:ext cx="414000" cy="377640"/>
            <a:chOff x="2445647" y="1675462"/>
            <a:chExt cx="41400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B73858-AE39-D51F-FAAF-408A013E98AB}"/>
                    </a:ext>
                  </a:extLst>
                </p14:cNvPr>
                <p14:cNvContentPartPr/>
                <p14:nvPr/>
              </p14:nvContentPartPr>
              <p14:xfrm>
                <a:off x="2445647" y="1675462"/>
                <a:ext cx="258120" cy="26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B73858-AE39-D51F-FAAF-408A013E98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7647" y="1657462"/>
                  <a:ext cx="293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63D73E-4EF0-581B-EFA2-130DE0D5742D}"/>
                    </a:ext>
                  </a:extLst>
                </p14:cNvPr>
                <p14:cNvContentPartPr/>
                <p14:nvPr/>
              </p14:nvContentPartPr>
              <p14:xfrm>
                <a:off x="2823647" y="1870222"/>
                <a:ext cx="36000" cy="182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63D73E-4EF0-581B-EFA2-130DE0D574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06007" y="1852222"/>
                  <a:ext cx="716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8168B40-A10C-BFE6-1435-6383E033C91D}"/>
              </a:ext>
            </a:extLst>
          </p:cNvPr>
          <p:cNvGrpSpPr/>
          <p:nvPr/>
        </p:nvGrpSpPr>
        <p:grpSpPr>
          <a:xfrm>
            <a:off x="3143687" y="1823782"/>
            <a:ext cx="182520" cy="146520"/>
            <a:chOff x="3143687" y="1823782"/>
            <a:chExt cx="18252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50743B-9C2B-0BED-E09A-5AEC1570575C}"/>
                    </a:ext>
                  </a:extLst>
                </p14:cNvPr>
                <p14:cNvContentPartPr/>
                <p14:nvPr/>
              </p14:nvContentPartPr>
              <p14:xfrm>
                <a:off x="3143687" y="1823782"/>
                <a:ext cx="137880" cy="3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50743B-9C2B-0BED-E09A-5AEC157057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25687" y="1806142"/>
                  <a:ext cx="173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42B197-61DC-E1CE-8A46-9CE9C7946CB7}"/>
                    </a:ext>
                  </a:extLst>
                </p14:cNvPr>
                <p14:cNvContentPartPr/>
                <p14:nvPr/>
              </p14:nvContentPartPr>
              <p14:xfrm>
                <a:off x="3158087" y="1926382"/>
                <a:ext cx="168120" cy="4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42B197-61DC-E1CE-8A46-9CE9C7946C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0447" y="1908742"/>
                  <a:ext cx="2037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C5A0C52-2DA0-B889-8CCB-0B0074DC1665}"/>
              </a:ext>
            </a:extLst>
          </p:cNvPr>
          <p:cNvGrpSpPr/>
          <p:nvPr/>
        </p:nvGrpSpPr>
        <p:grpSpPr>
          <a:xfrm>
            <a:off x="3630047" y="1713262"/>
            <a:ext cx="566280" cy="463680"/>
            <a:chOff x="3630047" y="1713262"/>
            <a:chExt cx="56628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4514C7-8B3D-BDEF-358F-D5AF55D2AC16}"/>
                    </a:ext>
                  </a:extLst>
                </p14:cNvPr>
                <p14:cNvContentPartPr/>
                <p14:nvPr/>
              </p14:nvContentPartPr>
              <p14:xfrm>
                <a:off x="3660647" y="1713262"/>
                <a:ext cx="221400" cy="27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4514C7-8B3D-BDEF-358F-D5AF55D2AC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2647" y="1695262"/>
                  <a:ext cx="257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10778D-50C6-10F0-E9E9-550CB87ACA15}"/>
                    </a:ext>
                  </a:extLst>
                </p14:cNvPr>
                <p14:cNvContentPartPr/>
                <p14:nvPr/>
              </p14:nvContentPartPr>
              <p14:xfrm>
                <a:off x="4001567" y="1778782"/>
                <a:ext cx="145440" cy="27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10778D-50C6-10F0-E9E9-550CB87ACA1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83567" y="1760782"/>
                  <a:ext cx="18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0FE6A2E-1A67-2CFE-CC25-819407500176}"/>
                    </a:ext>
                  </a:extLst>
                </p14:cNvPr>
                <p14:cNvContentPartPr/>
                <p14:nvPr/>
              </p14:nvContentPartPr>
              <p14:xfrm>
                <a:off x="3630047" y="2152462"/>
                <a:ext cx="566280" cy="2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0FE6A2E-1A67-2CFE-CC25-8194075001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12047" y="2134462"/>
                  <a:ext cx="6019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5B92AF8-1F68-8BE9-3206-AE0EEBF5A016}"/>
              </a:ext>
            </a:extLst>
          </p:cNvPr>
          <p:cNvGrpSpPr/>
          <p:nvPr/>
        </p:nvGrpSpPr>
        <p:grpSpPr>
          <a:xfrm>
            <a:off x="3864047" y="2322382"/>
            <a:ext cx="322200" cy="411840"/>
            <a:chOff x="3864047" y="2322382"/>
            <a:chExt cx="32220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B09F0B-E1CC-BD52-9532-C3F45809C6A0}"/>
                    </a:ext>
                  </a:extLst>
                </p14:cNvPr>
                <p14:cNvContentPartPr/>
                <p14:nvPr/>
              </p14:nvContentPartPr>
              <p14:xfrm>
                <a:off x="3864047" y="2322382"/>
                <a:ext cx="141480" cy="356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B09F0B-E1CC-BD52-9532-C3F45809C6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46407" y="2304382"/>
                  <a:ext cx="177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398377-F35C-6DB7-5CE5-A6078BC338F5}"/>
                    </a:ext>
                  </a:extLst>
                </p14:cNvPr>
                <p14:cNvContentPartPr/>
                <p14:nvPr/>
              </p14:nvContentPartPr>
              <p14:xfrm>
                <a:off x="4149527" y="2459542"/>
                <a:ext cx="36720" cy="274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398377-F35C-6DB7-5CE5-A6078BC338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31887" y="2441902"/>
                  <a:ext cx="7236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1DABD28-A944-700E-1CE0-898B7C2C65E0}"/>
              </a:ext>
            </a:extLst>
          </p:cNvPr>
          <p:cNvGrpSpPr/>
          <p:nvPr/>
        </p:nvGrpSpPr>
        <p:grpSpPr>
          <a:xfrm>
            <a:off x="4822367" y="1840702"/>
            <a:ext cx="2111400" cy="866160"/>
            <a:chOff x="4822367" y="1840702"/>
            <a:chExt cx="2111400" cy="86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D1FBD3-BD42-4CE8-D71B-C512AEFFFB7F}"/>
                    </a:ext>
                  </a:extLst>
                </p14:cNvPr>
                <p14:cNvContentPartPr/>
                <p14:nvPr/>
              </p14:nvContentPartPr>
              <p14:xfrm>
                <a:off x="4822367" y="2102782"/>
                <a:ext cx="114120" cy="25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D1FBD3-BD42-4CE8-D71B-C512AEFFFB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04727" y="2085142"/>
                  <a:ext cx="1497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D4760F-2983-88DA-1C4B-6A7DBCB44AB3}"/>
                    </a:ext>
                  </a:extLst>
                </p14:cNvPr>
                <p14:cNvContentPartPr/>
                <p14:nvPr/>
              </p14:nvContentPartPr>
              <p14:xfrm>
                <a:off x="5186687" y="1963462"/>
                <a:ext cx="225000" cy="174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D4760F-2983-88DA-1C4B-6A7DBCB44A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69047" y="1945462"/>
                  <a:ext cx="260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94C230-6BDC-D26A-C286-474FA598DE2C}"/>
                    </a:ext>
                  </a:extLst>
                </p14:cNvPr>
                <p14:cNvContentPartPr/>
                <p14:nvPr/>
              </p14:nvContentPartPr>
              <p14:xfrm>
                <a:off x="5470727" y="2090902"/>
                <a:ext cx="124200" cy="17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94C230-6BDC-D26A-C286-474FA598DE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52727" y="2073262"/>
                  <a:ext cx="159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56D487-D3D2-25E8-33BE-3DB6396B9D65}"/>
                    </a:ext>
                  </a:extLst>
                </p14:cNvPr>
                <p14:cNvContentPartPr/>
                <p14:nvPr/>
              </p14:nvContentPartPr>
              <p14:xfrm>
                <a:off x="5842967" y="2037982"/>
                <a:ext cx="13572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56D487-D3D2-25E8-33BE-3DB6396B9D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25327" y="2019982"/>
                  <a:ext cx="171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89E317-CA02-DB6A-3466-9E8C3E4C4E7B}"/>
                    </a:ext>
                  </a:extLst>
                </p14:cNvPr>
                <p14:cNvContentPartPr/>
                <p14:nvPr/>
              </p14:nvContentPartPr>
              <p14:xfrm>
                <a:off x="5906687" y="2087302"/>
                <a:ext cx="15984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89E317-CA02-DB6A-3466-9E8C3E4C4E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89047" y="2069662"/>
                  <a:ext cx="195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7D6DF8-A7BB-503F-FADA-BF5D9CF42737}"/>
                    </a:ext>
                  </a:extLst>
                </p14:cNvPr>
                <p14:cNvContentPartPr/>
                <p14:nvPr/>
              </p14:nvContentPartPr>
              <p14:xfrm>
                <a:off x="6399167" y="1840702"/>
                <a:ext cx="188280" cy="70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7D6DF8-A7BB-503F-FADA-BF5D9CF427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81527" y="1822702"/>
                  <a:ext cx="223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8DDA23-2D93-52E1-37CC-97930AC59785}"/>
                    </a:ext>
                  </a:extLst>
                </p14:cNvPr>
                <p14:cNvContentPartPr/>
                <p14:nvPr/>
              </p14:nvContentPartPr>
              <p14:xfrm>
                <a:off x="6398087" y="1873462"/>
                <a:ext cx="205560" cy="266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8DDA23-2D93-52E1-37CC-97930AC597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80087" y="1855462"/>
                  <a:ext cx="2412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E4386CC-C08C-F51E-C5DF-3291B78ABA1F}"/>
                    </a:ext>
                  </a:extLst>
                </p14:cNvPr>
                <p14:cNvContentPartPr/>
                <p14:nvPr/>
              </p14:nvContentPartPr>
              <p14:xfrm>
                <a:off x="6601487" y="1926022"/>
                <a:ext cx="21708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E4386CC-C08C-F51E-C5DF-3291B78ABA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83487" y="1908382"/>
                  <a:ext cx="252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0143925-CA62-C68B-9DF3-90BAD773124A}"/>
                    </a:ext>
                  </a:extLst>
                </p14:cNvPr>
                <p14:cNvContentPartPr/>
                <p14:nvPr/>
              </p14:nvContentPartPr>
              <p14:xfrm>
                <a:off x="6336527" y="2186302"/>
                <a:ext cx="574920" cy="48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0143925-CA62-C68B-9DF3-90BAD77312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18887" y="2168662"/>
                  <a:ext cx="610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39CD360-CDE7-E953-0431-9D00668D65CA}"/>
                    </a:ext>
                  </a:extLst>
                </p14:cNvPr>
                <p14:cNvContentPartPr/>
                <p14:nvPr/>
              </p14:nvContentPartPr>
              <p14:xfrm>
                <a:off x="6499247" y="2365222"/>
                <a:ext cx="192960" cy="31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39CD360-CDE7-E953-0431-9D00668D65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81247" y="2347222"/>
                  <a:ext cx="2286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856319-F25C-B57C-C7D2-A1EFCFB250F8}"/>
                    </a:ext>
                  </a:extLst>
                </p14:cNvPr>
                <p14:cNvContentPartPr/>
                <p14:nvPr/>
              </p14:nvContentPartPr>
              <p14:xfrm>
                <a:off x="6906767" y="2460982"/>
                <a:ext cx="27000" cy="245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856319-F25C-B57C-C7D2-A1EFCFB250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89127" y="2442982"/>
                  <a:ext cx="6264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CB7D77A-E2BE-F1D7-61CE-E690BF4ACD49}"/>
                  </a:ext>
                </a:extLst>
              </p14:cNvPr>
              <p14:cNvContentPartPr/>
              <p14:nvPr/>
            </p14:nvContentPartPr>
            <p14:xfrm>
              <a:off x="7502567" y="1976062"/>
              <a:ext cx="232200" cy="276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CB7D77A-E2BE-F1D7-61CE-E690BF4ACD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84567" y="1958062"/>
                <a:ext cx="26784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5671F7A1-9F9D-F552-3EF1-3E3F5A83E9FB}"/>
              </a:ext>
            </a:extLst>
          </p:cNvPr>
          <p:cNvGrpSpPr/>
          <p:nvPr/>
        </p:nvGrpSpPr>
        <p:grpSpPr>
          <a:xfrm>
            <a:off x="8284847" y="1814782"/>
            <a:ext cx="1616760" cy="436320"/>
            <a:chOff x="8284847" y="1814782"/>
            <a:chExt cx="161676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4D2D4D7-1425-4326-D872-9BF5C3D071B7}"/>
                    </a:ext>
                  </a:extLst>
                </p14:cNvPr>
                <p14:cNvContentPartPr/>
                <p14:nvPr/>
              </p14:nvContentPartPr>
              <p14:xfrm>
                <a:off x="8284847" y="1834942"/>
                <a:ext cx="211320" cy="19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4D2D4D7-1425-4326-D872-9BF5C3D071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66847" y="1816942"/>
                  <a:ext cx="246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B19CBB-18D1-5D47-A57A-F440AB01C7D6}"/>
                    </a:ext>
                  </a:extLst>
                </p14:cNvPr>
                <p14:cNvContentPartPr/>
                <p14:nvPr/>
              </p14:nvContentPartPr>
              <p14:xfrm>
                <a:off x="8508407" y="2020342"/>
                <a:ext cx="170640" cy="228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B19CBB-18D1-5D47-A57A-F440AB01C7D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90407" y="2002702"/>
                  <a:ext cx="2062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562F26B-C027-6B5B-6009-30079E78A6C3}"/>
                    </a:ext>
                  </a:extLst>
                </p14:cNvPr>
                <p14:cNvContentPartPr/>
                <p14:nvPr/>
              </p14:nvContentPartPr>
              <p14:xfrm>
                <a:off x="8905127" y="1933582"/>
                <a:ext cx="172800" cy="36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562F26B-C027-6B5B-6009-30079E78A6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87487" y="1915942"/>
                  <a:ext cx="208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C5DD36-69B0-524C-C481-3406473B98F7}"/>
                    </a:ext>
                  </a:extLst>
                </p14:cNvPr>
                <p14:cNvContentPartPr/>
                <p14:nvPr/>
              </p14:nvContentPartPr>
              <p14:xfrm>
                <a:off x="9022847" y="2003062"/>
                <a:ext cx="184680" cy="17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C5DD36-69B0-524C-C481-3406473B98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04847" y="1985422"/>
                  <a:ext cx="220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6AB471-09C9-766A-486C-777CC55DDADA}"/>
                    </a:ext>
                  </a:extLst>
                </p14:cNvPr>
                <p14:cNvContentPartPr/>
                <p14:nvPr/>
              </p14:nvContentPartPr>
              <p14:xfrm>
                <a:off x="9306887" y="1814782"/>
                <a:ext cx="195480" cy="251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6AB471-09C9-766A-486C-777CC55DDA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89247" y="1796782"/>
                  <a:ext cx="2311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387009-B87F-3474-5365-41B5487492B1}"/>
                    </a:ext>
                  </a:extLst>
                </p14:cNvPr>
                <p14:cNvContentPartPr/>
                <p14:nvPr/>
              </p14:nvContentPartPr>
              <p14:xfrm>
                <a:off x="9586607" y="1894342"/>
                <a:ext cx="293040" cy="17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387009-B87F-3474-5365-41B5487492B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8967" y="1876702"/>
                  <a:ext cx="328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FCECFC-881A-10EF-6F12-1BAF3FA20167}"/>
                    </a:ext>
                  </a:extLst>
                </p14:cNvPr>
                <p14:cNvContentPartPr/>
                <p14:nvPr/>
              </p14:nvContentPartPr>
              <p14:xfrm>
                <a:off x="9083687" y="2195662"/>
                <a:ext cx="817920" cy="5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FCECFC-881A-10EF-6F12-1BAF3FA201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66047" y="2177662"/>
                  <a:ext cx="85356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FEFCF79-4185-3031-75A5-6ED99A7F8B8B}"/>
              </a:ext>
            </a:extLst>
          </p:cNvPr>
          <p:cNvGrpSpPr/>
          <p:nvPr/>
        </p:nvGrpSpPr>
        <p:grpSpPr>
          <a:xfrm>
            <a:off x="9390407" y="2382502"/>
            <a:ext cx="343800" cy="324360"/>
            <a:chOff x="9390407" y="2382502"/>
            <a:chExt cx="34380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08AB31-B68F-DFED-D664-D75212D97A0C}"/>
                    </a:ext>
                  </a:extLst>
                </p14:cNvPr>
                <p14:cNvContentPartPr/>
                <p14:nvPr/>
              </p14:nvContentPartPr>
              <p14:xfrm>
                <a:off x="9390407" y="2382502"/>
                <a:ext cx="138240" cy="257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08AB31-B68F-DFED-D664-D75212D97A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72767" y="2364502"/>
                  <a:ext cx="1738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A5EBB9-0FFC-1C07-973D-F95003E53F9A}"/>
                    </a:ext>
                  </a:extLst>
                </p14:cNvPr>
                <p14:cNvContentPartPr/>
                <p14:nvPr/>
              </p14:nvContentPartPr>
              <p14:xfrm>
                <a:off x="9681647" y="2480422"/>
                <a:ext cx="52560" cy="226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A5EBB9-0FFC-1C07-973D-F95003E53F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63647" y="2462782"/>
                  <a:ext cx="88200" cy="26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50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1</Words>
  <Application>Microsoft Office PowerPoint</Application>
  <PresentationFormat>Widescreen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2026-04-06T02:31:01Z</dcterms:created>
  <dcterms:modified xsi:type="dcterms:W3CDTF">2026-04-07T22:40:15Z</dcterms:modified>
</cp:coreProperties>
</file>