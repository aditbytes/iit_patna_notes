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4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0 468 0 0,'2'2'2152'0'0,"17"10"1903"0"0,2-2 5089 0 0,-22-9-8970 0 0,0 0-1 0 0,0 0 0 0 0,0-1 0 0 0,0 1 0 0 0,0 0 0 0 0,0 0 0 0 0,0 0 0 0 0,0 0 0 0 0,0-1 1 0 0,0 1-1 0 0,0-1 0 0 0,0 1 0 0 0,-1-1 0 0 0,1 1 0 0 0,0-1 0 0 0,-3 1 0 0 0,2-1 538 0 0,0 0-1377 0 0,-8-2 1809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48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0 527 276 0 0,'0'0'1357'0'0,"1"2"-232"0"0,1 9-110 0 0,0 0 0 0 0,2 0 1 0 0,-1-1-1 0 0,1 1 1 0 0,11 19-1 0 0,2 5 351 0 0,-1 1 109 0 0,-15-34-1027 0 0,0 7 3682 0 0,-2-21-2675 0 0,-2-15-1421 0 0,2 1-1 0 0,1-1 0 0 0,0 1 0 0 0,2-1 0 0 0,2 1 1 0 0,0 0-1 0 0,1 0 0 0 0,2 0 0 0 0,1 0 1 0 0,0 1-1 0 0,2 1 0 0 0,24-44 0 0 0,-18 43-36 0 0,1 1-1 0 0,1 1 0 0 0,0 1 0 0 0,2 1 1 0 0,1 1-1 0 0,0 0 0 0 0,1 1 0 0 0,2 2 1 0 0,42-26-1 0 0,-46 32 2 0 0,2 1 0 0 0,-1 1 0 0 0,2 1-1 0 0,-1 1 1 0 0,1 0 0 0 0,0 2 0 0 0,0 1 0 0 0,0 1 0 0 0,1 0 0 0 0,-1 2 0 0 0,1 1 0 0 0,32 4 0 0 0,-26 1 10 0 0,0 1 0 0 0,0 2 0 0 0,-1 1 0 0 0,0 1 0 0 0,-1 2 0 0 0,0 0 0 0 0,-1 2 0 0 0,-1 1 0 0 0,0 2 0 0 0,-1 0 0 0 0,0 1 0 0 0,-2 2 0 0 0,0 0 0 0 0,-1 2 0 0 0,-2 0 0 0 0,29 40 0 0 0,-40-47-112 0 0,0 0-1 0 0,-1 1 1 0 0,-1-1 0 0 0,0 2 0 0 0,-1-1 0 0 0,-1 1 0 0 0,-1 0-1 0 0,0 0 1 0 0,-1 0 0 0 0,-1 1 0 0 0,0-1 0 0 0,-2 1 0 0 0,0-1-1 0 0,-1 1 1 0 0,0-1 0 0 0,-2 0 0 0 0,-5 24 0 0 0,1-14-3314 0 0,0-11-2200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48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42 2012 0 0,'-106'-32'10817'0'0,"76"23"-8839"0"0,28 8-1372 0 0,-4 2-253 0 0,6-1-322 0 0,-1 0 1 0 0,0 0 0 0 0,1 0-1 0 0,-1 0 1 0 0,0 0-1 0 0,1 0 1 0 0,-1 0 0 0 0,1 0-1 0 0,-1 0 1 0 0,0 0 0 0 0,1 1-1 0 0,-1-1 1 0 0,1 0-1 0 0,-1 0 1 0 0,0 0 0 0 0,1 1-1 0 0,-1-1 1 0 0,1 0 0 0 0,-1 1-1 0 0,-1 2 76 0 0,1 0 0 0 0,0 0-1 0 0,0 0 1 0 0,1-1 0 0 0,-1 1 0 0 0,0 0 0 0 0,1 0-1 0 0,0 0 1 0 0,-1 0 0 0 0,1 0 0 0 0,1 1-1 0 0,-1 3 1 0 0,11 44 660 0 0,-3-15-250 0 0,-3 4-54 0 0,-2 0 0 0 0,-2 1 0 0 0,-1-1 0 0 0,-9 63 0 0 0,-45 177 125 0 0,28-158-442 0 0,-18 194 0 0 0,43-285-60 0 0,1 1 0 0 0,2 0 0 0 0,7 44 0 0 0,-4-56-983 0 0,0 1 0 0 0,8 20 0 0 0,-7-27-1616 0 0,0 0-1 0 0,0-1 1 0 0,14 20-1 0 0,-10-21-4946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183 539 876 0 0,'-24'84'7406'0'0,"7"-25"-3274"0"0,16-57-3685 0 0,1-1-235 0 0,0 1 1 0 0,0-1 0 0 0,0 0-1 0 0,-1 0 1 0 0,1 0 0 0 0,0 1-1 0 0,-1-1 1 0 0,1 0 0 0 0,-1 0 0 0 0,1 0-1 0 0,-1 0 1 0 0,1 0 0 0 0,-1 0-1 0 0,0 0 1 0 0,0 0 0 0 0,1 0 0 0 0,-1 0-1 0 0,0 0 1 0 0,0 0 0 0 0,0 0-1 0 0,0-1 1 0 0,0 1 0 0 0,0 0 0 0 0,0-1-1 0 0,-2 2 1 0 0,0-2 132 0 0,-3-5 112 0 0,-4-2-100 0 0,-3-9-240 0 0,2-1 0 0 0,0 0 0 0 0,1 0 0 0 0,0-1 0 0 0,2 0 0 0 0,0-1 0 0 0,1 0 0 0 0,1 0 0 0 0,-6-30 0 0 0,9 35-121 0 0,1 0-1 0 0,1 0 1 0 0,0 0-1 0 0,1-1 1 0 0,0 1-1 0 0,1 0 1 0 0,1-1-1 0 0,0 1 1 0 0,1 0 0 0 0,0 0-1 0 0,1 1 1 0 0,1-1-1 0 0,0 1 1 0 0,10-17-1 0 0,-3 11 3 0 0,1 2 0 0 0,0-1 0 0 0,2 2 0 0 0,0 0 0 0 0,1 0-1 0 0,0 2 1 0 0,1 0 0 0 0,1 1 0 0 0,0 1 0 0 0,1 0 0 0 0,0 1 0 0 0,35-13-1 0 0,-20 11 1 0 0,1 1 0 0 0,0 2-1 0 0,1 2 1 0 0,0 1-1 0 0,0 1 1 0 0,72 0 0 0 0,-64 8 8 0 0,1 2 1 0 0,-1 2-1 0 0,1 2 1 0 0,-2 2-1 0 0,1 1 1 0 0,-2 3-1 0 0,0 1 1 0 0,42 22-1 0 0,-68-28 8 0 0,-1 0 1 0 0,0 1-1 0 0,0 0 0 0 0,-1 1 0 0 0,0 1 0 0 0,21 24 1 0 0,-27-25-31 0 0,1 1 0 0 0,-2 1 1 0 0,0 0-1 0 0,0 0 0 0 0,5 15 1 0 0,-12-26-175 0 0,1 1 0 0 0,-1-1 0 0 0,1 0 0 0 0,-1 0 0 0 0,0 1 0 0 0,0-1 1 0 0,0 0-1 0 0,0 1 0 0 0,-1 3 0 0 0,0-2-505 0 0,0 0 0 0 0,0 0 0 0 0,0 0 0 0 0,-1 0 0 0 0,1-1 0 0 0,-1 1 0 0 0,0 0 0 0 0,0-1 0 0 0,-3 4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55 760 0 0,'-55'-42'14235'0'0,"53"40"-13710"0"0,0 1 0 0 0,-1 0 0 0 0,1 0 0 0 0,0-1 0 0 0,-1 1 0 0 0,1 1 1 0 0,-1-1-1 0 0,-2 0 0 0 0,2 0-547 0 0,1 0 608 0 0,-2 5-220 0 0,1 0 1 0 0,0 0-1 0 0,0 0 1 0 0,1 1-1 0 0,-1-1 1 0 0,1 1-1 0 0,0 0 1 0 0,0 0-1 0 0,1 0 1 0 0,-2 7-1 0 0,-7 56 1198 0 0,9-58-1352 0 0,-15 149 1382 0 0,-28 305 816 0 0,24 0-1929 0 0,17-297-441 0 0,5 151-983 0 0,0-303-625 0 0,0-3-1019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6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10 250 2628 0 0,'-7'-40'15866'0'0,"6"49"-15420"0"0,0-1 0 0 0,0 0 1 0 0,1 0-1 0 0,1 0 0 0 0,-1 0 1 0 0,1 1-1 0 0,0-1 0 0 0,4 11 1 0 0,1 15 241 0 0,-2 3-432 0 0,2 1-1 0 0,2-1 0 0 0,1 0 1 0 0,2-1-1 0 0,1 0 0 0 0,31 62 0 0 0,-40-93-243 0 0,0 0-1 0 0,0-1 1 0 0,0 0 0 0 0,0 0-1 0 0,1 1 1 0 0,-1-2-1 0 0,1 1 1 0 0,0 0-1 0 0,6 3 1 0 0,-8-6-10 0 0,-1 0 0 0 0,1 0 0 0 0,0 0 0 0 0,0-1 0 0 0,0 1 0 0 0,0 0 0 0 0,0-1 0 0 0,0 1 0 0 0,0-1 0 0 0,0 0 0 0 0,0 0 0 0 0,1 0 0 0 0,-1 0 0 0 0,0 0 1 0 0,0 0-1 0 0,0 0 0 0 0,0-1 0 0 0,0 1 0 0 0,0-1 0 0 0,0 1 0 0 0,0-1 0 0 0,0 0 0 0 0,0 0 0 0 0,0 0 0 0 0,3-2 0 0 0,1-2-53 0 0,1-1-1 0 0,-1 1 1 0 0,0-1 0 0 0,0 0 0 0 0,-1-1-1 0 0,0 1 1 0 0,0-1 0 0 0,-1 0 0 0 0,7-14-1 0 0,3-9-138 0 0,10-37 0 0 0,-11 30 114 0 0,13-53-37 0 0,-6 13 37 0 0,-20 74 109 0 0,3 5 30 0 0,1 3-21 0 0,0 0 0 0 0,-1 1 0 0 0,1-1-1 0 0,-1 1 1 0 0,0 0 0 0 0,0 0 0 0 0,-1 0 0 0 0,0 0 0 0 0,0 0 0 0 0,0 0 0 0 0,-1 1 0 0 0,1 9 0 0 0,11 37 202 0 0,-5-33-172 0 0,-1 0-17 0 0,1 0-1 0 0,1 0 0 0 0,19 30 0 0 0,-25-46-43 0 0,1 1 0 0 0,0 0 0 0 0,-1-1-1 0 0,2 0 1 0 0,-1 0 0 0 0,0 0 0 0 0,1 0 0 0 0,0-1 0 0 0,0 1 0 0 0,0-1 0 0 0,0-1 0 0 0,0 1-1 0 0,0-1 1 0 0,1 1 0 0 0,0-2 0 0 0,-1 1 0 0 0,12 1 0 0 0,-12-2-6 0 0,0-1 0 0 0,-1-1 1 0 0,1 1-1 0 0,0-1 0 0 0,-1 1 0 0 0,1-1 0 0 0,-1-1 1 0 0,0 1-1 0 0,1-1 0 0 0,-1 1 0 0 0,0-1 1 0 0,0 0-1 0 0,0-1 0 0 0,0 1 0 0 0,0-1 0 0 0,0 0 1 0 0,-1 0-1 0 0,1 0 0 0 0,-1 0 0 0 0,0 0 0 0 0,0-1 1 0 0,0 0-1 0 0,3-4 0 0 0,2-6-1 0 0,1 1-1 0 0,-2-1 1 0 0,0 0-1 0 0,-1-1 1 0 0,6-19-1 0 0,-5 7-19 0 0,-1 1 0 0 0,-1-1 0 0 0,-2 0-1 0 0,0-1 1 0 0,-2 1 0 0 0,-1 0 0 0 0,-1 0 0 0 0,-2-1 0 0 0,0 1 0 0 0,-2 0 0 0 0,-1 1-1 0 0,-1-1 1 0 0,-1 1 0 0 0,-18-37 0 0 0,3 19-44 0 0,21 42 8 0 0,-4 3-789 0 0,6-2 793 0 0,-1 1 1 0 0,1 0 0 0 0,-1 0-1 0 0,0 0 1 0 0,1 0 0 0 0,-1 0-1 0 0,1 0 1 0 0,-1 0 0 0 0,1 0-1 0 0,-1 0 1 0 0,1 0 0 0 0,-1 0-1 0 0,1 0 1 0 0,-1 1 0 0 0,1-1-1 0 0,-1 0 1 0 0,1 0 0 0 0,-1 0-1 0 0,1 1 1 0 0,-1-1-1 0 0,1 0 1 0 0,-1 1 0 0 0,1-1-1 0 0,0 0 1 0 0,-1 1 0 0 0,-1 6-730 0 0,2 0 0 0 0,-1 1 0 0 0,1-1 0 0 0,0 0 0 0 0,0 0 0 0 0,1 1 0 0 0,0-1 0 0 0,0 0 0 0 0,1 0 0 0 0,0 0 0 0 0,0 0 0 0 0,0-1 0 0 0,1 1 0 0 0,0 0 0 0 0,1-1 0 0 0,-1 0 0 0 0,1 0 0 0 0,0 0 0 0 0,1 0 0 0 0,5 5 0 0 0,14 10-3589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58 1832 0 0,'6'-6'12745'0'0,"-11"9"-12313"0"0,0 1 0 0 0,1-1-1 0 0,-1 1 1 0 0,1 0-1 0 0,-1 0 1 0 0,1 0 0 0 0,0 0-1 0 0,1 1 1 0 0,-1 0-1 0 0,1-1 1 0 0,0 1 0 0 0,0 1-1 0 0,0-1 1 0 0,-3 10-1 0 0,-4 12 742 0 0,-11 46 0 0 0,21-72-1133 0 0,-7 27 343 0 0,2 1 0 0 0,0-1-1 0 0,2 1 1 0 0,2 56-1 0 0,1-72-347 0 0,2 0 0 0 0,-1 0-1 0 0,2 0 1 0 0,0 0 0 0 0,0 0-1 0 0,1-1 1 0 0,1 1 0 0 0,0-1-1 0 0,1 0 1 0 0,0 0 0 0 0,0-1-1 0 0,2 0 1 0 0,8 12 0 0 0,-13-20-27 0 0,1 1 0 0 0,-1-1 0 0 0,1 0 0 0 0,0 0 0 0 0,0 0 0 0 0,0 0 0 0 0,0-1 0 0 0,0 1 0 0 0,1-1 0 0 0,-1 0 0 0 0,1-1 0 0 0,0 1 0 0 0,-1-1 0 0 0,1 0 0 0 0,0 0 0 0 0,0 0 0 0 0,-1-1 0 0 0,1 1 0 0 0,0-1 0 0 0,0 0 0 0 0,0-1 1 0 0,0 1-1 0 0,0-1 0 0 0,-1 0 0 0 0,1 0 0 0 0,0-1 0 0 0,-1 1 0 0 0,1-1 0 0 0,6-4 0 0 0,0 1 1 0 0,0-1 1 0 0,-1-1-1 0 0,0 0 0 0 0,0 0 1 0 0,0-1-1 0 0,-1-1 0 0 0,0 1 1 0 0,-1-1-1 0 0,0-1 0 0 0,12-17 1 0 0,-7 5 1 0 0,-1-1 0 0 0,-1-1 1 0 0,-1 0-1 0 0,-1 0 0 0 0,10-44 0 0 0,-14 49-10 0 0,-2 0 0 0 0,-1 0 0 0 0,0-1 0 0 0,-1 1 0 0 0,-1-1 0 0 0,-1 1 0 0 0,-1 0 0 0 0,-6-28 0 0 0,6 39-1 0 0,-1 0 0 0 0,0 0 0 0 0,0 0 0 0 0,-1 1-1 0 0,0-1 1 0 0,0 1 0 0 0,-1 0 0 0 0,0 0 0 0 0,0 0 0 0 0,-1 1-1 0 0,0-1 1 0 0,0 2 0 0 0,0-1 0 0 0,-1 1 0 0 0,0-1-1 0 0,0 2 1 0 0,0-1 0 0 0,0 1 0 0 0,-1 0 0 0 0,0 1 0 0 0,0 0-1 0 0,0 0 1 0 0,0 0 0 0 0,0 1 0 0 0,0 0 0 0 0,-1 1-1 0 0,1 0 1 0 0,-1 0 0 0 0,1 1 0 0 0,-1 0 0 0 0,1 1-1 0 0,-1 0 1 0 0,1 0 0 0 0,-1 0 0 0 0,-12 5 0 0 0,6-1-184 0 0,0 1 1 0 0,1 0 0 0 0,0 0-1 0 0,0 2 1 0 0,0-1 0 0 0,1 2 0 0 0,0 0-1 0 0,1 1 1 0 0,-12 10 0 0 0,16-11-597 0 0,0 0 1 0 0,0 0 0 0 0,0 1-1 0 0,1 0 1 0 0,-5 12-1 0 0,7-14-467 0 0,1 1 0 0 0,1-1-1 0 0,0 1 1 0 0,0 0 0 0 0,1 0-1 0 0,0 0 1 0 0,-1 11 0 0 0,1 1-6111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8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1067 1516 0 0,'0'-3'1894'0'0,"0"-12"-76"0"0,1 1 0 0 0,0-1 0 0 0,6-23 1 0 0,-6 33-1595 0 0,0-1 1 0 0,1 1 0 0 0,0 0-1 0 0,0 0 1 0 0,1 0 0 0 0,-1 0 0 0 0,1 0-1 0 0,0 0 1 0 0,1 1 0 0 0,-1-1-1 0 0,1 1 1 0 0,-1 0 0 0 0,8-5 0 0 0,-7 5-82 0 0,1 1 0 0 0,0 0 0 0 0,0 0 0 0 0,0 0 0 0 0,0 1 0 0 0,0-1 0 0 0,1 1 0 0 0,-1 1 0 0 0,1-1 0 0 0,-1 1 0 0 0,1 0 0 0 0,0 0 0 0 0,-1 0 0 0 0,1 1 0 0 0,0 0 0 0 0,0 0 0 0 0,0 1 0 0 0,-1-1 0 0 0,8 3 0 0 0,-5-1-22 0 0,0 1 0 0 0,0 0 0 0 0,0 1 0 0 0,-1 0 0 0 0,1 0 0 0 0,-1 1 1 0 0,0-1-1 0 0,0 1 0 0 0,0 1 0 0 0,-1 0 0 0 0,0 0 0 0 0,9 10 0 0 0,-5-3-58 0 0,0 1 0 0 0,0-1 0 0 0,-1 1-1 0 0,-1 1 1 0 0,0 0 0 0 0,-1 0 0 0 0,-1 0 0 0 0,0 1 0 0 0,-2 0-1 0 0,1 0 1 0 0,-2 1 0 0 0,0-1 0 0 0,-1 1 0 0 0,-1-1 0 0 0,0 1 0 0 0,-1 0-1 0 0,-1-1 1 0 0,-6 33 0 0 0,5-36-34 0 0,-1 0 0 0 0,0-1 0 0 0,-1 1 0 0 0,-1-1 0 0 0,0 0 0 0 0,-1-1 0 0 0,0 1 0 0 0,-9 12 0 0 0,15-23-28 0 0,-1-1 0 0 0,1 1-1 0 0,-1 0 1 0 0,1-1-1 0 0,-1 1 1 0 0,1-1 0 0 0,-1 1-1 0 0,1-1 1 0 0,-1 0-1 0 0,0 1 1 0 0,1-1-1 0 0,-1 1 1 0 0,0-1 0 0 0,1 0-1 0 0,-1 0 1 0 0,0 1-1 0 0,0-1 1 0 0,1 0-1 0 0,-1 0 1 0 0,0 0 0 0 0,1 0-1 0 0,-1 0 1 0 0,0 0-1 0 0,0 0 1 0 0,1 0-1 0 0,-1 0 1 0 0,0 0 0 0 0,0 0-1 0 0,1 0 1 0 0,-1-1-1 0 0,0 1 1 0 0,1 0-1 0 0,-1-1 1 0 0,0 1 0 0 0,1 0-1 0 0,-1-1 1 0 0,0 1-1 0 0,0-1 1 0 0,-1-1-1 0 0,0 1 1 0 0,1-1-1 0 0,-1 0 1 0 0,1 0-1 0 0,-1 0 1 0 0,1 0-1 0 0,-1 0 1 0 0,1 0-1 0 0,0 0 1 0 0,-1-3-1 0 0,-3-13-6 0 0,0 0 0 0 0,1 0 0 0 0,1 0 0 0 0,1-1 0 0 0,1 1 0 0 0,0-1-1 0 0,3-21 1 0 0,0 13-11 0 0,2 0 0 0 0,1 0 0 0 0,1 0 0 0 0,11-31 0 0 0,-11 41 5 0 0,1 1 0 0 0,0 0-1 0 0,2 0 1 0 0,-1 1 0 0 0,2 0 0 0 0,17-21 0 0 0,-22 31 9 0 0,1 0 0 0 0,-1 0 1 0 0,1 0-1 0 0,0 0 0 0 0,0 1 1 0 0,0 0-1 0 0,0 0 0 0 0,8-3 1 0 0,-10 6 2 0 0,0-1 1 0 0,1 1 0 0 0,-1 0-1 0 0,1 0 1 0 0,-1 0 0 0 0,1 0 0 0 0,-1 1-1 0 0,1 0 1 0 0,-1 0 0 0 0,1 0-1 0 0,-1 1 1 0 0,1-1 0 0 0,-1 1-1 0 0,6 2 1 0 0,2 1 13 0 0,0 1 1 0 0,0 1-1 0 0,-1 0 0 0 0,1 1 1 0 0,-1 0-1 0 0,-1 1 0 0 0,1 0 0 0 0,-1 1 1 0 0,-1 0-1 0 0,0 0 0 0 0,0 1 1 0 0,-1 0-1 0 0,0 1 0 0 0,0 0 0 0 0,8 18 1 0 0,0 2 24 0 0,-1 2 1 0 0,-1 0 0 0 0,-3 0 0 0 0,13 55-1 0 0,-8 13 123 0 0,-11-56-23 0 0,-4-43-134 0 0,-1-4 19 0 0,6-22-19 0 0,2-38 0 0 0,3-12-7 0 0,1 19-13 0 0,37-99 0 0 0,-41 134-3 0 0,1 0 1 0 0,1 1 0 0 0,1 0-1 0 0,0 0 1 0 0,2 1-1 0 0,0 1 1 0 0,30-31 0 0 0,-39 44 12 0 0,0 0 1 0 0,0 1-1 0 0,1 0 1 0 0,0 0-1 0 0,0 0 1 0 0,0 0-1 0 0,0 1 1 0 0,0 0 0 0 0,9-3-1 0 0,-11 4 6 0 0,0 1-1 0 0,0-1 1 0 0,0 1-1 0 0,0 0 0 0 0,0 0 1 0 0,0 0-1 0 0,0 0 1 0 0,0 0-1 0 0,0 1 1 0 0,1-1-1 0 0,-1 1 1 0 0,-1 0-1 0 0,1 0 1 0 0,0 0-1 0 0,0 0 1 0 0,0 1-1 0 0,0-1 1 0 0,4 4-1 0 0,0 2 23 0 0,1 0-1 0 0,-1 0 1 0 0,0 1 0 0 0,-1-1-1 0 0,0 2 1 0 0,0-1-1 0 0,-1 1 1 0 0,0 0-1 0 0,0 0 1 0 0,-1 0 0 0 0,6 19-1 0 0,0 9 80 0 0,10 67 0 0 0,-17-87-83 0 0,4 43 35 0 0,-6-41-43 0 0,2 0-1 0 0,-1 0 1 0 0,2 0 0 0 0,1 0-1 0 0,0-1 1 0 0,12 28-1 0 0,-15-43-6 0 0,-1 0 0 0 0,1-1 0 0 0,0 1 0 0 0,0-1 0 0 0,0 1 0 0 0,0-1 0 0 0,0 0 0 0 0,0 0 0 0 0,1 0 0 0 0,-1 0 0 0 0,1 0 0 0 0,-1 0 0 0 0,1-1 0 0 0,0 1 0 0 0,0-1 0 0 0,3 1 0 0 0,-1 0 1 0 0,0-1-1 0 0,0-1 0 0 0,-1 1 1 0 0,1-1-1 0 0,0 0 0 0 0,0 0 1 0 0,0 0-1 0 0,0 0 0 0 0,7-3 0 0 0,2 0 5 0 0,0-2-1 0 0,0 0 1 0 0,-1 0-1 0 0,0-1 1 0 0,24-15-1 0 0,-20 9-12 0 0,0 0-1 0 0,-1-2 1 0 0,-1 0-1 0 0,0 0 1 0 0,-1-2-1 0 0,-1 1 1 0 0,0-2 0 0 0,15-25-1 0 0,-14 18 2 0 0,-2 0 1 0 0,0 0-1 0 0,-2-1 1 0 0,-1 0-1 0 0,-1-1 0 0 0,6-28 1 0 0,-12 43 4 0 0,-1-1 0 0 0,1 1 0 0 0,-2-1 1 0 0,0 1-1 0 0,0-1 0 0 0,-4-22 0 0 0,3 29-2 0 0,0 0-1 0 0,-1 0 1 0 0,1 0-1 0 0,-1 1 1 0 0,0-1-1 0 0,0 0 1 0 0,-1 1 0 0 0,1-1-1 0 0,-1 1 1 0 0,0 0-1 0 0,-1 0 1 0 0,1 0-1 0 0,0 0 1 0 0,-1 0-1 0 0,0 1 1 0 0,0-1-1 0 0,-6-2 1 0 0,8 5-2 0 0,0 0 0 0 0,0 0 0 0 0,-1 0 0 0 0,1 1 0 0 0,0-1 0 0 0,-1 1 0 0 0,1 0 0 0 0,-1 0 0 0 0,1 0 0 0 0,0 0 0 0 0,-1 0 0 0 0,1 0 0 0 0,0 0 0 0 0,-1 1 0 0 0,1-1 0 0 0,0 1 0 0 0,-1 0 0 0 0,1 0 0 0 0,0 0 0 0 0,0 0 0 0 0,0 0 0 0 0,0 0 0 0 0,-4 3 0 0 0,0 1-3 0 0,0-1-1 0 0,0 1 1 0 0,0 0-1 0 0,1 0 1 0 0,0 1-1 0 0,-5 7 1 0 0,-1 3 6 0 0,2 0 1 0 0,0 1 0 0 0,0 1-1 0 0,2-1 1 0 0,0 1-1 0 0,1 1 1 0 0,1-1 0 0 0,1 1-1 0 0,1 0 1 0 0,0 0-1 0 0,1 0 1 0 0,1 0 0 0 0,1 0-1 0 0,1 0 1 0 0,0 0-1 0 0,5 20 1 0 0,-3-25 2 0 0,0 0-1 0 0,0-1 1 0 0,2 1-1 0 0,0-1 1 0 0,0 0 0 0 0,1-1-1 0 0,1 1 1 0 0,0-1 0 0 0,1 0-1 0 0,0-1 1 0 0,0 0 0 0 0,1 0-1 0 0,1-1 1 0 0,0 0-1 0 0,1-1 1 0 0,-1 0 0 0 0,2 0-1 0 0,-1-1 1 0 0,1-1 0 0 0,0 0-1 0 0,1-1 1 0 0,19 8 0 0 0,-19-10-128 0 0,0-1 1 0 0,0 0-1 0 0,0 0 1 0 0,1-2 0 0 0,-1 1-1 0 0,0-2 1 0 0,1 0-1 0 0,-1 0 1 0 0,1-2 0 0 0,-1 1-1 0 0,0-2 1 0 0,0 1-1 0 0,0-2 1 0 0,20-8 0 0 0,-18 6-166 0 0,-1-1 0 0 0,0-1 1 0 0,-1 0-1 0 0,1-1 1 0 0,-2 0-1 0 0,1-1 1 0 0,-1 0-1 0 0,-1-1 0 0 0,0-1 1 0 0,-1 1-1 0 0,0-2 1 0 0,10-14-1 0 0,-3-4-104 0 0,0-1 0 0 0,-2 0-1 0 0,-2-1 1 0 0,0-1 0 0 0,7-36 0 0 0,-3-5-137 0 0,9-97 1 0 0,-9-161 359 0 0,-20 255 1358 0 0,-3 1-1 0 0,-21-99 1 0 0,24 157-809 0 0,2 11-145 0 0,-1-1 0 0 0,0 0-1 0 0,0 0 1 0 0,0 1-1 0 0,-1 0 1 0 0,-1-1-1 0 0,-5-9 1 0 0,8 18-202 0 0,0 0-1 0 0,0 1 1 0 0,1-1-1 0 0,-1 1 1 0 0,0-1 0 0 0,0 1-1 0 0,1-1 1 0 0,-1 1-1 0 0,0 0 1 0 0,1-1 0 0 0,-1 1-1 0 0,1 0 1 0 0,-1 0-1 0 0,0 0 1 0 0,-2 6 90 0 0,0 0-1 0 0,0 1 1 0 0,0-1-1 0 0,1 0 1 0 0,0 1-1 0 0,1-1 1 0 0,-1 10-1 0 0,-2 56 464 0 0,4-54-421 0 0,2 523 1661 0 0,0-431-1666 0 0,-1-18-191 0 0,4 117 506 0 0,-2-156-1311 0 0,21 98 0 0 0,-24-152 832 0 0,3 12-866 0 0,0 0 0 0 0,8 19 0 0 0,-10-28 513 0 0,0 0 0 0 0,1-1-1 0 0,-1 1 1 0 0,1-1 0 0 0,-1 1-1 0 0,1-1 1 0 0,0 0-1 0 0,0 0 1 0 0,0 0 0 0 0,0 0-1 0 0,0 0 1 0 0,0 0 0 0 0,1 0-1 0 0,-1-1 1 0 0,1 1-1 0 0,-1-1 1 0 0,4 1 0 0 0,21-5-8568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48 209 2012 0 0,'-2'-201'14591'0'0,"-1"194"-11990"0"0,0 21-1740 0 0,-10 185 3428 0 0,4-45-3286 0 0,-3-10-556 0 0,7-1 0 0 0,15 175 0 0 0,12-190-273 0 0,-22-128-176 0 0,0 1 1 0 0,0-1 0 0 0,0 1-1 0 0,0-1 1 0 0,0 1-1 0 0,0-1 1 0 0,0 0 0 0 0,0 1-1 0 0,0-1 1 0 0,0 1-1 0 0,0-1 1 0 0,1 1-1 0 0,-1-1 1 0 0,0 1 0 0 0,0-1-1 0 0,1 0 1 0 0,-1 1-1 0 0,0-1 1 0 0,0 0 0 0 0,1 1-1 0 0,-1-1 1 0 0,0 0-1 0 0,1 1 1 0 0,-1-1 0 0 0,0 0-1 0 0,1 1 1 0 0,-1-1-1 0 0,1 0 1 0 0,-1 0-1 0 0,1 0 1 0 0,-1 1 0 0 0,0-1-1 0 0,1 0 1 0 0,-1 0-1 0 0,1 0 1 0 0,-1 0 0 0 0,1 0-1 0 0,-1 0 1 0 0,1 0-1 0 0,-1 0 1 0 0,1 0 0 0 0,-1 0-1 0 0,0 0 1 0 0,1 0-1 0 0,-1 0 1 0 0,1 0 0 0 0,-1 0-1 0 0,1-1 1 0 0,-1 1-1 0 0,1 0 1 0 0,0-1-1 0 0,0 0-13 0 0,1 0 0 0 0,0 0-1 0 0,-1 0 1 0 0,1-1-1 0 0,-1 1 1 0 0,1 0 0 0 0,-1-1-1 0 0,0 0 1 0 0,1 1-1 0 0,0-3 1 0 0,23-53-749 0 0,22-73 1 0 0,5-12 347 0 0,-39 111 327 0 0,1 1 0 0 0,2 1-1 0 0,38-54 1 0 0,-53 80 84 0 0,1 0 1 0 0,0 1-1 0 0,1 0 0 0 0,-1 0 1 0 0,0-1-1 0 0,1 1 0 0 0,-1 1 0 0 0,1-1 1 0 0,0 0-1 0 0,0 1 0 0 0,-1-1 1 0 0,1 1-1 0 0,0 0 0 0 0,0 0 1 0 0,0 0-1 0 0,0 0 0 0 0,5 0 1 0 0,-6 1 23 0 0,0 0 1 0 0,0 0 0 0 0,0 0-1 0 0,1 1 1 0 0,-1-1 0 0 0,0 1 0 0 0,0 0-1 0 0,0 0 1 0 0,0 0 0 0 0,0-1-1 0 0,0 2 1 0 0,-1-1 0 0 0,1 0-1 0 0,0 0 1 0 0,0 1 0 0 0,-1-1-1 0 0,1 1 1 0 0,-1-1 0 0 0,1 1-1 0 0,-1-1 1 0 0,0 1 0 0 0,0 0 0 0 0,1 0-1 0 0,-1 0 1 0 0,0 0 0 0 0,0 3-1 0 0,8 18 149 0 0,-1 0 0 0 0,-1 1 0 0 0,-2 0-1 0 0,0 1 1 0 0,1 37 0 0 0,7 30-132 0 0,-11-80 74 0 0,1 4-294 0 0,0 0 0 0 0,1 0-1 0 0,0 0 1 0 0,2-1 0 0 0,7 18 0 0 0,-11-30-1 0 0,-1-1 1 0 0,1 1 0 0 0,0 0-1 0 0,0 0 1 0 0,0-1 0 0 0,0 1 0 0 0,0-1-1 0 0,1 0 1 0 0,-1 1 0 0 0,1-1 0 0 0,-1 0-1 0 0,1 0 1 0 0,0-1 0 0 0,0 1-1 0 0,0-1 1 0 0,0 1 0 0 0,0-1 0 0 0,0 0-1 0 0,0 0 1 0 0,0 0 0 0 0,0-1-1 0 0,1 1 1 0 0,-1-1 0 0 0,0 1 0 0 0,0-1-1 0 0,1 0 1 0 0,-1-1 0 0 0,0 1 0 0 0,1 0-1 0 0,-1-1 1 0 0,0 0 0 0 0,4-1-1 0 0,0-1-171 0 0,0 0-1 0 0,1 0 0 0 0,-1-1 1 0 0,0 1-1 0 0,-1-2 0 0 0,1 1 0 0 0,-1-1 1 0 0,0 0-1 0 0,0 0 0 0 0,0-1 1 0 0,-1 0-1 0 0,0 0 0 0 0,0 0 0 0 0,-1-1 1 0 0,8-12-1 0 0,-1-2-14 0 0,-1-1-1 0 0,-1 0 1 0 0,12-45 0 0 0,-14 38 966 0 0,-1 0 1 0 0,2-31-1 0 0,-6 39 837 0 0,-2 0 0 0 0,0 1 0 0 0,-5-35 0 0 0,4 53-927 0 0,-6 11 537 0 0,4-2-766 0 0,0 0 1 0 0,0 0-1 0 0,1 0 0 0 0,1 1 0 0 0,-1-1 0 0 0,1 0 1 0 0,0 1-1 0 0,1 0 0 0 0,0 7 0 0 0,-2 8 327 0 0,-2 27 269 0 0,4 63 1 0 0,1-94-775 0 0,1 0-1 0 0,1 0 1 0 0,0 0 0 0 0,1 0 0 0 0,1-1 0 0 0,13 29 0 0 0,-16-42-79 0 0,1-1 1 0 0,-1 1-1 0 0,1-1 0 0 0,0 0 1 0 0,7 8-1 0 0,-8-10-13 0 0,-1-1 0 0 0,1 1 1 0 0,0-1-1 0 0,0 0 0 0 0,-1 0 0 0 0,1 1 0 0 0,0-1 0 0 0,0 0 0 0 0,0-1 0 0 0,0 1 0 0 0,0 0 1 0 0,0 0-1 0 0,0-1 0 0 0,1 1 0 0 0,-1-1 0 0 0,0 0 0 0 0,0 0 0 0 0,0 0 0 0 0,3 0 0 0 0,2-1-3 0 0,0-1 0 0 0,0 0 1 0 0,-1-1-1 0 0,1 1 0 0 0,-1-1 0 0 0,0-1 0 0 0,0 1 0 0 0,0-1 0 0 0,0 0 0 0 0,0 0 0 0 0,-1 0 0 0 0,0-1 0 0 0,0 0 0 0 0,0 0 0 0 0,-1-1 0 0 0,0 1 0 0 0,1-1 0 0 0,-2 0 0 0 0,6-11 0 0 0,8-15-13 0 0,-2-1 0 0 0,-2-1 0 0 0,-1 0-1 0 0,-1-1 1 0 0,-2 0 0 0 0,-1-1 0 0 0,-2 0 0 0 0,-2 0-1 0 0,-1 0 1 0 0,-3-52 0 0 0,-1 76 3 0 0,0 0 1 0 0,-2 0-1 0 0,1 0 0 0 0,-1 0 0 0 0,-9-22 0 0 0,10 30 6 0 0,0 0 0 0 0,0-1 0 0 0,-1 1 0 0 0,1 0 0 0 0,-1 1 0 0 0,0-1-1 0 0,0 0 1 0 0,0 1 0 0 0,0 0 0 0 0,0-1 0 0 0,-1 1 0 0 0,0 1 0 0 0,1-1-1 0 0,-1 0 1 0 0,0 1 0 0 0,0 0 0 0 0,-9-4 0 0 0,10 6-51 0 0,-1-1 1 0 0,1 1-1 0 0,-1 0 1 0 0,1 0-1 0 0,0 0 1 0 0,-1 0-1 0 0,1 1 1 0 0,-1 0-1 0 0,1-1 0 0 0,0 1 1 0 0,-1 0-1 0 0,1 0 1 0 0,0 1-1 0 0,0-1 1 0 0,0 1-1 0 0,0 0 1 0 0,-4 2-1 0 0,0 1-180 0 0,0 0 1 0 0,1 1-1 0 0,-1 0 0 0 0,1 0 0 0 0,-7 9 1 0 0,7-8-424 0 0,1 1 0 0 0,0 0 0 0 0,0 0 0 0 0,1 0 0 0 0,0 0 0 0 0,0 1 0 0 0,1 0 0 0 0,-4 12 0 0 0,6-14-461 0 0,0-1 1 0 0,1 0-1 0 0,-1 1 0 0 0,1-1 1 0 0,1 0-1 0 0,-1 1 0 0 0,1-1 1 0 0,2 9-1 0 0,4 1-4758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434 904 696 0 0,'-2'-3'651'0'0,"-1"0"0"0"0,0 0 0 0 0,0 1 0 0 0,0-1 0 0 0,0 1 0 0 0,-1-1 0 0 0,1 1 1 0 0,0 0-1 0 0,-1 0 0 0 0,0 1 0 0 0,-6-3 0 0 0,3 2-74 0 0,1 1 0 0 0,-1 0 1 0 0,0 0-1 0 0,0 0 0 0 0,1 1 1 0 0,-12 0-1 0 0,6 2-113 0 0,0 0-1 0 0,0 0 1 0 0,-1 1-1 0 0,1 1 1 0 0,1 0-1 0 0,-1 0 1 0 0,-13 8-1 0 0,7-1-92 0 0,0 0 1 0 0,1 1-1 0 0,1 1 0 0 0,0 0 0 0 0,0 2 0 0 0,1 0 1 0 0,-21 27-1 0 0,28-30-293 0 0,0-1-1 0 0,0 1 1 0 0,1 0 0 0 0,1 0 0 0 0,0 1 0 0 0,1 0-1 0 0,0 0 1 0 0,1 0 0 0 0,0 1 0 0 0,1-1 0 0 0,1 1-1 0 0,-1 22 1 0 0,2-32-71 0 0,1 0 1 0 0,1 1-1 0 0,-1-1 0 0 0,0 0 0 0 0,1 0 0 0 0,0 1 0 0 0,0-1 1 0 0,1 0-1 0 0,-1 0 0 0 0,1 0 0 0 0,0 0 0 0 0,0 0 1 0 0,0 0-1 0 0,0-1 0 0 0,1 1 0 0 0,-1-1 0 0 0,1 1 0 0 0,0-1 1 0 0,4 3-1 0 0,-3-3-3 0 0,0 0 1 0 0,1-1 0 0 0,-1 0 0 0 0,0 0-1 0 0,1 0 1 0 0,0 0 0 0 0,0-1-1 0 0,-1 1 1 0 0,1-1 0 0 0,0-1-1 0 0,0 1 1 0 0,0-1 0 0 0,0 0-1 0 0,0 0 1 0 0,0 0 0 0 0,7-2 0 0 0,-1 1-35 0 0,0-2 0 0 0,-1 1 0 0 0,1-2 0 0 0,-1 1 0 0 0,0-1 0 0 0,0-1 0 0 0,0 0 0 0 0,18-12 0 0 0,-15 7-84 0 0,1-1 0 0 0,-2-1 0 0 0,0 0 0 0 0,0 0-1 0 0,11-17 1 0 0,-1-2-195 0 0,-3-1 0 0 0,0-1 0 0 0,-2 0 0 0 0,19-56-1 0 0,-10 9 26 0 0,-4-2 0 0 0,-3 0 0 0 0,-4-1 0 0 0,-4 0 0 0 0,-3-1 0 0 0,-4-119-1 0 0,-22 23 1303 0 0,10 127-515 0 0,8 50-447 0 0,-1-1 0 0 0,1 1 1 0 0,-1-1-1 0 0,0 1 0 0 0,-1 0 1 0 0,1-1-1 0 0,-1 1 1 0 0,1 0-1 0 0,-1 0 0 0 0,-4-6 1 0 0,5 9-25 0 0,0 0 1 0 0,0 0 0 0 0,0 0-1 0 0,1 0 1 0 0,-1 0 0 0 0,0 0-1 0 0,0 0 1 0 0,0 0 0 0 0,0 0-1 0 0,0 0 1 0 0,0 1 0 0 0,0-1-1 0 0,1 0 1 0 0,-1 1 0 0 0,0-1-1 0 0,0 1 1 0 0,0 0 0 0 0,-2 1 36 0 0,0 0 1 0 0,0 1-1 0 0,1-1 0 0 0,0 1 1 0 0,-1 0-1 0 0,1 0 1 0 0,0-1-1 0 0,0 1 0 0 0,1 1 1 0 0,-1-1-1 0 0,1 0 1 0 0,-3 7-1 0 0,1-3 62 0 0,-5 13 158 0 0,2 0 0 0 0,0 0 0 0 0,1 1 1 0 0,-5 41-1 0 0,3 86 628 0 0,7-129-844 0 0,1 103 471 0 0,20 141 1 0 0,41 118-312 0 0,-56-350-327 0 0,15 68-1426 0 0,-18-87 896 0 0,1-1 1 0 0,0 1-1 0 0,1-1 1 0 0,0 0-1 0 0,0 0 1 0 0,8 10-1 0 0,-10-18 233 0 0,-1 0 0 0 0,1-1 0 0 0,0 1 0 0 0,0-1 0 0 0,0 1 0 0 0,0-1 0 0 0,0 0 0 0 0,0 0 0 0 0,0-1 0 0 0,6 3 0 0 0,-1-4-1240 0 0,-3-1 898 0 0,0 0 0 0 0,0 0 0 0 0,0-1 0 0 0,0 0 1 0 0,-1 0-1 0 0,10-5 0 0 0,3-7-3315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1:5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385 217 1724 0 0,'24'-48'6459'0'0,"25"-70"-1"0"0,-26 68-772 0 0,-24 52-5456 0 0,-1 8-147 0 0,1-1 0 0 0,0 1 0 0 0,0-1-1 0 0,1 1 1 0 0,0-1 0 0 0,1 1 0 0 0,0-1-1 0 0,0 1 1 0 0,1-1 0 0 0,0 0 0 0 0,1 0 0 0 0,0 0-1 0 0,7 14 1 0 0,5 7 1 0 0,1-1 0 0 0,33 42 0 0 0,-42-61-56 0 0,-5-7-45 0 0,6 7 123 0 0,-1 0 0 0 0,0 1 0 0 0,-1 0-1 0 0,0 0 1 0 0,5 15 0 0 0,-10-23-65 0 0,0 0-1 0 0,0 0 1 0 0,-1 0-1 0 0,1 1 1 0 0,-1-1-1 0 0,0 0 1 0 0,0 1-1 0 0,0-1 1 0 0,0 0-1 0 0,0 1 1 0 0,-1-1-1 0 0,0 0 1 0 0,0 0-1 0 0,1 0 0 0 0,-2 1 1 0 0,1-1-1 0 0,0 0 1 0 0,-1 0-1 0 0,1-1 1 0 0,-1 1-1 0 0,0 0 1 0 0,0 0-1 0 0,0-1 1 0 0,-5 5-1 0 0,1-2-45 0 0,1 0 1 0 0,-1 0-1 0 0,-1-1 0 0 0,1 0 0 0 0,-1 0 0 0 0,0-1 0 0 0,0 1 1 0 0,0-2-1 0 0,0 1 0 0 0,0-1 0 0 0,0 0 0 0 0,-1 0 1 0 0,1-1-1 0 0,-1 0 0 0 0,0 0 0 0 0,1-1 0 0 0,-15-1 1 0 0,-7-2-894 0 0,1-2 0 0 0,0-1 1 0 0,-37-12-1 0 0,51 14 374 0 0,-195-67-8067 0 0,176 59 6298 0 0,-32-12-3844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0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372 246 492 0 0,'-62'0'3188'0'0,"-222"-5"10071"0"0,283 5-13167 0 0,-1 0-1 0 0,1 0 1 0 0,-1 0-1 0 0,1 0 1 0 0,-1 0 0 0 0,1 0-1 0 0,-1 0 1 0 0,1-1 0 0 0,0 1-1 0 0,-1 0 1 0 0,1-1 0 0 0,0 0-1 0 0,-1 1 1 0 0,1-1 0 0 0,0 0-1 0 0,-2-1 1 0 0,3 2-64 0 0,0-1 0 0 0,0 1 1 0 0,0-1-1 0 0,0 0 0 0 0,0 1 0 0 0,0-1 0 0 0,1 1 1 0 0,-1-1-1 0 0,0 1 0 0 0,1-1 0 0 0,-1 1 1 0 0,0-1-1 0 0,1 1 0 0 0,-1-1 0 0 0,0 1 0 0 0,1 0 1 0 0,-1-1-1 0 0,1 1 0 0 0,-1-1 0 0 0,1 1 0 0 0,-1 0 1 0 0,1-1-1 0 0,-1 1 0 0 0,1 0 0 0 0,-1 0 1 0 0,2-1-1 0 0,50-21 399 0 0,68-17-1313 0 0,143-28-1 0 0,130-4-8273 0 0,-380 69 8692 0 0,115-19-5413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1452 512 0 0,'-13'11'2826'0'0,"1"0"0"0"0,-20 26 0 0 0,20-22-1588 0 0,1 2 0 0 0,0-1 0 0 0,1 1-1 0 0,-10 23 1 0 0,10-19 464 0 0,10-21-1680 0 0,0 0 1 0 0,0 0-1 0 0,0 0 0 0 0,0 0 0 0 0,0 0 1 0 0,0 0-1 0 0,0 0 0 0 0,0 0 1 0 0,-1-1-1 0 0,1 1 0 0 0,0 0 1 0 0,0 0-1 0 0,0 0 0 0 0,0 0 1 0 0,0 0-1 0 0,0 0 0 0 0,0 0 1 0 0,0 0-1 0 0,0 0 0 0 0,0 0 0 0 0,0 0 1 0 0,0 0-1 0 0,-1 0 0 0 0,1 0 1 0 0,0 0-1 0 0,0 0 0 0 0,0 0 1 0 0,0 0-1 0 0,0 0 0 0 0,0 0 1 0 0,0 0-1 0 0,0 0 0 0 0,0 0 1 0 0,0 0-1 0 0,-1 0 0 0 0,1 0 0 0 0,0 0 1 0 0,0 0-1 0 0,0 0 0 0 0,0 0 1 0 0,0 0-1 0 0,0 0 0 0 0,0 0 1 0 0,0 0-1 0 0,0 0 0 0 0,0 0 1 0 0,0 0-1 0 0,0 1 0 0 0,0-1 0 0 0,0 0 1 0 0,-1 0-1 0 0,1 0 0 0 0,0 0 1 0 0,0 0-1 0 0,0 0 0 0 0,0 0 1 0 0,0 0-1 0 0,0 0 0 0 0,0 0 1 0 0,1-3 55 0 0,-1-1 0 0 0,1 0 0 0 0,0 1 0 0 0,0-1 0 0 0,0 1 0 0 0,0-1 0 0 0,2-3 0 0 0,49-94 225 0 0,18-42-180 0 0,-33 50-127 0 0,-5-2 1 0 0,-4-1 0 0 0,-4-1-1 0 0,-4-1 1 0 0,-5-1-1 0 0,-4-1 1 0 0,-4 0-1 0 0,-9-153 1 0 0,-2 159-22 0 0,-11-111-117 0 0,9 176 91 0 0,6 27 31 0 0,-1 5 13 0 0,-4 18 6 0 0,1-1 1 0 0,1 1-1 0 0,0 0 1 0 0,2 0-1 0 0,1 21 1 0 0,0 3 21 0 0,17 944 483 0 0,-16-974-494 0 0,52 1254 570 0 0,-6-488-229 0 0,-46-758-343 0 0,-1-9-9 0 0,1 1 0 0 0,1-1-1 0 0,0 1 1 0 0,0-1-1 0 0,2 0 1 0 0,7 21-1 0 0,-11-33 3 0 0,1-1 0 0 0,0 1 0 0 0,0-1 0 0 0,0 0 0 0 0,0 1 0 0 0,0-1 0 0 0,0 0 0 0 0,0 0 0 0 0,1 1 0 0 0,-1-1 0 0 0,0 0 0 0 0,0 0 0 0 0,1-1 0 0 0,-1 1 0 0 0,1 0 0 0 0,-1 0 0 0 0,1-1 0 0 0,-1 1 0 0 0,1-1 0 0 0,3 1 0 0 0,-2 0-2 0 0,1-1-1 0 0,-1 0 0 0 0,1 0 1 0 0,-1-1-1 0 0,1 1 0 0 0,-1-1 1 0 0,0 0-1 0 0,1 1 0 0 0,4-3 1 0 0,6-4-52 0 0,-1 1 0 0 0,0-1 1 0 0,19-15-1 0 0,-5 2-32 0 0,-1-2 0 0 0,0-1 0 0 0,-2-1 0 0 0,-1-1 0 0 0,-1-1 0 0 0,-1-1 0 0 0,-1 0 0 0 0,22-42 0 0 0,-25 36 53 0 0,0-2-1 0 0,-3 1 1 0 0,-1-2 0 0 0,-1 0-1 0 0,-2 0 1 0 0,-2-1-1 0 0,5-51 1 0 0,-11 67 30 0 0,-1 0 0 0 0,-1 0-1 0 0,-1-1 1 0 0,0 1 0 0 0,-2 0 0 0 0,-1 0-1 0 0,0 0 1 0 0,-1 1 0 0 0,-2-1 0 0 0,0 1-1 0 0,-1 0 1 0 0,-1 1 0 0 0,0 0 0 0 0,-2 1-1 0 0,0 0 1 0 0,-1 0 0 0 0,-1 1 0 0 0,-1 1-1 0 0,0 0 1 0 0,-1 1 0 0 0,-1 0 0 0 0,0 1-1 0 0,-19-11 1 0 0,-6-1 18 0 0,-1 2 1 0 0,-1 3-1 0 0,-56-21 0 0 0,-144-38 87 0 0,123 43-59 0 0,119 37-44 0 0,-11-3-4 0 0,1-1 0 0 0,-1-1 0 0 0,0 0 0 0 0,-21-13 0 0 0,31 17-53 0 0,0-1 0 0 0,0 1 0 0 0,0-1 0 0 0,0 1 0 0 0,0-1 0 0 0,0 0 0 0 0,1 0 0 0 0,-1 0 0 0 0,1 0 0 0 0,-1 0 0 0 0,1-1 0 0 0,0 1 0 0 0,0 0 0 0 0,0-1 0 0 0,0 1 0 0 0,0-1 0 0 0,0 1 0 0 0,1-1 0 0 0,-1 1 0 0 0,1-1 0 0 0,0 1 0 0 0,0-1 0 0 0,0 1 0 0 0,0-1 0 0 0,0 0 0 0 0,0 1 0 0 0,1-1 0 0 0,-1 1 0 0 0,1-1 0 0 0,1-4 0 0 0,3-3-289 0 0,0-1 1 0 0,0 1 0 0 0,1 1-1 0 0,1-1 1 0 0,-1 1 0 0 0,16-16-1 0 0,55-47-1676 0 0,-68 64 1790 0 0,189-152-3385 0 0,-10 8 1393 0 0,-129 100 2200 0 0,55-63 1 0 0,-95 95 817 0 0,-1-1-1 0 0,-1-1 1 0 0,-1 0-1 0 0,-1-1 1 0 0,-1-1-1 0 0,-1-1 1 0 0,12-31 0 0 0,-20 34 1119 0 0,-7 17-1037 0 0,-5 11-548 0 0,-1 5 65 0 0,1 1 0 0 0,0 0 0 0 0,0 0 0 0 0,-7 22 0 0 0,-15 56 305 0 0,22-66-535 0 0,2-4-98 0 0,0-1-1 0 0,2 1 0 0 0,0 0 0 0 0,1 0 1 0 0,1 0-1 0 0,0 0 0 0 0,4 29 0 0 0,-1-39-49 0 0,0-1 0 0 0,0 0 0 0 0,1 1 0 0 0,0-1 0 0 0,0 0 0 0 0,1 0 0 0 0,8 13 0 0 0,-9-16-5 0 0,1-1 0 0 0,0 0 0 0 0,0 0 0 0 0,0-1 0 0 0,1 1 0 0 0,0-1 0 0 0,0 0 0 0 0,0 0 0 0 0,0 0 0 0 0,1-1 0 0 0,-1 0 0 0 0,9 4 0 0 0,-8-5-4 0 0,-1 0 0 0 0,1 0 0 0 0,0-1-1 0 0,-1 1 1 0 0,1-1 0 0 0,0-1 0 0 0,0 1 0 0 0,0-1 0 0 0,0 0 0 0 0,0 0 0 0 0,-1-1 0 0 0,1 0-1 0 0,11-2 1 0 0,-9 0-2 0 0,-1 0 0 0 0,0 0-1 0 0,0-1 1 0 0,0 1-1 0 0,0-1 1 0 0,-1-1 0 0 0,1 0-1 0 0,-1 0 1 0 0,8-8 0 0 0,-3 1-6 0 0,-1-1 1 0 0,0 0-1 0 0,-1 0 1 0 0,-1-1-1 0 0,0 0 1 0 0,0-1-1 0 0,-2 0 1 0 0,1 0-1 0 0,5-23 1 0 0,-6 12-2 0 0,-1-1 0 0 0,0 1 0 0 0,-2-1 0 0 0,-2 0 0 0 0,0 0 0 0 0,-1 0 0 0 0,-2 0 0 0 0,-1 0 0 0 0,-1 0 0 0 0,-1 1 0 0 0,-11-33 1 0 0,14 54-1 0 0,0 0 0 0 0,0 0 0 0 0,0 0 1 0 0,-1 0-1 0 0,0 1 0 0 0,0-1 0 0 0,0 1 1 0 0,0 0-1 0 0,-1 0 0 0 0,0 0 0 0 0,0 0 1 0 0,0 1-1 0 0,0 0 0 0 0,0-1 0 0 0,-1 1 1 0 0,-5-3-1 0 0,6 5 1 0 0,0 0 0 0 0,-1-1-1 0 0,1 1 1 0 0,0 1 0 0 0,0-1 0 0 0,0 1 0 0 0,0-1 0 0 0,-1 1-1 0 0,1 1 1 0 0,0-1 0 0 0,0 0 0 0 0,-1 1 0 0 0,1 0 0 0 0,0 0 0 0 0,0 0-1 0 0,0 1 1 0 0,0-1 0 0 0,0 1 0 0 0,1 0 0 0 0,-1 0 0 0 0,-3 3-1 0 0,-5 3-1 0 0,1 0-1 0 0,1 0 0 0 0,0 2 0 0 0,0-1 0 0 0,1 1 0 0 0,0 1 0 0 0,0-1 0 0 0,-11 22 0 0 0,14-22 3 0 0,1 0 0 0 0,0 0 0 0 0,1 0 0 0 0,0 1 0 0 0,0 0 0 0 0,1 0 0 0 0,1-1 0 0 0,0 2 0 0 0,0-1 0 0 0,1 0 0 0 0,1 13 0 0 0,0-21-29 0 0,0 1-1 0 0,0 0 0 0 0,1-1 0 0 0,-1 1 0 0 0,1-1 0 0 0,0 1 0 0 0,0-1 0 0 0,0 1 0 0 0,0-1 0 0 0,1 0 0 0 0,0 0 0 0 0,-1 1 0 0 0,1-1 1 0 0,0 0-1 0 0,1 0 0 0 0,-1-1 0 0 0,0 1 0 0 0,1 0 0 0 0,-1-1 0 0 0,1 0 0 0 0,0 1 0 0 0,0-1 0 0 0,0 0 0 0 0,0 0 0 0 0,0-1 0 0 0,1 1 1 0 0,-1-1-1 0 0,0 0 0 0 0,1 1 0 0 0,-1-1 0 0 0,8 1 0 0 0,-3-2-57 0 0,0 1 0 0 0,0-1-1 0 0,-1 0 1 0 0,1-1 0 0 0,0 0 0 0 0,0 0 0 0 0,-1-1-1 0 0,1 0 1 0 0,0 0 0 0 0,-1-1 0 0 0,0 0 0 0 0,1 0-1 0 0,-1-1 1 0 0,7-4 0 0 0,4-5-47 0 0,0-1 1 0 0,-1-1-1 0 0,24-25 0 0 0,41-57-147 0 0,-4 4 34 0 0,-75 90 275 0 0,0 0 0 0 0,0 0 0 0 0,0 0 1 0 0,0 1-1 0 0,0-1 0 0 0,0 1 0 0 0,1 0 1 0 0,0 0-1 0 0,-1 0 0 0 0,1 0 0 0 0,0 0 1 0 0,0 1-1 0 0,0 0 0 0 0,0 0 1 0 0,0 0-1 0 0,4 0 0 0 0,-4 1 49 0 0,0 0 0 0 0,0 1 0 0 0,0-1 0 0 0,-1 1 0 0 0,1 0 0 0 0,0 0 0 0 0,0 0-1 0 0,-1 1 1 0 0,1-1 0 0 0,-1 1 0 0 0,1 0 0 0 0,-1 0 0 0 0,0 0 0 0 0,0 0 0 0 0,0 1 0 0 0,5 4 0 0 0,4 6 201 0 0,1 1 0 0 0,-2 0 0 0 0,0 1 0 0 0,-1 0 0 0 0,0 1 1 0 0,9 21-1 0 0,-1 4 315 0 0,18 62 0 0 0,10 105 886 0 0,-31-133 1119 0 0,-16-74-2571 0 0,1-1-1 0 0,0 0 0 0 0,0 0 0 0 0,0 0 0 0 0,0 0 1 0 0,0 0-1 0 0,0 0 0 0 0,0 0 0 0 0,0 1 1 0 0,0-1-1 0 0,0 0 0 0 0,0 0 0 0 0,0 0 1 0 0,0 0-1 0 0,0 0 0 0 0,0 0 0 0 0,0 1 0 0 0,0-1 1 0 0,0 0-1 0 0,0 0 0 0 0,0 0 0 0 0,0 0 1 0 0,0 0-1 0 0,0 0 0 0 0,0 1 0 0 0,0-1 0 0 0,0 0 1 0 0,1 0-1 0 0,-1 0 0 0 0,0 0 0 0 0,0 0 1 0 0,0 0-1 0 0,0 0 0 0 0,0 0 0 0 0,0 0 1 0 0,0 1-1 0 0,0-1 0 0 0,0 0 0 0 0,1 0 0 0 0,-1 0 1 0 0,0 0-1 0 0,0 0 0 0 0,0 0 0 0 0,0 0 1 0 0,0 0-1 0 0,0 0 0 0 0,1 0 0 0 0,-1 0 0 0 0,0 0 1 0 0,0 0-1 0 0,0 0 0 0 0,0 0 0 0 0,0 0 1 0 0,0 0-1 0 0,1 0 0 0 0,-1 0 0 0 0,0 0 1 0 0,0 0-1 0 0,0 0 0 0 0,0 0 0 0 0,0 0 0 0 0,0 0 1 0 0,0 0-1 0 0,1-1 0 0 0,-1 1 0 0 0,6-13 660 0 0,8-36-636 0 0,-8 25 107 0 0,6-9-440 0 0,2 1 0 0 0,1 1 0 0 0,1 0 0 0 0,2 0 0 0 0,1 2 1 0 0,1 0-1 0 0,1 2 0 0 0,2 0 0 0 0,30-27 0 0 0,-39 41-631 0 0,0 1 0 0 0,1 1-1 0 0,1 0 1 0 0,0 1 0 0 0,20-10 0 0 0,-12 10-3664 0 0,37-13 0 0 0,-22 12-3468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1104 1812 0 0,'-108'19'11475'0'0,"105"-19"-11006"0"0,0 1-52 0 0,-26 4 1041 0 0,25-5-1047 0 0,5-2-369 0 0,-1 0 0 0 0,1-1 0 0 0,-1 1 0 0 0,1-1 0 0 0,0 1 1 0 0,0 0-1 0 0,0 0 0 0 0,0-1 0 0 0,0 1 0 0 0,0 0 0 0 0,0 0 0 0 0,3-3 0 0 0,23-24 59 0 0,-16 18-39 0 0,131-145 146 0 0,157-224 0 0 0,-289 366-192 0 0,-1-1 0 0 0,12-23 0 0 0,-21 37-17 0 0,0 1 1 0 0,0 0-1 0 0,1 0 1 0 0,-1-1 0 0 0,0 1-1 0 0,0 0 1 0 0,0 0-1 0 0,1 0 1 0 0,-1-1 0 0 0,0 1-1 0 0,0 0 1 0 0,0-1-1 0 0,0 1 1 0 0,0 0 0 0 0,0 0-1 0 0,0-1 1 0 0,1 1-1 0 0,-1 0 1 0 0,0-1-1 0 0,0 1 1 0 0,0 0 0 0 0,0-1-1 0 0,0 1 1 0 0,0 0-1 0 0,0 0 1 0 0,-1-1 0 0 0,1 1-1 0 0,0 0 1 0 0,0-1-1 0 0,0 1 1 0 0,0 0 0 0 0,0 0-1 0 0,0-1 1 0 0,-1 1-1 0 0,1 0 1 0 0,0 0 0 0 0,0-1-1 0 0,0 1 1 0 0,0 0-1 0 0,-1 0 1 0 0,1-1 0 0 0,0 1-1 0 0,0 0 1 0 0,-1 0-1 0 0,1 0 1 0 0,0 0 0 0 0,0 0-1 0 0,-1-1 1 0 0,1 1-1 0 0,0 0 1 0 0,-1 0 0 0 0,1 0-1 0 0,0 0 1 0 0,0 0-1 0 0,-1 0 1 0 0,1 0 0 0 0,0 0-1 0 0,-1 0 1 0 0,1 0-1 0 0,0 0 1 0 0,-1 0 0 0 0,1 0-1 0 0,0 0 1 0 0,0 0-1 0 0,-1 0 1 0 0,1 0-1 0 0,-1 1 1 0 0,-20 9-8 0 0,11-2-2 0 0,1-1 0 0 0,0 1 0 0 0,1 0 0 0 0,0 1 1 0 0,0 0-1 0 0,1 1 0 0 0,0-1 0 0 0,1 1 1 0 0,0 0-1 0 0,0 1 0 0 0,-6 19 0 0 0,9-22 5 0 0,1 0 0 0 0,0 0 0 0 0,0 0 0 0 0,1 0 0 0 0,0 0 0 0 0,0 1 1 0 0,1-1-1 0 0,0 0 0 0 0,0 1 0 0 0,1-1 0 0 0,0 0 0 0 0,1 1 0 0 0,0-1 0 0 0,0 0 0 0 0,1 0 0 0 0,0-1 0 0 0,5 11 0 0 0,7 5-2 0 0,1-1 0 0 0,0 0 1 0 0,2-1-1 0 0,0-2 0 0 0,32 28 0 0 0,-20-20 141 0 0,36 43 0 0 0,-65-68-101 0 0,1 0 0 0 0,-1-1-1 0 0,1 1 1 0 0,-1 0 0 0 0,0 0-1 0 0,0 0 1 0 0,0 0 0 0 0,0 1-1 0 0,0-1 1 0 0,0 0 0 0 0,0 0 0 0 0,-1 1-1 0 0,1-1 1 0 0,-1 0 0 0 0,0 0-1 0 0,0 1 1 0 0,1-1 0 0 0,-1 1-1 0 0,-1-1 1 0 0,1 0 0 0 0,0 1-1 0 0,-1-1 1 0 0,1 0 0 0 0,-1 0 0 0 0,0 1-1 0 0,1-1 1 0 0,-1 0 0 0 0,0 0-1 0 0,-1 0 1 0 0,1 0 0 0 0,0 0-1 0 0,0 0 1 0 0,-1 0 0 0 0,1 0-1 0 0,-1-1 1 0 0,0 1 0 0 0,0-1 0 0 0,1 1-1 0 0,-4 1 1 0 0,-3 3 12 0 0,0-2 0 0 0,0 1-1 0 0,0-1 1 0 0,0 0 0 0 0,0-1 0 0 0,-1 1 0 0 0,0-2 0 0 0,0 1 0 0 0,-9 0-1 0 0,4-1-24 0 0,-1 0-1 0 0,1-2 1 0 0,0 1-1 0 0,0-2 1 0 0,0 0-1 0 0,0-1 1 0 0,0 0-1 0 0,0-1 0 0 0,0-1 1 0 0,1 0-1 0 0,-21-9 1 0 0,32 12-75 0 0,0 0 1 0 0,-1 0 0 0 0,1 0-1 0 0,0 0 1 0 0,1 0-1 0 0,-1-1 1 0 0,0 1-1 0 0,0-1 1 0 0,1 1 0 0 0,-1-1-1 0 0,0 0 1 0 0,1 0-1 0 0,0 0 1 0 0,-1 0-1 0 0,1 0 1 0 0,0 0 0 0 0,0 0-1 0 0,-1-4 1 0 0,2 4-53 0 0,-1 0-1 0 0,1 0 1 0 0,0-1 0 0 0,0 1 0 0 0,1 0-1 0 0,-1-1 1 0 0,0 1 0 0 0,1 0 0 0 0,-1 0 0 0 0,1-1-1 0 0,0 1 1 0 0,0 0 0 0 0,0 0 0 0 0,0 0-1 0 0,2-3 1 0 0,3-4-313 0 0,1 1-1 0 0,0 0 1 0 0,0 0-1 0 0,1 1 1 0 0,0 0-1 0 0,16-11 1 0 0,23-11-1546 0 0,82-38 0 0 0,-89 50 1990 0 0,-2-3-1 0 0,0-1 0 0 0,-1-2 1 0 0,34-28-1 0 0,-66 47 456 0 0,1-1 1 0 0,-1 0-1 0 0,-1 0 0 0 0,1 0 1 0 0,-1-1-1 0 0,0 0 0 0 0,0 0 0 0 0,0 0 1 0 0,-1 0-1 0 0,0 0 0 0 0,4-16 1044 0 0,-9 24-1224 0 0,-2 0-232 0 0,1 0 0 0 0,-1 0 0 0 0,1 1 0 0 0,0-1 0 0 0,0 1 0 0 0,0 0 0 0 0,0 0 0 0 0,1 0 0 0 0,-1 0 0 0 0,1 1 0 0 0,0-1 1 0 0,0 1-1 0 0,0 0 0 0 0,0-1 0 0 0,-1 5 0 0 0,-6 15 206 0 0,-7 30 0 0 0,12-41-204 0 0,-3 12 17 0 0,1 1 0 0 0,1 1 0 0 0,1-1 0 0 0,0 39 1 0 0,4-54-69 0 0,1 1-1 0 0,0-1 1 0 0,0 0 0 0 0,1 1 0 0 0,0-1 0 0 0,5 10 0 0 0,-5-14-5 0 0,0-1 0 0 0,1 1 1 0 0,0-1-1 0 0,0 0 0 0 0,0 0 1 0 0,1 0-1 0 0,-1-1 0 0 0,1 1 0 0 0,0-1 1 0 0,1 0-1 0 0,7 6 0 0 0,-8-8-4 0 0,0 1-1 0 0,1-1 1 0 0,-1 0 0 0 0,1 0-1 0 0,-1 0 1 0 0,1-1-1 0 0,0 0 1 0 0,0 0 0 0 0,0 0-1 0 0,0 0 1 0 0,0-1 0 0 0,0 0-1 0 0,0 0 1 0 0,-1 0-1 0 0,10-2 1 0 0,-6 1-3 0 0,-1-1 1 0 0,0 0-1 0 0,0-1 0 0 0,0 0 0 0 0,0 0 0 0 0,0 0 1 0 0,-1-1-1 0 0,0 0 0 0 0,1 0 0 0 0,-1-1 0 0 0,-1 1 1 0 0,1-1-1 0 0,-1-1 0 0 0,1 1 0 0 0,-2-1 0 0 0,1 0 1 0 0,-1 0-1 0 0,0 0 0 0 0,0-1 0 0 0,0 1 0 0 0,2-9 1 0 0,3-5-5 0 0,-2 0 1 0 0,0-1-1 0 0,-2 0 1 0 0,0 0 0 0 0,3-42-1 0 0,-6 41 5 0 0,-1 0-1 0 0,-2 0 0 0 0,0 0 1 0 0,-5-27-1 0 0,5 42-8 0 0,-1-1 0 0 0,1 0 0 0 0,-2 1 0 0 0,1 0-1 0 0,-1-1 1 0 0,0 1 0 0 0,0 0 0 0 0,-1 1 0 0 0,0-1 0 0 0,0 0-1 0 0,-1 1 1 0 0,0 0 0 0 0,0 0 0 0 0,0 1 0 0 0,-9-7-1 0 0,10 9-1 0 0,1 1-1 0 0,-1 0 0 0 0,0 1 0 0 0,0-1 0 0 0,-1 1 0 0 0,1 0 0 0 0,0 0 0 0 0,0 0 1 0 0,-1 0-1 0 0,1 1 0 0 0,0 0 0 0 0,-1 0 0 0 0,1 0 0 0 0,0 0 0 0 0,-1 1 1 0 0,1-1-1 0 0,0 1 0 0 0,0 0 0 0 0,-1 0 0 0 0,1 1 0 0 0,0 0 0 0 0,0-1 0 0 0,0 1 1 0 0,-6 5-1 0 0,-1 0-3 0 0,0 0 1 0 0,0 1-1 0 0,1 0 1 0 0,0 1-1 0 0,1 0 0 0 0,0 1 1 0 0,-8 10-1 0 0,7-5 5 0 0,0-1-1 0 0,2 2 0 0 0,0-1 1 0 0,0 1-1 0 0,2 0 0 0 0,0 0 1 0 0,0 1-1 0 0,2 0 0 0 0,-3 21 0 0 0,6-31 7 0 0,0 1 0 0 0,1-1 0 0 0,0 1-1 0 0,0-1 1 0 0,1 1 0 0 0,0-1-1 0 0,0 1 1 0 0,1-1 0 0 0,0 0-1 0 0,4 11 1 0 0,-3-13 0 0 0,-1 0 0 0 0,1-1 1 0 0,0 0-1 0 0,0 1 0 0 0,1-1 0 0 0,-1-1 1 0 0,1 1-1 0 0,0 0 0 0 0,0-1 0 0 0,0 0 0 0 0,0 1 1 0 0,1-2-1 0 0,-1 1 0 0 0,1 0 0 0 0,-1-1 1 0 0,9 3-1 0 0,-5-2-36 0 0,1-1 1 0 0,0 0-1 0 0,-1 0 1 0 0,1-1-1 0 0,0 0 1 0 0,0 0-1 0 0,0-1 1 0 0,-1 0-1 0 0,1-1 0 0 0,0 0 1 0 0,9-2-1 0 0,-5 0-109 0 0,-1-1 0 0 0,1-1-1 0 0,-1 1 1 0 0,0-2 0 0 0,0 0 0 0 0,19-13-1 0 0,-10 3-107 0 0,-2 0-1 0 0,0-1 1 0 0,0 0 0 0 0,-2-2-1 0 0,0 0 1 0 0,-2-1 0 0 0,17-27-1 0 0,-6 2-73 0 0,-2-2 0 0 0,-2-1 0 0 0,-3 0 0 0 0,-1-2 0 0 0,13-62 0 0 0,30-262 1935 0 0,-58 346-1234 0 0,1-7 1204 0 0,-4 35-1556 0 0,0 0 51 0 0,0 0-51 0 0,0 0 0 0 0,1 23 318 0 0,-9 556 1462 0 0,8-566-1806 0 0,-1 55-30 0 0,3 1-1 0 0,18 114 0 0 0,-18-174-48 0 0,2 9-378 0 0,10 29-1 0 0,-13-43 328 0 0,0-1-1 0 0,0 0 0 0 0,0 0 0 0 0,1 0 0 0 0,-1 0 1 0 0,1 0-1 0 0,0 0 0 0 0,0-1 0 0 0,0 1 0 0 0,1 0 1 0 0,-1-1-1 0 0,0 0 0 0 0,1 0 0 0 0,0 1 0 0 0,-1-1 1 0 0,5 1-1 0 0,-6-2 59 0 0,1-1 1 0 0,-1 0 0 0 0,1 1-1 0 0,0-1 1 0 0,-1 0 0 0 0,1 0-1 0 0,0 0 1 0 0,0 0-1 0 0,-1-1 1 0 0,1 1 0 0 0,-1 0-1 0 0,1-1 1 0 0,0 1-1 0 0,-1-1 1 0 0,1 0 0 0 0,-1 1-1 0 0,1-1 1 0 0,-1 0 0 0 0,1 0-1 0 0,-1 0 1 0 0,0 0-1 0 0,1 0 1 0 0,-1 0 0 0 0,0 0-1 0 0,0-1 1 0 0,0 1-1 0 0,0 0 1 0 0,0-1 0 0 0,1-1-1 0 0,3-5-121 0 0,0 0-1 0 0,0 0 0 0 0,5-14 1 0 0,14-45 548 0 0,-3-2 1 0 0,22-135-1 0 0,-37 172 463 0 0,7-20 400 0 0,-11 49-866 0 0,0 5 27 0 0,3 1-234 0 0,-1 1 1 0 0,1 0-1 0 0,-1 0 1 0 0,-1 0 0 0 0,1 0-1 0 0,0 1 1 0 0,-1 0-1 0 0,0 0 1 0 0,5 10-1 0 0,22 57 585 0 0,-13-28-456 0 0,24 51 267 0 0,90 149-1 0 0,-131-243-540 0 0,3 4 120 0 0,0 0 1 0 0,1 0-1 0 0,-1-1 0 0 0,1 1 1 0 0,9 7-1 0 0,-12-11-94 0 0,-1-1-1 0 0,1 1 0 0 0,0-1 0 0 0,0 1 1 0 0,-1-1-1 0 0,1 1 0 0 0,0-1 0 0 0,0 0 1 0 0,0 0-1 0 0,0 1 0 0 0,0-1 0 0 0,-1 0 1 0 0,1 0-1 0 0,0 0 0 0 0,0 0 0 0 0,0 0 1 0 0,0 0-1 0 0,1 0 0 0 0,0-1-17 0 0,-1 0-1 0 0,0 1 1 0 0,1-1 0 0 0,-1 0-1 0 0,0 0 1 0 0,0 0-1 0 0,0 0 1 0 0,0 0 0 0 0,0 0-1 0 0,0 0 1 0 0,0 0-1 0 0,0 0 1 0 0,0 0 0 0 0,0 0-1 0 0,0-3 1 0 0,8-12 53 0 0,-1-1 1 0 0,0-1 0 0 0,-1 0-1 0 0,5-24 1 0 0,12-78-40 0 0,-12 48-107 0 0,-11 69 80 0 0,-1 1-1 0 0,0 0 0 0 0,1-1 0 0 0,-1 1 1 0 0,1-1-1 0 0,0 1 0 0 0,0 0 0 0 0,0 0 1 0 0,0-1-1 0 0,0 1 0 0 0,0 0 0 0 0,0 0 1 0 0,1 0-1 0 0,-1 0 0 0 0,1 0 0 0 0,0 1 1 0 0,-1-1-1 0 0,1 0 0 0 0,0 1 0 0 0,0-1 1 0 0,0 1-1 0 0,0 0 0 0 0,0-1 0 0 0,3 0 1 0 0,-3 2-8 0 0,64 18-728 0 0,-30-8-1029 0 0,72 12 1 0 0,-99-21 1581 0 0,-1-1 0 0 0,0 0 0 0 0,1 0 0 0 0,-1 0 0 0 0,0-1 1 0 0,1-1-1 0 0,9-2 0 0 0,-14 3 182 0 0,-1 0 1 0 0,1 0-1 0 0,-1-1 0 0 0,0 1 1 0 0,1-1-1 0 0,-1 0 0 0 0,0 0 1 0 0,0 0-1 0 0,0 0 0 0 0,0 0 1 0 0,-1-1-1 0 0,1 1 1 0 0,-1-1-1 0 0,1 0 0 0 0,-1 1 1 0 0,0-1-1 0 0,0 0 0 0 0,0-1 1 0 0,0 1-1 0 0,-1 0 1 0 0,0 0-1 0 0,3-7 0 0 0,-3 4 283 0 0,1 0 0 0 0,-1 0-1 0 0,-1 0 1 0 0,1 0 0 0 0,-1 0 0 0 0,0-1-1 0 0,0 1 1 0 0,-1 0 0 0 0,0 0 0 0 0,0 0-1 0 0,-3-8 1 0 0,4 13-193 0 0,0 0 1 0 0,0-1-1 0 0,0 1 0 0 0,-1 0 1 0 0,1 0-1 0 0,-1 0 0 0 0,1-1 0 0 0,-1 1 1 0 0,1 0-1 0 0,-1 0 0 0 0,1 0 1 0 0,-1 0-1 0 0,0 0 0 0 0,0 0 1 0 0,0 0-1 0 0,1 0 0 0 0,-3 0 0 0 0,2 2-56 0 0,1 0 0 0 0,-1 0 0 0 0,0 0 0 0 0,0 0 0 0 0,1 0 0 0 0,-1 1 0 0 0,0-1 0 0 0,1 0 0 0 0,0 1-1 0 0,-1-1 1 0 0,1 0 0 0 0,0 1 0 0 0,-1-1 0 0 0,1 2 0 0 0,-10 43 187 0 0,2 1-1 0 0,1-1 1 0 0,3 1-1 0 0,2 0 1 0 0,2 0 0 0 0,2 0-1 0 0,10 57 1 0 0,-12-99-281 0 0,1-1 0 0 0,0 1 0 0 0,0-1 0 0 0,0 0 0 0 0,1 1 0 0 0,-1-1 0 0 0,1 0-1 0 0,0 0 1 0 0,0 0 0 0 0,1 0 0 0 0,-1 0 0 0 0,1 0 0 0 0,0-1 0 0 0,0 1 0 0 0,0-1 0 0 0,0 0 0 0 0,0 0 0 0 0,1 0 0 0 0,4 3 0 0 0,-6-5-85 0 0,0-1 0 0 0,0 1 0 0 0,0-1 0 0 0,1 1 0 0 0,-1-1 0 0 0,0 0 0 0 0,0 0 0 0 0,0 0 0 0 0,0 0 0 0 0,0 0 0 0 0,1 0 0 0 0,-1 0 0 0 0,0-1-1 0 0,0 1 1 0 0,0-1 0 0 0,0 0 0 0 0,0 1 0 0 0,0-1 0 0 0,0 0 0 0 0,0 0 0 0 0,0 0 0 0 0,-1-1 0 0 0,4-1 0 0 0,0-1-479 0 0,-1 0 0 0 0,1 0-1 0 0,-1-1 1 0 0,1 1 0 0 0,-1-1-1 0 0,5-9 1 0 0,6-14-3905 0 0,0-5-2362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4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95 126 748 0 0,'-5'-16'2112'0'0,"-1"0"0"0"0,-1 1 0 0 0,0 0 0 0 0,-1 0-1 0 0,-17-24 1 0 0,25 38-2071 0 0,0 0 1 0 0,-1 1-1 0 0,1-1 0 0 0,0 1 0 0 0,-1-1 0 0 0,1 1 0 0 0,-1-1 1 0 0,1 1-1 0 0,-1-1 0 0 0,1 1 0 0 0,-1-1 0 0 0,1 1 1 0 0,-1 0-1 0 0,1-1 0 0 0,-1 1 0 0 0,1 0 0 0 0,-1 0 0 0 0,0-1 1 0 0,1 1-1 0 0,-1 0 0 0 0,0 0 0 0 0,1 0 0 0 0,-1 0 0 0 0,0 0 1 0 0,1-1-1 0 0,-1 1 0 0 0,0 1 0 0 0,0-1 0 0 0,0 0-77 0 0,0 1 1 0 0,0 0-1 0 0,0-1 0 0 0,0 1 0 0 0,0 0 0 0 0,1-1 0 0 0,-1 1 0 0 0,0 0 0 0 0,1 0 0 0 0,-1 0 1 0 0,0 0-1 0 0,1 0 0 0 0,-1 0 0 0 0,1 0 0 0 0,-1 1 0 0 0,-1 3-552 0 0,1 0 0 0 0,-1 1 0 0 0,1-1 0 0 0,0 0-1 0 0,1 0 1 0 0,-1 8 0 0 0,3 2-2614 0 0,0 3-1114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143 228 2712 0 0,'-14'8'5682'0'0,"12"-6"-5407"0"0,-1 0-1 0 0,1 0 0 0 0,0 1 1 0 0,0-1-1 0 0,0 1 1 0 0,0-1-1 0 0,0 1 0 0 0,1 0 1 0 0,-1 0-1 0 0,1 0 1 0 0,0-1-1 0 0,0 1 0 0 0,0 1 1 0 0,0-1-1 0 0,0 0 1 0 0,0 0-1 0 0,1 0 0 0 0,0 0 1 0 0,0 0-1 0 0,0 4 1 0 0,11 69 1369 0 0,-7-57-1311 0 0,-1 1-1 0 0,2 25 1 0 0,-5-43-310 0 0,0 0-1 0 0,0-1 1 0 0,0 1 0 0 0,0 0 0 0 0,-1 0-1 0 0,1 0 1 0 0,0 0 0 0 0,-1 0 0 0 0,0 0-1 0 0,1 0 1 0 0,-1-1 0 0 0,0 1 0 0 0,0 0-1 0 0,0 0 1 0 0,0-1 0 0 0,0 1 0 0 0,0-1-1 0 0,0 1 1 0 0,-1-1 0 0 0,1 1 0 0 0,0-1-1 0 0,-1 0 1 0 0,1 0 0 0 0,-1 1 0 0 0,0-1-1 0 0,1 0 1 0 0,-1 0 0 0 0,0-1 0 0 0,0 1-1 0 0,1 0 1 0 0,-1-1 0 0 0,-4 2 0 0 0,5-2-19 0 0,-1 0 1 0 0,0 0 0 0 0,1 0-1 0 0,-1 0 1 0 0,1-1 0 0 0,-1 1-1 0 0,1 0 1 0 0,-1-1 0 0 0,1 1 0 0 0,-1-1-1 0 0,1 1 1 0 0,-1-1 0 0 0,1 0-1 0 0,0 1 1 0 0,-1-1 0 0 0,1 0-1 0 0,0 0 1 0 0,0 0 0 0 0,-1 0 0 0 0,1 0-1 0 0,0-1 1 0 0,0 1 0 0 0,0 0-1 0 0,0 0 1 0 0,0-2 0 0 0,-21-35 22 0 0,22 38-26 0 0,-7-17-9 0 0,2-1 0 0 0,0 1 1 0 0,1-1-1 0 0,1 0 0 0 0,0 0 1 0 0,1 0-1 0 0,1 0 0 0 0,1 0 1 0 0,1 0-1 0 0,0 0 1 0 0,2 0-1 0 0,4-19 0 0 0,-4 26-5 0 0,1-1 0 0 0,0 1-1 0 0,1 0 1 0 0,0 0 0 0 0,0 1 0 0 0,2 0-1 0 0,-1 0 1 0 0,1 0 0 0 0,1 1-1 0 0,-1-1 1 0 0,2 2 0 0 0,-1-1 0 0 0,1 1-1 0 0,0 1 1 0 0,1 0 0 0 0,18-11-1 0 0,-20 14 63 0 0,1 0 0 0 0,-1 0 0 0 0,1 1-1 0 0,0 0 1 0 0,0 1 0 0 0,0 0-1 0 0,0 0 1 0 0,0 1 0 0 0,0 0-1 0 0,1 1 1 0 0,-1 0 0 0 0,0 0-1 0 0,1 1 1 0 0,-1 0 0 0 0,0 1 0 0 0,0 0-1 0 0,0 0 1 0 0,0 1 0 0 0,0 0-1 0 0,-1 0 1 0 0,1 1 0 0 0,8 5-1 0 0,-8-3 81 0 0,1 1 0 0 0,-1-1-1 0 0,0 2 1 0 0,0-1 0 0 0,-1 1-1 0 0,0 0 1 0 0,0 1 0 0 0,-1 0-1 0 0,-1 0 1 0 0,1 0 0 0 0,7 17-1 0 0,-8-13-32 0 0,0 1 0 0 0,-2 0-1 0 0,0 0 1 0 0,0 1-1 0 0,-1-1 1 0 0,-1 1-1 0 0,0-1 1 0 0,-1 23 0 0 0,-5 118-1057 0 0,4-153 688 0 0,0 0 0 0 0,-1 1 0 0 0,1-1 0 0 0,1 0 0 0 0,-1 1 0 0 0,0-1 0 0 0,0 0 0 0 0,1 1 0 0 0,0-1 0 0 0,-1 0 0 0 0,1 1 0 0 0,0-1 0 0 0,0 0-1 0 0,0 0 1 0 0,2 3 0 0 0,-2-4-54 0 0,0 0-1 0 0,0-1 1 0 0,0 1-1 0 0,0 0 1 0 0,0 0-1 0 0,1 0 0 0 0,-1-1 1 0 0,0 1-1 0 0,0-1 1 0 0,1 1-1 0 0,-1-1 1 0 0,0 1-1 0 0,1-1 1 0 0,-1 0-1 0 0,1 1 0 0 0,-1-1 1 0 0,0 0-1 0 0,1 0 1 0 0,-1 0-1 0 0,1 0 1 0 0,-1-1-1 0 0,3 1 0 0 0,13-5-5303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5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739 82 800 0 0,'2'-6'1284'0'0,"0"0"0"0"0,0 0-1 0 0,0 0 1 0 0,0-10 0 0 0,-2 14-988 0 0,0 0 1 0 0,0 0-1 0 0,0 0 1 0 0,0 0-1 0 0,0 0 1 0 0,0 0-1 0 0,-1 0 1 0 0,1 1-1 0 0,-1-1 1 0 0,0 0-1 0 0,1 0 1 0 0,-1 0-1 0 0,0 1 1 0 0,0-1-1 0 0,0 1 0 0 0,0-1 1 0 0,0 0-1 0 0,-2-1 1 0 0,2 2-220 0 0,0 1 0 0 0,0-1 1 0 0,1 1-1 0 0,-1-1 0 0 0,0 1 0 0 0,0-1 1 0 0,0 1-1 0 0,0-1 0 0 0,0 1 0 0 0,0 0 1 0 0,0 0-1 0 0,0-1 0 0 0,0 1 1 0 0,0 0-1 0 0,0 0 0 0 0,0 0 0 0 0,0 0 1 0 0,0 0-1 0 0,-1 0 0 0 0,0 1 144 0 0,-2-2-56 0 0,-1 1 0 0 0,0 0 1 0 0,1 0-1 0 0,-1 1 0 0 0,0 0 0 0 0,1-1 1 0 0,-1 2-1 0 0,1-1 0 0 0,-1 0 0 0 0,1 1 0 0 0,-1 0 1 0 0,1 0-1 0 0,0 0 0 0 0,-6 5 0 0 0,-4 3 212 0 0,0 0 0 0 0,-17 17-1 0 0,0 2 11 0 0,3 0 0 0 0,0 2 0 0 0,-26 40-1 0 0,42-54-309 0 0,1 1-1 0 0,1 0 0 0 0,0 1 1 0 0,2 0-1 0 0,0 1 0 0 0,1 0 1 0 0,1 0-1 0 0,-4 24 1 0 0,9-37-58 0 0,0 0 1 0 0,0 0 0 0 0,1 1 0 0 0,1-1 0 0 0,-1 0 0 0 0,1 0 0 0 0,0 0 0 0 0,0 0-1 0 0,1 0 1 0 0,0 0 0 0 0,0 0 0 0 0,4 6 0 0 0,-4-9-13 0 0,0-1 0 0 0,0 0 1 0 0,0 0-1 0 0,0 0 0 0 0,0 0 0 0 0,1 0 0 0 0,0 0 1 0 0,-1-1-1 0 0,1 1 0 0 0,0-1 0 0 0,0 0 0 0 0,0 0 1 0 0,1 0-1 0 0,-1 0 0 0 0,0-1 0 0 0,1 1 1 0 0,-1-1-1 0 0,1 0 0 0 0,0 0 0 0 0,-1 0 0 0 0,1 0 1 0 0,0-1-1 0 0,-1 1 0 0 0,7-1 0 0 0,-3 0-6 0 0,0-1 1 0 0,1 0-1 0 0,-1 0 0 0 0,0 0 0 0 0,0-1 0 0 0,0 0 0 0 0,0 0 0 0 0,0-1 0 0 0,0 0 1 0 0,12-7-1 0 0,-10 3-33 0 0,1 0 1 0 0,-1-1 0 0 0,0 0-1 0 0,0 0 1 0 0,-1 0 0 0 0,8-12-1 0 0,3-8-97 0 0,0-2 0 0 0,-2 0 0 0 0,21-51-1 0 0,34-95-221 0 0,-63 163 293 0 0,-5 21 164 0 0,-5 27 208 0 0,-74 447 3819 0 0,46-329-3331 0 0,-20 146 194 0 0,-16 79-197 0 0,-23-8-128 0 0,80-343-538 0 0,-1 0 0 0 0,-1 0 0 0 0,-1-1 0 0 0,-29 49 0 0 0,35-68-87 0 0,-1 1 0 0 0,0-1 1 0 0,0 0-1 0 0,-1 0 1 0 0,0-1-1 0 0,0 0 1 0 0,0 0-1 0 0,-10 5 1 0 0,11-7-21 0 0,0-1-1 0 0,0-1 1 0 0,0 1 0 0 0,-1-1 0 0 0,1 0 0 0 0,-1-1-1 0 0,1 1 1 0 0,-1-1 0 0 0,0-1 0 0 0,1 1 0 0 0,-1-1 0 0 0,-11-1-1 0 0,9-1-16 0 0,1 0 0 0 0,-1 0 0 0 0,1-1 0 0 0,0 0 0 0 0,0 0 0 0 0,0-1 0 0 0,0 0 0 0 0,1-1 0 0 0,-1 1 0 0 0,1-1 0 0 0,0-1-1 0 0,0 1 1 0 0,1-1 0 0 0,0-1 0 0 0,-10-12 0 0 0,3 2-14 0 0,0-1-1 0 0,2 0 1 0 0,0-1-1 0 0,1 0 1 0 0,-9-26-1 0 0,11 22-3 0 0,0 0-1 0 0,2-1 1 0 0,1 1-1 0 0,1-1 1 0 0,1 0-1 0 0,1 0 1 0 0,1 0-1 0 0,3-34 1 0 0,2 26-112 0 0,1 0 0 0 0,2 0 0 0 0,1 1 0 0 0,1 0 0 0 0,23-51-1 0 0,-7 32-536 0 0,2 2 0 0 0,2 0 0 0 0,3 2 0 0 0,1 2 0 0 0,2 1-1 0 0,2 1 1 0 0,45-39 0 0 0,72-45-3800 0 0,-47 50-3722 0 0,-57 43 184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5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1042 1368 0 0,'-5'1'880'0'0,"0"1"-1"0"0,1 0 1 0 0,-1 0 0 0 0,1 0 0 0 0,0 0-1 0 0,0 1 1 0 0,-7 5 0 0 0,8-5-644 0 0,-1 0-1 0 0,1 0 1 0 0,0 1 0 0 0,1-1 0 0 0,-1 1 0 0 0,1-1 0 0 0,-1 1 0 0 0,1 0 0 0 0,0 0 0 0 0,1 0 0 0 0,-1 0 0 0 0,1 1 0 0 0,0-1 0 0 0,-2 6 0 0 0,2-5-161 0 0,0 0 0 0 0,1-1-1 0 0,-1 1 1 0 0,1 0 0 0 0,0 0 0 0 0,0 0-1 0 0,0 0 1 0 0,1 0 0 0 0,0-1 0 0 0,0 1-1 0 0,0 0 1 0 0,0 0 0 0 0,1-1 0 0 0,0 1-1 0 0,0-1 1 0 0,0 0 0 0 0,1 1 0 0 0,-1-1-1 0 0,1 0 1 0 0,0 0 0 0 0,0 0 0 0 0,0-1-1 0 0,5 5 1 0 0,-6-7-67 0 0,-1 0-1 0 0,0-1 0 0 0,0 1 1 0 0,0 0-1 0 0,0-1 0 0 0,1 1 1 0 0,-1-1-1 0 0,0 0 0 0 0,0 1 1 0 0,1-1-1 0 0,-1 0 1 0 0,0 0-1 0 0,1 0 0 0 0,1 0 1 0 0,1 1 11 0 0,5-2 46 0 0,5-3-42 0 0,0 0 0 0 0,0-2 0 0 0,-1 1 0 0 0,0-2 1 0 0,0 0-1 0 0,-1 0 0 0 0,0-1 0 0 0,22-19 0 0 0,-12 4-21 0 0,-2 0 1 0 0,0-2-1 0 0,-2 0 1 0 0,0-1-1 0 0,-2-1 0 0 0,23-53 1 0 0,55-183-223 0 0,-84 231 186 0 0,9-37-57 0 0,-3 0 0 0 0,10-95 1 0 0,-9-143-206 0 0,-17 305 287 0 0,0 0 1 0 0,0 0-1 0 0,0 0 0 0 0,0-1 0 0 0,-1 1 0 0 0,1 0 1 0 0,0 0-1 0 0,-1 0 0 0 0,1 0 0 0 0,-1 0 1 0 0,0 0-1 0 0,0 0 0 0 0,0 0 0 0 0,0 0 0 0 0,-2-2 1 0 0,0 5-3 0 0,-2 5 17 0 0,0 0-1 0 0,0 0 1 0 0,1 0 0 0 0,0 1 0 0 0,1 0-1 0 0,0 0 1 0 0,0 0 0 0 0,-3 10-1 0 0,-15 67 83 0 0,15-57-62 0 0,-8 41 6 0 0,3 0 1 0 0,-5 139 0 0 0,16-166-36 0 0,2 1 0 0 0,2 0 0 0 0,2-1 0 0 0,1 0 0 0 0,2 0 0 0 0,19 49 0 0 0,-22-73-111 0 0,1 0-1 0 0,1-1 1 0 0,1 0 0 0 0,20 29-1 0 0,-25-41 82 0 0,-1 1 0 0 0,1-1 0 0 0,0 1 0 0 0,0-1 0 0 0,0 0 0 0 0,1-1 0 0 0,-1 1-1 0 0,1-1 1 0 0,0 0 0 0 0,0 0 0 0 0,0 0 0 0 0,0-1 0 0 0,0 0 0 0 0,1 0 0 0 0,-1 0-1 0 0,1-1 1 0 0,0 0 0 0 0,10 2 0 0 0,-11-4 25 0 0,0 1-1 0 0,1-1 1 0 0,-1 0-1 0 0,0-1 0 0 0,0 1 1 0 0,0-1-1 0 0,0 0 1 0 0,-1 0-1 0 0,1 0 1 0 0,0-1-1 0 0,-1 0 1 0 0,0 0-1 0 0,0 0 1 0 0,0 0-1 0 0,0-1 1 0 0,0 1-1 0 0,0-1 1 0 0,-1 0-1 0 0,0 0 0 0 0,0 0 1 0 0,3-6-1 0 0,4-7 17 0 0,0 0 0 0 0,-2-1-1 0 0,0-1 1 0 0,5-18 0 0 0,2-12 1420 0 0,15-95 1 0 0,-30 141-676 0 0,1 6-490 0 0,0 5-139 0 0,0 1 1 0 0,-1 0-1 0 0,1 0 1 0 0,-2 0-1 0 0,1 0 1 0 0,-4 14-1 0 0,1 3 2 0 0,-1 18-4 0 0,-4 84 181 0 0,8-114-313 0 0,1 0 1 0 0,0-1-1 0 0,1 1 0 0 0,1-1 0 0 0,0 1 1 0 0,0-1-1 0 0,7 13 0 0 0,-10-25-37 0 0,14 26-484 0 0,-13-26 398 0 0,0 1 0 0 0,0-1 0 0 0,1 0 0 0 0,-1 0 0 0 0,0 1 0 0 0,0-1 0 0 0,1 0 0 0 0,-1 0 0 0 0,0 0 0 0 0,1 0 0 0 0,-1-1 0 0 0,1 1 0 0 0,-1 0 0 0 0,1 0 0 0 0,-1-1 0 0 0,1 1 0 0 0,3 0 0 0 0,-2-1-233 0 0,0 0-1 0 0,0 0 0 0 0,0 0 0 0 0,0 0 0 0 0,0 0 1 0 0,0-1-1 0 0,0 1 0 0 0,0-1 0 0 0,0 0 1 0 0,0 0-1 0 0,0 0 0 0 0,0 0 0 0 0,-1 0 1 0 0,1-1-1 0 0,0 0 0 0 0,-1 1 0 0 0,1-1 1 0 0,-1 0-1 0 0,5-4 0 0 0,7-8-4217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82 436 0 0,'-5'-7'836'0'0,"0"0"-1"0"0,0 0 1 0 0,-1 1-1 0 0,0-1 1 0 0,-1 1-1 0 0,1 1 1 0 0,-1-1 0 0 0,0 1-1 0 0,-9-5 1 0 0,11 7-643 0 0,0 1 1 0 0,0 0 0 0 0,0 0 0 0 0,0 1-1 0 0,0-1 1 0 0,0 1 0 0 0,0 0 0 0 0,-1 0-1 0 0,-6 1 1 0 0,11 0-176 0 0,-1-1 0 0 0,1 1 0 0 0,0 1 1 0 0,0-1-1 0 0,0 0 0 0 0,0 0 0 0 0,0 0 0 0 0,-1 1 0 0 0,1-1 0 0 0,0 0 1 0 0,0 1-1 0 0,0-1 0 0 0,0 1 0 0 0,0-1 0 0 0,-2 2 0 0 0,0 1 26 0 0,-8 5 30 0 0,10-6-144 0 0,-1 0 1 0 0,1 0-1 0 0,0 0 0 0 0,0 0 1 0 0,0 0-1 0 0,0 0 0 0 0,0 0 1 0 0,0 1-1 0 0,1-1 0 0 0,-1 0 1 0 0,1 0-1 0 0,-1 1 0 0 0,1-1 1 0 0,0 0-1 0 0,0 5 0 0 0,7 24-3940 0 0,-1-15 402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6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2772 0 0,'1'2'2118'0'0,"9"39"3941"0"0,-1 2-3496 0 0,11 43-758 0 0,-3-32-1182 0 0,-10-32-373 0 0,0 1 0 0 0,-1 1 1 0 0,-1-1-1 0 0,3 44 1 0 0,-8-67-242 0 0,1 1 1 0 0,-1 0 0 0 0,0 0-1 0 0,0-1 1 0 0,0 1 0 0 0,0 0-1 0 0,0-1 1 0 0,0 1 0 0 0,0 0-1 0 0,0 0 1 0 0,0-1 0 0 0,-1 1-1 0 0,1 0 1 0 0,0 0 0 0 0,0-1-1 0 0,-1 1 1 0 0,1 0 0 0 0,0-1-1 0 0,-1 1 1 0 0,1-1 0 0 0,0 1-1 0 0,-1 0 1 0 0,1-1 0 0 0,-1 1-1 0 0,1-1 1 0 0,-1 1 0 0 0,0-1-1 0 0,1 1 1 0 0,-1-1 0 0 0,1 0-1 0 0,-1 1 1 0 0,0-1 0 0 0,1 0-1 0 0,-1 1 1 0 0,0-1 0 0 0,1 0-1 0 0,-1 0 1 0 0,0 0 0 0 0,0 1 0 0 0,1-1-1 0 0,-1 0 1 0 0,0 0 0 0 0,0 0-1 0 0,1 0 1 0 0,-1 0 0 0 0,0-1-1 0 0,0 1 1 0 0,1 0 0 0 0,-1 0-1 0 0,0-1 1 0 0,-3-3 11 0 0,0-6-22 0 0,1-1 0 0 0,1 0 0 0 0,0 0 0 0 0,0 1 0 0 0,1-1 0 0 0,1 0 0 0 0,0-19 0 0 0,4-5-31 0 0,7-40 0 0 0,-7 59 12 0 0,0 1 0 0 0,1-1-1 0 0,0 1 1 0 0,1-1 0 0 0,1 2 0 0 0,1-1-1 0 0,15-24 1 0 0,-18 33 4 0 0,0-1 0 0 0,0 1 0 0 0,1 0 0 0 0,-1 0 0 0 0,1 0 0 0 0,1 1 0 0 0,-1 0 0 0 0,1 0 0 0 0,-1 1 0 0 0,2 0 0 0 0,-1 0 0 0 0,0 0 0 0 0,1 1 0 0 0,-1 0 0 0 0,1 0 0 0 0,15-2 0 0 0,-18 5 52 0 0,0 0 0 0 0,0 0 1 0 0,0 0-1 0 0,-1 0 1 0 0,1 1-1 0 0,0 0 0 0 0,0 0 1 0 0,-1 1-1 0 0,1-1 1 0 0,-1 1-1 0 0,1 0 0 0 0,-1 0 1 0 0,0 0-1 0 0,1 1 1 0 0,-1-1-1 0 0,0 1 0 0 0,-1 0 1 0 0,1 0-1 0 0,-1 1 1 0 0,1-1-1 0 0,-1 1 0 0 0,0 0 1 0 0,0 0-1 0 0,0 0 1 0 0,3 7-1 0 0,1 3 118 0 0,0-1 0 0 0,-1 1 0 0 0,-1 0-1 0 0,0 0 1 0 0,-1 1 0 0 0,4 28 0 0 0,4 82 243 0 0,-9-75-311 0 0,-3-48-87 0 0,0 1-1 0 0,0-1 1 0 0,1 0 0 0 0,-1 0 0 0 0,0 0-1 0 0,1 0 1 0 0,-1 0 0 0 0,1 0 0 0 0,0-1 0 0 0,0 1-1 0 0,0 0 1 0 0,0 0 0 0 0,0 0 0 0 0,0-1-1 0 0,0 1 1 0 0,1 0 0 0 0,-1-1 0 0 0,0 1 0 0 0,1-1-1 0 0,-1 0 1 0 0,1 1 0 0 0,0-1 0 0 0,-1 0-1 0 0,1 0 1 0 0,3 1 0 0 0,-1-1-55 0 0,-1 0-1 0 0,1 0 1 0 0,-1-1 0 0 0,1 0 0 0 0,0 1-1 0 0,-1-1 1 0 0,1-1 0 0 0,0 1 0 0 0,-1 0-1 0 0,1-1 1 0 0,0 0 0 0 0,-1 0 0 0 0,7-2-1 0 0,7-5-276 0 0,-1 0-1 0 0,0 0 1 0 0,0-2-1 0 0,-1 0 1 0 0,0 0-1 0 0,-1-2 1 0 0,18-17-1 0 0,1-6-358 0 0,46-61 0 0 0,-63 75 783 0 0,-1-1-1 0 0,-1 0 1 0 0,-2-1-1 0 0,0-1 1 0 0,-1 0-1 0 0,-1-1 1 0 0,-2 0-1 0 0,10-41 1 0 0,-18 65-55 0 0,0-1-1 0 0,0 1 1 0 0,0-1 0 0 0,0 0 0 0 0,-1 1 0 0 0,1-1 0 0 0,0 1-1 0 0,-1-1 1 0 0,1 0 0 0 0,-1 1 0 0 0,1-1 0 0 0,-1 1 0 0 0,0 0 0 0 0,1-1-1 0 0,-3-1 1 0 0,3 2-14 0 0,-1 0-1 0 0,1 1 1 0 0,-1-1-1 0 0,0 0 1 0 0,1 1-1 0 0,-1-1 1 0 0,0 1 0 0 0,1-1-1 0 0,-1 1 1 0 0,0-1-1 0 0,0 1 1 0 0,1-1-1 0 0,-1 1 1 0 0,0 0-1 0 0,0-1 1 0 0,0 1 0 0 0,0 0-1 0 0,1 0 1 0 0,-1 0-1 0 0,0 0 1 0 0,0 0-1 0 0,0 0 1 0 0,0 0-1 0 0,0 0 1 0 0,1 0-1 0 0,-1 0 1 0 0,0 0 0 0 0,0 0-1 0 0,0 1 1 0 0,-1-1-1 0 0,-7 6 81 0 0,0-1-1 0 0,0 2 1 0 0,1-1 0 0 0,0 1-1 0 0,0 0 1 0 0,1 1 0 0 0,0-1-1 0 0,0 1 1 0 0,1 1-1 0 0,0 0 1 0 0,0-1 0 0 0,-6 17-1 0 0,-5 10 94 0 0,2 0 0 0 0,-12 44 0 0 0,20-57-130 0 0,2 0 1 0 0,0 1 0 0 0,-2 34 0 0 0,7-43-61 0 0,-1 0 0 0 0,2 0 1 0 0,0-1-1 0 0,0 1 1 0 0,2 0-1 0 0,7 27 0 0 0,-9-37-81 0 0,1 0-1 0 0,0 0 0 0 0,0 0 0 0 0,1 0 0 0 0,-1 0 0 0 0,1 0 0 0 0,0 0 0 0 0,0-1 0 0 0,0 1 1 0 0,0-1-1 0 0,1 0 0 0 0,-1 0 0 0 0,7 4 0 0 0,-3-3-177 0 0,0 0-1 0 0,0-1 0 0 0,1 0 1 0 0,0 0-1 0 0,-1-1 1 0 0,1 0-1 0 0,10 2 1 0 0,1-2-599 0 0,0-1 1 0 0,0 0 0 0 0,0-1 0 0 0,0-1 0 0 0,-1-1-1 0 0,21-5 1 0 0,9-5-2385 0 0,0-4-1140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91 460 0 0,'1'-3'426'0'0,"0"0"-1"0"0,-1-1 1 0 0,0 1 0 0 0,1 0 0 0 0,-1-1-1 0 0,-1 1 1 0 0,1 0 0 0 0,0 0-1 0 0,-1-1 1 0 0,1 1 0 0 0,-1 0-1 0 0,0 0 1 0 0,0-1 0 0 0,-1 1-1 0 0,1 0 1 0 0,-1 0 0 0 0,1 1 0 0 0,-1-1-1 0 0,0 0 1 0 0,0 0 0 0 0,0 1-1 0 0,0-1 1 0 0,-1 1 0 0 0,1 0-1 0 0,-1 0 1 0 0,1-1 0 0 0,-1 2 0 0 0,0-1-1 0 0,0 0 1 0 0,-4-2 0 0 0,4 4-295 0 0,0-1 0 0 0,1 1 1 0 0,-1 0-1 0 0,0-1 1 0 0,1 1-1 0 0,-1 0 0 0 0,0 0 1 0 0,1 1-1 0 0,-1-1 1 0 0,0 1-1 0 0,1-1 0 0 0,-1 1 1 0 0,0 0-1 0 0,1 0 1 0 0,-5 2-1 0 0,-32 20 984 0 0,23-10-867 0 0,0 0-1 0 0,1 1 1 0 0,0 1-1 0 0,1 0 0 0 0,1 1 1 0 0,0 1-1 0 0,2 0 1 0 0,-15 26-1 0 0,15-21-140 0 0,0 1-1 0 0,2 0 0 0 0,0 0 1 0 0,2 1-1 0 0,0 0 0 0 0,-5 43 1 0 0,10-54-73 0 0,1 0 1 0 0,1 1 0 0 0,0-1-1 0 0,0 0 1 0 0,5 20 0 0 0,-5-29-25 0 0,1 0 0 0 0,0 0 0 0 0,1-1 0 0 0,-1 1 0 0 0,1 0 0 0 0,-1-1 0 0 0,1 1 0 0 0,0-1 1 0 0,1 0-1 0 0,-1 0 0 0 0,0 0 0 0 0,1 0 0 0 0,0 0 0 0 0,0 0 0 0 0,0 0 0 0 0,0-1 0 0 0,0 0 0 0 0,0 1 0 0 0,0-1 1 0 0,1-1-1 0 0,-1 1 0 0 0,8 2 0 0 0,-7-3-11 0 0,-1 0 1 0 0,1 0 0 0 0,0 0-1 0 0,-1 0 1 0 0,1-1-1 0 0,0 0 1 0 0,0 0 0 0 0,-1 0-1 0 0,1 0 1 0 0,0-1-1 0 0,0 1 1 0 0,-1-1 0 0 0,1 0-1 0 0,6-3 1 0 0,-5 2-37 0 0,1-1 0 0 0,0-1-1 0 0,-1 1 1 0 0,1-1 0 0 0,-1 0 0 0 0,0 0 0 0 0,8-9 0 0 0,-1-2-94 0 0,0 0 0 0 0,-2-1 0 0 0,1 0 0 0 0,13-31 0 0 0,-6 2 39 0 0,-2-1-1 0 0,-2 0 0 0 0,9-58 1 0 0,-2 14 468 0 0,-20 87 36 0 0,-1 9-289 0 0,1 0 0 0 0,0 0 0 0 0,-1-1 1 0 0,0 1-1 0 0,-1 0 0 0 0,-1 9 0 0 0,2-10-44 0 0,-2 8 13 0 0,-13 153 838 0 0,14-130-1103 0 0,1 0 0 0 0,8 59-1 0 0,-7-90-248 0 0,1 1 1 0 0,-1-1-1 0 0,1 1 0 0 0,0-1 0 0 0,0 1 0 0 0,0-1 0 0 0,1 0 0 0 0,0 0 1 0 0,0 0-1 0 0,6 8 0 0 0,-8-13 196 0 0,0 1 1 0 0,0 0 0 0 0,0 0-1 0 0,0-1 1 0 0,0 1-1 0 0,0-1 1 0 0,0 1 0 0 0,0-1-1 0 0,0 1 1 0 0,1-1-1 0 0,-1 0 1 0 0,2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7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1 125 668 0 0,'20'-110'13045'0'0,"-20"109"-12945"0"0,0 1 1 0 0,0-1-1 0 0,0 0 1 0 0,0 1-1 0 0,1-1 1 0 0,-1 0 0 0 0,0 1-1 0 0,0-1 1 0 0,0 1-1 0 0,1-1 1 0 0,-1 1-1 0 0,0-1 1 0 0,1 1 0 0 0,-1-1-1 0 0,0 1 1 0 0,1-1-1 0 0,-1 1 1 0 0,1-1-1 0 0,-1 1 1 0 0,0-1 0 0 0,1 1-1 0 0,-1 0 1 0 0,1-1-1 0 0,0 1 1 0 0,-1 0-1 0 0,1-1 1 0 0,-1 1-1 0 0,1 0 1 0 0,-1 0 0 0 0,1 0-1 0 0,0 0 1 0 0,-1-1-1 0 0,1 1 1 0 0,-1 0-1 0 0,1 0 1 0 0,0 0 0 0 0,-1 0-1 0 0,1 0 1 0 0,-1 0-1 0 0,1 1 1 0 0,0-1-1 0 0,-1 0 1 0 0,1 0 0 0 0,-1 0-1 0 0,1 0 1 0 0,0 1-1 0 0,-1-1 1 0 0,1 1-1 0 0,2 1 10 0 0,1 0 1 0 0,-2 0-1 0 0,1 0 0 0 0,0 1 0 0 0,0-1 0 0 0,3 4 0 0 0,18 27 747 0 0,-2 0 0 0 0,-1 1 0 0 0,-1 2 0 0 0,-2 0 1 0 0,15 44-1 0 0,-23-56-663 0 0,-2 0 1 0 0,-1 1-1 0 0,-1 0 1 0 0,-1 0 0 0 0,-1 1-1 0 0,0 30 1 0 0,-4-42-142 0 0,0 1 1 0 0,-1-1 0 0 0,-1 1-1 0 0,0-1 1 0 0,-1 1-1 0 0,0-1 1 0 0,-2 0-1 0 0,1 0 1 0 0,-2-1-1 0 0,0 0 1 0 0,0 1-1 0 0,-11 15 1 0 0,14-26-31 0 0,1 0 0 0 0,-1 0 1 0 0,0 0-1 0 0,1 0 0 0 0,-1 0 0 0 0,0-1 1 0 0,-1 1-1 0 0,1-1 0 0 0,-7 4 0 0 0,9-6-17 0 0,0 1 0 0 0,0-1 1 0 0,0 1-1 0 0,0-1 0 0 0,0 0 0 0 0,0 0 0 0 0,0 1 0 0 0,0-1 0 0 0,0 0 0 0 0,0 0 0 0 0,0 0 1 0 0,0 0-1 0 0,0 0 0 0 0,0 0 0 0 0,0 0 0 0 0,-1-1 0 0 0,1 1 0 0 0,0 0 0 0 0,0-1 0 0 0,0 1 1 0 0,0-1-1 0 0,0 1 0 0 0,1-1 0 0 0,-1 1 0 0 0,0-1 0 0 0,0 1 0 0 0,0-1 0 0 0,0 0 0 0 0,0 0 1 0 0,1 1-1 0 0,-1-1 0 0 0,0 0 0 0 0,1 0 0 0 0,-1 0 0 0 0,1 0 0 0 0,-1 0 0 0 0,1 0 0 0 0,-1-1 0 0 0,-3-8-8 0 0,1-1-1 0 0,0 1 0 0 0,0 0 1 0 0,2-1-1 0 0,-1 1 0 0 0,1-1 0 0 0,1 0 1 0 0,0 1-1 0 0,0-1 0 0 0,1 0 1 0 0,0 1-1 0 0,5-18 0 0 0,1 2-228 0 0,1 0 1 0 0,1 1-1 0 0,23-46 0 0 0,-15 40-281 0 0,2 2-1 0 0,0 0 0 0 0,2 1 1 0 0,1 1-1 0 0,39-36 1 0 0,39-21-3518 0 0,9 10-4765 0 0,-65 48 975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1576 1692 0 0,'-92'-72'11317'0'0,"90"71"-10746"0"0,-2-3 337 0 0,3 4-795 0 0,-1-1 0 0 0,1 0 0 0 0,0 1 0 0 0,0-1 0 0 0,0 0-1 0 0,1 0 1 0 0,-1 0 0 0 0,0 0 0 0 0,0 0 0 0 0,0 0 0 0 0,1 0-1 0 0,-1 0 1 0 0,0-1 0 0 0,0-2-57 0 0,0-1 0 0 0,1 1 0 0 0,0-1-1 0 0,0 1 1 0 0,0-1 0 0 0,0 1 0 0 0,1-1 0 0 0,0 1-1 0 0,0 0 1 0 0,0-1 0 0 0,1 1 0 0 0,-1 0 0 0 0,5-8-1 0 0,4-10-3 0 0,18-24-1 0 0,-26 42-32 0 0,157-227 166 0 0,32-52-185 0 0,-157 222-9 0 0,-2-1 0 0 0,-3-2 1 0 0,29-95-1 0 0,-46 118 54 0 0,-2 0 1 0 0,-1-1 0 0 0,-3 0-1 0 0,-1 0 1 0 0,-2-1 0 0 0,-6-81-1 0 0,1 108 10 0 0,0-1-1 0 0,-1 1 0 0 0,-1 0 0 0 0,-7-18 1 0 0,11 33-56 0 0,0 1 1 0 0,-1-1 0 0 0,1 0-1 0 0,0 1 1 0 0,0-1 0 0 0,0 1 0 0 0,-1-1-1 0 0,1 1 1 0 0,0 0 0 0 0,-1-1-1 0 0,1 1 1 0 0,0-1 0 0 0,-1 1 0 0 0,1-1-1 0 0,0 1 1 0 0,-1 0 0 0 0,1-1-1 0 0,-1 1 1 0 0,1 0 0 0 0,-1 0-1 0 0,1-1 1 0 0,-1 1 0 0 0,1 0 0 0 0,-1 0-1 0 0,1-1 1 0 0,-1 1 0 0 0,1 0-1 0 0,-1 0 1 0 0,1 0 0 0 0,-1 0 0 0 0,0 0-1 0 0,1 0 1 0 0,-1 0 0 0 0,1 0-1 0 0,-1 0 1 0 0,1 0 0 0 0,-1 0-1 0 0,1 1 1 0 0,-1-1 0 0 0,1 0 0 0 0,-1 0-1 0 0,1 0 1 0 0,-1 1 0 0 0,0 0-1 0 0,-1 0-1 0 0,0 0 0 0 0,0 1 0 0 0,0 0-1 0 0,0-1 1 0 0,1 1 0 0 0,-1 0-1 0 0,0 0 1 0 0,1 0 0 0 0,-2 3 0 0 0,-16 32-7 0 0,2 1 1 0 0,2 1 0 0 0,-16 59-1 0 0,-17 126 29 0 0,42-195-16 0 0,-50 445 104 0 0,44 277 6 0 0,54 0 69 0 0,-33-617-182 0 0,-7-109 3 0 0,1 15 91 0 0,-1 0-1 0 0,-2 1 1 0 0,-7 56 0 0 0,6-94-70 0 0,1 0 1 0 0,-1 0-1 0 0,0 0 0 0 0,0 0 1 0 0,0 0-1 0 0,0-1 0 0 0,0 1 1 0 0,-1 0-1 0 0,1-1 0 0 0,-1 1 1 0 0,0-1-1 0 0,0 1 0 0 0,0-1 1 0 0,0 0-1 0 0,-3 3 0 0 0,3-4-13 0 0,1-1 0 0 0,0 1-1 0 0,-1 0 1 0 0,1-1-1 0 0,-1 1 1 0 0,1-1 0 0 0,0 0-1 0 0,-1 1 1 0 0,1-1 0 0 0,-1 0-1 0 0,0 0 1 0 0,1 0-1 0 0,-1 0 1 0 0,1 0 0 0 0,-1 0-1 0 0,1-1 1 0 0,-1 1 0 0 0,1 0-1 0 0,-1-1 1 0 0,1 1-1 0 0,0-1 1 0 0,-1 1 0 0 0,1-1-1 0 0,0 0 1 0 0,-1 0-1 0 0,1 0 1 0 0,0 1 0 0 0,0-1-1 0 0,0 0 1 0 0,-1 0 0 0 0,1-1-1 0 0,-1-1 1 0 0,-13-14 14 0 0,0 0 1 0 0,2-1-1 0 0,0 0 1 0 0,1-1-1 0 0,-15-34 1 0 0,-39-108 6 0 0,62 148-28 0 0,-44-121-36 0 0,-29-144 0 0 0,63 211 5 0 0,2-1 0 0 0,4 0 0 0 0,3-1 0 0 0,4-85-1 0 0,3 125 16 0 0,1 0-1 0 0,1 0 0 0 0,2 0 0 0 0,1 1 1 0 0,1 0-1 0 0,1 0 0 0 0,2 1 0 0 0,24-45 0 0 0,-25 56 4 0 0,0-1 0 0 0,2 1 0 0 0,0 1 0 0 0,0 0-1 0 0,2 1 1 0 0,0 0 0 0 0,0 1 0 0 0,1 1 0 0 0,1 0 0 0 0,0 1-1 0 0,1 1 1 0 0,-1 0 0 0 0,37-14 0 0 0,-33 17-1 0 0,-1 1 1 0 0,1 0-1 0 0,0 1 1 0 0,0 2-1 0 0,1 0 1 0 0,-1 1 0 0 0,1 1-1 0 0,-1 0 1 0 0,1 2-1 0 0,-1 1 1 0 0,1 0-1 0 0,-1 2 1 0 0,0 0-1 0 0,0 1 1 0 0,0 1-1 0 0,-1 1 1 0 0,0 0 0 0 0,0 2-1 0 0,-1 0 1 0 0,0 1-1 0 0,25 19 1 0 0,-36-24 10 0 0,-1 0 1 0 0,0 1 0 0 0,0 0 0 0 0,0 0-1 0 0,0 1 1 0 0,-1-1 0 0 0,0 1 0 0 0,-1 0-1 0 0,0 1 1 0 0,0-1 0 0 0,0 1 0 0 0,-1-1-1 0 0,0 1 1 0 0,0 0 0 0 0,-1 0 0 0 0,1 10-1 0 0,-2-11 8 0 0,0-1 0 0 0,-1 1 0 0 0,0 0-1 0 0,-1 0 1 0 0,0-1 0 0 0,0 1 0 0 0,0 0 0 0 0,0-1-1 0 0,-1 1 1 0 0,0-1 0 0 0,-1 0 0 0 0,0 0-1 0 0,0 0 1 0 0,0 0 0 0 0,0 0 0 0 0,-1 0 0 0 0,0-1-1 0 0,0 0 1 0 0,-1 0 0 0 0,-8 8 0 0 0,6-6 6 0 0,-2-1 0 0 0,1 0 0 0 0,-1 0 0 0 0,0-1 1 0 0,0 0-1 0 0,0-1 0 0 0,-1 1 0 0 0,1-2 0 0 0,-1 0 0 0 0,-19 4 1 0 0,13-4-274 0 0,-1-2 1 0 0,1 0-1 0 0,-1 0 1 0 0,1-2-1 0 0,-28-4 1 0 0,42 5 93 0 0,0-1 1 0 0,1 1-1 0 0,-1-1 1 0 0,0 0-1 0 0,1 0 1 0 0,-1 0-1 0 0,1 1 0 0 0,-1-2 1 0 0,1 1-1 0 0,0 0 1 0 0,-1 0-1 0 0,1 0 1 0 0,0-1-1 0 0,0 1 0 0 0,0 0 1 0 0,0-1-1 0 0,0 1 1 0 0,0-1-1 0 0,-1-1 1 0 0,1 1-85 0 0,1 0 92 0 0,-1 1 0 0 0,1 0 0 0 0,0-1 0 0 0,-1 1 0 0 0,1-1 0 0 0,0 1 0 0 0,0-1 0 0 0,0 1 0 0 0,0-1 0 0 0,0 1 0 0 0,0-1 0 0 0,1 1-1 0 0,-1 0 1 0 0,0-1 0 0 0,1 1 0 0 0,-1-1 0 0 0,2-1 0 0 0,12-23-3716 0 0,-14 25 3304 0 0,12-16-4035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5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0 637 764 0 0,'13'-17'6169'0'0,"4"-7"-1788"0"0,-15 23-3695 0 0,2-2 66 0 0,-3 2-708 0 0,-1 1-1 0 0,0-1 1 0 0,0 1-1 0 0,1 0 1 0 0,-1-1 0 0 0,0 1-1 0 0,0 0 1 0 0,1-1-1 0 0,-1 1 1 0 0,0 0 0 0 0,1 0-1 0 0,-1-1 1 0 0,1 1-1 0 0,-1 0 1 0 0,0 0 0 0 0,1-1-1 0 0,-1 1 1 0 0,1 0-1 0 0,-1 0 1 0 0,0 0 0 0 0,1 0-1 0 0,-1 0 1 0 0,1 0-1 0 0,0 0 1 0 0,7-1 81 0 0,-1 0-1 0 0,1 1 1 0 0,0 1-1 0 0,0-1 1 0 0,0 1-1 0 0,0 1 1 0 0,-1-1 0 0 0,1 1-1 0 0,-1 0 1 0 0,1 1-1 0 0,-1 0 1 0 0,0 0 0 0 0,0 1-1 0 0,0 0 1 0 0,0 0-1 0 0,-1 0 1 0 0,8 8-1 0 0,8 6 55 0 0,-1 0 0 0 0,-1 2 0 0 0,27 35 0 0 0,-32-36-55 0 0,-1 1 1 0 0,-1 0 0 0 0,-1 1 0 0 0,-1 0 0 0 0,10 27 0 0 0,-15-35-21 0 0,-2 1 0 0 0,0 0 1 0 0,-1 1-1 0 0,0-1 0 0 0,-1 1 1 0 0,-1-1-1 0 0,0 1 0 0 0,-1 0 0 0 0,-3 25 1 0 0,2-35-76 0 0,1-2-5 0 0,0 1-1 0 0,0-1 1 0 0,-1 0 0 0 0,1 0 0 0 0,-1 0-1 0 0,0 0 1 0 0,0 0 0 0 0,0 0 0 0 0,0 0-1 0 0,0 0 1 0 0,-1 0 0 0 0,1 0 0 0 0,-1 0-1 0 0,0-1 1 0 0,0 1 0 0 0,0-1 0 0 0,0 1-1 0 0,0-1 1 0 0,-5 3 0 0 0,6-4 0 0 0,-15-8-5 0 0,11 2-13 0 0,0-9-2 0 0,0-1 1 0 0,1 0-1 0 0,1 0 0 0 0,0 0 0 0 0,1 0 0 0 0,1 0 1 0 0,0 0-1 0 0,1-1 0 0 0,1 1 0 0 0,3-19 0 0 0,1 2-19 0 0,1 0 0 0 0,1 1 0 0 0,2 1 0 0 0,14-33 0 0 0,-18 51-1 0 0,0 0 0 0 0,1 0-1 0 0,1 1 1 0 0,-1-1-1 0 0,2 1 1 0 0,0 1 0 0 0,0-1-1 0 0,1 1 1 0 0,0 1 0 0 0,0 0-1 0 0,19-13 1 0 0,-27 21 12 0 0,0 0 1 0 0,1 0 0 0 0,-1 1-1 0 0,1-1 1 0 0,-1 0 0 0 0,1 1-1 0 0,-1 0 1 0 0,1-1 0 0 0,-1 1-1 0 0,1 0 1 0 0,0 0 0 0 0,-1-1-1 0 0,1 1 1 0 0,0 0 0 0 0,-1 1-1 0 0,1-1 1 0 0,-1 0-1 0 0,1 0 1 0 0,-1 1 0 0 0,3 0-1 0 0,-2 0 2 0 0,1 1-1 0 0,-1-1 1 0 0,1 1-1 0 0,-1-1 0 0 0,0 1 1 0 0,0 0-1 0 0,0 0 1 0 0,0 0-1 0 0,0 0 0 0 0,3 4 1 0 0,-1 1-4 0 0,0 0 0 0 0,0 1 0 0 0,0-1 0 0 0,-1 1 0 0 0,0 0 1 0 0,3 12-1 0 0,2 31 12 0 0,2 65 1 0 0,-8-75 0 0 0,2-1 0 0 0,2 1-1 0 0,11 43 1 0 0,-16-80-1 0 0,1 1-1 0 0,-1-1 0 0 0,1 0 0 0 0,0 0 0 0 0,0 1 0 0 0,0-1 0 0 0,1 0 1 0 0,0-1-1 0 0,-1 1 0 0 0,1 0 0 0 0,0-1 0 0 0,1 0 0 0 0,-1 1 1 0 0,1-1-1 0 0,-1 0 0 0 0,1-1 0 0 0,0 1 0 0 0,0-1 0 0 0,0 0 1 0 0,1 0-1 0 0,-1 0 0 0 0,0 0 0 0 0,1-1 0 0 0,-1 0 0 0 0,1 0 0 0 0,-1 0 1 0 0,1 0-1 0 0,0-1 0 0 0,-1 0 0 0 0,1 0 0 0 0,0 0 0 0 0,-1 0 1 0 0,9-2-1 0 0,0 0 2 0 0,0-1 0 0 0,0 0 0 0 0,0-1 0 0 0,0 0 1 0 0,0-1-1 0 0,-1 0 0 0 0,0-1 0 0 0,0 0 0 0 0,0-1 1 0 0,-1-1-1 0 0,0 0 0 0 0,-1 0 0 0 0,0-1 0 0 0,0 0 0 0 0,14-18 1 0 0,-17 18 0 0 0,0-1 0 0 0,-1 1 0 0 0,0-1 0 0 0,-1-1 0 0 0,0 1 0 0 0,-1-1 1 0 0,0 0-1 0 0,0 0 0 0 0,-1 0 0 0 0,-1 0 0 0 0,0 0 0 0 0,0-1 0 0 0,-2 1 0 0 0,1-1 1 0 0,-1 1-1 0 0,-1-1 0 0 0,0 1 0 0 0,-4-19 0 0 0,2 17-9 0 0,-1 0 1 0 0,-1 1-1 0 0,0-1 1 0 0,-1 1-1 0 0,-1 0 0 0 0,0 0 1 0 0,0 0-1 0 0,-1 1 1 0 0,0 0-1 0 0,-1 1 0 0 0,0 0 1 0 0,-1 0-1 0 0,0 1 1 0 0,-1 0-1 0 0,0 1 0 0 0,0 0 1 0 0,0 1-1 0 0,-1 0 1 0 0,0 1-1 0 0,-1 0 0 0 0,1 1 1 0 0,-1 1-1 0 0,0 0 1 0 0,-1 0-1 0 0,1 1 0 0 0,0 1 1 0 0,-1 0-1 0 0,0 1 1 0 0,1 1-1 0 0,-22 1 0 0 0,23 0-25 0 0,0 0-1 0 0,0 1 0 0 0,0 0 0 0 0,0 1 0 0 0,0 1 0 0 0,1-1 1 0 0,-22 12-1 0 0,31-14-4 0 0,0 0 1 0 0,1 0 0 0 0,-1 1-1 0 0,0-1 1 0 0,1 1 0 0 0,-1-1-1 0 0,1 1 1 0 0,0 0 0 0 0,-2 3-1 0 0,2-5 10 0 0,1 1-1 0 0,0-1 0 0 0,0 0 0 0 0,0 1 0 0 0,-1-1 0 0 0,1 1 0 0 0,0-1 0 0 0,0 0 0 0 0,0 1 1 0 0,0-1-1 0 0,0 1 0 0 0,0-1 0 0 0,0 1 0 0 0,0-1 0 0 0,0 0 0 0 0,0 1 0 0 0,0-1 0 0 0,0 1 1 0 0,0-1-1 0 0,1 1 0 0 0,-1-1 0 0 0,0 0 0 0 0,0 1 0 0 0,0-1 0 0 0,1 0 0 0 0,-1 1 0 0 0,0-1 0 0 0,0 0 1 0 0,1 1-1 0 0,-1-1 0 0 0,0 0 0 0 0,1 1 0 0 0,-1-1 0 0 0,0 0 0 0 0,1 0 0 0 0,-1 1 0 0 0,0-1 1 0 0,1 0-1 0 0,-1 0 0 0 0,1 0 0 0 0,-1 0 0 0 0,0 1 0 0 0,1-1 0 0 0,-1 0 0 0 0,1 0 0 0 0,-1 0 1 0 0,0 0-1 0 0,1 0 0 0 0,-1 0 0 0 0,1 0 0 0 0,-1 0 0 0 0,1 0 0 0 0,0-1 0 0 0,15 2-410 0 0,1-2 0 0 0,-1 0 0 0 0,1 0 0 0 0,-1-2 0 0 0,0 0 0 0 0,18-6 0 0 0,97-39-1552 0 0,-104 37 1695 0 0,0-2 1 0 0,-1 0-1 0 0,-1-2 1 0 0,0 0-1 0 0,-1-2 1 0 0,27-25-1 0 0,-42 33 282 0 0,0 0 0 0 0,-1 0 0 0 0,0-1 0 0 0,0 0 0 0 0,-1 0 0 0 0,0-1 0 0 0,-1 0 0 0 0,-1 0-1 0 0,1-1 1 0 0,-2 0 0 0 0,1 1 0 0 0,-2-2 0 0 0,0 1 0 0 0,0 0 0 0 0,-1-1 0 0 0,-1 1-1 0 0,1-15 1 0 0,-4 1 529 0 0,0 1-1 0 0,-2-1 0 0 0,-1 0 1 0 0,-1 1-1 0 0,-1 0 1 0 0,-14-32-1 0 0,21 56-488 0 0,0 1-1 0 0,0-1 1 0 0,0 1 0 0 0,-1-1 0 0 0,1 1 0 0 0,0-1-1 0 0,0 0 1 0 0,-1 1 0 0 0,1-1 0 0 0,0 1-1 0 0,-1 0 1 0 0,1-1 0 0 0,0 1 0 0 0,-1-1-1 0 0,1 1 1 0 0,-1-1 0 0 0,1 1 0 0 0,0 0-1 0 0,-1-1 1 0 0,1 1 0 0 0,-1 0 0 0 0,0-1 0 0 0,-5 9 303 0 0,1 21 42 0 0,5 35 138 0 0,4-1-1 0 0,19 113 1 0 0,-18-150-455 0 0,79 423 418 0 0,-60-332-395 0 0,-3-23 243 0 0,-21-91-270 0 0,2-4-62 0 0,-1-1 6 0 0,0 1 0 0 0,1-1 0 0 0,-1 1 0 0 0,0-1 0 0 0,0 0 0 0 0,0 1 0 0 0,0-1 0 0 0,-1 0 1 0 0,1 0-1 0 0,0 1 0 0 0,-1-1 0 0 0,1 0 0 0 0,-1 0 0 0 0,1-4 0 0 0,0-33-5 0 0,0 12-14 0 0,1-3 12 0 0,2 0-1 0 0,1 1 0 0 0,1-1 0 0 0,2 1 0 0 0,1 0 1 0 0,18-40-1 0 0,-22 59-1 0 0,1 0 0 0 0,0 0 0 0 0,1 0 0 0 0,0 1 0 0 0,0 0 0 0 0,1 0 0 0 0,0 1 0 0 0,14-11 0 0 0,-14 14 2 0 0,0 0-1 0 0,0 0 1 0 0,0 1 0 0 0,1 0-1 0 0,-1 0 1 0 0,1 1 0 0 0,0 0-1 0 0,0 1 1 0 0,0 0 0 0 0,0 0-1 0 0,18 0 1 0 0,-15 2 5 0 0,0 0-1 0 0,0 1 1 0 0,0 1 0 0 0,0-1 0 0 0,0 2-1 0 0,0 0 1 0 0,-1 1 0 0 0,1 0 0 0 0,-1 0-1 0 0,0 1 1 0 0,0 1 0 0 0,-1-1-1 0 0,1 2 1 0 0,-1 0 0 0 0,-1 0 0 0 0,13 11-1 0 0,-16-12 25 0 0,0 1 0 0 0,0-1 0 0 0,0 1 0 0 0,-1 0 0 0 0,0 0 0 0 0,-1 1 0 0 0,1 0 0 0 0,-1-1 0 0 0,-1 2 0 0 0,1-1 0 0 0,-2 0 0 0 0,1 0 0 0 0,-1 1 0 0 0,0 0-1 0 0,-1-1 1 0 0,0 1 0 0 0,0 0 0 0 0,-1 0 0 0 0,0-1 0 0 0,0 1 0 0 0,-1 0 0 0 0,-4 16 0 0 0,1-12 26 0 0,0 0 0 0 0,-1-1 0 0 0,0 1-1 0 0,-1-1 1 0 0,-1 0 0 0 0,0-1 0 0 0,-1 1 0 0 0,0-2 0 0 0,0 1-1 0 0,-1-1 1 0 0,0 0 0 0 0,-12 9 0 0 0,7-8-21 0 0,-1 0 1 0 0,0-1 0 0 0,0-1-1 0 0,-1 0 1 0 0,0-1-1 0 0,0-1 1 0 0,-1-1 0 0 0,-26 7-1 0 0,41-12-105 0 0,-1-1 0 0 0,0 1-1 0 0,0-1 1 0 0,0 0 0 0 0,1 0 0 0 0,-1 0 0 0 0,0 0-1 0 0,0-1 1 0 0,0 1 0 0 0,1-1 0 0 0,-1 1 0 0 0,0-1-1 0 0,1 0 1 0 0,-1 0 0 0 0,0 0 0 0 0,1-1 0 0 0,-1 1-1 0 0,1 0 1 0 0,0-1 0 0 0,-1 0 0 0 0,1 0 0 0 0,0 1-1 0 0,-3-5 1 0 0,3 3-202 0 0,-1 0-1 0 0,1 0 1 0 0,0 0 0 0 0,0 0-1 0 0,0-1 1 0 0,0 1 0 0 0,0-1-1 0 0,1 0 1 0 0,0 1 0 0 0,0-1-1 0 0,0 0 1 0 0,0 0 0 0 0,0 0-1 0 0,1 1 1 0 0,0-7 0 0 0,6-33-5193 0 0,2 17 415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84 468 0 0,'0'-5'1302'0'0,"0"-10"2463"0"0,0 0 0 0 0,-1 0 0 0 0,-3-18 0 0 0,18 87-2330 0 0,13 85-1 0 0,-15-66-1116 0 0,22 125 5 0 0,16 87-190 0 0,-4-97-3092 0 0,-41-174 2087 0 0,-1 0 0 0 0,9 17-1 0 0,-10-26-250 0 0,0 0 0 0 0,0 0 0 0 0,0 0 0 0 0,1 0 0 0 0,5 5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2648 0 0,'6'-29'4365'0'0,"-6"24"-3502"0"0,1 0 0 0 0,-1 0 0 0 0,1 0 1 0 0,1 0-1 0 0,-1 1 0 0 0,5-11 1363 0 0,-3 16-1637 0 0,8 4-86 0 0,-1 0 1 0 0,0 1-1 0 0,0 0 0 0 0,9 8 0 0 0,32 18 218 0 0,-40-26-671 0 0,0-2 1 0 0,0 1-1 0 0,1-2 1 0 0,0 1-1 0 0,0-2 1 0 0,0 1-1 0 0,0-2 1 0 0,0 1 0 0 0,0-2-1 0 0,0 0 1 0 0,0 0-1 0 0,0-1 1 0 0,1-1-1 0 0,-1 0 1 0 0,15-4-1 0 0,-24 5-43 0 0,1-1-1 0 0,-1 1 0 0 0,0-1 0 0 0,0 1 0 0 0,-1-1 0 0 0,1 0 0 0 0,0 0 0 0 0,0 0 0 0 0,-1 0 0 0 0,0 0 0 0 0,1-1 1 0 0,-1 1-1 0 0,0-1 0 0 0,0 0 0 0 0,0 0 0 0 0,0 1 0 0 0,-1-1 0 0 0,1 0 0 0 0,-1 0 0 0 0,0-1 0 0 0,0 1 0 0 0,0 0 1 0 0,0 0-1 0 0,0-1 0 0 0,-1 1 0 0 0,1 0 0 0 0,-1-1 0 0 0,0 1 0 0 0,0 0 0 0 0,0-1 0 0 0,-1 1 0 0 0,1 0 0 0 0,-1-1 1 0 0,-2-5-1 0 0,2 4-7 0 0,-1-1 1 0 0,0 0 0 0 0,0 1 0 0 0,-1 0 0 0 0,0-1 0 0 0,0 1-1 0 0,0 0 1 0 0,0 0 0 0 0,-1 1 0 0 0,0-1 0 0 0,0 1-1 0 0,0 0 1 0 0,0 0 0 0 0,-1 0 0 0 0,1 0 0 0 0,-1 1-1 0 0,0 0 1 0 0,0 0 0 0 0,-10-4 0 0 0,9 5 3 0 0,0 1 0 0 0,0-1-1 0 0,0 1 1 0 0,-1 0 0 0 0,1 0 0 0 0,-1 1 0 0 0,1 0 0 0 0,-1 0 0 0 0,1 1 0 0 0,0-1 0 0 0,-1 1 0 0 0,1 1-1 0 0,0-1 1 0 0,-11 5 0 0 0,9-2 28 0 0,0 0 0 0 0,1 0 0 0 0,-1 1 0 0 0,1 0 0 0 0,0 0 0 0 0,1 1 0 0 0,-1 0 0 0 0,1 0 0 0 0,0 1 0 0 0,-7 10 0 0 0,5-6 18 0 0,1 2 0 0 0,0-1-1 0 0,1 1 1 0 0,1 0-1 0 0,0 0 1 0 0,0 0 0 0 0,2 1-1 0 0,-1 0 1 0 0,2 0-1 0 0,0 0 1 0 0,0 0 0 0 0,2 0-1 0 0,-1 0 1 0 0,2 0-1 0 0,0 0 1 0 0,4 21-1 0 0,-3-25-67 0 0,1-2-1 0 0,0 1 1 0 0,0 0-1 0 0,0-1 0 0 0,1 1 1 0 0,0-1-1 0 0,1 0 1 0 0,0 0-1 0 0,0-1 0 0 0,1 1 1 0 0,9 9-1 0 0,-9-12-121 0 0,0 0 0 0 0,0 0-1 0 0,0-1 1 0 0,1 0 0 0 0,0 0 0 0 0,0-1-1 0 0,0 1 1 0 0,0-1 0 0 0,1-1 0 0 0,-1 0-1 0 0,1 0 1 0 0,-1 0 0 0 0,1-1 0 0 0,0 0-1 0 0,8 0 1 0 0,3 0-846 0 0,1-2 0 0 0,0 0 0 0 0,0-1 0 0 0,-1 0 0 0 0,1-2 0 0 0,-1-1 0 0 0,0 0 0 0 0,0-1 0 0 0,0-1 0 0 0,-1-1 0 0 0,33-19 0 0 0,-23 8-2742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2 213 2080 0 0,'0'-26'3562'0'0,"-1"-14"1236"0"0,1 32-2019 0 0,3 16 475 0 0,5 34-1940 0 0,75 313 2728 0 0,-72-315-3892 0 0,-5-16 119 0 0,11 27 0 0 0,-16-48-95 0 0,1-31-146 0 0,-2-18-74 0 0,3 0-1 0 0,1 0 0 0 0,2 1 0 0 0,20-77 0 0 0,-25 119 37 0 0,0-1-1 0 0,0 0 0 0 0,0 1 0 0 0,1-1 1 0 0,0 1-1 0 0,-1 0 0 0 0,1-1 0 0 0,0 1 1 0 0,1 0-1 0 0,-1 0 0 0 0,1 0 0 0 0,-1 0 1 0 0,1 1-1 0 0,0-1 0 0 0,0 1 0 0 0,0-1 0 0 0,0 1 1 0 0,0 0-1 0 0,1 0 0 0 0,2-1 0 0 0,-2 2 5 0 0,0 0-1 0 0,-1 1 1 0 0,1-1-1 0 0,0 1 1 0 0,0 0-1 0 0,-1 0 0 0 0,1 0 1 0 0,0 1-1 0 0,-1-1 1 0 0,1 1-1 0 0,0 0 1 0 0,-1 0-1 0 0,1 0 0 0 0,-1 0 1 0 0,1 1-1 0 0,-1-1 1 0 0,0 1-1 0 0,1 0 1 0 0,-1 0-1 0 0,3 3 0 0 0,5 3 3 0 0,-1 1 0 0 0,-1 0 0 0 0,1 0 0 0 0,-1 1-1 0 0,13 19 1 0 0,31 60 90 0 0,-19-30 359 0 0,-33-57-291 0 0,0-1 0 0 0,0 1 0 0 0,0 0 0 0 0,0 0 0 0 0,0-1 0 0 0,1 1 0 0 0,-1-1 0 0 0,0 1 0 0 0,1-1 0 0 0,-1 1 0 0 0,1-1 0 0 0,2 2 0 0 0,3-7 411 0 0,0-13-619 0 0,20-75 218 0 0,27-82-160 0 0,-44 148-4 0 0,1 1-1 0 0,1 0 1 0 0,1 1 0 0 0,24-34-1 0 0,-31 50-14 0 0,-1 1 1 0 0,1 0-1 0 0,0 1 0 0 0,1 0 0 0 0,0 0 0 0 0,0 0 0 0 0,0 1 1 0 0,1 0-1 0 0,-1 0 0 0 0,1 1 0 0 0,0 0 0 0 0,11-4 0 0 0,-13 7 3 0 0,0-1 0 0 0,-1 1 0 0 0,1 0 0 0 0,0 1 1 0 0,0-1-1 0 0,0 1 0 0 0,-1 0 0 0 0,1 1 0 0 0,0 0 0 0 0,0-1 0 0 0,-1 2 0 0 0,1-1 0 0 0,0 1 0 0 0,-1 0 0 0 0,0 0 0 0 0,1 0 0 0 0,-1 1 0 0 0,0 0 0 0 0,9 6 0 0 0,-5-2-3 0 0,-1 0-1 0 0,0 0 1 0 0,0 1 0 0 0,-1-1-1 0 0,0 2 1 0 0,0-1-1 0 0,-1 1 1 0 0,0 0-1 0 0,0 0 1 0 0,6 16 0 0 0,-7-12 123 0 0,0 1 0 0 0,-1 0 0 0 0,-1 0 0 0 0,0 0 0 0 0,-1 0 0 0 0,0 1 0 0 0,-1 17 0 0 0,-2-11-278 0 0,0 1 0 0 0,-2-1 0 0 0,0 0-1 0 0,-9 30 1 0 0,5-29-1158 0 0,-1 0-1 0 0,-1-1 0 0 0,-20 36 0 0 0,27-54 1053 0 0,-10 17-2680 0 0,3-7-2027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1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73 1040 0 0,'-1'-3'2089'0'0,"-3"-22"2134"0"0,-2-11 1051 0 0,3 28-4275 0 0,2 14-2086 0 0,2 13 169 0 0,-1 31-5179 0 0,-1-32 2978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8 0 0,'-1'33'6713'0'0,"-6"43"0"0"0,6-74-6332 0 0,-1 28-549 0 0,3-25-1517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370 370 380 0 0,'9'-10'6437'0'0,"16"-26"-383"0"0,-5-3-5179 0 0,-12 28-801 0 0,0-2 1 0 0,-1 1-1 0 0,0-1 1 0 0,-1 0-1 0 0,-1-1 0 0 0,0 1 1 0 0,0-1-1 0 0,-2 0 0 0 0,0 0 1 0 0,0 0-1 0 0,0-16 1 0 0,-3 25-56 0 0,0 0 1 0 0,0 0 0 0 0,0 0 0 0 0,-1 0-1 0 0,0 0 1 0 0,0 0 0 0 0,0 0 0 0 0,0 0 0 0 0,-1 0-1 0 0,0 0 1 0 0,0 0 0 0 0,-1 1 0 0 0,1-1-1 0 0,-1 1 1 0 0,0 0 0 0 0,0 0 0 0 0,0 0-1 0 0,0 0 1 0 0,-1 0 0 0 0,0 1 0 0 0,-7-6-1 0 0,10 8-18 0 0,-1 1-1 0 0,1-1 0 0 0,-1 0 0 0 0,0 1 0 0 0,1 0 0 0 0,-1-1 1 0 0,0 1-1 0 0,1 0 0 0 0,-1 0 0 0 0,0 0 0 0 0,1 0 1 0 0,-1 0-1 0 0,0 0 0 0 0,1 1 0 0 0,-1-1 0 0 0,0 0 0 0 0,1 1 1 0 0,-1-1-1 0 0,1 1 0 0 0,-1 0 0 0 0,1 0 0 0 0,-3 0 0 0 0,-28 23 4 0 0,29-22-5 0 0,-11 11-2 0 0,1 0 0 0 0,1 1 0 0 0,0 0 0 0 0,-16 27 0 0 0,-34 67 12 0 0,56-97-5 0 0,-32 63 50 0 0,2 2 0 0 0,4 1-1 0 0,4 2 1 0 0,-26 111 0 0 0,44-143 52 0 0,3-1 0 0 0,1 1-1 0 0,3 0 1 0 0,1 0 0 0 0,3 0 0 0 0,2 0 0 0 0,2-1-1 0 0,1 1 1 0 0,18 60 0 0 0,-18-88-76 0 0,0 1 0 0 0,2-1 0 0 0,0 0 0 0 0,1-1-1 0 0,1 0 1 0 0,1 0 0 0 0,21 27 0 0 0,-25-37 0 0 0,1 0-1 0 0,-1-1 0 0 0,1 0 0 0 0,0 0 1 0 0,1 0-1 0 0,0-1 0 0 0,0-1 1 0 0,0 1-1 0 0,1-1 0 0 0,-1-1 0 0 0,1 0 1 0 0,0 0-1 0 0,1-1 0 0 0,-1-1 1 0 0,0 1-1 0 0,17 0 0 0 0,-10-2 60 0 0,0-1-1 0 0,0-1 1 0 0,0 0-1 0 0,0-1 1 0 0,-1-1-1 0 0,1-1 1 0 0,-1 0-1 0 0,0-2 1 0 0,29-12-1 0 0,-38 15-19 0 0,0-1 0 0 0,-1-1-1 0 0,1 1 1 0 0,-1-1 0 0 0,1 0 0 0 0,-1-1-1 0 0,-1 1 1 0 0,1-1 0 0 0,-1 0-1 0 0,5-7 1 0 0,-7 8-28 0 0,0-1-1 0 0,-1 1 1 0 0,0-1 0 0 0,1 1-1 0 0,-2-1 1 0 0,1 0 0 0 0,-1 1-1 0 0,1-1 1 0 0,-2 0 0 0 0,1 0-1 0 0,-1 0 1 0 0,0 0 0 0 0,0 0-1 0 0,-2-11 1 0 0,0 5-4 0 0,-1 1-1 0 0,0-1 1 0 0,-1 1 0 0 0,0 0-1 0 0,-1 0 1 0 0,0 0 0 0 0,-1 0-1 0 0,0 1 1 0 0,0 0 0 0 0,-1 0-1 0 0,-1 1 1 0 0,-16-17 0 0 0,6 10-6 0 0,0 1 1 0 0,-1 1-1 0 0,0 0 1 0 0,-1 2 0 0 0,-37-18-1 0 0,31 18-69 0 0,-40-28-1 0 0,63 38 11 0 0,3 1 27 0 0,0 0 0 0 0,0 0 0 0 0,1 0 0 0 0,-1-1 1 0 0,0 1-1 0 0,0 0 0 0 0,1 0 0 0 0,-1 0 0 0 0,1 0 0 0 0,-1 0 1 0 0,1 0-1 0 0,-1 0 0 0 0,1 0 0 0 0,0 0 0 0 0,-1 0 0 0 0,1 0 0 0 0,0 0 1 0 0,0 0-1 0 0,0 0 0 0 0,0 1 0 0 0,0-1 0 0 0,0 0 0 0 0,0 1 0 0 0,0-1 1 0 0,2 0-1 0 0,32-17 14 0 0,-30 17-12 0 0,424-171-45 0 0,-347 143 28 0 0,-80 29-1 0 0,3-2 0 0 0,-4 2 12 0 0,-1-1 0 0 0,0 1 0 0 0,1 0-1 0 0,-1-1 1 0 0,1 1 0 0 0,-1 0 0 0 0,1-1 0 0 0,-1 1 0 0 0,1 0 0 0 0,-1 0 0 0 0,1 0 0 0 0,-1-1 0 0 0,1 1-1 0 0,-1 0 1 0 0,1 0 0 0 0,0 0 0 0 0,-1 0 0 0 0,1 0 0 0 0,-1 0 0 0 0,1 0 0 0 0,-1 0 0 0 0,2 1-1 0 0,17 8-19 0 0,-19-3 26 0 0,0-6-3 0 0,3 12 11 0 0,-1-1 0 0 0,0 1 0 0 0,-1-1 0 0 0,-1 1-1 0 0,1 0 1 0 0,-2-1 0 0 0,0 1 0 0 0,-2 12-1 0 0,0 6 61 0 0,-13 104 169 0 0,8-86-205 0 0,2 1 1 0 0,3 0 0 0 0,4 82 0 0 0,0-125-147 0 0,-1-1 0 0 0,1 1 0 0 0,1-1-1 0 0,-1 1 1 0 0,1-1 0 0 0,0 0 0 0 0,0 1 0 0 0,0-1-1 0 0,1 0 1 0 0,4 7 0 0 0,-5-10-83 0 0,1 1 1 0 0,-1-1-1 0 0,0 0 0 0 0,1 0 1 0 0,0 0-1 0 0,-1 0 0 0 0,1 0 1 0 0,0-1-1 0 0,0 1 0 0 0,0-1 1 0 0,0 0-1 0 0,0 0 0 0 0,0 0 1 0 0,0 0-1 0 0,1 0 0 0 0,-1-1 1 0 0,0 1-1 0 0,1-1 0 0 0,-1 0 1 0 0,0 0-1 0 0,4-1 0 0 0,11-1-976 0 0,1 0 0 0 0,-1-2 0 0 0,0 0 0 0 0,0-1 0 0 0,0-1 0 0 0,24-11 0 0 0,-11-1-2899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3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70 356 148 0 0,'5'-11'1198'0'0,"-1"-1"0"0"0,-1 0 0 0 0,0 0 0 0 0,-1 0 0 0 0,0-1 0 0 0,-1 1 1 0 0,0 0-1 0 0,-1-1 0 0 0,-2-17 0 0 0,-1 15-356 0 0,1 0 1 0 0,-2 0-1 0 0,0 1 1 0 0,-1 0-1 0 0,0-1 1 0 0,-1 2 0 0 0,-10-17-1 0 0,-5-17 556 0 0,20 45-1304 0 0,-4-10 193 0 0,-6-6-186 0 0,6 11-146 0 0,9 18-191 0 0,45 96 211 0 0,-8-20 112 0 0,43 132-1 0 0,-72-184-67 0 0,-3-8 82 0 0,9 48-1 0 0,-17-68-53 0 0,0 1 0 0 0,0-1-1 0 0,-1 1 1 0 0,0-1 0 0 0,0 1-1 0 0,-1 0 1 0 0,0-1-1 0 0,0 1 1 0 0,-1-1 0 0 0,0 0-1 0 0,-4 10 1 0 0,5-13 7 0 0,-1-1 0 0 0,-1 0 0 0 0,1 0 1 0 0,0 0-1 0 0,-1 0 0 0 0,0-1 0 0 0,1 1 0 0 0,-1-1 0 0 0,0 1 1 0 0,0-1-1 0 0,-1 0 0 0 0,-4 2 0 0 0,6-3 36 0 0,-3-1 7 0 0,-15-1-9 0 0,18 0-74 0 0,0 1-1 0 0,1-1 1 0 0,-1 0 0 0 0,0 0 0 0 0,0 1-1 0 0,0-1 1 0 0,1 0 0 0 0,-1 0 0 0 0,0-1 0 0 0,1 1-1 0 0,-1 0 1 0 0,1-1 0 0 0,-1 1 0 0 0,1-1 0 0 0,0 1-1 0 0,-1-1 1 0 0,1 1 0 0 0,-1-4 0 0 0,-15-30 96 0 0,16 28-112 0 0,-1 0 0 0 0,1 0 0 0 0,0 0-1 0 0,1 0 1 0 0,0 0 0 0 0,0 0-1 0 0,0 0 1 0 0,1 0 0 0 0,0 0 0 0 0,3-11-1 0 0,1 3-22 0 0,-1 0 0 0 0,2 1 0 0 0,13-26-1 0 0,-5 17-316 0 0,1 1 0 0 0,0 0-1 0 0,2 1 1 0 0,1 0 0 0 0,0 2 0 0 0,1 0-1 0 0,1 1 1 0 0,1 1 0 0 0,1 1-1 0 0,39-22 1 0 0,-32 22-915 0 0,1 2 0 0 0,1 1 0 0 0,35-10 0 0 0,-29 13-1561 0 0,1 1 1 0 0,55-5 0 0 0,-63 12-155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47 1572 0 0,'13'-9'7634'0'0,"-14"8"-7422"0"0,0-1-1 0 0,1 0 1 0 0,-1 1 0 0 0,0-1-1 0 0,0 0 1 0 0,0 1 0 0 0,0-1-1 0 0,-1 1 1 0 0,1-1-1 0 0,0 1 1 0 0,-1 0 0 0 0,1 0-1 0 0,-1-1 1 0 0,1 1 0 0 0,-1 0-1 0 0,1 0 1 0 0,-1 0-1 0 0,0 1 1 0 0,1-1 0 0 0,-1 0-1 0 0,0 1 1 0 0,0-1 0 0 0,-3 0-1 0 0,-6-1 471 0 0,-1-1 0 0 0,-17 0 0 0 0,25 3-447 0 0,-2 0-124 0 0,1 0 1 0 0,0 0-1 0 0,0 1 1 0 0,0 0 0 0 0,-1 0-1 0 0,1 0 1 0 0,0 0 0 0 0,0 1-1 0 0,0 0 1 0 0,1 0 0 0 0,-1 0-1 0 0,0 1 1 0 0,-6 4-1 0 0,-3 4 173 0 0,0 0-1 0 0,-17 19 0 0 0,28-27-243 0 0,-12 13 41 0 0,0 2-1 0 0,1-1 1 0 0,2 2 0 0 0,0 0 0 0 0,0 0-1 0 0,2 1 1 0 0,0 1 0 0 0,2 0 0 0 0,0 0 0 0 0,1 0-1 0 0,2 1 1 0 0,-7 41 0 0 0,12-56-72 0 0,-1 0 0 0 0,1 1 0 0 0,1-1 0 0 0,-1 0 0 0 0,1 0 0 0 0,0 0 0 0 0,1 0 1 0 0,0 0-1 0 0,0 0 0 0 0,0-1 0 0 0,1 1 0 0 0,3 6 0 0 0,-4-10-4 0 0,1 1 0 0 0,-1-1 0 0 0,0 0 0 0 0,1 0 0 0 0,-1 0 0 0 0,1 0 0 0 0,0-1 0 0 0,0 1 0 0 0,0-1 0 0 0,0 1 0 0 0,1-1 0 0 0,-1 0 0 0 0,1 0 0 0 0,-1-1 0 0 0,1 1 0 0 0,0-1 0 0 0,-1 1 0 0 0,1-1 0 0 0,0-1 0 0 0,0 1 0 0 0,0 0 0 0 0,8-1 0 0 0,-3 0-6 0 0,0 0 1 0 0,0-1-1 0 0,-1-1 1 0 0,1 1 0 0 0,0-2-1 0 0,0 1 1 0 0,-1-1-1 0 0,1 0 1 0 0,-1-1 0 0 0,0 0-1 0 0,0 0 1 0 0,0-1 0 0 0,-1 0-1 0 0,0 0 1 0 0,0-1-1 0 0,0 0 1 0 0,7-8 0 0 0,-5 4-6 0 0,0-1-1 0 0,-2 0 1 0 0,1 0 0 0 0,-1-1 0 0 0,-1 0 0 0 0,0 0 0 0 0,-1-1-1 0 0,0 1 1 0 0,-1-1 0 0 0,5-23 0 0 0,-3-8 79 0 0,-2 1 1 0 0,-1-51 0 0 0,-3 92 182 0 0,3 18-105 0 0,-1 0-1 0 0,1 22 0 0 0,1 12 32 0 0,-1-31-220 0 0,3 23 231 0 0,15 53 0 0 0,-18-84-503 0 0,1 1 0 0 0,0-1-1 0 0,1 0 1 0 0,0 0 0 0 0,1-1 0 0 0,0 1-1 0 0,1-1 1 0 0,0-1 0 0 0,11 13 0 0 0,-15-19-264 0 0,1-1 1 0 0,0 1 0 0 0,0-1-1 0 0,0 0 1 0 0,0 0 0 0 0,0 0-1 0 0,0-1 1 0 0,0 1 0 0 0,0-1 0 0 0,1 0-1 0 0,-1 0 1 0 0,0-1 0 0 0,1 1-1 0 0,-1-1 1 0 0,1 0 0 0 0,-1 0-1 0 0,0-1 1 0 0,7 0 0 0 0,9-5-4712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4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53 121 2676 0 0,'-33'-108'11807'0'0,"27"96"-10372"0"0,-1 11 487 0 0,7 2-1846 0 0,-1 0 0 0 0,0-1 1 0 0,1 1-1 0 0,-1-1 1 0 0,1 1-1 0 0,-1 0 0 0 0,1-1 1 0 0,-1 1-1 0 0,1 0 0 0 0,0 0 1 0 0,-1 0-1 0 0,1-1 1 0 0,0 1-1 0 0,0 0 0 0 0,-1 0 1 0 0,1 0-1 0 0,0-1 1 0 0,0 1-1 0 0,0 0 0 0 0,0 1 1 0 0,17 275 4564 0 0,-8-171-3848 0 0,51 836 1674 0 0,-37-560-2212 0 0,-20-340-282 0 0,1 6-362 0 0,-2 1 0 0 0,-2-1 0 0 0,-9 68 1 0 0,0-88-1252 0 0,9-27 1510 0 0,0 0-1 0 0,-1 0 1 0 0,1-1 0 0 0,0 1 0 0 0,-1 0-1 0 0,1 0 1 0 0,0-1 0 0 0,-1 1-1 0 0,1 0 1 0 0,-1-1 0 0 0,1 1 0 0 0,-1-1-1 0 0,0 1 1 0 0,1-1 0 0 0,-1 1-1 0 0,1-1 1 0 0,-1 1 0 0 0,0-1 0 0 0,0 1-1 0 0,1-1 1 0 0,-1 0 0 0 0,0 1-1 0 0,1-1 1 0 0,-1 0 0 0 0,0 0 0 0 0,0 0-1 0 0,0 1 1 0 0,1-1 0 0 0,-1 0-1 0 0,0 0 1 0 0,0 0 0 0 0,0 0 0 0 0,1 0-1 0 0,-1-1 1 0 0,-1 1 0 0 0,-1-2-243 0 0,0 0 1 0 0,0 1 0 0 0,1-1 0 0 0,-1-1-1 0 0,1 1 1 0 0,0 0 0 0 0,-1-1-1 0 0,1 1 1 0 0,0-1 0 0 0,0 0-1 0 0,1 1 1 0 0,-3-6 0 0 0,-18-43-5124 0 0,18 39 3938 0 0,-11-25-3832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12 552 1660 0 0,'-2'-15'495'0'0,"-4"-33"1632"0"0,2 0 1 0 0,6-94-1 0 0,-1 128-1862 0 0,1 0 0 0 0,0 1 0 0 0,1-1-1 0 0,1 1 1 0 0,0-1 0 0 0,1 1 0 0 0,0 1 0 0 0,1-1 0 0 0,1 1-1 0 0,0 0 1 0 0,0 0 0 0 0,1 1 0 0 0,1 0 0 0 0,0 0 0 0 0,11-10 0 0 0,-8 11-48 0 0,1 0 0 0 0,1 1 0 0 0,-1 1 1 0 0,1 0-1 0 0,1 0 0 0 0,0 2 1 0 0,0 0-1 0 0,0 0 0 0 0,0 2 0 0 0,1 0 1 0 0,0 0-1 0 0,0 2 0 0 0,0 0 1 0 0,0 1-1 0 0,0 0 0 0 0,0 1 0 0 0,22 4 1 0 0,-10-1-24 0 0,0 2 0 0 0,0 1 1 0 0,-1 2-1 0 0,0 0 0 0 0,0 2 0 0 0,-1 1 1 0 0,-1 1-1 0 0,0 1 0 0 0,27 19 0 0 0,-43-26-74 0 0,-1 0-1 0 0,0 1 1 0 0,0 0-1 0 0,0 0 1 0 0,-1 1-1 0 0,0 0 1 0 0,-1 0-1 0 0,0 0 1 0 0,0 1-1 0 0,-1 0 1 0 0,0 0-1 0 0,6 15 1 0 0,-9-16-53 0 0,0-1 0 0 0,0 0 1 0 0,0 0-1 0 0,-1 1 0 0 0,0-1 0 0 0,-1 1 0 0 0,0-1 1 0 0,0 1-1 0 0,-1-1 0 0 0,0 1 0 0 0,0-1 1 0 0,0 1-1 0 0,-1-1 0 0 0,0 0 0 0 0,-1 0 1 0 0,0 0-1 0 0,0 0 0 0 0,-4 6 0 0 0,-2 2-29 0 0,0-1-1 0 0,-1 0 1 0 0,-1-1-1 0 0,0 0 1 0 0,-1-1-1 0 0,0 0 1 0 0,-1-1-1 0 0,0 0 1 0 0,-1-1-1 0 0,0-1 1 0 0,-1 0-1 0 0,0-1 1 0 0,0 0-1 0 0,-1-2 1 0 0,0 1 0 0 0,0-2-1 0 0,0 0 1 0 0,-33 4-1 0 0,46-8-103 0 0,0-1 0 0 0,0 0 0 0 0,0 0 1 0 0,0 0-1 0 0,0 0 0 0 0,0-1 0 0 0,0 1 0 0 0,0-1 0 0 0,0 0 0 0 0,1 0 1 0 0,-1 0-1 0 0,0 0 0 0 0,-4-2 0 0 0,7 2 23 0 0,-1 1 1 0 0,1-1-1 0 0,-1 0 1 0 0,1 1 0 0 0,-1-1-1 0 0,1 0 1 0 0,-1 0-1 0 0,1 1 1 0 0,-1-1-1 0 0,1 0 1 0 0,0 0-1 0 0,-1 0 1 0 0,1 0-1 0 0,0 0 1 0 0,0 1-1 0 0,0-1 1 0 0,0 0-1 0 0,0 0 1 0 0,0 0-1 0 0,0 0 1 0 0,0 0-1 0 0,0 0 1 0 0,0-1-1 0 0,1 1-81 0 0,0-4-108 0 0,0 0 1 0 0,1 0-1 0 0,0 0 0 0 0,0 0 1 0 0,1 0-1 0 0,0 0 1 0 0,-1 0-1 0 0,1 1 1 0 0,1 0-1 0 0,-1-1 0 0 0,1 1 1 0 0,4-4-1 0 0,4-6-407 0 0,151-176-6395 0 0,-125 141 4014 0 0,-3-3-978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0 335 976 0 0,'6'-67'4413'0'0,"-3"-1"-1"0"0,-7-72 1 0 0,3 130-4109 0 0,-1-34 2486 0 0,2 39-1360 0 0,3 27-706 0 0,105 835 3470 0 0,-97-767-4091 0 0,10 61-72 0 0,-17-117-19 0 0,-3-26 26 0 0,0-1 0 0 0,0 1-1 0 0,0 0 1 0 0,1-1 0 0 0,0 1 0 0 0,0-1 0 0 0,6 12 0 0 0,-6-19-31 0 0,-1 0 0 0 0,0-1 0 0 0,1 1-1 0 0,-1-1 1 0 0,1 0 0 0 0,-1 1 0 0 0,0-1 0 0 0,1 0 0 0 0,-1 0 0 0 0,0 0 0 0 0,0 0 0 0 0,0 0-1 0 0,0 0 1 0 0,1-1 0 0 0,16-21-90 0 0,-1-2 0 0 0,-1 0 0 0 0,21-46 0 0 0,-20 38 22 0 0,-7 12 5 0 0,1 1 1 0 0,1 0-1 0 0,1 0 1 0 0,0 2-1 0 0,2-1 1 0 0,26-26-1 0 0,-38 43 49 0 0,-1 0-1 0 0,1 0 1 0 0,-1 0-1 0 0,1 0 1 0 0,0 0-1 0 0,-1 1 1 0 0,1-1 0 0 0,0 1-1 0 0,0 0 1 0 0,0 0-1 0 0,0 0 1 0 0,1 0-1 0 0,-1 0 1 0 0,0 1-1 0 0,0 0 1 0 0,0-1 0 0 0,1 1-1 0 0,-1 0 1 0 0,0 0-1 0 0,0 1 1 0 0,0-1-1 0 0,1 1 1 0 0,-1 0 0 0 0,0 0-1 0 0,0 0 1 0 0,0 0-1 0 0,0 0 1 0 0,0 0-1 0 0,0 1 1 0 0,-1 0-1 0 0,5 3 1 0 0,1 1 21 0 0,-1 1 0 0 0,0-1 0 0 0,-1 2 1 0 0,0-1-1 0 0,0 1 0 0 0,-1 0 0 0 0,1 0 0 0 0,-2 1 0 0 0,6 10 0 0 0,1 10 88 0 0,15 59 0 0 0,4 12-1270 0 0,-28-96 955 0 0,-1 0 0 0 0,1 0 0 0 0,0 0 0 0 0,0-1 0 0 0,1 1 0 0 0,-1-1 0 0 0,1 1 0 0 0,0-1 0 0 0,-1 0 0 0 0,2 0 0 0 0,-1 0-1 0 0,0-1 1 0 0,0 1 0 0 0,1-1 0 0 0,-1 0 0 0 0,1 1 0 0 0,0-2 0 0 0,0 1 0 0 0,0 0 0 0 0,0-1 0 0 0,0 0 0 0 0,0 0 0 0 0,6 1 0 0 0,-3-1-82 0 0,-1-1 1 0 0,1 0 0 0 0,0-1 0 0 0,0 1-1 0 0,0-1 1 0 0,0-1 0 0 0,0 1-1 0 0,-1-1 1 0 0,1 0 0 0 0,-1 0 0 0 0,1-1-1 0 0,-1 0 1 0 0,10-6 0 0 0,-6 2 185 0 0,-1-1 1 0 0,0 1-1 0 0,-1-2 1 0 0,0 1-1 0 0,0-1 1 0 0,0 0-1 0 0,-1 0 1 0 0,-1-1-1 0 0,0 0 1 0 0,0-1-1 0 0,-1 1 1 0 0,5-13-1 0 0,-2 2 726 0 0,-1-1 0 0 0,-1 0-1 0 0,-1-1 1 0 0,-1 1 0 0 0,2-32-1 0 0,-4-46 5094 0 0,-6 162-4330 0 0,4-15-676 0 0,2 99 237 0 0,0-120-867 0 0,1 0 0 0 0,1 1 0 0 0,11 35 0 0 0,-14-60-159 0 0,-1 1 1 0 0,1-1-1 0 0,0 1 1 0 0,0-1-1 0 0,0 1 1 0 0,0-1-1 0 0,0 0 1 0 0,1 1-1 0 0,-1-1 1 0 0,1 0-1 0 0,-1 0 1 0 0,1 0-1 0 0,0 0 1 0 0,0 0 0 0 0,0-1-1 0 0,0 1 1 0 0,0 0-1 0 0,0-1 1 0 0,0 1-1 0 0,0-1 1 0 0,1 0-1 0 0,-1 0 1 0 0,1 0-1 0 0,-1 0 1 0 0,1 0-1 0 0,-1-1 1 0 0,1 1-1 0 0,-1-1 1 0 0,1 1-1 0 0,0-1 1 0 0,-1 0 0 0 0,1 0-1 0 0,0 0 1 0 0,-1-1-1 0 0,1 1 1 0 0,-1-1-1 0 0,1 1 1 0 0,3-2-1 0 0,1-1-621 0 0,1 0 0 0 0,-1 0 0 0 0,0-1 0 0 0,0 0-1 0 0,0 0 1 0 0,0-1 0 0 0,-1 1 0 0 0,0-2 0 0 0,0 1 0 0 0,0-1-1 0 0,8-10 1 0 0,5-11-3493 0 0,0-4-1881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5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74 1692 0 0,'-13'-11'2539'0'0,"-1"1"-1"0"0,-23-14 1 0 0,27 19-1699 0 0,1 0 0 0 0,-1 0 0 0 0,0 1-1 0 0,-20-5 1 0 0,29 9-822 0 0,0 0 0 0 0,0 0-1 0 0,0 0 1 0 0,0 0 0 0 0,0 0-1 0 0,0 0 1 0 0,0 0 0 0 0,0 0-1 0 0,0 0 1 0 0,0 1 0 0 0,0-1-1 0 0,0 0 1 0 0,0 1 0 0 0,1-1-1 0 0,-1 0 1 0 0,0 1 0 0 0,0-1-1 0 0,0 1 1 0 0,0 0 0 0 0,1-1-1 0 0,-1 1 1 0 0,0-1-1 0 0,0 1 1 0 0,1 0 0 0 0,-1 0-1 0 0,1-1 1 0 0,-1 1 0 0 0,0 1-1 0 0,0 1-107 0 0,0-1-1 0 0,0 0 1 0 0,0 0-1 0 0,0 1 1 0 0,0-1-1 0 0,1 1 1 0 0,-1-1-1 0 0,0 4 1 0 0,1 3-901 0 0,1 0 0 0 0,0 0 0 0 0,0 0 0 0 0,0 0 0 0 0,1 0 0 0 0,3 9 0 0 0,3 3-2873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5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50 1116 0 0,'2'-1'4657'0'0,"-1"1"-4487"0"0,-1-1 0 0 0,1 1-1 0 0,0 0 1 0 0,-1 0 0 0 0,1-1-1 0 0,-1 1 1 0 0,1-1 0 0 0,-1 1-1 0 0,1-1 1 0 0,-1 1 0 0 0,1 0-1 0 0,-1-1 1 0 0,1 0 0 0 0,-1 1-1 0 0,1-1 1 0 0,-1 1 0 0 0,0-1-1 0 0,0 1 1 0 0,1-1 0 0 0,-1 0 0 0 0,0 1-1 0 0,0-1 1 0 0,0 0 0 0 0,1 1-1 0 0,-1-1 1 0 0,0 0 0 0 0,0 1-1 0 0,0-1 1 0 0,0 0 0 0 0,0 1-1 0 0,0-1 1 0 0,0 0 0 0 0,-1 1-1 0 0,1-1 1 0 0,0 0 0 0 0,0 1-1 0 0,0-1 1 0 0,-1 1 0 0 0,1-1-1 0 0,0 0 1 0 0,-1 1 0 0 0,1-1 0 0 0,0 1-1 0 0,-1-1 1 0 0,1 1 0 0 0,-1-1-1 0 0,1 1 1 0 0,-1-1 0 0 0,1 1-1 0 0,-1 0 1 0 0,1-1 0 0 0,-1 1-1 0 0,0 0 1 0 0,1-1 0 0 0,-2 1-1 0 0,-6-4 224 0 0,-1 1-1 0 0,1 0 0 0 0,-1 0 1 0 0,0 1-1 0 0,0 0 0 0 0,1 1 1 0 0,-1 0-1 0 0,0 0 0 0 0,0 1 1 0 0,0 0-1 0 0,-13 2 0 0 0,5 0-178 0 0,0 1 0 0 0,0 1-1 0 0,0 0 1 0 0,1 1-1 0 0,-21 9 1 0 0,26-9-169 0 0,-1 2 1 0 0,1-1 0 0 0,1 2 0 0 0,-1-1-1 0 0,2 1 1 0 0,-1 1 0 0 0,1 0 0 0 0,0 0-1 0 0,0 1 1 0 0,-11 18 0 0 0,14-19-37 0 0,1 0 1 0 0,0 0 0 0 0,0 0-1 0 0,1 1 1 0 0,1 0 0 0 0,-1 0 0 0 0,1 0-1 0 0,1 0 1 0 0,0 0 0 0 0,0 1-1 0 0,1-1 1 0 0,1 1 0 0 0,0 14-1 0 0,1-19-131 0 0,0 0 0 0 0,0 0-1 0 0,1 0 1 0 0,0 0 0 0 0,0-1-1 0 0,1 1 1 0 0,-1-1 0 0 0,1 1-1 0 0,0-1 1 0 0,1 0 0 0 0,-1 0-1 0 0,1 0 1 0 0,0-1 0 0 0,0 1-1 0 0,0-1 1 0 0,1 0 0 0 0,0 0 0 0 0,0 0-1 0 0,0-1 1 0 0,0 0 0 0 0,0 0-1 0 0,1 0 1 0 0,-1-1 0 0 0,7 3-1 0 0,5 1-1169 0 0,-1-1-1 0 0,2-1 1 0 0,-1 0 0 0 0,0-2-1 0 0,1 0 1 0 0,-1 0-1 0 0,21-2 1 0 0,3-2-4810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6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1072 2440 0 0,'1'-3'422'0'0,"-1"0"-1"0"0,1 0 0 0 0,-1 0 0 0 0,1 0 1 0 0,-1 0-1 0 0,0-1 0 0 0,0 1 1 0 0,0 0-1 0 0,-1 0 0 0 0,1 0 1 0 0,-1 0-1 0 0,0 0 0 0 0,0 0 0 0 0,0 0 1 0 0,0 0-1 0 0,0 0 0 0 0,-1 1 1 0 0,1-1-1 0 0,-1 0 0 0 0,0 1 1 0 0,1-1-1 0 0,-1 1 0 0 0,0 0 0 0 0,-1-1 1 0 0,1 1-1 0 0,-4-2 0 0 0,4 2-250 0 0,-1 1 0 0 0,0-1 0 0 0,0 1 0 0 0,0 0 0 0 0,0 0 0 0 0,0 0-1 0 0,0 0 1 0 0,0 0 0 0 0,0 1 0 0 0,0-1 0 0 0,0 1 0 0 0,0 0 0 0 0,0 0-1 0 0,0 0 1 0 0,0 1 0 0 0,0-1 0 0 0,-4 1 0 0 0,-4 3 62 0 0,0 0 1 0 0,0 0-1 0 0,0 1 1 0 0,1 0-1 0 0,0 1 0 0 0,0 0 1 0 0,1 1-1 0 0,-1 0 1 0 0,1 0-1 0 0,1 1 0 0 0,0 0 1 0 0,-10 12-1 0 0,4-2-68 0 0,0 0 1 0 0,1 1-1 0 0,2 1 0 0 0,0 0 0 0 0,-12 28 0 0 0,17-32-111 0 0,1 0 0 0 0,0 0 0 0 0,1 1 0 0 0,1-1 0 0 0,0 1 0 0 0,2 0 0 0 0,-1 18 1 0 0,2-29-47 0 0,1-1 0 0 0,-1 0 1 0 0,1 1-1 0 0,0-1 1 0 0,1 1-1 0 0,-1-1 0 0 0,1 0 1 0 0,0 0-1 0 0,0 0 1 0 0,1 0-1 0 0,3 5 1 0 0,-4-7-11 0 0,1 0 1 0 0,-1 0 0 0 0,1-1 0 0 0,0 1 0 0 0,0-1 0 0 0,0 1 0 0 0,0-1 0 0 0,0 0 0 0 0,1 0 0 0 0,-1-1 0 0 0,0 1-1 0 0,1-1 1 0 0,0 0 0 0 0,-1 1 0 0 0,1-2 0 0 0,0 1 0 0 0,6 1 0 0 0,-1-2-68 0 0,1 1-1 0 0,-1-1 1 0 0,0 0 0 0 0,0-1-1 0 0,1 0 1 0 0,-1-1 0 0 0,0 0-1 0 0,0 0 1 0 0,0-1 0 0 0,-1 0-1 0 0,10-5 1 0 0,-7 3-14 0 0,0-2-1 0 0,-1 1 1 0 0,0-2 0 0 0,0 1 0 0 0,-1-1 0 0 0,1-1-1 0 0,11-14 1 0 0,-6 4 11 0 0,-2-1-1 0 0,0-1 0 0 0,-1 1 1 0 0,-1-2-1 0 0,-1 0 1 0 0,-1 0-1 0 0,0-1 1 0 0,4-24-1 0 0,22-71 514 0 0,-34 115-15 0 0,7 44 509 0 0,-10 39 182 0 0,0-44-888 0 0,1 1 1 0 0,2 0-1 0 0,12 70 0 0 0,-13-104-221 0 0,1-1-1 0 0,0 1 0 0 0,0-1 1 0 0,0 1-1 0 0,0-1 0 0 0,0 1 0 0 0,0-1 1 0 0,1 1-1 0 0,-1-1 0 0 0,1 0 1 0 0,0 0-1 0 0,0 0 0 0 0,-1 0 0 0 0,1 0 1 0 0,1 0-1 0 0,-1 0 0 0 0,0-1 0 0 0,0 1 1 0 0,1-1-1 0 0,-1 0 0 0 0,0 1 1 0 0,1-1-1 0 0,4 1 0 0 0,-2-1-2 0 0,1 0 1 0 0,-1 0-1 0 0,1-1 0 0 0,-1 1 1 0 0,1-1-1 0 0,-1-1 0 0 0,1 1 1 0 0,-1-1-1 0 0,1 0 0 0 0,-1 0 1 0 0,6-2-1 0 0,4-2-12 0 0,1-1 0 0 0,-1-1 0 0 0,0 0-1 0 0,-1-1 1 0 0,0 0 0 0 0,0-1 0 0 0,14-13 0 0 0,-10 5-51 0 0,0 0 1 0 0,-1-1-1 0 0,-1-1 0 0 0,18-25 1 0 0,-10 5-75 0 0,-2 0 1 0 0,-1-2-1 0 0,-2 0 0 0 0,25-78 1 0 0,-26 55 90 0 0,-3 0 1 0 0,-2 0-1 0 0,-4-2 1 0 0,-2 1-1 0 0,-3-1 1 0 0,-2 0-1 0 0,-4 0 1 0 0,-3 0-1 0 0,-2 1 1 0 0,-20-78-1 0 0,21 117 91 0 0,-11-26 0 0 0,13 43-26 0 0,1 1 1 0 0,-1 0-1 0 0,-1-1 1 0 0,0 1-1 0 0,0 1 1 0 0,-9-12-1 0 0,13 18-3 0 0,-1-1 1 0 0,1 1-1 0 0,-1-1 0 0 0,0 1 0 0 0,0 0 1 0 0,0 0-1 0 0,1 0 0 0 0,-1 0 1 0 0,0 0-1 0 0,0 0 0 0 0,0 0 0 0 0,-1 1 1 0 0,1-1-1 0 0,0 1 0 0 0,0-1 1 0 0,0 1-1 0 0,0 0 0 0 0,-1 0 0 0 0,1 0 1 0 0,0 0-1 0 0,0 0 0 0 0,0 0 1 0 0,0 1-1 0 0,-1-1 0 0 0,1 1 0 0 0,0-1 1 0 0,0 1-1 0 0,0 0 0 0 0,0 0 0 0 0,0 0 1 0 0,0 0-1 0 0,0 0 0 0 0,1 1 1 0 0,-1-1-1 0 0,-2 2 0 0 0,-5 5 143 0 0,0 1-1 0 0,0-1 1 0 0,0 2-1 0 0,-13 18 1 0 0,-1 7 313 0 0,2 0 0 0 0,1 2 1 0 0,1 0-1 0 0,2 1 0 0 0,-20 71 1 0 0,21-51 14 0 0,3 1-1 0 0,3 1 1 0 0,-5 84 0 0 0,13-93-358 0 0,3 0 0 0 0,1 1 0 0 0,3-1-1 0 0,2 0 1 0 0,3-1 0 0 0,15 50 0 0 0,-14-67-570 0 0,2 1 1 0 0,1-2-1 0 0,32 54 1 0 0,-31-62-407 0 0,2-1 0 0 0,0 0 1 0 0,1-2-1 0 0,2 0 1 0 0,26 22-1 0 0,45 27-4189 0 0,-25-31-1541 0 0,-4-11-2157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32 408 0 0,'-7'-6'6745'0'0,"-1"-7"-6025"0"0,8 0-3289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1178 164 0 0,'-1'-23'2319'0'0,"1"7"-294"0"0,0 1 1 0 0,4-28-1 0 0,-4 41-1941 0 0,1 1 1 0 0,-1 0-1 0 0,1 0 0 0 0,-1 0 0 0 0,1 0 0 0 0,0-1 0 0 0,-1 1 0 0 0,1 0 0 0 0,0 0 0 0 0,0 0 0 0 0,0 0 0 0 0,-1 1 0 0 0,1-1 0 0 0,0 0 0 0 0,0 0 0 0 0,0 0 0 0 0,1 1 0 0 0,-1-1 0 0 0,0 1 0 0 0,0-1 0 0 0,0 1 0 0 0,0-1 0 0 0,3 0 0 0 0,25-1 789 0 0,-21 3-728 0 0,1 1 0 0 0,-1 1 0 0 0,0-1 0 0 0,0 1 0 0 0,0 0 0 0 0,0 1 0 0 0,0 0 0 0 0,-1 1 0 0 0,1-1 0 0 0,-1 1 0 0 0,0 1 0 0 0,8 7 0 0 0,1 3 143 0 0,-2-1 1 0 0,0 2-1 0 0,21 30 0 0 0,-25-30-79 0 0,-1-1 0 0 0,-1 2 1 0 0,0-1-1 0 0,-1 1 0 0 0,-1 0 0 0 0,-1 1 0 0 0,0-1 0 0 0,-1 1 0 0 0,-1 0 0 0 0,-1 0 0 0 0,-1 0 0 0 0,-1 0 0 0 0,0 0 0 0 0,-1 0 0 0 0,-5 26 0 0 0,-3-18 281 0 0,9-26-439 0 0,-1 1 0 0 0,1-1 0 0 0,-1 1 0 0 0,1-1 0 0 0,-1 0 0 0 0,0 1 0 0 0,1-1 0 0 0,-1 0 0 0 0,0 1 0 0 0,0-1 0 0 0,0 0 0 0 0,0 0 0 0 0,0 0 0 0 0,0 0 0 0 0,-2 1 0 0 0,2-2-43 0 0,0 0 0 0 0,0 0 1 0 0,0 0-1 0 0,0 0 0 0 0,0-1 0 0 0,0 1 1 0 0,1 0-1 0 0,-1-1 0 0 0,0 1 0 0 0,0-1 1 0 0,0 1-1 0 0,1-1 0 0 0,-1 1 0 0 0,0-1 1 0 0,0 1-1 0 0,1-1 0 0 0,-1 0 0 0 0,0 1 1 0 0,1-1-1 0 0,-1 0 0 0 0,1 0 0 0 0,-1 1 1 0 0,1-1-1 0 0,0 0 0 0 0,-1 0 0 0 0,1 0 1 0 0,-1-1-1 0 0,-4-29 72 0 0,4 1-60 0 0,2-1 0 0 0,1 1-1 0 0,1-1 1 0 0,1 1 0 0 0,15-50 0 0 0,-13 60-44 0 0,1 0 1 0 0,1 1-1 0 0,0-1 1 0 0,2 2-1 0 0,0-1 1 0 0,1 1-1 0 0,1 1 1 0 0,0 0 0 0 0,18-18-1 0 0,-26 31 34 0 0,0 0 0 0 0,0 0 0 0 0,1 0 0 0 0,-1 1 1 0 0,1 0-1 0 0,-1 0 0 0 0,1 0 0 0 0,0 1 0 0 0,0-1 0 0 0,1 1 0 0 0,-1 0 0 0 0,0 1 0 0 0,1-1 0 0 0,-1 1 1 0 0,1 0-1 0 0,-1 0 0 0 0,1 1 0 0 0,-1 0 0 0 0,1 0 0 0 0,0 0 0 0 0,-1 1 0 0 0,1-1 0 0 0,-1 1 0 0 0,1 1 1 0 0,-1-1-1 0 0,0 1 0 0 0,1 0 0 0 0,-1 0 0 0 0,0 0 0 0 0,0 1 0 0 0,0 0 0 0 0,-1 0 0 0 0,8 6 0 0 0,0 1 61 0 0,-1 0-1 0 0,0 1 0 0 0,-1 0 0 0 0,0 1 0 0 0,-1 0 0 0 0,0 0 0 0 0,-1 1 0 0 0,9 21 0 0 0,-5-8 5 0 0,-1 1 1 0 0,-2 0-1 0 0,10 43 1 0 0,-15-54 198 0 0,0 0 1 0 0,12 27 0 0 0,-15-41-7 0 0,7-26 20 0 0,-2-11-274 0 0,3-1 0 0 0,1 1 0 0 0,1 0 0 0 0,28-57 0 0 0,-30 75-39 0 0,1 0 0 0 0,1 0 0 0 0,0 1 0 0 0,1 0 0 0 0,0 1 0 0 0,1 1 0 0 0,1 0 0 0 0,1 1 0 0 0,0 0 0 0 0,25-16 0 0 0,-35 26 17 0 0,0 0 1 0 0,0 1-1 0 0,0-1 1 0 0,0 1-1 0 0,0 1 1 0 0,0-1-1 0 0,1 1 1 0 0,-1 0-1 0 0,0 0 1 0 0,1 0-1 0 0,-1 1 1 0 0,1 0-1 0 0,-1 0 1 0 0,1 0-1 0 0,-1 1 1 0 0,1 0-1 0 0,6 1 0 0 0,-6 0 19 0 0,1 1-1 0 0,-1-1 0 0 0,0 1 1 0 0,-1 0-1 0 0,1 1 0 0 0,-1-1 0 0 0,1 1 1 0 0,-1 0-1 0 0,0 1 0 0 0,0-1 1 0 0,-1 1-1 0 0,1 0 0 0 0,-1 0 0 0 0,4 6 1 0 0,3 7 81 0 0,-1-1 1 0 0,-1 2-1 0 0,14 37 1 0 0,9 59 19 0 0,-10-27-109 0 0,-20-81 3 0 0,0 0-1 0 0,1 0 1 0 0,0 0-1 0 0,0 0 1 0 0,0-1-1 0 0,1 1 1 0 0,0-1-1 0 0,0 0 1 0 0,1 0-1 0 0,-1 0 1 0 0,1-1-1 0 0,6 5 1 0 0,-6-6-2 0 0,-1-1 1 0 0,1 0-1 0 0,0-1 1 0 0,0 1-1 0 0,0-1 1 0 0,0 0 0 0 0,1 0-1 0 0,-1-1 1 0 0,0 0-1 0 0,1 0 1 0 0,-1 0-1 0 0,1 0 1 0 0,0-1-1 0 0,-1 0 1 0 0,1 0-1 0 0,8-2 1 0 0,-5 1-6 0 0,-1-1 0 0 0,1 0-1 0 0,-1 0 1 0 0,1-1 0 0 0,-1 0 0 0 0,0 0 0 0 0,0-1 0 0 0,-1 0 0 0 0,1 0 0 0 0,7-6 0 0 0,-5 1-3 0 0,0 1 0 0 0,0-2 0 0 0,-1 1 0 0 0,0-1 1 0 0,0 0-1 0 0,7-13 0 0 0,-5 5-1 0 0,-1-1 1 0 0,0 1-1 0 0,-2-1 0 0 0,0-1 0 0 0,-1 0 1 0 0,-1 0-1 0 0,-1 0 0 0 0,3-28 0 0 0,-6 32 4 0 0,2-13-10 0 0,-1-1 0 0 0,-1 1-1 0 0,-2-1 1 0 0,-4-37-1 0 0,4 66 10 0 0,0 1 0 0 0,0-1 0 0 0,0 1 0 0 0,0-1 0 0 0,0 0 0 0 0,0 1-1 0 0,0-1 1 0 0,-1 1 0 0 0,1-1 0 0 0,0 1 0 0 0,0-1 0 0 0,-1 1 0 0 0,1-1 0 0 0,0 1-1 0 0,-1-1 1 0 0,1 1 0 0 0,0-1 0 0 0,-1 1 0 0 0,1-1 0 0 0,-1 1 0 0 0,1 0 0 0 0,0-1-1 0 0,-1 1 1 0 0,1 0 0 0 0,-1-1 0 0 0,1 1 0 0 0,-1 0 0 0 0,0 0 0 0 0,1 0 0 0 0,-1-1-1 0 0,1 1 1 0 0,-1 0 0 0 0,1 0 0 0 0,-1 0 0 0 0,0 0 0 0 0,1 0 0 0 0,-1 0 0 0 0,1 0-1 0 0,-1 0 1 0 0,1 0 0 0 0,-1 0 0 0 0,0 0 0 0 0,1 0 0 0 0,-1 1 0 0 0,0-1 0 0 0,-2 1-3 0 0,1 0 0 0 0,0 1 1 0 0,-1-1-1 0 0,1 0 0 0 0,0 1 0 0 0,0-1 1 0 0,-4 5-1 0 0,2-1-1 0 0,0 1 1 0 0,0 0-1 0 0,0 0 0 0 0,1 0 1 0 0,0 0-1 0 0,0 1 0 0 0,0-1 1 0 0,1 1-1 0 0,0-1 0 0 0,-1 12 1 0 0,-1 7 47 0 0,0 38 0 0 0,3-58-38 0 0,1 13-1 0 0,0 0 1 0 0,1 0-1 0 0,1 1 0 0 0,1-1 1 0 0,0 0-1 0 0,2-1 0 0 0,0 1 1 0 0,11 25-1 0 0,-13-35-19 0 0,1 0-1 0 0,1 0 1 0 0,-1 0 0 0 0,1-1-1 0 0,0 1 1 0 0,1-1 0 0 0,0-1-1 0 0,0 1 1 0 0,1-1 0 0 0,-1 0-1 0 0,1-1 1 0 0,1 1 0 0 0,-1-1-1 0 0,1-1 1 0 0,0 1 0 0 0,0-1-1 0 0,0-1 1 0 0,0 1 0 0 0,11 1-1 0 0,0-1-250 0 0,-1-1-1 0 0,0 0 0 0 0,1-2 1 0 0,0 0-1 0 0,-1-2 0 0 0,1 0 0 0 0,0 0 1 0 0,-1-2-1 0 0,0 0 0 0 0,1-2 1 0 0,-1 0-1 0 0,-1-1 0 0 0,1 0 0 0 0,28-16 1 0 0,-26 11-48 0 0,-1-1 0 0 0,0-1 0 0 0,-1-1 0 0 0,0 0 0 0 0,-1-1 1 0 0,-1-1-1 0 0,-1-1 0 0 0,0 0 0 0 0,-1-1 0 0 0,-1-1 0 0 0,19-34 0 0 0,-17 21 85 0 0,-1-1 0 0 0,-2 0 0 0 0,-1 0 0 0 0,11-66 0 0 0,-11 25 27 0 0,1-95 1 0 0,-10 78 760 0 0,-5 1 0 0 0,-3 0 0 0 0,-4 0 0 0 0,-26-106 0 0 0,8 68 1589 0 0,23 120-1331 0 0,-1 14-504 0 0,0 15 15 0 0,2 55 656 0 0,7 82 0 0 0,1-57-474 0 0,-4-50-324 0 0,25 537 1192 0 0,-22-550-1421 0 0,1 1 1 0 0,2-2 0 0 0,2 1-1 0 0,17 48 1 0 0,-21-75-118 0 0,0-1 1 0 0,1 0-1 0 0,0-1 0 0 0,1 1 1 0 0,0-1-1 0 0,1-1 1 0 0,0 1-1 0 0,13 12 0 0 0,-14-16-79 0 0,0 0-1 0 0,0-1 0 0 0,1 0 0 0 0,0 0 1 0 0,0 0-1 0 0,0-1 0 0 0,1 0 1 0 0,-1 0-1 0 0,1 0 0 0 0,-1-1 0 0 0,1-1 1 0 0,0 1-1 0 0,10 0 0 0 0,-9-2-161 0 0,1 0-1 0 0,-1 0 1 0 0,0-1-1 0 0,1 0 0 0 0,-1-1 1 0 0,0 0-1 0 0,0 0 1 0 0,0-1-1 0 0,0 0 0 0 0,-1-1 1 0 0,1 0-1 0 0,-1 0 1 0 0,0-1-1 0 0,0 0 1 0 0,13-11-1 0 0,-8 4-412 0 0,0 0 0 0 0,-1-1 1 0 0,0-1-1 0 0,-1 0 0 0 0,-1-1 0 0 0,0 0 0 0 0,11-24 0 0 0,6-16-1759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71 601 4812 0 0,'4'-88'2047'0'0,"-12"-117"-1"0"0,-27-87 4684 0 0,31 277-5729 0 0,4 15-983 0 0,-1 0 0 0 0,1 0 0 0 0,0 0 0 0 0,0-1 0 0 0,0 1 0 0 0,0 0 0 0 0,0 0 0 0 0,0 0 0 0 0,-1 0 0 0 0,1 0 0 0 0,0 0 0 0 0,0 0 0 0 0,0 0 0 0 0,0 0 0 0 0,0 0 0 0 0,0 0 0 0 0,-1 0 0 0 0,1 0 0 0 0,0 0 0 0 0,0 0 0 0 0,0 0 0 0 0,0 0 0 0 0,0 0 0 0 0,-1 0 0 0 0,1 0 0 0 0,0 0 0 0 0,0 0 0 0 0,0 0 0 0 0,0 0 0 0 0,0 1 0 0 0,0-1 0 0 0,-1 0 0 0 0,1 0 0 0 0,0 0 0 0 0,0 0 0 0 0,0 0 0 0 0,0 0 0 0 0,0 0 0 0 0,0 0 0 0 0,0 1 0 0 0,0-1-1 0 0,0 0 1 0 0,0 0 0 0 0,0 0 0 0 0,-1 0 0 0 0,1 0 0 0 0,0 1 0 0 0,-8 25 933 0 0,-2 91 912 0 0,7 196 0 0 0,4-251-1616 0 0,0 12-51 0 0,4 0 0 0 0,3-1-1 0 0,3 0 1 0 0,25 86-1 0 0,-35-154-181 0 0,1 0 0 0 0,0 0-1 0 0,-1-1 1 0 0,2 1-1 0 0,-1 0 1 0 0,0-1-1 0 0,1 1 1 0 0,0-1 0 0 0,0 0-1 0 0,1 0 1 0 0,-1 0-1 0 0,1-1 1 0 0,4 5-1 0 0,-7-8-7 0 0,0 1 0 0 0,0-1 0 0 0,1 1 0 0 0,-1-1 0 0 0,0 1 0 0 0,1-1 0 0 0,-1 0-1 0 0,1 1 1 0 0,-1-1 0 0 0,1 0 0 0 0,-1 0 0 0 0,0 0 0 0 0,1 0 0 0 0,-1-1 0 0 0,1 1-1 0 0,-1 0 1 0 0,0 0 0 0 0,1-1 0 0 0,-1 1 0 0 0,2-2 0 0 0,24-12 65 0 0,-5-5-104 0 0,-1-1 0 0 0,-1-1 0 0 0,0 0 0 0 0,-2-2 0 0 0,19-29 0 0 0,35-42-77 0 0,-6 20 8 0 0,-64 73 94 0 0,-1 0 0 0 0,1 0 0 0 0,0 0 0 0 0,0 0 0 0 0,-1 0 0 0 0,1 0 0 0 0,0 1-1 0 0,0-1 1 0 0,0 1 0 0 0,0-1 0 0 0,0 1 0 0 0,0 0 0 0 0,0 0 0 0 0,0 0 0 0 0,0 0 0 0 0,0 0 0 0 0,0 0 0 0 0,2 1-1 0 0,-2-1 11 0 0,-1 0-4 0 0,1 1 1 0 0,-1-1-1 0 0,1 1 1 0 0,-1 0-1 0 0,0-1 0 0 0,1 1 1 0 0,-1 0-1 0 0,0 0 0 0 0,1 0 1 0 0,-1 0-1 0 0,0 0 0 0 0,0 0 1 0 0,0 0-1 0 0,0 0 1 0 0,0 0-1 0 0,0 1 0 0 0,0-1 1 0 0,-1 0-1 0 0,2 2 0 0 0,10 25 23 0 0,-11-26-18 0 0,12 39 257 0 0,-8-24-620 0 0,1 1-1 0 0,1-2 1 0 0,0 1-1 0 0,11 18 0 0 0,-14-30 69 0 0,-1 0 0 0 0,1 0 1 0 0,0-1-1 0 0,1 1 0 0 0,-1-1 0 0 0,1 0 0 0 0,-1 0 0 0 0,1-1 0 0 0,0 1 0 0 0,1-1 0 0 0,-1 0 0 0 0,0 0 0 0 0,1-1 0 0 0,0 0 0 0 0,0 0 0 0 0,8 2 1 0 0,-6-2-329 0 0,1 0 0 0 0,-1 0 0 0 0,1-1 0 0 0,-1 0 0 0 0,1-1 1 0 0,0 0-1 0 0,-1 0 0 0 0,1-1 0 0 0,-1 0 0 0 0,1 0 0 0 0,-1-1 1 0 0,1 0-1 0 0,-1-1 0 0 0,0 0 0 0 0,0 0 0 0 0,0 0 0 0 0,8-6 1 0 0,5-4-2530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58 348 4992 0 0,'2'-20'1397'0'0,"-1"0"0"0"0,0 0 0 0 0,-2 0 0 0 0,0 0 0 0 0,-2 0 0 0 0,0 0 0 0 0,-9-31-1 0 0,10 45-924 0 0,2 4-353 0 0,0 0 0 0 0,-1 0 0 0 0,1 0 1 0 0,-1 0-1 0 0,0 1 0 0 0,1-1 0 0 0,-1 0 0 0 0,0 0 0 0 0,0 1 1 0 0,0-1-1 0 0,-2-2 0 0 0,2 3 258 0 0,0 1-311 0 0,0 1-1 0 0,0-1 1 0 0,1 0 0 0 0,-1 1 0 0 0,0-1 0 0 0,0 1 0 0 0,0-1 0 0 0,1 1 0 0 0,-1-1-1 0 0,0 1 1 0 0,1 0 0 0 0,-1-1 0 0 0,1 1 0 0 0,-1 0 0 0 0,0 1 0 0 0,-3 11 147 0 0,0 0-1 0 0,2 0 1 0 0,-1 0 0 0 0,2 0 0 0 0,-1 0-1 0 0,2 1 1 0 0,0-1 0 0 0,0 0 0 0 0,2 1-1 0 0,2 13 1 0 0,-1-7-100 0 0,2-1-1 0 0,0 0 1 0 0,1 0-1 0 0,1-1 0 0 0,1 0 1 0 0,14 25-1 0 0,-19-38-97 0 0,1 0 0 0 0,0 0 0 0 0,0 0 0 0 0,0 0 0 0 0,1-1 0 0 0,0 0 0 0 0,0 0 0 0 0,0 0 0 0 0,0 0 0 0 0,0-1 0 0 0,1 0 0 0 0,-1 0 0 0 0,1 0 0 0 0,0-1 0 0 0,0 0 0 0 0,0 0 0 0 0,0-1 0 0 0,1 1 0 0 0,-1-1 0 0 0,0 0 0 0 0,1-1 0 0 0,-1 0 0 0 0,0 0 0 0 0,9-1 0 0 0,-8 0-18 0 0,1 0 1 0 0,-1-1 0 0 0,0 1 0 0 0,0-1 0 0 0,0-1-1 0 0,-1 1 1 0 0,1-1 0 0 0,-1 0 0 0 0,1-1 0 0 0,-1 0-1 0 0,0 0 1 0 0,0 0 0 0 0,-1-1 0 0 0,1 1 0 0 0,-1-2 0 0 0,0 1-1 0 0,0 0 1 0 0,-1-1 0 0 0,0 0 0 0 0,0 0 0 0 0,4-7-1 0 0,-2-2 6 0 0,-1 1-1 0 0,-1-1 0 0 0,0 0 0 0 0,-1-1 0 0 0,0 1 0 0 0,-1-1 0 0 0,-1 1 0 0 0,-1-1 0 0 0,0 0 0 0 0,-1 1 0 0 0,0-1 0 0 0,-1 1 0 0 0,-1 0 1 0 0,-1-1-1 0 0,0 1 0 0 0,-1 0 0 0 0,-1 1 0 0 0,0 0 0 0 0,-1-1 0 0 0,0 2 0 0 0,-1-1 0 0 0,-1 1 0 0 0,0 1 0 0 0,-12-14 0 0 0,17 21-8 0 0,0 1-1 0 0,0 0 1 0 0,0 1-1 0 0,-1-1 0 0 0,0 1 1 0 0,1-1-1 0 0,-1 1 0 0 0,0 1 1 0 0,-1-1-1 0 0,1 1 1 0 0,0 0-1 0 0,-1 0 0 0 0,1 0 1 0 0,-1 1-1 0 0,0 0 0 0 0,-7 0 1 0 0,6 1-62 0 0,-1 1 1 0 0,1 0-1 0 0,0 1 1 0 0,0 0-1 0 0,-1 0 1 0 0,1 0-1 0 0,0 1 1 0 0,1 0-1 0 0,-1 1 1 0 0,0-1-1 0 0,1 1 1 0 0,-8 7-1 0 0,8-6-201 0 0,1 0-1 0 0,0 0 0 0 0,0 1 1 0 0,0 0-1 0 0,1 0 0 0 0,0 0 1 0 0,0 1-1 0 0,1-1 0 0 0,-1 1 1 0 0,1 0-1 0 0,-2 8 1 0 0,4-11-190 0 0,0 0 0 0 0,0 0 1 0 0,1-1-1 0 0,-1 1 0 0 0,1 0 1 0 0,0 0-1 0 0,0 0 1 0 0,0 0-1 0 0,1 0 0 0 0,-1 0 1 0 0,1 0-1 0 0,0 0 1 0 0,0 0-1 0 0,1 0 0 0 0,-1 0 1 0 0,1-1-1 0 0,0 1 0 0 0,0-1 1 0 0,0 1-1 0 0,0-1 1 0 0,0 0-1 0 0,4 4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9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1055 64 0 0,'3'-4'772'0'0,"-1"0"-1"0"0,1 1 1 0 0,0-1 0 0 0,-1 0-1 0 0,0 0 1 0 0,0-1-1 0 0,0 1 1 0 0,0 0 0 0 0,-1-1-1 0 0,0 1 1 0 0,0-1 0 0 0,0 1-1 0 0,0-1 1 0 0,-1 0-1 0 0,0 1 1 0 0,0-1 0 0 0,-1-7-1 0 0,1 11-648 0 0,0-1 0 0 0,0 1-1 0 0,0 0 1 0 0,-1 0 0 0 0,1 0 0 0 0,-1 0-1 0 0,1 0 1 0 0,-1 0 0 0 0,1 0-1 0 0,-1 0 1 0 0,1 1 0 0 0,-1-1 0 0 0,0 0-1 0 0,0 0 1 0 0,1 0 0 0 0,-1 1-1 0 0,0-1 1 0 0,0 0 0 0 0,0 1 0 0 0,0-1-1 0 0,0 1 1 0 0,0-1 0 0 0,0 1-1 0 0,-1-1 1 0 0,0 0 12 0 0,0 1-1 0 0,0 0 1 0 0,-1 0 0 0 0,1 0-1 0 0,0 0 1 0 0,0 0-1 0 0,-1 0 1 0 0,1 1 0 0 0,0-1-1 0 0,0 1 1 0 0,-3 0-1 0 0,-3 2 126 0 0,1 0 0 0 0,-1 1 0 0 0,1 0 0 0 0,0 0 0 0 0,-7 6 1 0 0,-4 6 33 0 0,0 1 0 0 0,2 1 0 0 0,0 0 0 0 0,1 2 0 0 0,1-1 0 0 0,1 2 0 0 0,0 0 0 0 0,-14 36 0 0 0,21-45-221 0 0,1 0 0 0 0,1 0 0 0 0,0 1-1 0 0,1 0 1 0 0,1-1 0 0 0,0 1 0 0 0,0 0 0 0 0,1 24 0 0 0,1-33-63 0 0,0 1 0 0 0,0 0-1 0 0,1-1 1 0 0,0 1 0 0 0,0-1-1 0 0,0 1 1 0 0,0-1 0 0 0,1 0 0 0 0,0 0-1 0 0,0 1 1 0 0,0-1 0 0 0,0 0 0 0 0,1 0-1 0 0,-1-1 1 0 0,1 1 0 0 0,0-1-1 0 0,0 1 1 0 0,0-1 0 0 0,1 0 0 0 0,-1 0-1 0 0,1 0 1 0 0,-1 0 0 0 0,1-1 0 0 0,0 0-1 0 0,0 0 1 0 0,1 0 0 0 0,7 3 0 0 0,-3-3 9 0 0,0 1 0 0 0,0-2 0 0 0,0 0 1 0 0,0 0-1 0 0,0 0 0 0 0,1-1 0 0 0,-1 0 1 0 0,0-1-1 0 0,0 0 0 0 0,17-5 1 0 0,-13 2-28 0 0,-1 0 1 0 0,0-1 0 0 0,0 0 0 0 0,-1-1 0 0 0,0-1-1 0 0,0 0 1 0 0,12-9 0 0 0,-7 2-72 0 0,0-1-1 0 0,0 0 1 0 0,-2-1-1 0 0,0-1 1 0 0,-1 0 0 0 0,0-1-1 0 0,-2-1 1 0 0,0 1 0 0 0,9-23-1 0 0,4-20-247 0 0,-3-1 0 0 0,-3 0-1 0 0,21-129 1 0 0,-27 85 29 0 0,-2-178 0 0 0,-13 159 409 0 0,-21-127 0 0 0,24 249-86 0 0,-1 1 0 0 0,1-1 0 0 0,-1 1 0 0 0,1 0 0 0 0,-1-1 0 0 0,0 1 0 0 0,0-1 0 0 0,0 1 0 0 0,0 0 0 0 0,0 0 1 0 0,0 0-1 0 0,-1 0 0 0 0,1 0 0 0 0,-1 0 0 0 0,-3-3 0 0 0,0 5 165 0 0,1 4-124 0 0,1-1-1 0 0,-1 1 1 0 0,1 0-1 0 0,0 0 1 0 0,0 0-1 0 0,0 1 1 0 0,1-1 0 0 0,-1 1-1 0 0,1-1 1 0 0,-3 10-1 0 0,-14 57 505 0 0,16-55-466 0 0,-13 63 566 0 0,4 0-1 0 0,-4 157 0 0 0,18-128-326 0 0,27 182-1 0 0,2-132-218 0 0,-23-130-655 0 0,0 0 0 0 0,2-1 0 0 0,21 40 0 0 0,-25-56-159 0 0,1-1-1 0 0,0 0 1 0 0,0 0-1 0 0,10 10 1 0 0,-12-16-437 0 0,-1 1 0 0 0,1-1 0 0 0,0 0 0 0 0,0-1 0 0 0,9 6 0 0 0,13-4-10383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2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93 2484 0 0,'-176'6'12930'0'0,"172"-6"-12191"0"0,6-1-152 0 0,4-3-446 0 0,1 1 0 0 0,0 0 0 0 0,0 0 0 0 0,0 1 0 0 0,1 0 1 0 0,-1 0-1 0 0,1 1 0 0 0,12-1 0 0 0,6-2 1 0 0,267-34-84 0 0,-95 23-2934 0 0,-44 3-3186 0 0,-61 6-806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1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567 442 240 0 0,'-6'6'15967'0'0,"15"-17"-15759"0"0,1 0 0 0 0,-1 0-1 0 0,2 1 1 0 0,13-11 0 0 0,4-3-71 0 0,40-40 11 0 0,106-109 113 0 0,-138 133-241 0 0,21-28 766 0 0,-56 68-779 0 0,-1-1 0 0 0,0 1 0 0 0,1-1 0 0 0,-1 1 0 0 0,0 0 0 0 0,1-1 0 0 0,-1 1 0 0 0,0-1 0 0 0,1 1 0 0 0,-1-1 0 0 0,0 1 0 0 0,0-1 0 0 0,0 1 0 0 0,0-1 0 0 0,1 1 0 0 0,-1-1 0 0 0,0 1 0 0 0,0-1 0 0 0,0 1 0 0 0,0-1 0 0 0,0 0 0 0 0,0 1 0 0 0,0-1 0 0 0,-10-2 91 0 0,-18 12-37 0 0,-15 14-54 0 0,1 2 1 0 0,-48 39-1 0 0,-70 70-18 0 0,144-120 6 0 0,-136 129-22 0 0,128-118 19 0 0,2 1 1 0 0,0 1-1 0 0,2 1 1 0 0,-17 31-1 0 0,34-53 8 0 0,0 0 0 0 0,1 0-1 0 0,-1 0 1 0 0,1 0-1 0 0,0 0 1 0 0,1 1 0 0 0,-1-1-1 0 0,1 0 1 0 0,1 1-1 0 0,-1-1 1 0 0,1 1 0 0 0,0-1-1 0 0,1 1 1 0 0,-1-1-1 0 0,3 10 1 0 0,-1-8 1 0 0,1-1 1 0 0,0 0 0 0 0,0 0-1 0 0,1 0 1 0 0,-1 0-1 0 0,2 0 1 0 0,-1-1 0 0 0,1 0-1 0 0,0 0 1 0 0,0 0-1 0 0,0-1 1 0 0,9 8-1 0 0,32 20 6 0 0,1-1 0 0 0,1-3 0 0 0,60 28 0 0 0,50 29 33 0 0,-133-70-38 0 0,65 43 13 0 0,-81-52-3 0 0,0 0 0 0 0,0 1 0 0 0,-1 1 0 0 0,0-1 0 0 0,0 1 0 0 0,10 17-1 0 0,-16-23 4 0 0,0 1 0 0 0,0-1 0 0 0,-1 0-1 0 0,1 1 1 0 0,-1-1 0 0 0,0 1 0 0 0,0-1-1 0 0,0 1 1 0 0,-1 0 0 0 0,1-1 0 0 0,-1 1-1 0 0,0 0 1 0 0,0 0 0 0 0,0-1-1 0 0,-1 1 1 0 0,0 4 0 0 0,-1-3 36 0 0,1 0 1 0 0,-1 0-1 0 0,0-1 0 0 0,-1 1 1 0 0,1-1-1 0 0,-1 1 1 0 0,0-1-1 0 0,0 0 0 0 0,0 0 1 0 0,-6 5-1 0 0,-4 2 129 0 0,0 0 0 0 0,-1-1 0 0 0,0 0 0 0 0,0-2-1 0 0,-30 14 1 0 0,16-10-13 0 0,0-2 0 0 0,0-2-1 0 0,-1 0 1 0 0,0-2 0 0 0,-58 5-1 0 0,35-8 19 0 0,-1-3 0 0 0,-77-10-1 0 0,92 5-54 0 0,1-2 0 0 0,-59-18 0 0 0,79 19-107 0 0,0 0-1 0 0,0-1 1 0 0,1-1 0 0 0,0-1 0 0 0,0 0-1 0 0,1-1 1 0 0,-23-19 0 0 0,34 25-45 0 0,0 0 1 0 0,0 0-1 0 0,1 0 0 0 0,-1-1 1 0 0,1 0-1 0 0,0 1 0 0 0,0-1 1 0 0,1 0-1 0 0,0 0 0 0 0,-1-1 1 0 0,2 1-1 0 0,-3-8 1 0 0,3 9-84 0 0,1 1 1 0 0,0 0 0 0 0,0-1-1 0 0,0 1 1 0 0,0 0 0 0 0,0-1-1 0 0,1 1 1 0 0,-1 0 0 0 0,1 0-1 0 0,0-1 1 0 0,0 1 0 0 0,0 0-1 0 0,0 0 1 0 0,1 0 0 0 0,-1 0-1 0 0,1 0 1 0 0,0 0 0 0 0,0 1-1 0 0,0-1 1 0 0,0 0 0 0 0,0 1-1 0 0,4-3 1 0 0,-1 1-303 0 0,0 0 0 0 0,0 0-1 0 0,0 1 1 0 0,0 0 0 0 0,1 0 0 0 0,0 1 0 0 0,-1-1-1 0 0,1 1 1 0 0,0 1 0 0 0,6-2 0 0 0,8-1-3700 0 0,37 0 1 0 0,-31 3-1186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84 616 0 0,'35'-74'17898'0'0,"-34"73"-17208"0"0,-1 0-622 0 0,0 1-1 0 0,0-1 1 0 0,0 1-1 0 0,0 0 1 0 0,0-1-1 0 0,0 1 1 0 0,0 0-1 0 0,1-1 1 0 0,-1 1-1 0 0,0 0 0 0 0,0-1 1 0 0,0 1-1 0 0,1 0 1 0 0,-1 0-1 0 0,0-1 1 0 0,0 1-1 0 0,1 0 1 0 0,-1 0-1 0 0,0-1 1 0 0,1 1-1 0 0,-1 0 0 0 0,0 0 1 0 0,1 0-1 0 0,-1 0 1 0 0,0-1-1 0 0,1 1 1 0 0,-1 0-1 0 0,0 0 1 0 0,1 0-1 0 0,-1 0 1 0 0,1 0-1 0 0,-1 0 1 0 0,0 0-1 0 0,1 0 0 0 0,-1 0 1 0 0,0 0-1 0 0,1 0 1 0 0,-1 0-1 0 0,0 0 1 0 0,1 1-1 0 0,11 15 889 0 0,5 32-666 0 0,-16-44-82 0 0,9 36 151 0 0,6 57 1 0 0,-2-8-673 0 0,-14-87 277 0 0,19 76-1622 0 0,-16-70 713 0 0,0 0 0 0 0,0 0 0 0 0,0 0 0 0 0,1 0 1 0 0,1 0-1 0 0,-1-1 0 0 0,7 8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1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76 1660 0 0,'-21'-17'2608'0'0,"0"2"-643"0"0,0 3-453 0 0,2 3-300 0 0,2-1-272 0 0,2 4-236 0 0,1 1-128 0 0,-1 3 20 0 0,-8 2-752 0 0,8 9-2064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2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1 221 2384 0 0,'0'-69'10716'0'0,"0"66"-9782"0"0,0 3-900 0 0,0-1 0 0 0,-1 1 0 0 0,1-1 1 0 0,0 1-1 0 0,0-1 0 0 0,0 1 0 0 0,0-1 0 0 0,0 1 0 0 0,0-1 0 0 0,0 1 1 0 0,0-1-1 0 0,0 1 0 0 0,1-1 0 0 0,-1 1 0 0 0,0-1 0 0 0,0 1 1 0 0,0-1-1 0 0,0 1 0 0 0,1 0 0 0 0,-1-1 0 0 0,1 0 0 0 0,9 10 193 0 0,0 1 0 0 0,-1 0 0 0 0,0 1 0 0 0,0 0 0 0 0,-1 0-1 0 0,10 21 1 0 0,35 78 318 0 0,43 141-139 0 0,-87-226-320 0 0,-2-6 120 0 0,-6-41-141 0 0,-3-16-98 0 0,1-1 0 0 0,2 1 0 0 0,2 0 0 0 0,10-55 0 0 0,-9 73 9 0 0,1 1 0 0 0,1 0 0 0 0,0 0 0 0 0,2 0 0 0 0,0 1 0 0 0,1 0 0 0 0,0 1 0 0 0,2 0 0 0 0,0 0 0 0 0,17-19 0 0 0,-23 32 16 0 0,-1-1 0 0 0,0 1 0 0 0,1 0 0 0 0,0 1 0 0 0,0-1 0 0 0,0 1 0 0 0,0 0 0 0 0,1 0 0 0 0,-1 1 0 0 0,1 0 0 0 0,0 0 0 0 0,-1 0 0 0 0,1 0 0 0 0,0 1 0 0 0,0 0 0 0 0,0 0 0 0 0,7 1 0 0 0,-6 0 8 0 0,0 1 0 0 0,0 0 0 0 0,0 0-1 0 0,0 0 1 0 0,0 1 0 0 0,-1 0 0 0 0,1 1-1 0 0,-1-1 1 0 0,1 1 0 0 0,-1 1 0 0 0,0-1 0 0 0,0 1-1 0 0,0 0 1 0 0,7 7 0 0 0,-2-1 14 0 0,-1 0 1 0 0,0 1 0 0 0,-1 0-1 0 0,0 1 1 0 0,0 0-1 0 0,-2 0 1 0 0,1 1 0 0 0,-2 0-1 0 0,0 0 1 0 0,0 0-1 0 0,4 19 1 0 0,-7-22-1 0 0,-1-1 1 0 0,0 1-1 0 0,-1 0 1 0 0,0 0-1 0 0,0 0 0 0 0,-1 0 1 0 0,-1 0-1 0 0,0 0 1 0 0,0 0-1 0 0,-1 0 0 0 0,0-1 1 0 0,0 1-1 0 0,-1-1 1 0 0,-1 1-1 0 0,1-1 1 0 0,-11 18-1 0 0,13-27-11 0 0,0 1-1 0 0,1 0 1 0 0,-1 0-1 0 0,0 0 1 0 0,0-1-1 0 0,0 1 1 0 0,0 0 0 0 0,0-1-1 0 0,0 1 1 0 0,0-1-1 0 0,0 1 1 0 0,0-1-1 0 0,0 1 1 0 0,0-1-1 0 0,0 0 1 0 0,0 0 0 0 0,0 1-1 0 0,0-1 1 0 0,0 0-1 0 0,0 0 1 0 0,0 0-1 0 0,-1 0 1 0 0,1 0 0 0 0,0 0-1 0 0,0-1 1 0 0,0 1-1 0 0,0 0 1 0 0,0-1-1 0 0,-1 1 1 0 0,1-1-5 0 0,0 1 1 0 0,0 0 1 0 0,0-1 0 0 0,1 1 0 0 0,-1-1 0 0 0,0 1-1 0 0,0-1 1 0 0,1 1 0 0 0,-1-1 0 0 0,1 0 0 0 0,-1 1-1 0 0,0-1 1 0 0,1 0 0 0 0,-1 1 0 0 0,1-1 0 0 0,-1 0-1 0 0,1 0 1 0 0,0 1 0 0 0,-1-1 0 0 0,1 0 0 0 0,-1-2-1 0 0,1 1 0 0 0,-4-5-4 0 0,2 0-1 0 0,-1 0 0 0 0,1 0 1 0 0,0-1-1 0 0,0 1 1 0 0,1-1-1 0 0,0 1 0 0 0,0-1 1 0 0,0 1-1 0 0,1-1 0 0 0,2-15 1 0 0,2-1-25 0 0,0-1 0 0 0,11-30 0 0 0,-10 38 19 0 0,2 0-1 0 0,-1 0 1 0 0,2 1 0 0 0,0 0 0 0 0,1 0 0 0 0,1 1-1 0 0,0 1 1 0 0,1-1 0 0 0,1 2 0 0 0,0-1-1 0 0,26-21 1 0 0,-27 27 10 0 0,-1 0-1 0 0,1 1 1 0 0,1 1-1 0 0,-1-1 1 0 0,1 2-1 0 0,0 0 1 0 0,0 0 0 0 0,1 1-1 0 0,-1 0 1 0 0,1 1-1 0 0,0 1 1 0 0,0 0-1 0 0,0 1 1 0 0,0 0-1 0 0,0 1 1 0 0,26 3 0 0 0,-29-1 43 0 0,1 0 1 0 0,-1 0 0 0 0,0 1-1 0 0,0 1 1 0 0,-1-1 0 0 0,1 2-1 0 0,-1-1 1 0 0,1 1 0 0 0,-1 1 0 0 0,-1 0-1 0 0,1 0 1 0 0,-1 0 0 0 0,0 1-1 0 0,-1 1 1 0 0,1-1 0 0 0,-2 1-1 0 0,1 0 1 0 0,-1 1 0 0 0,0-1 0 0 0,-1 1-1 0 0,0 1 1 0 0,0-1 0 0 0,-1 1-1 0 0,0-1 1 0 0,-1 1 0 0 0,3 13-1 0 0,-1 4 61 0 0,-1 0 0 0 0,-2 1 0 0 0,-1 38 0 0 0,-1-38-623 0 0,1 0 1 0 0,1 0-1 0 0,7 35 0 0 0,-8-58 210 0 0,0-1 0 0 0,0 0 0 0 0,1 0 0 0 0,-1 0 1 0 0,1-1-1 0 0,0 1 0 0 0,0 0 0 0 0,1-1 0 0 0,3 5 0 0 0,-5-6-178 0 0,1 0 0 0 0,0-1 0 0 0,0 1 0 0 0,0-1 0 0 0,0 1 1 0 0,0-1-1 0 0,0 0 0 0 0,0 1 0 0 0,0-1 0 0 0,1 0 0 0 0,1 0 0 0 0,11 2-4917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74 120 2600 0 0,'-10'-25'5005'0'0,"-1"0"0"0"0,-27-42 0 0 0,36 64-3904 0 0,2 3-1014 0 0,-1 1-1 0 0,0-1 1 0 0,1 0-1 0 0,-1 0 1 0 0,0 1-1 0 0,1-1 0 0 0,-1 0 1 0 0,1 1-1 0 0,-1-1 1 0 0,1 1-1 0 0,-1-1 1 0 0,1 1-1 0 0,-1-1 1 0 0,1 1-1 0 0,-1-1 0 0 0,1 1 1 0 0,-1 0-1 0 0,1-1 1 0 0,-1 2-1 0 0,-1 43 1758 0 0,2 0-1 0 0,8 65 1 0 0,-1-18-783 0 0,4 156 141 0 0,46 543-1869 0 0,-36-661-3406 0 0,-5-46-4741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4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1109 556 0 0,'-9'-32'1553'0'0,"1"-1"0"0"0,2 0-1 0 0,1-1 1 0 0,1 1 0 0 0,1-40 0 0 0,3 63-1357 0 0,1 0-1 0 0,0 0 1 0 0,1 0 0 0 0,-1 0 0 0 0,2 0 0 0 0,0 1 0 0 0,0-1 0 0 0,0 1 0 0 0,1 0 0 0 0,1-1 0 0 0,0 2 0 0 0,0-1-1 0 0,0 1 1 0 0,1-1 0 0 0,0 2 0 0 0,1-1 0 0 0,0 1 0 0 0,0 0 0 0 0,1 0 0 0 0,0 1 0 0 0,13-9 0 0 0,-5 6-32 0 0,1 2 1 0 0,0 0 0 0 0,0 0 0 0 0,1 2-1 0 0,-1 0 1 0 0,1 1 0 0 0,0 1 0 0 0,1 0 0 0 0,-1 1-1 0 0,0 2 1 0 0,1 0 0 0 0,-1 0 0 0 0,0 2-1 0 0,23 4 1 0 0,-17-1-63 0 0,0 1-1 0 0,0 0 0 0 0,-1 2 1 0 0,0 1-1 0 0,-1 1 1 0 0,0 1-1 0 0,0 0 0 0 0,-1 2 1 0 0,-1 0-1 0 0,24 21 1 0 0,-36-27 15 0 0,0 1 0 0 0,0 0-1 0 0,0 1 1 0 0,-1-1 0 0 0,-1 1 0 0 0,1 1 0 0 0,-1-1 0 0 0,-1 1 0 0 0,5 12 0 0 0,-7-15-28 0 0,-1 0 1 0 0,0 0-1 0 0,-1 0 1 0 0,0 0-1 0 0,0 0 0 0 0,0 0 1 0 0,-1 0-1 0 0,0 0 1 0 0,0 0-1 0 0,-1 0 0 0 0,0 0 1 0 0,0 0-1 0 0,-1 0 0 0 0,0 0 1 0 0,-4 10-1 0 0,1-7-22 0 0,0 0-1 0 0,-1 0 1 0 0,0-1-1 0 0,0 0 1 0 0,-1 0-1 0 0,0-1 1 0 0,-1 0-1 0 0,0 0 1 0 0,0 0-1 0 0,-18 11 1 0 0,13-10-30 0 0,0-1 0 0 0,-1 0 1 0 0,0-1-1 0 0,0-1 0 0 0,-1 0 1 0 0,0-1-1 0 0,-19 4 0 0 0,18-7-11 0 0,-13 2-45 0 0,24-6 8 0 0,6-2 17 0 0,-2 4-6 0 0,1-1 1 0 0,0 0-1 0 0,0 1 1 0 0,0-1-1 0 0,0 0 0 0 0,0 1 1 0 0,1-1-1 0 0,-1 0 1 0 0,0 1-1 0 0,0-1 1 0 0,0 0-1 0 0,0 1 1 0 0,1-1-1 0 0,-1 0 1 0 0,0 1-1 0 0,1-1 1 0 0,-1 1-1 0 0,0-1 0 0 0,2 0 1 0 0,36-29-63 0 0,2 1 1 0 0,45-23-1 0 0,-27 16 32 0 0,219-155-1166 0 0,-248 167 983 0 0,0-1 0 0 0,-2-1-1 0 0,-1-2 1 0 0,-1 0 0 0 0,-2-2 0 0 0,37-61-1 0 0,-51 74 212 0 0,-1-1-1 0 0,-1 1 1 0 0,0-1-1 0 0,-1-1 0 0 0,-2 1 1 0 0,0-1-1 0 0,0 0 0 0 0,-2 0 1 0 0,0 0-1 0 0,-2 0 1 0 0,0 0-1 0 0,-1 0 0 0 0,0 0 1 0 0,-2 0-1 0 0,0 0 1 0 0,-2 0-1 0 0,0 1 0 0 0,-1 0 1 0 0,0 0-1 0 0,-2 0 1 0 0,0 1-1 0 0,-1 0 0 0 0,-15-22 1 0 0,-27-33 344 0 0,51 72-340 0 0,-1-1 0 0 0,1 1-1 0 0,-1-1 1 0 0,1 1-1 0 0,-1-1 1 0 0,1 1-1 0 0,-1-1 1 0 0,0 1 0 0 0,1-1-1 0 0,-1 1 1 0 0,0 0-1 0 0,1-1 1 0 0,-1 1-1 0 0,0 0 1 0 0,1 0 0 0 0,-1 0-1 0 0,0-1 1 0 0,1 1-1 0 0,-1 0 1 0 0,0 0-1 0 0,0 0 1 0 0,1 0 0 0 0,-1 0-1 0 0,0 0 1 0 0,0 0-1 0 0,1 0 1 0 0,-1 1-1 0 0,0-1 1 0 0,1 0 0 0 0,-1 0-1 0 0,0 1 1 0 0,1-1-1 0 0,-1 0 1 0 0,0 1-1 0 0,1-1 1 0 0,-1 0 0 0 0,0 1-1 0 0,1-1 1 0 0,-1 1-1 0 0,1-1 1 0 0,-1 2-1 0 0,-2 0 15 0 0,1 0-1 0 0,0 1 0 0 0,0-1 1 0 0,0 1-1 0 0,1 0 0 0 0,-1 0 1 0 0,1-1-1 0 0,-2 5 0 0 0,-3 12 117 0 0,1 0 0 0 0,1 0 0 0 0,1 0 0 0 0,-1 34 0 0 0,7 80 344 0 0,-3-127-458 0 0,0 7 24 0 0,16 231 495 0 0,-8-177-366 0 0,25 107 0 0 0,-28-156-155 0 0,1 0 0 0 0,0 0 1 0 0,1 0-1 0 0,1-1 1 0 0,1-1-1 0 0,21 31 1 0 0,-23-37-12 0 0,1 0 1 0 0,1-1 0 0 0,0 0 0 0 0,0-1 0 0 0,1 0 0 0 0,0-1 0 0 0,0 1-1 0 0,1-2 1 0 0,-1 0 0 0 0,2 0 0 0 0,16 6 0 0 0,-10-6-5 0 0,1 0 1 0 0,0-1-1 0 0,0-2 1 0 0,0 1-1 0 0,1-2 1 0 0,-1-1-1 0 0,1 0 0 0 0,-1-2 1 0 0,1 0-1 0 0,-1-1 1 0 0,23-5-1 0 0,-30 4-9 0 0,0-1 0 0 0,0 0 0 0 0,0 0-1 0 0,-1-1 1 0 0,0 0 0 0 0,0-1 0 0 0,0-1 0 0 0,-1 0 0 0 0,0 0-1 0 0,0-1 1 0 0,-1 0 0 0 0,0 0 0 0 0,-1-1 0 0 0,1 0 0 0 0,-2-1-1 0 0,1 0 1 0 0,-1 0 0 0 0,9-19 0 0 0,-9 14-2 0 0,-2-1-1 0 0,1 1 1 0 0,-2-1-1 0 0,0 0 1 0 0,-1 0 0 0 0,0 0-1 0 0,-2 0 1 0 0,0-1 0 0 0,-1-24-1 0 0,-2 20 58 0 0,0 1 0 0 0,-2 0 0 0 0,0 0 0 0 0,-1 0 0 0 0,-1 1 0 0 0,-1 0 0 0 0,-11-22 0 0 0,18 40-46 0 0,0 0 1 0 0,0 0-1 0 0,-1 1 0 0 0,1-1 1 0 0,0 0-1 0 0,0 1 0 0 0,-1-1 1 0 0,1 1-1 0 0,0-1 0 0 0,-1 0 1 0 0,1 1-1 0 0,-1-1 0 0 0,1 1 1 0 0,-1-1-1 0 0,1 1 0 0 0,-1-1 1 0 0,1 1-1 0 0,-1 0 1 0 0,0-1-1 0 0,1 1 0 0 0,-1 0 1 0 0,1-1-1 0 0,-1 1 0 0 0,0 0 1 0 0,1 0-1 0 0,-1-1 0 0 0,0 1 1 0 0,1 0-1 0 0,-1 0 0 0 0,0 0 1 0 0,0 0-1 0 0,1 0 0 0 0,-1 0 1 0 0,0 0-1 0 0,1 0 0 0 0,-1 0 1 0 0,0 0-1 0 0,1 0 0 0 0,-1 1 1 0 0,0-1-1 0 0,1 0 0 0 0,-1 1 1 0 0,0-1-1 0 0,1 0 1 0 0,-1 1-1 0 0,1-1 0 0 0,-1 0 1 0 0,1 1-1 0 0,-1-1 0 0 0,1 1 1 0 0,-1-1-1 0 0,1 1 0 0 0,-1-1 1 0 0,1 1-1 0 0,-1 0 0 0 0,1-1 1 0 0,0 1-1 0 0,-1-1 0 0 0,1 2 1 0 0,-5 5 22 0 0,1 0 0 0 0,0 0 0 0 0,-5 13 0 0 0,9-18-13 0 0,-5 12 25 0 0,0 0 0 0 0,2 0-1 0 0,0 0 1 0 0,0 0 0 0 0,2 1 0 0 0,-1 20-1 0 0,2-1 77 0 0,9 55-1 0 0,-6-74-126 0 0,-1 0 1 0 0,2 0 0 0 0,0-1-1 0 0,1 1 1 0 0,1-1 0 0 0,0 0-1 0 0,0 0 1 0 0,14 18-1 0 0,-14-23-292 0 0,1 0-1 0 0,0-1 0 0 0,0 0 0 0 0,1 0 0 0 0,1-1 0 0 0,-1 0 1 0 0,1 0-1 0 0,0-1 0 0 0,0 0 0 0 0,1-1 0 0 0,0 0 0 0 0,15 6 1 0 0,-11-6-709 0 0,1-1 0 0 0,0 0 0 0 0,17 2 0 0 0,-25-5-60 0 0,0 0-1 0 0,0-1 1 0 0,0 0 0 0 0,0-1-1 0 0,10-1 1 0 0,3-4-3912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1 366 96 0 0,'3'-27'4161'0'0,"6"-32"1947"0"0,-9 55-5773 0 0,1 0-1 0 0,1 0 1 0 0,-1 0-1 0 0,1 0 1 0 0,-1 0 0 0 0,1 0-1 0 0,0 0 1 0 0,1 1-1 0 0,-1-1 1 0 0,4-4-1 0 0,-3 6-173 0 0,0 0-1 0 0,0 0 1 0 0,0 1-1 0 0,0-1 1 0 0,0 1-1 0 0,1 0 0 0 0,-1 0 1 0 0,0 0-1 0 0,1 0 1 0 0,-1 1-1 0 0,1-1 1 0 0,-1 1-1 0 0,1 0 1 0 0,-1 0-1 0 0,1 0 1 0 0,-1 0-1 0 0,6 2 1 0 0,-2 0-32 0 0,-1 0 1 0 0,1 0-1 0 0,0 1 1 0 0,-1 0 0 0 0,0 0-1 0 0,0 0 1 0 0,0 1 0 0 0,0 0-1 0 0,0 0 1 0 0,-1 1-1 0 0,0-1 1 0 0,1 1 0 0 0,-2 1-1 0 0,1-1 1 0 0,-1 1 0 0 0,0-1-1 0 0,0 1 1 0 0,0 0-1 0 0,-1 1 1 0 0,4 9 0 0 0,-3-7-6 0 0,-1-1 0 0 0,-1 1 0 0 0,0 0 0 0 0,0 0 0 0 0,0-1 0 0 0,-1 1 0 0 0,-1 0 0 0 0,1 0 0 0 0,-2 1 0 0 0,1-1 0 0 0,-1 0 0 0 0,0-1 0 0 0,-1 1 0 0 0,0 0 0 0 0,-5 12 0 0 0,2-10-9 0 0,0 0 1 0 0,-1-1-1 0 0,0 1 1 0 0,-1-1-1 0 0,-1-1 0 0 0,1 1 1 0 0,-1-1-1 0 0,-1 0 1 0 0,0-1-1 0 0,-13 10 0 0 0,20-16-42 0 0,-1-4-63 0 0,3 2-10 0 0,-1 0-1 0 0,1 0 1 0 0,-1 0 0 0 0,1 0 0 0 0,0 0 0 0 0,-1 0 0 0 0,1 0 0 0 0,-1 0 0 0 0,1 0 0 0 0,0 0 0 0 0,-1 0 0 0 0,1-1 0 0 0,-1 1-1 0 0,1 0 1 0 0,0 0 0 0 0,-1-1 0 0 0,1 1 0 0 0,0 0 0 0 0,0 0 0 0 0,-1-1 0 0 0,1 1 0 0 0,0 0 0 0 0,0-1 0 0 0,-1 1 0 0 0,1 0-1 0 0,0-1 1 0 0,0 1 0 0 0,0-1 0 0 0,-1 1 0 0 0,1 0 0 0 0,0-1 0 0 0,0 1 0 0 0,0-1 0 0 0,34-50-608 0 0,3 2 1 0 0,46-48-1 0 0,33-43-339 0 0,-94 112 847 0 0,-2-1-1 0 0,-1-1 0 0 0,-2 0 1 0 0,-1-2-1 0 0,14-37 1 0 0,-30 68 105 0 0,0 1 1 0 0,0-1 0 0 0,1 0 0 0 0,-1 0-1 0 0,0 0 1 0 0,0 0 0 0 0,0 0-1 0 0,0 1 1 0 0,0-1 0 0 0,-1 0-1 0 0,1 0 1 0 0,0 0 0 0 0,0 1-1 0 0,0-1 1 0 0,-1 0 0 0 0,1 0 0 0 0,0 0-1 0 0,-1 0 1 0 0,0-1 9 0 0,1 2-3 0 0,-1-1-1 0 0,1 0 1 0 0,-1 1-1 0 0,1-1 1 0 0,-1 1 0 0 0,1-1-1 0 0,-1 0 1 0 0,1 1-1 0 0,-1-1 1 0 0,0 1 0 0 0,1 0-1 0 0,-1-1 1 0 0,0 1-1 0 0,1-1 1 0 0,-1 1-1 0 0,0 0 1 0 0,1 0 0 0 0,-1-1-1 0 0,0 1 1 0 0,0 0-1 0 0,1 0 1 0 0,-1 0 0 0 0,0 0-1 0 0,0 0 1 0 0,1 0-1 0 0,-1 0 1 0 0,0 0-1 0 0,0 0 1 0 0,-1 1 0 0 0,-19 2 233 0 0,20-3-242 0 0,-7 3 120 0 0,0 1 0 0 0,0-1 0 0 0,1 1 1 0 0,-1 0-1 0 0,1 1 0 0 0,0 0 1 0 0,0 0-1 0 0,-8 7 0 0 0,4-3 23 0 0,-7 6 90 0 0,0 1 1 0 0,1 1-1 0 0,1 0 1 0 0,-20 27-1 0 0,29-34-169 0 0,1 0 0 0 0,0 0 0 0 0,0 0 0 0 0,1 1-1 0 0,0-1 1 0 0,1 1 0 0 0,0 1 0 0 0,1-1-1 0 0,0 0 1 0 0,-2 23 0 0 0,5-28-50 0 0,0 1 0 0 0,1-1 0 0 0,0 1 0 0 0,0-1 0 0 0,1 1 0 0 0,-1-1 0 0 0,1 0 0 0 0,0 0 0 0 0,1 0 0 0 0,0 0 0 0 0,0 0 1 0 0,0 0-1 0 0,1-1 0 0 0,-1 1 0 0 0,1-1 0 0 0,1 0 0 0 0,-1 0 0 0 0,1-1 0 0 0,0 1 0 0 0,0-1 0 0 0,0 0 0 0 0,0 0 0 0 0,8 4 0 0 0,8 3-139 0 0,0-1 0 0 0,0 0 0 0 0,1-2 0 0 0,0 0 0 0 0,29 6-1 0 0,-11-6-915 0 0,0-1 1 0 0,1-1-1 0 0,42-1 0 0 0,-42-5-3730 0 0,56-8 0 0 0,-46 2-2324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7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4604 0 0,'52'-15'16778'0'0,"-39"11"-14121"0"0,-11 3-2080 0 0,13-4 387 0 0,-48-6-12561 0 0,12 7 6942 0 0,-3 0-2269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1 842 104 0 0,'0'-5'762'0'0,"0"1"-1"0"0,0-1 1 0 0,1 1 0 0 0,-1-1 0 0 0,1 1-1 0 0,0-1 1 0 0,1 1 0 0 0,1-5-1 0 0,-2 6-620 0 0,0 1-1 0 0,1 0 0 0 0,-1 0 0 0 0,0 1 0 0 0,1-1 0 0 0,-1 0 0 0 0,1 0 1 0 0,0 1-1 0 0,0-1 0 0 0,-1 1 0 0 0,1-1 0 0 0,0 1 0 0 0,0 0 0 0 0,0-1 1 0 0,0 1-1 0 0,1 0 0 0 0,-1 1 0 0 0,4-2 0 0 0,0 0 27 0 0,0 1 0 0 0,0 0 0 0 0,0 1 0 0 0,1-1 0 0 0,-1 1-1 0 0,0 1 1 0 0,0-1 0 0 0,1 1 0 0 0,-1 0 0 0 0,0 0 0 0 0,6 2 0 0 0,-2 1 0 0 0,0 0 0 0 0,0 1 0 0 0,-1-1 1 0 0,1 2-1 0 0,16 12 0 0 0,-10-5-45 0 0,0 1 1 0 0,-1 1-1 0 0,-1 1 1 0 0,-1 0-1 0 0,0 0 1 0 0,11 20-1 0 0,-15-22-52 0 0,-2 0 1 0 0,0 1-1 0 0,-1 0 0 0 0,0 0 0 0 0,-1 0 1 0 0,-1 1-1 0 0,4 22 0 0 0,-7-30-25 0 0,0 1-1 0 0,0-1 1 0 0,-1 0 0 0 0,0 1-1 0 0,-1-1 1 0 0,0 1 0 0 0,0-1-1 0 0,-1 0 1 0 0,0 0 0 0 0,0 0-1 0 0,-1 0 1 0 0,0 0-1 0 0,0 0 1 0 0,-1-1 0 0 0,-8 13-1 0 0,11-19-35 0 0,0 0 0 0 0,0 0-1 0 0,0-1 1 0 0,0 1 0 0 0,0 0-1 0 0,0 0 1 0 0,0-1 0 0 0,0 1-1 0 0,0-1 1 0 0,-1 1 0 0 0,1-1-1 0 0,0 0 1 0 0,0 1-1 0 0,-1-1 1 0 0,1 0 0 0 0,0 0-1 0 0,0 0 1 0 0,-1 0 0 0 0,1 0-1 0 0,0 0 1 0 0,-1 0 0 0 0,-1-1-1 0 0,1 1-14 0 0,1 0 7 0 0,1-1 0 0 0,-1 1 0 0 0,0 0 0 0 0,0-1-1 0 0,1 1 1 0 0,-1-1 0 0 0,1 1 0 0 0,-1-1 0 0 0,0 0 0 0 0,1 1 0 0 0,-1-1-1 0 0,1 0 1 0 0,0 1 0 0 0,-1-1 0 0 0,1 0 0 0 0,-1 1 0 0 0,1-1 0 0 0,0 0 0 0 0,0 0-1 0 0,-1 0 1 0 0,1 1 0 0 0,0-2 0 0 0,-1 0 1 0 0,-1-5-3 0 0,-1-1 1 0 0,1 0-1 0 0,0 0 1 0 0,0 0-1 0 0,1 0 0 0 0,1 0 1 0 0,-1 0-1 0 0,1 0 0 0 0,1-12 1 0 0,2-3-12 0 0,0 0 1 0 0,8-23-1 0 0,-8 34 1 0 0,0 1 0 0 0,1 0 0 0 0,1 0 0 0 0,0 0 0 0 0,0 0 0 0 0,1 1 0 0 0,1-1-1 0 0,-1 2 1 0 0,2-1 0 0 0,-1 1 0 0 0,17-15 0 0 0,-17 18 7 0 0,0 1 0 0 0,0-1 0 0 0,1 2 0 0 0,0-1 0 0 0,0 1 0 0 0,0 0 1 0 0,0 1-1 0 0,1 0 0 0 0,-1 0 0 0 0,1 1 0 0 0,0 0 0 0 0,0 1 0 0 0,0-1 0 0 0,0 2 0 0 0,-1-1 0 0 0,14 2 0 0 0,-3 2 33 0 0,0 0 0 0 0,-1 1-1 0 0,1 1 1 0 0,-1 0-1 0 0,0 2 1 0 0,0 0 0 0 0,-1 1-1 0 0,0 1 1 0 0,-1 0-1 0 0,0 1 1 0 0,0 1 0 0 0,-1 1-1 0 0,0 0 1 0 0,-1 0-1 0 0,0 2 1 0 0,-2 0 0 0 0,1 0-1 0 0,-2 1 1 0 0,0 1-1 0 0,15 26 1 0 0,-24-37 16 0 0,0-1 1 0 0,0 1-1 0 0,0 0 0 0 0,-1-1 0 0 0,0 1 1 0 0,0 0-1 0 0,0 0 0 0 0,0 0 0 0 0,-1 0 1 0 0,0 0-1 0 0,0 0 0 0 0,0 0 0 0 0,0 0 1 0 0,-1 0-1 0 0,0 0 0 0 0,0 0 1 0 0,-3 8-1 0 0,3-12-38 0 0,0 1 0 0 0,0-1-1 0 0,0 0 1 0 0,0 0 0 0 0,0 0 0 0 0,0 0 0 0 0,0 0 0 0 0,0 0 0 0 0,0 0-1 0 0,0 0 1 0 0,0-1 0 0 0,-1 1 0 0 0,1 0 0 0 0,0-1 0 0 0,0 1 0 0 0,-1-1 0 0 0,1 1-1 0 0,-1-1 1 0 0,1 0 0 0 0,0 0 0 0 0,-1 1 0 0 0,1-1 0 0 0,-1 0 0 0 0,1 0-1 0 0,-1 0 1 0 0,1 0 0 0 0,0-1 0 0 0,-1 1 0 0 0,1 0 0 0 0,-1-1 0 0 0,1 1 0 0 0,0-1-1 0 0,-1 1 1 0 0,1-1 0 0 0,0 0 0 0 0,-2 0 0 0 0,-1-4-6 0 0,0-1 1 0 0,0 1-1 0 0,1 0 1 0 0,0-1-1 0 0,0 0 1 0 0,0 0-1 0 0,1 0 1 0 0,0 0-1 0 0,0 0 1 0 0,0 0-1 0 0,-1-11 1 0 0,2 6-9 0 0,1 0 0 0 0,0 0 0 0 0,0 0 0 0 0,1-1 0 0 0,0 1 1 0 0,5-14-1 0 0,-1 6-7 0 0,0 1 0 0 0,2 0 1 0 0,1 0-1 0 0,0 0 0 0 0,1 1 1 0 0,1 0-1 0 0,19-25 0 0 0,-19 30 3 0 0,0 0-1 0 0,1 1 0 0 0,0 1 0 0 0,1 0 0 0 0,0 0 0 0 0,1 1 0 0 0,0 1 0 0 0,0 0 0 0 0,1 1 0 0 0,28-11 0 0 0,-36 15 43 0 0,1 1 0 0 0,0 1 0 0 0,0-1 0 0 0,-1 1 0 0 0,1 0 0 0 0,0 1 0 0 0,0-1 0 0 0,0 1 0 0 0,0 1 0 0 0,0-1 0 0 0,0 1 0 0 0,0 1 0 0 0,0-1 0 0 0,0 1 0 0 0,-1 0 0 0 0,1 1 0 0 0,-1-1 0 0 0,1 1 0 0 0,-1 1 0 0 0,0-1 0 0 0,0 1 0 0 0,-1 0 1 0 0,1 0-1 0 0,-1 1 0 0 0,0 0 0 0 0,5 5 0 0 0,-3-1 61 0 0,-1-1 0 0 0,0 1 1 0 0,-1 0-1 0 0,0 1 1 0 0,0-1-1 0 0,-1 1 1 0 0,0 0-1 0 0,-1 0 1 0 0,0 0-1 0 0,-1 1 1 0 0,0-1-1 0 0,0 1 1 0 0,-1 12-1 0 0,0 16 87 0 0,-2 1 0 0 0,-7 46 0 0 0,4-43-85 0 0,1-20-64 0 0,1-13-12 0 0,1 0 1 0 0,0 0 0 0 0,1 0 0 0 0,1 21 0 0 0,-1-29-16 0 0,1 0-1 0 0,-1 0 0 0 0,1 0 1 0 0,-1 0-1 0 0,1 0 0 0 0,0 0 0 0 0,0 0 1 0 0,-1 0-1 0 0,1 0 0 0 0,1-1 1 0 0,-1 1-1 0 0,0 0 0 0 0,0-1 0 0 0,1 1 1 0 0,-1-1-1 0 0,1 1 0 0 0,-1-1 1 0 0,1 0-1 0 0,0 0 0 0 0,-1 0 1 0 0,1 1-1 0 0,0-2 0 0 0,0 1 0 0 0,0 0 1 0 0,0 0-1 0 0,0 0 0 0 0,0-1 1 0 0,0 0-1 0 0,0 1 0 0 0,2-1 0 0 0,10 1-61 0 0,1 0 0 0 0,-1-1 0 0 0,1-1 0 0 0,-1-1 0 0 0,1 0 0 0 0,-1 0 0 0 0,0-2 0 0 0,0 0 0 0 0,0 0-1 0 0,15-8 1 0 0,-2-1-247 0 0,1-1 0 0 0,-2-2 0 0 0,43-31 0 0 0,-56 37 263 0 0,0-1 1 0 0,-1 0 0 0 0,0-1 0 0 0,-1 0 0 0 0,0-1 0 0 0,-1 0-1 0 0,0-1 1 0 0,-1 0 0 0 0,-1 0 0 0 0,0-1 0 0 0,-1 0-1 0 0,-1-1 1 0 0,0 1 0 0 0,-1-1 0 0 0,-1-1 0 0 0,0 1 0 0 0,-1 0-1 0 0,1-26 1 0 0,-4 35 76 0 0,-1 0 0 0 0,0 1-1 0 0,0-1 1 0 0,0 0 0 0 0,-5-10-1 0 0,5 14-3 0 0,0 0 1 0 0,0-1-1 0 0,-1 1 0 0 0,1 0 0 0 0,-1 0 1 0 0,0 1-1 0 0,0-1 0 0 0,0 0 1 0 0,0 1-1 0 0,0-1 0 0 0,-1 1 0 0 0,-4-4 1 0 0,5 5-6 0 0,0 0 1 0 0,0 1-1 0 0,1-1 1 0 0,-1 0-1 0 0,0 1 1 0 0,0 0-1 0 0,0-1 1 0 0,0 1-1 0 0,0 0 1 0 0,0 0-1 0 0,0 0 1 0 0,0 0-1 0 0,0 1 1 0 0,0-1-1 0 0,0 0 1 0 0,0 1-1 0 0,-2 1 1 0 0,-1-1 29 0 0,1 1 0 0 0,-1 0 0 0 0,1 0 0 0 0,0 1 0 0 0,0-1 0 0 0,-4 5 0 0 0,1-1-15 0 0,0 1 0 0 0,0 0 1 0 0,1 0-1 0 0,1 1 0 0 0,-1-1 0 0 0,1 1 0 0 0,0 1 0 0 0,1-1 0 0 0,0 0 0 0 0,0 1 0 0 0,1 0 0 0 0,0 0 1 0 0,1 0-1 0 0,0 0 0 0 0,0 1 0 0 0,1-1 0 0 0,0 0 0 0 0,0 14 0 0 0,2-15-38 0 0,-1 0 0 0 0,1 0 0 0 0,0 0 0 0 0,1-1-1 0 0,0 1 1 0 0,0 0 0 0 0,1-1 0 0 0,0 1 0 0 0,0-1 0 0 0,1 0 0 0 0,0 0-1 0 0,0 0 1 0 0,0-1 0 0 0,1 1 0 0 0,0-1 0 0 0,0 0 0 0 0,1-1 0 0 0,0 1 0 0 0,0-1-1 0 0,0 0 1 0 0,0 0 0 0 0,9 4 0 0 0,0-2-227 0 0,0-1 1 0 0,0 0-1 0 0,1-1 0 0 0,0-1 1 0 0,0 0-1 0 0,0-1 0 0 0,0-1 1 0 0,0 0-1 0 0,23-1 0 0 0,-17-2-293 0 0,1-1 0 0 0,0 0-1 0 0,-1-2 1 0 0,0 0 0 0 0,0-2-1 0 0,26-10 1 0 0,-35 11 276 0 0,0-1-1 0 0,0-1 1 0 0,-1 0 0 0 0,0 0-1 0 0,-1-1 1 0 0,1-1 0 0 0,-1 0-1 0 0,-1-1 1 0 0,12-13 0 0 0,-10 8 90 0 0,-1-1 1 0 0,0 1 0 0 0,-1-2-1 0 0,-1 0 1 0 0,-1 0-1 0 0,8-20 1 0 0,-1-14 228 0 0,-2 0 0 0 0,-2-1 0 0 0,-3-1 0 0 0,2-53 0 0 0,-3-2 2411 0 0,-5-1 0 0 0,-4 0-1 0 0,-21-135 1 0 0,22 241-1996 0 0,0 5-433 0 0,0 0 1 0 0,-1 0-1 0 0,1 0 1 0 0,0 0-1 0 0,0 0 1 0 0,0 0-1 0 0,0 0 1 0 0,1 0-1 0 0,-1 0 1 0 0,0 0-1 0 0,1 0 1 0 0,-1 4 0 0 0,-26 529 2306 0 0,27-535-2365 0 0,1 235 194 0 0,3-179-773 0 0,2 0 0 0 0,15 63 0 0 0,-19-108 205 0 0,2 1-1 0 0,-1-1 0 0 0,2 1 0 0 0,-1-1 1 0 0,1 0-1 0 0,1-1 0 0 0,9 14 0 0 0,-11-19-116 0 0,0 0 0 0 0,0-1 0 0 0,0 0 0 0 0,1 1 0 0 0,0-2 0 0 0,9 8 0 0 0,-9-9-186 0 0,-1 0-1 0 0,1 0 0 0 0,0 0 0 0 0,0 0 0 0 0,0-1 1 0 0,0 1-1 0 0,-1-1 0 0 0,2-1 0 0 0,5 1 0 0 0,10 0-5464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53 245 2264 0 0,'-42'-233'13973'0'0,"39"222"-12694"0"0,-1 14 63 0 0,0 19 57 0 0,8 318 3938 0 0,28 170-3741 0 0,-29-479-1515 0 0,2 21-508 0 0,15 62 1 0 0,-20-113 380 0 0,0 0-1 0 0,0 0 1 0 0,0 0 0 0 0,0 0 0 0 0,1 1-1 0 0,-1-1 1 0 0,0 0 0 0 0,1 0 0 0 0,-1 0 0 0 0,1 0-1 0 0,-1 0 1 0 0,1 0 0 0 0,-1-1 0 0 0,1 1-1 0 0,0 0 1 0 0,0 0 0 0 0,-1 0 0 0 0,1 0-1 0 0,0-1 1 0 0,0 1 0 0 0,0 0 0 0 0,0-1 0 0 0,0 1-1 0 0,1 0 1 0 0,-1-1 2 0 0,0 0 0 0 0,1-1 0 0 0,-1 1 0 0 0,0 0-1 0 0,0 0 1 0 0,0-1 0 0 0,0 1 0 0 0,0-1 0 0 0,0 1 0 0 0,0-1-1 0 0,0 1 1 0 0,0-1 0 0 0,0 0 0 0 0,0 1 0 0 0,0-1 0 0 0,-1 0 0 0 0,1 0-1 0 0,1-1 1 0 0,4-6-199 0 0,0 0-1 0 0,-1 0 0 0 0,9-17 1 0 0,37-105-618 0 0,-39 93 763 0 0,2 1 0 0 0,1 1 0 0 0,28-48-1 0 0,-40 78 112 0 0,0 1-1 0 0,0 0 0 0 0,0 0 1 0 0,0 0-1 0 0,1 0 0 0 0,0 0 1 0 0,0 1-1 0 0,0 0 0 0 0,0-1 1 0 0,0 2-1 0 0,1-1 0 0 0,-1 0 1 0 0,8-2-1 0 0,-9 4 29 0 0,-1 1 0 0 0,1-1 1 0 0,0 1-1 0 0,0 0 0 0 0,0-1 0 0 0,0 2 0 0 0,0-1 1 0 0,0 0-1 0 0,0 0 0 0 0,-1 1 0 0 0,1 0 1 0 0,0-1-1 0 0,0 1 0 0 0,0 0 0 0 0,-1 0 0 0 0,1 1 1 0 0,-1-1-1 0 0,1 1 0 0 0,-1-1 0 0 0,1 1 0 0 0,-1 0 1 0 0,0-1-1 0 0,0 1 0 0 0,1 1 0 0 0,2 3 0 0 0,4 5 133 0 0,0 1 0 0 0,-1 0-1 0 0,0 1 1 0 0,0 0-1 0 0,-2 0 1 0 0,0 1-1 0 0,0-1 1 0 0,4 20 0 0 0,3 17-374 0 0,6 55 0 0 0,-5-25-2291 0 0,-4-47-97 0 0,1-16-564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74 122 616 0 0,'-5'-81'15209'0'0,"5"81"-15160"0"0,0 0 0 0 0,0 0 0 0 0,0 0 0 0 0,0 0 0 0 0,0 0 0 0 0,0 1 0 0 0,0-1 0 0 0,-1 0 0 0 0,1 0 0 0 0,0 0 0 0 0,0 0-1 0 0,0 0 1 0 0,0 0 0 0 0,-1 0 0 0 0,1 0 0 0 0,0 0 0 0 0,0 0 0 0 0,0 1 0 0 0,0-1 0 0 0,-1 0 0 0 0,1 0 0 0 0,0 0 0 0 0,0 0-1 0 0,0 0 1 0 0,-1 0 0 0 0,1 0 0 0 0,0-1 0 0 0,0 1 0 0 0,0 0 0 0 0,0 0 0 0 0,-1 0 0 0 0,1 0 0 0 0,0 0 0 0 0,0 0 0 0 0,0 0-1 0 0,0 0 1 0 0,0 0 0 0 0,-1 0 0 0 0,1 0 0 0 0,0-1 0 0 0,0 1 0 0 0,0 0 0 0 0,0 0 0 0 0,0 0 0 0 0,0 0 0 0 0,-1 0 0 0 0,1-1-1 0 0,0 1 1 0 0,0 0 0 0 0,0 0 0 0 0,0 0 0 0 0,0 0 0 0 0,0-1 0 0 0,0 1 0 0 0,0 0 0 0 0,0 0 0 0 0,0 0 0 0 0,0 0 0 0 0,0-1-1 0 0,-11 15 1071 0 0,5 0-581 0 0,1 0-1 0 0,0 0 1 0 0,1 1 0 0 0,-5 25-1 0 0,3-7-86 0 0,0-7-276 0 0,2 0 0 0 0,1 0 0 0 0,1 0 1 0 0,2 0-1 0 0,0 1 0 0 0,2-1 0 0 0,8 46 0 0 0,-8-65-156 0 0,-1 0 0 0 0,2-1 1 0 0,-1 1-1 0 0,1 0 0 0 0,0-1 0 0 0,0 0 1 0 0,0 0-1 0 0,1 0 0 0 0,0 0 0 0 0,0-1 1 0 0,1 1-1 0 0,0-1 0 0 0,-1 0 0 0 0,2 0 1 0 0,-1-1-1 0 0,1 0 0 0 0,-1 0 0 0 0,1 0 1 0 0,11 5-1 0 0,-9-5-10 0 0,0-1 0 0 0,0-1-1 0 0,0 0 1 0 0,1 0 0 0 0,-1 0 0 0 0,1-1 0 0 0,-1 0 0 0 0,1-1-1 0 0,-1 0 1 0 0,1 0 0 0 0,-1-1 0 0 0,0 0 0 0 0,1 0 0 0 0,-1-1 0 0 0,0 0-1 0 0,9-4 1 0 0,-7 2-11 0 0,0 0 0 0 0,-1-1-1 0 0,0 0 1 0 0,0 0 0 0 0,0-1-1 0 0,0-1 1 0 0,-1 0 0 0 0,0 0-1 0 0,-1 0 1 0 0,1-1 0 0 0,-1 0-1 0 0,-1 0 1 0 0,0-1 0 0 0,7-11-1 0 0,-7 8 27 0 0,0-1 0 0 0,-1 0 0 0 0,0 0-1 0 0,-1 0 1 0 0,0-1 0 0 0,-1 1-1 0 0,-1-1 1 0 0,0 0 0 0 0,-1 0-1 0 0,0-18 1 0 0,-2 18-40 0 0,0 0 0 0 0,-1-1 0 0 0,0 1 0 0 0,-1 0 0 0 0,-1 0 0 0 0,0 1 0 0 0,-1-1 0 0 0,-1 1 0 0 0,0 0 0 0 0,-8-13 0 0 0,9 17-80 0 0,-2 0 0 0 0,1 0 0 0 0,-2 1 0 0 0,1 0-1 0 0,-1 0 1 0 0,0 0 0 0 0,0 1 0 0 0,-1 0 0 0 0,0 1 0 0 0,0 0 0 0 0,-1 1 0 0 0,0 0 0 0 0,-17-7 0 0 0,21 10-176 0 0,0 0-1 0 0,1 1 1 0 0,-1-1 0 0 0,0 1 0 0 0,0 1 0 0 0,0-1 0 0 0,0 1-1 0 0,0 0 1 0 0,0 0 0 0 0,0 1 0 0 0,-7 1 0 0 0,11-2 28 0 0,-1 1 1 0 0,1 0-1 0 0,0 0 1 0 0,-1 0 0 0 0,1 0-1 0 0,0 0 1 0 0,0 0-1 0 0,0 1 1 0 0,0-1 0 0 0,0 1-1 0 0,0-1 1 0 0,0 1-1 0 0,0 0 1 0 0,1 0-1 0 0,-1-1 1 0 0,1 1 0 0 0,-1 1-1 0 0,1-1 1 0 0,0 0-1 0 0,-1 0 1 0 0,1 0 0 0 0,1 1-1 0 0,-1-1 1 0 0,0 0-1 0 0,0 1 1 0 0,1-1 0 0 0,-1 3-1 0 0,1-3-31 0 0,0-1-1 0 0,0 1 0 0 0,0 0 0 0 0,1-1 1 0 0,-1 1-1 0 0,0-1 0 0 0,1 1 0 0 0,-1-1 1 0 0,1 1-1 0 0,0-1 0 0 0,-1 1 0 0 0,1-1 1 0 0,0 0-1 0 0,0 1 0 0 0,0-1 0 0 0,0 0 1 0 0,0 0-1 0 0,1 2 0 0 0,2 1-1158 0 0,4 6-3066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1050 2512 0 0,'0'0'27'0'0,"4"-1"723"0"0,1 0-1 0 0,-1 0 1 0 0,0-1 0 0 0,0 0-1 0 0,0 0 1 0 0,0 0-1 0 0,0 0 1 0 0,0 0-1 0 0,0-1 1 0 0,-1 1 0 0 0,0-1-1 0 0,1 0 1 0 0,5-7-1 0 0,-9 10-650 0 0,0-1 0 0 0,0 0 0 0 0,0 1-1 0 0,1-1 1 0 0,-1 1 0 0 0,0-1 0 0 0,0 0 0 0 0,0 1-1 0 0,0-1 1 0 0,0 1 0 0 0,0-1 0 0 0,0 0 0 0 0,0 1-1 0 0,0-1 1 0 0,0 1 0 0 0,-1-1 0 0 0,1 0 0 0 0,0 1-1 0 0,0-1 1 0 0,0 1 0 0 0,-1-1 0 0 0,1 1 0 0 0,0-1-1 0 0,-1 1 1 0 0,1-1 0 0 0,0 1 0 0 0,-1-1 0 0 0,1 1 0 0 0,-1-1-1 0 0,1 1 1 0 0,-1 0 0 0 0,1-1 0 0 0,-1 1 0 0 0,0-1-1 0 0,0 0 108 0 0,-1 0-1 0 0,0 0 0 0 0,1 0 1 0 0,-1 1-1 0 0,0-1 1 0 0,0 0-1 0 0,1 1 0 0 0,-1-1 1 0 0,0 1-1 0 0,0 0 0 0 0,-2-1 1 0 0,-5 2-9 0 0,0 0 0 0 0,0 1 0 0 0,0 0-1 0 0,0 1 1 0 0,1-1 0 0 0,-1 2 0 0 0,1-1 0 0 0,0 1 0 0 0,0 0 0 0 0,0 1 0 0 0,0 0 0 0 0,1 0 0 0 0,0 1 0 0 0,0 0 0 0 0,0 0 0 0 0,-5 7 0 0 0,3-3-138 0 0,1-1 0 0 0,0 1 0 0 0,0 1 0 0 0,1-1 0 0 0,1 1 0 0 0,0 0 0 0 0,0 1 0 0 0,1 0 0 0 0,0 0 0 0 0,1 0 0 0 0,-3 16 0 0 0,6-23-47 0 0,0 0 0 0 0,1 0-1 0 0,0 1 1 0 0,0-1 0 0 0,0 0 0 0 0,0 0 0 0 0,1 0-1 0 0,0 0 1 0 0,0 0 0 0 0,0 0 0 0 0,1 0-1 0 0,-1 0 1 0 0,1 0 0 0 0,1 0 0 0 0,-1-1 0 0 0,0 1-1 0 0,1-1 1 0 0,0 0 0 0 0,0 1 0 0 0,1-1-1 0 0,-1-1 1 0 0,1 1 0 0 0,-1 0 0 0 0,8 4 0 0 0,-5-4-13 0 0,1 0 1 0 0,0 0 0 0 0,1-1 0 0 0,-1 0-1 0 0,0 0 1 0 0,1-1 0 0 0,0 0 0 0 0,-1 0-1 0 0,1-1 1 0 0,0 0 0 0 0,0 0 0 0 0,0-1 0 0 0,0 0-1 0 0,0 0 1 0 0,11-2 0 0 0,-5-1 22 0 0,0 0 1 0 0,0 0-1 0 0,-1-1 1 0 0,1-1 0 0 0,-1 0-1 0 0,0-1 1 0 0,-1-1-1 0 0,1 0 1 0 0,-1 0-1 0 0,16-14 1 0 0,-14 8-23 0 0,0 0 1 0 0,-1 0 0 0 0,-1-2-1 0 0,-1 1 1 0 0,0-2-1 0 0,0 1 1 0 0,8-20 0 0 0,0-7-71 0 0,-2-1 1 0 0,-1-1 0 0 0,-3 0-1 0 0,-2-1 1 0 0,10-75-1 0 0,-10 25 23 0 0,-5 0 0 0 0,-3-1 0 0 0,-5 1 0 0 0,-4 0 0 0 0,-22-112 0 0 0,28 203 47 0 0,-4-16-9 0 0,-9-30 0 0 0,12 46 7 0 0,0 1 1 0 0,0-1 0 0 0,-1 1-1 0 0,0-1 1 0 0,1 1 0 0 0,-1-1-1 0 0,0 1 1 0 0,-1 0 0 0 0,1 0-1 0 0,-1 0 1 0 0,1 0 0 0 0,-1 1-1 0 0,0-1 1 0 0,0 1 0 0 0,-3-3-1 0 0,4 4 2 0 0,0 1-1 0 0,0-1 0 0 0,0 1 0 0 0,0-1 1 0 0,0 1-1 0 0,0 0 0 0 0,0 0 0 0 0,0 0 0 0 0,0 0 1 0 0,0 0-1 0 0,1 0 0 0 0,-1 0 0 0 0,0 1 1 0 0,0-1-1 0 0,0 1 0 0 0,0-1 0 0 0,0 1 1 0 0,0 0-1 0 0,0 0 0 0 0,1 0 0 0 0,-1 0 0 0 0,0 0 1 0 0,1 0-1 0 0,-2 2 0 0 0,-2 0 5 0 0,1 1 0 0 0,-1 0-1 0 0,1 1 1 0 0,0-1 0 0 0,1 1-1 0 0,-6 8 1 0 0,0 5 72 0 0,0 1 0 0 0,1 0 0 0 0,1 1 0 0 0,1-1 0 0 0,1 2 0 0 0,0-1 0 0 0,-2 30 0 0 0,3 10 217 0 0,4 79 1 0 0,4-57-602 0 0,4 1 1 0 0,3-1-1 0 0,4-1 1 0 0,4 0 0 0 0,31 84-1 0 0,-40-138-961 0 0,2 0-1 0 0,19 33 1 0 0,-21-43-1120 0 0,1-1 0 0 0,16 19 0 0 0,14 6-6406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3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215 153 4776 0 0,'-200'-16'12981'0'0,"199"16"-12911"0"0,1 0 0 0 0,-1 0 0 0 0,1 0 0 0 0,-1 0 0 0 0,1 0 1 0 0,-1 0-1 0 0,0 0 0 0 0,1 0 0 0 0,-1 0 0 0 0,1 0 0 0 0,-1 0 0 0 0,1 0 0 0 0,-1 0 0 0 0,1-1 0 0 0,-1 1 1 0 0,1 0-1 0 0,-1 0 0 0 0,1-1 0 0 0,0 1 0 0 0,-1 0 0 0 0,1 0 0 0 0,-1-1 0 0 0,1 1 0 0 0,0-1 0 0 0,-1 1 0 0 0,1 0 1 0 0,0-1-1 0 0,-1 0 0 0 0,12-8 500 0 0,32-6-277 0 0,25-2-303 0 0,84-8 0 0 0,76 3-2059 0 0,-132 13 717 0 0,131-12-6120 0 0,-114 8 136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0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20 172 836 0 0,'0'0'6754'0'0,"-2"1"-6314"0"0,0 0 0 0 0,0 0 1 0 0,0 0-1 0 0,0 1 0 0 0,0-1 0 0 0,0 0 0 0 0,1 1 0 0 0,-1-1 1 0 0,-1 2-1 0 0,6-1-404 0 0,0 0-1 0 0,1 0 1 0 0,-1-1 0 0 0,0 1 0 0 0,1-1 0 0 0,-1 0 0 0 0,1 0 0 0 0,5 0-1 0 0,-7 0 29 0 0,14 0 105 0 0,85 6 310 0 0,1-6 0 0 0,118-12 0 0 0,-75 2-418 0 0,86-12-36 0 0,-114 9-15 0 0,54-4 21 0 0,518-34 3 0 0,325 11 9 0 0,-962 37-43 0 0,273-16-13 0 0,498-13 69 0 0,-770 31-65 0 0,832 19-96 0 0,-199-4 166 0 0,-650-15-63 0 0,130-1-9 0 0,279 6-34 0 0,-191 4 45 0 0,125 22 18 0 0,-328-26-24 0 0,605 25-15 0 0,-219-17 51 0 0,30 16-53 0 0,312 14 37 0 0,-232-17-129 0 0,-1 1 67 0 0,43-15 64 0 0,335-59-12 0 0,-428-2-66 0 0,-111 39-86 0 0,-295 11 168 0 0,-16 1-6 0 0,-70-2-17 0 0,1 0-2 0 0,13 0 17 0 0,-13 0-30 0 0,-2 0 22 0 0,9 0-14 0 0,-9 0 0 0 0,1 0-74 0 0,7 1 150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14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179 357 2392 0 0,'-15'-5'4567'0'0,"-1"0"-2585"0"0,-3 0-625 0 0,0-1 0 0 0,0 2 0 0 0,-1 1 0 0 0,1 0 0 0 0,-22 0 0 0 0,31 6-1069 0 0,16 3 144 0 0,18 4 10 0 0,-8-7-317 0 0,-1 0 1 0 0,1-1-1 0 0,-1 0 0 0 0,32-2 1 0 0,62-11 42 0 0,-103 10-161 0 0,18-2 6 0 0,157-24 88 0 0,-139 19-173 0 0,0-3 0 0 0,50-18 1 0 0,-87 27-6 0 0,1 0 0 0 0,-1-1 0 0 0,0 1-1 0 0,1-1 1 0 0,-1-1 0 0 0,0 1 0 0 0,-1-1 0 0 0,1 1 0 0 0,-1-1 0 0 0,1-1 0 0 0,-1 1 0 0 0,-1-1 0 0 0,1 1 0 0 0,3-7 0 0 0,-5 7 34 0 0,0 0 0 0 0,-1 0 0 0 0,1 0 0 0 0,-1-1 0 0 0,0 1-1 0 0,0 0 1 0 0,-1 0 0 0 0,1-1 0 0 0,-1 1 0 0 0,0 0 0 0 0,0-1 0 0 0,0 1 0 0 0,-1 0 0 0 0,0-1 0 0 0,0 1 0 0 0,0 0 0 0 0,0 0 0 0 0,0 0 0 0 0,-5-8 0 0 0,-3-7 26 0 0,-2 0 1 0 0,-17-23-1 0 0,6 11 1261 0 0,30 49-722 0 0,-2-8-446 0 0,-2 1-1 0 0,1 1 1 0 0,-1-1-1 0 0,-1 0 1 0 0,0 1-1 0 0,-1 0 1 0 0,0-1-1 0 0,-1 1 1 0 0,0 0-1 0 0,-1 0 1 0 0,-1 0-1 0 0,1 0 1 0 0,-2 0-1 0 0,0-1 1 0 0,0 1-1 0 0,-5 13 0 0 0,-9 26-449 0 0,-3 1 0 0 0,-43 82 0 0 0,-23 13-5794 0 0,67-121 2051 0 0,3-3-2000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16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55 380 0 0,'-13'5'11250'0'0,"5"-2"-10053"0"0,-10 4 4328 0 0,18-7-5451 0 0,-1 0-1 0 0,1 1 1 0 0,0-1-1 0 0,-1 0 0 0 0,1 0 1 0 0,0 0-1 0 0,-1 1 1 0 0,1-1-1 0 0,0 0 1 0 0,0 0-1 0 0,-1 1 1 0 0,1-1-1 0 0,0 0 0 0 0,0 1 1 0 0,-1-1-1 0 0,1 0 1 0 0,0 0-1 0 0,0 1 1 0 0,0-1-1 0 0,0 1 1 0 0,0-1-1 0 0,0 0 0 0 0,-1 1 1 0 0,1-1-1 0 0,0 0 1 0 0,0 1-1 0 0,0-1 1 0 0,0 0-1 0 0,0 1 1 0 0,0-1-1 0 0,0 1 0 0 0,1-1 1 0 0,-1 0-1 0 0,0 1 1 0 0,0-1-1 0 0,0 0 1 0 0,0 1-1 0 0,0-1 1 0 0,1 1-1 0 0,1 0-44 0 0,1 0 0 0 0,-1-1 0 0 0,1 1 1 0 0,-1 0-1 0 0,1-1 0 0 0,0 0 0 0 0,-1 1 0 0 0,1-1 0 0 0,0 0 1 0 0,-1-1-1 0 0,5 1 0 0 0,50-3 54 0 0,-1-3 0 0 0,83-17-1 0 0,-36 4-38 0 0,-85 16-40 0 0,69-11 7 0 0,131-4-1 0 0,-212 17-9 0 0,-1 1-1 0 0,1 1 1 0 0,0-1-1 0 0,-1 1 1 0 0,1 0-1 0 0,5 2 1 0 0,-10-2 1 0 0,0-1 1 0 0,1 1-1 0 0,-1-1 1 0 0,0 1-1 0 0,0-1 1 0 0,0 1-1 0 0,0 0 1 0 0,0 0-1 0 0,0-1 1 0 0,0 1-1 0 0,0 0 0 0 0,-1 0 1 0 0,1 0-1 0 0,0 0 1 0 0,0 0-1 0 0,-1 0 1 0 0,1 0-1 0 0,0 1 1 0 0,-1-1-1 0 0,0 0 1 0 0,1 0-1 0 0,-1 0 1 0 0,0 1-1 0 0,1-1 1 0 0,-1 0-1 0 0,0 0 1 0 0,0 1-1 0 0,0-1 1 0 0,0 0-1 0 0,0 0 0 0 0,0 1 1 0 0,0-1-1 0 0,-1 0 1 0 0,0 3-1 0 0,-2 7 5 0 0,-1 1-1 0 0,-1-1 1 0 0,0 1-1 0 0,-1-1 1 0 0,0-1-1 0 0,0 1 1 0 0,-1-1-1 0 0,-13 14 1 0 0,-74 74 110 0 0,83-87-111 0 0,-210 180 156 0 0,172-150-144 0 0,-113 94 992 0 0,154-129-890 0 0,-5 5 227 0 0,0 0 0 0 0,1 0 0 0 0,-19 22-1 0 0,30-31-133 0 0,2-2-195 0 0,-1 1 0 0 0,0 0 0 0 0,0 0 1 0 0,1 0-1 0 0,-1-1 0 0 0,0 1 0 0 0,1 0 0 0 0,-1 0 0 0 0,1-1 0 0 0,-1 1 0 0 0,1 0 1 0 0,-1 0-1 0 0,1-1 0 0 0,0 1 0 0 0,-1-1 0 0 0,1 1 0 0 0,0-1 0 0 0,-1 1 1 0 0,1-1-1 0 0,0 1 0 0 0,0-1 0 0 0,-1 0 0 0 0,1 1 0 0 0,0-1 0 0 0,0 0 0 0 0,0 0 1 0 0,0 1-1 0 0,-1-1 0 0 0,3 0 0 0 0,25 2 163 0 0,12-4-112 0 0,1-2 1 0 0,67-16-1 0 0,-54 9-61 0 0,673-107 88 0 0,-704 115-77 0 0,21-3 223 0 0,80-20 1 0 0,-122 25-223 0 0,18-8-674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1262 2012 0 0,'10'10'4619'0'0,"47"32"2622"0"0,-55-41-6641 0 0,2-2-95 0 0,1 0-406 0 0,0-1 1 0 0,0-1-1 0 0,0 1 0 0 0,-1-1 0 0 0,1 1 0 0 0,0-1 0 0 0,-1-1 0 0 0,0 1 0 0 0,0 0 0 0 0,0-1 0 0 0,0 0 0 0 0,-1 0 0 0 0,1 0 0 0 0,2-5 0 0 0,10-14 63 0 0,18-36 1 0 0,-31 53-128 0 0,30-59 70 0 0,-4 0 0 0 0,32-102-1 0 0,15-147 33 0 0,-23-219 865 0 0,-53 527-997 0 0,2-16 71 0 0,1 20-34 0 0,0 14-19 0 0,21 152 398 0 0,-16-91-179 0 0,53 605 870 0 0,-28 1-544 0 0,-27-537-497 0 0,-4-106-51 0 0,11 758 338 0 0,-14-768-322 0 0,-6 99 88 0 0,5-103-80 0 0,-2 0 0 0 0,0 1 0 0 0,-10 27 0 0 0,14-47-33 0 0,-1 0 1 0 0,0 0-1 0 0,0 0 1 0 0,0 0-1 0 0,0-1 1 0 0,-1 1-1 0 0,1 0 0 0 0,-1-1 1 0 0,1 1-1 0 0,-1-1 1 0 0,0 0-1 0 0,0 0 1 0 0,0 1-1 0 0,0-1 1 0 0,0 0-1 0 0,-1-1 0 0 0,1 1 1 0 0,-3 1-1 0 0,3-3-11 0 0,1 1-1 0 0,0-1 1 0 0,0 0-1 0 0,-1 0 1 0 0,1 0-1 0 0,0 0 1 0 0,0-1-1 0 0,-1 1 1 0 0,1 0-1 0 0,0 0 1 0 0,0-1-1 0 0,0 1 1 0 0,-1-1-1 0 0,1 1 1 0 0,0-1-1 0 0,-2-1 1 0 0,1 1-2 0 0,-2-1-1 0 0,1 0 1 0 0,0 0 0 0 0,-1 0-1 0 0,1 0 1 0 0,0-1 0 0 0,1 1-1 0 0,-1-1 1 0 0,0 0 0 0 0,1 0-1 0 0,-1 0 1 0 0,1 0-1 0 0,-3-5 1 0 0,-18-43-15 0 0,18 39 12 0 0,-10-30-34 0 0,1-2 0 0 0,-14-80 0 0 0,2-93-75 0 0,19-190-104 0 0,11 334 163 0 0,4 1 1 0 0,3 0-1 0 0,32-112 0 0 0,-34 155 29 0 0,2-1 0 0 0,2 1 1 0 0,0 1-1 0 0,2 0 0 0 0,0 1 1 0 0,30-38-1 0 0,-34 52 11 0 0,0 1 1 0 0,0 1 0 0 0,1 0-1 0 0,0 0 1 0 0,1 1-1 0 0,16-9 1 0 0,-19 13 7 0 0,-1 1-1 0 0,1 1 1 0 0,-1 0 0 0 0,1 0 0 0 0,1 1 0 0 0,-1 1 0 0 0,0-1-1 0 0,1 2 1 0 0,-1-1 0 0 0,14 1 0 0 0,-14 1 5 0 0,0 1 0 0 0,0 0 0 0 0,0 1 1 0 0,-1 0-1 0 0,1 1 0 0 0,-1 0 0 0 0,1 0 0 0 0,-1 1 0 0 0,0 0 1 0 0,0 1-1 0 0,-1 0 0 0 0,0 0 0 0 0,1 1 0 0 0,-2 0 0 0 0,1 0 1 0 0,10 11-1 0 0,-15-13 8 0 0,1 0 1 0 0,0 1-1 0 0,-1-1 0 0 0,0 1 1 0 0,0-1-1 0 0,0 1 1 0 0,-1 0-1 0 0,0 0 0 0 0,0 1 1 0 0,0-1-1 0 0,0 0 0 0 0,-1 1 1 0 0,0-1-1 0 0,0 1 1 0 0,0-1-1 0 0,-1 1 0 0 0,0-1 1 0 0,0 1-1 0 0,0-1 1 0 0,-1 1-1 0 0,0-1 0 0 0,0 1 1 0 0,0-1-1 0 0,-1 1 1 0 0,1-1-1 0 0,-1 0 0 0 0,-1 0 1 0 0,1 0-1 0 0,-6 9 1 0 0,0-4-54 0 0,0 0 1 0 0,-1 0 0 0 0,0-1 0 0 0,-1 0 0 0 0,0-1 0 0 0,0 0 0 0 0,0 0 0 0 0,-1-1 0 0 0,-1-1 0 0 0,1 0-1 0 0,-1 0 1 0 0,0-1 0 0 0,0-1 0 0 0,0 0 0 0 0,-1 0 0 0 0,1-1 0 0 0,-1-1 0 0 0,0 0 0 0 0,0-1-1 0 0,0-1 1 0 0,0 1 0 0 0,0-2 0 0 0,0 0 0 0 0,1-1 0 0 0,-14-3 0 0 0,24 5-138 0 0,1 0 1 0 0,-1-1-1 0 0,1 1 1 0 0,-1-1-1 0 0,1 1 1 0 0,-1-1-1 0 0,1 0 1 0 0,0 0-1 0 0,-1 1 1 0 0,1-1-1 0 0,0 0 1 0 0,-1 0 0 0 0,1 0-1 0 0,0 0 1 0 0,0-1-1 0 0,0 1 1 0 0,0 0-1 0 0,0 0 1 0 0,0-1-1 0 0,1 1 1 0 0,-1-1-1 0 0,0 1 1 0 0,0-3-1 0 0,1 2-304 0 0,-1 0 0 0 0,1 0 0 0 0,0-1 0 0 0,0 1 0 0 0,1 0 0 0 0,-1 0 0 0 0,0-1-1 0 0,1 1 1 0 0,-1 0 0 0 0,1 0 0 0 0,0 0 0 0 0,0 0 0 0 0,0-1 0 0 0,2-2 0 0 0,7-10-5021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9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2024 0 0,'1'-2'2377'0'0,"21"-30"5845"0"0,-19 32-7622 0 0,0 0-465 0 0,0 1-1 0 0,0-1 1 0 0,1 1 0 0 0,-1 0 0 0 0,0 0 0 0 0,0 0 0 0 0,0 0 0 0 0,0 0 0 0 0,0 1 0 0 0,-1 0 0 0 0,1-1 0 0 0,0 1 0 0 0,-1 0 0 0 0,1 0 0 0 0,-1 0 0 0 0,4 5 0 0 0,43 49 765 0 0,-35-40-681 0 0,1 3-48 0 0,-1 0-1 0 0,0 1 1 0 0,-1 0-1 0 0,13 31 1 0 0,-21-40-81 0 0,0 0 0 0 0,-1 1 0 0 0,-1 0 0 0 0,1 0 1 0 0,-2 0-1 0 0,0 0 0 0 0,-1 1 0 0 0,0-1 0 0 0,0 0 0 0 0,-2 17 0 0 0,-1-23-37 0 0,1 1-1 0 0,-1 0 1 0 0,-1 0-1 0 0,1-1 1 0 0,-1 0-1 0 0,0 1 1 0 0,-1-1-1 0 0,1 0 1 0 0,-1 0-1 0 0,0-1 1 0 0,-1 1-1 0 0,1-1 1 0 0,-7 5-1 0 0,11-9-50 0 0,-1 0 0 0 0,1-1 0 0 0,0 1 0 0 0,-1-1 0 0 0,1 1 1 0 0,-1 0-1 0 0,0-1 0 0 0,1 1 0 0 0,-1-1 0 0 0,1 1 0 0 0,-1-1 0 0 0,0 0 0 0 0,1 1 0 0 0,-1-1 0 0 0,0 0 0 0 0,0 1 0 0 0,1-1 1 0 0,-1 0-1 0 0,0 0 0 0 0,0 0 0 0 0,1 1 0 0 0,-1-1 0 0 0,0 0 0 0 0,0 0 0 0 0,0 0 0 0 0,1 0 0 0 0,-1 0 0 0 0,0-1 0 0 0,0 1 0 0 0,0 0 1 0 0,1 0-1 0 0,-1 0 0 0 0,0-1 0 0 0,1 1 0 0 0,-1 0 0 0 0,0-1 0 0 0,0 1 0 0 0,1-1 0 0 0,-1 1 0 0 0,1-1 0 0 0,-1 1 0 0 0,0-1 1 0 0,1 1-1 0 0,-1-1 0 0 0,1 1 0 0 0,-1-1 0 0 0,1 0 0 0 0,0 1 0 0 0,-1-1 0 0 0,1 0 0 0 0,0 0 0 0 0,-1 1 0 0 0,1-1 0 0 0,0 0 0 0 0,-1 0 1 0 0,0-4-6 0 0,-1 0 0 0 0,1 0 1 0 0,0 0-1 0 0,0 0 0 0 0,0 0 1 0 0,1-9-1 0 0,1-1-13 0 0,1-1 0 0 0,1 1 0 0 0,1 0 0 0 0,0 0 0 0 0,1 0 0 0 0,0 0 0 0 0,1 1 0 0 0,1 0 0 0 0,0 0 0 0 0,14-19 0 0 0,-8 16-13 0 0,1 0 0 0 0,0 0 0 0 0,1 2 0 0 0,0-1 0 0 0,2 2 0 0 0,35-25 0 0 0,-48 37 24 0 0,-1 0 0 0 0,1 0 0 0 0,0 0-1 0 0,0 0 1 0 0,0 0 0 0 0,0 1 0 0 0,1 0-1 0 0,-1-1 1 0 0,0 2 0 0 0,1-1-1 0 0,-1 0 1 0 0,0 1 0 0 0,1 0 0 0 0,-1 0-1 0 0,1 0 1 0 0,-1 1 0 0 0,0-1 0 0 0,1 1-1 0 0,-1 0 1 0 0,0 1 0 0 0,0-1-1 0 0,0 1 1 0 0,0-1 0 0 0,0 1 0 0 0,0 0-1 0 0,0 1 1 0 0,0-1 0 0 0,-1 1 0 0 0,6 4-1 0 0,0 2 18 0 0,-1-1-1 0 0,1 2 1 0 0,-1-1-1 0 0,-1 1 0 0 0,0 0 1 0 0,-1 1-1 0 0,0 0 1 0 0,0 0-1 0 0,5 16 0 0 0,4 17 40 0 0,-10-25-11 0 0,2 0 0 0 0,17 35 0 0 0,-21-50-33 0 0,-1 0-1 0 0,1 0 1 0 0,0-1 0 0 0,0 1-1 0 0,0-1 1 0 0,0 0-1 0 0,1 1 1 0 0,-1-2 0 0 0,1 1-1 0 0,0 0 1 0 0,0-1 0 0 0,0 0-1 0 0,0 1 1 0 0,0-2-1 0 0,0 1 1 0 0,0 0 0 0 0,1-1-1 0 0,-1 0 1 0 0,1 0-1 0 0,-1 0 1 0 0,1-1 0 0 0,0 1-1 0 0,-1-1 1 0 0,1 0 0 0 0,8-2-1 0 0,-5 1-9 0 0,-1 0 1 0 0,0-1-1 0 0,0 0 0 0 0,0-1 0 0 0,-1 1 0 0 0,1-1 1 0 0,-1-1-1 0 0,1 1 0 0 0,-1-1 0 0 0,0 0 1 0 0,0 0-1 0 0,-1-1 0 0 0,1 0 0 0 0,-1 0 0 0 0,0 0 1 0 0,5-8-1 0 0,1-3-20 0 0,0-1 0 0 0,-2 0 0 0 0,0-1 0 0 0,-1 0 0 0 0,0 0 0 0 0,8-36 0 0 0,-13 41 13 0 0,0 1 0 0 0,-1 0 0 0 0,-1-1 1 0 0,0 1-1 0 0,-1-1 0 0 0,0 1 0 0 0,-1-1 0 0 0,0 0 0 0 0,-1 1 0 0 0,0 0 0 0 0,-1-1 0 0 0,-5-11 0 0 0,6 19 6 0 0,0 0 0 0 0,0 1-1 0 0,-1-1 1 0 0,1 1 0 0 0,-1-1-1 0 0,0 1 1 0 0,0 0 0 0 0,-1 0-1 0 0,1 0 1 0 0,-1 1 0 0 0,0-1 0 0 0,0 1-1 0 0,0 0 1 0 0,0 0 0 0 0,-1 0-1 0 0,1 1 1 0 0,-1-1 0 0 0,1 1-1 0 0,-1 0 1 0 0,0 1 0 0 0,0-1-1 0 0,0 1 1 0 0,0 0 0 0 0,0 0-1 0 0,0 0 1 0 0,-1 1 0 0 0,1 0-1 0 0,0 0 1 0 0,0 0 0 0 0,-8 2-1 0 0,6 0-34 0 0,1 0 0 0 0,-1 0-1 0 0,0 1 1 0 0,1 0-1 0 0,-1 0 1 0 0,1 1 0 0 0,0 0-1 0 0,0 0 1 0 0,1 0 0 0 0,-1 1-1 0 0,1-1 1 0 0,0 1-1 0 0,0 1 1 0 0,0-1 0 0 0,-5 9-1 0 0,6-8-252 0 0,0 1 0 0 0,0 0 0 0 0,0 0 0 0 0,1 0-1 0 0,0 0 1 0 0,1 0 0 0 0,-1 0 0 0 0,1 1 0 0 0,1-1 0 0 0,-1 1-1 0 0,1 0 1 0 0,1-1 0 0 0,0 14 0 0 0,0-15-180 0 0,1-1 0 0 0,-1 0 1 0 0,1 1-1 0 0,0-1 0 0 0,1 0 1 0 0,0 0-1 0 0,-1 0 0 0 0,2 0 0 0 0,-1 0 1 0 0,0 0-1 0 0,1 0 0 0 0,0-1 0 0 0,0 1 1 0 0,7 6-1 0 0,6 6-4090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09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59 32 0 0,'-2'-4'546'0'0,"0"0"0"0"0,0 1-1 0 0,-1-1 1 0 0,1 0 0 0 0,-1 1 0 0 0,0 0-1 0 0,0 0 1 0 0,0-1 0 0 0,0 2 0 0 0,0-1-1 0 0,-1 0 1 0 0,0 1 0 0 0,1-1 0 0 0,-1 1-1 0 0,0 0 1 0 0,-6-2 0 0 0,4 2-209 0 0,-1 1 0 0 0,1 0 0 0 0,0 0-1 0 0,0 0 1 0 0,-1 1 0 0 0,1 0 0 0 0,0 0 0 0 0,-1 1 0 0 0,1 0-1 0 0,-9 2 1 0 0,-5 3 127 0 0,0 1 1 0 0,0 0-1 0 0,1 2 0 0 0,0 0 0 0 0,-32 22 0 0 0,31-17-175 0 0,0 1-1 0 0,1 0 1 0 0,1 1-1 0 0,-21 24 1 0 0,30-30-218 0 0,1 0 0 0 0,0 1 0 0 0,1 0 0 0 0,0 0 0 0 0,1 1 0 0 0,0-1 0 0 0,1 2 0 0 0,0-1 0 0 0,-5 19 0 0 0,10-25-57 0 0,-1-1 0 0 0,0 0 0 0 0,1 0 0 0 0,0 0 0 0 0,1 0 0 0 0,-1 0 0 0 0,1 0 0 0 0,0 0 0 0 0,0 0 0 0 0,0 0 0 0 0,1 0 0 0 0,-1 0 0 0 0,1-1 0 0 0,1 1 0 0 0,-1 0 0 0 0,1-1 0 0 0,-1 0 0 0 0,1 0 0 0 0,0 0 0 0 0,1 0 0 0 0,-1 0 0 0 0,1 0 0 0 0,0-1 0 0 0,0 0 0 0 0,0 0 0 0 0,0 0-1 0 0,0 0 1 0 0,1 0 0 0 0,-1-1 0 0 0,1 0 0 0 0,0 0 0 0 0,-1 0 0 0 0,1-1 0 0 0,0 1 0 0 0,9 0 0 0 0,-9-2-8 0 0,-1 0-1 0 0,1 0 0 0 0,0 0 0 0 0,0 0 0 0 0,0-1 0 0 0,-1 0 1 0 0,1 0-1 0 0,0 0 0 0 0,-1-1 0 0 0,1 1 0 0 0,-1-1 0 0 0,0 0 1 0 0,1-1-1 0 0,-1 1 0 0 0,0-1 0 0 0,0 0 0 0 0,4-3 0 0 0,1-2-7 0 0,-1-1 0 0 0,0 0 0 0 0,0 0 0 0 0,-1 0 0 0 0,9-15-1 0 0,-1-4-1 0 0,-1-1 0 0 0,-2-1 0 0 0,-1 0 0 0 0,8-34 0 0 0,2-4-39 0 0,-9 34-126 0 0,-11 31 143 0 0,2 5 12 0 0,1 0 31 0 0,-1 0 0 0 0,1 1 0 0 0,-1 0-1 0 0,0 0 1 0 0,0-1 0 0 0,0 2 0 0 0,0-1 0 0 0,0 0-1 0 0,-1 1 1 0 0,0-1 0 0 0,1 1 0 0 0,-1-1 0 0 0,1 6-1 0 0,24 61 419 0 0,-22-55-313 0 0,13 43 350 0 0,-3 1 0 0 0,-2 1-1 0 0,5 68 1 0 0,-3 186 1073 0 0,-15-213-697 0 0,-21 161 0 0 0,12-205-209 0 0,-3-1 0 0 0,-1-1 0 0 0,-4 0 0 0 0,-30 72 0 0 0,41-116-472 0 0,1 1 1 0 0,-2-1 0 0 0,1 0 0 0 0,-2-1 0 0 0,1 0 0 0 0,-1 0-1 0 0,-1 0 1 0 0,0-1 0 0 0,0-1 0 0 0,-16 12 0 0 0,19-16-105 0 0,-1 1 1 0 0,-1-1 0 0 0,1-1-1 0 0,-1 1 1 0 0,1-1-1 0 0,-1-1 1 0 0,0 0 0 0 0,0 0-1 0 0,0 0 1 0 0,0-1-1 0 0,0 0 1 0 0,0 0 0 0 0,-1-1-1 0 0,1 0 1 0 0,0-1-1 0 0,0 0 1 0 0,-12-3-1 0 0,8 2-7 0 0,0-2-1 0 0,0 0 0 0 0,0 0 1 0 0,0-1-1 0 0,1-1 0 0 0,-1 0 1 0 0,1 0-1 0 0,1-1 0 0 0,-19-15 1 0 0,24 17-81 0 0,0-1-1 0 0,0 1 1 0 0,0-1 0 0 0,1 0 0 0 0,-1 0 0 0 0,1 0 0 0 0,1-1 0 0 0,-1 0 0 0 0,1 1 0 0 0,1-1-1 0 0,-1 0 1 0 0,1 0 0 0 0,0-1 0 0 0,1 1 0 0 0,0 0 0 0 0,0-1 0 0 0,0 1 0 0 0,1-10-1 0 0,2-1-302 0 0,0 0 0 0 0,1 0 0 0 0,1 0 0 0 0,1 0 0 0 0,1 1-1 0 0,14-33 1 0 0,60-94-2284 0 0,-76 138 2506 0 0,52-77-2339 0 0,3 3-1 0 0,81-84 0 0 0,37-48-4555 0 0,-145 166 3435 0 0,-4 5-1556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0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1 123 512 0 0,'6'-96'11615'0'0,"-6"95"-11450"0"0,0-1 0 0 0,0 1 0 0 0,0-1 0 0 0,0 1-1 0 0,0-1 1 0 0,0 1 0 0 0,0-1 0 0 0,0 1 0 0 0,1-1 0 0 0,-1 1 0 0 0,0-1-1 0 0,1 1 1 0 0,0 0 0 0 0,-1-1 0 0 0,1 1 0 0 0,1-3 0 0 0,-1 4-92 0 0,-1 0 0 0 0,1 0-1 0 0,0 0 1 0 0,-1 0 0 0 0,1 0 0 0 0,-1 0 0 0 0,1 0 0 0 0,-1 0 0 0 0,1 1 0 0 0,0-1 0 0 0,-1 0 0 0 0,1 0 0 0 0,-1 0 0 0 0,1 1-1 0 0,-1-1 1 0 0,1 0 0 0 0,-1 1 0 0 0,1-1 0 0 0,-1 0 0 0 0,0 1 0 0 0,1-1 0 0 0,-1 0 0 0 0,1 1 0 0 0,-1-1 0 0 0,0 1 0 0 0,1-1-1 0 0,-1 2 1 0 0,7 8 435 0 0,0 0-1 0 0,8 16 0 0 0,-14-23-574 0 0,17 33 325 0 0,-1 1 1 0 0,-3 0-1 0 0,-1 1 0 0 0,-1 0 1 0 0,-2 1-1 0 0,-2 1 1 0 0,3 44-1 0 0,-10-80-211 0 0,-1 0 0 0 0,0 0 1 0 0,0 0-1 0 0,0 0 0 0 0,-1 0 0 0 0,1 0 0 0 0,-1 0 0 0 0,0 0 0 0 0,0 0 0 0 0,0 0 1 0 0,-1 0-1 0 0,1 0 0 0 0,-1 0 0 0 0,0-1 0 0 0,0 1 0 0 0,0-1 0 0 0,-1 1 1 0 0,-4 4-1 0 0,5-6 19 0 0,1-2-61 0 0,0 0 1 0 0,-1 0 0 0 0,1-1-1 0 0,0 1 1 0 0,0 0 0 0 0,0 0-1 0 0,-1-1 1 0 0,1 1-1 0 0,0-1 1 0 0,0 1 0 0 0,0-1-1 0 0,0 0 1 0 0,0 1 0 0 0,0-1-1 0 0,0 0 1 0 0,0 0 0 0 0,0 0-1 0 0,0 0 1 0 0,0 1 0 0 0,0-3-1 0 0,-1 0-3 0 0,0 0 0 0 0,0 0 0 0 0,1-1 0 0 0,-1 1 0 0 0,1 0 0 0 0,0-1 0 0 0,-1-3 0 0 0,0-6-15 0 0,0 0 0 0 0,0-25-1 0 0,2 20-145 0 0,1 1 0 0 0,1 0 0 0 0,0 1 1 0 0,1-1-1 0 0,1 0 0 0 0,1 1 0 0 0,0-1 0 0 0,8-14 0 0 0,-8 21-304 0 0,0 0 0 0 0,1 0 0 0 0,0 0 1 0 0,0 1-1 0 0,1 0 0 0 0,1 1 0 0 0,-1 0 1 0 0,1 0-1 0 0,1 0 0 0 0,-1 1 0 0 0,2 0 0 0 0,-1 1 1 0 0,11-6-1 0 0,-14 9 77 0 0,9-5-1736 0 0,0 1 1 0 0,17-6-1 0 0,-5 5-2363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0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41 256 0 0,'10'-13'8247'0'0,"-10"13"-8126"0"0,1-1 0 0 0,-1 1 1 0 0,1-1-1 0 0,-1 0 0 0 0,0 1 1 0 0,1-1-1 0 0,-1 0 0 0 0,0 1 1 0 0,0-1-1 0 0,1 0 0 0 0,-1 1 1 0 0,0-1-1 0 0,0 0 0 0 0,0 0 1 0 0,0 1-1 0 0,0-1 0 0 0,0 0 1 0 0,0 1-1 0 0,0-1 0 0 0,0 0 1 0 0,0 0-1 0 0,-1 1 0 0 0,1-1 1 0 0,0 0-1 0 0,0 1 0 0 0,-1-1 1 0 0,1 0-1 0 0,0 1 0 0 0,-1-1 1 0 0,1 1-1 0 0,0-1 0 0 0,-1 0 1 0 0,1 1-1 0 0,-1-1 0 0 0,1 1 1 0 0,-1-1-1 0 0,1 1 0 0 0,-1 0 1 0 0,0-1-1 0 0,1 1 0 0 0,-1-1 1 0 0,0 1-1 0 0,1 0 0 0 0,-1 0 1 0 0,0-1-1 0 0,1 1 0 0 0,-1 0 1 0 0,0 0-1 0 0,1 0 0 0 0,-1 0 1 0 0,-1 0-1 0 0,-4 0 38 0 0,0 0 0 0 0,0 1-1 0 0,-1 0 1 0 0,1 0 0 0 0,0 1 0 0 0,1-1-1 0 0,-1 1 1 0 0,0 0 0 0 0,1 1 0 0 0,-1 0-1 0 0,1 0 1 0 0,-1 0 0 0 0,1 0 0 0 0,0 1-1 0 0,-7 6 1 0 0,-3 4 43 0 0,-1 1 0 0 0,2 0 0 0 0,-18 24 0 0 0,13-13-29 0 0,2 0-1 0 0,-26 51 0 0 0,36-63-132 0 0,2 0-1 0 0,-1 0 1 0 0,2 1-1 0 0,0-1 1 0 0,1 1 0 0 0,0 0-1 0 0,-1 29 1 0 0,4-40-40 0 0,0 1 1 0 0,0-1-1 0 0,0 1 1 0 0,1-1-1 0 0,0 1 1 0 0,0-1-1 0 0,0 1 1 0 0,0-1-1 0 0,1 0 1 0 0,0 0-1 0 0,0 0 1 0 0,0 0-1 0 0,0 0 1 0 0,0 0-1 0 0,1 0 1 0 0,0-1-1 0 0,0 1 1 0 0,0-1-1 0 0,0 0 1 0 0,0 0-1 0 0,1 0 1 0 0,-1 0-1 0 0,1-1 1 0 0,0 1-1 0 0,0-1 1 0 0,0 0-1 0 0,0 0 1 0 0,0 0-1 0 0,0-1 1 0 0,1 1-1 0 0,-1-1 1 0 0,1 0 0 0 0,-1-1-1 0 0,1 1 1 0 0,-1-1-1 0 0,1 0 1 0 0,7 0-1 0 0,-6-1-42 0 0,0 1-1 0 0,0-2 0 0 0,0 1 1 0 0,-1 0-1 0 0,1-1 1 0 0,-1 0-1 0 0,1-1 1 0 0,-1 1-1 0 0,0-1 0 0 0,0 0 1 0 0,0 0-1 0 0,9-8 1 0 0,-5 2-16 0 0,0-1 1 0 0,-1 0-1 0 0,0-1 1 0 0,-1 0-1 0 0,0 0 1 0 0,-1-1-1 0 0,0 0 1 0 0,5-14-1 0 0,27-103 35 0 0,-36 120 45 0 0,5-11-1 0 0,-1-3 40 0 0,-6 24-59 0 0,0-1 0 0 0,0 0 0 0 0,0 0 1 0 0,0 0-1 0 0,0 1 0 0 0,0-1 0 0 0,0 0 0 0 0,0 0 0 0 0,0 1 0 0 0,1-1 0 0 0,-1 0 1 0 0,0 0-1 0 0,0 0 0 0 0,0 1 0 0 0,0-1 0 0 0,0 0 0 0 0,0 0 0 0 0,1 0 1 0 0,-1 0-1 0 0,0 1 0 0 0,0-1 0 0 0,0 0 0 0 0,0 0 0 0 0,1 0 0 0 0,-1 0 1 0 0,0 0-1 0 0,0 0 0 0 0,0 1 0 0 0,1-1 0 0 0,-1 0 0 0 0,0 0 0 0 0,1 0 0 0 0,-1 0-1 0 0,1 0 1 0 0,-1 0-1 0 0,0 1 0 0 0,1-1 1 0 0,-1 0-1 0 0,0 0 0 0 0,1 1 1 0 0,-1-1-1 0 0,0 0 1 0 0,0 0-1 0 0,1 1 0 0 0,-1-1 1 0 0,0 0-1 0 0,0 1 0 0 0,1-1 1 0 0,-1 0-1 0 0,0 1 1 0 0,0-1-1 0 0,0 0 0 0 0,0 1 1 0 0,1-1-1 0 0,-1 0 1 0 0,0 1-1 0 0,0-1 0 0 0,0 1 1 0 0,0-1-1 0 0,0 0 0 0 0,0 1 1 0 0,0-1-1 0 0,0 1 1 0 0,0-1-1 0 0,8 112 312 0 0,-1-30-975 0 0,-7-75 282 0 0,1 0-1 0 0,0 0 1 0 0,0 0-1 0 0,1 0 0 0 0,0 0 1 0 0,0 0-1 0 0,4 9 1 0 0,-4-13-369 0 0,0 1-1 0 0,0-1 1 0 0,1 0 0 0 0,-1 0 0 0 0,1 0 0 0 0,-1 0 0 0 0,1 0-1 0 0,0 0 1 0 0,4 2 0 0 0,5 2-4099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1652 0 0,'3'-34'6997'0'0,"-1"1"-377"0"0,-2 34-6512 0 0,1-1-1 0 0,0 1 0 0 0,0-1 0 0 0,-1 1 1 0 0,1 0-1 0 0,-1-1 0 0 0,1 1 0 0 0,0 0 1 0 0,-1 0-1 0 0,1 0 0 0 0,-1-1 0 0 0,0 1 1 0 0,1 0-1 0 0,-1 0 0 0 0,0 0 0 0 0,1 0 0 0 0,-1 0 1 0 0,0 0-1 0 0,0 0 0 0 0,0 1 0 0 0,4 26 784 0 0,-3-25-780 0 0,4 59 1044 0 0,-2 2 0 0 0,-7 84-1 0 0,4-148-1146 0 0,-1 14 142 0 0,0 0 0 0 0,1 0 1 0 0,2 24-1 0 0,-2-36-109 0 0,2-3-36 0 0,-1-1 0 0 0,0 1 0 0 0,0-1-1 0 0,1 1 1 0 0,-1-1 0 0 0,-1 0 0 0 0,1 1-1 0 0,0-1 1 0 0,0 0 0 0 0,-1 0-1 0 0,1 1 1 0 0,0-4 0 0 0,-1 4 3 0 0,7-18-24 0 0,1 0 0 0 0,1 0-1 0 0,17-28 1 0 0,-20 37-15 0 0,1 0 0 0 0,1 0 0 0 0,0 1 0 0 0,0 0 0 0 0,1 0 0 0 0,0 1-1 0 0,12-9 1 0 0,-19 16 27 0 0,-1 0-1 0 0,1 1 1 0 0,0-1 0 0 0,0 0-1 0 0,0 1 1 0 0,0-1-1 0 0,0 1 1 0 0,0-1-1 0 0,-1 1 1 0 0,1 0-1 0 0,0 0 1 0 0,0 0-1 0 0,0 0 1 0 0,0 0-1 0 0,0 0 1 0 0,0 0-1 0 0,3 2 1 0 0,-1-1-8 0 0,0 0-1 0 0,0 1 1 0 0,0 0-1 0 0,0 0 1 0 0,0 0-1 0 0,6 5 1 0 0,-2-1 9 0 0,-1 1 0 0 0,0 0 0 0 0,0 0 1 0 0,-1 1-1 0 0,0-1 0 0 0,0 1 0 0 0,-1 1 0 0 0,0-1 0 0 0,5 11 0 0 0,3 13 26 0 0,12 42-1 0 0,-13-35-14 0 0,-10-34 14 0 0,-1 0 0 0 0,1 0 0 0 0,-1 0-1 0 0,-1 1 1 0 0,1-1 0 0 0,-1 0 0 0 0,0 8 0 0 0,0-9 6 0 0,0-4-28 0 0,0 0 1 0 0,0 1-1 0 0,0-1 1 0 0,0 0-1 0 0,0 0 0 0 0,0 1 1 0 0,0-1-1 0 0,0 0 1 0 0,0 0-1 0 0,0 0 1 0 0,0 1-1 0 0,0-1 1 0 0,-1 0-1 0 0,1 0 1 0 0,0 1-1 0 0,0-1 0 0 0,0 0 1 0 0,0 0-1 0 0,0 0 1 0 0,-1 0-1 0 0,1 1 1 0 0,0-1-1 0 0,0 0 1 0 0,0 0-1 0 0,0 0 1 0 0,-1 0-1 0 0,1 0 0 0 0,0 0 1 0 0,0 0-1 0 0,-1 1 1 0 0,1-1-1 0 0,0 0 1 0 0,0 0-1 0 0,0 0 1 0 0,-1 0-1 0 0,1 0 1 0 0,0 0-1 0 0,0 0 0 0 0,-1 0 1 0 0,1 0-1 0 0,0 0 1 0 0,0 0-1 0 0,-1 0 1 0 0,1 0-1 0 0,0 0 1 0 0,-1-1-1 0 0,1 1-2 0 0,-1 0-1 0 0,1-1 0 0 0,-1 1 1 0 0,0 0-1 0 0,1-1 0 0 0,-1 1 1 0 0,1-1-1 0 0,-1 1 1 0 0,1-1-1 0 0,-1 1 0 0 0,1-1 1 0 0,-1 1-1 0 0,1-1 1 0 0,0 0-1 0 0,-1 1 0 0 0,1-1 1 0 0,0 0-1 0 0,-1 1 0 0 0,1-1 1 0 0,0 0-1 0 0,0 1 1 0 0,0-2-1 0 0,-3-16-48 0 0,1-1 1 0 0,1 0-1 0 0,1 0 0 0 0,1 0 1 0 0,0 0-1 0 0,2 1 0 0 0,8-35 0 0 0,-4 26 6 0 0,1 1-1 0 0,2 0 0 0 0,1 1 0 0 0,25-46 0 0 0,-28 59 22 0 0,1 1 0 0 0,-1 0-1 0 0,1 0 1 0 0,21-18 0 0 0,-25 24 8 0 0,1 1 0 0 0,-1 0-1 0 0,1 0 1 0 0,0 0 0 0 0,1 0-1 0 0,-1 1 1 0 0,1 0 0 0 0,-1 0 0 0 0,1 1-1 0 0,0 0 1 0 0,7-1 0 0 0,-8 2 13 0 0,0 1 1 0 0,0 0 0 0 0,0 1-1 0 0,0-1 1 0 0,-1 1 0 0 0,1 0-1 0 0,0 1 1 0 0,-1-1 0 0 0,1 1-1 0 0,-1 0 1 0 0,1 0 0 0 0,-1 1-1 0 0,0 0 1 0 0,0 0 0 0 0,0 0 0 0 0,0 0-1 0 0,-1 1 1 0 0,1 0 0 0 0,-1 0-1 0 0,0 0 1 0 0,0 1 0 0 0,0-1-1 0 0,-1 1 1 0 0,4 5 0 0 0,2 5 31 0 0,-1 0 1 0 0,0 0-1 0 0,-1 1 1 0 0,0-1-1 0 0,-2 1 1 0 0,8 33-1 0 0,-6 24-325 0 0,-2-20-1985 0 0,-4-43 603 0 0,1-1 0 0 0,0 0-1 0 0,5 14 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1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3 112 1748 0 0,'16'-58'10717'0'0,"-6"36"-6340"0"0,-9 28-3366 0 0,-3 40 1071 0 0,0-33-2023 0 0,-2 130 1249 0 0,-5 52-684 0 0,7-149-441 0 0,2-44-209 0 0,-1-4-438 0 0,0 1 426 0 0,0 0 0 0 0,0 0 1 0 0,1 0-1 0 0,-1 0 0 0 0,0 0 0 0 0,1 0 0 0 0,-1 0 1 0 0,1 0-1 0 0,0-1 0 0 0,-1 1 0 0 0,1 0 0 0 0,0 0 0 0 0,0-1 1 0 0,0 1-1 0 0,0 0 0 0 0,0-1 0 0 0,0 0 0 0 0,0 1 3 0 0,-3-33-580 0 0,6-67-1 0 0,-2 87 561 0 0,1 0-1 0 0,0 1 0 0 0,1-1 0 0 0,1 1 0 0 0,0 0 0 0 0,1 0 1 0 0,11-22-1 0 0,-14 33 47 0 0,-1 0-1 0 0,0 0 1 0 0,1 0 0 0 0,-1-1 0 0 0,1 1 0 0 0,0 0 0 0 0,0 1-1 0 0,-1-1 1 0 0,1 0 0 0 0,0 0 0 0 0,1 1 0 0 0,-1 0 0 0 0,0-1-1 0 0,0 1 1 0 0,1 0 0 0 0,-1 0 0 0 0,0 0 0 0 0,1 0-1 0 0,-1 0 1 0 0,1 1 0 0 0,0-1 0 0 0,-1 1 0 0 0,1 0 0 0 0,-1 0-1 0 0,1-1 1 0 0,-1 2 0 0 0,1-1 0 0 0,3 1 0 0 0,2 2 6 0 0,0 1 1 0 0,0 0-1 0 0,-1 0 0 0 0,1 1 1 0 0,-1 0-1 0 0,0 0 0 0 0,-1 0 1 0 0,1 1-1 0 0,5 7 1 0 0,52 67 132 0 0,-56-69-110 0 0,54 92 456 0 0,-60-101-238 0 0,-1-4-239 0 0,0 0 0 0 0,-1-1 0 0 0,1 1 1 0 0,-1 0-1 0 0,1 0 0 0 0,-1-1 0 0 0,0 1 1 0 0,0 0-1 0 0,0-1 0 0 0,0-2 0 0 0,0-10-11 0 0,8-29-33 0 0,2 1-1 0 0,20-54 1 0 0,-24 79 13 0 0,2 0 1 0 0,1 0-1 0 0,0 1 1 0 0,1 1-1 0 0,1-1 0 0 0,0 1 1 0 0,24-24-1 0 0,-33 37 27 0 0,0 1-1 0 0,0 0 1 0 0,0 0-1 0 0,0 1 0 0 0,1-1 1 0 0,-1 0-1 0 0,0 1 0 0 0,1-1 1 0 0,-1 1-1 0 0,1 0 0 0 0,0 0 1 0 0,-1 0-1 0 0,1 0 0 0 0,0 0 1 0 0,0 1-1 0 0,0-1 0 0 0,-1 1 1 0 0,1 0-1 0 0,0 0 0 0 0,0 0 1 0 0,0 0-1 0 0,0 0 1 0 0,0 1-1 0 0,-1-1 0 0 0,1 1 1 0 0,0 0-1 0 0,0 0 0 0 0,-1 0 1 0 0,1 0-1 0 0,0 0 0 0 0,-1 0 1 0 0,1 1-1 0 0,-1-1 0 0 0,0 1 1 0 0,1 0-1 0 0,-1 0 0 0 0,2 2 1 0 0,4 4 14 0 0,0 0 0 0 0,-1 1 0 0 0,0 0 1 0 0,-1 0-1 0 0,1 0 0 0 0,-2 1 0 0 0,0 0 0 0 0,5 12 0 0 0,49 144 218 0 0,-57-157-615 0 0,1 1 0 0 0,0-1 0 0 0,1 1 0 0 0,0-1 0 0 0,0 0 0 0 0,1-1 0 0 0,1 1 0 0 0,-1-1 0 0 0,1 0 0 0 0,0 0 0 0 0,10 9 0 0 0,-14-16-396 0 0,1 1 1 0 0,-1 0-1 0 0,1-1 1 0 0,-1 1-1 0 0,1-1 1 0 0,0 0-1 0 0,0 0 1 0 0,4 1-1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1932 0 0,'7'-79'12550'0'0,"-7"76"-11799"0"0,0 1-158 0 0,1 44 2974 0 0,9 113-1889 0 0,-8-128-1540 0 0,2-1 0 0 0,1 0 0 0 0,1 0 0 0 0,1 0 0 0 0,14 32 0 0 0,-20-56-219 0 0,0 1 0 0 0,0-1 0 0 0,1 0-1 0 0,-1 0 1 0 0,0 0 0 0 0,1 0 0 0 0,-1 0 0 0 0,1 0-1 0 0,0 0 1 0 0,0 0 0 0 0,0-1 0 0 0,0 1-1 0 0,0-1 1 0 0,0 1 0 0 0,0-1 0 0 0,0 0 0 0 0,0 0-1 0 0,1 0 1 0 0,-1 0 0 0 0,0 0 0 0 0,1 0-1 0 0,-1-1 1 0 0,1 1 0 0 0,-1-1 0 0 0,0 0 0 0 0,1 1-1 0 0,-1-1 1 0 0,1 0 0 0 0,3-1 0 0 0,-1 0-377 0 0,-1 0 0 0 0,1-1 0 0 0,-1 1 0 0 0,1-1 0 0 0,-1 0 0 0 0,0 0 0 0 0,0 0 0 0 0,0-1 0 0 0,0 1 0 0 0,0-1 0 0 0,-1 0 0 0 0,1 0 0 0 0,-1 0 0 0 0,1-1 0 0 0,3-4 0 0 0,9-18-3554 0 0,1-3-1707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2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30 508 0 0,'-15'-11'1832'0'0,"4"1"136"0"0,-5 1-1912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2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9 656 0 0,'-26'33'8704'0'0,"10"3"-4832"0"0,12-22-3171 0 0,1 0-1 0 0,1 0 1 0 0,-2 26 0 0 0,1 48 665 0 0,-4 56-193 0 0,7-143-1156 0 0,0 0-1 0 0,0 0 0 0 0,0 1 0 0 0,0-1 1 0 0,0 0-1 0 0,-1 0 0 0 0,1 0 0 0 0,0 0 0 0 0,-1 0 1 0 0,1 0-1 0 0,-1 0 0 0 0,1 0 0 0 0,-1 0 1 0 0,0 0-1 0 0,1 0 0 0 0,-1 0 0 0 0,0 0 1 0 0,-1 2-1 0 0,1-3-6 0 0,0 0-1 0 0,0 1 1 0 0,0-1 0 0 0,0 0 0 0 0,0 0 0 0 0,0 0-1 0 0,0 1 1 0 0,0-1 0 0 0,0 0 0 0 0,0 0 0 0 0,0 0 0 0 0,0 0-1 0 0,0-1 1 0 0,0 1 0 0 0,-1 0 0 0 0,1-1-8 0 0,0 0-1 0 0,1 1 1 0 0,-1-1 0 0 0,1 0 0 0 0,-1 0 0 0 0,0 1 0 0 0,1-1 0 0 0,0 0 0 0 0,-1 0-1 0 0,1 0 1 0 0,-1 0 0 0 0,1 1 0 0 0,0-1 0 0 0,0 0 0 0 0,0 0 0 0 0,-1 0-1 0 0,1 0 1 0 0,0 0 0 0 0,0-2 0 0 0,0 3 1 0 0,-1-8-14 0 0,0-1 1 0 0,0 1-1 0 0,0-1 0 0 0,1 0 1 0 0,0 1-1 0 0,1-1 1 0 0,0 1-1 0 0,3-14 1 0 0,3-2-51 0 0,13-37 1 0 0,-11 38 19 0 0,1-1 1 0 0,1 2-1 0 0,1 0 0 0 0,26-36 1 0 0,-32 50 26 0 0,0 2 1 0 0,0-1-1 0 0,1 0 0 0 0,0 1 1 0 0,0 1-1 0 0,0-1 1 0 0,10-4-1 0 0,-12 7 19 0 0,0 1-1 0 0,0-1 1 0 0,1 1-1 0 0,-1 1 1 0 0,1-1-1 0 0,-1 1 1 0 0,1 0-1 0 0,0 0 1 0 0,0 1-1 0 0,-1-1 0 0 0,1 1 1 0 0,8 1-1 0 0,-7 1 39 0 0,0-1-1 0 0,0 1 1 0 0,0 1-1 0 0,0-1 1 0 0,0 1-1 0 0,0 0 1 0 0,-1 1-1 0 0,0 0 0 0 0,1 0 1 0 0,-1 0-1 0 0,-1 1 1 0 0,1 0-1 0 0,-1 0 1 0 0,0 0-1 0 0,0 0 1 0 0,0 1-1 0 0,-1 0 1 0 0,0 0-1 0 0,4 8 1 0 0,4 8 64 0 0,0 1 1 0 0,-2 0 0 0 0,-1 1-1 0 0,7 30 1 0 0,-1 21-60 0 0,1 6-1227 0 0,-13-72 541 0 0,0-1 0 0 0,0 1 0 0 0,0-1 0 0 0,1 0 0 0 0,1 0 0 0 0,9 14 0 0 0,-11-19 113 0 0,-1 0 0 0 0,1 0-1 0 0,0-1 1 0 0,0 1-1 0 0,0-1 1 0 0,1 0 0 0 0,-1 0-1 0 0,1 0 1 0 0,-1 0 0 0 0,1 0-1 0 0,-1-1 1 0 0,1 0-1 0 0,0 0 1 0 0,5 1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2:1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893 185 568 0 0,'13'-45'3814'0'0,"-8"32"-2473"0"0,-1-1 0 0 0,0 1 0 0 0,-1-1 0 0 0,-1 0 1 0 0,0 0-1 0 0,-1-25 0 0 0,-1 38-1298 0 0,0 0 1 0 0,0 0-1 0 0,0 1 0 0 0,0-1 1 0 0,-1 0-1 0 0,1 0 0 0 0,0 0 1 0 0,0 1-1 0 0,-1-1 1 0 0,1 0-1 0 0,-1 1 0 0 0,1-1 1 0 0,-1 0-1 0 0,1 1 0 0 0,-1-1 1 0 0,1 0-1 0 0,-1 1 0 0 0,1-1 1 0 0,-1 1-1 0 0,0-1 1 0 0,1 1-1 0 0,-1-1 0 0 0,0 1 1 0 0,0 0-1 0 0,1-1 0 0 0,-1 1 1 0 0,0 0-1 0 0,0-1 0 0 0,1 1 1 0 0,-1 0-1 0 0,0 0 1 0 0,0 0-1 0 0,0 0 0 0 0,0 0 1 0 0,-1 0-1 0 0,-1 0 50 0 0,0 0 0 0 0,0 1 1 0 0,0-1-1 0 0,0 1 0 0 0,1 0 0 0 0,-1 0 1 0 0,-3 1-1 0 0,-3 3 15 0 0,0 0 0 0 0,0 1 0 0 0,1 0 1 0 0,0 1-1 0 0,0 0 0 0 0,1 0 0 0 0,0 1 0 0 0,0-1 1 0 0,0 2-1 0 0,1-1 0 0 0,1 1 0 0 0,-8 13 0 0 0,10-15-79 0 0,0 0 0 0 0,0 0 0 0 0,1 0 0 0 0,0 1 0 0 0,0-1 0 0 0,0 0 0 0 0,0 15 0 0 0,2-18-10 0 0,0 1-1 0 0,0 0 0 0 0,1-1 0 0 0,-1 1 0 0 0,1 0 0 0 0,0-1 0 0 0,1 1 0 0 0,-1-1 0 0 0,1 1 1 0 0,0-1-1 0 0,0 0 0 0 0,0 0 0 0 0,4 5 0 0 0,-4-5-6 0 0,1-1 1 0 0,0 0-1 0 0,0 0 0 0 0,0 0 1 0 0,0 0-1 0 0,0 0 0 0 0,1-1 1 0 0,-1 1-1 0 0,1-1 0 0 0,0 0 0 0 0,-1 0 1 0 0,1 0-1 0 0,0-1 0 0 0,0 1 1 0 0,0-1-1 0 0,0 0 0 0 0,1 0 1 0 0,4 0-1 0 0,-2-2-6 0 0,0 0 1 0 0,0-1-1 0 0,0 0 0 0 0,0 0 1 0 0,0 0-1 0 0,-1-1 1 0 0,1 0-1 0 0,-1 0 0 0 0,0-1 1 0 0,8-6-1 0 0,6-5 276 0 0,31-32-1 0 0,-19 20-53 0 0,-30 26-206 0 0,-2 1-15 0 0,1 0-1 0 0,-1 1 0 0 0,1-1 1 0 0,-1 1-1 0 0,0-1 1 0 0,1 1-1 0 0,-1-1 0 0 0,0 1 1 0 0,1-1-1 0 0,-1 1 0 0 0,0-1 1 0 0,0 1-1 0 0,0 0 0 0 0,1-1 1 0 0,-1 1-1 0 0,0-1 0 0 0,0 1 1 0 0,0-1-1 0 0,0 1 0 0 0,0 0 1 0 0,0-1-1 0 0,0 1 1 0 0,0 0-1 0 0,-1 15 153 0 0,-6 27 534 0 0,-19 57-1 0 0,4-21 100 0 0,-27 131 977 0 0,-45 176 1577 0 0,-23-9-508 0 0,52-224-1711 0 0,51-126-654 0 0,0-2 1 0 0,-2 0-1 0 0,-30 36 0 0 0,38-52-461 0 0,-1-1 0 0 0,0 0 0 0 0,0 0 0 0 0,0-1 0 0 0,-1 0-1 0 0,0-1 1 0 0,-1 0 0 0 0,0-1 0 0 0,0 0 0 0 0,0 0 0 0 0,0-1-1 0 0,0-1 1 0 0,-1 0 0 0 0,0-1 0 0 0,0 0 0 0 0,-13 1 0 0 0,5-2-10 0 0,-1-2 0 0 0,1 1-1 0 0,0-2 1 0 0,0-1 0 0 0,1-1 0 0 0,-1 0 0 0 0,0-1 0 0 0,-34-15 0 0 0,43 15-2 0 0,-1-1 0 0 0,1 0 0 0 0,1 0 0 0 0,-1-1 0 0 0,1-1 0 0 0,1 0 0 0 0,-1 0 0 0 0,1 0 0 0 0,1-1 0 0 0,0-1 0 0 0,0 0 0 0 0,-7-11 0 0 0,10 13 0 0 0,1 0 0 0 0,0-1 0 0 0,0 0 0 0 0,1 0 0 0 0,0 0 0 0 0,0 0 0 0 0,1 0 0 0 0,1-1 0 0 0,-1 1 0 0 0,1-1 0 0 0,1 1 0 0 0,0-1 0 0 0,0 0 0 0 0,1 1 0 0 0,0-1 0 0 0,5-15 0 0 0,-1 8-176 0 0,2-1 0 0 0,0 1 0 0 0,1 0-1 0 0,1 0 1 0 0,1 1 0 0 0,0 0 0 0 0,1 1 0 0 0,0 0 0 0 0,25-24-1 0 0,-2 7-655 0 0,1 2 0 0 0,71-48 0 0 0,-3 14-1912 0 0,205-93 0 0 0,-92 68-1314 0 0,0 10-3313 0 0,-80 31-1817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2 1492 0 0,'0'0'9242'0'0,"3"-1"-9074"0"0,-3 1-111 0 0,1 0-1 0 0,-1 0 1 0 0,0 0-1 0 0,1 0 1 0 0,-1 0-1 0 0,0-1 0 0 0,0 1 1 0 0,1 0-1 0 0,-1 0 1 0 0,0 0-1 0 0,1 0 1 0 0,-1 0-1 0 0,0 0 0 0 0,1 0 1 0 0,-1 0-1 0 0,0 0 1 0 0,1 0-1 0 0,-1 0 1 0 0,0 1-1 0 0,0-1 1 0 0,1 0-1 0 0,-1 0 0 0 0,0 0 1 0 0,1 0-1 0 0,-1 0 1 0 0,0 1-1 0 0,0-1 1 0 0,1 0-1 0 0,-1 0 0 0 0,0 0 1 0 0,0 1-1 0 0,0-1 1 0 0,1 0-1 0 0,-1 0 1 0 0,0 1-1 0 0,0-1 1 0 0,1 1-1 0 0,-7 12 3021 0 0,1-3-3906 0 0,-59 138 1116 0 0,6 2-1 0 0,7 2 0 0 0,-41 203 1 0 0,82-296-239 0 0,2 0 0 0 0,3 0 0 0 0,2 1 0 0 0,3 0 0 0 0,13 103 0 0 0,-8-127-351 0 0,3 0 0 0 0,1 0 0 0 0,1-1 0 0 0,2-1 0 0 0,1 0 0 0 0,2 0 0 0 0,1-1 0 0 0,2-1 0 0 0,1-1 0 0 0,37 46 0 0 0,-31-48-1857 0 0,1-2 0 0 0,44 38-1 0 0,-30-34-2350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6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4 115 436 0 0,'-1'-4'456'0'0,"0"1"-1"0"0,1-1 1 0 0,-1 0 0 0 0,1 1-1 0 0,0-1 1 0 0,0 0 0 0 0,0 1-1 0 0,0-1 1 0 0,1 1 0 0 0,-1-1-1 0 0,1 0 1 0 0,0 1 0 0 0,0-1-1 0 0,0 1 1 0 0,1 0 0 0 0,-1-1-1 0 0,1 1 1 0 0,2-4 0 0 0,-2 4-327 0 0,0 1 0 0 0,0-1 0 0 0,0 0 0 0 0,0 1 0 0 0,0 0 1 0 0,0-1-1 0 0,1 1 0 0 0,-1 0 0 0 0,1 0 0 0 0,0 1 1 0 0,0-1-1 0 0,-1 0 0 0 0,1 1 0 0 0,0 0 0 0 0,0 0 0 0 0,0 0 1 0 0,0 0-1 0 0,5-1 0 0 0,-3 1-26 0 0,1 0 1 0 0,0 0-1 0 0,0 1 1 0 0,0 0-1 0 0,0 0 1 0 0,0 0-1 0 0,0 1 1 0 0,7 1-1 0 0,-6 1-32 0 0,1-1 0 0 0,-1 1 0 0 0,-1 0-1 0 0,1 1 1 0 0,0 0 0 0 0,-1 0 0 0 0,0 0-1 0 0,0 1 1 0 0,0-1 0 0 0,0 2 0 0 0,-1-1 0 0 0,0 1-1 0 0,0-1 1 0 0,0 1 0 0 0,5 11 0 0 0,-4-8-7 0 0,-1 1 1 0 0,-1-1-1 0 0,1 1 1 0 0,-2 1-1 0 0,1-1 0 0 0,-2 0 1 0 0,1 1-1 0 0,-1 0 1 0 0,-1-1-1 0 0,0 16 1 0 0,-2-7 4 0 0,-1-1 0 0 0,-1 1 0 0 0,-1-1 0 0 0,-1 0 1 0 0,0 0-1 0 0,-10 20 0 0 0,-4 19 43 0 0,-3-11 97 0 0,21-44-74 0 0,4-3-132 0 0,0-1 0 0 0,1 0 0 0 0,-1 0 0 0 0,0 0 0 0 0,0 0 0 0 0,0 0 0 0 0,-1-1 1 0 0,1 1-1 0 0,-1-1 0 0 0,1 0 0 0 0,-1 1 0 0 0,0-1 0 0 0,2-4 0 0 0,9-8-9 0 0,212-223-173 0 0,-209 222 180 0 0,41-47 13 0 0,-52 56-14 0 0,-1 1 1 0 0,1-1 0 0 0,-1 1-1 0 0,0-1 1 0 0,-1-1 0 0 0,0 1 0 0 0,0 0-1 0 0,2-10 1 0 0,-4 15-1 0 0,-1 1 1 0 0,0 0-1 0 0,0-1 0 0 0,0 1 1 0 0,1-1-1 0 0,-1 1 0 0 0,-1 0 0 0 0,1-1 1 0 0,0 1-1 0 0,0 0 0 0 0,0-1 1 0 0,-1 1-1 0 0,0-3 0 0 0,1 4 0 0 0,-1-1 0 0 0,1 1 0 0 0,0-1 0 0 0,-1 1-1 0 0,1-1 1 0 0,-1 1 0 0 0,1 0 0 0 0,0-1 0 0 0,-1 1-1 0 0,1 0 1 0 0,-1-1 0 0 0,1 1 0 0 0,-1 0 0 0 0,1 0-1 0 0,-1-1 1 0 0,0 1 0 0 0,1 0 0 0 0,-1 0 0 0 0,1 0-1 0 0,-1 0 1 0 0,1 0 0 0 0,-1 0 0 0 0,0 0 0 0 0,-2 0 0 0 0,1 1 0 0 0,-1-1 0 0 0,1 1 0 0 0,0-1 0 0 0,-1 1 0 0 0,1 0 0 0 0,0 0 0 0 0,-1 1 0 0 0,1-1 0 0 0,0 0 0 0 0,0 1 0 0 0,0-1 0 0 0,-2 3 0 0 0,-6 6 8 0 0,1 0 0 0 0,0 1 0 0 0,1 0 0 0 0,0 0 0 0 0,1 1 0 0 0,1 0 0 0 0,-1 0 0 0 0,-3 13 0 0 0,3-7 6 0 0,1 0 1 0 0,1 1-1 0 0,0-1 1 0 0,2 1-1 0 0,-2 23 1 0 0,5-34 0 0 0,-1-1 1 0 0,2 1-1 0 0,-1 0 1 0 0,1 0-1 0 0,0-1 1 0 0,1 1-1 0 0,-1 0 1 0 0,2-1 0 0 0,-1 0-1 0 0,1 1 1 0 0,0-1-1 0 0,0 0 1 0 0,1-1-1 0 0,0 1 1 0 0,1 0-1 0 0,8 10 1 0 0,-6-11-218 0 0,0 1 0 0 0,0-2 0 0 0,1 1 0 0 0,-1-1 0 0 0,1 0 0 0 0,1 0 0 0 0,-1-1 0 0 0,0 0 0 0 0,1-1 0 0 0,0 0 0 0 0,0 0 0 0 0,0-1 0 0 0,15 3 0 0 0,-8-4-1854 0 0,0 0 1 0 0,21-1-1 0 0,-16 0-2108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7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41 1548 0 0,'6'-23'11881'0'0,"-11"6"-7637"0"0,4 17-4196 0 0,1 0-1 0 0,0 0 1 0 0,0 0 0 0 0,0 0-1 0 0,0 0 1 0 0,0 0-1 0 0,-1 0 1 0 0,1 0-1 0 0,0 0 1 0 0,0 0 0 0 0,0 0-1 0 0,0 0 1 0 0,0 0-1 0 0,-1 0 1 0 0,1 0-1 0 0,0 0 1 0 0,0 0 0 0 0,0 0-1 0 0,0 0 1 0 0,0 0-1 0 0,-1 0 1 0 0,1 0-1 0 0,0 0 1 0 0,0 0 0 0 0,0 0-1 0 0,0 0 1 0 0,0 0-1 0 0,-1 1 1 0 0,1-1-1 0 0,0 0 49 0 0,0 0-49 0 0,0 0 1 0 0,0 0-1 0 0,0 0 1 0 0,0 0-1 0 0,0 1 1 0 0,-1-1 0 0 0,1 0-1 0 0,0 0 1 0 0,0 0-1 0 0,0 0 1 0 0,0 0-1 0 0,0 0 1 0 0,0 1 0 0 0,0-1-1 0 0,0 0 1 0 0,0 0-1 0 0,-10 36 925 0 0,-35 123-171 0 0,5-21-2024 0 0,21-46-3624 0 0,18-87 3773 0 0,-2 8-507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7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57 120 200 0 0,'31'-107'15984'0'0,"-30"109"-15495"0"0,0 11-89 0 0,-1-1 1 0 0,0 1-1 0 0,-1-1 0 0 0,-4 23 1 0 0,-1 27 74 0 0,6-45-405 0 0,0 0 0 0 0,2 0-1 0 0,0 0 1 0 0,1 0 0 0 0,0 0 0 0 0,1 0 0 0 0,10 23 0 0 0,-12-36-61 0 0,0 1 0 0 0,0-1 0 0 0,1 1 0 0 0,-1-1 0 0 0,1 0 0 0 0,0 0 0 0 0,0 0 0 0 0,1 0 0 0 0,-1 0 0 0 0,1-1 0 0 0,0 0 0 0 0,0 1 0 0 0,0-1 0 0 0,0-1 0 0 0,0 1 0 0 0,1-1 0 0 0,-1 0 0 0 0,1 0 1 0 0,0 0-1 0 0,0 0 0 0 0,0-1 0 0 0,-1 0 0 0 0,1 0 0 0 0,0 0 0 0 0,0-1 0 0 0,1 1 0 0 0,-1-1 0 0 0,0 0 0 0 0,7-2 0 0 0,-5 1-3 0 0,-1 0 1 0 0,0 0-1 0 0,0-1 1 0 0,-1 0-1 0 0,1 0 1 0 0,0 0-1 0 0,-1-1 1 0 0,1 0-1 0 0,-1 0 1 0 0,0 0-1 0 0,0-1 1 0 0,7-5-1 0 0,-5 2-5 0 0,0 0-1 0 0,-1-1 1 0 0,0 0-1 0 0,0 0 1 0 0,-1 0-1 0 0,0 0 0 0 0,4-11 1 0 0,2-6-13 0 0,-2 0 0 0 0,-2-1 0 0 0,0-1 0 0 0,5-42 1 0 0,0-41 492 0 0,-12 107-448 0 0,4 14 23 0 0,3 24 181 0 0,6 62 0 0 0,-6-32 91 0 0,6 42-9 0 0,-3 176 1 0 0,-11-254-270 0 0,-1-1 0 0 0,-2 0 0 0 0,0 0 0 0 0,-2 0 0 0 0,-1-1 0 0 0,-2 0 0 0 0,0 0 0 0 0,-2-1 0 0 0,-14 27 0 0 0,15-37-13 0 0,1 0-1 0 0,-2-1 1 0 0,0 0-1 0 0,-1-1 1 0 0,0 0-1 0 0,-1-1 1 0 0,-1 0-1 0 0,0-1 1 0 0,-1-1-1 0 0,0 0 1 0 0,0-1-1 0 0,-1 0 1 0 0,-1-2-1 0 0,-31 13 0 0 0,32-16 0 0 0,0 0 0 0 0,0 0 0 0 0,-21 2 0 0 0,32-7-65 0 0,1 0-1 0 0,-1 0 0 0 0,0 0 0 0 0,0 0 0 0 0,0 0 0 0 0,1-1 0 0 0,-7-2 0 0 0,9 3-44 0 0,0-1 0 0 0,0 0 0 0 0,0 0 0 0 0,0 0 0 0 0,0 0 0 0 0,0 0 0 0 0,0 0 0 0 0,1-1 0 0 0,-1 1 0 0 0,1-1 0 0 0,-1 1 0 0 0,1-1-1 0 0,-1 1 1 0 0,1-1 0 0 0,0 0 0 0 0,-3-3 0 0 0,3 1-138 0 0,0 1 1 0 0,0-1-1 0 0,0 1 0 0 0,1-1 0 0 0,-1 1 0 0 0,1-1 0 0 0,0 0 0 0 0,0 1 0 0 0,0-1 0 0 0,0 0 0 0 0,1 1 1 0 0,-1-1-1 0 0,1 0 0 0 0,0 1 0 0 0,2-6 0 0 0,3-8-1559 0 0,16-29 0 0 0,-14 32 716 0 0,18-40-3509 0 0,8-5-2194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51 380 0 0,'-28'-51'14503'0'0,"75"160"-10658"0"0,25 67-2273 0 0,-49-103-1381 0 0,-4 1 1 0 0,-2 1-1 0 0,-4 0 1 0 0,-3 1-1 0 0,-3 0 1 0 0,-4 0-1 0 0,-3 1 1 0 0,-3-1-1 0 0,-18 103 1 0 0,3-90-326 0 0,-4-1 1 0 0,-4-1-1 0 0,-3-1 0 0 0,-80 160 1 0 0,-53 27-2858 0 0,-27-20-4429 0 0,71-118-1312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9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154 313 1452 0 0,'-2'0'4056'0'0,"-35"-9"1952"0"0,-1-1-3568 0 0,35 10-2073 0 0,0 0-15 0 0,-48 4 2422 0 0,49-4-1795 0 0,-1 1-769 0 0,-8 0-29 0 0,8-1 264 0 0,3 1-434 0 0,0 0-1 0 0,0-1 0 0 0,0 1 0 0 0,0 0 0 0 0,0 0 1 0 0,0-1-1 0 0,0 1 0 0 0,0 0 0 0 0,1-1 1 0 0,-1 1-1 0 0,0 0 0 0 0,0-1 0 0 0,1 1 0 0 0,-1 0 1 0 0,0-1-1 0 0,1 1 0 0 0,-1-1 0 0 0,1 2 0 0 0,14 1 43 0 0,0 0 0 0 0,0-1 0 0 0,0 0 0 0 0,21-1 0 0 0,65-7 6 0 0,-44 2-27 0 0,25-2 30 0 0,114-24 1 0 0,-187 28-66 0 0,0 0-1 0 0,0-1 1 0 0,0 0-1 0 0,-1 0 1 0 0,1-1-1 0 0,9-6 1 0 0,-15 9-19 0 0,-1-1 0 0 0,1 1 0 0 0,-1-1 0 0 0,0 0 0 0 0,0 0-1 0 0,0 0 1 0 0,0 0 0 0 0,0 0 0 0 0,0 0 0 0 0,-1-1 0 0 0,1 1 0 0 0,-1 0 0 0 0,0-1 0 0 0,1 0 0 0 0,-1 1 0 0 0,0-1 0 0 0,-1 0 0 0 0,1 1-1 0 0,0-1 1 0 0,-1 0 0 0 0,1 0 0 0 0,-1 0 0 0 0,0-5 0 0 0,-1-1-24 0 0,-1 0 0 0 0,0 0 1 0 0,0 0-1 0 0,-1 1 0 0 0,0-1 0 0 0,0 0 0 0 0,-7-11 1 0 0,-1 1-15 0 0,-27-35 1 0 0,16 20-3 0 0,21 32 40 0 0,5 3 42 0 0,4 2 41 0 0,-1 0 0 0 0,0 0-1 0 0,0 1 1 0 0,0 0 0 0 0,-1 0 0 0 0,1 1 0 0 0,-1-1 0 0 0,0 1 0 0 0,0 1 0 0 0,-1-1 0 0 0,10 13-1 0 0,-4-3 114 0 0,1 1-1 0 0,-2 0 0 0 0,17 34 0 0 0,-23-39-110 0 0,0 0 0 0 0,0 1 0 0 0,-1-1 0 0 0,0 0 0 0 0,-1 1 0 0 0,-1 0 0 0 0,0 0 0 0 0,0-1 0 0 0,-2 18 0 0 0,-1-12-62 0 0,0-1 1 0 0,-2 1 0 0 0,0 0 0 0 0,0-1 0 0 0,-14 30 0 0 0,0-11-845 0 0,-2 0 0 0 0,-1-1 1 0 0,-2-2-1 0 0,-49 56 1 0 0,47-60-2792 0 0,-36 32 1 0 0,11-23-3383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3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3428 0 0,'21'-10'3425'0'0,"-5"-1"-773"0"0,-1 5-648 0 0,0 0-428 0 0,-3-3-336 0 0,-1 3-492 0 0,1 0-496 0 0,-1 0-536 0 0,8-5-1960 0 0,-2 3-3324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0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24 102 244 0 0,'-5'-14'2887'0'0,"1"1"-1"0"0,-4-22 1 0 0,2 12-844 0 0,6 22-2000 0 0,0 1-1 0 0,0-1 1 0 0,0 1 0 0 0,0-1-1 0 0,0 1 1 0 0,0-1-1 0 0,0 1 1 0 0,0-1 0 0 0,0 1-1 0 0,0-1 1 0 0,0 1 0 0 0,0-1-1 0 0,0 1 1 0 0,0-1-1 0 0,0 1 1 0 0,0-1 0 0 0,0 1-1 0 0,1-1 1 0 0,-1 1 0 0 0,0-1-1 0 0,0 1 1 0 0,1 0-1 0 0,-1-1 1 0 0,0 1 0 0 0,1-1-1 0 0,-1 1 1 0 0,0 0 0 0 0,1-1-1 0 0,-1 1 1 0 0,0 0 0 0 0,1 0-1 0 0,-1-1 1 0 0,1 1-1 0 0,0 0 1 0 0,0-1 13 0 0,0 1 1 0 0,1 0-1 0 0,-1 0 1 0 0,0-1-1 0 0,0 1 0 0 0,0 0 1 0 0,1 0-1 0 0,-1 0 0 0 0,0 1 1 0 0,0-1-1 0 0,0 0 0 0 0,1 0 1 0 0,-1 1-1 0 0,2 0 1 0 0,10 6 149 0 0,1 0 1 0 0,-2 1-1 0 0,1 1 1 0 0,-1 0 0 0 0,0 0-1 0 0,-1 1 1 0 0,0 1 0 0 0,15 19-1 0 0,-9-9-12 0 0,-2 0-1 0 0,0 2 1 0 0,-2-1 0 0 0,15 33-1 0 0,-21-38-28 0 0,0 1-1 0 0,-1 0 0 0 0,-1 0 1 0 0,5 35-1 0 0,-9-43-37 0 0,0-1-1 0 0,-1 1 1 0 0,0-1-1 0 0,-1 1 1 0 0,0-1-1 0 0,0 1 1 0 0,-1-1 0 0 0,-1 1-1 0 0,1-1 1 0 0,-1 0-1 0 0,-5 10 1 0 0,7-17-40 0 0,-5-1-5 0 0,5 0-81 0 0,1-1 0 0 0,-1 0 0 0 0,1 0 0 0 0,-1 1 0 0 0,1-1 0 0 0,-1 0 0 0 0,1 0 0 0 0,-1 0 0 0 0,1 0 0 0 0,-1 0 0 0 0,1 0 0 0 0,-1 0 0 0 0,1 0 0 0 0,-1 0 0 0 0,0 0 0 0 0,1 0 0 0 0,-1 0 0 0 0,1 0 0 0 0,-1-1 0 0 0,1 1 0 0 0,-1 0 0 0 0,1 0 0 0 0,0-1 0 0 0,-1 1 0 0 0,1 0 0 0 0,-1 0 0 0 0,1-1 0 0 0,-1 1 0 0 0,1-1 0 0 0,0 1 0 0 0,-1 0 0 0 0,1-1 0 0 0,0 1 0 0 0,-1-1 0 0 0,1 1 0 0 0,0-1 0 0 0,0 1 0 0 0,-1 0 0 0 0,1-1 0 0 0,0 1 0 0 0,0-1 0 0 0,0 0 0 0 0,0 1 0 0 0,0-1 0 0 0,-1 1 0 0 0,1-1 0 0 0,0 0 0 0 0,-3-15-2 0 0,0 0 0 0 0,2 0 0 0 0,-1-1 1 0 0,2 1-1 0 0,0 0 0 0 0,1-1 0 0 0,0 1 1 0 0,5-18-1 0 0,-3 20-9 0 0,0-1 0 0 0,1 1 1 0 0,1 0-1 0 0,0 0 0 0 0,1 1 1 0 0,1-1-1 0 0,0 1 0 0 0,0 1 0 0 0,14-17 1 0 0,-18 25 6 0 0,0 0 1 0 0,1 0 0 0 0,-1 1-1 0 0,1 0 1 0 0,0-1 0 0 0,0 1-1 0 0,1 1 1 0 0,-1-1 0 0 0,1 1 0 0 0,-1 0-1 0 0,1 0 1 0 0,0 0 0 0 0,-1 0-1 0 0,1 1 1 0 0,0 0 0 0 0,0 0-1 0 0,0 0 1 0 0,0 1 0 0 0,0-1-1 0 0,6 2 1 0 0,-1 0 2 0 0,0 1 0 0 0,0 1 1 0 0,-1 0-1 0 0,1 0 0 0 0,-1 1 0 0 0,0 0 1 0 0,0 0-1 0 0,0 1 0 0 0,0 1 0 0 0,-1-1 0 0 0,0 1 1 0 0,0 1-1 0 0,0 0 0 0 0,-1 0 0 0 0,9 11 0 0 0,-7-7 15 0 0,-1 1-1 0 0,0-1 1 0 0,-1 2-1 0 0,0-1 1 0 0,-1 1-1 0 0,0 0 0 0 0,-1 1 1 0 0,0-1-1 0 0,-2 1 1 0 0,5 25-1 0 0,-6-27 33 0 0,-2 0 0 0 0,1 0 0 0 0,-2 1 0 0 0,1-1 0 0 0,-4 16-1 0 0,3-26-7 0 0,0-4-42 0 0,0 0 0 0 0,0 0 0 0 0,0 0 0 0 0,0 0-1 0 0,0 0 1 0 0,1 0 0 0 0,-1 0 0 0 0,1 0 0 0 0,-1 0 0 0 0,1 0 0 0 0,0-1 0 0 0,0 1 0 0 0,0 0-1 0 0,0 0 1 0 0,0 0 0 0 0,1-4 0 0 0,7-39-4 0 0,-6 36-5 0 0,7-32-16 0 0,28-77-1 0 0,-30 102 21 0 0,0 0 0 0 0,1 0 0 0 0,1 0 0 0 0,0 1 0 0 0,1 1 0 0 0,1 0 0 0 0,15-16 0 0 0,-23 26 8 0 0,1 1-1 0 0,-1 1 1 0 0,0-1-1 0 0,1 0 1 0 0,-1 1-1 0 0,1 0 1 0 0,0-1-1 0 0,0 1 0 0 0,0 1 1 0 0,0-1-1 0 0,0 1 1 0 0,0-1-1 0 0,0 1 1 0 0,1 1-1 0 0,-1-1 1 0 0,0 0-1 0 0,1 1 1 0 0,-1 0-1 0 0,0 0 0 0 0,1 0 1 0 0,-1 1-1 0 0,1-1 1 0 0,-1 1-1 0 0,0 0 1 0 0,0 1-1 0 0,8 2 1 0 0,-6-1 4 0 0,-1 0 1 0 0,1 0 0 0 0,-1 1 0 0 0,0 0-1 0 0,0 0 1 0 0,0 0 0 0 0,0 0 0 0 0,-1 1-1 0 0,1 0 1 0 0,-1 0 0 0 0,-1 0 0 0 0,1 0-1 0 0,-1 1 1 0 0,0 0 0 0 0,0-1 0 0 0,0 1-1 0 0,3 12 1 0 0,0 9 48 0 0,-2 0-1 0 0,3 55 0 0 0,-5-53-1214 0 0,0-1-1 0 0,11 46 0 0 0,-11-67 196 0 0,0 0 1 0 0,0-1-1 0 0,1 1 1 0 0,0-1-1 0 0,0 0 0 0 0,1 0 1 0 0,0 0-1 0 0,8 10 1 0 0,-1-5-3477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139 243 600 0 0,'-2'-59'12133'0'0,"2"59"-12059"0"0,0 0 1 0 0,0-1-1 0 0,0 1 1 0 0,0-1-1 0 0,0 1 1 0 0,0 0-1 0 0,0-1 1 0 0,-1 1-1 0 0,1-1 1 0 0,0 1-1 0 0,0 0 1 0 0,0-1 0 0 0,-1 1-1 0 0,1 0 1 0 0,0-1-1 0 0,0 1 1 0 0,-1 0-1 0 0,1-1 1 0 0,0 1-1 0 0,-1 0 1 0 0,1 0-1 0 0,0-1 1 0 0,-1 1-1 0 0,1 0 1 0 0,0 0 0 0 0,-1 0-1 0 0,1 0 1 0 0,-1-1-1 0 0,1 1 1 0 0,0 0-1 0 0,-1 0 1 0 0,1 0-1 0 0,-1 0 1 0 0,1 0-1 0 0,0 0 1 0 0,-1 0 0 0 0,1 0-1 0 0,-1 0 1 0 0,1 0-1 0 0,-1 0 1 0 0,1 1-1 0 0,-15 5 1041 0 0,14-6-1187 0 0,-6 4 364 0 0,0 1 0 0 0,1 0 0 0 0,-1 1 0 0 0,1-1 1 0 0,0 1-1 0 0,0 0 0 0 0,1 0 0 0 0,-1 1 1 0 0,-7 13-1 0 0,7-10-171 0 0,1 0 0 0 0,0 1 0 0 0,1-1 0 0 0,0 1 0 0 0,0 0 0 0 0,-3 18 0 0 0,6-21-87 0 0,0 0 0 0 0,0 0-1 0 0,1 0 1 0 0,0 0 0 0 0,1 1-1 0 0,0-1 1 0 0,0 0 0 0 0,1 0-1 0 0,-1 0 1 0 0,2 0 0 0 0,-1-1 0 0 0,1 1-1 0 0,0-1 1 0 0,1 1 0 0 0,0-1-1 0 0,8 11 1 0 0,-8-13-23 0 0,0 0 0 0 0,1 0 0 0 0,0 0 0 0 0,0-1 0 0 0,1 0 0 0 0,-1 0 1 0 0,1 0-1 0 0,0-1 0 0 0,0 0 0 0 0,0 0 0 0 0,0 0 0 0 0,0-1 0 0 0,1 0 0 0 0,-1 0 0 0 0,1 0 0 0 0,-1-1 0 0 0,1 0 0 0 0,0 0 0 0 0,0-1 1 0 0,10 0-1 0 0,-9 0-13 0 0,-1-1 1 0 0,1 0 0 0 0,0 0 0 0 0,-1 0 0 0 0,1-1 0 0 0,-1 0 0 0 0,0-1-1 0 0,0 0 1 0 0,0 0 0 0 0,0 0 0 0 0,0-1 0 0 0,0 0 0 0 0,-1 0-1 0 0,0 0 1 0 0,0-1 0 0 0,0 0 0 0 0,0-1 0 0 0,-1 1 0 0 0,0-1 0 0 0,0 0-1 0 0,-1 0 1 0 0,1 0 0 0 0,-1-1 0 0 0,-1 0 0 0 0,1 0 0 0 0,-1 0 0 0 0,0 0-1 0 0,-1 0 1 0 0,0 0 0 0 0,0-1 0 0 0,0 1 0 0 0,0-11 0 0 0,-1 9-3 0 0,-1-1 1 0 0,0 1 0 0 0,-1-1-1 0 0,0 1 1 0 0,0-1 0 0 0,-1 1-1 0 0,-1 0 1 0 0,1 0 0 0 0,-1 0 0 0 0,-1 0-1 0 0,1 0 1 0 0,-2 0 0 0 0,1 1-1 0 0,-1 0 1 0 0,0 0 0 0 0,-1 0-1 0 0,0 1 1 0 0,0 0 0 0 0,-8-7-1 0 0,6 7 0 0 0,-1-1-1 0 0,-1 1 0 0 0,1 1 0 0 0,-1 0 0 0 0,-1 0 0 0 0,1 1 0 0 0,-1 0 0 0 0,0 1 0 0 0,0 0 0 0 0,0 1 0 0 0,0 0 0 0 0,0 1 0 0 0,-1 0 0 0 0,0 1 0 0 0,-13 0 0 0 0,14 1-6 0 0,-1 0 1 0 0,0 1 0 0 0,1 0 0 0 0,-14 4 0 0 0,18-3 1 0 0,-5 6 12 0 0,5 2-2 0 0,7-10 0 0 0,0 0-1 0 0,0 1 0 0 0,0-1 1 0 0,0 0-1 0 0,0 1 0 0 0,0-1 1 0 0,1 1-1 0 0,-1-1 1 0 0,0 0-1 0 0,0 1 0 0 0,0-1 1 0 0,0 0-1 0 0,0 1 0 0 0,1-1 1 0 0,-1 0-1 0 0,0 1 0 0 0,0-1 1 0 0,1 0-1 0 0,-1 0 0 0 0,0 1 1 0 0,0-1-1 0 0,1 0 1 0 0,-1 0-1 0 0,0 1 0 0 0,1-1 1 0 0,5 2-16 0 0,0 0 0 0 0,0-1 0 0 0,0 1 0 0 0,0-2 0 0 0,1 1 0 0 0,-1 0 0 0 0,0-1 0 0 0,0 0 0 0 0,13-2 0 0 0,27-5-252 0 0,1-3 0 0 0,79-25 0 0 0,-70 17 180 0 0,65-11 0 0 0,-115 28 84 0 0,1 0 1 0 0,-1 1-1 0 0,1 0 1 0 0,0 0 0 0 0,-1 0-1 0 0,1 1 1 0 0,-1 0-1 0 0,1 0 1 0 0,-1 0-1 0 0,1 1 1 0 0,-1 0-1 0 0,0 0 1 0 0,0 1-1 0 0,0 0 1 0 0,7 4-1 0 0,-5-2 36 0 0,-1 1 0 0 0,0 0 0 0 0,0 1 0 0 0,0-1 0 0 0,-1 1-1 0 0,0 1 1 0 0,0-1 0 0 0,-1 1 0 0 0,8 15 0 0 0,-4-5 71 0 0,-2 0 0 0 0,0 1 0 0 0,-1 0 1 0 0,-1 0-1 0 0,0 0 0 0 0,-2 1 1 0 0,0-1-1 0 0,-1 1 0 0 0,-2 33 0 0 0,0-42 2 0 0,-1 0-1 0 0,-1 0 0 0 0,0-1 1 0 0,0 1-1 0 0,-1 0 0 0 0,-6 16 1 0 0,8-25-46 0 0,-1-1-25 0 0,2-1-35 0 0,0 0 0 0 0,0-1-1 0 0,0 1 1 0 0,0 0 0 0 0,0-1-1 0 0,0 1 1 0 0,0 0-1 0 0,0 0 1 0 0,0-1 0 0 0,0 1-1 0 0,0 0 1 0 0,0-1 0 0 0,-1 1-1 0 0,1 0 1 0 0,0 0 0 0 0,0-1-1 0 0,0 1 1 0 0,0 0-1 0 0,0 0 1 0 0,-1-1 0 0 0,1 1-1 0 0,0 0 1 0 0,0 0 0 0 0,0-1-1 0 0,-1 1 1 0 0,1 0 0 0 0,0 0-1 0 0,0 0 1 0 0,-1 0-1 0 0,1-1 1 0 0,0 1 0 0 0,0 0-1 0 0,-1 0 1 0 0,1 0 0 0 0,0 0-1 0 0,0 0 1 0 0,-1 0 0 0 0,1 0-1 0 0,0 0 1 0 0,-1 0-1 0 0,1 0 1 0 0,0 0 0 0 0,-1 0-1 0 0,1 0 1 0 0,0 0 0 0 0,0 0-1 0 0,-1 0 1 0 0,1 0 0 0 0,0 0-1 0 0,-1 0 1 0 0,1 0-1 0 0,0 1 1 0 0,0-1 0 0 0,-1 0-1 0 0,1 0 1 0 0,0 0 0 0 0,0 0-1 0 0,-1 1 1 0 0,1-1 0 0 0,0 0-1 0 0,0 0 1 0 0,0 0-1 0 0,0 1 1 0 0,-1-1 0 0 0,1 0-1 0 0,0 1 1 0 0,0-14-20 0 0,1 0 0 0 0,0 0 0 0 0,1 0 0 0 0,0 0 0 0 0,1 0 0 0 0,0 1 0 0 0,1-1 0 0 0,1 1 0 0 0,10-20 0 0 0,-12 26 13 0 0,1 0 1 0 0,0 1-1 0 0,0-1 0 0 0,0 1 1 0 0,1 0-1 0 0,0 0 0 0 0,0 0 1 0 0,0 0-1 0 0,1 1 1 0 0,-1 0-1 0 0,1 0 0 0 0,0 0 1 0 0,0 1-1 0 0,0 0 0 0 0,1 0 1 0 0,-1 1-1 0 0,1 0 1 0 0,0 0-1 0 0,-1 0 0 0 0,8 0 1 0 0,47-6-14 0 0,53-5 24 0 0,139-36 0 0 0,-241 46 1 0 0,-1-1 1 0 0,0 0 0 0 0,0-1-1 0 0,-1-1 1 0 0,1 0-1 0 0,-1 0 1 0 0,0-1 0 0 0,8-7-1 0 0,-13 10-4 0 0,0 0-1 0 0,-1 0 1 0 0,0 0 0 0 0,0-1-1 0 0,0 0 1 0 0,-1 0-1 0 0,1 0 1 0 0,-1 0-1 0 0,0 0 1 0 0,-1 0-1 0 0,1-1 1 0 0,-1 1 0 0 0,0-1-1 0 0,-1 0 1 0 0,1 0-1 0 0,-1 0 1 0 0,1-9-1 0 0,-2 13 0 0 0,0 1-1 0 0,0-1 0 0 0,0 1 1 0 0,0-1-1 0 0,0 1 0 0 0,0-1 1 0 0,0 1-1 0 0,-1 0 0 0 0,1-1 1 0 0,0 1-1 0 0,-1-1 0 0 0,1 1 0 0 0,-1 0 1 0 0,0-1-1 0 0,1 1 0 0 0,-1 0 1 0 0,0 0-1 0 0,0-1 0 0 0,0 1 1 0 0,0 0-1 0 0,0 0 0 0 0,0 0 1 0 0,0 0-1 0 0,0 0 0 0 0,0 0 1 0 0,0 0-1 0 0,-1 1 0 0 0,1-1 1 0 0,0 0-1 0 0,-1 1 0 0 0,1-1 0 0 0,0 1 1 0 0,-1-1-1 0 0,1 1 0 0 0,-1 0 1 0 0,1 0-1 0 0,-1-1 0 0 0,1 1 1 0 0,0 0-1 0 0,-1 0 0 0 0,1 0 1 0 0,-1 1-1 0 0,1-1 0 0 0,-1 0 1 0 0,1 0-1 0 0,-3 2 0 0 0,-4 0 2 0 0,0 0-1 0 0,0 1 1 0 0,0 0 0 0 0,0 1-1 0 0,1-1 1 0 0,-14 10-1 0 0,6-2 55 0 0,0 0 0 0 0,1 1-1 0 0,0 1 1 0 0,1 0 0 0 0,0 0-1 0 0,2 2 1 0 0,-1-1 0 0 0,1 2-1 0 0,1-1 1 0 0,1 1 0 0 0,1 1-1 0 0,0 0 1 0 0,0 0 0 0 0,-8 35-1 0 0,14-45-25 0 0,1 0-1 0 0,0 0 0 0 0,1 0 1 0 0,-1 0-1 0 0,1 0 1 0 0,1 0-1 0 0,-1 0 0 0 0,1 0 1 0 0,0 0-1 0 0,1 0 0 0 0,0 0 1 0 0,0-1-1 0 0,0 1 0 0 0,1 0 1 0 0,0-1-1 0 0,6 10 0 0 0,-4-9-63 0 0,1-1-1 0 0,-1 1 0 0 0,1-1 0 0 0,0 0 0 0 0,1 0 0 0 0,0-1 0 0 0,0 0 1 0 0,0 0-1 0 0,0-1 0 0 0,1 0 0 0 0,0 0 0 0 0,0-1 0 0 0,10 4 0 0 0,9 1-829 0 0,1-1 0 0 0,0-1 0 0 0,0-2-1 0 0,46 2 1 0 0,53-10-7339 0 0,-54-4 391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1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32 964 1892 0 0,'-4'5'857'0'0,"0"1"-1"0"0,0 0 1 0 0,1 0 0 0 0,0 1-1 0 0,0-1 1 0 0,0 1-1 0 0,1-1 1 0 0,0 1-1 0 0,-1 8 1 0 0,3-12-737 0 0,-1-1 0 0 0,1 0 0 0 0,0 1 0 0 0,1-1-1 0 0,-1 0 1 0 0,0 0 0 0 0,1 0 0 0 0,-1 1 0 0 0,1-1 0 0 0,-1 0 0 0 0,1 0 0 0 0,0 0 0 0 0,0 0-1 0 0,0 0 1 0 0,0 0 0 0 0,1 0 0 0 0,-1 0 0 0 0,0 0 0 0 0,1-1 0 0 0,0 1 0 0 0,-1 0-1 0 0,1-1 1 0 0,0 0 0 0 0,-1 1 0 0 0,1-1 0 0 0,0 0 0 0 0,0 0 0 0 0,0 0 0 0 0,0 0-1 0 0,0 0 1 0 0,1 0 0 0 0,-1-1 0 0 0,2 1 0 0 0,5 1 30 0 0,0 0 0 0 0,1-1-1 0 0,-1 0 1 0 0,0-1 0 0 0,0 0 0 0 0,1 0 0 0 0,-1-1-1 0 0,0 0 1 0 0,0 0 0 0 0,0-1 0 0 0,0-1 0 0 0,13-5-1 0 0,-3 1-46 0 0,-1-1 0 0 0,0-1 0 0 0,-1-1-1 0 0,30-22 1 0 0,-28 16-82 0 0,0-1-1 0 0,-2-1 1 0 0,0-1 0 0 0,-1 0-1 0 0,-1-1 1 0 0,-1-1 0 0 0,-1 0-1 0 0,-1-1 1 0 0,0 0 0 0 0,-2-1 0 0 0,8-26-1 0 0,1-12 31 0 0,-2-1-1 0 0,-3 0 1 0 0,6-74 0 0 0,2-161-36 0 0,-17 194-15 0 0,-2 75-14 0 0,-1 48 21 0 0,4 337 1043 0 0,-4-236-810 0 0,9 100 187 0 0,-6-176-801 0 0,2 0 0 0 0,23 81 0 0 0,-9-73-2281 0 0,0-23-4638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208 389 3076 0 0,'-204'-58'13232'0'0,"200"57"-12284"0"0,7 0-756 0 0,31-5 67 0 0,52-4 0 0 0,-3 1-158 0 0,17-5-13 0 0,89-17 19 0 0,-142 22-44 0 0,88-32-1 0 0,-120 36-51 0 0,-1-2 1 0 0,1 1-1 0 0,-1-2 0 0 0,-1 0 0 0 0,0-1 1 0 0,18-14-1 0 0,-26 18-5 0 0,0 1 1 0 0,-1-1-1 0 0,0 0 0 0 0,1 0 0 0 0,-2 0 1 0 0,1-1-1 0 0,0 1 0 0 0,-1-1 1 0 0,0 0-1 0 0,-1 0 0 0 0,1 0 1 0 0,-1 0-1 0 0,0-1 0 0 0,-1 1 1 0 0,0 0-1 0 0,0-1 0 0 0,1-10 1 0 0,-3 14 14 0 0,0 1 1 0 0,1-1 0 0 0,-1 1-1 0 0,0-1 1 0 0,0 1 0 0 0,0 0-1 0 0,-1-1 1 0 0,1 1-1 0 0,-1 0 1 0 0,-2-3 0 0 0,2 5-7 0 0,0 0 1 0 0,1 0 0 0 0,-1 1-1 0 0,0-1 1 0 0,1 1 0 0 0,-1 0-1 0 0,0 0 1 0 0,1-1 0 0 0,-1 1-1 0 0,1 0 1 0 0,-1 0 0 0 0,1 0-1 0 0,0 0 1 0 0,-1 1-1 0 0,1-1 1 0 0,0 0 0 0 0,0 1-1 0 0,0-1 1 0 0,0 0 0 0 0,0 1-1 0 0,0-1 1 0 0,0 1 0 0 0,0 2-1 0 0,-15 41 454 0 0,14-41-427 0 0,-8 39 292 0 0,2 0 0 0 0,1 0-1 0 0,-1 64 1 0 0,13 131 440 0 0,17-56-499 0 0,-7-75-122 0 0,-4-52 77 0 0,-9-53-160 0 0,-1-2-68 0 0,1 0 1 0 0,0-1 0 0 0,0 0-1 0 0,0 1 1 0 0,-1-1 0 0 0,1 0-1 0 0,0 0 1 0 0,-1 0-1 0 0,1 0 1 0 0,-1 0 0 0 0,1 0-1 0 0,-1-1 1 0 0,1 1 0 0 0,-1 0-1 0 0,0-1 1 0 0,0 1 0 0 0,1-1-1 0 0,-1 1 1 0 0,1-4-1 0 0,21-39-64 0 0,-17 29 40 0 0,13-22-27 0 0,-7 12 18 0 0,1 0 0 0 0,1 0-1 0 0,1 2 1 0 0,2 0-1 0 0,27-32 1 0 0,-37 48 20 0 0,1 0 0 0 0,-1 0 0 0 0,1 0 0 0 0,0 1 0 0 0,1 0-1 0 0,-1 0 1 0 0,1 1 0 0 0,0 1 0 0 0,1-1 0 0 0,13-4 0 0 0,7 4-5 0 0,-21 6 15 0 0,-2 2-1 0 0,-2-3 2 0 0,0 2 1 0 0,0-1-1 0 0,-1 0 1 0 0,1 1-1 0 0,0 0 1 0 0,-1 0 0 0 0,1 0-1 0 0,-1 1 1 0 0,1 0-1 0 0,-1-1 1 0 0,0 2-1 0 0,0-1 1 0 0,0 0-1 0 0,-1 1 1 0 0,1-1 0 0 0,-1 1-1 0 0,0 0 1 0 0,0 0-1 0 0,0 1 1 0 0,-1-1-1 0 0,1 1 1 0 0,-1-1-1 0 0,2 6 1 0 0,3 11 29 0 0,0 1 1 0 0,-2 0-1 0 0,6 44 0 0 0,-3-13-406 0 0,-6-45 74 0 0,0-1 0 0 0,0 0 0 0 0,0 0-1 0 0,1 0 1 0 0,0 0 0 0 0,0 0 0 0 0,1 0-1 0 0,0-1 1 0 0,0 0 0 0 0,1 0 0 0 0,-1 0-1 0 0,1 0 1 0 0,1-1 0 0 0,-1 0 0 0 0,1 0-1 0 0,6 4 1 0 0,-5-4-196 0 0,1-1-1 0 0,0 0 1 0 0,0 0 0 0 0,1-1-1 0 0,-1 0 1 0 0,1 0 0 0 0,0-1-1 0 0,-1-1 1 0 0,1 1 0 0 0,0-1-1 0 0,0-1 1 0 0,0 1 0 0 0,11-2-1 0 0,11-4-2634 0 0,3-2-1104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3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317 254 2904 0 0,'4'-9'886'0'0,"1"1"-1"0"0,-2-1 0 0 0,1 0 0 0 0,-1 0 1 0 0,-1 0-1 0 0,0-1 0 0 0,2-15 1 0 0,-4 20-585 0 0,1 1 0 0 0,-1-1 1 0 0,-1 1-1 0 0,1-1 1 0 0,-1 1-1 0 0,1-1 1 0 0,-1 1-1 0 0,0-1 0 0 0,-1 1 1 0 0,1 0-1 0 0,-1 0 1 0 0,0 0-1 0 0,0 0 0 0 0,0 0 1 0 0,-1 0-1 0 0,1 0 1 0 0,-6-6-1 0 0,6 9-212 0 0,0 0 0 0 0,1 0 0 0 0,-1 0 0 0 0,0 0 0 0 0,1 0 0 0 0,-1 0 0 0 0,0 0-1 0 0,0 0 1 0 0,0 1 0 0 0,0-1 0 0 0,0 1 0 0 0,0 0 0 0 0,0-1 0 0 0,0 1 0 0 0,0 0 0 0 0,-3 0 0 0 0,-1 1 53 0 0,1-1 0 0 0,0 1 0 0 0,-1 0 0 0 0,-9 4 0 0 0,1 1 72 0 0,-1 0-1 0 0,1 1 1 0 0,1 1 0 0 0,-1 1 0 0 0,1 0 0 0 0,1 0 0 0 0,0 1 0 0 0,-19 21 0 0 0,17-17-108 0 0,2 2 0 0 0,0-1 0 0 0,0 2 0 0 0,2 0 1 0 0,0 0-1 0 0,-12 29 0 0 0,19-38-85 0 0,0 0 0 0 0,1 0 0 0 0,0 0 0 0 0,0 0 0 0 0,1 1 0 0 0,0-1 0 0 0,0 0 0 0 0,1 1 0 0 0,0-1 0 0 0,1 0 0 0 0,0 1 0 0 0,2 9 0 0 0,-2-13-12 0 0,1 0 0 0 0,-1 0 1 0 0,1-1-1 0 0,1 1 0 0 0,-1 0 0 0 0,1-1 0 0 0,0 1 1 0 0,0-1-1 0 0,0 0 0 0 0,0 0 0 0 0,1 0 0 0 0,0 0 0 0 0,-1-1 1 0 0,1 1-1 0 0,1-1 0 0 0,-1 0 0 0 0,0 0 0 0 0,1-1 1 0 0,0 1-1 0 0,6 1 0 0 0,-4-1-21 0 0,0 0-1 0 0,0-1 1 0 0,0-1-1 0 0,1 1 1 0 0,-1-1 0 0 0,0 0-1 0 0,1-1 1 0 0,-1 0-1 0 0,1 0 1 0 0,-1 0 0 0 0,1-1-1 0 0,-1 0 1 0 0,0-1-1 0 0,1 1 1 0 0,-1-1 0 0 0,0-1-1 0 0,0 0 1 0 0,0 0-1 0 0,-1 0 1 0 0,1-1 0 0 0,10-6-1 0 0,-7 1-36 0 0,1 0 1 0 0,-1 0-1 0 0,0-1 0 0 0,-1 0 0 0 0,0-1 0 0 0,-1 0 0 0 0,0 0 0 0 0,-1-1 1 0 0,0 0-1 0 0,10-25 0 0 0,3-19 107 0 0,13-69 0 0 0,-25 95 153 0 0,-7 28 39 0 0,9 23 363 0 0,-9 106 955 0 0,-2-14-1264 0 0,2-95-570 0 0,1 0 0 0 0,1 0 0 0 0,0 0 0 0 0,7 19 0 0 0,-9-35 55 0 0,0 1 1 0 0,-1-1-1 0 0,1 0 1 0 0,0 1-1 0 0,0-1 1 0 0,1 0-1 0 0,-1 0 1 0 0,0 0-1 0 0,1 0 1 0 0,-1 0-1 0 0,1 0 1 0 0,0 0-1 0 0,-1-1 1 0 0,1 1-1 0 0,0-1 1 0 0,0 1-1 0 0,0-1 0 0 0,0 0 1 0 0,1 1-1 0 0,-1-1 1 0 0,4 1-1 0 0,-3-1-39 0 0,0-1 0 0 0,-1 0 0 0 0,1 0 0 0 0,-1 0 0 0 0,1-1 0 0 0,0 1 0 0 0,-1 0 0 0 0,1-1 0 0 0,-1 0 0 0 0,1 0 0 0 0,-1 1 0 0 0,1-2 0 0 0,-1 1 0 0 0,1 0 0 0 0,-1 0 0 0 0,0-1 0 0 0,0 1 0 0 0,0-1 0 0 0,0 0 0 0 0,3-2 0 0 0,7-9-180 0 0,0 1 1 0 0,-2-1-1 0 0,1-1 1 0 0,-2 0-1 0 0,0-1 1 0 0,0 1-1 0 0,10-27 1 0 0,33-118 3531 0 0,-31 87-442 0 0,-1 3-280 0 0,-20 68-2357 0 0,0 1 0 0 0,1-1 0 0 0,-1 0-1 0 0,0 1 1 0 0,1-1 0 0 0,-1 1 0 0 0,1-1 0 0 0,-1 0-1 0 0,1 1 1 0 0,-1-1 0 0 0,1 1 0 0 0,-1-1 0 0 0,1 1 0 0 0,0 0-1 0 0,-1-1 1 0 0,1 1 0 0 0,-1-1 0 0 0,1 1 0 0 0,0 0-1 0 0,-1 0 1 0 0,1-1 0 0 0,0 1 0 0 0,0 0 0 0 0,-1 0-1 0 0,1 0 1 0 0,0 0 0 0 0,0 0 0 0 0,-1 0 0 0 0,1 0-1 0 0,0 0 1 0 0,-1 0 0 0 0,1 0 0 0 0,0 0 0 0 0,0 0 0 0 0,-1 1-1 0 0,1-1 1 0 0,1 1 0 0 0,20 11 810 0 0,-15-5-617 0 0,0-1-1 0 0,-1 1 1 0 0,0 0-1 0 0,-1 0 1 0 0,0 1-1 0 0,0-1 1 0 0,0 1-1 0 0,-1 0 1 0 0,0 1-1 0 0,-1-1 1 0 0,5 15-1 0 0,0 9 429 0 0,9 59 0 0 0,-17-91-638 0 0,5 36 234 0 0,-2-1 0 0 0,-1 43 0 0 0,-4-59-135 0 0,2-15-39 0 0,2-17-37 0 0,6-24-94 0 0,1 0 0 0 0,3 0-1 0 0,0 0 1 0 0,35-66 0 0 0,-34 79 24 0 0,1 0 1 0 0,1 2-1 0 0,2-1 0 0 0,0 2 0 0 0,1 0 1 0 0,1 1-1 0 0,36-29 0 0 0,-49 45 59 0 0,-1 0 0 0 0,1 0 0 0 0,0 1 0 0 0,0-1-1 0 0,0 2 1 0 0,1-1 0 0 0,-1 1 0 0 0,1 0 0 0 0,-1 0 0 0 0,10-1 0 0 0,-12 3-1 0 0,0-1 0 0 0,0 1 0 0 0,0 0 1 0 0,0 1-1 0 0,-1-1 0 0 0,1 1 0 0 0,0-1 1 0 0,0 1-1 0 0,0 0 0 0 0,0 1 0 0 0,-1-1 1 0 0,1 1-1 0 0,-1-1 0 0 0,1 1 0 0 0,-1 0 0 0 0,0 1 1 0 0,1-1-1 0 0,-1 0 0 0 0,3 4 0 0 0,0 1 185 0 0,-1 0 0 0 0,1 1 0 0 0,-1 0-1 0 0,-1 0 1 0 0,1 0 0 0 0,-2 0 0 0 0,1 0-1 0 0,-1 1 1 0 0,0 0 0 0 0,-1 0-1 0 0,0 0 1 0 0,0 0 0 0 0,-1 0 0 0 0,0 0-1 0 0,0 0 1 0 0,-2 11 0 0 0,-1 17 719 0 0,-1-1 1 0 0,-14 58-1 0 0,8-56-420 0 0,-12 75 748 0 0,21-113-1243 0 0,0 1 1 0 0,0 0-1 0 0,0 0 0 0 0,1-1 1 0 0,-1 1-1 0 0,0 0 0 0 0,0 0 1 0 0,0-1-1 0 0,1 1 1 0 0,-1 0-1 0 0,0-1 0 0 0,1 1 1 0 0,-1 0-1 0 0,1-1 0 0 0,-1 1 1 0 0,1-1-1 0 0,-1 1 0 0 0,1 0 1 0 0,-1-1-1 0 0,1 1 1 0 0,0-1-1 0 0,-1 1 0 0 0,1-1 1 0 0,0 0-1 0 0,-1 1 0 0 0,1-1 1 0 0,0 0-1 0 0,-1 1 1 0 0,1-1-1 0 0,0 0 0 0 0,0 0 1 0 0,-1 0-1 0 0,1 0 0 0 0,0 0 1 0 0,0 0-1 0 0,1 0 0 0 0,29 0 47 0 0,19-7-875 0 0,0-2 1 0 0,79-25 0 0 0,90-53-7870 0 0,-162 60 1941 0 0,-3-4-4076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0 142 700 0 0,'79'-132'15671'0'0,"-78"130"-15315"0"0,4-6 1080 0 0,-4 33-849 0 0,-1-1 0 0 0,-1 1 0 0 0,-1-1-1 0 0,-6 34 1 0 0,0-6-188 0 0,-52 633 1617 0 0,59-673-2001 0 0,-2 30 56 0 0,2 0 0 0 0,7 68 0 0 0,-6-105-73 0 0,1 0 0 0 0,1 0 1 0 0,-1 0-1 0 0,1 0 0 0 0,-1 0 1 0 0,1 0-1 0 0,1-1 1 0 0,-1 1-1 0 0,1 0 0 0 0,0-1 1 0 0,0 0-1 0 0,0 0 0 0 0,7 7 1 0 0,-7-8-79 0 0,-1-1 1 0 0,1 0-1 0 0,0 0 0 0 0,1 0 1 0 0,-1-1-1 0 0,0 1 1 0 0,0-1-1 0 0,1 0 0 0 0,-1 0 1 0 0,1 0-1 0 0,-1 0 1 0 0,1 0-1 0 0,-1-1 0 0 0,1 0 1 0 0,0 1-1 0 0,-1-1 1 0 0,1-1-1 0 0,-1 1 1 0 0,1 0-1 0 0,6-3 0 0 0,3 0-370 0 0,0-2-1 0 0,0 0 0 0 0,-1 0 0 0 0,0-1 0 0 0,0-1 1 0 0,0 0-1 0 0,-1 0 0 0 0,0-1 0 0 0,19-18 0 0 0,-18 14-460 0 0,0-1 0 0 0,-1 0 0 0 0,-1 0 0 0 0,0-1-1 0 0,-1 0 1 0 0,0-1 0 0 0,10-26 0 0 0,-10 13-2379 0 0,-5 1-1264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49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66 120 2172 0 0,'-3'1'2240'0'0,"-27"2"2745"0"0,27-3-3765 0 0,-13 4 664 0 0,13-3-1181 0 0,-7-1 2175 0 0,30 1-1786 0 0,62-10-668 0 0,80-21 0 0 0,-123 22-381 0 0,375-66-9 0 0,-378 66-1017 0 0,-32 8 432 0 0,9 2-1137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0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76 1188 0 0,'-4'0'1945'0'0,"-119"-14"8274"0"0,120 14-9808 0 0,-10-2 55 0 0,11 2-381 0 0,-1-1 0 0 0,0 1 0 0 0,0 0 0 0 0,0 0 0 0 0,0 0 0 0 0,1 0 0 0 0,-6 2 0 0 0,7-2-63 0 0,0 0 0 0 0,0 1 0 0 0,0-1 0 0 0,0 1 0 0 0,0 0 0 0 0,0-1 0 0 0,0 1 0 0 0,0 0 0 0 0,0 0 0 0 0,1-1 0 0 0,-1 1 0 0 0,0 0 1 0 0,0 0-1 0 0,1 0 0 0 0,-1 0 0 0 0,1 0 0 0 0,-1 0 0 0 0,1 0 0 0 0,-1 0 0 0 0,1 0 0 0 0,-1 1 0 0 0,1-1 0 0 0,0 0 0 0 0,0 0 0 0 0,-1 2 0 0 0,-5 63 342 0 0,3 1 0 0 0,7 103 0 0 0,-4-161-351 0 0,9 76 99 0 0,-8-73-81 0 0,2-1 0 0 0,-1-1 0 0 0,2 1 0 0 0,-1 0 0 0 0,9 15 0 0 0,-11-25-27 0 0,-1 1-1 0 0,1-1 1 0 0,0 1 0 0 0,0-1-1 0 0,0 0 1 0 0,0 1 0 0 0,1-1-1 0 0,-1 0 1 0 0,0 0 0 0 0,0 0-1 0 0,1 1 1 0 0,-1-2 0 0 0,1 1-1 0 0,-1 0 1 0 0,1 0 0 0 0,-1 0 0 0 0,1-1-1 0 0,0 1 1 0 0,-1-1 0 0 0,3 1-1 0 0,-1-1-1 0 0,0 0 0 0 0,-1 0 0 0 0,1 0 1 0 0,0 0-1 0 0,-1-1 0 0 0,1 1 0 0 0,0-1 0 0 0,-1 0 0 0 0,1 0 0 0 0,-1 0 0 0 0,0 0 0 0 0,3-1 0 0 0,4-4-13 0 0,0 0 0 0 0,-1 0 0 0 0,0-1 0 0 0,0 0 0 0 0,11-13 1 0 0,100-137 18 0 0,-106 139-3 0 0,-10 14-13 0 0,0-1 0 0 0,0 1 0 0 0,0 0 0 0 0,1 0 0 0 0,0 1 0 0 0,0-1 0 0 0,0 1 0 0 0,7-6 0 0 0,-9 8 7 0 0,16 1-7 0 0,-15 1 7 0 0,-1 0 0 0 0,1 0 0 0 0,-1 1 1 0 0,1-1-1 0 0,-1 1 0 0 0,1-1 0 0 0,-1 1 0 0 0,0 0 0 0 0,0 0 0 0 0,0 0 0 0 0,0 0 0 0 0,0 0 0 0 0,0 1 0 0 0,-1-1 0 0 0,3 4 1 0 0,1 0-2 0 0,39 55 20 0 0,-27-36 4 0 0,1-1 1 0 0,24 26-1 0 0,-36-45-17 0 0,-1 1-1 0 0,1-1 1 0 0,1 0-1 0 0,-1 0 1 0 0,1-1-1 0 0,-1 0 1 0 0,1 0-1 0 0,0 0 1 0 0,1-1-1 0 0,-1 0 1 0 0,1-1-1 0 0,14 4 1 0 0,-16-6 5 0 0,0 1 1 0 0,-1-1 0 0 0,1 1 0 0 0,0-2-1 0 0,0 1 1 0 0,-1-1 0 0 0,1 0 0 0 0,0 0-1 0 0,-1 0 1 0 0,1-1 0 0 0,-1 0-1 0 0,0 0 1 0 0,1 0 0 0 0,-1 0 0 0 0,0-1-1 0 0,0 0 1 0 0,5-5 0 0 0,-3 3-8 0 0,-2-1 1 0 0,1 0-1 0 0,-1 0 1 0 0,0-1-1 0 0,0 1 1 0 0,0-1-1 0 0,-1 0 1 0 0,0 0-1 0 0,-1-1 1 0 0,1 1-1 0 0,2-12 1 0 0,2-11 78 0 0,-1-1 0 0 0,-1-1 1 0 0,-2 1-1 0 0,-1-1 0 0 0,-1 1 0 0 0,-2-1 1 0 0,-1 0-1 0 0,-7-39 0 0 0,-5-23 332 0 0,13 91-393 0 0,0 3-20 0 0,-1-1 1 0 0,1 1-1 0 0,0 0 0 0 0,0-1 0 0 0,0 1 0 0 0,0-1 0 0 0,0 1 0 0 0,0 0 1 0 0,0-1-1 0 0,0 1 0 0 0,0 0 0 0 0,0-1 0 0 0,0 1 0 0 0,0-1 0 0 0,0 1 0 0 0,0 0 1 0 0,0-1-1 0 0,0 1 0 0 0,0 0 0 0 0,0-1 0 0 0,0 1 0 0 0,1 0 0 0 0,-1-1 0 0 0,0 1 1 0 0,0 0-1 0 0,0-1 0 0 0,1 1 0 0 0,-1 0 0 0 0,0 0 0 0 0,0-1 0 0 0,1 1 0 0 0,-1 0 1 0 0,0 0-1 0 0,0-1 0 0 0,1 1 0 0 0,7 2-34 0 0,-1 0-1 0 0,1 1 1 0 0,10 5 0 0 0,22 8-753 0 0,-16-11 295 0 0,0 0 0 0 0,0-2 0 0 0,0-1-1 0 0,1 0 1 0 0,-1-2 0 0 0,1-1 0 0 0,-1-1 0 0 0,0-1 0 0 0,0-1-1 0 0,29-9 1 0 0,-48 12 572 0 0,-1-1-1 0 0,1 1 1 0 0,-1-1 0 0 0,1 0-1 0 0,-1 0 1 0 0,0-1 0 0 0,0 1-1 0 0,0-1 1 0 0,4-4 0 0 0,-6 6-10 0 0,0-1 159 0 0,-1 0 85 0 0,0 2-293 0 0,-1 0 1 0 0,0 0 0 0 0,0 0 0 0 0,0-1 0 0 0,0 1 0 0 0,1 0 0 0 0,-1 0-1 0 0,0 0 1 0 0,0 0 0 0 0,0 0 0 0 0,0 0 0 0 0,0-1 0 0 0,1 1 0 0 0,-1 0 0 0 0,0 0-1 0 0,0 0 1 0 0,0 0 0 0 0,0-1 0 0 0,0 1 0 0 0,0 0 0 0 0,0 0 0 0 0,0 0 0 0 0,0 0-1 0 0,0-1 1 0 0,0 1 0 0 0,0 0 0 0 0,0 0 0 0 0,0 0 0 0 0,0-1 0 0 0,0 1-1 0 0,0 0 1 0 0,0 0 0 0 0,0 0 0 0 0,0-1 0 0 0,0 1 0 0 0,0 0 0 0 0,0 0 0 0 0,0 0-1 0 0,0 0 1 0 0,0-1 0 0 0,-1 1 0 0 0,-1 0 35 0 0,0-1-1 0 0,0 1 1 0 0,0 0-1 0 0,0 0 1 0 0,-1 0-1 0 0,1 0 1 0 0,0 0 0 0 0,0 1-1 0 0,0-1 1 0 0,0 0-1 0 0,0 1 1 0 0,0 0-1 0 0,0 0 1 0 0,0-1-1 0 0,-3 3 1 0 0,0 0 18 0 0,1 0-1 0 0,-1 0 1 0 0,1 0-1 0 0,0 1 1 0 0,-7 8 0 0 0,-1 3 105 0 0,0 2 1 0 0,-13 24-1 0 0,24-40-168 0 0,-9 19 109 0 0,0 0 1 0 0,1 0 0 0 0,1 1 0 0 0,1 1-1 0 0,-7 34 1 0 0,11-44-86 0 0,2 0-1 0 0,-1 0 0 0 0,2 0 1 0 0,-1 0-1 0 0,2 0 0 0 0,-1 0 1 0 0,2-1-1 0 0,0 1 0 0 0,0 0 1 0 0,1 0-1 0 0,0-1 1 0 0,6 13-1 0 0,-6-18-10 0 0,0 0 0 0 0,1 0 0 0 0,0-1 0 0 0,0 1 0 0 0,0-1 0 0 0,1 0 0 0 0,0 0 0 0 0,0 0 0 0 0,0-1 0 0 0,0 0 0 0 0,10 6 1 0 0,-5-5-3 0 0,0 0 1 0 0,0 0 0 0 0,0-1 0 0 0,0-1-1 0 0,1 0 1 0 0,20 3 0 0 0,-15-4-11 0 0,0-1 1 0 0,0 0 0 0 0,0-1-1 0 0,-1-1 1 0 0,1 0-1 0 0,0-2 1 0 0,0 0-1 0 0,-1 0 1 0 0,1-1-1 0 0,15-7 1 0 0,-23 7-10 0 0,1-1 0 0 0,-2 1 0 0 0,1-1 0 0 0,0 0 0 0 0,-1-1 0 0 0,0 0 0 0 0,0 0 0 0 0,-1-1 0 0 0,0 1 0 0 0,0-1 0 0 0,0-1-1 0 0,-1 1 1 0 0,0-1 0 0 0,-1 0 0 0 0,1 0 0 0 0,-2 0 0 0 0,1-1 0 0 0,-1 1 0 0 0,0-1 0 0 0,-1 0 0 0 0,0 0 0 0 0,0 0 0 0 0,0-11 0 0 0,-1 8 6 0 0,-1 1 0 0 0,0-1 0 0 0,-1 0-1 0 0,0 0 1 0 0,-1 1 0 0 0,0-1 0 0 0,-1 1 0 0 0,0 0 0 0 0,-1-1 0 0 0,0 1 0 0 0,-1 1-1 0 0,0-1 1 0 0,-1 1 0 0 0,0 0 0 0 0,0 0 0 0 0,-1 0 0 0 0,-13-13 0 0 0,10 13-59 0 0,-1 0 0 0 0,0 1 0 0 0,0 1 0 0 0,-1 0 1 0 0,0 1-1 0 0,-1 0 0 0 0,1 0 0 0 0,-1 1 0 0 0,-1 1 1 0 0,1 0-1 0 0,-1 1 0 0 0,1 1 0 0 0,-1 0 0 0 0,0 1 1 0 0,-1 0-1 0 0,1 1 0 0 0,0 1 0 0 0,0 0 0 0 0,-21 3 1 0 0,8 7-1840 0 0,26-10 1479 0 0,0 1-1 0 0,0-1 1 0 0,-1 1 0 0 0,1-1-1 0 0,0 1 1 0 0,0 0 0 0 0,0 0-1 0 0,0 0 1 0 0,0-1-1 0 0,-2 3-816 0 0,3-2 817 0 0,-1 0 0 0 0,0 0-1 0 0,0 1 1 0 0,1-1-1 0 0,-1 0 1 0 0,1 0 0 0 0,-1 2-1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1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31 1696 0 0,'-1'-3'2220'0'0,"1"0"-2258"0"0,0-22 7549 0 0,10 33-7006 0 0,-3 1-246 0 0,-1 2 0 0 0,1-1 1 0 0,-2 1-1 0 0,1 0 0 0 0,-1 0 1 0 0,-1 0-1 0 0,6 23 0 0 0,-1-5-21 0 0,9 26 121 0 0,14 46 316 0 0,5-1 1 0 0,57 109 0 0 0,-93-208-632 0 0,-1 1 1 0 0,1-1 0 0 0,0 1 0 0 0,0-1 0 0 0,0 1-1 0 0,0-1 1 0 0,0 0 0 0 0,0 0 0 0 0,0 1-1 0 0,0-1 1 0 0,0 0 0 0 0,1 0 0 0 0,-1 0 0 0 0,0 0-1 0 0,1 0 1 0 0,-1-1 0 0 0,1 1 0 0 0,-1 0 0 0 0,1-1-1 0 0,-1 1 1 0 0,1-1 0 0 0,0 1 0 0 0,-1-1 0 0 0,1 0-1 0 0,-1 1 1 0 0,1-1 0 0 0,0 0 0 0 0,-1 0 0 0 0,1 0-1 0 0,0-1 1 0 0,-1 1 0 0 0,1 0 0 0 0,0-1 0 0 0,-1 1-1 0 0,1-1 1 0 0,-1 1 0 0 0,1-1 0 0 0,-1 0 0 0 0,1 1-1 0 0,-1-1 1 0 0,0 0 0 0 0,2-1 0 0 0,3-3-10 0 0,0 0 0 0 0,0 0 0 0 0,0 0 0 0 0,-1-1 0 0 0,0 0 0 0 0,0 0-1 0 0,-1 0 1 0 0,5-8 0 0 0,19-39 46 0 0,40-107 0 0 0,3-63 48 0 0,-70 221-129 0 0,5-18-25 0 0,-2 4-88 0 0,1 1-1 0 0,9-19 1 0 0,-14 33 7 0 0,1 0-1 0 0,-1 0 0 0 0,1 0 0 0 0,0 0 0 0 0,-1 1 0 0 0,1-1 0 0 0,0 0 0 0 0,0 0 1 0 0,0 1-1 0 0,0-1 0 0 0,0 0 0 0 0,0 1 0 0 0,0-1 0 0 0,0 1 0 0 0,0-1 1 0 0,0 1-1 0 0,0-1 0 0 0,0 1 0 0 0,0 0 0 0 0,0 0 0 0 0,0-1 0 0 0,0 1 0 0 0,0 0 1 0 0,1 0-1 0 0,-1 0 0 0 0,0 0 0 0 0,1 1 0 0 0,2-1-279 0 0,0 1-1 0 0,-1 0 1 0 0,1 0-1 0 0,-1 0 1 0 0,1 0 0 0 0,4 3-1 0 0,55 34-6677 0 0,-46-27 3471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2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254 205 2000 0 0,'3'-2'2085'0'0,"-1"0"-1572"0"0,1 0-1 0 0,-1 0 1 0 0,0 0 0 0 0,0 0-1 0 0,0 0 1 0 0,0-1-1 0 0,0 1 1 0 0,0-1 0 0 0,-1 1-1 0 0,1-1 1 0 0,-1 0 0 0 0,0 0-1 0 0,1 0 1 0 0,-1 1-1 0 0,1-6 1 0 0,-2 7-457 0 0,0 0-1 0 0,0 0 1 0 0,0 0-1 0 0,0 1 1 0 0,0-1-1 0 0,0 0 1 0 0,0 0-1 0 0,0 0 1 0 0,0 1-1 0 0,0-1 1 0 0,-1 0-1 0 0,1 0 1 0 0,0 1-1 0 0,-1-1 0 0 0,1 0 1 0 0,0 0-1 0 0,-1 1 1 0 0,1-1-1 0 0,-1 0 1 0 0,1 1-1 0 0,-1-1 1 0 0,1 1-1 0 0,-1-1 1 0 0,1 0-1 0 0,-1 1 1 0 0,0-1-1 0 0,1 1 1 0 0,-1 0-1 0 0,0-1 1 0 0,1 1-1 0 0,-1 0 1 0 0,0-1-1 0 0,0 1 1 0 0,1 0-1 0 0,-1 0 1 0 0,0-1-1 0 0,0 1 1 0 0,1 0-1 0 0,-1 0 1 0 0,-1 0-1 0 0,-26 2 430 0 0,21 0-422 0 0,1 1 0 0 0,-1 0 0 0 0,1 0 0 0 0,0 1 0 0 0,0 0 0 0 0,0 0 0 0 0,1 0 0 0 0,-1 0 0 0 0,-4 6 0 0 0,-8 9 113 0 0,-15 22 0 0 0,24-29-118 0 0,-7 8 14 0 0,1 2 0 0 0,1 0 1 0 0,1 0-1 0 0,-15 37 0 0 0,23-44-47 0 0,-1-1 0 0 0,2 1 0 0 0,0 0 0 0 0,1 1 0 0 0,0-1 1 0 0,1 0-1 0 0,1 1 0 0 0,2 28 0 0 0,-1-39-14 0 0,1 0 0 0 0,0 0 0 0 0,0 0 0 0 0,0 0 0 0 0,0 0 0 0 0,1 0 0 0 0,0 0 0 0 0,0-1 0 0 0,0 1 0 0 0,1-1 0 0 0,0 0 0 0 0,0 0 0 0 0,0 0 0 0 0,0 0 0 0 0,0 0 0 0 0,1 0 0 0 0,0-1 0 0 0,-1 0 0 0 0,1 0 0 0 0,1 0 0 0 0,-1 0 0 0 0,0 0 0 0 0,1-1 0 0 0,-1 0 0 0 0,1 0 0 0 0,0 0 0 0 0,0-1 0 0 0,-1 1 0 0 0,10 0 0 0 0,-11-1 3 0 0,1-1-1 0 0,0 1 1 0 0,0-1-1 0 0,0 0 1 0 0,0-1-1 0 0,0 1 1 0 0,-1 0 0 0 0,1-1-1 0 0,0 0 1 0 0,0 0-1 0 0,-1 0 1 0 0,1 0-1 0 0,0-1 1 0 0,-1 0-1 0 0,1 1 1 0 0,-1-1-1 0 0,0-1 1 0 0,4-1 0 0 0,0-3-7 0 0,-1-1 0 0 0,0 1 0 0 0,0-1 0 0 0,0 0 0 0 0,-1 0 0 0 0,0-1 0 0 0,-1 0 0 0 0,0 0 0 0 0,5-16 0 0 0,1-9 18 0 0,6-49-1 0 0,-4 20 167 0 0,0-12 173 0 0,-11 72-350 0 0,1-3 9 0 0,-2 6-23 0 0,0 0 1 0 0,0 0-1 0 0,0 0 1 0 0,0 0 0 0 0,0 0-1 0 0,-1-1 1 0 0,1 1 0 0 0,0 0-1 0 0,0 0 1 0 0,0 0 0 0 0,0 0-1 0 0,0 0 1 0 0,0 0 0 0 0,0 0-1 0 0,0 0 1 0 0,1 0-1 0 0,-1 0 1 0 0,0-1 0 0 0,0 1-1 0 0,0 0 1 0 0,0 0 0 0 0,0 0-1 0 0,0 0 1 0 0,0 0 0 0 0,0 0-1 0 0,0 0 1 0 0,0 0 0 0 0,0 0-1 0 0,0 0 1 0 0,0 0-1 0 0,0-1 1 0 0,0 1 0 0 0,0 0-1 0 0,0 0 1 0 0,1 0 0 0 0,-1 0-1 0 0,0 0 1 0 0,0 0 0 0 0,0 0-1 0 0,0 0 1 0 0,0 0 0 0 0,0 0-1 0 0,0 0 1 0 0,0 0 0 0 0,0 0-1 0 0,0 0 1 0 0,1 0-1 0 0,-1 0 1 0 0,0 0 0 0 0,0 0-1 0 0,0 0 1 0 0,0 0 0 0 0,0 0-1 0 0,0 0 1 0 0,0 0 0 0 0,0 0-1 0 0,0 0 1 0 0,0 0 0 0 0,1 0-1 0 0,-1 0 1 0 0,0 0-1 0 0,0 1 1 0 0,0-1 0 0 0,0 0-1 0 0,0 0 1 0 0,0 0 0 0 0,32 93 32 0 0,-20-55 49 0 0,19 41 0 0 0,-26-68-123 0 0,0-1 1 0 0,1 1 0 0 0,1-1-1 0 0,-1 0 1 0 0,2-1 0 0 0,-1 1-1 0 0,2-1 1 0 0,9 8 0 0 0,-15-14-34 0 0,0-1 0 0 0,-1 0 0 0 0,1 0 1 0 0,1 0-1 0 0,-1 0 0 0 0,0-1 0 0 0,0 1 1 0 0,1-1-1 0 0,-1 0 0 0 0,1 1 0 0 0,-1-2 0 0 0,1 1 1 0 0,-1 0-1 0 0,1-1 0 0 0,0 0 0 0 0,-1 0 1 0 0,1 0-1 0 0,0 0 0 0 0,-1 0 0 0 0,1-1 1 0 0,-1 1-1 0 0,1-1 0 0 0,-1 0 0 0 0,1 0 1 0 0,-1-1-1 0 0,1 1 0 0 0,-1-1 0 0 0,0 0 1 0 0,0 1-1 0 0,0-1 0 0 0,0-1 0 0 0,0 1 0 0 0,0 0 1 0 0,0-1-1 0 0,-1 1 0 0 0,0-1 0 0 0,1 0 1 0 0,-1 0-1 0 0,0 0 0 0 0,3-6 0 0 0,9-20-4 0 0,-1-2 0 0 0,-1 0 0 0 0,-1 0-1 0 0,-2-1 1 0 0,4-33 0 0 0,18-57 421 0 0,-29 116-320 0 0,0 0 0 0 0,0 0-1 0 0,1 1 1 0 0,-1-1 0 0 0,1 1-1 0 0,1 0 1 0 0,-1 0 0 0 0,1 0-1 0 0,0 0 1 0 0,0 0 0 0 0,0 1-1 0 0,0 0 1 0 0,7-5 0 0 0,-7 7 2 0 0,0-1 0 0 0,0 1 0 0 0,0 0 0 0 0,0 1 0 0 0,0-1 0 0 0,1 1 0 0 0,-1 0 0 0 0,1 0 0 0 0,-1 0 0 0 0,1 1 0 0 0,-1-1-1 0 0,1 1 1 0 0,0 0 0 0 0,-1 0 0 0 0,1 1 0 0 0,-1-1 0 0 0,1 1 0 0 0,5 2 0 0 0,2 1 58 0 0,-1 0-1 0 0,1 1 1 0 0,-1 0-1 0 0,0 1 1 0 0,-1 0-1 0 0,1 1 1 0 0,-1 0-1 0 0,-1 1 1 0 0,1 0-1 0 0,13 16 1 0 0,-13-13-16 0 0,0 1 0 0 0,-1 0 0 0 0,0 0 0 0 0,-1 1 0 0 0,-1 0 0 0 0,0 1 0 0 0,0 0 0 0 0,5 19 0 0 0,-10-27 32 0 0,-1 1 0 0 0,0 0 0 0 0,0 0 0 0 0,-1 0 0 0 0,0 1 0 0 0,0-1 0 0 0,0 0 0 0 0,-1 0 0 0 0,0 0 0 0 0,-1 0 0 0 0,1-1 0 0 0,-1 1 0 0 0,-1 0 0 0 0,1 0 0 0 0,-1-1 0 0 0,0 0 0 0 0,-6 9 0 0 0,7-13-23 0 0,-1 1-1 0 0,1 0 1 0 0,-1-1 0 0 0,0 0 0 0 0,0 1 0 0 0,0-1 0 0 0,-4 2-1 0 0,5-3 13 0 0,-4-3 12 0 0,6 2-97 0 0,-1 0 0 0 0,1 0 0 0 0,-1 0 0 0 0,1 1-1 0 0,-1-2 1 0 0,1 1 0 0 0,-1 0 0 0 0,1 0 0 0 0,-1 0-1 0 0,1 0 1 0 0,-1 0 0 0 0,1 0 0 0 0,-1 0 0 0 0,1-1-1 0 0,0 1 1 0 0,-1 0 0 0 0,1 0 0 0 0,-1-1 0 0 0,1 1-1 0 0,0 0 1 0 0,-1 0 0 0 0,1-1 0 0 0,-1 1 0 0 0,1 0-1 0 0,0-1 1 0 0,-1-3 2 0 0,0 1 0 0 0,1 0 0 0 0,-1-1-1 0 0,1 1 1 0 0,0-1 0 0 0,0 1 0 0 0,1-1 0 0 0,-1 1-1 0 0,1 0 1 0 0,0-1 0 0 0,0 1 0 0 0,0 0 0 0 0,0 0-1 0 0,0-1 1 0 0,1 1 0 0 0,-1 0 0 0 0,5-5 0 0 0,4-7-61 0 0,1 0 0 0 0,16-16 1 0 0,-10 12-23 0 0,10-11-46 0 0,1 1 1 0 0,2 2-1 0 0,45-34 1 0 0,108-60-212 0 0,-113 77 214 0 0,-7 3 81 0 0,-62 41 40 0 0,-1-1-1 0 0,0 1 1 0 0,1-1-1 0 0,-1 1 0 0 0,1-1 1 0 0,-1 1-1 0 0,1 0 1 0 0,-1-1-1 0 0,1 1 1 0 0,-1 0-1 0 0,1-1 1 0 0,-1 1-1 0 0,1 0 1 0 0,-1 0-1 0 0,1 0 1 0 0,0-1-1 0 0,-1 1 1 0 0,1 0-1 0 0,-1 0 1 0 0,1 0-1 0 0,0 0 1 0 0,-1 0-1 0 0,2 0 1 0 0,-1 11 22 0 0,-13 23 60 0 0,11-32-73 0 0,-6 19 79 0 0,0 0 0 0 0,1 1 0 0 0,1-1 1 0 0,2 1-1 0 0,0 0 0 0 0,1 0 0 0 0,1 0 1 0 0,1 0-1 0 0,4 32 0 0 0,-3-41-62 0 0,1 1 0 0 0,1-1 0 0 0,0 0 0 0 0,1-1 0 0 0,0 1 0 0 0,1-1 1 0 0,1 1-1 0 0,0-1 0 0 0,0-1 0 0 0,1 1 0 0 0,1-1 0 0 0,-1-1 0 0 0,2 1 0 0 0,0-1 0 0 0,0-1 0 0 0,21 17 0 0 0,-25-22-99 0 0,1-1-1 0 0,0 0 1 0 0,0 0-1 0 0,0 0 0 0 0,0-1 1 0 0,0 0-1 0 0,0 0 1 0 0,1-1-1 0 0,-1 0 1 0 0,0 0-1 0 0,1 0 1 0 0,-1-1-1 0 0,1 0 1 0 0,0 0-1 0 0,8-2 0 0 0,-9 1-373 0 0,0 0-1 0 0,0-1 0 0 0,-1 1 0 0 0,1-1 0 0 0,-1-1 0 0 0,0 1 0 0 0,9-6 1 0 0,-10 6-265 0 0,-1-1 0 0 0,1 0 1 0 0,0 0-1 0 0,-1-1 0 0 0,1 1 1 0 0,-1-1-1 0 0,0 0 1 0 0,0 0-1 0 0,3-7 0 0 0,5-12-4937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2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119 109 104 0 0,'-14'-18'2400'0'0,"-2"1"0"0"0,0 0-1 0 0,-1 1 1 0 0,-31-23 0 0 0,46 37-2093 0 0,0 7 43 0 0,2-5-343 0 0,0 0 1 0 0,-1 1 0 0 0,1-1 0 0 0,0 0-1 0 0,0 1 1 0 0,-1-1 0 0 0,1 0 0 0 0,0 1-1 0 0,0-1 1 0 0,-1 1 0 0 0,1-1 0 0 0,0 0-1 0 0,0 1 1 0 0,0-1 0 0 0,0 1 0 0 0,0-1-1 0 0,0 1 1 0 0,0-1 0 0 0,0 1 0 0 0,0-1-1 0 0,0 1 1 0 0,0-1 0 0 0,0 0-1 0 0,0 2 1 0 0,4 7-427 0 0,0 0 0 0 0,1-1 0 0 0,1 1 0 0 0,11 15 0 0 0,15 13-4196 0 0,-13-19 776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12 1720 0 0,'2'-11'10818'0'0,"-6"11"-10620"0"0,0 0 0 0 0,0 1 0 0 0,0 0 0 0 0,0 0 0 0 0,0 0 0 0 0,0 0 0 0 0,0 0 0 0 0,1 1 0 0 0,-1 0 0 0 0,0-1 0 0 0,1 2 0 0 0,0-1 0 0 0,-1 0 1 0 0,1 1-1 0 0,-5 4 0 0 0,-6 6 274 0 0,-25 28 1 0 0,18-16-337 0 0,1 1-1 0 0,2 0 1 0 0,0 2 0 0 0,2 0-1 0 0,1 1 1 0 0,-19 53 0 0 0,30-69-110 0 0,1-1 0 0 0,1 1 0 0 0,0 1 0 0 0,0-1 1 0 0,2 0-1 0 0,0 22 0 0 0,1-31-14 0 0,-1 1-1 0 0,1 0 1 0 0,0-1-1 0 0,0 1 1 0 0,1-1-1 0 0,0 1 1 0 0,-1-1 0 0 0,1 0-1 0 0,4 7 1 0 0,-4-9-6 0 0,0 0 0 0 0,0 0 0 0 0,0 0 0 0 0,0 0 0 0 0,0 0 0 0 0,0 0 0 0 0,0-1 0 0 0,0 1-1 0 0,1-1 1 0 0,-1 0 0 0 0,1 1 0 0 0,-1-1 0 0 0,1 0 0 0 0,-1 0 0 0 0,1-1 0 0 0,0 1 0 0 0,3 0 0 0 0,0-1-3 0 0,0 1-1 0 0,1-1 0 0 0,-1-1 1 0 0,0 1-1 0 0,0-1 1 0 0,0 0-1 0 0,0-1 0 0 0,0 1 1 0 0,0-1-1 0 0,0 0 0 0 0,-1-1 1 0 0,1 0-1 0 0,-1 1 0 0 0,1-2 1 0 0,-1 1-1 0 0,0-1 1 0 0,0 1-1 0 0,0-1 0 0 0,7-9 1 0 0,2-2-4 0 0,-2-1 0 0 0,1 0 0 0 0,-2-1 0 0 0,15-28 0 0 0,-7 5 6 0 0,25-79 0 0 0,-5 12 184 0 0,-38 104-175 0 0,4 5-16 0 0,-4-2 2 0 0,-1 0 1 0 0,0 0 0 0 0,1 0 0 0 0,-1 0-1 0 0,1 0 1 0 0,-1 0 0 0 0,0 0 0 0 0,1 0-1 0 0,-1 0 1 0 0,0 0 0 0 0,1 0 0 0 0,-1 0-1 0 0,1 0 1 0 0,-1 1 0 0 0,0-1 0 0 0,1 0-1 0 0,-1 0 1 0 0,0 0 0 0 0,1 0 0 0 0,-1 1-1 0 0,0-1 1 0 0,0 0 0 0 0,1 0 0 0 0,-1 1-1 0 0,0-1 1 0 0,0 0 0 0 0,1 1 0 0 0,-1-1-1 0 0,0 0 1 0 0,0 1 0 0 0,0-1 0 0 0,1 1-1 0 0,16 95 167 0 0,-10-46 2 0 0,17 57 0 0 0,-20-93-244 0 0,1 0 0 0 0,0 0 0 0 0,1-1-1 0 0,1 0 1 0 0,0 0 0 0 0,1 0 0 0 0,0-1 0 0 0,15 18 0 0 0,-17-25-286 0 0,-1 0 0 0 0,1 0 0 0 0,-1-1 0 0 0,1 0 0 0 0,0 0 0 0 0,1 0 0 0 0,-1-1 0 0 0,1 0 0 0 0,0 0 0 0 0,-1-1 0 0 0,15 4 0 0 0,-15-5-499 0 0,1 0-1 0 0,0 0 1 0 0,0-1 0 0 0,0 0 0 0 0,0 0-1 0 0,0 0 1 0 0,12-3 0 0 0,8-5-3637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4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46 313 748 0 0,'-24'-279'15318'0'0,"19"250"-13875"0"0,1 25-483 0 0,-1 15-525 0 0,1 19 324 0 0,1-1 1 0 0,3 57 0 0 0,1-40-332 0 0,4 244 828 0 0,1-205-979 0 0,23 120 0 0 0,-24-183-228 0 0,0-1 0 0 0,16 36 1 0 0,-19-50-25 0 0,2 0 0 0 0,-1-1 0 0 0,1 1 0 0 0,0-1 0 0 0,0 0 0 0 0,0 0 1 0 0,1 0-1 0 0,0-1 0 0 0,0 1 0 0 0,1-1 0 0 0,9 7 0 0 0,-14-11-22 0 0,0-1 0 0 0,0 1 0 0 0,0-1 0 0 0,0 1 0 0 0,0-1 0 0 0,0 0 0 0 0,0 1 0 0 0,0-1 0 0 0,0 0 0 0 0,0 0 0 0 0,0 0 0 0 0,0 1 0 0 0,2-1 0 0 0,0 0 5 0 0,-2 0-6 0 0,0 0-1 0 0,0 0 1 0 0,0 0 0 0 0,0 0-1 0 0,0 0 1 0 0,0-1 0 0 0,0 1-1 0 0,0 0 1 0 0,0 0 0 0 0,0-1-1 0 0,0 1 1 0 0,0 0 0 0 0,0-1-1 0 0,0 1 1 0 0,0-1 0 0 0,0 0-1 0 0,0 1 1 0 0,-1-1 0 0 0,1 0-1 0 0,1 0 1 0 0,0-1 0 0 0,1-1 0 0 0,0 0 0 0 0,1 0 0 0 0,-1 0 0 0 0,0-1 0 0 0,-1 0-1 0 0,1 1 1 0 0,-1-1 0 0 0,1 0 0 0 0,-1 0 0 0 0,0 0 0 0 0,-1 0 0 0 0,1-1 0 0 0,-1 1 0 0 0,1 0 0 0 0,0-7 0 0 0,0-2 5 0 0,0 0 0 0 0,-1 0 0 0 0,-1-26 0 0 0,-1 23-13 0 0,-1-1 0 0 0,-1 1 0 0 0,0 0 0 0 0,-1 0 0 0 0,-1 1 0 0 0,0-1 1 0 0,-1 1-1 0 0,-11-19 0 0 0,11 25-47 0 0,8 12 24 0 0,11 12 31 0 0,-6-11-5 0 0,1 0 0 0 0,0-1 1 0 0,0-1-1 0 0,0 1 0 0 0,0-1 1 0 0,1 0-1 0 0,-1-1 0 0 0,1 0 0 0 0,-1-1 1 0 0,1 1-1 0 0,-1-2 0 0 0,0 1 0 0 0,1-1 1 0 0,15-4-1 0 0,-4 1-23 0 0,-1-1 0 0 0,-1-2-1 0 0,1 1 1 0 0,-1-2 0 0 0,21-12 0 0 0,-21 8-11 0 0,-1 0 0 0 0,0 0 0 0 0,-1-2 0 0 0,-1 0 0 0 0,0-1 0 0 0,-1 0 0 0 0,0-1 0 0 0,-1-1 0 0 0,-1 0 0 0 0,-1-1 0 0 0,14-28 0 0 0,-5 1 3 0 0,-2-1 0 0 0,-2 0 0 0 0,18-86 0 0 0,-28 91-8 0 0,-22 54 48 0 0,10-5 2 0 0,1 1 0 0 0,0-1 0 0 0,1 1 0 0 0,0-1 0 0 0,0 1 0 0 0,-4 15 0 0 0,0 1 40 0 0,-19 53 290 0 0,3 0-1 0 0,4 2 0 0 0,4 0 0 0 0,-12 161 0 0 0,26-210-272 0 0,2 0 1 0 0,5 44-1 0 0,-4-66-45 0 0,1 1-1 0 0,0 0 0 0 0,0-1 1 0 0,1 0-1 0 0,0 1 1 0 0,0-1-1 0 0,1 0 0 0 0,1-1 1 0 0,-1 1-1 0 0,1-1 0 0 0,11 14 1 0 0,-12-18-11 0 0,0 0 1 0 0,1 0 0 0 0,-1-1 0 0 0,1 1 0 0 0,0-1 0 0 0,0 0 0 0 0,0-1-1 0 0,0 1 1 0 0,0-1 0 0 0,1 0 0 0 0,6 2 0 0 0,-2-2-2 0 0,0-1 1 0 0,0 0-1 0 0,0 0 0 0 0,0 0 1 0 0,18-3-1 0 0,-2-2-3 0 0,0-1 0 0 0,0-1-1 0 0,48-18 1 0 0,-45 11 16 0 0,0-2 0 0 0,-1 0 0 0 0,0-2 0 0 0,-1-1 0 0 0,-1-1-1 0 0,-1-1 1 0 0,-1-2 0 0 0,-1 0 0 0 0,0-1 0 0 0,-2-2 0 0 0,-1 0 0 0 0,-1-1 0 0 0,29-53 0 0 0,-45 75-22 0 0,-1 0 0 0 0,-1 0 0 0 0,1 0 0 0 0,-1 0 0 0 0,1-1 0 0 0,-1 1 0 0 0,0-1 0 0 0,-1 1 0 0 0,1-1 0 0 0,-1 1 0 0 0,0-1 0 0 0,0 1 1 0 0,0-1-1 0 0,-1-5 0 0 0,0 8 0 0 0,1 1 0 0 0,-1 0 1 0 0,0 0-1 0 0,1 0 1 0 0,-1 1-1 0 0,0-1 0 0 0,0 0 1 0 0,1 0-1 0 0,-1 0 1 0 0,0 0-1 0 0,0 1 0 0 0,0-1 1 0 0,0 0-1 0 0,0 1 1 0 0,0-1-1 0 0,0 1 0 0 0,0-1 1 0 0,0 1-1 0 0,-1 0 1 0 0,1-1-1 0 0,0 1 0 0 0,0 0 1 0 0,0 0-1 0 0,-2-1 1 0 0,-1 1 5 0 0,0 0 1 0 0,0 0 0 0 0,0 0 0 0 0,0 1 0 0 0,-8 1 0 0 0,-1 2 16 0 0,0 0 0 0 0,0 2 0 0 0,1 0 1 0 0,-1 0-1 0 0,2 1 0 0 0,-1 0 0 0 0,1 1 0 0 0,0 1 1 0 0,0 0-1 0 0,1 0 0 0 0,0 1 0 0 0,1 0 0 0 0,0 0 1 0 0,0 1-1 0 0,1 1 0 0 0,1-1 0 0 0,0 1 1 0 0,-7 18-1 0 0,12-26-19 0 0,1 1-1 0 0,0-1 1 0 0,0 1 0 0 0,0-1 0 0 0,1 1 0 0 0,0-1 0 0 0,0 1-1 0 0,0-1 1 0 0,0 1 0 0 0,1-1 0 0 0,-1 1 0 0 0,1-1 0 0 0,0 1-1 0 0,1-1 1 0 0,-1 0 0 0 0,1 0 0 0 0,0 1 0 0 0,0-1 0 0 0,0 0 0 0 0,0 0-1 0 0,1-1 1 0 0,0 1 0 0 0,-1-1 0 0 0,1 1 0 0 0,1-1 0 0 0,-1 0-1 0 0,5 4 1 0 0,8 6 15 0 0,1-1-1 0 0,0-1 0 0 0,1-1 0 0 0,32 15 1 0 0,48 14-1459 0 0,2-4 1 0 0,145 30 0 0 0,-137-41-2110 0 0,-33-10-2234 0 0,12 1-4519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3:55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428 202 4 0 0,'-7'-12'3302'0'0,"3"5"-2727"0"0,1 0 0 0 0,-1 1-1 0 0,2-1 1 0 0,-1-1 0 0 0,1 1-1 0 0,0 0 1 0 0,1-1 0 0 0,-1 1-1 0 0,1-15 1 0 0,1 19-251 0 0,-1-15 512 0 0,0 7-466 0 0,0 5-155 0 0,1 0 0 0 0,-1 1 1 0 0,-1-1-1 0 0,1 1 0 0 0,-1-1 0 0 0,0 1 0 0 0,0 0 1 0 0,-1-1-1 0 0,-3-6 0 0 0,5 11-121 0 0,-7-3 28 0 0,8 4-117 0 0,0-1 0 0 0,-1 1 1 0 0,1 0-1 0 0,0-1 0 0 0,-1 1 1 0 0,1 0-1 0 0,0-1 0 0 0,-1 1 0 0 0,1 0 1 0 0,0 0-1 0 0,-1 0 0 0 0,1-1 0 0 0,-1 1 1 0 0,1 0-1 0 0,-1 0 0 0 0,1 0 0 0 0,0 0 1 0 0,-1 0-1 0 0,1 0 0 0 0,-1-1 0 0 0,1 1 1 0 0,-1 0-1 0 0,1 0 0 0 0,-1 1 0 0 0,1-1 1 0 0,-1 0-1 0 0,1 0 0 0 0,-1 0 0 0 0,1 0 1 0 0,-1 0-1 0 0,-6 2 29 0 0,-1 0 1 0 0,1 1-1 0 0,0 0 1 0 0,0 0-1 0 0,0 0 0 0 0,0 1 1 0 0,0 0-1 0 0,1 0 1 0 0,-1 1-1 0 0,1 0 0 0 0,1 0 1 0 0,-1 0-1 0 0,1 1 1 0 0,0-1-1 0 0,0 1 0 0 0,-5 9 1 0 0,7-11-12 0 0,1 0 0 0 0,-1 1 0 0 0,1-1 1 0 0,0 1-1 0 0,0-1 0 0 0,1 1 0 0 0,-1 0 0 0 0,1 0 1 0 0,0 0-1 0 0,0 0 0 0 0,1 0 0 0 0,-1 0 0 0 0,1 0 1 0 0,0 0-1 0 0,1 0 0 0 0,-1 0 0 0 0,1 0 0 0 0,0 0 1 0 0,0 0-1 0 0,1 0 0 0 0,-1-1 0 0 0,1 1 0 0 0,0 0 1 0 0,1-1-1 0 0,-1 0 0 0 0,6 9 0 0 0,11 9 110 0 0,0-1 0 0 0,1-1 0 0 0,31 23-1 0 0,20 20 35 0 0,-69-61-162 0 0,0-1 1 0 0,-1 1-1 0 0,1 0 1 0 0,-1-1-1 0 0,0 1 1 0 0,0 0-1 0 0,1 0 1 0 0,-1 0-1 0 0,0 0 1 0 0,-1 0-1 0 0,1 0 0 0 0,0 0 1 0 0,0 0-1 0 0,-1 0 1 0 0,1 0-1 0 0,-1 0 1 0 0,0 0-1 0 0,0 0 1 0 0,0 5-1 0 0,-1-5 2 0 0,1 1 0 0 0,-1 0-1 0 0,0 0 1 0 0,-1 0-1 0 0,1 0 1 0 0,0-1 0 0 0,-1 1-1 0 0,0-1 1 0 0,1 1-1 0 0,-1-1 1 0 0,0 0 0 0 0,0 1-1 0 0,0-1 1 0 0,-3 2-1 0 0,-9 7-39 0 0,0 0-1 0 0,-1-1 0 0 0,0-1 0 0 0,-1 0 0 0 0,0-1 0 0 0,-21 7 1 0 0,-105 27-2734 0 0,71-26-1158 0 0,-6-5-1974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1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489 136 1864 0 0,'2'-2'1430'0'0,"1"-2"-757"0"0,0 1 0 0 0,0-1-1 0 0,0 0 1 0 0,0 0 0 0 0,0-1-1 0 0,-1 1 1 0 0,0-1 0 0 0,0 1-1 0 0,0-1 1 0 0,1-6 0 0 0,-2 7-477 0 0,-1 1-16 0 0,0 0 0 0 0,0 0 0 0 0,-1 0-1 0 0,1 0 1 0 0,-1 0 0 0 0,0 0 0 0 0,0 0-1 0 0,0 0 1 0 0,-1 0 0 0 0,1 0-1 0 0,-1 0 1 0 0,1 1 0 0 0,-1-1 0 0 0,0 0-1 0 0,0 1 1 0 0,-4-4 0 0 0,2 3-96 0 0,-1 0 1 0 0,1 0-1 0 0,-1 1 0 0 0,0-1 0 0 0,0 1 1 0 0,0 0-1 0 0,0 1 0 0 0,0-1 1 0 0,-1 1-1 0 0,1 0 0 0 0,0 0 0 0 0,0 1 1 0 0,-1-1-1 0 0,1 1 0 0 0,-1 0 1 0 0,1 1-1 0 0,0-1 0 0 0,-1 1 1 0 0,1 0-1 0 0,-6 2 0 0 0,-5 4-42 0 0,1 0 0 0 0,0 1 1 0 0,1 1-1 0 0,-1 0 0 0 0,2 1 0 0 0,-1 0 0 0 0,1 1 1 0 0,1 0-1 0 0,0 1 0 0 0,-12 16 0 0 0,-6 12 4 0 0,1 1 1 0 0,-27 50-1 0 0,36-54-11 0 0,1 0 1 0 0,-26 75 0 0 0,40-96-24 0 0,0 1 0 0 0,1 0 0 0 0,1-1 0 0 0,0 2 0 0 0,2-1 0 0 0,0 0 0 0 0,0 0 0 0 0,2 0 0 0 0,4 31 0 0 0,-3-42-3 0 0,-1 0 1 0 0,1 0-1 0 0,0 0 1 0 0,1 0-1 0 0,-1 0 1 0 0,1 0-1 0 0,0-1 1 0 0,1 1 0 0 0,-1-1-1 0 0,1 0 1 0 0,0 0-1 0 0,0 0 1 0 0,1-1-1 0 0,-1 0 1 0 0,1 1-1 0 0,0-1 1 0 0,8 4 0 0 0,-6-4 3 0 0,1-1-1 0 0,-1 0 1 0 0,0 0 0 0 0,1-1 0 0 0,-1 0 0 0 0,1 0 0 0 0,0-1 0 0 0,0 0 0 0 0,-1 0 0 0 0,1-1 0 0 0,0 0 0 0 0,0 0 0 0 0,13-3 0 0 0,-8 1-10 0 0,0-1 1 0 0,0 0-1 0 0,-1-1 1 0 0,1-1-1 0 0,-1 0 1 0 0,0 0-1 0 0,-1-2 1 0 0,1 1-1 0 0,-1-1 1 0 0,-1-1-1 0 0,1 0 1 0 0,-1 0-1 0 0,0-1 1 0 0,-1-1-1 0 0,15-19 1 0 0,-12 12 0 0 0,-1 0 1 0 0,-1-1-1 0 0,0-1 0 0 0,-1 1 1 0 0,-2-2-1 0 0,0 1 1 0 0,0-1-1 0 0,-2 0 0 0 0,4-28 1 0 0,-3-16 277 0 0,-1-106 1 0 0,-5 125-233 0 0,-7 95 221 0 0,7 9-234 0 0,3-1 1 0 0,2 0-1 0 0,2 0 0 0 0,3 0 1 0 0,3-1-1 0 0,27 77 0 0 0,-33-118-744 0 0,0-1 0 0 0,0-1 0 0 0,13 19 0 0 0,-14-24-1024 0 0,0-1 0 0 0,1-1 0 0 0,13 13 0 0 0,-6-9-4259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18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2172 0 0,'3'-14'2055'0'0,"-2"9"-1414"0"0,0 1 1 0 0,0 0 0 0 0,0 0-1 0 0,0 0 1 0 0,1-1-1 0 0,0 1 1 0 0,0 1-1 0 0,0-1 1 0 0,0 0 0 0 0,0 0-1 0 0,5-4 1 0 0,-5 7-495 0 0,0 0-1 0 0,0 0 1 0 0,0 1 0 0 0,1 0 0 0 0,-1-1 0 0 0,0 1 0 0 0,0 0 0 0 0,0 0 0 0 0,0 0-1 0 0,1 0 1 0 0,-1 0 0 0 0,0 1 0 0 0,0-1 0 0 0,0 1 0 0 0,0-1 0 0 0,0 1 0 0 0,0 0-1 0 0,0 0 1 0 0,0 0 0 0 0,3 1 0 0 0,1 2-16 0 0,0 0 1 0 0,-1 0-1 0 0,1 0 1 0 0,-1 1-1 0 0,0-1 0 0 0,0 1 1 0 0,0 0-1 0 0,-1 1 1 0 0,1-1-1 0 0,-1 1 0 0 0,-1 0 1 0 0,1 0-1 0 0,-1 0 1 0 0,0 1-1 0 0,0-1 0 0 0,-1 1 1 0 0,0-1-1 0 0,2 12 0 0 0,-1 1-33 0 0,0 0 0 0 0,-1 0 0 0 0,-1 0 0 0 0,-1 0 0 0 0,-4 32 0 0 0,0-26-56 0 0,0 0 1 0 0,-2 0-1 0 0,0-1 1 0 0,-2 0 0 0 0,-1 0-1 0 0,-1-1 1 0 0,-15 28-1 0 0,24-50-47 0 0,-10 15 79 0 0,11-16-73 0 0,0 0 0 0 0,0-1 0 0 0,1 1 0 0 0,-1 0 0 0 0,0 0 0 0 0,0 0 0 0 0,0-1 0 0 0,0 1 0 0 0,0 0 0 0 0,0 0 0 0 0,0-1 0 0 0,0 1 0 0 0,0 0 0 0 0,-1 0 0 0 0,1 0 0 0 0,0-1 0 0 0,0 1 0 0 0,0 0 0 0 0,0 0 0 0 0,0 0 0 0 0,0-1 0 0 0,0 1 0 0 0,0 0 0 0 0,0 0 0 0 0,-1 0 0 0 0,1 0 0 0 0,0-1 0 0 0,0 1 0 0 0,0 0 0 0 0,0 0 0 0 0,-1 0 0 0 0,1 0 0 0 0,0 0 0 0 0,0 0 0 0 0,0-1 0 0 0,-1 1 0 0 0,1 0 0 0 0,0 0 0 0 0,0 0 0 0 0,0 0 0 0 0,-1 0 0 0 0,1 0 0 0 0,0 0 0 0 0,0 0 0 0 0,0 0 0 0 0,-1 0 0 0 0,1 0 0 0 0,0 0 0 0 0,0 0 0 0 0,-1 0-1 0 0,1 0 1 0 0,0 0 0 0 0,0 0 0 0 0,0 0 0 0 0,-1 1 0 0 0,1-1 0 0 0,0 0 0 0 0,0 0 0 0 0,0 0 0 0 0,0 0 0 0 0,-1 0 0 0 0,1 0 0 0 0,0 1 0 0 0,0-1 0 0 0,0 0 0 0 0,0 0 0 0 0,-1 0 0 0 0,2-5-5 0 0,0-1 0 0 0,0 1-1 0 0,1 0 1 0 0,-1-1-1 0 0,1 1 1 0 0,0 0-1 0 0,1 0 1 0 0,-1 0 0 0 0,1 0-1 0 0,5-7 1 0 0,0-2-14 0 0,35-56-39 0 0,2 1 1 0 0,4 3-1 0 0,76-80 1 0 0,-96 103-1 0 0,-28 41 46 0 0,-2 2-10 0 0,0 1 19 0 0,-1-1 1 0 0,1 0-1 0 0,0 1 1 0 0,0-1-1 0 0,0 0 1 0 0,0 1-1 0 0,0-1 1 0 0,0 1-1 0 0,0 0 1 0 0,0-1-1 0 0,0 1 1 0 0,0 0-1 0 0,0 0 1 0 0,0 0-1 0 0,0-1 1 0 0,0 1-1 0 0,1 0 1 0 0,-1 0-1 0 0,0 2 1 0 0,-15 23-10 0 0,15-24 11 0 0,-20 35 89 0 0,2 2 1 0 0,2 1-1 0 0,2 0 0 0 0,1 1 0 0 0,2 0 0 0 0,-9 60 0 0 0,20-93-104 0 0,0-1-1 0 0,1 1 0 0 0,0-1 0 0 0,1 1 0 0 0,-1-1 1 0 0,1 0-1 0 0,1 1 0 0 0,-1-1 0 0 0,1 0 1 0 0,1 0-1 0 0,-1 0 0 0 0,1 0 0 0 0,1 0 0 0 0,-1 0 1 0 0,1-1-1 0 0,0 0 0 0 0,0 1 0 0 0,1-2 1 0 0,0 1-1 0 0,0 0 0 0 0,0-1 0 0 0,1 0 0 0 0,0 0 1 0 0,0-1-1 0 0,0 0 0 0 0,0 0 0 0 0,1 0 1 0 0,-1-1-1 0 0,1 1 0 0 0,0-2 0 0 0,0 1 0 0 0,12 2 1 0 0,4 0-780 0 0,1 0 0 0 0,0-2 0 0 0,0 0 0 0 0,41-2 0 0 0,41-11-5410 0 0,-54 1 537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18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97 1824 0 0,'-5'1'2308'0'0,"-75"7"8335"0"0,77-8-9788 0 0,-3 2 334 0 0,6-2-1129 0 0,-1 0 0 0 0,1 0 0 0 0,0 0 0 0 0,-1 1 0 0 0,1-1 1 0 0,0 0-1 0 0,-1 0 0 0 0,1 0 0 0 0,0 0 0 0 0,-1 0 0 0 0,1 0 0 0 0,0 0 0 0 0,-1 1 1 0 0,1-1-1 0 0,0 0 0 0 0,-1 0 0 0 0,1 0 0 0 0,0 1 0 0 0,0-1 0 0 0,-1 0 0 0 0,1 0 1 0 0,0 1-1 0 0,0-1 0 0 0,0 0 0 0 0,-1 1 0 0 0,1-1 0 0 0,0 1 0 0 0,0 0 5 0 0,1 0 0 0 0,0-1 0 0 0,-1 1-1 0 0,1 0 1 0 0,0 0 0 0 0,-1-1 0 0 0,1 1-1 0 0,0 0 1 0 0,0-1 0 0 0,0 1-1 0 0,0-1 1 0 0,-1 1 0 0 0,1-1 0 0 0,0 1-1 0 0,0-1 1 0 0,0 0 0 0 0,0 1 0 0 0,0-1-1 0 0,0 0 1 0 0,0 0 0 0 0,0 0 0 0 0,2 0-1 0 0,24 0 241 0 0,-22-1-261 0 0,34-2 297 0 0,72-16 0 0 0,-66 10-255 0 0,194-50-3321 0 0,-196 42 150 0 0,-19 1-3247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1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26 536 0 0,'-7'-7'4033'0'0,"6"5"-3413"0"0,-1 0-1 0 0,0 0 0 0 0,0 1 0 0 0,0-1 1 0 0,0 0-1 0 0,0 1 0 0 0,0-1 1 0 0,0 1-1 0 0,-16-2 5960 0 0,18 3-6442 0 0,-1 1 1 0 0,1-1 0 0 0,0 1-1 0 0,-1 0 1 0 0,1-1 0 0 0,0 1 0 0 0,0 0-1 0 0,-1 0 1 0 0,1-1 0 0 0,0 1 0 0 0,0 0-1 0 0,0-1 1 0 0,0 1 0 0 0,0 0-1 0 0,0 0 1 0 0,0-1 0 0 0,0 1 0 0 0,0 0-1 0 0,1-1 1 0 0,-1 1 0 0 0,0 0 0 0 0,0 0-1 0 0,1 0 1 0 0,3 15 852 0 0,7 44 206 0 0,-3 1 0 0 0,-2 0-1 0 0,-4 61 1 0 0,11 103-2845 0 0,-9-194-514 0 0,13 47 0 0 0,-12-65-469 0 0,-1 0 1 0 0,2 0-1 0 0,7 15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19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92 0 0,'2'-66'8011'0'0,"0"-1"4706"0"0,13 79-10620 0 0,-11-5-1734 0 0,-1 0 1 0 0,1 1-1 0 0,-1 0 1 0 0,-1-1-1 0 0,0 1 1 0 0,3 14-1 0 0,-1-4-22 0 0,23 113 580 0 0,-5 1-1 0 0,9 242 1 0 0,-31-373-921 0 0,1 41-1 0 0,-1 0 1 0 0,-7 61-1 0 0,0-72-160 0 0,-3-38 13 0 0,10 4 128 0 0,-1 0 1 0 0,1 0 0 0 0,0 0 0 0 0,0 0-1 0 0,0 0 1 0 0,0 0 0 0 0,1 0 0 0 0,-1 0-1 0 0,1 0 1 0 0,0-3 0 0 0,1-4-57 0 0,2-10 27 0 0,1 0 0 0 0,1 0 0 0 0,0 1 0 0 0,1-1 1 0 0,2 2-1 0 0,0-1 0 0 0,11-18 0 0 0,-10 23 35 0 0,-1 1 0 0 0,1 0 0 0 0,1 0-1 0 0,0 1 1 0 0,1 0 0 0 0,1 1 0 0 0,-1 0-1 0 0,2 1 1 0 0,15-9 0 0 0,-20 15 7 0 0,-1 0 1 0 0,2 0-1 0 0,-1 1 0 0 0,0 0 1 0 0,0 0-1 0 0,1 1 0 0 0,0 1 1 0 0,-1 0-1 0 0,1 0 1 0 0,0 0-1 0 0,0 1 0 0 0,-1 1 1 0 0,1 0-1 0 0,0 0 0 0 0,-1 1 1 0 0,1 0-1 0 0,9 4 0 0 0,-13-4 8 0 0,0 0 0 0 0,0 1 0 0 0,-1-1 0 0 0,1 1 0 0 0,-1 0 0 0 0,0 1 0 0 0,0-1 0 0 0,0 1 0 0 0,0 0 0 0 0,-1 0 0 0 0,1 1 0 0 0,-1-1 0 0 0,0 1 0 0 0,0 0 0 0 0,-1 0 0 0 0,0 0 0 0 0,0 1 0 0 0,0-1 0 0 0,0 1 0 0 0,-1 0 0 0 0,0 0-1 0 0,0 0 1 0 0,0 0 0 0 0,-1 0 0 0 0,0 0 0 0 0,0 0 0 0 0,-1 10 0 0 0,-1-4-7 0 0,0 1 0 0 0,-1-1 0 0 0,-1 0 0 0 0,0 1 0 0 0,0-1 0 0 0,-2 0 0 0 0,1-1 0 0 0,-1 1 0 0 0,-1-1 0 0 0,0 0 0 0 0,-1 0 0 0 0,0-1-1 0 0,-1 0 1 0 0,0 0 0 0 0,-16 15 0 0 0,9-11 33 0 0,0 0 0 0 0,-1-1-1 0 0,0-1 1 0 0,-1-1-1 0 0,-1 0 1 0 0,1-2 0 0 0,-2 1-1 0 0,1-2 1 0 0,-23 7 0 0 0,29-12-33 0 0,0 0 0 0 0,-1-1 0 0 0,1 0 0 0 0,0-1 0 0 0,-1 0 0 0 0,-16-1 0 0 0,23-1-65 0 0,0 1 0 0 0,1-1 0 0 0,-1 0-1 0 0,1-1 1 0 0,-1 1 0 0 0,1-1 0 0 0,0 0 0 0 0,-1 0-1 0 0,1-1 1 0 0,0 0 0 0 0,0 0 0 0 0,1 0 0 0 0,-1 0 0 0 0,1-1-1 0 0,-1 0 1 0 0,-4-5 0 0 0,7 7-108 0 0,0-1 0 0 0,1 1 0 0 0,-1 0 0 0 0,1-1-1 0 0,0 1 1 0 0,-1-1 0 0 0,1 0 0 0 0,0 1 0 0 0,1-1 0 0 0,-1 0 0 0 0,0 1 0 0 0,1-1-1 0 0,-1 0 1 0 0,1 0 0 0 0,0-5 0 0 0,1 3-152 0 0,0 0-1 0 0,0 1 1 0 0,0-1 0 0 0,0 0-1 0 0,1 0 1 0 0,0 1 0 0 0,0-1-1 0 0,3-5 1 0 0,5-5-2318 0 0,1 1 0 0 0,0 0 0 0 0,24-24 1 0 0,-12 15-4762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19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10 476 0 0,'-4'-9'15053'0'0,"5"19"-14275"0"0,0 0 0 0 0,1 0 0 0 0,0 0 0 0 0,0 0 0 0 0,1 0-1 0 0,5 11 1 0 0,2 1 98 0 0,20 35 0 0 0,-22-45-789 0 0,0-2-1 0 0,1 1 1 0 0,0-1-1 0 0,1 0 1 0 0,0-1-1 0 0,1 0 1 0 0,-1-1-1 0 0,2 0 1 0 0,-1-1-1 0 0,1 0 1 0 0,0 0-1 0 0,1-2 1 0 0,22 8-1 0 0,-22-8-63 0 0,1-1 0 0 0,1-1-1 0 0,-1 0 1 0 0,0-1 0 0 0,1 0-1 0 0,0-1 1 0 0,-1-1 0 0 0,1-1-1 0 0,-1 0 1 0 0,1 0 0 0 0,-1-2 0 0 0,26-7-1 0 0,-35 8-18 0 0,1 0 0 0 0,-1 0-1 0 0,0-1 1 0 0,0 0-1 0 0,0 0 1 0 0,0-1 0 0 0,0 1-1 0 0,-1-1 1 0 0,0 0 0 0 0,0 0-1 0 0,0 0 1 0 0,0-1 0 0 0,0 0-1 0 0,3-5 1 0 0,1-5 11 0 0,-1-1 0 0 0,0 1 0 0 0,6-24-1 0 0,3-7-26 0 0,-12 35-38 0 0,-6 14 39 0 0,-6 17 154 0 0,-10 54 485 0 0,3 1 1 0 0,-8 121 0 0 0,19-155-459 0 0,-28 587 2052 0 0,37-461-1976 0 0,0 84 5 0 0,-7-180-119 0 0,-17 108 1 0 0,17-163-123 0 0,-1-1 1 0 0,0 1-1 0 0,-2 0 0 0 0,1-1 0 0 0,-2 0 0 0 0,0 0 1 0 0,-1 0-1 0 0,0-1 0 0 0,-2 0 0 0 0,-12 18 1 0 0,19-30-15 0 0,1 0 0 0 0,-1 0 1 0 0,0 0-1 0 0,0 0 1 0 0,0-1-1 0 0,0 1 0 0 0,0-1 1 0 0,0 1-1 0 0,-1-1 0 0 0,1 0 1 0 0,0 0-1 0 0,-1 0 0 0 0,1 0 1 0 0,-1 0-1 0 0,1-1 1 0 0,-1 1-1 0 0,1-1 0 0 0,-1 1 1 0 0,1-1-1 0 0,-1 0 0 0 0,1 0 1 0 0,-1 0-1 0 0,0 0 1 0 0,1-1-1 0 0,-1 1 0 0 0,1-1 1 0 0,-1 0-1 0 0,1 1 0 0 0,-1-1 1 0 0,1 0-1 0 0,0 0 0 0 0,-1-1 1 0 0,1 1-1 0 0,0 0 1 0 0,0-1-1 0 0,0 1 0 0 0,-4-5 1 0 0,-1-1-21 0 0,-1 0 0 0 0,1-1 0 0 0,0 0 0 0 0,1 0 0 0 0,0 0 0 0 0,0-1 0 0 0,1 0 0 0 0,-5-11 0 0 0,3 2-8 0 0,1 0 0 0 0,0 0 0 0 0,1 0-1 0 0,2-1 1 0 0,-1 0 0 0 0,2 0 0 0 0,1 0-1 0 0,0-24 1 0 0,3 15-75 0 0,1 1-1 0 0,1 0 1 0 0,2 0 0 0 0,0 0-1 0 0,13-32 1 0 0,-1 17-542 0 0,1 0 0 0 0,2 1 0 0 0,2 1 0 0 0,1 1 1 0 0,2 2-1 0 0,52-58 0 0 0,-41 57-1741 0 0,58-47 0 0 0,-1 14-6024 0 0,-54 44 273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80 1844 0 0,'0'-2'2092'0'0,"4"-76"15287"0"0,-18 87-16742 0 0,8-4-506 0 0,1 0-1 0 0,0 0 1 0 0,0 0-1 0 0,0 1 1 0 0,-6 10 0 0 0,-12 14 114 0 0,-289 269 1866 0 0,296-286-1917 0 0,2 1 0 0 0,-26 30 0 0 0,40-43-184 0 0,-1 0 0 0 0,1-1 0 0 0,0 1-1 0 0,-1 0 1 0 0,1 0 0 0 0,0 0 0 0 0,0 0 0 0 0,0 0-1 0 0,0-1 1 0 0,-1 1 0 0 0,1 0 0 0 0,0 0 0 0 0,1 0-1 0 0,-1 0 1 0 0,0 0 0 0 0,0-1 0 0 0,0 1-1 0 0,0 0 1 0 0,1 0 0 0 0,-1 0 0 0 0,0 0 0 0 0,1-1-1 0 0,-1 1 1 0 0,1 0 0 0 0,-1 0 0 0 0,1-1 0 0 0,0 2-1 0 0,18 16 123 0 0,2-6-121 0 0,1-1-1 0 0,0 0 1 0 0,0-2 0 0 0,1-1 0 0 0,28 7 0 0 0,-16-5-31 0 0,154 42 73 0 0,75 24-2185 0 0,-256-73 1391 0 0,0 1 0 0 0,0-1 0 0 0,0 2 0 0 0,9 6 0 0 0,7 12-5221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0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1824 0 0,'-36'2'3914'0'0,"15"-1"-554"0"0,-1 1 1 0 0,-20 4-1 0 0,41-6-3248 0 0,0 1-1 0 0,1-1 1 0 0,-1 0 0 0 0,0 0 0 0 0,1 0-1 0 0,-1 0 1 0 0,1 0 0 0 0,-1 1 0 0 0,0-1 0 0 0,1 0-1 0 0,-1 1 1 0 0,1-1 0 0 0,-1 0 0 0 0,1 1-1 0 0,-1-1 1 0 0,1 1 0 0 0,-1-1 0 0 0,1 0 0 0 0,0 1-1 0 0,-1-1 1 0 0,1 1 0 0 0,0 0 0 0 0,-1-1-1 0 0,1 1 1 0 0,0-1 0 0 0,-1 1 0 0 0,1-1-1 0 0,0 1 1 0 0,0 0 0 0 0,0-1 0 0 0,0 1 0 0 0,0-1-1 0 0,0 1 1 0 0,0 0 0 0 0,0-1 0 0 0,0 1-1 0 0,0 0 1 0 0,0-1 0 0 0,0 1 0 0 0,0 1 0 0 0,1 0 148 0 0,0 0 0 0 0,0 0 0 0 0,0 0-1 0 0,0 0 1 0 0,0 0 0 0 0,0-1 0 0 0,1 1 0 0 0,2 3 0 0 0,5 2 87 0 0,0-1-1 0 0,1 1 1 0 0,0-2 0 0 0,0 1-1 0 0,0-1 1 0 0,1-1-1 0 0,-1 0 1 0 0,15 3-1 0 0,-1 1-52 0 0,309 78 834 0 0,-241-66-1148 0 0,15 1-2186 0 0,-40-13-3581 0 0,-64-8 5209 0 0,-1 0 0 0 0,1 0 0 0 0,-1 0 0 0 0,1 0-1 0 0,-1 0 1 0 0,1 0 0 0 0,-1-1 0 0 0,1 1 0 0 0,-1-1 0 0 0,0 0 0 0 0,1 0 0 0 0,-1 0-1 0 0,0 0 1 0 0,0 0 0 0 0,1 0 0 0 0,1-2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1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557 120 1892 0 0,'5'-8'1856'0'0,"-1"-1"-1"0"0,-1 0 1 0 0,0 0-1 0 0,0-1 1 0 0,-1 1-1 0 0,0 0 1 0 0,0-1-1 0 0,0-14 1 0 0,-2 23-1736 0 0,0 0 0 0 0,-1 0 0 0 0,1 0 0 0 0,0 0 0 0 0,-1 0-1 0 0,1 0 1 0 0,-1 0 0 0 0,1 0 0 0 0,-1 0 0 0 0,1 0 0 0 0,-1 0 0 0 0,1 0 0 0 0,-1 0 0 0 0,0 0 0 0 0,0 1 0 0 0,1-1 0 0 0,-1 0 0 0 0,0 1 0 0 0,0-1 0 0 0,0 0 0 0 0,0 1 0 0 0,0-1 0 0 0,0 1 0 0 0,0-1 0 0 0,0 1 0 0 0,0 0 0 0 0,0-1 0 0 0,0 1 0 0 0,0 0 0 0 0,0 0-1 0 0,0 0 1 0 0,0 0 0 0 0,0 0 0 0 0,0 0 0 0 0,-1 0 0 0 0,0 0 0 0 0,-5 1 81 0 0,0 0-1 0 0,0 0 1 0 0,0 1-1 0 0,-7 2 1 0 0,10-2-16 0 0,-24 9 226 0 0,2 1 1 0 0,-1 2 0 0 0,2 0-1 0 0,0 2 1 0 0,-27 22 0 0 0,13-9-167 0 0,2 1 1 0 0,1 3-1 0 0,1 0 1 0 0,2 2-1 0 0,2 2 0 0 0,-37 54 1 0 0,62-82-179 0 0,0 0 1 0 0,1 1-1 0 0,0-1 1 0 0,1 1-1 0 0,0 0 1 0 0,1 1-1 0 0,0-1 1 0 0,0 1-1 0 0,1-1 1 0 0,0 1-1 0 0,1 0 1 0 0,0-1-1 0 0,2 19 0 0 0,0-19-35 0 0,1-1 0 0 0,0 0 0 0 0,1 0 0 0 0,0 0 0 0 0,0 0 0 0 0,1-1 0 0 0,0 1 0 0 0,0-1 0 0 0,1 0 0 0 0,0 0 0 0 0,1-1 0 0 0,0 0 0 0 0,0 1 0 0 0,0-2 0 0 0,1 1-1 0 0,8 6 1 0 0,1-1 3 0 0,0 0-1 0 0,1-1 0 0 0,1-1 1 0 0,-1-1-1 0 0,2 0 0 0 0,26 9 1 0 0,-16-10-106 0 0,0 0 1 0 0,0-2 0 0 0,54 4-1 0 0,-25-8-689 0 0,0-3-1 0 0,-1-3 1 0 0,1-2-1 0 0,56-13 1 0 0,-107 17 462 0 0,-1 0 0 0 0,1 1 0 0 0,0-2 0 0 0,-1 1-1 0 0,12-7 1 0 0,-8 4-326 0 0,-8 4 222 0 0,1-1-208 0 0,0-2 320 0 0,-33 5-7372 0 0,27 0 6718 0 0,-14 5-3009 0 0,-2-2-3419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2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84 1484 0 0,'-3'-12'3458'0'0,"-24"-41"1989"0"0,26 51-5375 0 0,-1 1 1 0 0,0-1-1 0 0,0 0 0 0 0,1 1 1 0 0,-1 0-1 0 0,0-1 1 0 0,0 1-1 0 0,0 0 0 0 0,0 0 1 0 0,0 0-1 0 0,-1 0 0 0 0,1 1 1 0 0,0-1-1 0 0,0 1 0 0 0,-1-1 1 0 0,1 1-1 0 0,0 0 1 0 0,-1-1-1 0 0,-2 1 0 0 0,-1 0 14 0 0,-1 1 0 0 0,0-1 0 0 0,1 1-1 0 0,-9 2 1 0 0,5 0 6 0 0,0 1 1 0 0,0 0-1 0 0,1 1 1 0 0,0 0-1 0 0,0 0 0 0 0,0 1 1 0 0,1 0-1 0 0,-15 14 0 0 0,0 2 253 0 0,-29 40-1 0 0,20-20 123 0 0,1 2-1 0 0,-45 89 0 0 0,62-103-319 0 0,1 0 0 0 0,1 1 1 0 0,2 0-1 0 0,1 1 0 0 0,-8 61 0 0 0,16-84-109 0 0,1-1-1 0 0,-1 1 1 0 0,2 0 0 0 0,-1 0-1 0 0,1-1 1 0 0,1 1 0 0 0,0 0-1 0 0,0-1 1 0 0,0 1 0 0 0,1-1 0 0 0,0 0-1 0 0,6 9 1 0 0,-7-13-21 0 0,1 0-1 0 0,-1 0 1 0 0,1 0 0 0 0,0-1-1 0 0,0 1 1 0 0,1-1 0 0 0,-1 0 0 0 0,1 0-1 0 0,-1 0 1 0 0,1 0 0 0 0,0 0-1 0 0,0-1 1 0 0,1 0 0 0 0,-1 0-1 0 0,0 0 1 0 0,1-1 0 0 0,-1 1-1 0 0,1-1 1 0 0,-1 0 0 0 0,1 0-1 0 0,0-1 1 0 0,-1 1 0 0 0,1-1 0 0 0,6 0-1 0 0,0-1 3 0 0,0-1 0 0 0,0 0 0 0 0,0 0 0 0 0,0-1 0 0 0,0 0-1 0 0,-1-1 1 0 0,1 0 0 0 0,-1-1 0 0 0,0 0 0 0 0,0 0 0 0 0,-1-1 0 0 0,0-1-1 0 0,0 0 1 0 0,0 0 0 0 0,-1 0 0 0 0,0-1 0 0 0,14-18 0 0 0,-10 9-11 0 0,0-1-1 0 0,0-1 1 0 0,-2 0 0 0 0,0-1 0 0 0,-2 1 0 0 0,0-2 0 0 0,-1 1-1 0 0,5-29 1 0 0,14-63-51 0 0,-26 111 43 0 0,0 1 0 0 0,0-1-1 0 0,0 0 1 0 0,0 0 0 0 0,0 0 0 0 0,0 1 0 0 0,0-1 0 0 0,1 0-1 0 0,-1 0 1 0 0,0 1 0 0 0,1-1 0 0 0,-1 0 0 0 0,0 1 0 0 0,1-1-1 0 0,-1 0 1 0 0,1 1 0 0 0,-1-1 0 0 0,1 1 0 0 0,-1-1 0 0 0,2 0-1 0 0,-2 1 7 0 0,1 0 1 0 0,-1 0-1 0 0,1 1 0 0 0,-1-1 0 0 0,1 0 0 0 0,-1 0 0 0 0,0 1 0 0 0,1-1 0 0 0,-1 0 0 0 0,1 1 0 0 0,-1-1 1 0 0,0 0-1 0 0,1 1 0 0 0,-1-1 0 0 0,0 0 0 0 0,0 1 0 0 0,1-1 0 0 0,-1 1 0 0 0,0-1 0 0 0,0 1 0 0 0,0-1 1 0 0,1 1-1 0 0,10 34 301 0 0,4 63 56 0 0,18 83 170 0 0,-25-144-1048 0 0,2-2 0 0 0,28 67 0 0 0,-11-56-2951 0 0,-27-45 3240 0 0,1 0 0 0 0,0 0 0 0 0,-1-1 0 0 0,1 1 0 0 0,0 0 0 0 0,-1-1 0 0 0,1 1 0 0 0,0-1 0 0 0,0 1 0 0 0,0-1 0 0 0,0 1 0 0 0,-1-1 0 0 0,1 0 0 0 0,0 1 0 0 0,0-1 0 0 0,0 0 0 0 0,0 0 0 0 0,0 0 0 0 0,0 0 0 0 0,0 0 0 0 0,0 0 0 0 0,0 0 0 0 0,0 0 0 0 0,0 0 0 0 0,0 0 0 0 0,0 0 0 0 0,0-1 0 0 0,0 1 0 0 0,-1 0 0 0 0,1-1 0 0 0,0 1 1 0 0,0 0-1 0 0,1-2 0 0 0,6-7-3357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2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0 216 140 0 0,'5'-14'978'0'0,"0"0"-1"0"0,0-1 0 0 0,2 2 1 0 0,-1-1-1 0 0,2 1 1 0 0,0 0-1 0 0,1 0 1 0 0,0 1-1 0 0,20-21 1 0 0,-22 27-645 0 0,1-1 0 0 0,-1 2 0 0 0,1-1 0 0 0,0 1 0 0 0,0 0 0 0 0,1 1 0 0 0,-1-1 0 0 0,1 2 0 0 0,0-1 0 0 0,0 1 0 0 0,1 1 0 0 0,-1 0 0 0 0,0 0 0 0 0,1 1-1 0 0,-1 0 1 0 0,19 1 0 0 0,-20 0-119 0 0,0 1 0 0 0,1 0-1 0 0,-1 0 1 0 0,0 1 0 0 0,0 0-1 0 0,-1 1 1 0 0,1 0 0 0 0,0 0-1 0 0,-1 0 1 0 0,0 1 0 0 0,1 0-1 0 0,-1 1 1 0 0,11 9 0 0 0,-13-10-146 0 0,-1 1 1 0 0,0 0-1 0 0,0 0 1 0 0,0 0-1 0 0,-1 0 1 0 0,1 1-1 0 0,-1 0 1 0 0,0-1-1 0 0,-1 1 1 0 0,0 0-1 0 0,0 0 1 0 0,0 0-1 0 0,0 1 1 0 0,-1-1-1 0 0,0 0 1 0 0,-1 1-1 0 0,1-1 1 0 0,-2 9-1 0 0,0 7 32 0 0,-2 0-1 0 0,-1 0 0 0 0,-1-1 1 0 0,-1 0-1 0 0,-1 0 0 0 0,-14 32 1 0 0,2-13 88 0 0,-2-2 0 0 0,-33 47 1 0 0,43-71 82 0 0,11-20-119 0 0,17-23-91 0 0,261-303-79 0 0,-276 330 12 0 0,-1 0-1 0 0,1 0 0 0 0,0 0 1 0 0,-1 0-1 0 0,1 0 0 0 0,-1-1 0 0 0,0 1 1 0 0,0 0-1 0 0,0-1 0 0 0,0 1 1 0 0,0 0-1 0 0,0-1 0 0 0,-1 1 1 0 0,1-1-1 0 0,-1 0 0 0 0,1 1 0 0 0,-1-1 1 0 0,0 1-1 0 0,0-1 0 0 0,-1-3 1 0 0,0 4-36 0 0,-2 3 36 0 0,-1-1-1 0 0,0 1 1 0 0,0 0 0 0 0,1 1 0 0 0,-1-1 0 0 0,1 1 0 0 0,-1-1 0 0 0,1 1 0 0 0,-1 0 0 0 0,1 0-1 0 0,0 1 1 0 0,0-1 0 0 0,0 1 0 0 0,0-1 0 0 0,1 1 0 0 0,-1 0 0 0 0,1 0 0 0 0,-3 3 0 0 0,-7 11-4 0 0,1 0 0 0 0,-9 19 0 0 0,17-31 6 0 0,-7 15 2 0 0,0 0 0 0 0,2 1 0 0 0,0-1 1 0 0,2 1-1 0 0,-9 42 0 0 0,14-54 7 0 0,-1 0 0 0 0,2 0 0 0 0,-1 0 1 0 0,1 0-1 0 0,1 0 0 0 0,0 0 0 0 0,0 0 0 0 0,0 0 0 0 0,1 0 0 0 0,1-1 1 0 0,-1 1-1 0 0,1-1 0 0 0,1 1 0 0 0,0-1 0 0 0,0 0 0 0 0,0 0 0 0 0,8 9 1 0 0,-6-11-127 0 0,1 1 1 0 0,1-1-1 0 0,-1 0 1 0 0,1-1-1 0 0,0 0 1 0 0,0 0-1 0 0,1 0 1 0 0,-1-1-1 0 0,1-1 1 0 0,0 1-1 0 0,0-1 1 0 0,0-1-1 0 0,1 0 1 0 0,-1 0-1 0 0,19 0 1 0 0,0 0-2095 0 0,-1-2 0 0 0,1-1 0 0 0,-1-1 1 0 0,37-8-1 0 0,-27 2-3724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2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63 237 3692 0 0,'-3'0'2849'0'0,"-57"-12"11461"0"0,63 11-13328 0 0,144-31 2456 0 0,-51 12-3000 0 0,167-50-1081 0 0,-91 16-3827 0 0,-110 29 197 0 0,-25 3-2804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14 800 0 0,'-2'-1'2786'0'0,"-44"-12"8945"0"0,44 14-11463 0 0,0 1 0 0 0,0-1-1 0 0,1 0 1 0 0,-1 1 0 0 0,0-1 0 0 0,1 1 0 0 0,-1 0 0 0 0,1 0 0 0 0,0-1 0 0 0,-1 1 0 0 0,1 0-1 0 0,0 0 1 0 0,0 0 0 0 0,0 0 0 0 0,1 0 0 0 0,-1 0 0 0 0,0 1 0 0 0,0 1 0 0 0,-7 49 1913 0 0,8-48-2015 0 0,-18 277 2353 0 0,26-141-3663 0 0,-3-99-1374 0 0,15 54 0 0 0,-2-42-5670 0 0,-9-32-313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3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63 2124 0 0,'-32'-55'9074'0'0,"32"55"-9004"0"0,-1-1 0 0 0,1 1 1 0 0,0 0-1 0 0,0-1 0 0 0,0 1 1 0 0,0 0-1 0 0,0-1 1 0 0,0 1-1 0 0,0 0 0 0 0,0-1 1 0 0,-1 1-1 0 0,1 0 0 0 0,0 0 1 0 0,0-1-1 0 0,0 1 0 0 0,-1 0 1 0 0,1 0-1 0 0,0-1 0 0 0,0 1 1 0 0,-1 0-1 0 0,1 0 0 0 0,0 0 1 0 0,-1 0-1 0 0,1-1 0 0 0,0 1 1 0 0,0 0-1 0 0,-1 0 1 0 0,1 0-1 0 0,0 0 0 0 0,-1 0 1 0 0,1 0-1 0 0,0 0 0 0 0,-1 0 1 0 0,1 0-1 0 0,0 0 0 0 0,-1 0 1 0 0,1 0-1 0 0,0 0 0 0 0,-1 0 1 0 0,1 0-1 0 0,0 0 0 0 0,-1 0 1 0 0,1 0-1 0 0,0 0 1 0 0,-1 1-1 0 0,1-1 0 0 0,0 0 1 0 0,0 0-1 0 0,-1 0 0 0 0,1 0 1 0 0,0 1-1 0 0,0-1 0 0 0,-1 0 1 0 0,1 0-1 0 0,0 1 0 0 0,0-1 1 0 0,0 0-1 0 0,-1 1 0 0 0,-5 17 1388 0 0,6 11-959 0 0,2 0 0 0 0,0 0 1 0 0,2-1-1 0 0,1 1 0 0 0,10 30 0 0 0,-3-4-201 0 0,104 448 410 0 0,-115-499-704 0 0,0 2-4 0 0,0 0 1 0 0,0-1-1 0 0,1 1 0 0 0,0-1 0 0 0,0 1 0 0 0,1-1 1 0 0,-1 0-1 0 0,1 0 0 0 0,5 6 0 0 0,-7-12-6 0 0,0 0 1 0 0,0 1-1 0 0,0-1 0 0 0,0 0 0 0 0,0-1 0 0 0,0 1 0 0 0,0 0 0 0 0,0 0 0 0 0,0 0 1 0 0,0 0-1 0 0,-1-1 0 0 0,1 1 0 0 0,0 0 0 0 0,0-3 0 0 0,7-25-72 0 0,6-50-1 0 0,-10 55 69 0 0,0 0 0 0 0,1 0 0 0 0,1 0 0 0 0,15-35 0 0 0,-18 53 10 0 0,0 0 0 0 0,0 0 0 0 0,1 0 0 0 0,0 0 0 0 0,0 1 1 0 0,0 0-1 0 0,1 0 0 0 0,0 0 0 0 0,0 0 0 0 0,0 1 1 0 0,1-1-1 0 0,-1 2 0 0 0,1-1 0 0 0,0 0 0 0 0,0 1 0 0 0,0 0 1 0 0,1 1-1 0 0,-1-1 0 0 0,1 1 0 0 0,12-2 0 0 0,-8 2 50 0 0,1 1 1 0 0,0 0-1 0 0,0 1 0 0 0,0 0 0 0 0,0 1 0 0 0,0 0 0 0 0,0 1 1 0 0,0 0-1 0 0,-1 1 0 0 0,1 0 0 0 0,-1 1 0 0 0,21 10 0 0 0,-23-10 19 0 0,0 1 0 0 0,-1 0 0 0 0,0 1 0 0 0,0 0 0 0 0,0 0 0 0 0,-1 1 0 0 0,0 0 0 0 0,0 0 0 0 0,0 1 0 0 0,-1 0-1 0 0,0 0 1 0 0,-1 0 0 0 0,0 1 0 0 0,0 0 0 0 0,6 17 0 0 0,-7-13-26 0 0,0 0 0 0 0,-1 0 0 0 0,0 0 0 0 0,-1 0 1 0 0,1 24-1 0 0,-3-30 25 0 0,-1-1-1 0 0,0 1 1 0 0,0 0 0 0 0,0-1 0 0 0,-1 1 0 0 0,1-1 0 0 0,-2 0 0 0 0,1 0-1 0 0,-1 1 1 0 0,0-1 0 0 0,0-1 0 0 0,-1 1 0 0 0,-6 8 0 0 0,0-2 9 0 0,-1-1 1 0 0,0 0 0 0 0,-1 0-1 0 0,0-1 1 0 0,0-1-1 0 0,-1 0 1 0 0,-1-1-1 0 0,0 0 1 0 0,0-1-1 0 0,0 0 1 0 0,-1-1 0 0 0,-26 6-1 0 0,31-9-254 0 0,0-1 0 0 0,-1 0 0 0 0,0-1 0 0 0,1 0 0 0 0,-1-1 0 0 0,0 0 0 0 0,1 0 0 0 0,-1-1 0 0 0,0-1 0 0 0,1 0 0 0 0,-1 0 0 0 0,1-1 0 0 0,0-1 0 0 0,0 1 0 0 0,0-2 0 0 0,0 1 0 0 0,1-1 0 0 0,0-1 0 0 0,-15-11 0 0 0,22 16-115 0 0,0 0 0 0 0,1-1-1 0 0,-1 0 1 0 0,1 1 0 0 0,0-1-1 0 0,-1 0 1 0 0,1 0 0 0 0,0 1 0 0 0,0-1-1 0 0,0 0 1 0 0,0 0 0 0 0,-1-5-1 0 0,2-16-6702 0 0,5 5-759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4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1 488 0 0,'-14'5'9302'0'0,"12"-3"-8943"0"0,0 0 1 0 0,0-1 0 0 0,1 1 0 0 0,-1 0 0 0 0,1 0 0 0 0,0 0 0 0 0,-1 0 0 0 0,1 0 0 0 0,0 0 0 0 0,0 0 0 0 0,0 0-1 0 0,1 1 1 0 0,-1-1 0 0 0,0 0 0 0 0,1 0 0 0 0,-1 3 0 0 0,1 1 50 0 0,0 0-1 0 0,0-1 1 0 0,0 1 0 0 0,1 0 0 0 0,-1 0-1 0 0,4 8 1 0 0,0 0-10 0 0,1 0 0 0 0,1 0 0 0 0,0 0 0 0 0,12 19 1 0 0,-11-23-315 0 0,1 1 0 0 0,0-1 0 0 0,0-1 1 0 0,1 0-1 0 0,0 0 0 0 0,1-1 1 0 0,0 0-1 0 0,0 0 0 0 0,1-1 1 0 0,0-1-1 0 0,0 0 0 0 0,0 0 1 0 0,1-1-1 0 0,0 0 0 0 0,0-1 1 0 0,19 3-1 0 0,-20-4-83 0 0,0-1 0 0 0,1-1-1 0 0,-1 0 1 0 0,0-1 0 0 0,1 0 0 0 0,-1-1 0 0 0,1 0 0 0 0,-1-1 0 0 0,0 0-1 0 0,0-1 1 0 0,1 0 0 0 0,-2 0 0 0 0,1-2 0 0 0,0 1 0 0 0,-1-1-1 0 0,0-1 1 0 0,0 0 0 0 0,13-10 0 0 0,-14 8-18 0 0,-1 0 1 0 0,-1-1-1 0 0,0 0 0 0 0,0 0 1 0 0,-1-1-1 0 0,0 1 1 0 0,0-1-1 0 0,-1-1 0 0 0,0 1 1 0 0,-1-1-1 0 0,0 0 0 0 0,-1 0 1 0 0,0 0-1 0 0,-1 0 0 0 0,0 0 1 0 0,-1-1-1 0 0,0 1 1 0 0,-1-1-1 0 0,0 1 0 0 0,-3-19 1 0 0,3 29 15 0 0,0 0 0 0 0,0 1 0 0 0,0-1 0 0 0,0 0 0 0 0,-1 1 0 0 0,1-1 0 0 0,0 0 0 0 0,0 1 0 0 0,0-1 0 0 0,-1 1 0 0 0,1-1 0 0 0,0 0 0 0 0,-1 1 0 0 0,1-1 0 0 0,0 1 0 0 0,-1-1 0 0 0,1 1 0 0 0,-1-1 0 0 0,1 1 0 0 0,-1-1 0 0 0,1 1 0 0 0,-1 0 0 0 0,1-1 0 0 0,-1 1 0 0 0,1 0 0 0 0,-1-1 0 0 0,1 1 0 0 0,-1 0 0 0 0,0 0 0 0 0,0-1 0 0 0,0 2 7 0 0,0-1-1 0 0,1 0 1 0 0,-1 1-1 0 0,0-1 1 0 0,0 0-1 0 0,1 1 1 0 0,-1-1-1 0 0,0 1 1 0 0,1 0-1 0 0,-1-1 1 0 0,0 1-1 0 0,1-1 1 0 0,-1 1-1 0 0,1 0 1 0 0,-1 0-1 0 0,1-1 1 0 0,-1 1-1 0 0,1 0 1 0 0,0 0 0 0 0,-1-1-1 0 0,1 1 1 0 0,0 0-1 0 0,0 0 1 0 0,-1 1-1 0 0,-8 34 478 0 0,1 0 1 0 0,2 0-1 0 0,2 0 1 0 0,0 70-1 0 0,21 149 820 0 0,6-44-820 0 0,18 238-109 0 0,-40-408-295 0 0,-2 0-1 0 0,-11 72 1 0 0,10-97-65 0 0,-2 0 1 0 0,0 0 0 0 0,-1 0 0 0 0,0-1 0 0 0,-2 0 0 0 0,0 0 0 0 0,0 0 0 0 0,-1-1 0 0 0,-17 22 0 0 0,21-32-38 0 0,0 1-1 0 0,0-1 1 0 0,-1 0 0 0 0,0 0 0 0 0,0 0-1 0 0,0-1 1 0 0,0 1 0 0 0,0-1 0 0 0,-1 0 0 0 0,1-1-1 0 0,-1 0 1 0 0,0 0 0 0 0,0 0 0 0 0,-12 2-1 0 0,10-3-107 0 0,-1 0-1 0 0,1-1 0 0 0,-1 0 0 0 0,1-1 0 0 0,0 0 0 0 0,-1 0 1 0 0,1-1-1 0 0,0 1 0 0 0,-1-2 0 0 0,-9-3 0 0 0,9 2-437 0 0,0-1 0 0 0,1 1 0 0 0,-1-1 0 0 0,1-1 0 0 0,0 1-1 0 0,0-1 1 0 0,1-1 0 0 0,-13-13 0 0 0,15 14-306 0 0,1 1 0 0 0,0-1 0 0 0,0 0 0 0 0,0 0 1 0 0,1-1-1 0 0,0 1 0 0 0,0-1 0 0 0,1 0 0 0 0,-1 0 0 0 0,2 1 0 0 0,-1-1 0 0 0,-1-11 1 0 0,3-11-5740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4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28 2496 0 0,'-21'-7'3557'0'0,"-31"-5"0"0"0,9 3 757 0 0,42 9-4222 0 0,0 0 0 0 0,0 0 0 0 0,0 0 0 0 0,0 1 0 0 0,-1-1-1 0 0,1 0 1 0 0,0 0 0 0 0,0 1 0 0 0,0-1 0 0 0,0 1 0 0 0,0-1 0 0 0,-2 2 0 0 0,2-1 90 0 0,0-1-131 0 0,1 0-1 0 0,-1 1 0 0 0,1-1 1 0 0,-1 0-1 0 0,1 1 0 0 0,0-1 1 0 0,-1 1-1 0 0,1-1 0 0 0,0 0 1 0 0,-1 1-1 0 0,1-1 0 0 0,0 1 1 0 0,-1-1-1 0 0,1 1 1 0 0,0 0-1 0 0,0-1 0 0 0,0 1 1 0 0,0-1-1 0 0,0 1 0 0 0,-1-1 1 0 0,1 1-1 0 0,0-1 0 0 0,0 1 1 0 0,0 0-1 0 0,0-1 0 0 0,1 1 1 0 0,-1-1-1 0 0,0 2 0 0 0,3 12 283 0 0,-3-14-323 0 0,2 5 72 0 0,0 0 1 0 0,0-1 0 0 0,0 1 0 0 0,1 0-1 0 0,-1-1 1 0 0,1 0 0 0 0,0 1 0 0 0,7 6 0 0 0,33 28 194 0 0,-38-34-241 0 0,51 37 152 0 0,75 46 0 0 0,13 7-114 0 0,-122-77-59 0 0,29 31 0 0 0,-39-37-5 0 0,-12-11-9 0 0,1 0 0 0 0,0 0 0 0 0,-1 0 0 0 0,1 0 0 0 0,0 0 0 0 0,-1 1 0 0 0,0-1 0 0 0,1 0 0 0 0,-1 0 0 0 0,0 1 0 0 0,1-1 0 0 0,-1 0 1 0 0,0 0-1 0 0,0 1 0 0 0,0-1 0 0 0,0 0 0 0 0,0 1 0 0 0,0-1 0 0 0,-1 0 0 0 0,1 0 0 0 0,0 1 0 0 0,-1-1 0 0 0,1 0 0 0 0,0 0 0 0 0,-1 0 0 0 0,0 1 0 0 0,1-1 1 0 0,-2 2-1 0 0,0 0-2 0 0,-1 1 0 0 0,1-1 0 0 0,-1 0 0 0 0,1 0 0 0 0,-1 0 0 0 0,0 0 1 0 0,-6 5-1 0 0,-8 2 7 0 0,-1 0 0 0 0,-1-1 0 0 0,1-1 1 0 0,-25 7-1 0 0,-83 19 1 0 0,93-26-5 0 0,-268 65 14 0 0,289-69-32 0 0,0 0 1 0 0,-16 8-1 0 0,25-11-177 0 0,0 1 0 0 0,0-1 0 0 0,0 1 0 0 0,0 0 0 0 0,0 0 0 0 0,0 0 0 0 0,1 0 0 0 0,-1 1 0 0 0,1-1-1 0 0,0 0 1 0 0,0 1 0 0 0,0 0 0 0 0,-3 3 0 0 0,6 8-2304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5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0 3216 0 0,'6'7'9110'0'0,"-6"-6"-8977"0"0,-61 39 4260 0 0,-38 18-2534 0 0,5-3-1348 0 0,-109 72 149 0 0,117-72-3691 0 0,3-2-6222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432 100 2156 0 0,'1'-3'472'0'0,"0"0"0"0"0,0 1 0 0 0,0-1 0 0 0,-1 0 0 0 0,1 0-1 0 0,-1 0 1 0 0,0 0 0 0 0,0 1 0 0 0,0-1 0 0 0,0 0 0 0 0,0 0 0 0 0,0 0 0 0 0,-1 0-1 0 0,0 0 1 0 0,1 1 0 0 0,-1-1 0 0 0,0 0 0 0 0,0 1 0 0 0,0-1 0 0 0,-1 0 0 0 0,1 1-1 0 0,-1 0 1 0 0,1-1 0 0 0,-1 1 0 0 0,0 0 0 0 0,0 0 0 0 0,0 0 0 0 0,0 0 0 0 0,0 0-1 0 0,-1 0 1 0 0,1 0 0 0 0,0 1 0 0 0,-1 0 0 0 0,1-1 0 0 0,-4 0 0 0 0,2 0-294 0 0,0 0 1 0 0,0 0-1 0 0,-1 1 0 0 0,1 0 1 0 0,-1-1-1 0 0,1 2 0 0 0,-1-1 1 0 0,1 0-1 0 0,-1 1 1 0 0,0 0-1 0 0,1 0 0 0 0,-1 1 1 0 0,0-1-1 0 0,1 1 0 0 0,-1 0 1 0 0,1 0-1 0 0,0 0 1 0 0,-1 1-1 0 0,1-1 0 0 0,0 1 1 0 0,-5 3-1 0 0,-12 5 54 0 0,0 1-1 0 0,0 1 1 0 0,2 2-1 0 0,-1-1 1 0 0,2 2 0 0 0,0 1-1 0 0,0 0 1 0 0,2 1-1 0 0,-26 34 1 0 0,32-38-137 0 0,1 0 1 0 0,1 1-1 0 0,0 0 0 0 0,1 0 1 0 0,0 0-1 0 0,1 1 0 0 0,1 0 1 0 0,0 1-1 0 0,1-1 0 0 0,1 1 1 0 0,0 0-1 0 0,1 0 0 0 0,1 0 0 0 0,1 0 1 0 0,1 23-1 0 0,1-29-77 0 0,-1-1-1 0 0,2 0 0 0 0,-1 0 1 0 0,1 0-1 0 0,0 0 1 0 0,1 0-1 0 0,0 0 1 0 0,0-1-1 0 0,1 0 1 0 0,0 0-1 0 0,1 0 0 0 0,0-1 1 0 0,12 13-1 0 0,-10-13-211 0 0,1 0 1 0 0,-1-1-1 0 0,1 0 0 0 0,0-1 0 0 0,1 0 0 0 0,-1 0 0 0 0,1-1 0 0 0,0 0 0 0 0,0-1 0 0 0,0 0 0 0 0,0-1 0 0 0,14 2 0 0 0,-5-2-672 0 0,1-1 0 0 0,0-1 1 0 0,0 0-1 0 0,0-2 0 0 0,23-4 0 0 0,-5-2-3979 0 0,64-23 0 0 0,-43 10-2498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32 920 0 0,'0'0'2244'0'0,"-14"-23"7004"0"0,13 22-9092 0 0,1 1-1 0 0,-1-1 0 0 0,0 0 0 0 0,1 1 0 0 0,-1-1 0 0 0,0 1 0 0 0,1-1 0 0 0,-1 1 0 0 0,0-1 1 0 0,0 1-1 0 0,1-1 0 0 0,-1 1 0 0 0,0 0 0 0 0,0-1 0 0 0,0 1 0 0 0,0 0 0 0 0,1 0 0 0 0,-1 0 1 0 0,0-1-1 0 0,0 1 0 0 0,0 0 0 0 0,-1 0 0 0 0,1 1-90 0 0,1-1-1 0 0,-1 1 1 0 0,0-1-1 0 0,1 1 1 0 0,-1-1-1 0 0,0 1 1 0 0,1-1-1 0 0,-1 1 1 0 0,1 0 0 0 0,-1-1-1 0 0,1 1 1 0 0,-1 0-1 0 0,1-1 1 0 0,-1 1-1 0 0,1 0 1 0 0,0 0 0 0 0,-1-1-1 0 0,1 1 1 0 0,0 1-1 0 0,-3 7-31 0 0,2 0 0 0 0,-1 0 0 0 0,0 15-1 0 0,2-13 376 0 0,-20 178 488 0 0,-18 335-2026 0 0,38-485-796 0 0,7 46 1 0 0,-4-63-1570 0 0,12 37 0 0 0,-9-42-836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1764 0 0,'4'-25'4185'0'0,"3"-26"2770"0"0,-6 42-6214 0 0,3 17-151 0 0,3 19-305 0 0,7 92-104 0 0,-7-47 159 0 0,20 80-1 0 0,-27-149 181 0 0,1-4-508 0 0,0 1 1 0 0,-1 0-1 0 0,1-1 0 0 0,-1 1 0 0 0,1-1 1 0 0,0 1-1 0 0,-1-1 0 0 0,0 1 1 0 0,1-1-1 0 0,-1 1 0 0 0,1-1 0 0 0,-1 0 1 0 0,1 1-1 0 0,-1-1 0 0 0,0 1 1 0 0,0-1-1 0 0,1 0 0 0 0,-1 0 0 0 0,0 1 1 0 0,0-1-1 0 0,0 0 0 0 0,5-20 68 0 0,-4 17-48 0 0,14-56 108 0 0,23-59 0 0 0,-29 94-146 0 0,2-1-1 0 0,2 2 1 0 0,0 0 0 0 0,29-40-1 0 0,-40 61 2 0 0,0 1 0 0 0,0 0 0 0 0,0-1 0 0 0,0 1 0 0 0,0 0 0 0 0,0 0 0 0 0,1 1 0 0 0,-1-1 0 0 0,1 0 0 0 0,-1 1 0 0 0,1-1 1 0 0,0 1-1 0 0,0 0 0 0 0,0 0 0 0 0,-1 0 0 0 0,1 0 0 0 0,0 1 0 0 0,0-1 0 0 0,0 1 0 0 0,0 0 0 0 0,0-1 0 0 0,0 2 0 0 0,6-1 0 0 0,-7 1 6 0 0,1 0 1 0 0,-1 0-1 0 0,0 0 1 0 0,0 0-1 0 0,0 0 1 0 0,0 0-1 0 0,0 0 1 0 0,0 1-1 0 0,0-1 1 0 0,0 1-1 0 0,0 0 0 0 0,0-1 1 0 0,-1 1-1 0 0,3 3 1 0 0,15 27 43 0 0,6 63-27 0 0,-1-3-1499 0 0,-21-81 377 0 0,1-1 0 0 0,0 0 0 0 0,1 0 0 0 0,0 0 0 0 0,1-1 0 0 0,8 11 0 0 0,-1-6-3779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190 185 1232 0 0,'0'0'8072'0'0,"3"1"-7616"0"0,-1 0-265 0 0,0 1 1 0 0,0-1-1 0 0,0 1 1 0 0,0 0 0 0 0,0 0-1 0 0,0 0 1 0 0,-1 0-1 0 0,1 0 1 0 0,-1 0 0 0 0,3 5-1 0 0,4 5 53 0 0,-7-10-190 0 0,0-1 0 0 0,1 0-1 0 0,-1 0 1 0 0,1 0 0 0 0,-1 0-1 0 0,1 0 1 0 0,-1 0 0 0 0,1 0 0 0 0,0-1-1 0 0,-1 1 1 0 0,1 0 0 0 0,0-1-1 0 0,0 0 1 0 0,0 1 0 0 0,-1-1-1 0 0,4 0 1 0 0,23 0 367 0 0,-27-1-407 0 0,3 1 32 0 0,1-1 1 0 0,0 0-1 0 0,-1 0 1 0 0,1-1-1 0 0,-1 1 1 0 0,1-1 0 0 0,-1 0-1 0 0,0 0 1 0 0,0-1-1 0 0,0 1 1 0 0,0-1-1 0 0,0 0 1 0 0,0 0-1 0 0,-1 0 1 0 0,0-1 0 0 0,1 1-1 0 0,-1-1 1 0 0,0 1-1 0 0,-1-1 1 0 0,1 0-1 0 0,-1 0 1 0 0,0-1 0 0 0,0 1-1 0 0,0 0 1 0 0,0-1-1 0 0,-1 1 1 0 0,1-1-1 0 0,-1 0 1 0 0,0-5 0 0 0,0 5-42 0 0,0-1 1 0 0,-1 1 0 0 0,0-1-1 0 0,0 0 1 0 0,0 1 0 0 0,-1-1-1 0 0,1 1 1 0 0,-1-1-1 0 0,-1 1 1 0 0,1 0 0 0 0,-1-1-1 0 0,0 1 1 0 0,0 0 0 0 0,-1 0-1 0 0,1 0 1 0 0,-1 0 0 0 0,0 1-1 0 0,0-1 1 0 0,-1 1 0 0 0,1-1-1 0 0,-1 1 1 0 0,0 0 0 0 0,-9-6-1 0 0,10 8-6 0 0,0 1 0 0 0,0 0 1 0 0,0-1-1 0 0,0 1 0 0 0,0 0 0 0 0,0 1 0 0 0,0-1 0 0 0,0 0 0 0 0,0 1 0 0 0,-1 0 0 0 0,1 0 0 0 0,0 0 0 0 0,0 0 0 0 0,-1 0 0 0 0,1 1 0 0 0,0-1 0 0 0,0 1 0 0 0,-4 1 0 0 0,-1 1 0 0 0,1 0-1 0 0,-1 0 1 0 0,1 1 0 0 0,0 0-1 0 0,0 0 1 0 0,-9 8-1 0 0,-1 2-2 0 0,1 1-1 0 0,1 1 0 0 0,0 0 0 0 0,2 1 1 0 0,-23 34-1 0 0,19-22-7 0 0,1 2-1 0 0,1-1 1 0 0,-10 36-1 0 0,20-53 21 0 0,2 0-1 0 0,0 0 0 0 0,0 0 1 0 0,1 0-1 0 0,1 0 0 0 0,0 0 1 0 0,1 1-1 0 0,0-1 0 0 0,3 15 1 0 0,-3-23-50 0 0,1 1-1 0 0,1-1 1 0 0,-1 1 0 0 0,1-1 0 0 0,0 0 0 0 0,0 0 0 0 0,0 0 0 0 0,1 0 0 0 0,-1 0 0 0 0,1-1-1 0 0,0 1 1 0 0,1-1 0 0 0,-1 1 0 0 0,1-1 0 0 0,0 0 0 0 0,0-1 0 0 0,0 1 0 0 0,1-1 0 0 0,-1 0-1 0 0,1 0 1 0 0,0 0 0 0 0,0 0 0 0 0,0-1 0 0 0,7 3 0 0 0,-1-2-258 0 0,0-1 1 0 0,0 0-1 0 0,1-1 0 0 0,-1 0 0 0 0,1 0 1 0 0,0-1-1 0 0,11-2 0 0 0,82-15-2648 0 0,-99 15 2723 0 0,58-15-2417 0 0,3-6-647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75 1524 0 0,'0'-2'403'0'0,"0"-1"-1"0"0,0 0 1 0 0,0 0-1 0 0,-1 1 1 0 0,1-1-1 0 0,-1 1 1 0 0,0-1-1 0 0,1 0 1 0 0,-1 1-1 0 0,0-1 1 0 0,0 1 0 0 0,-1 0-1 0 0,1-1 1 0 0,0 1-1 0 0,-1 0 1 0 0,0 0-1 0 0,1 0 1 0 0,-1 0-1 0 0,-4-4 1 0 0,2 3-62 0 0,-1 0 0 0 0,0 1-1 0 0,0-1 1 0 0,0 1 0 0 0,0 0 0 0 0,0 0 0 0 0,-10-1 0 0 0,14 2-301 0 0,-1 1 1 0 0,0-1 0 0 0,0 1 0 0 0,1 0-1 0 0,-1 0 1 0 0,0 0 0 0 0,0 0-1 0 0,0 0 1 0 0,1 0 0 0 0,-1 0-1 0 0,0 1 1 0 0,0-1 0 0 0,1 1-1 0 0,-3 0 1 0 0,-3 1 64 0 0,-4 0 14 0 0,1 1-1 0 0,-1 0 1 0 0,1 1 0 0 0,0 0-1 0 0,0 1 1 0 0,0 0-1 0 0,0 1 1 0 0,1 0 0 0 0,-14 11-1 0 0,2 0 31 0 0,2 2 0 0 0,-30 35 0 0 0,37-39-122 0 0,1 0 0 0 0,1 1-1 0 0,1 0 1 0 0,0 0 0 0 0,1 1 0 0 0,1 0 0 0 0,0 1 0 0 0,-4 20-1 0 0,10-31-15 0 0,-1 0 0 0 0,1 0 0 0 0,1 0 0 0 0,-1 0-1 0 0,1 1 1 0 0,0-1 0 0 0,1 0 0 0 0,0 0-1 0 0,0 1 1 0 0,0-1 0 0 0,5 12 0 0 0,-5-15-1 0 0,1 0 0 0 0,0 0 0 0 0,0-1 0 0 0,0 1 0 0 0,1 0 0 0 0,-1-1 0 0 0,1 1 0 0 0,0-1 0 0 0,-1 0 0 0 0,2 0 0 0 0,-1 0 1 0 0,0 0-1 0 0,1 0 0 0 0,-1-1 0 0 0,1 0 0 0 0,0 1 0 0 0,0-1 0 0 0,0-1 0 0 0,0 1 0 0 0,5 1 0 0 0,-3-2-1 0 0,-1 0 0 0 0,1 0-1 0 0,0 0 1 0 0,-1-1 0 0 0,1 0 0 0 0,0-1 0 0 0,0 1-1 0 0,-1-1 1 0 0,1 0 0 0 0,-1 0 0 0 0,1-1 0 0 0,-1 1-1 0 0,1-1 1 0 0,-1 0 0 0 0,0-1 0 0 0,0 0 0 0 0,0 1-1 0 0,0-2 1 0 0,0 1 0 0 0,-1 0 0 0 0,1-1 0 0 0,-1 0-1 0 0,0 0 1 0 0,3-5 0 0 0,2-1 1 0 0,-1 0 0 0 0,0-1-1 0 0,-1 0 1 0 0,-1 0 0 0 0,0-1 0 0 0,0 0 0 0 0,-1 0-1 0 0,-1 0 1 0 0,5-19 0 0 0,-4 3 486 0 0,0 1 1 0 0,-2-1-1 0 0,-1-28 1 0 0,-2 54-337 0 0,-1 5-111 0 0,-54 676 2873 0 0,53-616-2975 0 0,10 84 1 0 0,-6-140-400 0 0,-1 1 0 0 0,2 0 0 0 0,-1 0 0 0 0,1-1 0 0 0,5 12 0 0 0,-7-19 243 0 0,0 1-1 0 0,-1 0 1 0 0,1 0-1 0 0,-1-1 0 0 0,1 1 1 0 0,0 0-1 0 0,0-1 1 0 0,-1 1-1 0 0,1-1 1 0 0,0 1-1 0 0,0-1 0 0 0,0 1 1 0 0,0-1-1 0 0,0 0 1 0 0,0 1-1 0 0,-1-1 1 0 0,1 0-1 0 0,0 0 0 0 0,0 0 1 0 0,0 1-1 0 0,0-1 1 0 0,0 0-1 0 0,0 0 1 0 0,0-1-1 0 0,1 1 0 0 0,18-4-3837 0 0,-3-6-1903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36 211 228 0 0,'-2'-46'7773'0'0,"-14"-80"1"0"0,14 108-6565 0 0,-1-1 171 0 0,0 17-985 0 0,-3 9-266 0 0,5-5-110 0 0,1 1 0 0 0,-1-1 0 0 0,1 0 1 0 0,-1 0-1 0 0,1 0 0 0 0,0 1 0 0 0,-1-1 0 0 0,1 0 0 0 0,0 1 1 0 0,1-1-1 0 0,-1 0 0 0 0,1 3 0 0 0,0 6 47 0 0,-1 24-7 0 0,1 1-1 0 0,2-1 0 0 0,2 0 1 0 0,1 0-1 0 0,1 0 1 0 0,3-1-1 0 0,13 35 0 0 0,-21-64-50 0 0,1 1 0 0 0,-1-1 0 0 0,1 0 0 0 0,1 0-1 0 0,-1 0 1 0 0,1 0 0 0 0,0 0 0 0 0,0-1 0 0 0,0 0-1 0 0,1 0 1 0 0,-1 0 0 0 0,1 0 0 0 0,0-1 0 0 0,0 0-1 0 0,7 3 1 0 0,5-2-21 0 0,-12-3 5 0 0,0-1-1 0 0,0 0 1 0 0,0-1-1 0 0,0 1 1 0 0,-1-1-1 0 0,1 0 1 0 0,0 0-1 0 0,0 0 1 0 0,0-1-1 0 0,-1 0 1 0 0,1 0-1 0 0,-1 0 1 0 0,9-5-1 0 0,-6 2 0 0 0,0-1 0 0 0,0 0 0 0 0,-1 0 1 0 0,1-1-1 0 0,-2 1 0 0 0,1-1 0 0 0,6-10 0 0 0,0-4 3 0 0,-1 0 0 0 0,-1-1 0 0 0,-1 0-1 0 0,-1 0 1 0 0,6-25 0 0 0,15-95 11 0 0,-28 139 72 0 0,4 19 27 0 0,-4-2-55 0 0,-1-1 0 0 0,0 1 0 0 0,-3 21 0 0 0,0-4-3 0 0,2 2-6 0 0,4 47 1 0 0,-2-69-144 0 0,1 1 0 0 0,0 0 0 0 0,1-1 0 0 0,0 0 1 0 0,0 1-1 0 0,1-1 0 0 0,9 15 0 0 0,-10-21-78 0 0,1 1-1 0 0,1-1 1 0 0,-1 0 0 0 0,1 0-1 0 0,0-1 1 0 0,0 1-1 0 0,0-1 1 0 0,0 0 0 0 0,1-1-1 0 0,0 1 1 0 0,0-1 0 0 0,0 0-1 0 0,0-1 1 0 0,0 1-1 0 0,0-1 1 0 0,1 0 0 0 0,9 1-1 0 0,7 1-796 0 0,-1-2-1 0 0,1 0 1 0 0,41-3-1 0 0,-38-1-572 0 0,0-1 0 0 0,-1-2 0 0 0,42-12 0 0 0,-18 1-1903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6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259 163 932 0 0,'3'-7'778'0'0,"-1"1"0"0"0,0-1-1 0 0,-1 1 1 0 0,1-1 0 0 0,-1 0 0 0 0,-1 1-1 0 0,1-1 1 0 0,-1 0 0 0 0,0 0 0 0 0,-1 0-1 0 0,-1-11 1 0 0,0 14-502 0 0,1 0 0 0 0,-1-1 0 0 0,1 1 0 0 0,-1 0 0 0 0,0 0 0 0 0,-1 0 0 0 0,1 0 0 0 0,-1 0 0 0 0,0 0 0 0 0,0 1 0 0 0,0 0 0 0 0,0-1 0 0 0,0 1 0 0 0,-1 0 0 0 0,0 0 0 0 0,1 1 0 0 0,-7-4 0 0 0,8 5-233 0 0,0 1 0 0 0,-1-1 0 0 0,1 1 0 0 0,0-1 1 0 0,0 1-1 0 0,0 0 0 0 0,-1 0 0 0 0,1 0 0 0 0,0 0 0 0 0,0 1 1 0 0,-1-1-1 0 0,1 0 0 0 0,0 1 0 0 0,0 0 0 0 0,0-1 1 0 0,0 1-1 0 0,0 0 0 0 0,0 0 0 0 0,0 0 0 0 0,-3 2 0 0 0,-3 2 72 0 0,1 0-1 0 0,1 0 0 0 0,-11 9 0 0 0,3 2-54 0 0,1 0-1 0 0,1 1 1 0 0,0 0 0 0 0,1 0-1 0 0,1 2 1 0 0,1-1-1 0 0,0 1 1 0 0,2 0 0 0 0,0 1-1 0 0,1 0 1 0 0,1 0-1 0 0,1 0 1 0 0,0 1 0 0 0,0 24-1 0 0,4-37-40 0 0,0 1 0 0 0,0-1 0 0 0,1 0 0 0 0,0 1 0 0 0,0-1 0 0 0,1 0-1 0 0,0 0 1 0 0,4 10 0 0 0,-5-16-11 0 0,0 1 0 0 0,0 0 0 0 0,1-1-1 0 0,-1 1 1 0 0,1-1 0 0 0,0 1 0 0 0,0-1 0 0 0,0 0-1 0 0,0 0 1 0 0,0 0 0 0 0,0 0 0 0 0,0 0 0 0 0,1 0-1 0 0,-1-1 1 0 0,1 1 0 0 0,-1-1 0 0 0,1 0 0 0 0,0 1-1 0 0,-1-1 1 0 0,1 0 0 0 0,0-1 0 0 0,0 1 0 0 0,0 0 0 0 0,0-1-1 0 0,0 0 1 0 0,4 1 0 0 0,2-2-29 0 0,-1 0 1 0 0,1 0-1 0 0,-1-1 0 0 0,0 0 1 0 0,1 0-1 0 0,-1-1 0 0 0,0 0 1 0 0,0-1-1 0 0,-1 1 0 0 0,1-2 1 0 0,-1 1-1 0 0,0-1 0 0 0,0 0 1 0 0,0 0-1 0 0,-1-1 0 0 0,0 0 1 0 0,0 0-1 0 0,7-9 0 0 0,6-10-68 0 0,-1-1-1 0 0,-1-1 0 0 0,21-44 0 0 0,-17 23 65 0 0,18-53 0 0 0,-38 98 114 0 0,6 17 13 0 0,-6-11-93 0 0,-1 0-1 0 0,1-1 0 0 0,0 1 1 0 0,-1 0-1 0 0,0-1 0 0 0,1 1 1 0 0,-1 0-1 0 0,0-1 1 0 0,-1 1-1 0 0,1 0 0 0 0,0 0 1 0 0,-2 3-1 0 0,0 8 31 0 0,1 9-23 0 0,-2 7 35 0 0,2 1 0 0 0,3 33 0 0 0,-2-57-58 0 0,1 0 1 0 0,0 1 0 0 0,0-1 0 0 0,1 0-1 0 0,0 0 1 0 0,0 0 0 0 0,1-1-1 0 0,0 1 1 0 0,0-1 0 0 0,1 1-1 0 0,-1-1 1 0 0,1 0 0 0 0,1 0 0 0 0,6 8-1 0 0,-6-10-167 0 0,0-1 0 0 0,-1 1-1 0 0,1-1 1 0 0,1 0 0 0 0,-1-1-1 0 0,0 1 1 0 0,1-1 0 0 0,-1 0 0 0 0,1 0-1 0 0,0 0 1 0 0,-1-1 0 0 0,1 0-1 0 0,0 0 1 0 0,0-1 0 0 0,0 0-1 0 0,7 0 1 0 0,-4-1-531 0 0,-1 0 1 0 0,1 0-1 0 0,0-1 0 0 0,-1 0 0 0 0,0 0 0 0 0,1-1 1 0 0,-1-1-1 0 0,0 1 0 0 0,0-1 0 0 0,9-6 1 0 0,9-10-3659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7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91 339 2636 0 0,'-12'-80'6321'0'0,"-38"-138"-1"0"0,47 208-5826 0 0,-7-18 1114 0 0,10 28-1575 0 0,0 0 1 0 0,0 0 0 0 0,0 0-1 0 0,0 0 1 0 0,0-1-1 0 0,0 1 1 0 0,0 0-1 0 0,0 0 1 0 0,0 0 0 0 0,0 0-1 0 0,0 0 1 0 0,-1-1-1 0 0,1 1 1 0 0,0 0-1 0 0,0 0 1 0 0,0 0 0 0 0,0 0-1 0 0,0 0 1 0 0,-1 0-1 0 0,1 0 1 0 0,0 0-1 0 0,0 0 1 0 0,0 0 0 0 0,0-1-1 0 0,0 1 1 0 0,-1 0-1 0 0,1 0 1 0 0,0 0 0 0 0,0 0-1 0 0,0 0 1 0 0,0 0-1 0 0,-1 0 1 0 0,1 0-1 0 0,0 0 1 0 0,0 0 0 0 0,0 0-1 0 0,0 0 1 0 0,-1 1-1 0 0,1-1 1 0 0,-5 13 534 0 0,2 6-23 0 0,1 1 0 0 0,2 0-1 0 0,0 0 1 0 0,4 31 0 0 0,-1-7-62 0 0,32 313 984 0 0,-21-231-1191 0 0,-7-66-407 0 0,23 170 649 0 0,-21-176-2269 0 0,4 0-1 0 0,21 61 1 0 0,-32-109 918 0 0,1 0-1 0 0,0 0 1 0 0,0 0-1 0 0,0 0 1 0 0,1 0 0 0 0,0-1-1 0 0,0 1 1 0 0,6 4-1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1744 0 0,'4'-25'5116'0'0,"2"-22"5900"0"0,-5 48-10937 0 0,0-1-1 0 0,-1 1 1 0 0,1-1 0 0 0,0 1 0 0 0,-1 0 0 0 0,1-1 0 0 0,-1 1 0 0 0,1 0 0 0 0,-1-1 0 0 0,1 1 0 0 0,-1 0-1 0 0,0-1 1 0 0,1 1 0 0 0,-1 0 0 0 0,0 0 0 0 0,1-1 0 0 0,-1 1 0 0 0,0 0 0 0 0,0 0 0 0 0,0 0-1 0 0,0-1 1 0 0,0 2 0 0 0,3 26 667 0 0,-2-23-590 0 0,6 71 669 0 0,-5-41-570 0 0,2 0 1 0 0,15 64-1 0 0,-17-91-507 0 0,0 0 0 0 0,1 0 0 0 0,1 0 0 0 0,-1 0-1 0 0,1-1 1 0 0,0 1 0 0 0,1-1 0 0 0,0 0 0 0 0,0 0 0 0 0,0 0 0 0 0,1-1 0 0 0,0 0 0 0 0,0 0 0 0 0,1-1 0 0 0,0 1 0 0 0,13 6 0 0 0,-15-9-188 0 0,0-1 0 0 0,0 1 1 0 0,1-2-1 0 0,0 1 0 0 0,-1 0 1 0 0,1-1-1 0 0,0 0 1 0 0,-1-1-1 0 0,11 1 0 0 0,-8-1-1024 0 0,0-1 0 0 0,0 0 0 0 0,12-3 0 0 0,5-3-3777 0 0</inkml:trace>
  <inkml:trace contextRef="#ctx0" brushRef="#br0" timeOffset="1">525 167 2572 0 0,'1'-3'2163'0'0,"11"-51"8185"0"0,-12 56-9724 0 0,2 22 1016 0 0,-1 36 0 0 0,-1-34-1168 0 0,3 36 0 0 0,1-29-280 0 0,-2-9 5 0 0,12 47 0 0 0,-12-64-168 0 0,0-1 1 0 0,0 1-1 0 0,1-1 0 0 0,0 0 1 0 0,0 0-1 0 0,1 0 1 0 0,-1 0-1 0 0,1-1 1 0 0,1 1-1 0 0,-1-1 0 0 0,9 8 1 0 0,-9-10-21 0 0,-1-1 0 0 0,1 0 1 0 0,-1 0-1 0 0,1-1 0 0 0,0 1 0 0 0,0-1 0 0 0,0 0 1 0 0,0 0-1 0 0,0 0 0 0 0,0 0 0 0 0,0-1 0 0 0,0 1 1 0 0,1-1-1 0 0,-1 0 0 0 0,0 0 0 0 0,0-1 0 0 0,0 1 1 0 0,5-2-1 0 0,2-1 5 0 0,0 0 0 0 0,0-1 0 0 0,0 0 0 0 0,-1 0 0 0 0,15-9 0 0 0,-12 4-6 0 0,0 0 1 0 0,-1-1 0 0 0,0 0 0 0 0,-1-1-1 0 0,0 0 1 0 0,0-1 0 0 0,-2-1 0 0 0,1 1 0 0 0,-1-1-1 0 0,-1-1 1 0 0,-1 0 0 0 0,0 0 0 0 0,0 0-1 0 0,7-27 1 0 0,-11 30-8 0 0,-1 0-1 0 0,0 0 1 0 0,0 0-1 0 0,-1 0 1 0 0,0 0-1 0 0,-1 0 1 0 0,-1 0-1 0 0,0 0 0 0 0,-3-18 1 0 0,2 21 0 0 0,-1 0-1 0 0,0 1 1 0 0,0-1 0 0 0,0 0-1 0 0,-1 1 1 0 0,0 0 0 0 0,-1 0-1 0 0,1 0 1 0 0,-1 1 0 0 0,-1-1 0 0 0,1 1-1 0 0,-1 0 1 0 0,-12-9 0 0 0,12 11-8 0 0,1 0 1 0 0,-1 1-1 0 0,1-1 1 0 0,-1 1-1 0 0,0 1 1 0 0,-1-1-1 0 0,1 1 1 0 0,0 0-1 0 0,-1 0 1 0 0,1 1-1 0 0,-1 0 1 0 0,1 0-1 0 0,-13 1 1 0 0,9 0 16 0 0,1 1 0 0 0,0 1 0 0 0,0 0 0 0 0,0 0 0 0 0,0 0 0 0 0,0 1 0 0 0,1 1 0 0 0,-1 0 0 0 0,-9 6 0 0 0,6-4-81 0 0,1 2 0 0 0,1 0 0 0 0,-1 0 0 0 0,1 1 0 0 0,1 0 0 0 0,0 0 0 0 0,0 1 0 0 0,1 1 0 0 0,0-1 0 0 0,0 1 0 0 0,1 0 0 0 0,1 1 0 0 0,0 0 0 0 0,-4 13 0 0 0,8-19-192 0 0,0 0-1 0 0,1 1 1 0 0,0-1 0 0 0,0 0-1 0 0,0 1 1 0 0,1-1-1 0 0,0 1 1 0 0,1 0 0 0 0,-1-1-1 0 0,1 0 1 0 0,0 1-1 0 0,1-1 1 0 0,-1 1 0 0 0,1-1-1 0 0,0 0 1 0 0,4 7-1 0 0,-1-6-382 0 0,-1 0 0 0 0,1 0 0 0 0,0 0 0 0 0,0-1 0 0 0,1 1-1 0 0,-1-1 1 0 0,2-1 0 0 0,-1 1 0 0 0,0-1 0 0 0,1 0 0 0 0,0-1-1 0 0,9 5 1 0 0,13 5-4291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8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49 1456 0 0,'-2'-1'2172'0'0,"0"1"-1888"0"0,0-1 0 0 0,1 1 0 0 0,-1-1 1 0 0,1 1-1 0 0,-1 0 0 0 0,0 0 0 0 0,0 0 1 0 0,1 0-1 0 0,-1 0 0 0 0,0 0 0 0 0,1 0 1 0 0,-1 0-1 0 0,0 1 0 0 0,1-1 0 0 0,-1 1 1 0 0,1-1-1 0 0,-1 1 0 0 0,0-1 0 0 0,1 1 1 0 0,-1 0-1 0 0,1 0 0 0 0,0 0 0 0 0,-2 1 1 0 0,0 1-78 0 0,0 1 1 0 0,0 0 0 0 0,1-1-1 0 0,0 1 1 0 0,-1 0 0 0 0,1 0 0 0 0,1 0-1 0 0,-3 6 1 0 0,-5 22 369 0 0,1 0 1 0 0,1 0-1 0 0,2 1 0 0 0,-2 41 1 0 0,-5 33-130 0 0,6-54 460 0 0,6-51-676 0 0,0-4-150 0 0,16-50 38 0 0,2 0 0 0 0,29-59 0 0 0,-32 83-118 0 0,0 1 1 0 0,2 0-1 0 0,1 1 1 0 0,1 1-1 0 0,30-31 1 0 0,-43 50-8 0 0,0 1 1 0 0,0 0 0 0 0,0 0-1 0 0,1 1 1 0 0,0-1-1 0 0,0 1 1 0 0,0 1-1 0 0,0-1 1 0 0,0 1-1 0 0,1 1 1 0 0,8-3-1 0 0,-12 4 6 0 0,1 1 0 0 0,-1-1 0 0 0,0 1 0 0 0,0 0-1 0 0,0 0 1 0 0,0 0 0 0 0,0 0 0 0 0,0 1 0 0 0,0 0 0 0 0,0 0-1 0 0,0 0 1 0 0,0 0 0 0 0,0 1 0 0 0,0-1 0 0 0,-1 1-1 0 0,1 0 1 0 0,-1 0 0 0 0,1 0 0 0 0,-1 1 0 0 0,0-1-1 0 0,0 1 1 0 0,0 0 0 0 0,4 4 0 0 0,2 4 12 0 0,-1 0-1 0 0,-1 1 1 0 0,0 0-1 0 0,-1 0 1 0 0,0 0 0 0 0,-1 1-1 0 0,0 0 1 0 0,3 15-1 0 0,0 5 28 0 0,-2 1 0 0 0,2 36 0 0 0,-6-25-81 0 0,-3-34-349 0 0,2 0-1 0 0,-1 0 1 0 0,1 0-1 0 0,1 0 0 0 0,0 0 1 0 0,4 13-1 0 0,-5-23 255 0 0,-1 0-1 0 0,1 0 0 0 0,-1 0 0 0 0,1 0 0 0 0,0-1 0 0 0,-1 1 1 0 0,1 0-1 0 0,0 0 0 0 0,0-1 0 0 0,0 1 0 0 0,-1-1 0 0 0,1 1 1 0 0,0-1-1 0 0,0 1 0 0 0,0-1 0 0 0,0 1 0 0 0,0-1 1 0 0,0 0-1 0 0,0 1 0 0 0,0-1 0 0 0,0 0 0 0 0,0 0 0 0 0,0 0 1 0 0,0 0-1 0 0,0 0 0 0 0,2 0 0 0 0,0 0-361 0 0,0-1 0 0 0,-1 1-1 0 0,1-1 1 0 0,0 1 0 0 0,0-1-1 0 0,0 0 1 0 0,-1 0 0 0 0,4-1 0 0 0,9-8-3595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8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1774 607 2408 0 0,'0'-2'160'0'0,"2"-1"340"0"0,0 0-1 0 0,-1-1 0 0 0,1 1 1 0 0,-1-1-1 0 0,0 1 1 0 0,0-1-1 0 0,0 0 0 0 0,0 0 1 0 0,-1 1-1 0 0,1-1 0 0 0,-1 0 1 0 0,0 0-1 0 0,0 0 1 0 0,-1 1-1 0 0,0-6 0 0 0,0 8-415 0 0,0 0 0 0 0,1 0 0 0 0,-1 0 0 0 0,0 1 0 0 0,0-1 0 0 0,0 0 0 0 0,0 1 0 0 0,0-1 0 0 0,0 0 0 0 0,0 1 0 0 0,0-1 0 0 0,0 1 0 0 0,0 0 0 0 0,0-1 0 0 0,0 1 0 0 0,0 0 0 0 0,0 0 0 0 0,-1-1 0 0 0,1 1 0 0 0,0 0 0 0 0,-2 1 0 0 0,0-2 57 0 0,-1 1-1 0 0,1 0 1 0 0,-1 0-1 0 0,0 1 1 0 0,1-1-1 0 0,-6 2 1 0 0,6 0-94 0 0,-1-1 1 0 0,1 1-1 0 0,0 0 1 0 0,0 0-1 0 0,0 0 0 0 0,0 0 1 0 0,1 0-1 0 0,-1 0 1 0 0,0 1-1 0 0,1-1 0 0 0,0 1 1 0 0,-1 0-1 0 0,-2 5 1 0 0,4-6-32 0 0,0 0 1 0 0,0 0 0 0 0,0 0-1 0 0,0 0 1 0 0,1 1-1 0 0,-1-1 1 0 0,1 0 0 0 0,-1 1-1 0 0,1-1 1 0 0,0 0 0 0 0,0 1-1 0 0,0-1 1 0 0,0 1-1 0 0,0-1 1 0 0,1 0 0 0 0,-1 1-1 0 0,1-1 1 0 0,-1 0 0 0 0,1 0-1 0 0,0 1 1 0 0,0-1-1 0 0,2 4 1 0 0,16 23 217 0 0,2-1 0 0 0,32 36-1 0 0,9 10 165 0 0,-59-69-256 0 0,1-1-1 0 0,-1 1 0 0 0,1 1 1 0 0,-2-1-1 0 0,1 0 0 0 0,0 1 1 0 0,-1-1-1 0 0,0 1 0 0 0,-1 0 0 0 0,1 0 1 0 0,-1-1-1 0 0,1 8 0 0 0,-2-9-74 0 0,-1-1 0 0 0,1 1 0 0 0,-1 0 0 0 0,1-1 0 0 0,-1 1 0 0 0,0-1 0 0 0,-1 1-1 0 0,1-1 1 0 0,-1 1 0 0 0,1-1 0 0 0,-1 0 0 0 0,0 0 0 0 0,0 0 0 0 0,0 0 0 0 0,-1 0 0 0 0,1 0-1 0 0,-1-1 1 0 0,1 1 0 0 0,-1-1 0 0 0,-5 4 0 0 0,-3 2-141 0 0,-2-1 0 0 0,1 0-1 0 0,-1 0 1 0 0,0-1 0 0 0,0-1 0 0 0,0 0 0 0 0,-1-1-1 0 0,0-1 1 0 0,0 0 0 0 0,0-1 0 0 0,0 0-1 0 0,0-1 1 0 0,-1 0 0 0 0,1-1 0 0 0,-15-3 0 0 0,-4-1-1615 0 0,0-1 1 0 0,1-2 0 0 0,0-2 0 0 0,0 0 0 0 0,-41-20 0 0 0,12 2-3369 0 0</inkml:trace>
  <inkml:trace contextRef="#ctx0" brushRef="#br0" timeOffset="1">112 112 932 0 0,'-31'-37'13282'0'0,"25"29"-12708"0"0,1 0 1 0 0,1-1 0 0 0,-1 1-1 0 0,-4-17 1 0 0,8 24-774 0 0,1 1 1 0 0,-1-1 0 0 0,1 0-1 0 0,-1 0 1 0 0,1 0-1 0 0,-1 1 1 0 0,1-1 0 0 0,-1 0-1 0 0,0 1 1 0 0,1-1-1 0 0,-1 0 1 0 0,0 1 0 0 0,0-1-1 0 0,1 1 1 0 0,-1-1-1 0 0,0 1 1 0 0,0-1 0 0 0,0 1-1 0 0,0 0 1 0 0,1-1-1 0 0,-1 1 1 0 0,0 0-1 0 0,-2 0 1 0 0,-8-2-4572 0 0,-10 0-381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74 2424 0 0,'-37'13'6307'0'0,"-43"23"-1"0"0,77-35-5775 0 0,6-1-106 0 0,150-36 683 0 0,117-24-5904 0 0,-192 46 748 0 0,1 1-1805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87 1056 0 0,'-8'-15'4666'0'0,"4"9"-4338"0"0,-2 0 1 0 0,1 0 0 0 0,-1 0-1 0 0,1 1 1 0 0,-1 0-1 0 0,-1 0 1 0 0,1 1-1 0 0,-1 0 1 0 0,0 0 0 0 0,0 1-1 0 0,0-1 1 0 0,0 1-1 0 0,0 1 1 0 0,-1 0-1 0 0,0 0 1 0 0,1 0 0 0 0,-1 1-1 0 0,0 0 1 0 0,1 0-1 0 0,-13 1 1 0 0,9 1-263 0 0,0 0 0 0 0,0 0 0 0 0,1 1 1 0 0,-1 0-1 0 0,0 1 0 0 0,1 0 0 0 0,0 1 0 0 0,0 0 0 0 0,0 0 1 0 0,0 1-1 0 0,1 1 0 0 0,0 0 0 0 0,0 0 0 0 0,-13 12 1 0 0,5-2-4 0 0,1 2 0 0 0,1 0 0 0 0,1 0 1 0 0,1 1-1 0 0,0 1 0 0 0,-10 23 0 0 0,17-32-31 0 0,1 0 0 0 0,1 0 0 0 0,0 0 0 0 0,0 1 0 0 0,1-1 0 0 0,0 1 0 0 0,1 0 0 0 0,1 0 0 0 0,0 0 0 0 0,1 0 0 0 0,0 0 0 0 0,0 0 0 0 0,4 20 0 0 0,-3-29-22 0 0,0 0-1 0 0,0 1 0 0 0,0-1 0 0 0,1 0 1 0 0,-1 0-1 0 0,1 0 0 0 0,0 0 0 0 0,0 0 1 0 0,0 0-1 0 0,0-1 0 0 0,0 1 0 0 0,0-1 1 0 0,1 1-1 0 0,-1-1 0 0 0,1 0 0 0 0,0 0 1 0 0,0 0-1 0 0,0 0 0 0 0,0 0 0 0 0,0-1 1 0 0,0 1-1 0 0,0-1 0 0 0,0 0 1 0 0,0 0-1 0 0,1 0 0 0 0,-1 0 0 0 0,5 0 1 0 0,0-1-2 0 0,0 0 1 0 0,1 0 0 0 0,-1 0 0 0 0,0-1 0 0 0,0 0-1 0 0,0 0 1 0 0,0-1 0 0 0,0-1 0 0 0,0 1 0 0 0,10-5-1 0 0,-6 1-7 0 0,-1 0-1 0 0,1-1 1 0 0,-1 0-1 0 0,0-1 0 0 0,-1 0 1 0 0,0 0-1 0 0,0-2 1 0 0,-1 1-1 0 0,0-1 1 0 0,-1 0-1 0 0,0-1 0 0 0,0 0 1 0 0,-1 0-1 0 0,6-14 1 0 0,3-13 246 0 0,-1 0 1 0 0,-2-2-1 0 0,10-46 1 0 0,-18 65 26 0 0,12-46 649 0 0,-16 65-639 0 0,-1 2-263 0 0,1 0 1 0 0,-1 0-1 0 0,1 1 1 0 0,-1-1 0 0 0,0 0-1 0 0,1 0 1 0 0,-1 0-1 0 0,1 1 1 0 0,-1-1-1 0 0,0 0 1 0 0,1 1-1 0 0,-1-1 1 0 0,0 0-1 0 0,1 1 1 0 0,-1-1-1 0 0,0 0 1 0 0,0 1-1 0 0,1-1 1 0 0,-1 0-1 0 0,0 1 1 0 0,0-1 0 0 0,0 1-1 0 0,1-1 1 0 0,-1 1-1 0 0,0-1 1 0 0,0 1-1 0 0,0 0 1 0 0,2 14 258 0 0,-1-12-248 0 0,15 122 1305 0 0,16 81-563 0 0,-26-176-854 0 0,2 0-1 0 0,2 0 0 0 0,0-1 1 0 0,23 44-1 0 0,-26-62-423 0 0,-1-1 0 0 0,1 1 0 0 0,1-1 1 0 0,0-1-1 0 0,0 1 0 0 0,16 12 0 0 0,-18-17-629 0 0,0-1-1 0 0,0 0 1 0 0,0 0-1 0 0,0 0 0 0 0,1-1 1 0 0,0 0-1 0 0,8 3 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57 2512 0 0,'0'-4'1915'0'0,"0"1"-1514"0"0,-1 1-24 0 0,0 0 0 0 0,1-1 0 0 0,0 1 0 0 0,0 0-1 0 0,0 0 1 0 0,0-1 0 0 0,0 1 0 0 0,0 0 0 0 0,0 0 0 0 0,1 0-1 0 0,-1-1 1 0 0,1 1 0 0 0,-1 0 0 0 0,1 0 0 0 0,0 0 0 0 0,0 0-1 0 0,0 0 1 0 0,0 0 0 0 0,0 0 0 0 0,2-2 0 0 0,-2 4-293 0 0,0-1-1 0 0,0 1 1 0 0,0 0 0 0 0,0-1 0 0 0,0 1 0 0 0,0 0-1 0 0,0-1 1 0 0,0 1 0 0 0,0 0 0 0 0,1 0 0 0 0,-1 0 0 0 0,0 0-1 0 0,0 0 1 0 0,0 0 0 0 0,0 1 0 0 0,0-1 0 0 0,0 0-1 0 0,2 1 1 0 0,20 8 661 0 0,-19-7-498 0 0,14 6-35 0 0,-1 2 0 0 0,0 0 0 0 0,0 1 0 0 0,-1 1 0 0 0,0 0-1 0 0,-1 1 1 0 0,0 0 0 0 0,-1 2 0 0 0,-1 0 0 0 0,-1 0 0 0 0,0 1 0 0 0,16 28 0 0 0,-21-32-185 0 0,-2 0 1 0 0,1 1 0 0 0,-1 0 0 0 0,-1 0 0 0 0,-1 0-1 0 0,1 0 1 0 0,-2 1 0 0 0,2 19 0 0 0,-4-22-14 0 0,0-1 1 0 0,-1 1 0 0 0,0 0 0 0 0,-1 0-1 0 0,0-1 1 0 0,-1 1 0 0 0,0-1 0 0 0,0 1-1 0 0,-1-1 1 0 0,-1 0 0 0 0,-8 14 0 0 0,4-8 14 0 0,6-10 1 0 0,0 0 1 0 0,-1 0-1 0 0,0 0 0 0 0,0-1 0 0 0,0 1 1 0 0,-1-1-1 0 0,0 0 0 0 0,-6 5 1 0 0,8-8 18 0 0,-2-4 3 0 0,5 2-51 0 0,0 0 1 0 0,-1 0-1 0 0,1 0 1 0 0,0 0-1 0 0,-1 0 1 0 0,1 0-1 0 0,-1 0 1 0 0,1 0-1 0 0,0 0 0 0 0,-1 0 1 0 0,1 0-1 0 0,0 0 1 0 0,-1 0-1 0 0,1 0 1 0 0,0 0-1 0 0,-1 0 0 0 0,1-1 1 0 0,0 1-1 0 0,0 0 1 0 0,-1 0-1 0 0,1 0 1 0 0,0-1-1 0 0,-1 1 0 0 0,1 0 1 0 0,0 0-1 0 0,0-1 1 0 0,0 1-1 0 0,-1 0 1 0 0,1-1-1 0 0,0 1 1 0 0,0 0-1 0 0,-1-1 0 0 0,1-8 9 0 0,0 1-1 0 0,1-1 1 0 0,0 1-1 0 0,0-1 0 0 0,1 1 1 0 0,0 0-1 0 0,0-1 1 0 0,1 1-1 0 0,0 0 0 0 0,0 0 1 0 0,8-12-1 0 0,7-9 5 0 0,33-43 0 0 0,83-78-15 0 0,-82 95-22 0 0,-3 1 163 0 0,-47 50-120 0 0,1-6 1 0 0,-3 10-21 0 0,0-1 1 0 0,0 1 0 0 0,-1 0 0 0 0,1-1-1 0 0,0 1 1 0 0,0-1 0 0 0,0 1 0 0 0,0 0-1 0 0,-1-1 1 0 0,1 1 0 0 0,0 0 0 0 0,0-1-1 0 0,-1 1 1 0 0,1 0 0 0 0,0 0-1 0 0,-1-1 1 0 0,1 1 0 0 0,0 0 0 0 0,-1 0-1 0 0,1-1 1 0 0,0 1 0 0 0,-1 0 0 0 0,1 0-1 0 0,-1 0 1 0 0,1 0 0 0 0,0 0 0 0 0,-1-1-1 0 0,1 1 1 0 0,-1 0 0 0 0,1 0-1 0 0,0 0 1 0 0,-1 0 0 0 0,1 0 0 0 0,-1 0-1 0 0,1 0 1 0 0,0 0 0 0 0,-1 1 0 0 0,1-1-1 0 0,-1 0 1 0 0,1 0 0 0 0,-16 9 30 0 0,0 1 0 0 0,1 0 0 0 0,0 1 0 0 0,1 1 1 0 0,0 0-1 0 0,1 0 0 0 0,-16 21 0 0 0,20-22 0 0 0,1-1 0 0 0,1 2 0 0 0,0-1 0 0 0,0 1 0 0 0,1 0 0 0 0,0 0 0 0 0,1 0 0 0 0,1 1 0 0 0,0 0 0 0 0,0 0 0 0 0,-1 14-1 0 0,4-20 5 0 0,1 0 0 0 0,0 0-1 0 0,0 0 1 0 0,1 0-1 0 0,0 0 1 0 0,0 0-1 0 0,1 0 1 0 0,0 0 0 0 0,0 0-1 0 0,0-1 1 0 0,1 1-1 0 0,0-1 1 0 0,0 1-1 0 0,1-1 1 0 0,-1 0 0 0 0,9 9-1 0 0,-6-8-14 0 0,1-1 1 0 0,0 0-1 0 0,0 0 0 0 0,0 0 0 0 0,1-1 0 0 0,-1 0 0 0 0,1-1 1 0 0,0 0-1 0 0,1 0 0 0 0,-1 0 0 0 0,1-1 0 0 0,13 3 1 0 0,-1-1-17 0 0,1-2 1 0 0,-1 0 0 0 0,1-1-1 0 0,0-1 1 0 0,-1-1-1 0 0,1-1 1 0 0,0-1 0 0 0,-1-1-1 0 0,38-10 1 0 0,-42 8-748 0 0,-1-1 0 0 0,0-1 1 0 0,0 0-1 0 0,20-14 0 0 0,25-14-8383 0 0,-46 24 3567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9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3 1764 0 0,'-34'-1'5367'0'0,"27"0"-4497"0"0,-1 1-1 0 0,1-1 1 0 0,0 2-1 0 0,0-1 0 0 0,0 1 1 0 0,-10 2-1 0 0,15-3 203 0 0,2 1-1024 0 0,0-1-1 0 0,0 0 0 0 0,0 0 0 0 0,1 0 1 0 0,-1 0-1 0 0,0 0 0 0 0,0 0 0 0 0,0 1 1 0 0,0-1-1 0 0,1 0 0 0 0,-1 0 0 0 0,0 0 1 0 0,0 0-1 0 0,0 1 0 0 0,0-1 0 0 0,0 0 0 0 0,0 0 1 0 0,0 0-1 0 0,1 1 0 0 0,-1-1 0 0 0,0 0 1 0 0,0 0-1 0 0,0 0 0 0 0,0 1 0 0 0,0-1 1 0 0,0 0-1 0 0,0 0 0 0 0,0 0 0 0 0,0 1 1 0 0,0-1-1 0 0,0 0 0 0 0,0 0 0 0 0,0 0 1 0 0,-1 1-1 0 0,1-1 0 0 0,0 0 0 0 0,0 0 1 0 0,0 0-1 0 0,0 1 0 0 0,0-1 0 0 0,0 0 1 0 0,0 0-1 0 0,-1 0 0 0 0,1 1 0 0 0,0-1 1 0 0,0 0-1 0 0,0 0 0 0 0,0 0 0 0 0,0 0 1 0 0,-1 0-1 0 0,1 0 0 0 0,0 1 0 0 0,0-1 1 0 0,0 0-1 0 0,-1 0 0 0 0,1 0 0 0 0,0 0 1 0 0,0 0-1 0 0,0 0 0 0 0,-1 0 0 0 0,1 0 1 0 0,0 0-1 0 0,0 0 0 0 0,-1 0 0 0 0,17 11 1077 0 0,0-5-766 0 0,1-1 0 0 0,-1-1 0 0 0,1 0 0 0 0,27 2 1 0 0,71-1 161 0 0,70-9-997 0 0,-147 1-2150 0 0,1-2 1 0 0,66-17-1 0 0,-86 16-1442 0 0,-3-2-1896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21 120 0 0,'-12'-9'5444'0'0,"10"7"-4667"0"0,0 1 0 0 0,1 0-1 0 0,-1 0 1 0 0,0 0 0 0 0,-1 0 0 0 0,1 0-1 0 0,0 0 1 0 0,0 0 0 0 0,0 1 0 0 0,-4-1 0 0 0,5 1-605 0 0,0 0-1 0 0,0 1 1 0 0,-1-1 0 0 0,1 1 0 0 0,0-1 0 0 0,0 1 0 0 0,0 0 0 0 0,0-1 0 0 0,0 1 0 0 0,0 0 0 0 0,0 0 0 0 0,1-1 0 0 0,-1 1 0 0 0,0 0-1 0 0,0 0 1 0 0,0 0 0 0 0,1 0 0 0 0,-1 0 0 0 0,1 0 0 0 0,-1 0 0 0 0,1 0 0 0 0,-1 1 0 0 0,1-1 0 0 0,0 0 0 0 0,-1 0 0 0 0,1 0 0 0 0,0 2-1 0 0,-3 42 2086 0 0,2-21-1624 0 0,-26 395 1659 0 0,27-380-3354 0 0,1 1 1 0 0,7 42-1 0 0,3-30-2769 0 0,5-3-3285 0 0,-8-29-452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2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1764 0 0,'0'-59'12982'0'0,"4"220"-7153"0"0,-4-47-4638 0 0,4 356 498 0 0,-4-424-1636 0 0,-1-27 24 0 0,1-1 0 0 0,1 0 1 0 0,0 0-1 0 0,1 0 0 0 0,1 0 1 0 0,7 23-1 0 0,-10-41-71 0 0,0 1 1 0 0,1-1-1 0 0,-1 1 0 0 0,0-1 1 0 0,0 0-1 0 0,0 1 1 0 0,0-1-1 0 0,1 1 0 0 0,-1-1 1 0 0,0 0-1 0 0,0 1 0 0 0,1-1 1 0 0,-1 1-1 0 0,0-1 1 0 0,1 0-1 0 0,-1 0 0 0 0,0 1 1 0 0,1-1-1 0 0,-1 0 1 0 0,1 0-1 0 0,-1 1 0 0 0,0-1 1 0 0,1 0-1 0 0,-1 0 0 0 0,1 0 1 0 0,-1 0-1 0 0,1 1 1 0 0,-1-1-1 0 0,1 0 0 0 0,-1 0 1 0 0,0 0-1 0 0,1 0 1 0 0,-1 0-1 0 0,1 0 0 0 0,-1 0 1 0 0,1 0-1 0 0,-1-1 0 0 0,1 1 1 0 0,-1 0-1 0 0,1 0 1 0 0,-1 0-1 0 0,0 0 0 0 0,1-1 1 0 0,-1 1-1 0 0,1 0 1 0 0,-1 0-1 0 0,0-1 0 0 0,1 1 1 0 0,-1 0-1 0 0,0 0 0 0 0,1-1 1 0 0,-1 1-1 0 0,0-1 1 0 0,0 1-1 0 0,1 0 0 0 0,-1-1 1 0 0,0 1-1 0 0,0-1 1 0 0,1 0-1 0 0,17-28 56 0 0,-16 25-30 0 0,28-53 3 0 0,-13 22-50 0 0,2 1 1 0 0,33-47-1 0 0,-46 73 6 0 0,1 0 0 0 0,0 0 0 0 0,0 1 0 0 0,1 0 0 0 0,0 0 0 0 0,0 0 0 0 0,1 1 0 0 0,-1 1 0 0 0,1-1 0 0 0,0 1 0 0 0,1 1 0 0 0,-1 0 0 0 0,1 0 0 0 0,11-2 0 0 0,-16 5 6 0 0,0 0 0 0 0,0 0 0 0 0,0 1 0 0 0,0-1 1 0 0,0 2-1 0 0,0-1 0 0 0,0 0 0 0 0,0 1 1 0 0,0 0-1 0 0,0 0 0 0 0,0 0 0 0 0,-1 1 1 0 0,1 0-1 0 0,8 3 0 0 0,-7-1 12 0 0,0 0 0 0 0,1 1 0 0 0,-1 0 1 0 0,-1 0-1 0 0,1 0 0 0 0,-1 0 0 0 0,0 1 0 0 0,0 0 0 0 0,4 7 1 0 0,-1 0 3 0 0,-1 0 0 0 0,0 1 0 0 0,0 0 0 0 0,-2 0 1 0 0,0 1-1 0 0,0-1 0 0 0,-2 1 0 0 0,1 0 0 0 0,0 18 1 0 0,-3-18 35 0 0,-1 0 1 0 0,0 0-1 0 0,-1 0 1 0 0,-1 0-1 0 0,0 0 1 0 0,-1-1-1 0 0,0 1 1 0 0,-2 0-1 0 0,1-1 1 0 0,-2 0-1 0 0,0 0 1 0 0,-14 22-1 0 0,15-27-32 0 0,-1-1-1 0 0,0-1 1 0 0,-1 1-1 0 0,1-1 1 0 0,-1 0-1 0 0,-1-1 1 0 0,1 1 0 0 0,-1-1-1 0 0,-1-1 1 0 0,1 0-1 0 0,-1 0 1 0 0,1-1-1 0 0,-1 1 1 0 0,-1-2-1 0 0,1 0 1 0 0,0 0-1 0 0,-1 0 1 0 0,0-1-1 0 0,1-1 1 0 0,-15 1-1 0 0,7-1-88 0 0,0-2 0 0 0,0 0-1 0 0,1-1 1 0 0,-29-7 0 0 0,36 7-290 0 0,0-1 1 0 0,0 0-1 0 0,0 0 0 0 0,1-1 1 0 0,-1 0-1 0 0,1-1 1 0 0,0 0-1 0 0,0 0 1 0 0,-12-12-1 0 0,18 16 130 0 0,1 0 0 0 0,0-1 1 0 0,0 1-1 0 0,0-1 0 0 0,0 1 0 0 0,0-1 0 0 0,0 0 0 0 0,0 1 0 0 0,0-1 0 0 0,1 0 0 0 0,-1 0 0 0 0,1 0 1 0 0,0 1-1 0 0,-1-1 0 0 0,1 0 0 0 0,0 0 0 0 0,0 0 0 0 0,0 0 0 0 0,0 1 0 0 0,0-1 0 0 0,1-3 0 0 0,0 1-691 0 0,0 0 0 0 0,1-1-1 0 0,-1 1 1 0 0,1 0 0 0 0,0 0-1 0 0,1 0 1 0 0,4-7 0 0 0,12-13-5762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0 2636 0 0,'0'0'7981'0'0,"-6"14"-3474"0"0,6 8-3290 0 0,2 1 0 0 0,0-1-1 0 0,2-1 1 0 0,6 25 0 0 0,-6-31-965 0 0,1 0-1 0 0,1-1 1 0 0,0 0-1 0 0,1 0 1 0 0,0 0-1 0 0,19 25 1 0 0,-19-31-199 0 0,1 1 1 0 0,0-2 0 0 0,1 1 0 0 0,0-1-1 0 0,0 0 1 0 0,0-1 0 0 0,1 0-1 0 0,0-1 1 0 0,1 0 0 0 0,-1 0 0 0 0,18 5-1 0 0,-15-6-23 0 0,0-1 0 0 0,1 0 0 0 0,-1-1 0 0 0,1-1 0 0 0,0 0 0 0 0,0 0 0 0 0,-1-2-1 0 0,1 0 1 0 0,18-3 0 0 0,-23 2-21 0 0,0 0-1 0 0,-1-1 0 0 0,1 0 1 0 0,-1-1-1 0 0,1 0 0 0 0,-1 0 1 0 0,0-1-1 0 0,-1 0 1 0 0,1 0-1 0 0,-1-1 0 0 0,12-12 1 0 0,-7 5-26 0 0,-1-1 1 0 0,0 0 0 0 0,-1-1-1 0 0,-1 0 1 0 0,9-18 0 0 0,-9 16-7 0 0,11-23-132 0 0,-19 38 164 0 0,-3 5 40 0 0,-33 81 535 0 0,3 1-1 0 0,5 2 1 0 0,3 1 0 0 0,3 0 0 0 0,5 2-1 0 0,-5 91 1 0 0,-24 409 1046 0 0,44-583-1611 0 0,-16 124 272 0 0,14-118-260 0 0,0 1 1 0 0,-1-1-1 0 0,0 0 1 0 0,-1-1-1 0 0,-1 1 1 0 0,0-1-1 0 0,-12 18 1 0 0,15-26-27 0 0,0 0 0 0 0,0 0 0 0 0,0-1 0 0 0,-1 0 0 0 0,1 0 0 0 0,-1 0 0 0 0,0 0 1 0 0,0 0-1 0 0,0-1 0 0 0,0 1 0 0 0,0-1 0 0 0,0 0 0 0 0,-1-1 0 0 0,1 1 0 0 0,-6 1 0 0 0,3-2 0 0 0,0-1 0 0 0,0 1-1 0 0,0-1 1 0 0,0 0-1 0 0,0 0 1 0 0,0-1-1 0 0,0 0 1 0 0,1 0 0 0 0,-10-3-1 0 0,-7-5-2 0 0,0-1 0 0 0,0 0 1 0 0,1-2-1 0 0,-33-22 0 0 0,33 20-438 0 0,2-1 0 0 0,-1-1 0 0 0,2-1 0 0 0,0 0 0 0 0,1-2 0 0 0,-30-38 0 0 0,42 49-21 0 0,1 1 0 0 0,1-1 0 0 0,-1 0 0 0 0,2 0-1 0 0,-1-1 1 0 0,1 1 0 0 0,0-1 0 0 0,0 0 0 0 0,1 1-1 0 0,1-1 1 0 0,-1 0 0 0 0,1 0 0 0 0,1-1 0 0 0,0 1 0 0 0,0 0-1 0 0,1 0 1 0 0,0 0 0 0 0,0 0 0 0 0,1 0 0 0 0,0 0 0 0 0,1 1-1 0 0,7-17 1 0 0,2 0-1739 0 0,2 1 0 0 0,1 1 0 0 0,30-36-1 0 0,-2 10-3258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1416 0 0,'2'-3'724'0'0,"9"-10"3553"0"0,0-1 1 0 0,1 2-1 0 0,19-16 711 0 0,-2 19-2393 0 0,0 3-2122 0 0,1 1 0 0 0,41 0 0 0 0,-23 1-315 0 0,8-1-68 0 0,161-11-3805 0 0,-212 16 2984 0 0,29 0-1248 0 0,-8 5-6472 0 0,-6 0 1509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3024 0 0,'-4'3'666'0'0,"-19"13"6059"0"0,-27 26 895 0 0,51-38-6550 0 0,-1-4-1037 0 0,-1 1 0 0 0,1-1-1 0 0,0 1 1 0 0,0-1 0 0 0,0 1 0 0 0,0-1 0 0 0,0 1 0 0 0,0-1 0 0 0,0 1 0 0 0,0-1 0 0 0,1 1 0 0 0,-1-1 0 0 0,0 0 0 0 0,0 1-1 0 0,0-1 1 0 0,0 1 0 0 0,1-1 0 0 0,-1 1 0 0 0,0-1 0 0 0,0 0 0 0 0,1 1 0 0 0,-1-1 0 0 0,0 1 0 0 0,1-1 0 0 0,0 1-1 0 0,6 1 129 0 0,0 1 0 0 0,0-1-1 0 0,1 0 1 0 0,-1-1-1 0 0,1 0 1 0 0,-1 0-1 0 0,1 0 1 0 0,11-2-1 0 0,69-6-506 0 0,-71 4 64 0 0,27-2-722 0 0,85-10-3032 0 0,-44 2-2678 0 0,-40 7 95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612 111 3532 0 0,'2'-5'876'0'0,"-1"1"0"0"0,1-1 0 0 0,-1 0 0 0 0,0 0 0 0 0,0 0 0 0 0,-1 0 0 0 0,0 0 0 0 0,0 0 0 0 0,0 0 0 0 0,-1-7 0 0 0,0 10-653 0 0,1 0-1 0 0,-1-1 1 0 0,0 1 0 0 0,0 0-1 0 0,-1 0 1 0 0,1 0 0 0 0,0 0-1 0 0,-1 0 1 0 0,1 0 0 0 0,-1 0-1 0 0,1 1 1 0 0,-1-1 0 0 0,0 0-1 0 0,0 1 1 0 0,0 0 0 0 0,0-1 0 0 0,0 1-1 0 0,0 0 1 0 0,0 0 0 0 0,0 0-1 0 0,0 0 1 0 0,-1 0 0 0 0,-3 0-1 0 0,-8-3 230 0 0,0 2 1 0 0,0 0-1 0 0,-1 0 0 0 0,1 2 0 0 0,0 0 0 0 0,-1 0 0 0 0,1 1 0 0 0,0 1 0 0 0,0 1 1 0 0,0 0-1 0 0,-24 8 0 0 0,7 1 42 0 0,0 0 0 0 0,2 3 0 0 0,-56 34 0 0 0,67-36-331 0 0,0 0 1 0 0,2 0-1 0 0,-1 2 0 0 0,2 0 0 0 0,0 1 0 0 0,1 1 0 0 0,1 0 0 0 0,0 1 0 0 0,-12 23 0 0 0,18-29-98 0 0,1 0 0 0 0,1 0 0 0 0,0 1 1 0 0,1 0-1 0 0,0 0 0 0 0,1 0 0 0 0,0 1 0 0 0,1-1 0 0 0,1 1 0 0 0,0-1 1 0 0,0 1-1 0 0,2-1 0 0 0,0 1 0 0 0,0-1 0 0 0,7 24 0 0 0,-5-24-36 0 0,2 0 1 0 0,0 0-1 0 0,1-1 0 0 0,0 0 0 0 0,0 0 1 0 0,2-1-1 0 0,-1 0 0 0 0,1 0 0 0 0,16 15 1 0 0,-11-13 9 0 0,1-1 0 0 0,1-1 0 0 0,-1 0 1 0 0,2-1-1 0 0,0-1 0 0 0,24 11 0 0 0,-6-6-204 0 0,1-2-1 0 0,0-2 0 0 0,1-1 1 0 0,0-2-1 0 0,1-1 0 0 0,56 1 1 0 0,-47-6-1010 0 0,-1-2 1 0 0,1-2 0 0 0,65-13-1 0 0,-79 9-1242 0 0,56-21-1 0 0,-66 19-38 0 0,-1-1-1 0 0,0-1 1 0 0,23-15-1 0 0,-24 11-3775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39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360 335 788 0 0,'0'0'7491'0'0,"0"3"-6818"0"0,-1 7-108 0 0,0-9-404 0 0,1 1 0 0 0,-1 0 0 0 0,1 0 1 0 0,0 0-1 0 0,0 0 0 0 0,0 0 0 0 0,0 0 0 0 0,0 0 1 0 0,0 0-1 0 0,1 0 0 0 0,-1-1 0 0 0,1 1 0 0 0,-1 0 1 0 0,1 0-1 0 0,0 0 0 0 0,1 2 0 0 0,-1-3-118 0 0,0 0 1 0 0,0-1-1 0 0,0 1 0 0 0,0 0 0 0 0,0-1 1 0 0,0 1-1 0 0,0-1 0 0 0,0 1 0 0 0,0-1 1 0 0,1 0-1 0 0,-1 0 0 0 0,0 1 0 0 0,0-1 1 0 0,0 0-1 0 0,0 0 0 0 0,1 0 0 0 0,-1 0 1 0 0,0 0-1 0 0,2-1 0 0 0,26-4 239 0 0,-24 4-223 0 0,25-7 33 0 0,0 0 0 0 0,-1-2-1 0 0,0-1 1 0 0,0-2 0 0 0,-2 0 0 0 0,1-2-1 0 0,-2-1 1 0 0,42-33 0 0 0,-59 41-85 0 0,-1 0 1 0 0,-1 0 0 0 0,1-1 0 0 0,-1 0 0 0 0,-1 0-1 0 0,0 0 1 0 0,0-1 0 0 0,-1 0 0 0 0,8-21-1 0 0,-12 27-6 0 0,1-1 0 0 0,-1 1-1 0 0,-1-1 1 0 0,1 0-1 0 0,0 1 1 0 0,-1-1-1 0 0,0 0 1 0 0,0 0 0 0 0,-1 1-1 0 0,1-1 1 0 0,-3-6-1 0 0,2 8 0 0 0,0-1-1 0 0,0 1 1 0 0,-1 0-1 0 0,0 0 1 0 0,1 0 0 0 0,-1 0-1 0 0,-1 0 1 0 0,1 0-1 0 0,0 1 1 0 0,-1-1-1 0 0,1 1 1 0 0,-1-1-1 0 0,0 1 1 0 0,1 0-1 0 0,-1 0 1 0 0,-6-3-1 0 0,2 2 2 0 0,0 0 0 0 0,0 1 0 0 0,0 0 0 0 0,-1 0 0 0 0,1 1 0 0 0,0-1 0 0 0,-1 2 0 0 0,1-1 0 0 0,-1 1 0 0 0,-14 1 0 0 0,-4 3 9 0 0,-44 10 0 0 0,58-11-9 0 0,-24 6 10 0 0,0 2 0 0 0,1 1 0 0 0,-61 32 0 0 0,76-34-10 0 0,1 2 0 0 0,1 0 1 0 0,0 1-1 0 0,0 1 0 0 0,2 0 0 0 0,0 1 0 0 0,-25 30 1 0 0,37-40-5 0 0,0 0 0 0 0,0 0 1 0 0,1 0-1 0 0,0 1 0 0 0,0-1 1 0 0,0 1-1 0 0,1 0 0 0 0,0 0 0 0 0,0 0 1 0 0,0 0-1 0 0,1 0 0 0 0,0 0 1 0 0,0 0-1 0 0,0 0 0 0 0,1 1 1 0 0,0-1-1 0 0,0 0 0 0 0,1 0 1 0 0,-1 0-1 0 0,1 1 0 0 0,1-1 0 0 0,-1 0 1 0 0,1 0-1 0 0,0 0 0 0 0,1-1 1 0 0,-1 1-1 0 0,1 0 0 0 0,5 6 1 0 0,0-1-1 0 0,1-1 1 0 0,1 0-1 0 0,0 0 1 0 0,0-1-1 0 0,0-1 1 0 0,1 0-1 0 0,1 0 1 0 0,-1-1 0 0 0,1 0-1 0 0,1-1 1 0 0,17 6-1 0 0,18 4 4 0 0,85 18 1 0 0,-93-26-6 0 0,96 22 14 0 0,-114-24-17 0 0,-18-3 8 0 0,-1-1-1 0 0,-2-2 0 0 0,-1 0-1 0 0,0 1 1 0 0,1-1 0 0 0,-1 0-1 0 0,1 0 1 0 0,-1 0 0 0 0,0 1-1 0 0,1-1 1 0 0,-1 0 0 0 0,1 1 0 0 0,-1-1-1 0 0,0 0 1 0 0,1 1 0 0 0,-1-1-1 0 0,0 0 1 0 0,0 1 0 0 0,1-1-1 0 0,-1 0 1 0 0,0 1 0 0 0,0-1-1 0 0,0 1 1 0 0,1-1 0 0 0,-1 1-1 0 0,0-1 1 0 0,0 1 0 0 0,0-1 0 0 0,0 0-1 0 0,0 1 1 0 0,0-1 0 0 0,0 1-1 0 0,0 0 1 0 0,0 0 0 0 0,-1 1 0 0 0,1-1 0 0 0,-1 0 0 0 0,1 1 0 0 0,-1-1 0 0 0,0 0 0 0 0,1 0 0 0 0,-1 1 0 0 0,0-1 0 0 0,0 0 0 0 0,0 0 0 0 0,0 0 0 0 0,0 0 0 0 0,0 0 1 0 0,0 0-1 0 0,0-1 0 0 0,-1 1 0 0 0,1 0 0 0 0,-1 0 0 0 0,-3 1 0 0 0,-40 28 17 0 0,-52 26-1 0 0,-1 1 14 0 0,19-6-18 0 0,3 4 1 0 0,-136 128-1 0 0,202-174-4 0 0,1 1-1 0 0,0 1 0 0 0,1 0 1 0 0,0 0-1 0 0,0 0 0 0 0,-10 24 1 0 0,16-32-4 0 0,1 0 0 0 0,0 0 0 0 0,0 0 0 0 0,0-1 1 0 0,0 1-1 0 0,1 0 0 0 0,-1 0 0 0 0,1 0 0 0 0,0 1 0 0 0,0-1 0 0 0,0 0 1 0 0,0 0-1 0 0,0 0 0 0 0,1 0 0 0 0,-1 0 0 0 0,1 0 0 0 0,0 0 0 0 0,0 0 0 0 0,0-1 1 0 0,0 1-1 0 0,1 0 0 0 0,-1 0 0 0 0,1-1 0 0 0,-1 1 0 0 0,1-1 0 0 0,0 1 1 0 0,0-1-1 0 0,0 0 0 0 0,0 0 0 0 0,1 0 0 0 0,-1 0 0 0 0,1 0 0 0 0,-1 0 1 0 0,1 0-1 0 0,-1-1 0 0 0,6 2 0 0 0,3 2-40 0 0,1 0-1 0 0,0-1 1 0 0,0-1 0 0 0,0 0-1 0 0,0-1 1 0 0,0 0 0 0 0,15 0-1 0 0,90-3-663 0 0,-96-1 566 0 0,96-6-1181 0 0,0-6 1 0 0,-1-4 0 0 0,149-44-1 0 0,-59-14-2690 0 0,-145 49 2155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242 249 3928 0 0,'12'-9'426'0'0,"1"-1"0"0"0,-1 0 0 0 0,-1-1 0 0 0,0-1 0 0 0,16-20 0 0 0,-23 27-235 0 0,-1 0 0 0 0,1 0-1 0 0,-1-1 1 0 0,0 1 0 0 0,-1-1 0 0 0,0 0-1 0 0,1 0 1 0 0,-2 0 0 0 0,1 0 0 0 0,-1 0-1 0 0,0 0 1 0 0,0 0 0 0 0,-1-1 0 0 0,1 1-1 0 0,-1 0 1 0 0,-1 0 0 0 0,0-7 0 0 0,0 10-126 0 0,0 0 0 0 0,1 1 0 0 0,-1-1 0 0 0,0 0 0 0 0,0 1 0 0 0,-1-1 0 0 0,1 1 1 0 0,-1 0-1 0 0,1-1 0 0 0,-1 1 0 0 0,1 0 0 0 0,-1 0 0 0 0,0 0 0 0 0,0 0 0 0 0,0 0 1 0 0,-1 0-1 0 0,1 0 0 0 0,0 1 0 0 0,-1-1 0 0 0,1 1 0 0 0,-1 0 0 0 0,1 0 0 0 0,-1 0 1 0 0,1 0-1 0 0,-1 0 0 0 0,0 0 0 0 0,0 1 0 0 0,1 0 0 0 0,-1-1 0 0 0,-5 1 0 0 0,-2 1 21 0 0,0 0-1 0 0,0 1 0 0 0,0 0 1 0 0,0 1-1 0 0,1 0 0 0 0,-1 0 1 0 0,-12 7-1 0 0,1 3 23 0 0,1 0 0 0 0,1 1 0 0 0,0 1 0 0 0,1 1-1 0 0,-17 21 1 0 0,28-30-77 0 0,0 1 0 0 0,0 1-1 0 0,1-1 1 0 0,1 1 0 0 0,0 0-1 0 0,0 0 1 0 0,0 0-1 0 0,1 1 1 0 0,1 0 0 0 0,-1 0-1 0 0,2 0 1 0 0,-1 0 0 0 0,2 0-1 0 0,-2 14 1 0 0,3-19-20 0 0,0 0 1 0 0,0 0-1 0 0,1 0 0 0 0,0 0 1 0 0,0-1-1 0 0,0 1 1 0 0,1 0-1 0 0,-1 0 0 0 0,1-1 1 0 0,0 1-1 0 0,0-1 0 0 0,1 0 1 0 0,-1 0-1 0 0,1 1 1 0 0,0-2-1 0 0,5 7 0 0 0,-3-6 3 0 0,0 0-1 0 0,0 0 0 0 0,0-1 1 0 0,0 1-1 0 0,1-1 0 0 0,0 0 1 0 0,-1 0-1 0 0,1-1 0 0 0,0 0 1 0 0,0 0-1 0 0,11 2 1 0 0,-8-3-6 0 0,1 1 0 0 0,-1-2 1 0 0,0 1-1 0 0,1-1 1 0 0,-1-1-1 0 0,1 0 0 0 0,-1 0 1 0 0,0-1-1 0 0,0 0 0 0 0,0 0 1 0 0,0-1-1 0 0,0 0 1 0 0,0-1-1 0 0,-1 0 0 0 0,0 0 1 0 0,1-1-1 0 0,11-9 1 0 0,-12 7-9 0 0,0-1 1 0 0,0-1-1 0 0,0 1 0 0 0,10-17 1 0 0,24-53 19 0 0,-29 50 3 0 0,-11 26-26 0 0,-2 3 4 0 0,1 1 0 0 0,-1-1 0 0 0,1 1 1 0 0,-1-1-1 0 0,0 1 0 0 0,0-1 0 0 0,1 1 0 0 0,-1-1 0 0 0,0 1 0 0 0,0-1 0 0 0,0 1 0 0 0,-1-1 0 0 0,1 3 0 0 0,-48 342 1533 0 0,27-215-1467 0 0,-44 374-787 0 0,64-492-82 0 0,1 1 1 0 0,3 27 0 0 0,-2-34-385 0 0,0-1 0 0 0,1 1 0 0 0,0 0 0 0 0,4 8 0 0 0,0-3-3245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51 149 52 0 0,'23'-137'12735'0'0,"-23"125"-11783"0"0,-5 17-275 0 0,-7 16-276 0 0,-3 19-99 0 0,-12 44 0 0 0,23-69-254 0 0,0 1 0 0 0,1 0 0 0 0,1 0 0 0 0,1 0 0 0 0,1 32 0 0 0,1-38-26 0 0,1 0 1 0 0,-1 0 0 0 0,2 0-1 0 0,-1-1 1 0 0,1 1-1 0 0,7 12 1 0 0,-8-18-14 0 0,0 0 0 0 0,0 0 0 0 0,0-1 0 0 0,1 1 0 0 0,0-1 0 0 0,0 0 0 0 0,0 0 0 0 0,0 0 0 0 0,0 0 0 0 0,0 0 0 0 0,1-1 0 0 0,-1 1 0 0 0,1-1 0 0 0,0 0 0 0 0,0 0 0 0 0,-1 0 0 0 0,7 1 0 0 0,-1 0-3 0 0,0-1-1 0 0,0-1 0 0 0,1 1 0 0 0,-1-2 0 0 0,0 1 0 0 0,0-1 0 0 0,0 0 1 0 0,1-1-1 0 0,-1 0 0 0 0,0-1 0 0 0,0 0 0 0 0,0 0 0 0 0,10-5 0 0 0,-7 2-7 0 0,0-1 0 0 0,-1 0 0 0 0,1-1 0 0 0,-2-1 0 0 0,1 0 0 0 0,-1 0 0 0 0,0-1 0 0 0,11-13 0 0 0,5-10 1 0 0,-2-2 1 0 0,-1 0 0 0 0,-2-1-1 0 0,31-69 1 0 0,-30 65-60 0 0,-21 37 49 0 0,-3 35 26 0 0,-1 0 0 0 0,-11 43 0 0 0,9-50 2 0 0,0 0 0 0 0,1 0 0 0 0,2 0 0 0 0,1 1 0 0 0,2 27 0 0 0,-1-50-127 0 0,1 0-1 0 0,0 0 0 0 0,0 0 0 0 0,0 0 0 0 0,1-1 1 0 0,-1 1-1 0 0,1 0 0 0 0,0-1 0 0 0,0 1 0 0 0,0-1 0 0 0,1 0 1 0 0,-1 0-1 0 0,1 0 0 0 0,-1 0 0 0 0,1 0 0 0 0,0 0 1 0 0,0-1-1 0 0,1 0 0 0 0,-1 1 0 0 0,0-1 0 0 0,1 0 0 0 0,-1-1 1 0 0,1 1-1 0 0,0-1 0 0 0,-1 1 0 0 0,7 0 0 0 0,0 1-609 0 0,0-1 0 0 0,0-1 0 0 0,0 0 0 0 0,1 0 0 0 0,-1-1 0 0 0,0 0 0 0 0,1-1 0 0 0,-1 0 0 0 0,12-3 0 0 0,5-4-2841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242 159 1260 0 0,'4'-9'1107'0'0,"0"0"0"0"0,0-1 0 0 0,-1 1 0 0 0,0-1 0 0 0,1-11 0 0 0,-3 17-761 0 0,0-1 1 0 0,-1 0 0 0 0,0 0 0 0 0,0 0-1 0 0,0 1 1 0 0,-1-1 0 0 0,0 0 0 0 0,0 0-1 0 0,0 1 1 0 0,0-1 0 0 0,-1 0-1 0 0,-2-5 1 0 0,3 9-270 0 0,-1-1 1 0 0,1 0-1 0 0,-1 0 1 0 0,0 1-1 0 0,1-1 0 0 0,-1 1 1 0 0,0-1-1 0 0,0 1 0 0 0,0 0 1 0 0,0 0-1 0 0,0 0 0 0 0,-1 0 1 0 0,1 0-1 0 0,0 0 1 0 0,-3 0-1 0 0,3 1-50 0 0,1-1-7 0 0,0 1 0 0 0,-1-1 0 0 0,1 1 0 0 0,0 0 0 0 0,0 0 0 0 0,-1 0 1 0 0,1 0-1 0 0,0 0 0 0 0,-1 0 0 0 0,1 0 0 0 0,0 0 0 0 0,0 0 0 0 0,-1 0 0 0 0,1 1 0 0 0,0-1 0 0 0,0 1 0 0 0,-2 0 0 0 0,-2 0 46 0 0,-3 2-2 0 0,0-1 1 0 0,0 1 0 0 0,0 0 0 0 0,0 1-1 0 0,1 0 1 0 0,-1 0 0 0 0,1 0 0 0 0,0 1-1 0 0,1 0 1 0 0,-1 1 0 0 0,1-1 0 0 0,0 1-1 0 0,-6 8 1 0 0,1 0 0 0 0,0 0 1 0 0,1 1-1 0 0,1 0 0 0 0,-16 33 0 0 0,22-39-43 0 0,-1 0 0 0 0,1 0-1 0 0,1 1 1 0 0,0-1-1 0 0,0 0 1 0 0,1 1-1 0 0,0-1 1 0 0,0 1 0 0 0,1 0-1 0 0,0-1 1 0 0,2 11-1 0 0,-1-16-12 0 0,0 1 0 0 0,0-1 1 0 0,0 0-1 0 0,1-1 0 0 0,-1 1 0 0 0,1 0 0 0 0,0 0 0 0 0,0-1 0 0 0,0 1 0 0 0,0-1 0 0 0,1 1 0 0 0,0-1 0 0 0,-1 0 0 0 0,1 0 0 0 0,0 0 0 0 0,0 0 0 0 0,1-1 0 0 0,-1 0 1 0 0,1 1-1 0 0,-1-1 0 0 0,1 0 0 0 0,0 0 0 0 0,-1-1 0 0 0,1 1 0 0 0,0-1 0 0 0,0 0 0 0 0,5 1 0 0 0,-2-1-23 0 0,0 0 0 0 0,0 0 0 0 0,0-1 0 0 0,0 0-1 0 0,0-1 1 0 0,0 1 0 0 0,0-1 0 0 0,0 0 0 0 0,0-1 0 0 0,-1 0 0 0 0,1 0-1 0 0,0 0 1 0 0,-1-1 0 0 0,1 0 0 0 0,-1 0 0 0 0,0-1 0 0 0,10-7 0 0 0,-7 3-42 0 0,0 1 0 0 0,-1-1 0 0 0,0-1 1 0 0,-1 0-1 0 0,1 0 0 0 0,-2 0 1 0 0,1-1-1 0 0,-2 0 0 0 0,1 0 0 0 0,4-12 1 0 0,44-136-123 0 0,-53 155 155 0 0,-1 2 10 0 0,2-4 1 0 0,0 18-8 0 0,-2 6 13 0 0,0 12 27 0 0,4 42 1 0 0,-2-62-11 0 0,0-1 1 0 0,1 1 0 0 0,0-1-1 0 0,0 0 1 0 0,1 0 0 0 0,0 0-1 0 0,11 17 1 0 0,-7-14 15 0 0,2 1 0 0 0,0-1 1 0 0,0-1-1 0 0,1 0 0 0 0,13 11 0 0 0,-16-17-128 0 0,-1 0 0 0 0,1-1 0 0 0,0 0-1 0 0,0 0 1 0 0,1-1 0 0 0,-1 0 0 0 0,1-1 0 0 0,0 0 0 0 0,0 0-1 0 0,11 2 1 0 0,-7-2-592 0 0,1-1-1 0 0,0-1 0 0 0,-1 1 0 0 0,1-2 1 0 0,0 0-1 0 0,0-1 0 0 0,-1 0 0 0 0,1-1 1 0 0,0-1-1 0 0,-1 0 0 0 0,18-7 1 0 0,-2-5-2451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48 378 1184 0 0,'-3'-100'6618'0'0,"-25"-165"1"0"0,23 252-6162 0 0,1 18-99 0 0,-2 23 233 0 0,5 120 898 0 0,6 0 0 0 0,37 219 0 0 0,-41-359-1515 0 0,33 184 405 0 0,-26-159-1096 0 0,2-1 1 0 0,0 0-1 0 0,28 53 0 0 0,-36-80 143 0 0,1 0 0 0 0,1 0 0 0 0,-1 0 0 0 0,1-1 0 0 0,0 0-1 0 0,0 1 1 0 0,0-1 0 0 0,0-1 0 0 0,1 1 0 0 0,0-1 0 0 0,0 1-1 0 0,8 3 1 0 0,17-6-7338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2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1 244 2680 0 0,'29'-61'11466'0'0,"-27"63"-10803"0"0,0 0-429 0 0,0 1 0 0 0,0 0 0 0 0,-1 0-1 0 0,1 0 1 0 0,-1 0 0 0 0,0 0 0 0 0,0 0-1 0 0,0 0 1 0 0,0 0 0 0 0,0 1 0 0 0,-1-1-1 0 0,0 0 1 0 0,1 7 0 0 0,-4 55 1187 0 0,1-28-1063 0 0,1-11-150 0 0,0-11-195 0 0,1 0-1 0 0,1 0 1 0 0,0 0-1 0 0,5 22 1 0 0,-6-35-160 0 0,1 1 1 0 0,0 0-1 0 0,0 0 0 0 0,0 0 1 0 0,0 0-1 0 0,0-1 0 0 0,1 1 1 0 0,-1-1-1 0 0,1 1 1 0 0,0-1-1 0 0,0 1 0 0 0,0-1 1 0 0,0 0-1 0 0,0 0 0 0 0,0 0 1 0 0,1 0-1 0 0,-1-1 0 0 0,1 1 1 0 0,-1 0-1 0 0,1-1 1 0 0,0 0-1 0 0,-1 0 0 0 0,1 1 1 0 0,0-2-1 0 0,0 1 0 0 0,0 0 1 0 0,4 0-1 0 0,1 0-335 0 0,-1-1 0 0 0,0 0 0 0 0,1-1 0 0 0,-1 0 0 0 0,1 0-1 0 0,-1 0 1 0 0,0-1 0 0 0,0 0 0 0 0,0-1 0 0 0,13-5 0 0 0,-5 0-189 0 0,-1 0 0 0 0,0-1 0 0 0,21-17 0 0 0,-14 7 659 0 0,37-41-1 0 0,10-28 3426 0 0,-57 74-2262 0 0,6-13-247 0 0,-16 25-372 0 0,-1 6-348 0 0,-2 11 210 0 0,-1 11 96 0 0,1 0-1 0 0,3 41 1 0 0,-1-61-441 0 0,1 1 0 0 0,0 0 0 0 0,0 0 0 0 0,1-1 0 0 0,0 1 0 0 0,0 0 0 0 0,0-1 0 0 0,1 0 0 0 0,0 0 0 0 0,0 1 0 0 0,1-2 0 0 0,0 1 0 0 0,0 0 0 0 0,0-1 1 0 0,6 6-1 0 0,-6-7-10 0 0,0-2 0 0 0,0 1 1 0 0,0 0-1 0 0,1-1 1 0 0,-1 0-1 0 0,1 0 1 0 0,0 0-1 0 0,-1 0 1 0 0,1-1-1 0 0,0 0 1 0 0,0 0-1 0 0,0 0 0 0 0,8 0 1 0 0,-6-1-15 0 0,0 0-1 0 0,0-1 1 0 0,0 0-1 0 0,0 0 1 0 0,0 0 0 0 0,0-1-1 0 0,-1 0 1 0 0,1 0 0 0 0,8-4-1 0 0,-11 4-22 0 0,0 0-1 0 0,-1 0 1 0 0,1-1 0 0 0,0 0-1 0 0,-1 1 1 0 0,0-1-1 0 0,0 0 1 0 0,0 0-1 0 0,0-1 1 0 0,0 1 0 0 0,0-1-1 0 0,-1 1 1 0 0,0-1-1 0 0,0 0 1 0 0,2-5-1 0 0,-1 2 3 0 0,-2 1 0 0 0,1-1 0 0 0,-1 0 0 0 0,0 0-1 0 0,0 0 1 0 0,0 0 0 0 0,-1 0 0 0 0,-2-13 0 0 0,-1 2 2 0 0,0 0 0 0 0,-2 0 0 0 0,0 0 0 0 0,-1 0 1 0 0,-1 1-1 0 0,-11-21 0 0 0,-12-13 2 0 0,17 30 0 0 0,-19-42 0 0 0,31 61-10 0 0,0 0 0 0 0,0 0 0 0 0,1 1 1 0 0,-1-1-1 0 0,0 0 0 0 0,1 0 0 0 0,0-1 0 0 0,-1 1 0 0 0,1 0 0 0 0,0 0 1 0 0,0 0-1 0 0,0 0 0 0 0,1 0 0 0 0,-1 0 0 0 0,0 0 0 0 0,1 0 0 0 0,-1 0 1 0 0,1 0-1 0 0,0 0 0 0 0,0 0 0 0 0,-1 0 0 0 0,3-2 0 0 0,-1 2-1 0 0,0 0-1 0 0,0 0 1 0 0,1 0-1 0 0,-1 0 1 0 0,1 0-1 0 0,-1 0 1 0 0,1 0-1 0 0,0 1 1 0 0,0-1-1 0 0,0 1 1 0 0,0 0-1 0 0,6-2 1 0 0,3 1-4 0 0,0 0-1 0 0,0 0 1 0 0,0 1 0 0 0,0 1 0 0 0,0 0 0 0 0,16 2 0 0 0,-10 1 3 0 0,0 1 0 0 0,0 1 0 0 0,0 1 0 0 0,-1 0 0 0 0,0 1 0 0 0,22 13 0 0 0,-15-6 3 0 0,1 1-1 0 0,-2 2 0 0 0,30 26 1 0 0,-26-18 57 0 0,40 49 0 0 0,-59-64 74 0 0,0 1 0 0 0,-1-1 0 0 0,0 2 0 0 0,0-1 0 0 0,-2 1 0 0 0,1 0 0 0 0,-1 0 0 0 0,3 17 0 0 0,-6-23 25 0 0,-1 0 1 0 0,0 0-1 0 0,-1 1 0 0 0,0-1 1 0 0,0 1-1 0 0,0-1 0 0 0,0 0 1 0 0,-1 1-1 0 0,-3 9 1 0 0,-4 4 705 0 0,8-20-851 0 0,0 0 1 0 0,0 0-1 0 0,-1 0 1 0 0,1 0 0 0 0,0 1-1 0 0,0-1 1 0 0,0 0-1 0 0,0 0 1 0 0,-1 0-1 0 0,1 0 1 0 0,0 0 0 0 0,0 0-1 0 0,0 1 1 0 0,-1-1-1 0 0,1 0 1 0 0,0 0 0 0 0,0 0-1 0 0,-1 0 1 0 0,1 0-1 0 0,0 0 1 0 0,0 0 0 0 0,0 0-1 0 0,-1 0 1 0 0,1 0-1 0 0,0 0 1 0 0,0 0 0 0 0,0 0-1 0 0,-1 0 1 0 0,1 0-1 0 0,0-1 1 0 0,0 1 0 0 0,0 0-1 0 0,-1 0 1 0 0,1 0-1 0 0,0 0 1 0 0,0 0 0 0 0,0 0-1 0 0,-1 0 1 0 0,1-1-1 0 0,-1 0 1 0 0,0 0 0 0 0,0-1 0 0 0,1 1 0 0 0,-1-1 0 0 0,0 1 0 0 0,1-1 0 0 0,-1 1 0 0 0,1-1 0 0 0,0 1 0 0 0,-1-1 0 0 0,1 1 0 0 0,0-1-1 0 0,0 1 1 0 0,0-4 0 0 0,3-20 3 0 0,1-1 0 0 0,2 1 0 0 0,0 0 0 0 0,2 0 0 0 0,0 1 0 0 0,2 0 0 0 0,1 0 0 0 0,25-40 0 0 0,-32 57-25 0 0,0 1 0 0 0,1-1 1 0 0,0 1-1 0 0,0 0 1 0 0,1 1-1 0 0,0-1 0 0 0,8-6 1 0 0,-10 10 6 0 0,-1 0 1 0 0,0 0-1 0 0,1 1 0 0 0,-1-1 1 0 0,1 1-1 0 0,-1-1 0 0 0,1 1 1 0 0,-1 0-1 0 0,1 0 0 0 0,0 1 1 0 0,0-1-1 0 0,0 1 1 0 0,-1 0-1 0 0,1 0 0 0 0,0 0 1 0 0,6 2-1 0 0,-3 0 4 0 0,-1 0-1 0 0,1 0 1 0 0,-1 1-1 0 0,0 0 1 0 0,0 0 0 0 0,0 1-1 0 0,0 0 1 0 0,0 0-1 0 0,-1 0 1 0 0,0 1-1 0 0,0-1 1 0 0,0 1 0 0 0,-1 0-1 0 0,1 1 1 0 0,-1-1-1 0 0,5 10 1 0 0,3 7 0 0 0,0 0-1 0 0,-2 0 1 0 0,9 28 0 0 0,-7 0 30 0 0,-10-40-20 0 0,0 1 0 0 0,1-1 0 0 0,7 19 0 0 0,1 16 35 0 0,-11-43-213 0 0,4-2-546 0 0,2-2 363 0 0,0-1 0 0 0,0 1 0 0 0,0-1 0 0 0,-1 0 0 0 0,1-1 0 0 0,-1 1 0 0 0,1-1 0 0 0,-1 0 0 0 0,0 0 0 0 0,-1-1 0 0 0,1 0 0 0 0,-1 1 0 0 0,7-12 1 0 0,6-8-1784 0 0,24-46 0 0 0,-32 53 1463 0 0,42-87-4692 0 0,-32 62 1895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3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125 164 120 0 0,'-6'-14'1857'0'0,"-1"-1"0"0"0,0 2 0 0 0,-1-1 0 0 0,-1 1 0 0 0,-17-21 0 0 0,-4-10 321 0 0,29 42-2087 0 0,-7-6-717 0 0,7 7 210 0 0,0 1 0 0 0,-1-1 0 0 0,1 0 1 0 0,0 0-1 0 0,-1 1 0 0 0,1-1 1 0 0,0 1-1 0 0,-1-1 0 0 0,1 1 1 0 0,-1 0-1 0 0,1 0 0 0 0,-1-1 1 0 0,1 1-1 0 0,-3 0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4:43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1 828 0 0,'-266'41'13629'0'0,"264"-40"-13135"0"0,20-2-49 0 0,1-1 1 0 0,28-7 0 0 0,6 0-262 0 0,232-6-1296 0 0,-94 17-3418 0 0,-123-1 1551 0 0,12 0-2468 0 0</inkml:trace>
  <inkml:trace contextRef="#ctx0" brushRef="#br0" timeOffset="1">3708 702 2200 0 0,'6'0'3672'0'0,"83"6"8110"0"0,-85-6-10912 0 0,0 0-561 0 0,10 1 334 0 0,3-1-2421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23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25 608 0 0,'-42'-12'4988'0'0,"40"12"-4163"0"0,-1-1-424 0 0,-38-11 5630 0 0,41 13-5961 0 0,-1 0-1 0 0,1 0 1 0 0,0 0 0 0 0,0 0-1 0 0,0 0 1 0 0,0 0 0 0 0,0 0-1 0 0,1 0 1 0 0,-1 0 0 0 0,0 0-1 0 0,0 0 1 0 0,1 2 0 0 0,10 8 165 0 0,-2 1 1 0 0,0 0-1 0 0,0 1 1 0 0,-1 0-1 0 0,8 19 1 0 0,30 76 273 0 0,-40-93-434 0 0,32 84 53 0 0,-4 3 0 0 0,-5 0-1 0 0,-4 2 1 0 0,-5 1 0 0 0,-4 0-1 0 0,3 174 1 0 0,-20-228-6 0 0,-1 0 0 0 0,-3 0 0 0 0,-1 0 0 0 0,-3-1 0 0 0,-3 0-1 0 0,-1-1 1 0 0,-3 0 0 0 0,-1-1 0 0 0,-39 73 0 0 0,27-72 130 0 0,-1 0-1 0 0,-3-2 1 0 0,-59 65 0 0 0,84-103-230 0 0,0 0 1 0 0,0-1 0 0 0,-1 0-1 0 0,0 0 1 0 0,0-1-1 0 0,0 0 1 0 0,-1-1 0 0 0,0 0-1 0 0,-1 0 1 0 0,1-1-1 0 0,-21 6 1 0 0,7-10-1966 0 0,-6-9-6210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0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78 1248 0 0,'0'-4'1507'0'0,"-5"-41"3970"0"0,4 43-4655 0 0,1-1-86 0 0,-3-20 4420 0 0,0 32-4449 0 0,-12 143 1552 0 0,-89 519-1027 0 0,99-644-1209 0 0,-11 90-1104 0 0,7-43-4407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1244 0 0,'0'0'12529'0'0,"2"-1"-11939"0"0,11-1 177 0 0,-1 1 1 0 0,1 0 0 0 0,24 2 0 0 0,-2 0-407 0 0,137-3 154 0 0,1 0-3975 0 0,-168 2 3066 0 0,48-2-3458 0 0,-48 1 2960 0 0,-1 0-1 0 0,0 0 1 0 0,0 0 0 0 0,0-1 0 0 0,6-3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86 1576 0 0,'1'-4'2000'0'0,"-6"-61"6998"0"0,5 65-8869 0 0,1-1-1 0 0,-1 0 1 0 0,0 1-1 0 0,0-1 1 0 0,0 1-1 0 0,0-1 1 0 0,0 1-1 0 0,0-1 1 0 0,0 0-1 0 0,0 1 1 0 0,0-1-1 0 0,0 1 1 0 0,-1-1-1 0 0,1 0 1 0 0,0 1-1 0 0,0-1 1 0 0,0 1-1 0 0,-1-1 1 0 0,1 1-1 0 0,0-1 1 0 0,-1 1-1 0 0,1-1 1 0 0,0 1-1 0 0,-1-1 1 0 0,1 1-1 0 0,-1-1 1 0 0,1 1-1 0 0,-1 0 1 0 0,1-1-1 0 0,-1 1 1 0 0,0-1-1 0 0,0 2-59 0 0,1-1-1 0 0,-1 1 1 0 0,1-1 0 0 0,-1 0-1 0 0,0 1 1 0 0,1 0 0 0 0,-1-1 0 0 0,1 1-1 0 0,-1-1 1 0 0,1 1 0 0 0,-1 0-1 0 0,1-1 1 0 0,-1 1 0 0 0,1 0-1 0 0,0-1 1 0 0,0 1 0 0 0,-1 0-1 0 0,1 0 1 0 0,0-1 0 0 0,0 1-1 0 0,0 0 1 0 0,-1 0 0 0 0,1 0-1 0 0,0 1 1 0 0,-15 83 1716 0 0,-7 45-828 0 0,-29 186-286 0 0,-15-52-501 0 0,25-112-3914 0 0,28-115 591 0 0,2-15-4576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8 644 0 0,'1'-7'23779'0'0,"-12"30"-22174"0"0,-12 33-1816 0 0,2-3-213 0 0,-21 87 0 0 0,38-119-805 0 0,0 0-1 0 0,1 0 1 0 0,1 1 0 0 0,1-1-1 0 0,1 1 1 0 0,1-1-1 0 0,5 31 1 0 0,-1-26-3787 0 0,-1-6-2698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2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132 175 1620 0 0,'2'-16'3011'0'0,"-1"13"-2476"0"0,0-1 1 0 0,0 1 0 0 0,-1 0-1 0 0,1-1 1 0 0,-1 1-1 0 0,0-1 1 0 0,0 1-1 0 0,-1 0 1 0 0,1-1 0 0 0,-1 1-1 0 0,0-5 1 0 0,0 6 53 0 0,-3-14 1101 0 0,4 15-1651 0 0,-1 0 0 0 0,1 0 1 0 0,-1 1-1 0 0,1-1 1 0 0,-1 0-1 0 0,0 0 0 0 0,1 1 1 0 0,-1-1-1 0 0,0 1 1 0 0,0-1-1 0 0,1 0 1 0 0,-1 1-1 0 0,0-1 0 0 0,0 1 1 0 0,0 0-1 0 0,0-1 1 0 0,1 1-1 0 0,-1 0 1 0 0,0-1-1 0 0,0 1 0 0 0,0 0 1 0 0,0 0-1 0 0,0 0 1 0 0,0 0-1 0 0,0 0 0 0 0,0 0 1 0 0,0 0-1 0 0,0 0 1 0 0,-1 1-1 0 0,0 0-15 0 0,-1 0 0 0 0,1 1 0 0 0,0 0 0 0 0,-1-1 0 0 0,1 1 0 0 0,0 0 0 0 0,0 0 0 0 0,-3 5 0 0 0,-5 6 141 0 0,1 1-1 0 0,0 0 0 0 0,1 1 0 0 0,0 0 0 0 0,1 0 0 0 0,1 0 1 0 0,1 1-1 0 0,0 0 0 0 0,1 0 0 0 0,0 1 0 0 0,-1 25 1 0 0,4-36-136 0 0,1 1 0 0 0,0-1 1 0 0,0 0-1 0 0,0 0 1 0 0,1 0-1 0 0,0 0 1 0 0,0 0-1 0 0,1 0 1 0 0,0 0-1 0 0,0 0 1 0 0,0-1-1 0 0,0 1 0 0 0,1 0 1 0 0,0-1-1 0 0,0 0 1 0 0,1 0-1 0 0,-1 0 1 0 0,1 0-1 0 0,0-1 1 0 0,1 1-1 0 0,-1-1 1 0 0,1 0-1 0 0,-1 0 1 0 0,1 0-1 0 0,0-1 0 0 0,1 0 1 0 0,-1 0-1 0 0,1 0 1 0 0,-1-1-1 0 0,1 0 1 0 0,0 0-1 0 0,7 2 1 0 0,3-1-5 0 0,1 0 1 0 0,-1-1-1 0 0,0 0 1 0 0,1-1 0 0 0,-1-1-1 0 0,1-1 1 0 0,-1 0 0 0 0,29-6-1 0 0,-24 2-15 0 0,1-1 0 0 0,-2-1 0 0 0,1-1 0 0 0,-1 0 0 0 0,0-1 0 0 0,19-13 0 0 0,-28 15-9 0 0,-2-1-1 0 0,1 0 1 0 0,-1 0-1 0 0,0 0 0 0 0,-1-1 1 0 0,0-1-1 0 0,-1 0 1 0 0,1 0-1 0 0,-2 0 1 0 0,0-1-1 0 0,0 1 0 0 0,-1-2 1 0 0,0 1-1 0 0,-1 0 1 0 0,0-1-1 0 0,2-12 1 0 0,-4 16 4 0 0,-1 0 0 0 0,0 0 1 0 0,0 0-1 0 0,-1 0 1 0 0,1 0-1 0 0,-2 0 0 0 0,0 0 1 0 0,0 0-1 0 0,0 0 1 0 0,-1 0-1 0 0,0 1 0 0 0,0-1 1 0 0,-1 0-1 0 0,0 1 0 0 0,0 0 1 0 0,-1 0-1 0 0,0 0 1 0 0,0 0-1 0 0,-1 0 0 0 0,0 1 1 0 0,0 0-1 0 0,0 0 1 0 0,-1 0-1 0 0,0 1 0 0 0,-9-7 1 0 0,6 7 3 0 0,1 0 1 0 0,-1 1-1 0 0,1 1 1 0 0,-1-1-1 0 0,0 1 1 0 0,-1 1 0 0 0,1 0-1 0 0,0 0 1 0 0,-1 1-1 0 0,1 0 1 0 0,-1 1-1 0 0,1 0 1 0 0,-1 0 0 0 0,1 1-1 0 0,-1 0 1 0 0,1 1-1 0 0,-15 4 1 0 0,16-4-88 0 0,1 0-1 0 0,-1 0 1 0 0,1 1 0 0 0,0 0 0 0 0,0 1 0 0 0,0-1 0 0 0,0 1 0 0 0,1 1 0 0 0,0-1-1 0 0,0 1 1 0 0,0 0 0 0 0,0 0 0 0 0,1 1 0 0 0,0 0 0 0 0,0 0 0 0 0,0 0 0 0 0,1 1-1 0 0,0-1 1 0 0,0 1 0 0 0,0 0 0 0 0,1 0 0 0 0,-2 8 0 0 0,4-13-97 0 0,1 1 1 0 0,-1-1-1 0 0,1 0 0 0 0,0 1 1 0 0,0-1-1 0 0,0 0 0 0 0,0 1 1 0 0,0-1-1 0 0,0 0 0 0 0,1 0 1 0 0,-1 1-1 0 0,1-1 0 0 0,-1 0 1 0 0,1 0-1 0 0,0 0 0 0 0,0 1 1 0 0,2 1-1 0 0,-1-1-568 0 0,0 0 0 0 0,0-1 0 0 0,0 1 0 0 0,0-1 0 0 0,1 0 0 0 0,-1 1 0 0 0,4 1 0 0 0,6 3-4266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2500 0 0,'3'-1'1948'0'0,"1"-1"-1283"0"0,-1 1 1 0 0,1 0-1 0 0,-1 0 1 0 0,1 1-1 0 0,-1-1 1 0 0,1 1-1 0 0,0-1 1 0 0,-1 1-1 0 0,5 1 1 0 0,-4-1-367 0 0,-1 1 1 0 0,1 0-1 0 0,-1 0 0 0 0,1 0 1 0 0,-1 0-1 0 0,0 1 0 0 0,0 0 1 0 0,0-1-1 0 0,0 1 1 0 0,4 3-1 0 0,9 8 159 0 0,0 0 0 0 0,-1 2 0 0 0,-1-1 1 0 0,0 2-1 0 0,-1 0 0 0 0,-1 0 0 0 0,0 2 0 0 0,11 22 0 0 0,-15-26-352 0 0,-1 1-1 0 0,-1 1 0 0 0,-1-1 1 0 0,0 1-1 0 0,-1 0 1 0 0,0 0-1 0 0,-2 1 0 0 0,0-1 1 0 0,0 0-1 0 0,-3 30 0 0 0,-5 8 1572 0 0,6-52-1509 0 0,5-36-66 0 0,1 17-100 0 0,2 0 0 0 0,0 0 0 0 0,1 1 0 0 0,0 1-1 0 0,13-17 1 0 0,62-67-519 0 0,-54 69-692 0 0,0 1 0 0 0,2 2 0 0 0,69-47 0 0 0,-59 50-3164 0 0,64-30 0 0 0,-63 35-760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60 296 0 0,'-40'-52'12997'0'0,"37"50"-12461"0"0,3 1-479 0 0,0 1 1 0 0,0 0-1 0 0,-1-1 0 0 0,1 1 0 0 0,0 0 1 0 0,0-1-1 0 0,-1 1 0 0 0,1 0 0 0 0,0-1 0 0 0,-1 1 1 0 0,1 0-1 0 0,-1 0 0 0 0,1-1 0 0 0,0 1 1 0 0,-1 0-1 0 0,1 0 0 0 0,-1 0 0 0 0,1 0 0 0 0,0 0 1 0 0,-1-1-1 0 0,1 1 0 0 0,-1 0 0 0 0,1 0 1 0 0,-1 0-1 0 0,1 0 0 0 0,-1 0 0 0 0,1 0 0 0 0,0 0 1 0 0,-1 1-1 0 0,1-1 0 0 0,-1 0 0 0 0,1 0 1 0 0,-1 0-1 0 0,1 0 0 0 0,0 1 0 0 0,-1-1 0 0 0,1 0 1 0 0,-1 0-1 0 0,1 0 0 0 0,0 1 0 0 0,-1-1 1 0 0,1 0-1 0 0,0 1 0 0 0,-1-1 0 0 0,1 0 0 0 0,0 1 1 0 0,0-1-1 0 0,-1 0 0 0 0,1 1 0 0 0,0-1 1 0 0,0 1-1 0 0,0-1 0 0 0,0 1 0 0 0,-1-1 0 0 0,1 0 1 0 0,0 1-1 0 0,-60 228 3425 0 0,-16 124-2546 0 0,69-311-1270 0 0,-18 126-347 0 0,18-58-8041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3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5 575 844 0 0,'-5'-107'10058'0'0,"6"105"-9952"0"0,-1 0 0 0 0,1 0 1 0 0,-1 0-1 0 0,1 0 0 0 0,0 0 0 0 0,0 0 0 0 0,0 0 0 0 0,0 0 0 0 0,0 0 0 0 0,0 1 0 0 0,1-1 0 0 0,-1 0 0 0 0,1 1 0 0 0,-1-1 0 0 0,1 1 1 0 0,-1-1-1 0 0,1 1 0 0 0,0 0 0 0 0,0 0 0 0 0,0 0 0 0 0,0 0 0 0 0,3-1 0 0 0,6-4 142 0 0,1 2 0 0 0,17-6 0 0 0,-25 9-196 0 0,220-50 733 0 0,-34 8-594 0 0,-173 39-206 0 0,0-1-1 0 0,0-1 1 0 0,-1 0-1 0 0,0-1 1 0 0,27-17-1 0 0,-37 20-3 0 0,-1 0 0 0 0,0 0 0 0 0,0 0 0 0 0,0-1 0 0 0,-1 0 0 0 0,1 0 0 0 0,-1 0 0 0 0,0-1 0 0 0,-1 1 0 0 0,0-1 0 0 0,1 0 0 0 0,-2 0 0 0 0,1 0 0 0 0,-1 0 0 0 0,0 0-1 0 0,0-1 1 0 0,0 1 0 0 0,0-10 0 0 0,0-93 99 0 0,-2 80 56 0 0,0 26-108 0 0,-4-7 256 0 0,-36 492 2679 0 0,39-435-3890 0 0,4 51-1 0 0,0-79-1239 0 0,-1 0 0 0 0,2-1 0 0 0,7 20 0 0 0,-4-19-3056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3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62 2672 0 0,'1'-14'6414'0'0,"-1"11"-5637"0"0,5-18 4335 0 0,-4 19-5013 0 0,0 1 1 0 0,-1 0-1 0 0,1-1 1 0 0,0 1 0 0 0,0 0-1 0 0,-1 0 1 0 0,1 0-1 0 0,0 0 1 0 0,0 0-1 0 0,0 0 1 0 0,1 0 0 0 0,-1 0-1 0 0,0 0 1 0 0,0 0-1 0 0,0 1 1 0 0,1-1-1 0 0,-1 0 1 0 0,0 1 0 0 0,1-1-1 0 0,-1 1 1 0 0,0-1-1 0 0,3 1 1 0 0,2-1 1 0 0,0 0-1 0 0,0 1 1 0 0,0 0 0 0 0,0 0 0 0 0,0 0-1 0 0,0 1 1 0 0,0 0 0 0 0,0 0 0 0 0,0 0-1 0 0,9 4 1 0 0,-11-3-35 0 0,0-1 0 0 0,0 1 0 0 0,0 0 0 0 0,0 1 0 0 0,-1-1 0 0 0,1 1 0 0 0,-1-1 0 0 0,0 1 0 0 0,1 0 0 0 0,-1 0 0 0 0,-1 1 0 0 0,1-1 0 0 0,0 1 0 0 0,-1-1 0 0 0,1 1-1 0 0,2 7 1 0 0,-3-4 48 0 0,0 0 0 0 0,-1-1 1 0 0,0 1-1 0 0,0 0 0 0 0,-1 0 0 0 0,1 0 0 0 0,-2 0 0 0 0,1-1 0 0 0,-1 1 0 0 0,0 0 0 0 0,0 0 0 0 0,-1-1 0 0 0,0 1 0 0 0,0-1 0 0 0,0 1 0 0 0,-1-1 0 0 0,0 0 0 0 0,-5 7 0 0 0,-7 13 472 0 0,-2-1 1 0 0,-34 39-1 0 0,49-61-549 0 0,-61 64 948 0 0,40-44-718 0 0,0 1-1 0 0,-24 36 1 0 0,46-59-264 0 0,1-1 0 0 0,-1 1 1 0 0,0 0-1 0 0,1 0 0 0 0,0-1 1 0 0,-1 1-1 0 0,1 0 0 0 0,-1 0 1 0 0,1 0-1 0 0,0 0 0 0 0,0 0 1 0 0,-1 0-1 0 0,1-1 0 0 0,0 1 1 0 0,0 0-1 0 0,0 0 0 0 0,0 0 1 0 0,0 0-1 0 0,0 0 0 0 0,1 0 1 0 0,-1 0-1 0 0,0 0 0 0 0,0 0 0 0 0,0-1 1 0 0,1 1-1 0 0,-1 0 0 0 0,1 0 1 0 0,-1 0-1 0 0,1 0 0 0 0,-1-1 1 0 0,1 1-1 0 0,-1 0 0 0 0,1 0 1 0 0,-1-1-1 0 0,1 1 0 0 0,0-1 1 0 0,0 1-1 0 0,-1 0 0 0 0,1-1 1 0 0,0 1-1 0 0,0-1 0 0 0,-1 0 1 0 0,1 1-1 0 0,0-1 0 0 0,0 0 1 0 0,0 1-1 0 0,0-1 0 0 0,0 0 1 0 0,1 0-1 0 0,5 2 3 0 0,0 0 1 0 0,0-1-1 0 0,0 0 0 0 0,14 0 1 0 0,21-2-170 0 0,-1-3 0 0 0,76-15 1 0 0,80-33-1055 0 0,-190 51 1172 0 0,26-9-502 0 0,1 0 1 0 0,-2-2 0 0 0,42-21 0 0 0,-69 29-243 0 0,-1 1 0 0 0,1-1 0 0 0,-1 0 1 0 0,0 0-1 0 0,-1 0 0 0 0,7-9 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6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454 219 1156 0 0,'3'-5'493'0'0,"0"0"1"0"0,0 0-1 0 0,0 0 0 0 0,0-1 1 0 0,-1 1-1 0 0,0-1 0 0 0,0 1 0 0 0,0-1 1 0 0,-1 0-1 0 0,0 1 0 0 0,0-1 0 0 0,0 0 1 0 0,-1 0-1 0 0,0 0 0 0 0,0 0 1 0 0,-1-6-1 0 0,0 5-323 0 0,-1 0 0 0 0,1 0 0 0 0,-1 0-1 0 0,0 0 1 0 0,-1 0 0 0 0,1 0 0 0 0,-1 1 0 0 0,-1 0 0 0 0,1-1 0 0 0,-1 1 0 0 0,0 0 0 0 0,-1 1 0 0 0,-5-6-1 0 0,7 8-135 0 0,0 1 0 0 0,0 0 0 0 0,0 0-1 0 0,0 0 1 0 0,0 0 0 0 0,-1 1-1 0 0,1-1 1 0 0,-1 1 0 0 0,1 0 0 0 0,-1 0-1 0 0,1 0 1 0 0,-1 1 0 0 0,0-1-1 0 0,0 1 1 0 0,1 0 0 0 0,-1 0 0 0 0,0 0-1 0 0,0 0 1 0 0,1 1 0 0 0,-1-1-1 0 0,0 1 1 0 0,1 0 0 0 0,-1 0-1 0 0,-3 2 1 0 0,-5 2-8 0 0,0 0 1 0 0,0 0-1 0 0,1 2 0 0 0,0-1 0 0 0,-17 14 1 0 0,-1 3 12 0 0,1 2 0 0 0,2 1 1 0 0,-36 45-1 0 0,45-50-23 0 0,2 1 0 0 0,0 1 0 0 0,2 0-1 0 0,1 1 1 0 0,-16 42 0 0 0,25-57-4 0 0,0 0-1 0 0,1 0 0 0 0,1 0 1 0 0,0 1-1 0 0,0-1 0 0 0,1 0 1 0 0,0 1-1 0 0,0-1 1 0 0,2 11-1 0 0,-1-17-7 0 0,-1 1 0 0 0,1-1 0 0 0,0 1 0 0 0,0-1 0 0 0,0 1 0 0 0,1-1 0 0 0,-1 0 0 0 0,1 0 1 0 0,0 1-1 0 0,-1-1 0 0 0,2 0 0 0 0,-1-1 0 0 0,0 1 0 0 0,0 0 0 0 0,1-1 0 0 0,0 1 0 0 0,-1-1 0 0 0,1 0 0 0 0,0 1 0 0 0,0-2 0 0 0,0 1 0 0 0,0 0 0 0 0,0 0 0 0 0,1-1 0 0 0,4 2 1 0 0,-2-2-8 0 0,1 0 1 0 0,-1-1 0 0 0,1 1 0 0 0,-1-1-1 0 0,1-1 1 0 0,0 1 0 0 0,-1-1 0 0 0,1 0 0 0 0,-1-1-1 0 0,1 1 1 0 0,-1-1 0 0 0,0-1 0 0 0,8-3 0 0 0,0-1-6 0 0,-1 0 0 0 0,-1-1 0 0 0,1 0 0 0 0,17-16 1 0 0,-17 12-12 0 0,0-1 1 0 0,-1-1 0 0 0,0-1 0 0 0,-1 1 0 0 0,0-2-1 0 0,14-30 1 0 0,38-106-33 0 0,-28 60 20 0 0,-24 62-38 0 0,4 48 427 0 0,-12-2-141 0 0,-1 1-1 0 0,-1 0 1 0 0,0 19 0 0 0,0 7 1 0 0,4 65 107 0 0,5 60-88 0 0,7-81-684 0 0,-15-78 63 0 0,1 0 1 0 0,0 0 0 0 0,1 0-1 0 0,0 0 1 0 0,0-1 0 0 0,1 0-1 0 0,6 10 1 0 0,-8-15-301 0 0,0 0 1 0 0,0-1-1 0 0,0 1 0 0 0,1 0 1 0 0,-1-1-1 0 0,7 4 0 0 0,5 2-3661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93 584 0 0,'4'-9'1523'0'0,"0"0"-1"0"0,0 0 1 0 0,-1-1-1 0 0,0 0 1 0 0,-1 1-1 0 0,0-1 1 0 0,1-12 0 0 0,-3 22-1489 0 0,-1-1 1 0 0,1 1 0 0 0,0 0 0 0 0,0 0-1 0 0,0-1 1 0 0,-1 1 0 0 0,1 0 0 0 0,0 0-1 0 0,0-1 1 0 0,-1 1 0 0 0,1 0 0 0 0,0 0-1 0 0,-1 0 1 0 0,1 0 0 0 0,0 0 0 0 0,0-1-1 0 0,-1 1 1 0 0,1 0 0 0 0,0 0 0 0 0,-1 0-1 0 0,1 0 1 0 0,0 0 0 0 0,-1 0 0 0 0,1 0-1 0 0,0 0 1 0 0,-1 0 0 0 0,1 0 0 0 0,0 0-1 0 0,-1 0 1 0 0,1 0 0 0 0,0 0 0 0 0,-1 0-1 0 0,1 1 1 0 0,0-1 0 0 0,-1 0 0 0 0,1 0 0 0 0,0 0-1 0 0,-1 0 1 0 0,1 1 0 0 0,0-1 0 0 0,0 0-1 0 0,-1 1 1 0 0,-14 6 423 0 0,15-7-438 0 0,-15 13 377 0 0,1 0-1 0 0,0 1 1 0 0,1 0 0 0 0,-20 30 0 0 0,10-14-162 0 0,-3 4-90 0 0,1 0-1 0 0,3 2 1 0 0,0 0-1 0 0,-26 65 1 0 0,45-94-188 0 0,1-1 1 0 0,0 0-1 0 0,0 1 1 0 0,1 0-1 0 0,0-1 1 0 0,0 1-1 0 0,0 0 1 0 0,1 0-1 0 0,0 0 1 0 0,0-1-1 0 0,1 1 1 0 0,0 0-1 0 0,2 8 1 0 0,-2-11-140 0 0,1 0 0 0 0,0-1 1 0 0,-1 1-1 0 0,1-1 1 0 0,0 1-1 0 0,1-1 1 0 0,-1 1-1 0 0,1-1 1 0 0,-1 0-1 0 0,1 0 1 0 0,0-1-1 0 0,0 1 0 0 0,0 0 1 0 0,1-1-1 0 0,-1 0 1 0 0,1 0-1 0 0,-1 0 1 0 0,1 0-1 0 0,0-1 1 0 0,-1 1-1 0 0,1-1 1 0 0,0 0-1 0 0,6 1 0 0 0,3 0-1604 0 0,-1 0-1 0 0,19-1 1 0 0,-1-3-3177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6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53 1428 0 0,'1'-2'441'0'0,"0"0"-1"0"0,-1 0 0 0 0,1 0 1 0 0,-1 0-1 0 0,0 0 0 0 0,0 0 1 0 0,0 0-1 0 0,0 0 0 0 0,0 0 1 0 0,0 0-1 0 0,-1 0 1 0 0,1 0-1 0 0,0 0 0 0 0,-1 0 1 0 0,0 0-1 0 0,1 0 0 0 0,-1 0 1 0 0,0 0-1 0 0,0 0 1 0 0,0 1-1 0 0,0-1 0 0 0,-1 0 1 0 0,1 1-1 0 0,0-1 0 0 0,-4-3 902 0 0,1 6-512 0 0,-2 0-555 0 0,-1 1-1 0 0,1 0 0 0 0,0 0 1 0 0,0 0-1 0 0,0 1 0 0 0,0 0 1 0 0,0 0-1 0 0,1 1 0 0 0,0-1 1 0 0,-1 1-1 0 0,-8 9 0 0 0,-10 10 443 0 0,-22 28 0 0 0,32-35-493 0 0,-15 18 78 0 0,2 1-1 0 0,-24 39 1 0 0,41-57-251 0 0,0 1 0 0 0,0 1 0 0 0,2 0 1 0 0,0 0-1 0 0,2 1 0 0 0,-7 32 1 0 0,11-46-100 0 0,2 0 0 0 0,-1 0 1 0 0,1 0-1 0 0,0 0 0 0 0,0-1 1 0 0,1 1-1 0 0,-1 0 0 0 0,1 0 1 0 0,1 0-1 0 0,-1-1 0 0 0,1 1 0 0 0,0-1 1 0 0,0 1-1 0 0,0-1 0 0 0,1 0 1 0 0,0 1-1 0 0,0-1 0 0 0,0-1 1 0 0,1 1-1 0 0,6 7 0 0 0,-4-7-254 0 0,0 0-1 0 0,1-1 0 0 0,-1 1 1 0 0,1-1-1 0 0,0 0 0 0 0,-1-1 0 0 0,2 0 1 0 0,-1 0-1 0 0,0 0 0 0 0,1-1 1 0 0,-1 0-1 0 0,1 0 0 0 0,0-1 0 0 0,15 1 1 0 0,-7-2-693 0 0,1-1 1 0 0,-1-1 0 0 0,1 0 0 0 0,-1-1 0 0 0,0-1-1 0 0,0 0 1 0 0,0-1 0 0 0,26-13 0 0 0,-3-2-2935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7 243 2288 0 0,'14'-22'2665'0'0,"21"-45"-1"0"0,-31 57-1814 0 0,-1 0 1 0 0,1 0-1 0 0,-1-1 0 0 0,-1 0 0 0 0,0 1 0 0 0,-1-1 0 0 0,1-12 1 0 0,-2 21-77 0 0,-17 18 361 0 0,9-2-940 0 0,-1 0 0 0 0,2 1-1 0 0,0 1 1 0 0,1-1 0 0 0,1 1 0 0 0,0 0-1 0 0,1 0 1 0 0,1 0 0 0 0,-2 19 0 0 0,4-30-184 0 0,1 0 0 0 0,0 1 0 0 0,0-1 1 0 0,1 0-1 0 0,-1 1 0 0 0,1-1 0 0 0,0 0 1 0 0,0 0-1 0 0,1 0 0 0 0,-1 0 1 0 0,1 0-1 0 0,1 0 0 0 0,-1 0 0 0 0,0-1 1 0 0,1 1-1 0 0,0-1 0 0 0,0 1 1 0 0,1-1-1 0 0,-1 0 0 0 0,1 0 0 0 0,0-1 1 0 0,0 1-1 0 0,0-1 0 0 0,0 0 0 0 0,1 0 1 0 0,-1 0-1 0 0,1-1 0 0 0,0 1 1 0 0,-1-1-1 0 0,1 0 0 0 0,11 2 0 0 0,-7-2-3 0 0,0 0-1 0 0,1-1 0 0 0,-1-1 1 0 0,1 1-1 0 0,-1-1 0 0 0,1-1 0 0 0,-1 0 1 0 0,0 0-1 0 0,1-1 0 0 0,-1 0 1 0 0,0-1-1 0 0,0 0 0 0 0,0 0 0 0 0,0-1 1 0 0,-1 0-1 0 0,1 0 0 0 0,-1-1 1 0 0,0 0-1 0 0,-1-1 0 0 0,1 0 0 0 0,-1 0 1 0 0,7-7-1 0 0,-6 5 6 0 0,0-1 1 0 0,-1 1-1 0 0,0-1 0 0 0,0 0 1 0 0,-1-1-1 0 0,0 0 1 0 0,0 0-1 0 0,-2 0 0 0 0,1 0 1 0 0,-1-1-1 0 0,0 0 0 0 0,-1 0 1 0 0,-1 0-1 0 0,0 0 0 0 0,0 0 1 0 0,-1-1-1 0 0,0 1 0 0 0,-1-14 1 0 0,-1 20 0 0 0,1 0 1 0 0,-1 1-1 0 0,0-1 1 0 0,0 0-1 0 0,-1 0 1 0 0,1 1-1 0 0,-1-1 1 0 0,0 1-1 0 0,-1 0 1 0 0,1-1-1 0 0,-1 1 1 0 0,1 0-1 0 0,-1 0 1 0 0,0 0-1 0 0,-1 1 1 0 0,1-1-1 0 0,-1 1 0 0 0,1 0 1 0 0,-1 0-1 0 0,0 0 1 0 0,0 0-1 0 0,0 1 1 0 0,-5-3-1 0 0,1 3-10 0 0,1-1-1 0 0,-1 1 1 0 0,1 0-1 0 0,-1 1 1 0 0,0 0-1 0 0,0 0 1 0 0,1 0-1 0 0,-1 1 1 0 0,0 1-1 0 0,0-1 0 0 0,0 1 1 0 0,1 0-1 0 0,-14 4 1 0 0,7 0 5 0 0,0 0 0 0 0,1 0 1 0 0,-1 2-1 0 0,1-1 0 0 0,0 2 0 0 0,1-1 1 0 0,-16 14-1 0 0,22-16-221 0 0,-1 1 0 0 0,1 0 0 0 0,0 0 1 0 0,0 0-1 0 0,1 1 0 0 0,-1 0 0 0 0,2 0 0 0 0,-1 1 0 0 0,1-1 1 0 0,0 1-1 0 0,1 0 0 0 0,-1 0 0 0 0,-3 15 0 0 0,7-19-63 0 0,-1 0 0 0 0,1 0 0 0 0,0-1 0 0 0,0 1 0 0 0,1 0 0 0 0,-1 0 0 0 0,1-1 0 0 0,-1 1 0 0 0,1 0 0 0 0,2 3 0 0 0,-2-5-316 0 0,0 0-1 0 0,0 1 1 0 0,0-1 0 0 0,0 0 0 0 0,1 0-1 0 0,-1 0 1 0 0,1 0 0 0 0,-1 0-1 0 0,4 3 1 0 0,9 4-4629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7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1096 0 0,'16'-26'2953'0'0,"-6"10"-321"0"0,19-25-1 0 0,-26 38-2305 0 0,0-1-1 0 0,0 1 1 0 0,1 0 0 0 0,-1-1 0 0 0,1 1 0 0 0,0 1 0 0 0,0-1 0 0 0,0 1 0 0 0,0-1 0 0 0,1 1 0 0 0,5-2 0 0 0,-4 3-133 0 0,0 0 1 0 0,0 0-1 0 0,0 1 1 0 0,0 0 0 0 0,0 0-1 0 0,0 0 1 0 0,0 1-1 0 0,0 0 1 0 0,0 0-1 0 0,0 0 1 0 0,0 1 0 0 0,0 0-1 0 0,-1 0 1 0 0,1 0-1 0 0,-1 1 1 0 0,1 0 0 0 0,8 6-1 0 0,-2-1-3 0 0,-1 1 0 0 0,0 0 0 0 0,-1 1 0 0 0,0 0 1 0 0,-1 1-1 0 0,12 15 0 0 0,-8-7-66 0 0,-1 1 0 0 0,-1 0 1 0 0,-1 0-1 0 0,11 30 0 0 0,-18-40-1 0 0,1 0 0 0 0,-2 1 0 0 0,1-1 0 0 0,-2 1 0 0 0,1-1 0 0 0,-1 1 0 0 0,-1 0 0 0 0,0 0 0 0 0,0 0 0 0 0,-1-1 0 0 0,-4 17 0 0 0,5-25-79 0 0,-1 0-1 0 0,0 1 1 0 0,0-1 0 0 0,0 0-1 0 0,0 0 1 0 0,0 0-1 0 0,0 1 1 0 0,-1-1-1 0 0,1 0 1 0 0,-1-1 0 0 0,1 1-1 0 0,-1 0 1 0 0,0 0-1 0 0,0-1 1 0 0,-4 3 0 0 0,4-2 60 0 0,-1-2-21 0 0,2 0-74 0 0,-1 0 0 0 0,1 0 1 0 0,-1-1-1 0 0,1 1 0 0 0,-1 0 1 0 0,1 0-1 0 0,-1-1 0 0 0,1 1 0 0 0,-1-1 1 0 0,1 0-1 0 0,0 1 0 0 0,-1-1 0 0 0,1 0 1 0 0,0 0-1 0 0,0 0 0 0 0,0 1 0 0 0,-1-1 1 0 0,1-1-1 0 0,-2-1 0 0 0,2 1-4 0 0,-1-1-1 0 0,1 0 1 0 0,-1 1-1 0 0,1-1 1 0 0,0 0-1 0 0,0 0 1 0 0,0 0-1 0 0,1 0 0 0 0,-2-5 1 0 0,2 1-14 0 0,-1 0-1 0 0,1 0 1 0 0,0 0 0 0 0,1 1-1 0 0,0-1 1 0 0,0 0 0 0 0,0 0-1 0 0,5-10 1 0 0,-2 7-219 0 0,1 0-1 0 0,0 0 1 0 0,1 1-1 0 0,0 0 1 0 0,1 0-1 0 0,-1 1 1 0 0,2 0-1 0 0,-1 0 1 0 0,1 0 0 0 0,1 1-1 0 0,-1 1 1 0 0,1-1-1 0 0,0 1 1 0 0,0 1-1 0 0,1-1 1 0 0,12-4-1 0 0,12-2-2399 0 0,1 0 0 0 0,0 3 0 0 0,54-9 0 0 0,-60 13-1738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7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307 733 512 0 0,'1'-1'374'0'0,"1"-1"-1"0"0,-1 0 1 0 0,0 0 0 0 0,0 1-1 0 0,-1-1 1 0 0,1 0 0 0 0,0 0-1 0 0,-1 0 1 0 0,1 0 0 0 0,-1 0-1 0 0,1 0 1 0 0,-1 0 0 0 0,0 0-1 0 0,0 0 1 0 0,0 0-1 0 0,0 0 1 0 0,0 0 0 0 0,0 0-1 0 0,-1 0 1 0 0,1 0 0 0 0,-1 0-1 0 0,1 0 1 0 0,-1 0 0 0 0,-1-3-1 0 0,0 1-62 0 0,-1 1 0 0 0,1 0-1 0 0,0 0 1 0 0,-1 0 0 0 0,1 0-1 0 0,-1 1 1 0 0,0-1 0 0 0,0 0-1 0 0,0 1 1 0 0,0 0 0 0 0,-1 0-1 0 0,-3-2 1 0 0,2 2-178 0 0,0 0 1 0 0,0 0-1 0 0,0 0 1 0 0,-1 0 0 0 0,1 1-1 0 0,0 0 1 0 0,-1 0-1 0 0,1 1 1 0 0,-1-1-1 0 0,1 1 1 0 0,-1 1-1 0 0,0-1 1 0 0,1 1-1 0 0,0-1 1 0 0,-1 2-1 0 0,1-1 1 0 0,-1 1-1 0 0,1-1 1 0 0,0 1-1 0 0,0 1 1 0 0,0-1-1 0 0,0 1 1 0 0,1 0-1 0 0,-1 0 1 0 0,1 0-1 0 0,-6 6 1 0 0,-3 3-79 0 0,0 0 1 0 0,1 2-1 0 0,0-1 0 0 0,1 2 1 0 0,1-1-1 0 0,0 1 0 0 0,1 1 1 0 0,-14 32-1 0 0,20-40-46 0 0,1 0 1 0 0,-1 1-1 0 0,1-1 1 0 0,1 1-1 0 0,0-1 1 0 0,0 1-1 0 0,1-1 1 0 0,0 1-1 0 0,1 9 1 0 0,0-12-4 0 0,0 0 0 0 0,0 0 0 0 0,1 0 1 0 0,0 0-1 0 0,0-1 0 0 0,1 1 0 0 0,0-1 1 0 0,0 1-1 0 0,0-1 0 0 0,0 0 1 0 0,1 0-1 0 0,0 0 0 0 0,0-1 0 0 0,5 5 1 0 0,-4-5-81 0 0,0 0 1 0 0,0-1-1 0 0,0 1 1 0 0,1-1-1 0 0,-1 0 1 0 0,1 0 0 0 0,0-1-1 0 0,0 0 1 0 0,0 0-1 0 0,0 0 1 0 0,0-1-1 0 0,0 0 1 0 0,1 0 0 0 0,-1-1-1 0 0,0 1 1 0 0,0-1-1 0 0,1-1 1 0 0,-1 1-1 0 0,0-1 1 0 0,0 0 0 0 0,1-1-1 0 0,8-2 1 0 0,-3-1-113 0 0,0 1 0 0 0,0-1 0 0 0,0-1 0 0 0,-1 0 1 0 0,0-1-1 0 0,0 0 0 0 0,0-1 0 0 0,-1 0 0 0 0,-1-1 0 0 0,11-10 1 0 0,1-7 19 0 0,-1-1 0 0 0,-1-1 0 0 0,-1-1 0 0 0,-2 0 1 0 0,-1-1-1 0 0,-1-1 0 0 0,11-36 0 0 0,52-233-159 0 0,-75 292 311 0 0,20-99 1683 0 0,9-131-1 0 0,-30 228-1569 0 0,0-7 380 0 0,-3 16-258 0 0,-3 11-119 0 0,-2 6 54 0 0,2 1 0 0 0,0 0 1 0 0,-5 34-1 0 0,2-5-38 0 0,-8 29 48 0 0,4 0 0 0 0,-5 115 0 0 0,17-131-123 0 0,1 0 0 0 0,4 1-1 0 0,20 103 1 0 0,-21-146-234 0 0,1 0 0 0 0,0 0 0 0 0,1-1 0 0 0,1 0-1 0 0,10 17 1 0 0,-14-27-55 0 0,1 0 0 0 0,0-1-1 0 0,0 1 1 0 0,0-1 0 0 0,0 0 0 0 0,1-1-1 0 0,0 1 1 0 0,0-1 0 0 0,0 0-1 0 0,0 0 1 0 0,1 0 0 0 0,-1-1-1 0 0,1 0 1 0 0,0 0 0 0 0,0 0-1 0 0,8 1 1 0 0,-12-3 192 0 0,-1-1 0 0 0,1 0 0 0 0,0 1 0 0 0,-1-1 0 0 0,1 0 0 0 0,0 0 0 0 0,0-1 0 0 0,-1 1 0 0 0,1 0 0 0 0,0 0 0 0 0,-1-1 0 0 0,1 1 0 0 0,-1-1 0 0 0,4-1 0 0 0,0 0-76 0 0,1 0 52 0 0,-1 0 1 0 0,0-1-1 0 0,0 1 0 0 0,0-1 0 0 0,0 0 1 0 0,0 0-1 0 0,-1-1 0 0 0,1 1 1 0 0,-1-1-1 0 0,0 0 0 0 0,0 0 0 0 0,0-1 1 0 0,-1 1-1 0 0,6-10 0 0 0,2-4 17 0 0,-1-1-1 0 0,11-29 0 0 0,27-88 1579 0 0,-20 44 2254 0 0,-16 64-1923 0 0,-12 28-1825 0 0,0 0 0 0 0,0 0 0 0 0,0-1 0 0 0,0 1 0 0 0,0 0 0 0 0,0 0 0 0 0,0 0 0 0 0,0 0 0 0 0,0 0 0 0 0,0 0 0 0 0,0 0 0 0 0,0 0 0 0 0,1 0 0 0 0,-1 0 0 0 0,0 0 0 0 0,0 0 0 0 0,0-1 0 0 0,0 1 0 0 0,0 0 0 0 0,0 0 0 0 0,0 0 0 0 0,0 0 0 0 0,1 0 0 0 0,-1 0 0 0 0,0 0 0 0 0,0 0 0 0 0,0 0 0 0 0,0 0 0 0 0,0 0 0 0 0,0 0 0 0 0,0 0 0 0 0,0 0 0 0 0,1 0 0 0 0,-1 0 0 0 0,0 1 0 0 0,0-1 0 0 0,0 0 0 0 0,0 0 0 0 0,0 0 0 0 0,0 0 0 0 0,0 0 0 0 0,0 0 0 0 0,0 0 0 0 0,1 0 0 0 0,-1 0 0 0 0,0 0 0 0 0,0 0 0 0 0,0 0 0 0 0,0 0 0 0 0,0 1 0 0 0,0-1 0 0 0,0 0 0 0 0,0 0 0 0 0,0 0 0 0 0,0 0 0 0 0,0 0 0 0 0,0 0 0 0 0,0 0 0 0 0,0 1 0 0 0,2 17 553 0 0,-2 5-348 0 0,0 13 100 0 0,1 0 0 0 0,6 38-1 0 0,-6-65-386 0 0,1 0-1 0 0,0-1 0 0 0,0 1 1 0 0,1-1-1 0 0,0 0 0 0 0,0 1 1 0 0,1-1-1 0 0,0-1 0 0 0,1 1 1 0 0,-1-1-1 0 0,2 1 0 0 0,-1-2 1 0 0,13 14-1 0 0,-14-17-297 0 0,0 0-1 0 0,1 0 1 0 0,0 0 0 0 0,-1 0 0 0 0,1-1-1 0 0,0 1 1 0 0,0-1 0 0 0,1-1 0 0 0,-1 1-1 0 0,0-1 1 0 0,10 2 0 0 0,-10-3-465 0 0,-1 0 0 0 0,1 0 0 0 0,0 0 0 0 0,0 0-1 0 0,0-1 1 0 0,0 0 0 0 0,0 0 0 0 0,5-2 0 0 0,7-5-5366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69 1376 0 0,'-13'-10'1371'0'0,"0"0"-1"0"0,-1 1 1 0 0,0 0-1 0 0,-1 1 1 0 0,0 1-1 0 0,-21-8 1 0 0,35 15-1361 0 0,0 0 0 0 0,0 0 0 0 0,0-1 1 0 0,0 1-1 0 0,0 0 0 0 0,0 0 1 0 0,0 0-1 0 0,0 0 0 0 0,0 0 0 0 0,0 1 1 0 0,0-1-1 0 0,0 0 0 0 0,0 0 0 0 0,0 1 1 0 0,0-1-1 0 0,0 0 0 0 0,0 1 0 0 0,1-1 1 0 0,-1 1-1 0 0,0-1 0 0 0,0 1 1 0 0,0 0-1 0 0,0-1 0 0 0,1 1 0 0 0,-1 0 1 0 0,0-1-1 0 0,1 1 0 0 0,-2 1 0 0 0,1 0-137 0 0,0 1 0 0 0,-1-1-1 0 0,1 1 1 0 0,0-1 0 0 0,0 1 0 0 0,0-1-1 0 0,0 5 1 0 0,0-2-597 0 0,1 0 0 0 0,-1 0 0 0 0,1-1 0 0 0,1 1 0 0 0,-1 0 0 0 0,2 9 0 0 0,2 1-2053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8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1 141 612 0 0,'2'15'7303'0'0,"4"24"-3044"0"0,13 101-256 0 0,-18-106-3231 0 0,-3-23-70 0 0,2-11-687 0 0,0 1 0 0 0,0-1 0 0 0,0 0 1 0 0,0 0-1 0 0,0 0 0 0 0,0 0 0 0 0,-1 0 0 0 0,1 0 0 0 0,0 0 1 0 0,0 1-1 0 0,0-1 0 0 0,0 0 0 0 0,0 0 0 0 0,0 0 0 0 0,-1 0 1 0 0,1 0-1 0 0,0 0 0 0 0,0 0 0 0 0,0 0 0 0 0,0 0 0 0 0,0 0 1 0 0,-1 0-1 0 0,1 0 0 0 0,0 0 0 0 0,0 0 0 0 0,0 0 0 0 0,0 0 1 0 0,-1 0-1 0 0,1 0 0 0 0,0 0 0 0 0,0 0 0 0 0,0 0 0 0 0,0 0 0 0 0,0 0 1 0 0,-1 0-1 0 0,1 0 0 0 0,0-1 0 0 0,0 1 0 0 0,0 0 0 0 0,0 0 1 0 0,0 0-1 0 0,0 0 0 0 0,0 0 0 0 0,-1 0 0 0 0,1 0 0 0 0,0 0 1 0 0,0-1-1 0 0,0 1 0 0 0,0 0 0 0 0,0-1-11 0 0,-1 0 0 0 0,1 0 0 0 0,0 0 0 0 0,0 0 0 0 0,-1 1 0 0 0,1-1 0 0 0,0 0 0 0 0,0 0 0 0 0,0 0 0 0 0,0 0 0 0 0,0 0 0 0 0,1 0 0 0 0,-1 0 0 0 0,0 0 0 0 0,0 0 0 0 0,1 1 0 0 0,-1-1 0 0 0,1-1 0 0 0,-1 0 5 0 0,7-17-4 0 0,1 0 0 0 0,1 1 0 0 0,0 0 0 0 0,1 1 0 0 0,1-1 0 0 0,1 2 0 0 0,14-16 0 0 0,-7 8-22 0 0,1 2 0 0 0,1 0 0 0 0,1 2-1 0 0,41-31 1 0 0,-51 43 3 0 0,0 0-1 0 0,0 1 1 0 0,1 1-1 0 0,0-1 1 0 0,0 2-1 0 0,1 0 1 0 0,-1 1-1 0 0,1 0 1 0 0,0 1-1 0 0,1 0 1 0 0,24 0-1 0 0,-35 3 22 0 0,1 0 0 0 0,-1 0-1 0 0,0 1 1 0 0,0-1 0 0 0,1 1 0 0 0,-1 0-1 0 0,0 0 1 0 0,0 1 0 0 0,0-1-1 0 0,0 1 1 0 0,0 0 0 0 0,0 0 0 0 0,-1 0-1 0 0,1 1 1 0 0,-1-1 0 0 0,1 1-1 0 0,-1 0 1 0 0,0 0 0 0 0,0 0 0 0 0,3 4-1 0 0,-3-2 24 0 0,1 0-1 0 0,-2 1 0 0 0,1-1 1 0 0,-1 1-1 0 0,1-1 1 0 0,-1 1-1 0 0,-1 0 1 0 0,1 0-1 0 0,-1 0 0 0 0,0 0 1 0 0,-1 0-1 0 0,0 0 1 0 0,0 11-1 0 0,-3 8 143 0 0,-1-1 1 0 0,-1 1-1 0 0,-1-1 1 0 0,-13 34-1 0 0,-3 9-2620 0 0,17-46-2324 0 0,-4 29 0 0 0,7-36-521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39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866 109 156 0 0,'90'-109'17202'0'0,"-93"110"-16486"0"0,-7 4-382 0 0,1 0 0 0 0,-1 1-1 0 0,1 0 1 0 0,0 0 0 0 0,0 1-1 0 0,0 1 1 0 0,-10 11 0 0 0,-3 5 68 0 0,-26 36 1 0 0,38-45-326 0 0,0 0 0 0 0,1 0 0 0 0,1 1 0 0 0,0 0 0 0 0,-11 32 0 0 0,19-46-69 0 0,-5 21 42 0 0,5-22-46 0 0,0 0-1 0 0,0 0 1 0 0,0 0 0 0 0,0-1 0 0 0,0 1 0 0 0,0 0-1 0 0,1 0 1 0 0,-1 0 0 0 0,0 0 0 0 0,0 0 0 0 0,1 0-1 0 0,-1-1 1 0 0,0 1 0 0 0,1 0 0 0 0,-1 0-1 0 0,1 0 1 0 0,-1-1 0 0 0,1 1 0 0 0,-1 0 0 0 0,1-1-1 0 0,-1 1 1 0 0,2 0 0 0 0,-1 0 4 0 0,0 0 1 0 0,1 0-1 0 0,-1-1 1 0 0,0 1-1 0 0,0-1 1 0 0,1 1-1 0 0,-1-1 0 0 0,1 0 1 0 0,-1 1-1 0 0,0-1 1 0 0,1 0-1 0 0,-1 0 1 0 0,1 0-1 0 0,-1 0 0 0 0,0 0 1 0 0,1 0-1 0 0,-1 0 1 0 0,1-1-1 0 0,-1 1 1 0 0,0 0-1 0 0,2-2 0 0 0,1 1 5 0 0,-1-1 0 0 0,0 0-1 0 0,1 0 1 0 0,-1 0-1 0 0,0-1 1 0 0,0 1 0 0 0,5-6-1 0 0,3-5 11 0 0,-1-1-1 0 0,15-26 0 0 0,-22 37-19 0 0,46-81 112 0 0,-49 84-116 0 0,0-1 0 0 0,0 1-1 0 0,1 0 1 0 0,-1-1 0 0 0,0 1-1 0 0,0 0 1 0 0,0-1 0 0 0,0 1 0 0 0,1 0-1 0 0,-1 0 1 0 0,0-1 0 0 0,0 1-1 0 0,1 0 1 0 0,-1 0 0 0 0,0-1-1 0 0,0 1 1 0 0,1 0 0 0 0,-1 0-1 0 0,0 0 1 0 0,1-1 0 0 0,-1 1-1 0 0,0 0 1 0 0,1 0 0 0 0,-1 0-1 0 0,0 0 1 0 0,1 0 0 0 0,-1 0-1 0 0,0 0 1 0 0,1 0 0 0 0,-1 0-1 0 0,0 0 1 0 0,1 0 0 0 0,-1 0 0 0 0,0 0-1 0 0,1 0 1 0 0,0 0 0 0 0,5 13 154 0 0,-1 23 398 0 0,-9 25 330 0 0,-2 1 0 0 0,-20 78 0 0 0,22-118-803 0 0,-79 342 778 0 0,-36-10-303 0 0,96-300-467 0 0,-3 0 1 0 0,-2-2 0 0 0,-3 0 0 0 0,-46 59 0 0 0,59-88-70 0 0,-1-1-1 0 0,-1-1 0 0 0,-1 0 1 0 0,-1-2-1 0 0,0 0 1 0 0,-2-1-1 0 0,0-2 1 0 0,-1 0-1 0 0,0-2 0 0 0,-47 19 1 0 0,61-29 7 0 0,-1 0 1 0 0,0-1-1 0 0,0 0 0 0 0,0-1 1 0 0,0-1-1 0 0,0 0 0 0 0,-21 0 1 0 0,29-2-52 0 0,1 1 1 0 0,-1 0 0 0 0,1-1-1 0 0,-1 0 1 0 0,0 0 0 0 0,1 0 0 0 0,0 0-1 0 0,-1 0 1 0 0,1-1 0 0 0,0 0 0 0 0,-1 1-1 0 0,1-1 1 0 0,0 0 0 0 0,0-1 0 0 0,1 1-1 0 0,-1 0 1 0 0,0-1 0 0 0,1 0-1 0 0,-1 1 1 0 0,1-1 0 0 0,0 0 0 0 0,0 0-1 0 0,0 0 1 0 0,1-1 0 0 0,-1 1 0 0 0,1 0-1 0 0,-1-1 1 0 0,1 1 0 0 0,-1-5 0 0 0,1-2-148 0 0,0-1 0 0 0,0 1 0 0 0,1 0 0 0 0,0-1 0 0 0,1 1 0 0 0,0 0 0 0 0,1-1 0 0 0,0 1 0 0 0,0 0 0 0 0,1 0 0 0 0,8-18 0 0 0,1 2-270 0 0,1 2 0 0 0,1 0 0 0 0,21-28 0 0 0,0 8-466 0 0,2 0 0 0 0,2 3 0 0 0,1 1 0 0 0,62-46 0 0 0,196-120-9198 0 0,-216 154 3599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0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27 942 2288 0 0,'-9'12'4090'0'0,"7"-9"-3773"0"0,0 0-1 0 0,0 1 1 0 0,0-1 0 0 0,0 0-1 0 0,1 1 1 0 0,-1 0 0 0 0,1-1-1 0 0,0 1 1 0 0,0 0 0 0 0,1-1 0 0 0,-1 1-1 0 0,1 0 1 0 0,0 0 0 0 0,0 0-1 0 0,0-1 1 0 0,0 1 0 0 0,1 5-1 0 0,0-6-239 0 0,-1 0-1 0 0,1 0 0 0 0,0-1 0 0 0,0 1 1 0 0,0 0-1 0 0,0-1 0 0 0,0 1 0 0 0,1-1 0 0 0,-1 1 1 0 0,1-1-1 0 0,-1 0 0 0 0,1 0 0 0 0,0 1 1 0 0,0-1-1 0 0,0 0 0 0 0,0-1 0 0 0,3 3 1 0 0,-1-2-30 0 0,-1-1 0 0 0,1 0 0 0 0,-1 0 1 0 0,1 0-1 0 0,0 0 0 0 0,0 0 0 0 0,-1-1 1 0 0,1 0-1 0 0,0 0 0 0 0,0 0 0 0 0,0 0 1 0 0,5-1-1 0 0,-1-1-5 0 0,1 0 0 0 0,-1-1 0 0 0,0 1 0 0 0,0-2 0 0 0,9-4 0 0 0,6-5 3 0 0,-1-1 1 0 0,35-29-1 0 0,-30 19-35 0 0,-2-2 0 0 0,-1 0 1 0 0,-1-2-1 0 0,-1 0 1 0 0,-1-1-1 0 0,-2-2 0 0 0,-1 0 1 0 0,-1 0-1 0 0,17-51 1 0 0,-6 6 1 0 0,-4-2 0 0 0,-3-1 0 0 0,10-86 0 0 0,3-72 623 0 0,-33 224-602 0 0,-4 16-8 0 0,-5 21-13 0 0,-32 336 99 0 0,36-307-94 0 0,0 6 31 0 0,3 1 0 0 0,8 76 0 0 0,-3-108-180 0 0,0 0 1 0 0,2-1 0 0 0,1 0 0 0 0,1 0 0 0 0,1-1 0 0 0,1 0 0 0 0,16 28 0 0 0,-20-44-127 0 0,0-1 0 0 0,1 1 1 0 0,0-1-1 0 0,1 0 0 0 0,0-1 1 0 0,0 0-1 0 0,0 0 1 0 0,1-1-1 0 0,1 0 0 0 0,-1-1 1 0 0,1 0-1 0 0,0 0 0 0 0,0-1 1 0 0,1 0-1 0 0,18 5 0 0 0,-21-8 138 0 0,1 0 0 0 0,-1 0 0 0 0,0-1 0 0 0,0 0 0 0 0,1-1 0 0 0,-1 0 0 0 0,0 0 0 0 0,1-1 0 0 0,-1 0 0 0 0,0 0 0 0 0,0-1-1 0 0,0 0 1 0 0,0 0 0 0 0,0-1 0 0 0,0 0 0 0 0,0-1 0 0 0,-1 0 0 0 0,0 0 0 0 0,0 0 0 0 0,0-1 0 0 0,0 0 0 0 0,7-7 0 0 0,-4 1 233 0 0,0 0 0 0 0,-2 0 0 0 0,1-1 0 0 0,-1 0-1 0 0,-1 0 1 0 0,0-1 0 0 0,-1 1 0 0 0,0-2 0 0 0,6-19 0 0 0,0-13 2451 0 0,11-68 0 0 0,-22 107-2215 0 0,-2-8 416 0 0,1 15-744 0 0,0 0 0 0 0,0 0 0 0 0,-1 0 1 0 0,1 0-1 0 0,0-1 0 0 0,0 1 0 0 0,0 0 0 0 0,-1 0 0 0 0,1 0 0 0 0,0 0 0 0 0,0 0 0 0 0,-1 0 0 0 0,1 0 0 0 0,0 0 1 0 0,0 0-1 0 0,0 0 0 0 0,-1 0 0 0 0,1 0 0 0 0,0 0 0 0 0,0 0 0 0 0,-1 0 0 0 0,1 0 0 0 0,0 0 0 0 0,0 0 1 0 0,-1 0-1 0 0,1 0 0 0 0,0 0 0 0 0,0 1 0 0 0,0-1 0 0 0,-1 0 0 0 0,1 0 0 0 0,0 0 0 0 0,-2 2 13 0 0,1-1 0 0 0,-1 0 0 0 0,1 0 0 0 0,-1 1 0 0 0,1-1 0 0 0,0 1 0 0 0,0-1 0 0 0,0 1 0 0 0,-1 0 0 0 0,2 0 0 0 0,-3 3 0 0 0,1 3-8 0 0,-1 0-1 0 0,2 0 1 0 0,-1 0 0 0 0,1 0-1 0 0,0 1 1 0 0,1-1-1 0 0,0 0 1 0 0,0 0 0 0 0,1 1-1 0 0,0-1 1 0 0,0 0-1 0 0,1 0 1 0 0,0 0 0 0 0,0 0-1 0 0,1 0 1 0 0,0 0-1 0 0,1-1 1 0 0,-1 1 0 0 0,7 8-1 0 0,-4-8-8 0 0,0 0-1 0 0,1-1 0 0 0,-1 0 0 0 0,1 0 1 0 0,1 0-1 0 0,-1-1 0 0 0,1 0 1 0 0,1 0-1 0 0,-1-1 0 0 0,1 0 1 0 0,-1-1-1 0 0,1 0 0 0 0,1 0 1 0 0,-1-1-1 0 0,0 0 0 0 0,11 1 1 0 0,-6-1-8 0 0,1-1 0 0 0,-1-1 0 0 0,0 0 0 0 0,1-1 0 0 0,-1-1 0 0 0,0 0 0 0 0,1-1 0 0 0,-1-1 0 0 0,0 0 0 0 0,20-7 0 0 0,-28 8-7 0 0,-1 0-1 0 0,0-1 0 0 0,0 1 0 0 0,0-1 0 0 0,0 0 0 0 0,0 0 0 0 0,0-1 0 0 0,-1 0 0 0 0,1 1 0 0 0,-1-2 0 0 0,0 1 0 0 0,0 0 0 0 0,-1-1 0 0 0,1 1 0 0 0,-1-1 0 0 0,0 0 0 0 0,-1 0 0 0 0,1-1 0 0 0,-1 1 0 0 0,0 0 0 0 0,0-1 0 0 0,0 0 0 0 0,-1 1 0 0 0,0-1 0 0 0,0 0 0 0 0,-1 0 0 0 0,1 1 0 0 0,-2-9 0 0 0,0 2-21 0 0,-1-1 1 0 0,0 1-1 0 0,-1 0 0 0 0,-1 0 1 0 0,0 1-1 0 0,0-1 0 0 0,-1 1 1 0 0,-1 0-1 0 0,0 0 0 0 0,0 0 1 0 0,-1 1-1 0 0,0 0 0 0 0,-1 0 1 0 0,-16-15-1 0 0,4 7-470 0 0,0 0-1 0 0,-1 2 1 0 0,0 0-1 0 0,-2 1 1 0 0,-45-22-1 0 0,33 22-2001 0 0,0 2 0 0 0,-67-16 0 0 0,52 18-1433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86 204 700 0 0,'-74'6'10294'0'0,"74"-6"-10264"0"0,-1 0 0 0 0,1 0 0 0 0,0 0 0 0 0,-1 1 0 0 0,1-1 0 0 0,0 0 0 0 0,0 0 0 0 0,-1 0 0 0 0,1 0 0 0 0,0 0-1 0 0,0 0 1 0 0,-1 0 0 0 0,1 0 0 0 0,0 0 0 0 0,-1 0 0 0 0,1 0 0 0 0,0 0 0 0 0,-1 0 0 0 0,1 0 0 0 0,0 0 0 0 0,0 0 0 0 0,-1 0-1 0 0,1 0 1 0 0,0 0 0 0 0,0-1 0 0 0,-1 1 0 0 0,1 0 0 0 0,0 0 0 0 0,0 0 0 0 0,-1 0 0 0 0,1-1 0 0 0,0 1 0 0 0,0 0 0 0 0,-1 0 0 0 0,1 0-1 0 0,0-1 1 0 0,0 1 0 0 0,0 0 0 0 0,0 0 0 0 0,0-1 0 0 0,-1 1 0 0 0,1 0 0 0 0,0-1 0 0 0,0 1 0 0 0,0 0 0 0 0,0 0 0 0 0,0-1-1 0 0,0 1 1 0 0,0 0 0 0 0,0-1 0 0 0,0 1 0 0 0,0 0 0 0 0,0 0 0 0 0,0-1 0 0 0,0 1 0 0 0,0 0 0 0 0,0-1 0 0 0,0 1 0 0 0,0 0 0 0 0,1 0-1 0 0,-1-1 1 0 0,0 1 0 0 0,10-13 367 0 0,4 3-290 0 0,2 1-1 0 0,-1 1 1 0 0,1 0 0 0 0,0 1 0 0 0,31-8-1 0 0,-15 4-223 0 0,216-61-3788 0 0,-168 52 1074 0 0,22-8-1828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1261 2336 0 0,'-5'4'1677'0'0,"1"-1"-1"0"0,0 1 0 0 0,0 0 1 0 0,-6 8-1 0 0,32-18-1506 0 0,0 0 0 0 0,-1-2 0 0 0,0 0 0 0 0,30-17 0 0 0,-12 6-101 0 0,16-7-15 0 0,-1-3-1 0 0,-2-2 0 0 0,-1-3 1 0 0,63-53-1 0 0,-87 62-55 0 0,-2-1 0 0 0,-1-2 0 0 0,-1 0 0 0 0,-1-1 0 0 0,-2-1 0 0 0,0-2-1 0 0,-3 1 1 0 0,26-65 0 0 0,-23 42 1 0 0,-4 0-1 0 0,-1-1 1 0 0,-3-1 0 0 0,9-113-1 0 0,-18 109 31 0 0,-3 0 0 0 0,-10-90-1 0 0,6 127-42 0 0,2 21 17 0 0,0 3 8 0 0,0 1 1 0 0,1 0-1 0 0,-1 0 0 0 0,0-1 0 0 0,1 1 1 0 0,0 0-1 0 0,-1 1 0 0 0,0 2 0 0 0,-8 27 74 0 0,2 0 0 0 0,-7 50-1 0 0,11-53-43 0 0,-14 73 91 0 0,-23 182 190 0 0,37-235-232 0 0,1 1 0 0 0,4-1 0 0 0,10 87 0 0 0,-9-125-69 0 0,0 0 0 0 0,1 0-1 0 0,0 0 1 0 0,1-1-1 0 0,0 0 1 0 0,0 0 0 0 0,1 0-1 0 0,1 0 1 0 0,-1-1 0 0 0,2 1-1 0 0,7 8 1 0 0,-10-14-21 0 0,0 0 0 0 0,0 0 0 0 0,0-1 0 0 0,0 0 0 0 0,0 0 0 0 0,1 0 0 0 0,0 0 0 0 0,-1-1 0 0 0,1 0 0 0 0,0 0 0 0 0,0 0 0 0 0,0 0 0 0 0,0-1 0 0 0,0 0 0 0 0,1 0 0 0 0,-1 0 0 0 0,0-1 0 0 0,1 0 0 0 0,-1 0 0 0 0,0 0 0 0 0,0 0 0 0 0,1-1 0 0 0,-1 0 0 0 0,0 0 0 0 0,6-3 0 0 0,-1 1-37 0 0,-1-1 0 0 0,0-1 0 0 0,0 0 0 0 0,0 0 0 0 0,-1-1 0 0 0,0 0 0 0 0,0-1 0 0 0,-1 0 0 0 0,1 0 0 0 0,-1 0 0 0 0,-1-1 0 0 0,1 0 0 0 0,-1 0 0 0 0,-1-1 0 0 0,8-13 0 0 0,1-7-97 0 0,-1-1 0 0 0,-1-1 0 0 0,13-48 0 0 0,-5-6 33 0 0,-4-1 0 0 0,8-132 0 0 0,-17 43 756 0 0,-6 164-595 0 0,0 23-20 0 0,1 26 66 0 0,-4 147 291 0 0,8 240 84 0 0,1-317-126 0 0,-7-107-349 0 0,0-1 0 0 0,-1 1 0 0 0,1 0 0 0 0,0-1 0 0 0,0 1-1 0 0,0-1 1 0 0,0 1 0 0 0,1 0 0 0 0,-1-1 0 0 0,0 1 0 0 0,0 0 0 0 0,0-1 0 0 0,0 1 0 0 0,1-1 0 0 0,-1 1 0 0 0,0-1-1 0 0,0 1 1 0 0,1 0 0 0 0,-1-1 0 0 0,1 1 0 0 0,-1-1 0 0 0,0 0 0 0 0,1 1 0 0 0,0 0 0 0 0,0-1-2 0 0,-1 0 0 0 0,1 0 0 0 0,-1 0 0 0 0,1 0 0 0 0,0 0 0 0 0,-1 0 0 0 0,1 0 0 0 0,-1 0 0 0 0,1-1 0 0 0,0 1 0 0 0,-1 0 0 0 0,1 0 0 0 0,-1 0 0 0 0,1-1 0 0 0,-1 1 0 0 0,1 0 0 0 0,-1-1 0 0 0,1 1 0 0 0,0-1 0 0 0,22-24 19 0 0,-4-6-34 0 0,18-38 0 0 0,-20 35-8 0 0,23-34 0 0 0,-26 47-11 0 0,-10 13 5 0 0,1 0 0 0 0,0 0 0 0 0,1 1 1 0 0,0 0-1 0 0,0 0 0 0 0,0 0 0 0 0,1 1 0 0 0,8-6 0 0 0,-14 11 24 0 0,1 0-1 0 0,-1 0 0 0 0,1 1 0 0 0,0-1 0 0 0,-1 0 1 0 0,1 1-1 0 0,0 0 0 0 0,-1-1 0 0 0,1 1 1 0 0,0 0-1 0 0,0 0 0 0 0,-1 0 0 0 0,1 0 1 0 0,0 0-1 0 0,0 0 0 0 0,-1 0 0 0 0,1 1 1 0 0,0-1-1 0 0,-1 1 0 0 0,1-1 0 0 0,0 1 1 0 0,-1 0-1 0 0,1-1 0 0 0,-1 1 0 0 0,1 0 1 0 0,-1 0-1 0 0,1 0 0 0 0,-1 0 0 0 0,0 1 0 0 0,1-1 1 0 0,-1 0-1 0 0,0 0 0 0 0,0 1 0 0 0,0-1 1 0 0,0 1-1 0 0,0-1 0 0 0,1 3 0 0 0,3 6 39 0 0,1 0-1 0 0,-2 0 1 0 0,1 0-1 0 0,3 15 1 0 0,6 29 94 0 0,-9-30-65 0 0,2 0 0 0 0,17 41 0 0 0,-22-59-56 0 0,0-1 1 0 0,1 0-1 0 0,0 0 1 0 0,0 0-1 0 0,1-1 1 0 0,-1 1-1 0 0,1-1 1 0 0,0 0-1 0 0,0 0 1 0 0,0 0-1 0 0,1 0 1 0 0,-1-1-1 0 0,1 1 1 0 0,0-1-1 0 0,0-1 1 0 0,0 1-1 0 0,7 2 1 0 0,-3-3-5 0 0,-1 0 0 0 0,0-1 0 0 0,0 0 1 0 0,1-1-1 0 0,-1 0 0 0 0,0 0 0 0 0,1 0 0 0 0,-1-1 1 0 0,0-1-1 0 0,1 1 0 0 0,-1-1 0 0 0,0-1 0 0 0,0 1 1 0 0,-1-1-1 0 0,1-1 0 0 0,0 1 0 0 0,-1-1 1 0 0,12-9-1 0 0,-4 2-5 0 0,-1 0-1 0 0,0-1 1 0 0,-1 0 0 0 0,0-1 0 0 0,-1-1 0 0 0,-1 0 0 0 0,16-24-1 0 0,-13 15-5 0 0,-1 0 1 0 0,-1-2-1 0 0,-1 1 0 0 0,-1-1 0 0 0,-2-1 0 0 0,0 0 0 0 0,6-38 0 0 0,-14 59 5 0 0,0 0 0 0 0,0 0 0 0 0,0 1 0 0 0,-1-1 0 0 0,1 0 0 0 0,-1 0 0 0 0,-1 1 0 0 0,1-1 0 0 0,-3-6 0 0 0,3 10 0 0 0,0 0-1 0 0,1 1 1 0 0,-1-1-1 0 0,0 1 1 0 0,0-1-1 0 0,1 1 1 0 0,-1-1-1 0 0,0 1 1 0 0,0 0 0 0 0,0-1-1 0 0,0 1 1 0 0,0 0-1 0 0,0 0 1 0 0,0-1-1 0 0,1 1 1 0 0,-1 0 0 0 0,0 0-1 0 0,0 0 1 0 0,0 0-1 0 0,0 0 1 0 0,0 1-1 0 0,0-1 1 0 0,0 0-1 0 0,0 0 1 0 0,0 0 0 0 0,0 1-1 0 0,1-1 1 0 0,-2 1-1 0 0,-24 11 4 0 0,16-4 43 0 0,1 1 1 0 0,0-1-1 0 0,0 2 1 0 0,1 0-1 0 0,0 0 1 0 0,1 0-1 0 0,0 1 1 0 0,1 0-1 0 0,0 0 1 0 0,1 1-1 0 0,0-1 1 0 0,0 1-1 0 0,2 0 0 0 0,-1 1 1 0 0,2-1-1 0 0,-1 1 1 0 0,2-1-1 0 0,0 1 1 0 0,0 0-1 0 0,1-1 1 0 0,3 21-1 0 0,-2-27-34 0 0,1 0 0 0 0,-1 0 0 0 0,1 0 0 0 0,1-1 0 0 0,-1 1 0 0 0,1 0 0 0 0,0-1 0 0 0,0 0 0 0 0,1 0 0 0 0,-1 0-1 0 0,1 0 1 0 0,1 0 0 0 0,7 7 0 0 0,-5-7-45 0 0,1 0 0 0 0,-1 0 0 0 0,1-1 0 0 0,0 1-1 0 0,0-2 1 0 0,0 1 0 0 0,1-1 0 0 0,15 3-1 0 0,-9-3-451 0 0,0-1 0 0 0,0 0-1 0 0,0-1 1 0 0,27-2-1 0 0,-27 0-757 0 0,0-1-1 0 0,0-1 0 0 0,0-1 1 0 0,18-6-1 0 0,-1-4-3317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1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298 106 2700 0 0,'-285'22'11388'0'0,"282"-21"-10935"0"0,-7-4 149 0 0,15-2-343 0 0,21-7-12 0 0,49-12-1569 0 0,120-22 1 0 0,-89 24-3558 0 0,-37 6-844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3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706 201 1456 0 0,'-15'-9'5208'0'0,"1"-3"-3628"0"0,-94-77 4356 0 0,84 71-5197 0 0,-1 2 1 0 0,-45-24-1 0 0,64 37-702 0 0,-1 0-1 0 0,1 1 1 0 0,-1 0 0 0 0,1 0-1 0 0,-1 1 1 0 0,0 0 0 0 0,0 0-1 0 0,0 0 1 0 0,1 1-1 0 0,-1 0 1 0 0,0 0 0 0 0,0 1-1 0 0,-9 1 1 0 0,7 1-20 0 0,0 0-1 0 0,0 0 1 0 0,0 0 0 0 0,0 1-1 0 0,1 1 1 0 0,0 0 0 0 0,0 0-1 0 0,-13 10 1 0 0,4 1-15 0 0,1 0 1 0 0,0 1-1 0 0,2 0 0 0 0,0 1 0 0 0,1 1 0 0 0,0 0 1 0 0,-11 27-1 0 0,17-32-5 0 0,1 0 1 0 0,0 1-1 0 0,1 0 1 0 0,-4 22-1 0 0,8-31 8 0 0,0 1-1 0 0,0 0 0 0 0,1 0 1 0 0,-1 0-1 0 0,2 0 1 0 0,-1 0-1 0 0,1 0 0 0 0,0 0 1 0 0,0-1-1 0 0,1 1 1 0 0,0 0-1 0 0,3 9 1 0 0,-3-13-2 0 0,0 0 1 0 0,-1 0 0 0 0,1 0 0 0 0,0 0 0 0 0,0 0 0 0 0,1-1 0 0 0,-1 1 0 0 0,1-1 0 0 0,-1 1 0 0 0,1-1 0 0 0,0 0 0 0 0,0 0 0 0 0,0 0 0 0 0,0 0 0 0 0,0-1-1 0 0,0 1 1 0 0,0-1 0 0 0,6 2 0 0 0,-3-2 1 0 0,-1 0-1 0 0,1-1 0 0 0,-1 0 1 0 0,1 0-1 0 0,0 0 0 0 0,-1 0 1 0 0,1-1-1 0 0,0 0 0 0 0,-1 0 1 0 0,10-4-1 0 0,-4 1 1 0 0,-1 0 0 0 0,0-1 0 0 0,0 0 0 0 0,0-1 1 0 0,-1 0-1 0 0,0 0 0 0 0,0-1 0 0 0,0 0 0 0 0,-1-1 0 0 0,0 1 0 0 0,9-14 1 0 0,8-16 294 0 0,-1-2 0 0 0,21-50 0 0 0,-43 85-287 0 0,4-3 22 0 0,1 18 95 0 0,-4 0-36 0 0,-1-1 0 0 0,-1 1 0 0 0,1 0-1 0 0,-2-1 1 0 0,0 1 0 0 0,0 0-1 0 0,-3 17 1 0 0,1 2 85 0 0,-35 320 1003 0 0,-21-4-694 0 0,57-341-484 0 0,-20 104 208 0 0,-59 181 0 0 0,71-267 121 0 0,-15 32-1 0 0,20-49-240 0 0,1 1 0 0 0,-1-1-1 0 0,0 0 1 0 0,-1 0-1 0 0,0 0 1 0 0,0-1 0 0 0,0 0-1 0 0,-11 10 1 0 0,9-14 30 0 0,2-1-107 0 0,1 0-1 0 0,0-1 1 0 0,0 0-1 0 0,0 1 1 0 0,0-1-1 0 0,0-1 1 0 0,0 1-1 0 0,0-1 1 0 0,0 1-1 0 0,0-1 1 0 0,1 0-1 0 0,-1-1 1 0 0,1 1-1 0 0,-1 0 1 0 0,1-1-1 0 0,0 0 1 0 0,-3-3-1 0 0,-6-8 6 0 0,1 0 0 0 0,1 0 0 0 0,0-1-1 0 0,1 0 1 0 0,1-1 0 0 0,1 0 0 0 0,0 0 0 0 0,0 0-1 0 0,2-1 1 0 0,0 0 0 0 0,1 0 0 0 0,1-1 0 0 0,1 1-1 0 0,0-1 1 0 0,1 1 0 0 0,1-21 0 0 0,4 19-43 0 0,-1 1 1 0 0,2 0 0 0 0,1 1-1 0 0,0-1 1 0 0,1 1 0 0 0,1 0-1 0 0,0 0 1 0 0,1 1-1 0 0,1 1 1 0 0,1-1 0 0 0,0 1-1 0 0,24-24 1 0 0,8-2-384 0 0,1 1 0 0 0,84-57-1 0 0,134-60-2764 0 0,-165 103 569 0 0,102-75 1 0 0,-176 111 2123 0 0,-1 0 0 0 0,0-2 0 0 0,-2 0 0 0 0,33-41 0 0 0,-47 53 545 0 0,0-1-1 0 0,0 1 1 0 0,-1-1-1 0 0,0 0 0 0 0,-1 0 1 0 0,0-1-1 0 0,0 0 1 0 0,-1 1-1 0 0,0-1 0 0 0,-1 0 1 0 0,0 0-1 0 0,0-1 1 0 0,-1 1-1 0 0,-1 0 0 0 0,0 0 1 0 0,0-1-1 0 0,-2-9 0 0 0,-2 2 943 0 0,0 1-1 0 0,0 0 0 0 0,-12-26 0 0 0,15 41-577 0 0,-1 2-400 0 0,1 0 1 0 0,0 0-1 0 0,0 1 1 0 0,0-1-1 0 0,0 1 1 0 0,0-1-1 0 0,0 1 1 0 0,0-1-1 0 0,0 1 1 0 0,0 0-1 0 0,0 0 1 0 0,0-1-1 0 0,0 1 1 0 0,0 0-1 0 0,0 0 1 0 0,0 0-1 0 0,1 0 1 0 0,-1 0-1 0 0,0 0 1 0 0,1 0-1 0 0,-1 0 1 0 0,1 0-1 0 0,-1 0 1 0 0,1 0-1 0 0,-1 2 1 0 0,-8 34 425 0 0,7-29-349 0 0,-5 36 75 0 0,2 0 1 0 0,1 0-1 0 0,3 0 0 0 0,2 1 0 0 0,10 75 0 0 0,-9-102-162 0 0,2-1 1 0 0,5 17-1 0 0,-8-30-202 0 0,0 1 0 0 0,1-1 1 0 0,-1 0-1 0 0,1-1 0 0 0,0 1 0 0 0,0 0 1 0 0,1 0-1 0 0,-1-1 0 0 0,1 1 0 0 0,0-1 1 0 0,0 0-1 0 0,0 0 0 0 0,6 5 0 0 0,-7-8-211 0 0,0 1-1 0 0,0-1 0 0 0,1 1 1 0 0,-1-1-1 0 0,0 0 1 0 0,1 0-1 0 0,-1 0 0 0 0,0 0 1 0 0,1 0-1 0 0,-1 0 1 0 0,0-1-1 0 0,1 1 0 0 0,-1-1 1 0 0,0 1-1 0 0,0-1 0 0 0,1 0 1 0 0,-1 0-1 0 0,0 0 1 0 0,0 0-1 0 0,0-1 0 0 0,3-2 1 0 0,11-7-5591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3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48 2080 0 0,'-14'-12'2150'0'0,"10"8"-1429"0"0,-1 0-1 0 0,0 0 0 0 0,1 1 1 0 0,-1-1-1 0 0,-1 1 0 0 0,1 0 1 0 0,0 1-1 0 0,-8-4 1 0 0,11 6-676 0 0,1-1 0 0 0,0 1 1 0 0,-1 0-1 0 0,1-1 1 0 0,0 1-1 0 0,-1 0 1 0 0,1 0-1 0 0,-1 0 0 0 0,1 0 1 0 0,-1 0-1 0 0,1 0 1 0 0,0 0-1 0 0,-1 1 1 0 0,1-1-1 0 0,0 0 0 0 0,-1 1 1 0 0,1-1-1 0 0,0 1 1 0 0,-1 0-1 0 0,1-1 1 0 0,0 1-1 0 0,0 0 0 0 0,0 0 1 0 0,0 0-1 0 0,0 0 1 0 0,0 0-1 0 0,0 0 1 0 0,0 0-1 0 0,0 0 0 0 0,0 0 1 0 0,0 0-1 0 0,0 0 1 0 0,0 2-1 0 0,-1 0-112 0 0,1 0 0 0 0,0 1 0 0 0,0-1-1 0 0,0 0 1 0 0,0 0 0 0 0,0 1 0 0 0,1-1 0 0 0,-1 0-1 0 0,1 0 1 0 0,0 4 0 0 0,1-1-548 0 0,0-1-1 0 0,0 1 1 0 0,1-1 0 0 0,3 8 0 0 0,-1-4-1318 0 0,0 4-2173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4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0 240 0 0,'1'2'2487'0'0,"3"3"-1513"0"0,-1-1 1 0 0,0 1-1 0 0,0 0 1 0 0,-1 0 0 0 0,1 0-1 0 0,1 6 1 0 0,2 10 991 0 0,5 32 1 0 0,1 4-376 0 0,6 2-924 0 0,2 0-1 0 0,3-2 1 0 0,49 91-1 0 0,-71-147-660 0 0,-1-1 1 0 0,0 1-1 0 0,1 0 0 0 0,-1 0 0 0 0,1-1 1 0 0,0 1-1 0 0,-1 0 0 0 0,1-1 0 0 0,-1 1 1 0 0,1 0-1 0 0,0-1 0 0 0,0 1 0 0 0,-1-1 1 0 0,1 1-1 0 0,0-1 0 0 0,0 1 1 0 0,-1-1-1 0 0,1 0 0 0 0,0 1 0 0 0,0-1 1 0 0,0 0-1 0 0,0 0 0 0 0,0 0 0 0 0,0 0 1 0 0,1 0-1 0 0,-1 0-2 0 0,1 0-1 0 0,-1-1 1 0 0,0 1-1 0 0,1-1 1 0 0,-1 1-1 0 0,0-1 1 0 0,1 0-1 0 0,-1 0 1 0 0,0 0-1 0 0,0 1 1 0 0,1-1 0 0 0,-1 0-1 0 0,1-2 1 0 0,3-3 0 0 0,-1 0 1 0 0,1 1 0 0 0,-2-1 0 0 0,7-13 0 0 0,1-8-3 0 0,9-39 1 0 0,-16 48-21 0 0,1 1 0 0 0,0-1-1 0 0,2 1 1 0 0,0 1 0 0 0,0-1 0 0 0,19-27 0 0 0,-25 42 15 0 0,0 1-2 0 0,1-1 0 0 0,-1 1 0 0 0,0-1 1 0 0,1 1-1 0 0,-1 0 0 0 0,1 0 0 0 0,-1-1 0 0 0,1 1 0 0 0,0 0 0 0 0,3-1 0 0 0,18-10-37 0 0,-17 12 39 0 0,-2 1-2 0 0,3 0 0 0 0,1 0 0 0 0,0 0 1 0 0,-1 1-1 0 0,0 0 0 0 0,1 0 0 0 0,-1 1 0 0 0,0-1 0 0 0,10 7 1 0 0,-7-4 5 0 0,77 39 54 0 0,-75-39-43 0 0,1 0 0 0 0,-1-1 1 0 0,0-1-1 0 0,1 0 0 0 0,16 1 0 0 0,-27-4-11 0 0,1 0 0 0 0,0 1 0 0 0,0-2 0 0 0,-1 1 1 0 0,1 0-1 0 0,0-1 0 0 0,0 1 0 0 0,-1-1 0 0 0,1 0 0 0 0,-1 1 0 0 0,1-1 1 0 0,0-1-1 0 0,-1 1 0 0 0,0 0 0 0 0,1-1 0 0 0,-1 1 0 0 0,0-1 0 0 0,0 0 0 0 0,0 1 1 0 0,0-1-1 0 0,0 0 0 0 0,0 0 0 0 0,0-1 0 0 0,-1 1 0 0 0,1 0 0 0 0,-1-1 0 0 0,1 1 1 0 0,-1 0-1 0 0,0-1 0 0 0,0 0 0 0 0,0 1 0 0 0,1-6 0 0 0,0-1-6 0 0,-1 1 0 0 0,0-1 0 0 0,0 0 0 0 0,0 0-1 0 0,-1 0 1 0 0,-1 0 0 0 0,1 0 0 0 0,-4-13 0 0 0,3 15 6 0 0,-1 0 0 0 0,0 0 1 0 0,0 1-1 0 0,-1-1 0 0 0,1 1 1 0 0,-2 0-1 0 0,1-1 0 0 0,-1 1 1 0 0,1 1-1 0 0,-2-1 0 0 0,-5-6 1 0 0,9 11-1 0 0,-1 0 0 0 0,0 0 0 0 0,1 0 0 0 0,-1 1 0 0 0,0-1 0 0 0,0 1 0 0 0,1-1 0 0 0,-1 1 0 0 0,0-1-1 0 0,0 1 1 0 0,0 0 0 0 0,0 0 0 0 0,0 0 0 0 0,1 0 0 0 0,-1 0 0 0 0,0 0 0 0 0,0 1 0 0 0,0-1 0 0 0,0 0 0 0 0,1 1 0 0 0,-1 0 0 0 0,0-1 0 0 0,0 1 0 0 0,-2 2 0 0 0,-4 2 49 0 0,1 1 0 0 0,0 0 1 0 0,0 0-1 0 0,0 1 0 0 0,1 0 0 0 0,0 0 0 0 0,0 1 0 0 0,1-1 0 0 0,0 1 0 0 0,-6 13 0 0 0,0 2 82 0 0,1 0-1 0 0,-11 41 1 0 0,15-45-81 0 0,2-1 0 0 0,0 1 1 0 0,2 0-1 0 0,0-1 1 0 0,1 37-1 0 0,1-49-96 0 0,0-1 1 0 0,1 1 0 0 0,0-1-1 0 0,0 1 1 0 0,0-1 0 0 0,1 0-1 0 0,-1 0 1 0 0,1 1-1 0 0,1-1 1 0 0,-1 0 0 0 0,1-1-1 0 0,0 1 1 0 0,0 0 0 0 0,0-1-1 0 0,0 0 1 0 0,1 1-1 0 0,0-1 1 0 0,0-1 0 0 0,0 1-1 0 0,0-1 1 0 0,1 1-1 0 0,-1-1 1 0 0,1 0 0 0 0,8 3-1 0 0,-1-2-393 0 0,1 0-1 0 0,-1-1 1 0 0,1 0-1 0 0,0-1 0 0 0,0 0 1 0 0,0-1-1 0 0,0-1 1 0 0,0 0-1 0 0,0-1 1 0 0,14-2-1 0 0,-12 0-826 0 0,1 0 1 0 0,-1-1-1 0 0,0-1 0 0 0,23-10 1 0 0,-6-1-3193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4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73 1764 0 0,'-11'-43'7150'0'0,"1"13"-1997"0"0,7 32-4643 0 0,1 0-408 0 0,1-1-1 0 0,-1 1 0 0 0,0 0 0 0 0,0 0 1 0 0,1 1-1 0 0,-1-1 0 0 0,1 0 0 0 0,0 1 1 0 0,0-1-1 0 0,0 0 0 0 0,0 1 0 0 0,0-1 1 0 0,0 1-1 0 0,1-1 0 0 0,-1 1 0 0 0,1 0 1 0 0,-1 4-1 0 0,1 59 1185 0 0,1-39-918 0 0,7 149 707 0 0,-1-8-319 0 0,-5-155-287 0 0,2-22-377 0 0,5-22-127 0 0,-2-6 5 0 0,3-1 0 0 0,1 2 0 0 0,1-1-1 0 0,30-56 1 0 0,-35 78 18 0 0,2 1-1 0 0,-1 0 0 0 0,2 0 1 0 0,0 1-1 0 0,1 0 1 0 0,0 0-1 0 0,1 2 0 0 0,0-1 1 0 0,0 2-1 0 0,2-1 1 0 0,-1 2-1 0 0,1 0 0 0 0,20-10 1 0 0,-31 18 7 0 0,1-1-1 0 0,0 1 1 0 0,-1 0 0 0 0,1 0 0 0 0,0 0-1 0 0,-1 0 1 0 0,1 0 0 0 0,0 1-1 0 0,0 0 1 0 0,0 0 0 0 0,0 0 0 0 0,-1 0-1 0 0,1 1 1 0 0,0-1 0 0 0,0 1 0 0 0,-1 0-1 0 0,8 3 1 0 0,-7-2 43 0 0,1 1 1 0 0,-1 0-1 0 0,1 0 0 0 0,-1 0 0 0 0,0 0 0 0 0,0 1 1 0 0,-1 0-1 0 0,1 0 0 0 0,-1 0 0 0 0,0 0 0 0 0,5 8 1 0 0,-1 1 125 0 0,0 1 1 0 0,-1 0-1 0 0,-1 0 1 0 0,0 0-1 0 0,-1 1 1 0 0,-1-1 0 0 0,0 1-1 0 0,1 16 1 0 0,-2 154 1194 0 0,-2-116-1001 0 0,0-68-353 0 0,-1 0 0 0 0,1 0 0 0 0,0 0 0 0 0,0 0 0 0 0,0 0 0 0 0,0 0 1 0 0,1 0-1 0 0,-1 0 0 0 0,0-1 0 0 0,0 1 0 0 0,1 0 0 0 0,-1 0 0 0 0,0 0 0 0 0,1 0 0 0 0,-1 0 0 0 0,1 0 0 0 0,-1-1 0 0 0,1 1 0 0 0,-1 0 0 0 0,1 0 0 0 0,0-1 0 0 0,-1 1 0 0 0,1 0 0 0 0,0-1 0 0 0,-1 1 0 0 0,1-1 0 0 0,0 1 1 0 0,0-1-1 0 0,0 1 0 0 0,0-1 0 0 0,-1 0 0 0 0,1 1 0 0 0,0-1 0 0 0,0 0 0 0 0,0 0 0 0 0,0 1 0 0 0,0-1 0 0 0,0 0 0 0 0,0 0 0 0 0,0 0 0 0 0,0 0 0 0 0,0 0 0 0 0,0-1 0 0 0,0 1 0 0 0,-1 0 0 0 0,1 0 0 0 0,0-1 1 0 0,0 1-1 0 0,0 0 0 0 0,0-1 0 0 0,1 0 0 0 0,6-2-29 0 0,0 0 0 0 0,0-1 1 0 0,15-10-1 0 0,-23 14 24 0 0,61-41-2081 0 0,105-95 0 0 0,-29 2-9080 0 0,-111 107 5074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5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37 716 0 0,'0'-3'4650'0'0,"-3"-30"7626"0"0,1 35-12201 0 0,1 0-1 0 0,0 1 1 0 0,0 0 0 0 0,1-1 0 0 0,-1 1 0 0 0,0 0 0 0 0,1-1 0 0 0,0 1 0 0 0,0 0 0 0 0,0 2 0 0 0,0-3 22 0 0,0 14 95 0 0,-2 27 222 0 0,2-21-306 0 0,0 1 1 0 0,6 42 0 0 0,-5-55-211 0 0,3 23-124 0 0,-3-7-3668 0 0,2-20 2422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78 1848 0 0,'-5'-21'3036'0'0,"3"4"-995"0"0,0 2-713 0 0,0 3-204 0 0,0-1-712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6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1904 0 0,'1'4'1762'0'0,"4"18"1633"0"0,16 36 0 0 0,2 7-1749 0 0,18 64-574 0 0,-34-102-503 0 0,-7-25-411 0 0,2 8 414 0 0,-4-13-562 0 0,1 0-1 0 0,0-1 0 0 0,0 1 0 0 0,0-1 0 0 0,0 1 0 0 0,1-1 1 0 0,-1 0-1 0 0,1 1 0 0 0,0-1 0 0 0,0 1 0 0 0,0-1 1 0 0,1 0-1 0 0,0-4 0 0 0,15-53-2 0 0,-11 44-6 0 0,0 1-14 0 0,1 0 0 0 0,0 1 1 0 0,1 0-1 0 0,1 0 0 0 0,0 1 0 0 0,1 0 0 0 0,18-22 1 0 0,-22 29 64 0 0,1 1 1 0 0,-1 1-1 0 0,1-1 1 0 0,0 1-1 0 0,0 0 1 0 0,1 0-1 0 0,0 1 1 0 0,-1 0 0 0 0,2 0-1 0 0,-1 0 1 0 0,0 1-1 0 0,1 0 1 0 0,-1 1-1 0 0,1 0 1 0 0,0 0-1 0 0,-1 0 1 0 0,14 0-1 0 0,-13 2 30 0 0,-1 0 0 0 0,1 1-1 0 0,-1 0 1 0 0,0 0 0 0 0,1 1-1 0 0,-1 0 1 0 0,0 0 0 0 0,0 0-1 0 0,0 1 1 0 0,0 0 0 0 0,0 1 0 0 0,-1-1-1 0 0,0 1 1 0 0,1 1 0 0 0,-1-1-1 0 0,-1 1 1 0 0,1 0 0 0 0,-1 0-1 0 0,8 10 1 0 0,-4-2-42 0 0,0 1 1 0 0,-1 0-1 0 0,-1 0 1 0 0,0 1-1 0 0,-1 0 1 0 0,0 0-1 0 0,5 27 1 0 0,-10-36-605 0 0,0-1 0 0 0,1 1 1 0 0,0-1-1 0 0,-1 1 0 0 0,2-1 0 0 0,-1 0 0 0 0,1 1 1 0 0,-1-1-1 0 0,7 8 0 0 0,-8-13 355 0 0,-1 1 0 0 0,1-1 1 0 0,-1 0-1 0 0,1 1 0 0 0,0-1 0 0 0,-1 0 1 0 0,1 1-1 0 0,0-1 0 0 0,-1 0 0 0 0,1 0 0 0 0,0 1 1 0 0,-1-1-1 0 0,1 0 0 0 0,0 0 0 0 0,-1 0 0 0 0,1 0 1 0 0,0 0-1 0 0,0 0 0 0 0,-1 0 0 0 0,1 0 0 0 0,1 0 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6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55 188 1408 0 0,'35'-29'10588'0'0,"-32"28"-10005"0"0,-1 1-459 0 0,-1 0 0 0 0,1 0 0 0 0,-1 0 0 0 0,1 1 0 0 0,-1-1 0 0 0,1 0 0 0 0,-1 1 0 0 0,1-1 0 0 0,-1 1 0 0 0,0-1 0 0 0,1 1 0 0 0,-1 0 0 0 0,0 0 0 0 0,1 0 0 0 0,-1-1-1 0 0,0 1 1 0 0,0 0 0 0 0,2 2 0 0 0,9 6 319 0 0,-7-4-362 0 0,1-1 1 0 0,0 0 0 0 0,0-1 0 0 0,1 0-1 0 0,-1 1 1 0 0,1-2 0 0 0,0 1-1 0 0,-1-1 1 0 0,1 0 0 0 0,0-1 0 0 0,0 1-1 0 0,1-1 1 0 0,-1-1 0 0 0,0 1-1 0 0,12-2 1 0 0,-14 1-73 0 0,-1-1 0 0 0,0 1-1 0 0,1-1 1 0 0,-1 0 0 0 0,0 0-1 0 0,0 0 1 0 0,0-1 0 0 0,0 1 0 0 0,0-1-1 0 0,0 0 1 0 0,-1 0 0 0 0,1-1-1 0 0,0 1 1 0 0,-1-1 0 0 0,0 1 0 0 0,0-1-1 0 0,1 0 1 0 0,-2-1 0 0 0,1 1-1 0 0,0 0 1 0 0,-1-1 0 0 0,1 1 0 0 0,-1-1-1 0 0,0 0 1 0 0,0 0 0 0 0,-1 0-1 0 0,1 0 1 0 0,-1 0 0 0 0,1-5 0 0 0,-1 1-4 0 0,0 0 1 0 0,0 0-1 0 0,-1-1 1 0 0,-1 1-1 0 0,1 0 1 0 0,-4-15-1 0 0,3 19-6 0 0,0 0-1 0 0,0 1 1 0 0,0-1 0 0 0,-1 1 0 0 0,1-1-1 0 0,-1 1 1 0 0,0-1 0 0 0,0 1-1 0 0,0 0 1 0 0,-1 0 0 0 0,1 0 0 0 0,-1 0-1 0 0,1 1 1 0 0,-1-1 0 0 0,0 0 0 0 0,-4-2-1 0 0,4 4-1 0 0,1 0 0 0 0,-1 0 1 0 0,0 0-1 0 0,0 1 0 0 0,0-1 0 0 0,1 1 0 0 0,-1-1 0 0 0,0 1 0 0 0,0 0 0 0 0,0 0 0 0 0,0 0 0 0 0,0 1 1 0 0,-5 0-1 0 0,0 1-4 0 0,0 0 1 0 0,0 0 0 0 0,-13 7-1 0 0,10-3 27 0 0,0 0-1 0 0,1 1 0 0 0,0 1 1 0 0,0 0-1 0 0,0 0 0 0 0,1 1 0 0 0,0 0 1 0 0,-9 13-1 0 0,1 0 114 0 0,2 1 0 0 0,-23 43-1 0 0,30-49-96 0 0,0 0-1 0 0,1 0 1 0 0,1 1 0 0 0,1 0-1 0 0,-7 35 1 0 0,12-48-34 0 0,-1 0 0 0 0,0 0 0 0 0,1 0 0 0 0,0 0 0 0 0,0 0 0 0 0,1 1 0 0 0,-1-1 0 0 0,1 0 0 0 0,0 0 0 0 0,1 0 0 0 0,-1 0 0 0 0,1 0 0 0 0,0-1 0 0 0,0 1 0 0 0,1 0 0 0 0,-1-1 0 0 0,1 0 0 0 0,0 1 0 0 0,0-1 0 0 0,0 0 0 0 0,1-1 0 0 0,-1 1 0 0 0,1 0 0 0 0,0-1 0 0 0,0 0 0 0 0,5 3 0 0 0,6 1-253 0 0,0 0-1 0 0,0-1 1 0 0,0-1-1 0 0,1 0 1 0 0,0-1-1 0 0,0-1 1 0 0,0-1-1 0 0,1 0 1 0 0,27 0-1 0 0,8-4-2188 0 0,88-14 1 0 0,-85 5-854 0 0,-3-3-1352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7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99 408 0 0,'0'-3'431'0'0,"1"0"0"0"0,-1 0 0 0 0,0 0 0 0 0,0 0 0 0 0,0 0 0 0 0,0 0 0 0 0,-1 0 0 0 0,1 0 0 0 0,-1 0 0 0 0,1 0 0 0 0,-1 0 1 0 0,0 0-1 0 0,-1 0 0 0 0,1 0 0 0 0,0 1 0 0 0,-1-1 0 0 0,1 0 0 0 0,-4-3 0 0 0,2 3-190 0 0,1 1-1 0 0,-1 0 1 0 0,0 0 0 0 0,0 0 0 0 0,0 0 0 0 0,0 0-1 0 0,0 1 1 0 0,0 0 0 0 0,0-1 0 0 0,0 1-1 0 0,-1 0 1 0 0,1 0 0 0 0,0 1 0 0 0,-1-1 0 0 0,1 1-1 0 0,-5-1 1 0 0,2 2-57 0 0,0-1-1 0 0,0 1 1 0 0,0 0-1 0 0,0 0 0 0 0,0 0 1 0 0,0 1-1 0 0,1 0 1 0 0,-1 0-1 0 0,0 1 1 0 0,-8 4-1 0 0,-1 3 197 0 0,1 0 0 0 0,-18 14 0 0 0,19-12-268 0 0,1-1 1 0 0,-1 2-1 0 0,2 0 1 0 0,0 0-1 0 0,0 1 1 0 0,1 1-1 0 0,1 0 1 0 0,0 0-1 0 0,2 1 1 0 0,-8 17-1 0 0,14-30-99 0 0,0 1-1 0 0,1-1 0 0 0,-1 1 0 0 0,0-1 1 0 0,1 1-1 0 0,0 0 0 0 0,0-1 0 0 0,0 1 1 0 0,0-1-1 0 0,1 1 0 0 0,-1 0 0 0 0,1-1 1 0 0,0 1-1 0 0,0-1 0 0 0,0 0 1 0 0,0 1-1 0 0,1-1 0 0 0,-1 0 0 0 0,5 6 1 0 0,-4-6-6 0 0,1 0 0 0 0,0 0 0 0 0,0 0 0 0 0,0-1 1 0 0,1 1-1 0 0,-1-1 0 0 0,1 0 0 0 0,-1 0 0 0 0,1 0 0 0 0,0 0 1 0 0,0 0-1 0 0,0-1 0 0 0,0 0 0 0 0,0 0 0 0 0,0 0 1 0 0,0 0-1 0 0,5 0 0 0 0,1 0-13 0 0,0-1-1 0 0,0 0 1 0 0,0-1 0 0 0,0 1-1 0 0,0-2 1 0 0,0 0-1 0 0,-1 0 1 0 0,1-1 0 0 0,0 0-1 0 0,-1 0 1 0 0,0-1 0 0 0,1-1-1 0 0,-2 1 1 0 0,1-1 0 0 0,0-1-1 0 0,-1 0 1 0 0,0 0-1 0 0,-1 0 1 0 0,1-1 0 0 0,-1 0-1 0 0,12-16 1 0 0,-1-4 104 0 0,0 1-1 0 0,-2-2 1 0 0,-1 0 0 0 0,-1-1-1 0 0,16-49 1 0 0,-25 64 162 0 0,8-22 537 0 0,-5 66-83 0 0,-42 408 2304 0 0,14-249-2605 0 0,-15 271 58 0 0,30-264-5267 0 0,5-195 4650 0 0,0 0 1 0 0,0-1 0 0 0,0 1 0 0 0,1 0-1 0 0,-1-1 1 0 0,0 1 0 0 0,0 0-1 0 0,1-1 1 0 0,-1 1 0 0 0,0-1-1 0 0,1 1 1 0 0,-1-1 0 0 0,0 1 0 0 0,1 0-1 0 0,-1-1 1 0 0,1 1 0 0 0,0 0-1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1952 0 0,'17'-186'12747'0'0,"-16"159"-11201"0"0,-1 24-416 0 0,0 7-789 0 0,2 43-15 0 0,1 0 0 0 0,2 0 0 0 0,2 0 0 0 0,3-1 0 0 0,23 72 0 0 0,-31-111-309 0 0,1 0-1 0 0,0 0 0 0 0,1-1 0 0 0,-1 1 1 0 0,1-1-1 0 0,0 0 0 0 0,1 0 0 0 0,0 0 1 0 0,9 9-1 0 0,-11-12-11 0 0,0-1 0 0 0,1 0 1 0 0,-1 1-1 0 0,1-1 0 0 0,-1-1 0 0 0,1 1 1 0 0,0 0-1 0 0,0-1 0 0 0,-1 0 0 0 0,1 0 1 0 0,0 0-1 0 0,0 0 0 0 0,0-1 0 0 0,0 1 1 0 0,0-1-1 0 0,0 0 0 0 0,0 0 0 0 0,7-2 0 0 0,-4 0-4 0 0,1 0-1 0 0,-1 0 0 0 0,0-1 0 0 0,-1 0 1 0 0,1 0-1 0 0,0 0 0 0 0,-1-1 0 0 0,0 0 1 0 0,0-1-1 0 0,0 1 0 0 0,0-1 0 0 0,-1 0 0 0 0,9-11 1 0 0,3-5-3 0 0,-2 0 1 0 0,18-33 0 0 0,-7 6 26 0 0,30-83 0 0 0,-29 63-13 0 0,-12 28-64 0 0,-14 38 183 0 0,4 16-25 0 0,-4-8-80 0 0,0-1 1 0 0,0 1-1 0 0,-1 0 1 0 0,1 0-1 0 0,-1-1 1 0 0,-1 1 0 0 0,0 6-1 0 0,0 5 10 0 0,1 8 0 0 0,0 0 0 0 0,2-1 0 0 0,1 1 0 0 0,7 25 1 0 0,-8-41-141 0 0,1 1 1 0 0,1-1-1 0 0,-1 0 1 0 0,1 0-1 0 0,1-1 1 0 0,0 1-1 0 0,0-1 1 0 0,1 0-1 0 0,0-1 1 0 0,0 1 0 0 0,1-1-1 0 0,0 0 1 0 0,10 8-1 0 0,-2-5-466 0 0,0 0 1 0 0,1-1-1 0 0,0 0 0 0 0,0-2 1 0 0,1 0-1 0 0,0 0 0 0 0,34 7 1 0 0,-28-10-833 0 0,0 0 0 0 0,0-2-1 0 0,0 0 1 0 0,0-2 0 0 0,42-4 0 0 0,-25-2-2385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99 1884 0 0,'0'-5'619'0'0,"0"0"-1"0"0,0 0 1 0 0,-1 0-1 0 0,0 0 1 0 0,0 1-1 0 0,0-1 1 0 0,-1 0 0 0 0,1 0-1 0 0,-1 1 1 0 0,0-1-1 0 0,-1 1 1 0 0,1 0-1 0 0,-1 0 1 0 0,1 0-1 0 0,-7-6 1 0 0,7 8-471 0 0,0 0 0 0 0,0 0 0 0 0,0 0 0 0 0,-1 1-1 0 0,1-1 1 0 0,-1 1 0 0 0,1 0 0 0 0,-1 0 0 0 0,0 0 0 0 0,1 0 0 0 0,-1 0 0 0 0,0 0-1 0 0,0 1 1 0 0,1-1 0 0 0,-1 1 0 0 0,0 0 0 0 0,0 0 0 0 0,0 0 0 0 0,0 0-1 0 0,0 0 1 0 0,0 1 0 0 0,1-1 0 0 0,-1 1 0 0 0,0 0 0 0 0,0-1 0 0 0,1 2 0 0 0,-5 1-1 0 0,-5 3 38 0 0,1 0 0 0 0,1 1-1 0 0,0 1 1 0 0,0 0 0 0 0,0 0-1 0 0,1 1 1 0 0,0 0 0 0 0,0 0-1 0 0,1 1 1 0 0,-7 12-1 0 0,7-10-125 0 0,1 0-1 0 0,0 1 1 0 0,0-1-1 0 0,2 2 1 0 0,-1-1-1 0 0,2 1 0 0 0,0 0 1 0 0,-4 23-1 0 0,8-33-48 0 0,-1 0 0 0 0,1 0 0 0 0,0 0 0 0 0,0-1 0 0 0,0 1 0 0 0,0 0 0 0 0,1 0 0 0 0,0-1-1 0 0,-1 1 1 0 0,1 0 0 0 0,1-1 0 0 0,-1 1 0 0 0,0 0 0 0 0,1-1 0 0 0,0 0 0 0 0,0 1 0 0 0,0-1 0 0 0,0 0-1 0 0,0 0 1 0 0,1 0 0 0 0,-1 0 0 0 0,1-1 0 0 0,0 1 0 0 0,0-1 0 0 0,0 1 0 0 0,0-1 0 0 0,5 3 0 0 0,-1-3-15 0 0,-1 1 1 0 0,1-1-1 0 0,-1 0 1 0 0,1 0-1 0 0,0-1 1 0 0,0 0-1 0 0,-1 0 1 0 0,1-1-1 0 0,0 0 1 0 0,0 0-1 0 0,0 0 1 0 0,0-1-1 0 0,0 0 1 0 0,10-3-1 0 0,0-2-65 0 0,0 0 0 0 0,-1-2 0 0 0,0 1-1 0 0,0-2 1 0 0,-1 0 0 0 0,0-1-1 0 0,-1-1 1 0 0,0 0 0 0 0,21-22 0 0 0,7-13-24 0 0,50-69-1 0 0,-92 114 95 0 0,0 1 4 0 0,1-1 0 0 0,-1 1 0 0 0,0 0-1 0 0,1-1 1 0 0,-1 1 0 0 0,0-1 0 0 0,1 1 0 0 0,-1-1 0 0 0,0 1-1 0 0,1 0 1 0 0,-1-1 0 0 0,1 1 0 0 0,-1 0 0 0 0,1-1 0 0 0,-1 1 0 0 0,1 0-1 0 0,-1 0 1 0 0,1 0 0 0 0,-1-1 0 0 0,1 1 0 0 0,-1 0 0 0 0,1 0 0 0 0,-1 0-1 0 0,1 0 1 0 0,-1 0 0 0 0,1 0 0 0 0,-1 0 0 0 0,1 0 0 0 0,0 0-1 0 0,-1 0 1 0 0,1 0 0 0 0,-1 0 0 0 0,1 0 0 0 0,-1 1 0 0 0,1-1 0 0 0,0 0-1 0 0,0 2 9 0 0,1-1-1 0 0,-1 0 1 0 0,1 1-1 0 0,-1-1 1 0 0,0 1-1 0 0,0 0 1 0 0,0-1-1 0 0,0 1 1 0 0,0 0-1 0 0,1 2 0 0 0,2 7 37 0 0,0 0 0 0 0,4 17-1 0 0,-5-12 8 0 0,1 0-1 0 0,0-1 0 0 0,1 0 1 0 0,8 15-1 0 0,-11-26-222 0 0,0 0 0 0 0,0 0 0 0 0,1 0 0 0 0,-1 0 0 0 0,1 0-1 0 0,0 0 1 0 0,0 0 0 0 0,1-1 0 0 0,-1 0 0 0 0,1 0 0 0 0,-1 0 0 0 0,1 0 0 0 0,0 0 0 0 0,0-1 0 0 0,1 1 0 0 0,-1-1 0 0 0,6 2 0 0 0,-6-4-387 0 0,1 1 0 0 0,0-1 0 0 0,0 1 0 0 0,-1-2 0 0 0,1 1 0 0 0,0 0 0 0 0,0-1 0 0 0,0 0 0 0 0,-1 0 0 0 0,1 0 0 0 0,-1-1 0 0 0,1 1 0 0 0,6-4 0 0 0,9-7-4726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2172 0 0,'6'-171'13899'0'0,"-6"167"-13406"0"0,0-4 1519 0 0,46 552 1941 0 0,-12-230-3582 0 0,-18-145-2021 0 0,-1-58-3567 0 0,-15-107 4605 0 0,4 15-955 0 0,2-5-4532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8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1060 0 0,'14'-45'6235'0'0,"4"-8"2467"0"0,-16 54-8111 0 0,0 3-428 0 0,1-1 1 0 0,-1 1-1 0 0,0 0 0 0 0,0-1 1 0 0,0 1-1 0 0,0 0 0 0 0,-1 0 1 0 0,1 0-1 0 0,-1 1 0 0 0,1 7 1 0 0,5 50 390 0 0,-6-43-403 0 0,4 42 102 0 0,-2-15-990 0 0,12 64 0 0 0,-13-104 251 0 0,-1 0 0 0 0,1 0-1 0 0,0 0 1 0 0,0 0 0 0 0,1 0 0 0 0,5 10 0 0 0,-6-14-201 0 0,0 0 0 0 0,0 1 0 0 0,0-1 1 0 0,0 0-1 0 0,0 0 0 0 0,1 0 0 0 0,-1 0 1 0 0,1-1-1 0 0,4 3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8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0 104 820 0 0,'29'-43'10982'0'0,"-28"42"-10888"0"0,-1 1 1 0 0,0 0 0 0 0,0-1-1 0 0,1 1 1 0 0,-1 0-1 0 0,0 0 1 0 0,0-1 0 0 0,1 1-1 0 0,-1 0 1 0 0,0 0 0 0 0,1-1-1 0 0,-1 1 1 0 0,0 0 0 0 0,1 0-1 0 0,-1 0 1 0 0,0 0 0 0 0,1-1-1 0 0,-1 1 1 0 0,0 0 0 0 0,1 0-1 0 0,-1 0 1 0 0,0 0 0 0 0,1 0-1 0 0,-1 0 1 0 0,1 0 0 0 0,-1 0-1 0 0,1 0 1 0 0,3 13 432 0 0,-1 0 0 0 0,0 0-1 0 0,-1 0 1 0 0,0 1 0 0 0,0 20 0 0 0,5 34 177 0 0,-3-46-555 0 0,1 7 63 0 0,11 36 0 0 0,-13-56-179 0 0,0-1 0 0 0,1 0 0 0 0,0 1 0 0 0,0-1 0 0 0,1-1 0 0 0,0 1 0 0 0,0-1 0 0 0,10 12 0 0 0,-10-15-22 0 0,-1-1 1 0 0,1 1-1 0 0,0-1 1 0 0,-1 0-1 0 0,2 0 0 0 0,-1 0 1 0 0,0-1-1 0 0,0 0 0 0 0,1 0 1 0 0,-1 0-1 0 0,1-1 0 0 0,0 1 1 0 0,-1-1-1 0 0,1-1 1 0 0,0 1-1 0 0,0-1 0 0 0,-1 0 1 0 0,7-1-1 0 0,-3 0-5 0 0,-1 0 1 0 0,0-1-1 0 0,0 0 1 0 0,1 0-1 0 0,-2-1 1 0 0,1 0-1 0 0,0 0 1 0 0,0-1-1 0 0,-1 0 1 0 0,0 0-1 0 0,0-1 1 0 0,6-5-1 0 0,-2 1-4 0 0,-1-1 0 0 0,-1 0-1 0 0,0-1 1 0 0,0 0 0 0 0,-1 0 0 0 0,-1-1 0 0 0,0 0-1 0 0,0 0 1 0 0,-1-1 0 0 0,5-15 0 0 0,-8 18-1 0 0,0 1-1 0 0,-1-1 1 0 0,0 0 0 0 0,0 1 0 0 0,-1-1 0 0 0,-1 0 0 0 0,0 0 0 0 0,0 0-1 0 0,-1 0 1 0 0,0 0 0 0 0,0 0 0 0 0,-1 0 0 0 0,-1 1 0 0 0,1-1 0 0 0,-6-10-1 0 0,5 14-1 0 0,0-1 0 0 0,0 0 0 0 0,-1 1-1 0 0,0 0 1 0 0,0 0 0 0 0,0 0-1 0 0,-1 0 1 0 0,0 1 0 0 0,0-1 0 0 0,-1 1-1 0 0,0 1 1 0 0,1-1 0 0 0,-1 1-1 0 0,-1 0 1 0 0,1 0 0 0 0,-1 1-1 0 0,1 0 1 0 0,-1 0 0 0 0,0 0 0 0 0,0 1-1 0 0,0 0 1 0 0,-1 1 0 0 0,1-1-1 0 0,0 1 1 0 0,-1 1 0 0 0,1 0 0 0 0,0 0-1 0 0,-1 0 1 0 0,1 0 0 0 0,-8 3-1 0 0,0 1-186 0 0,0 0 0 0 0,1 1 0 0 0,-1 1 0 0 0,1 0 0 0 0,1 1 0 0 0,-1 1 0 0 0,1 0 0 0 0,-20 16 0 0 0,24-16 17 0 0,1-1 0 0 0,-1 2 0 0 0,1-1 0 0 0,1 1 0 0 0,0 1 0 0 0,0-1 0 0 0,1 1 0 0 0,0 0 0 0 0,1 0 0 0 0,0 1 0 0 0,0 0 0 0 0,-3 12 0 0 0,8-21-77 0 0,-1 0 0 0 0,1 1 0 0 0,-1-1 0 0 0,1 0 0 0 0,0 1 1 0 0,0-1-1 0 0,0 0 0 0 0,0 1 0 0 0,0-1 0 0 0,1 4 0 0 0,8 12-5050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9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1600 0 0,'36'-28'9446'0'0,"-33"29"-8512"0"0,-2-1-808 0 0,1 1 0 0 0,-1 0 0 0 0,1-1 0 0 0,-1 1 1 0 0,1 0-1 0 0,-1 0 0 0 0,1 0 0 0 0,-1 0 0 0 0,0 0 1 0 0,0 0-1 0 0,0 0 0 0 0,1 1 0 0 0,-1-1 0 0 0,0 0 0 0 0,-1 1 1 0 0,1-1-1 0 0,0 0 0 0 0,0 1 0 0 0,0-1 0 0 0,-1 1 0 0 0,1 0 1 0 0,-1-1-1 0 0,1 1 0 0 0,-1-1 0 0 0,0 1 0 0 0,0 0 1 0 0,0-1-1 0 0,0 3 0 0 0,2 12 511 0 0,-1 0 0 0 0,-2 17 0 0 0,1-15-240 0 0,-3 41 341 0 0,-2 0-1 0 0,-20 86 1 0 0,24-143-752 0 0,-4 24 674 0 0,4-24-250 0 0,4-15-358 0 0,3-12-48 0 0,1 0 0 0 0,2 1 0 0 0,20-43 0 0 0,-15 38-25 0 0,-1 0 4 0 0,33-50-1 0 0,-37 65-5 0 0,1 1 1 0 0,1 0-1 0 0,0 0 0 0 0,1 1 0 0 0,16-12 0 0 0,-26 21 19 0 0,1 1-1 0 0,-1 0 1 0 0,1 0 0 0 0,0 0-1 0 0,0 1 1 0 0,0-1-1 0 0,0 1 1 0 0,0 0-1 0 0,1-1 1 0 0,-1 1 0 0 0,0 1-1 0 0,1-1 1 0 0,-1 0-1 0 0,0 1 1 0 0,1 0-1 0 0,-1 0 1 0 0,1 0 0 0 0,-1 0-1 0 0,0 0 1 0 0,1 1-1 0 0,-1-1 1 0 0,0 1 0 0 0,1 0-1 0 0,-1 0 1 0 0,0 0-1 0 0,0 1 1 0 0,0-1-1 0 0,0 1 1 0 0,5 2 0 0 0,-3 1 27 0 0,0-1 1 0 0,-1 1 0 0 0,1-1 0 0 0,-1 1 0 0 0,0 0 0 0 0,0 1-1 0 0,-1-1 1 0 0,1 1 0 0 0,-1 0 0 0 0,0 0 0 0 0,-1 0-1 0 0,0 0 1 0 0,0 0 0 0 0,2 9 0 0 0,2 26 187 0 0,-1 1 0 0 0,-3-1 0 0 0,-1 1 0 0 0,-8 69 0 0 0,6-101-176 0 0,0-8-26 0 0,1 0-1 0 0,-1 0 1 0 0,1 1-1 0 0,0-1 1 0 0,0 0-1 0 0,0 0 1 0 0,0 1-1 0 0,0-1 1 0 0,0 0-1 0 0,1 0 1 0 0,-1 0-1 0 0,1 1 1 0 0,-1-1-1 0 0,1 0 1 0 0,0 0-1 0 0,0 0 1 0 0,0 0-1 0 0,0 0 1 0 0,0 0-1 0 0,2 2 1 0 0,-1-2-1 0 0,-2-3-12 0 0,0 1 0 0 0,1 0 0 0 0,-1 0 1 0 0,0-1-1 0 0,0 1 0 0 0,1 0 0 0 0,-1 0 1 0 0,0 0-1 0 0,1-1 0 0 0,-1 1 0 0 0,0 0 1 0 0,1 0-1 0 0,-1 0 0 0 0,0 0 0 0 0,1 0 0 0 0,-1 0 1 0 0,0 0-1 0 0,1 0 0 0 0,-1 0 0 0 0,0 0 1 0 0,1 0-1 0 0,-1 0 0 0 0,0 0 0 0 0,1 0 1 0 0,-1 0-1 0 0,0 0 0 0 0,1 0 0 0 0,0 1 0 0 0,-1-1-15 0 0,1 0 0 0 0,0 0 0 0 0,0 0 0 0 0,0 1-1 0 0,-1-1 1 0 0,1 0 0 0 0,0 0 0 0 0,0 0-1 0 0,0 0 1 0 0,0-1 0 0 0,0 1 0 0 0,-1 0-1 0 0,1 0 1 0 0,0 0 0 0 0,0-1 0 0 0,0 1-1 0 0,-1 0 1 0 0,1-1 0 0 0,1 0 0 0 0,6-4-341 0 0,0-1 1 0 0,0 0-1 0 0,-1 0 1 0 0,1-1 0 0 0,-2 0-1 0 0,1 0 1 0 0,-1-1-1 0 0,0 0 1 0 0,7-12-1 0 0,42-85-5355 0 0,-53 99 5309 0 0,12-27-3605 0 0,-7-1-1957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26 548 0 0,'-110'-4'5813'0'0,"-50"-2"-168"0"0,4-9-3404 0 0,154 14-2777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49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0 1800 0 0,'-48'16'3594'0'0,"2"1"1"0"0,-57 30-1 0 0,101-46-3515 0 0,1 0-1 0 0,-1 0 1 0 0,1 0-1 0 0,-1 0 0 0 0,1 0 1 0 0,0 0-1 0 0,-1 0 1 0 0,1 0-1 0 0,0 1 1 0 0,0-1-1 0 0,0 0 1 0 0,-2 3-1 0 0,3-3-41 0 0,0 0-1 0 0,0-1 1 0 0,0 1-1 0 0,0-1 1 0 0,-1 1 0 0 0,1 0-1 0 0,0-1 1 0 0,0 1-1 0 0,0-1 1 0 0,0 1 0 0 0,1 0-1 0 0,-1-1 1 0 0,0 1-1 0 0,0-1 1 0 0,0 1 0 0 0,0 0-1 0 0,0-1 1 0 0,1 1 0 0 0,-1-1-1 0 0,0 1 1 0 0,1-1-1 0 0,-1 1 1 0 0,0-1 0 0 0,1 1-1 0 0,1 1 18 0 0,1 0 1 0 0,-1 0-1 0 0,1 0 1 0 0,-1-1-1 0 0,1 1 0 0 0,0-1 1 0 0,-1 0-1 0 0,1 0 0 0 0,0 0 1 0 0,0 0-1 0 0,0 0 0 0 0,4 0 1 0 0,68 7 87 0 0,112-2 1 0 0,-128-5-411 0 0,221 0-2298 0 0,-93-4-2754 0 0,-92 1 368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1293 1132 0 0,'-5'1'2188'0'0,"-2"1"-1528"0"0,1 0 0 0 0,-1 1 0 0 0,0 0 0 0 0,1 0 0 0 0,0 0 0 0 0,0 1 0 0 0,0 0 0 0 0,0 0 0 0 0,0 1 0 0 0,1 0 0 0 0,-7 7 0 0 0,4-3-192 0 0,1 0-1 0 0,1 0 1 0 0,-1 1-1 0 0,2 0 1 0 0,-1 0-1 0 0,-6 17 1 0 0,12-26-448 0 0,0-1 0 0 0,-1 0-1 0 0,1 1 1 0 0,0-1 0 0 0,0 1 0 0 0,-1-1 0 0 0,1 0 0 0 0,0 1 0 0 0,0-1 0 0 0,0 1 0 0 0,0-1 0 0 0,0 0 0 0 0,0 1 0 0 0,-1-1 0 0 0,1 1 0 0 0,0-1 0 0 0,0 0 0 0 0,0 1 0 0 0,0-1-1 0 0,1 1 1 0 0,-1-1 0 0 0,0 1 0 0 0,0-1 0 0 0,0 0 0 0 0,0 1 0 0 0,0-1 0 0 0,0 1 0 0 0,1-1 0 0 0,-1 0 0 0 0,0 1 0 0 0,0-1 0 0 0,1 0 0 0 0,-1 1 0 0 0,0-1 0 0 0,0 0-1 0 0,1 1 1 0 0,-1-1 0 0 0,0 0 0 0 0,1 0 0 0 0,-1 1 0 0 0,0-1 0 0 0,1 0 0 0 0,-1 0 0 0 0,1 1 0 0 0,-1-1 0 0 0,0 0 0 0 0,1 0 0 0 0,-1 0 0 0 0,1 0 0 0 0,-1 0 0 0 0,1 0 0 0 0,-1 0-1 0 0,0 0 1 0 0,1 0 0 0 0,-1 0 0 0 0,1 0 0 0 0,-1 0 0 0 0,1 0 0 0 0,-1 0 0 0 0,0 0 0 0 0,2-1 0 0 0,24-8 106 0 0,17-18-27 0 0,-1-1 0 0 0,-1-2-1 0 0,48-47 1 0 0,180-203-7 0 0,-10 8-116 0 0,-251 265 2 0 0,1 1-1 0 0,-1 0 0 0 0,1 0 1 0 0,0 0-1 0 0,14-5 1 0 0,-22 11 20 0 0,0-1 0 0 0,0 1 1 0 0,0 0-1 0 0,0-1 0 0 0,0 1 1 0 0,0 0-1 0 0,0 0 0 0 0,0 0 1 0 0,0 0-1 0 0,1 0 0 0 0,-1 0 1 0 0,0 0-1 0 0,0 0 0 0 0,0 1 1 0 0,0-1-1 0 0,2 1 0 0 0,0 0-1 0 0,0-1 1 0 0,0 1 1 0 0,0 0-1 0 0,0 0 1 0 0,0 0-1 0 0,0 0 1 0 0,0 1-1 0 0,0-1 1 0 0,0 1-1 0 0,-1 0 1 0 0,1-1 0 0 0,-1 1-1 0 0,1 1 1 0 0,-1-1-1 0 0,0 0 1 0 0,0 0-1 0 0,0 1 1 0 0,0-1-1 0 0,0 1 1 0 0,2 4-1 0 0,2 4 3 0 0,0 1 0 0 0,-1-1 0 0 0,5 14 0 0 0,-10-25-1 0 0,16 51 2 0 0,13 31 176 0 0,-28-80-119 0 0,-1-2-58 0 0,1-1 0 0 0,0 1 1 0 0,-1-1-1 0 0,1 0 0 0 0,-1 1 0 0 0,1-1 0 0 0,-1 1 0 0 0,1-1 0 0 0,-1 0 0 0 0,1 0 1 0 0,-1 1-1 0 0,0-1 0 0 0,1 0 0 0 0,-1 1 0 0 0,0-1 0 0 0,0 0 0 0 0,0 0 0 0 0,1-1 1 0 0,-6-24-10 0 0,-1-6-56 0 0,-20-61 1 0 0,23 84 54 0 0,0 1 0 0 0,0 0 1 0 0,-1 0-1 0 0,-1 1 0 0 0,1-1 1 0 0,-1 1-1 0 0,0 0 0 0 0,-1 1 1 0 0,1-1-1 0 0,-2 1 0 0 0,1 0 1 0 0,-12-9-1 0 0,14 13 3 0 0,1 0 0 0 0,-1 0 0 0 0,0 0 0 0 0,0 1 0 0 0,0-1 0 0 0,0 1 0 0 0,0 0 0 0 0,0 0-1 0 0,-1 1 1 0 0,1-1 0 0 0,0 1 0 0 0,0 0 0 0 0,-1 0 0 0 0,-3 1 0 0 0,0 0-1 0 0,0 1 0 0 0,0 0 0 0 0,0 0 0 0 0,0 1 0 0 0,0 0 0 0 0,-12 7 0 0 0,-2 4-3 0 0,0 1 0 0 0,2 0 1 0 0,-30 29-1 0 0,21-16 9 0 0,2 0-1 0 0,1 2 1 0 0,1 1 0 0 0,2 1 0 0 0,1 0 0 0 0,1 2 0 0 0,3 1-1 0 0,-28 67 1 0 0,42-91 8 0 0,1 0 1 0 0,0 0-1 0 0,1 1 0 0 0,0-1 0 0 0,1 0 1 0 0,0 1-1 0 0,1 15 0 0 0,0-24-4 0 0,0 1 0 0 0,1-1 0 0 0,-1 0 0 0 0,1 1 0 0 0,0-1 0 0 0,0 0 0 0 0,0 0 0 0 0,0 0 0 0 0,1 0 0 0 0,-1 0 0 0 0,1 0 0 0 0,-1 0 0 0 0,1 0 0 0 0,0 0 0 0 0,0-1 0 0 0,1 1 0 0 0,-1-1 1 0 0,0 0-1 0 0,1 0 0 0 0,0 1 0 0 0,-1-2 0 0 0,1 1 0 0 0,0 0 0 0 0,0 0 0 0 0,0-1 0 0 0,0 0 0 0 0,0 1 0 0 0,0-1 0 0 0,6 1 0 0 0,7 1-56 0 0,1-1 0 0 0,-1 0 0 0 0,1-1 0 0 0,-1-1 0 0 0,1-1 0 0 0,-1 0 0 0 0,1-1 0 0 0,-1-1 1 0 0,29-8-1 0 0,-25 4-159 0 0,1-2 0 0 0,-1 0 0 0 0,0-1 0 0 0,-1 0 0 0 0,0-2 0 0 0,30-24 0 0 0,-23 13-129 0 0,-1-2 0 0 0,-1 0 0 0 0,-1-1 0 0 0,-1-2 0 0 0,-2 0 0 0 0,0-1 1 0 0,-2-1-1 0 0,-2-1 0 0 0,16-39 0 0 0,-7 4 159 0 0,-3-2 0 0 0,-3 0 1 0 0,-3-1-1 0 0,-3 0 0 0 0,4-74 0 0 0,-13 80 774 0 0,-4 0-1 0 0,-2 0 0 0 0,-13-78 0 0 0,15 138-528 0 0,-1-1-1 0 0,0 0 0 0 0,0 0 1 0 0,0 1-1 0 0,0-1 1 0 0,0 1-1 0 0,-1-1 1 0 0,0 1-1 0 0,0 0 0 0 0,-4-7 1 0 0,5 10-49 0 0,1 0 1 0 0,-1 0-1 0 0,0 0 0 0 0,1 0 1 0 0,-1 0-1 0 0,1 0 0 0 0,-1 0 1 0 0,0 1-1 0 0,1-1 0 0 0,-1 0 1 0 0,1 0-1 0 0,-1 0 0 0 0,1 1 1 0 0,-1-1-1 0 0,1 0 0 0 0,-1 1 1 0 0,1-1-1 0 0,-1 0 0 0 0,1 1 1 0 0,-1-1-1 0 0,1 1 0 0 0,-1-1 1 0 0,1 1-1 0 0,0-1 0 0 0,-1 1 1 0 0,1 0 17 0 0,-4 3 49 0 0,0 1 1 0 0,1-1 0 0 0,0 1 0 0 0,0 0 0 0 0,0 0-1 0 0,0 1 1 0 0,1-1 0 0 0,0 0 0 0 0,-1 7 0 0 0,-12 54 497 0 0,12-49-412 0 0,-17 109 215 0 0,5 0 0 0 0,6 0 0 0 0,5 1 0 0 0,16 153 0 0 0,-11-270-378 0 0,15 117-219 0 0,-13-112-207 0 0,1 1 0 0 0,0-1 0 0 0,1 0-1 0 0,1 0 1 0 0,14 27 0 0 0,-16-36-143 0 0,-1 0-1 0 0,1-1 1 0 0,1 1-1 0 0,-1-1 1 0 0,1 0 0 0 0,0-1-1 0 0,0 1 1 0 0,0-1-1 0 0,1 0 1 0 0,0 0-1 0 0,7 3 1 0 0,11 4-4037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93 1600 0 0,'0'-2'1192'0'0,"-3"-23"3215"0"0,3 24-4097 0 0,0 0-1 0 0,0 1 0 0 0,0-1 1 0 0,-1 0-1 0 0,1 0 1 0 0,-5-9 4022 0 0,3 8-4023 0 0,1 3-231 0 0,0-1-1 0 0,-1 0 1 0 0,1 1-1 0 0,0-1 1 0 0,0 1-1 0 0,0-1 1 0 0,0 1-1 0 0,0 0 1 0 0,0-1-1 0 0,0 1 0 0 0,0 0 1 0 0,0 0-1 0 0,0-1 1 0 0,0 1-1 0 0,0 0 1 0 0,1 0-1 0 0,-1 0 1 0 0,0 0-1 0 0,1 0 1 0 0,-1 0-1 0 0,1 0 1 0 0,-1 1-1 0 0,1-1 1 0 0,-1 2-1 0 0,0 0-6 0 0,1 0-1 0 0,0 0 1 0 0,0 0 0 0 0,0 0-1 0 0,0 0 1 0 0,0 0 0 0 0,1 0-1 0 0,-1 0 1 0 0,1 0 0 0 0,1 3-1 0 0,1 1-12 0 0,-1 0 0 0 0,1-1 1 0 0,0 1-1 0 0,1-1 0 0 0,0 0 0 0 0,0 0 0 0 0,0-1 0 0 0,10 11 0 0 0,-6-10-28 0 0,0-1-1 0 0,0 1 0 0 0,1-2 1 0 0,0 1-1 0 0,0-1 1 0 0,0-1-1 0 0,0 1 0 0 0,1-1 1 0 0,-1-1-1 0 0,1 0 0 0 0,-1 0 1 0 0,1-1-1 0 0,13 0 1 0 0,-21-1-38 0 0,0 0 0 0 0,0 0 0 0 0,0 0 1 0 0,0-1-1 0 0,0 1 0 0 0,0 0 0 0 0,0-1 1 0 0,-1 0-1 0 0,1 1 0 0 0,0-1 1 0 0,0 0-1 0 0,0 0 0 0 0,0 0 0 0 0,-1 0 1 0 0,1 0-1 0 0,-1 0 0 0 0,1-1 0 0 0,-1 1 1 0 0,1-1-1 0 0,-1 1 0 0 0,1-1 0 0 0,-1 1 1 0 0,0-1-1 0 0,0 0 0 0 0,0 1 1 0 0,0-1-1 0 0,0 0 0 0 0,-1 0 0 0 0,1 0 1 0 0,0 0-1 0 0,-1 0 0 0 0,1 0 0 0 0,-1 0 1 0 0,0-3-1 0 0,1-2-36 0 0,-1 1 0 0 0,0-1 0 0 0,0 0 1 0 0,-1 1-1 0 0,1-1 0 0 0,-2 1 0 0 0,1-1 0 0 0,-4-8 0 0 0,3 8 35 0 0,-1 0 0 0 0,0 1 0 0 0,-1 0 0 0 0,1 0 0 0 0,-1 0-1 0 0,0 0 1 0 0,-1 1 0 0 0,0-1 0 0 0,1 1 0 0 0,-2 0 0 0 0,1 1 0 0 0,0-1 0 0 0,-1 1-1 0 0,0 0 1 0 0,0 0 0 0 0,0 1 0 0 0,-1 0 0 0 0,1 0 0 0 0,-1 0 0 0 0,1 1-1 0 0,-1 0 1 0 0,0 0 0 0 0,0 1 0 0 0,0 0 0 0 0,0 0 0 0 0,0 1 0 0 0,0-1 0 0 0,0 2-1 0 0,0-1 1 0 0,0 1 0 0 0,0 0 0 0 0,0 0 0 0 0,0 1 0 0 0,0 0 0 0 0,0 0 0 0 0,1 1-1 0 0,-1-1 1 0 0,1 2 0 0 0,0-1 0 0 0,0 1 0 0 0,-7 4 0 0 0,-3 5 98 0 0,0 0 1 0 0,1 1 0 0 0,1 1-1 0 0,0 0 1 0 0,1 1 0 0 0,1 0-1 0 0,0 1 1 0 0,1 1 0 0 0,-11 24-1 0 0,2 3 147 0 0,1 1 0 0 0,-20 81 0 0 0,35-109-198 0 0,0 0 1 0 0,1-1-1 0 0,1 1 1 0 0,1 0-1 0 0,1 0 1 0 0,0 0-1 0 0,1 0 1 0 0,1 0-1 0 0,6 22 1 0 0,-7-32-27 0 0,1-1 0 0 0,0 0 0 0 0,1 0 0 0 0,0 0 0 0 0,0 0 0 0 0,0 0 1 0 0,1-1-1 0 0,0 1 0 0 0,0-1 0 0 0,1 0 0 0 0,0 0 0 0 0,0-1 0 0 0,0 1 1 0 0,1-1-1 0 0,-1 0 0 0 0,1-1 0 0 0,0 1 0 0 0,1-1 0 0 0,-1 0 0 0 0,1-1 0 0 0,0 1 1 0 0,0-2-1 0 0,0 1 0 0 0,9 2 0 0 0,5-2-223 0 0,0 0 0 0 0,0-1-1 0 0,0-1 1 0 0,1-1 0 0 0,-1-1 0 0 0,0-1 0 0 0,0-1-1 0 0,0-1 1 0 0,0 0 0 0 0,-1-2 0 0 0,1 0 0 0 0,-1-2 0 0 0,26-12-1 0 0,-16 4-860 0 0,0-1 0 0 0,0-2 0 0 0,-2-1 0 0 0,0 0 0 0 0,-2-3 0 0 0,0 0 0 0 0,33-40 0 0 0,-2-7-3580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155 182 1700 0 0,'10'-166'10242'0'0,"-9"166"-10148"0"0,-1-1 1 0 0,0 0-1 0 0,0 1 1 0 0,0-1-1 0 0,0 0 1 0 0,0 1-1 0 0,0-1 0 0 0,0 1 1 0 0,0-1-1 0 0,0 0 1 0 0,0 1-1 0 0,-1-1 1 0 0,1 1-1 0 0,0-1 1 0 0,0 0-1 0 0,0 1 1 0 0,-1-1-1 0 0,1 1 1 0 0,0-1-1 0 0,-1 1 0 0 0,1-1 1 0 0,0 1-1 0 0,-1-1 1 0 0,1 1-1 0 0,-1-1 1 0 0,0 1-45 0 0,0 0 0 0 0,1 0-1 0 0,-1 0 1 0 0,1 1 0 0 0,-1-1 0 0 0,0 0 0 0 0,1 0 0 0 0,-1 1 0 0 0,1-1 0 0 0,-1 0 0 0 0,1 1 0 0 0,-1-1-1 0 0,1 1 1 0 0,-1-1 0 0 0,1 1 0 0 0,-1-1 0 0 0,1 1 0 0 0,-1 0 0 0 0,-17 29 883 0 0,3 10-91 0 0,1 0 1 0 0,-10 53 0 0 0,-7 87 422 0 0,27-154-1066 0 0,-34 286 799 0 0,32-223-759 0 0,10 135 1 0 0,-4-217-296 0 0,1 1 1 0 0,0-1-1 0 0,1 0 0 0 0,-1 0 1 0 0,1 0-1 0 0,1 0 0 0 0,-1-1 1 0 0,1 1-1 0 0,0 0 1 0 0,1-1-1 0 0,5 9 0 0 0,-6-12-159 0 0,0 0 0 0 0,-1-1 0 0 0,1 1 0 0 0,0 0 0 0 0,0-1 0 0 0,0 0 1 0 0,1 0-1 0 0,-1 0 0 0 0,0 0 0 0 0,1 0 0 0 0,0-1 0 0 0,-1 1 0 0 0,1-1 0 0 0,0 0 0 0 0,0 0 0 0 0,-1-1 0 0 0,1 1 0 0 0,0-1 0 0 0,0 0 0 0 0,0 1 0 0 0,0-2 0 0 0,7 0 0 0 0,-1-1-960 0 0,0 1 0 0 0,-1-2 1 0 0,1 0-1 0 0,-1 0 0 0 0,0 0 0 0 0,12-7 0 0 0,7-6-4333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3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206 114 1684 0 0,'-191'-64'14204'0'0,"190"64"-14153"0"0,1 0 1 0 0,-1 0-1 0 0,0-1 1 0 0,1 1-1 0 0,-1 0 0 0 0,0 0 1 0 0,1 0-1 0 0,-1 0 0 0 0,1-1 1 0 0,-1 1-1 0 0,0 0 0 0 0,1-1 1 0 0,-1 1-1 0 0,1 0 0 0 0,-1-1 1 0 0,1 1-1 0 0,-1-1 0 0 0,1 1 1 0 0,-1-1-1 0 0,1 1 0 0 0,-1-1 1 0 0,1 1-1 0 0,0-1 1 0 0,-1 0-1 0 0,1 1 0 0 0,-1-2 1 0 0,2 1-30 0 0,-1 1 1 0 0,1-1 0 0 0,-1 0 0 0 0,1 1 0 0 0,0-1-1 0 0,-1 1 1 0 0,1-1 0 0 0,0 1 0 0 0,-1-1 0 0 0,1 1-1 0 0,0-1 1 0 0,0 1 0 0 0,0 0 0 0 0,-1 0 0 0 0,1-1-1 0 0,2 1 1 0 0,40-9 96 0 0,-42 9-106 0 0,100-12-1003 0 0,114 3 0 0 0,-4 13-7001 0 0,-162-2 2572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0 1872 0 0,'-10'13'2545'0'0,"-48"65"6153"0"0,52-69-8255 0 0,1 1-1 0 0,0 0 1 0 0,0 0 0 0 0,1 0 0 0 0,0 1 0 0 0,-3 15 0 0 0,6-23-407 0 0,1-1 0 0 0,-1 1-1 0 0,1 0 1 0 0,0 0 0 0 0,0-1 0 0 0,1 1 0 0 0,-1 0 0 0 0,1-1 0 0 0,-1 1-1 0 0,1 0 1 0 0,0-1 0 0 0,0 1 0 0 0,0 0 0 0 0,0-1 0 0 0,0 0-1 0 0,0 1 1 0 0,1-1 0 0 0,-1 0 0 0 0,1 1 0 0 0,0-1 0 0 0,0 0 0 0 0,0 0-1 0 0,0-1 1 0 0,0 1 0 0 0,0 0 0 0 0,0-1 0 0 0,1 1 0 0 0,-1-1 0 0 0,0 1-1 0 0,4 0 1 0 0,3 2 11 0 0,0 0-1 0 0,0-1 1 0 0,1-1-1 0 0,-1 1 1 0 0,1-1-1 0 0,13 1 1 0 0,-16-3-34 0 0,-1 0 1 0 0,0 0 0 0 0,0-1 0 0 0,0 0-1 0 0,0 0 1 0 0,0 0 0 0 0,0-1 0 0 0,0 0-1 0 0,0 0 1 0 0,0 0 0 0 0,-1-1 0 0 0,1 1-1 0 0,-1-2 1 0 0,0 1 0 0 0,6-5 0 0 0,-8 6-10 0 0,-1-1 0 0 0,0 0 0 0 0,0 1 0 0 0,0-1 0 0 0,0 0 0 0 0,0 0 1 0 0,-1 0-1 0 0,1 0 0 0 0,-1 0 0 0 0,0-1 0 0 0,0 1 0 0 0,0 0 0 0 0,0-1 1 0 0,0-6-1 0 0,1 3-15 0 0,-1 4 11 0 0,-1-1 0 0 0,1 1 0 0 0,0 0-1 0 0,-1 0 1 0 0,0 0 0 0 0,0 0 0 0 0,0 0-1 0 0,0 0 1 0 0,-1-4 0 0 0,0 3 1 0 0,-1-1-1 0 0,0 0 1 0 0,0 0 0 0 0,0 1 0 0 0,-1-1-1 0 0,1 1 1 0 0,-1 0 0 0 0,0 0 0 0 0,0 0-1 0 0,-4-4 1 0 0,3 5 14 0 0,0 0-1 0 0,0 0 1 0 0,1 1-1 0 0,-2-1 1 0 0,1 1-1 0 0,0 0 1 0 0,-8-2 0 0 0,-3-1 9 0 0,-4 5 6 0 0,8 3-7 0 0,0-1 0 0 0,1 1 0 0 0,0 1 0 0 0,0 0 0 0 0,0 0-1 0 0,0 1 1 0 0,1 0 0 0 0,0 1 0 0 0,0 0 0 0 0,0 0 0 0 0,1 1-1 0 0,0 0 1 0 0,-10 12 0 0 0,-2 3 49 0 0,1 1 0 0 0,2 1 0 0 0,-25 44 0 0 0,35-57-51 0 0,1 1 0 0 0,1 0-1 0 0,0 1 1 0 0,0-1-1 0 0,2 1 1 0 0,-1 0 0 0 0,2 0-1 0 0,-1 0 1 0 0,1 16-1 0 0,1-24-14 0 0,1 0 0 0 0,1 0-1 0 0,-1 0 1 0 0,1 0-1 0 0,0 0 1 0 0,0 0-1 0 0,0 0 1 0 0,1 0-1 0 0,0 0 1 0 0,-1-1 0 0 0,2 1-1 0 0,-1-1 1 0 0,1 1-1 0 0,-1-1 1 0 0,1 0-1 0 0,0 0 1 0 0,1 0-1 0 0,-1 0 1 0 0,1 0 0 0 0,0-1-1 0 0,0 0 1 0 0,0 0-1 0 0,0 0 1 0 0,0 0-1 0 0,1 0 1 0 0,5 2-1 0 0,6 1-357 0 0,0 0-1 0 0,0-2 1 0 0,1 1-1 0 0,0-2 1 0 0,0 0-1 0 0,0-1 1 0 0,0-1-1 0 0,21-1 0 0 0,-10-1-1302 0 0,0-2-1 0 0,0-1 1 0 0,0-1-1 0 0,33-11 0 0 0,-15 0-3553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62 2352 0 0,'-4'-9'1865'0'0,"1"-1"-1"0"0,0 1 0 0 0,1 0 0 0 0,-3-15 2930 0 0,18 52-2555 0 0,53 194 1396 0 0,-60-190-3458 0 0,0 0-1 0 0,-2 0 1 0 0,-2 1-1 0 0,-1-1 1 0 0,-3 37-1 0 0,1-61-104 0 0,0 0 1 0 0,0-1-1 0 0,-1 1 0 0 0,0 0 0 0 0,-1-1 1 0 0,1 0-1 0 0,-2 1 0 0 0,1-1 0 0 0,-5 8 1 0 0,7-15-62 0 0,1 1 0 0 0,-1 0 0 0 0,0-1 0 0 0,1 1 0 0 0,-1 0 0 0 0,1-1 0 0 0,-1 1 1 0 0,0-1-1 0 0,1 1 0 0 0,-1-1 0 0 0,0 1 0 0 0,0-1 0 0 0,0 0 0 0 0,1 1 0 0 0,-1-1 1 0 0,0 0-1 0 0,0 0 0 0 0,0 1 0 0 0,0-1 0 0 0,1 0 0 0 0,-1 0 0 0 0,0 0 0 0 0,-2 0 0 0 0,-12-6 45 0 0,13 4-56 0 0,0 1 0 0 0,0-1 1 0 0,1 0-1 0 0,-1 0 1 0 0,1 0-1 0 0,0 0 0 0 0,-1 0 1 0 0,1-1-1 0 0,0 1 0 0 0,0 0 1 0 0,1 0-1 0 0,-1-1 1 0 0,0 1-1 0 0,1-1 0 0 0,-1 1 1 0 0,1-1-1 0 0,0 1 0 0 0,0 0 1 0 0,0-1-1 0 0,0 1 1 0 0,1-5-1 0 0,0-3-36 0 0,0-1 0 0 0,1 1-1 0 0,6-17 1 0 0,0 6-311 0 0,1 0 0 0 0,1 1 0 0 0,1 1 0 0 0,1 0 0 0 0,0 0 0 0 0,1 1 0 0 0,1 0 0 0 0,23-20 0 0 0,51-42-3999 0 0,4 11-4024 0 0,-69 52 4169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5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9 984 0 0,'-5'-9'11682'0'0,"1"23"-10985"0"0,0-1-1 0 0,0 1 0 0 0,1-1 0 0 0,1 1 0 0 0,0 0 0 0 0,1 0 0 0 0,1 15 0 0 0,-4 27 217 0 0,-27 217 818 0 0,26-247-1549 0 0,5-26-184 0 0,0 0 1 0 0,0-1-1 0 0,0 1 1 0 0,0 0 0 0 0,0 0-1 0 0,0 0 1 0 0,0 0-1 0 0,0-1 1 0 0,0 1 0 0 0,-1 0-1 0 0,1 0 1 0 0,0 0-1 0 0,0 0 1 0 0,0-1 0 0 0,0 1-1 0 0,-1 0 1 0 0,1 0-1 0 0,0 0 1 0 0,0 0-1 0 0,0 0 1 0 0,0 0 0 0 0,-1 0-1 0 0,1 0 1 0 0,0 0-1 0 0,0 0 1 0 0,-1 0 0 0 0,1-1-1 0 0,0 1 1 0 0,0 0-1 0 0,0 0 1 0 0,-1 0 0 0 0,1 1-1 0 0,0-1 1 0 0,0 0-1 0 0,0 0 1 0 0,-1 0 0 0 0,1 0-1 0 0,0 0 1 0 0,0 0-1 0 0,0 0 1 0 0,-1 0-1 0 0,1 0 1 0 0,0 0 0 0 0,0 0-1 0 0,0 1 1 0 0,0-1-1 0 0,-1 0 1 0 0,1 0 0 0 0,0 0-1 0 0,0 0 1 0 0,0 0-1 0 0,0 1 1 0 0,0-1 0 0 0,0 0-1 0 0,-1 0 1 0 0,1 0-1 0 0,0 1 1 0 0,0-1 0 0 0,0 0-1 0 0,0 0 1 0 0,0 0-1 0 0,0 1 1 0 0,-1-5-78 0 0,0 0 1 0 0,1 0-1 0 0,-1 0 1 0 0,1 0-1 0 0,0 0 1 0 0,0 0-1 0 0,0 0 1 0 0,0 0-1 0 0,1 0 1 0 0,0 0-1 0 0,1-4 0 0 0,0-3-142 0 0,2-17-178 0 0,1 1 0 0 0,18-51 0 0 0,-20 69 348 0 0,1-1 0 0 0,0 0 0 0 0,1 1 0 0 0,0 0 1 0 0,1 0-1 0 0,-1 1 0 0 0,2-1 0 0 0,-1 1 0 0 0,1 1 0 0 0,0-1 0 0 0,10-6 0 0 0,-15 12 39 0 0,0 0-1 0 0,1 0 0 0 0,0 1 1 0 0,-1 0-1 0 0,1-1 1 0 0,0 1-1 0 0,0 0 0 0 0,0 0 1 0 0,0 1-1 0 0,-1-1 0 0 0,1 0 1 0 0,0 1-1 0 0,0 0 1 0 0,0 0-1 0 0,1 0 0 0 0,-1 0 1 0 0,0 0-1 0 0,0 1 1 0 0,0-1-1 0 0,-1 1 0 0 0,1 0 1 0 0,0 0-1 0 0,0 0 0 0 0,0 0 1 0 0,0 0-1 0 0,-1 0 1 0 0,5 4-1 0 0,3 2 8 0 0,-1 1 1 0 0,0-1-1 0 0,-1 2 1 0 0,1 0-1 0 0,-1 0 1 0 0,-1 0-1 0 0,0 1 1 0 0,-1 0-1 0 0,9 15 1 0 0,22 31 194 0 0,-36-54-108 0 0,1-3-63 0 0,9-7-5 0 0,-5-1-12 0 0,-2 0-1 0 0,1-1 1 0 0,4-13-1 0 0,4-9 5 0 0,0 6-12 0 0,2 1 1 0 0,0 1-1 0 0,29-36 0 0 0,-36 50-2 0 0,1 1 0 0 0,0 0 0 0 0,0 1 0 0 0,1-1 0 0 0,0 2 0 0 0,0 0 0 0 0,1 0 0 0 0,0 0 0 0 0,0 2 0 0 0,20-9 0 0 0,-26 13 34 0 0,-1 0 0 0 0,0 0 0 0 0,0 0 0 0 0,0 1-1 0 0,1-1 1 0 0,-1 1 0 0 0,0 0 0 0 0,1 0 0 0 0,-1 1 0 0 0,0-1 0 0 0,0 1 0 0 0,1 0 0 0 0,-1 0 0 0 0,0 0 0 0 0,0 0 0 0 0,0 1 0 0 0,0 0 0 0 0,0 0 0 0 0,0 0 0 0 0,-1 0 0 0 0,1 1 0 0 0,-1-1 0 0 0,1 1 0 0 0,-1 0 0 0 0,3 3 0 0 0,-1 1 42 0 0,0-1-1 0 0,0 1 1 0 0,-1 0 0 0 0,0 0 0 0 0,0 0 0 0 0,0 0 0 0 0,-1 1-1 0 0,0 0 1 0 0,-1-1 0 0 0,0 1 0 0 0,0 0 0 0 0,1 14-1 0 0,0 80 240 0 0,-1-16-2084 0 0,-2-83 1567 0 0,1-1 1 0 0,-1 1 0 0 0,1 0-1 0 0,0-1 1 0 0,0 1 0 0 0,0-1-1 0 0,0 1 1 0 0,0-1-1 0 0,0 1 1 0 0,1-1 0 0 0,-1 0-1 0 0,1 0 1 0 0,0 1 0 0 0,-1-1-1 0 0,1 0 1 0 0,0-1 0 0 0,0 1-1 0 0,0 0 1 0 0,1 0 0 0 0,-1-1-1 0 0,0 0 1 0 0,4 2 0 0 0,-3-1-378 0 0,0-1 0 0 0,1 0 0 0 0,-1 0 0 0 0,0 0 0 0 0,1 0 0 0 0,-1 0 1 0 0,1-1-1 0 0,-1 0 0 0 0,0 1 0 0 0,7-2 0 0 0,11-1-3632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78 1484 0 0,'3'-10'1571'0'0,"0"1"484"0"0,-1 0-1 0 0,0 0 1 0 0,0-1 0 0 0,0-12 0 0 0,-2 20-1170 0 0,0 2-790 0 0,0-1-1 0 0,0 1 1 0 0,0-1-1 0 0,0 1 1 0 0,-1 0-1 0 0,1-1 1 0 0,0 1 0 0 0,0 0-1 0 0,-1-1 1 0 0,1 1-1 0 0,0 0 1 0 0,-1 0-1 0 0,1-1 1 0 0,0 1-1 0 0,-1 0 1 0 0,1 0 0 0 0,0 0-1 0 0,-1-1 1 0 0,1 1-1 0 0,-1 0 1 0 0,1 0-1 0 0,0 0 1 0 0,-1 0 0 0 0,1 0-1 0 0,-1 0 1 0 0,1 0-1 0 0,0 0 1 0 0,-1 0-1 0 0,1 0 1 0 0,-1 0 0 0 0,-4 5 149 0 0,0 0 0 0 0,0 1 1 0 0,1 0-1 0 0,0 0 0 0 0,0 0 0 0 0,0 1 1 0 0,1-1-1 0 0,0 1 0 0 0,-3 10 1 0 0,-17 70 797 0 0,19-71-889 0 0,-1 4-39 0 0,2 0-1 0 0,0 0 1 0 0,1 0-1 0 0,0 1 1 0 0,2-1 0 0 0,1 0-1 0 0,3 25 1 0 0,-3-37-110 0 0,1 0 0 0 0,0-1 1 0 0,0 1-1 0 0,1-1 0 0 0,0 0 0 0 0,0 1 1 0 0,0-1-1 0 0,1-1 0 0 0,0 1 0 0 0,1 0 1 0 0,-1-1-1 0 0,1 0 0 0 0,1 0 1 0 0,-1 0-1 0 0,1-1 0 0 0,0 0 0 0 0,0 0 1 0 0,0 0-1 0 0,1-1 0 0 0,0 0 0 0 0,11 5 1 0 0,-11-6-299 0 0,1 0-1 0 0,-1-1 1 0 0,1 0 0 0 0,0 0 0 0 0,0 0 0 0 0,0-1 0 0 0,0 0-1 0 0,0-1 1 0 0,0 0 0 0 0,0 0 0 0 0,0-1 0 0 0,13-2 0 0 0,-12 0-609 0 0,-1 1 0 0 0,1-1 0 0 0,-1-1 1 0 0,0 0-1 0 0,1 0 0 0 0,-2 0 0 0 0,1-1 0 0 0,0 0 1 0 0,-1-1-1 0 0,13-12 0 0 0,5-7-4725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5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124 135 2140 0 0,'-46'-54'5887'0'0,"-22"-24"-502"0"0,66 76-5278 0 0,0 4-1214 0 0,1-1 924 0 0,1-1-1 0 0,-1 1 1 0 0,1 0 0 0 0,-1 0 0 0 0,1 0 0 0 0,-1-1-1 0 0,1 1 1 0 0,0 0 0 0 0,-1 0 0 0 0,1 0 0 0 0,0 0 0 0 0,0-1-1 0 0,-1 1 1 0 0,1 0 0 0 0,0 0 0 0 0,0 0 0 0 0,0 0-1 0 0,0 0 1 0 0,1 0 0 0 0,-1 0 0 0 0,0 0 0 0 0,0-1-1 0 0,0 1 1 0 0,1 0 0 0 0,0 1 0 0 0,-1 1-428 0 0,3 11-4023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6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76 2724 0 0,'-4'4'5988'0'0,"3"-4"-5781"0"0,1 1 1 0 0,-1-1-1 0 0,1 1 1 0 0,0-1-1 0 0,0 1 1 0 0,-1-1-1 0 0,1 1 0 0 0,0 0 1 0 0,0-1-1 0 0,0 1 1 0 0,0 1-1 0 0,16 59 3767 0 0,-7-30-2946 0 0,-2-1 0 0 0,4 33 0 0 0,-10-53-914 0 0,0-1 0 0 0,-1 1 0 0 0,0 0 0 0 0,-1-1 0 0 0,0 1 0 0 0,-1-1 0 0 0,1 1 0 0 0,-2-1 0 0 0,1 0-1 0 0,-2 1 1 0 0,-3 8 0 0 0,6-15-92 0 0,-1-1-1 0 0,1 0 0 0 0,0 0 1 0 0,0 0-1 0 0,-1 0 0 0 0,0 0 1 0 0,1-1-1 0 0,-1 1 0 0 0,0 0 0 0 0,0-1 1 0 0,0 1-1 0 0,0-1 0 0 0,0 1 1 0 0,0-1-1 0 0,0 0 0 0 0,0 0 1 0 0,0 0-1 0 0,-1 0 0 0 0,1-1 1 0 0,-4 2-1 0 0,5-2-17 0 0,-1 0 0 0 0,1 0 1 0 0,-1 0-1 0 0,1 0 0 0 0,-1-1 0 0 0,1 1 0 0 0,-1 0 1 0 0,1-1-1 0 0,-1 1 0 0 0,1-1 0 0 0,0 0 1 0 0,-1 1-1 0 0,1-1 0 0 0,0 0 0 0 0,-1 0 0 0 0,1 1 1 0 0,0-1-1 0 0,0 0 0 0 0,0-1 0 0 0,0 1 1 0 0,0 0-1 0 0,0 0 0 0 0,0 0 0 0 0,0 0 0 0 0,0-1 1 0 0,1 1-1 0 0,-1 0 0 0 0,0-1 0 0 0,1 1 1 0 0,-1-1-1 0 0,1 1 0 0 0,-1-3 0 0 0,0-3-3 0 0,0 0 0 0 0,0-1-1 0 0,0 1 1 0 0,1-1 0 0 0,0 1 0 0 0,0 0 0 0 0,1-1-1 0 0,0 1 1 0 0,3-11 0 0 0,3-6-3 0 0,13-34 0 0 0,-8 30-17 0 0,1 0-1 0 0,24-38 1 0 0,-32 57 0 0 0,1 0 0 0 0,1 0 1 0 0,0 1-1 0 0,0 0 1 0 0,0 0-1 0 0,1 1 0 0 0,0-1 1 0 0,1 2-1 0 0,0 0 0 0 0,15-9 1 0 0,-22 14 9 0 0,1-1 0 0 0,0 1 0 0 0,0 0 0 0 0,0 1 0 0 0,0-1 0 0 0,0 0 0 0 0,0 1 0 0 0,0 0 0 0 0,0-1 0 0 0,0 1 0 0 0,0 1 0 0 0,0-1 0 0 0,0 0 0 0 0,0 1 0 0 0,0-1 0 0 0,0 1 0 0 0,5 2 0 0 0,-4-1 7 0 0,-1 0-1 0 0,1 0 0 0 0,-1 0 0 0 0,0 0 0 0 0,0 1 0 0 0,0-1 0 0 0,0 1 0 0 0,-1 0 0 0 0,1 0 0 0 0,-1 0 1 0 0,1 0-1 0 0,-1 1 0 0 0,3 6 0 0 0,1 6 13 0 0,0 0 1 0 0,-2 1-1 0 0,0 0 0 0 0,0 0 1 0 0,-2 0-1 0 0,0 0 0 0 0,-1 0 1 0 0,-1 18-1 0 0,0-4 8 0 0,6 37 1 0 0,-5-64-10 0 0,0-1 1 0 0,0 1-1 0 0,1 0 1 0 0,-1 0-1 0 0,1-1 1 0 0,-1 1-1 0 0,1-1 1 0 0,4 6-1 0 0,-5-7-5 0 0,1-1-1 0 0,-1 1 1 0 0,0-1 0 0 0,1 1 0 0 0,-1-1-1 0 0,1 0 1 0 0,0 1 0 0 0,-1-1-1 0 0,1 0 1 0 0,0 0 0 0 0,0 0-1 0 0,0 0 1 0 0,0-1 0 0 0,0 1 0 0 0,0 0-1 0 0,0-1 1 0 0,0 1 0 0 0,0-1-1 0 0,0 0 1 0 0,0 0 0 0 0,3 0 0 0 0,9-1 2 0 0,0-2 1 0 0,-1 1-1 0 0,1-2 1 0 0,0 0-1 0 0,-1 0 1 0 0,0-1-1 0 0,0-1 1 0 0,0 0-1 0 0,-1-1 1 0 0,0 0-1 0 0,0-1 1 0 0,-1 0-1 0 0,12-11 1 0 0,3-7 13 0 0,-1 0 1 0 0,-1-1 0 0 0,-1-1-1 0 0,-2-2 1 0 0,32-56-1 0 0,-40 66 92 0 0,-11 17-81 0 0,1-1 1 0 0,0 0 0 0 0,-1 0 0 0 0,0 0-1 0 0,0-1 1 0 0,0 1 0 0 0,0 0 0 0 0,-1-1 0 0 0,0 1-1 0 0,0-1 1 0 0,1-8 0 0 0,-6 14 17 0 0,-4 1 20 0 0,0 1-1 0 0,1 0 0 0 0,-1 0 1 0 0,1 1-1 0 0,-1 0 1 0 0,1 0-1 0 0,0 1 0 0 0,1 0 1 0 0,-1 0-1 0 0,1 0 1 0 0,0 1-1 0 0,-7 9 0 0 0,-3 3 116 0 0,2 1 0 0 0,0 0 0 0 0,-14 27-1 0 0,22-36-122 0 0,1 1 0 0 0,0 0-1 0 0,1 1 1 0 0,0-1-1 0 0,0 1 1 0 0,1 0-1 0 0,1 0 1 0 0,0 0 0 0 0,1 0-1 0 0,0 0 1 0 0,2 19-1 0 0,-1-24-35 0 0,1 0-1 0 0,1 0 0 0 0,-1 0 0 0 0,1-1 1 0 0,0 1-1 0 0,0-1 0 0 0,1 1 0 0 0,0-1 1 0 0,0 0-1 0 0,1 0 0 0 0,0 0 1 0 0,0-1-1 0 0,0 1 0 0 0,0-1 0 0 0,1 0 1 0 0,0 0-1 0 0,0 0 0 0 0,0-1 0 0 0,1 0 1 0 0,-1 0-1 0 0,12 6 0 0 0,4-1-52 0 0,0-1 0 0 0,0 0 0 0 0,0-1 0 0 0,1-2 0 0 0,0 0 0 0 0,44 3 0 0 0,-2-5-1414 0 0,73-6-1 0 0,-87-1-878 0 0,60-13 1 0 0,-6-7-4207 0 0,-40 6-510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122 904 1280 0 0,'-5'0'2767'0'0,"-3"1"-2072"0"0,0 1 0 0 0,1-1 0 0 0,-1 1 0 0 0,1 1-1 0 0,-1-1 1 0 0,1 1 0 0 0,0 1 0 0 0,0-1 0 0 0,-8 6 0 0 0,12-7-574 0 0,1 1 1 0 0,-1-1-1 0 0,0 0 1 0 0,1 1 0 0 0,0-1-1 0 0,0 1 1 0 0,-1 0-1 0 0,2-1 1 0 0,-1 1-1 0 0,0 0 1 0 0,0 0 0 0 0,1 1-1 0 0,0-1 1 0 0,0 0-1 0 0,0 0 1 0 0,0 1-1 0 0,0-1 1 0 0,0 0 0 0 0,1 1-1 0 0,0-1 1 0 0,0 1-1 0 0,0-1 1 0 0,0 1-1 0 0,0-1 1 0 0,2 5 0 0 0,-2-6-83 0 0,1 1 0 0 0,-1-1 0 0 0,1 1 0 0 0,0-1 0 0 0,0 0 0 0 0,0 1 0 0 0,0-1 0 0 0,1 0 0 0 0,-1 0 0 0 0,1 0 0 0 0,-1 0 0 0 0,1 0 0 0 0,0 0 0 0 0,0 0 0 0 0,0-1 0 0 0,-1 1 0 0 0,2-1 0 0 0,-1 1 0 0 0,0-1 0 0 0,0 0 0 0 0,0 0 0 0 0,1 0 0 0 0,-1 0 0 0 0,0 0 0 0 0,1 0 0 0 0,-1 0 0 0 0,1-1 0 0 0,-1 0 0 0 0,1 1 0 0 0,-1-1 0 0 0,1 0 0 0 0,4 0 0 0 0,6-1 45 0 0,0 0 1 0 0,0-1-1 0 0,-1 0 0 0 0,26-8 0 0 0,-18 2-59 0 0,1 0 0 0 0,-2-1 0 0 0,1-1 0 0 0,-1-1 0 0 0,-1-1 0 0 0,0 0 0 0 0,0-2 0 0 0,-1 0 0 0 0,-1 0 0 0 0,-1-2 0 0 0,0 0 0 0 0,-1-1 0 0 0,18-27 0 0 0,-5 1-4 0 0,-1-2 1 0 0,-3-1-1 0 0,-2 0 1 0 0,26-82-1 0 0,-26 50-57 0 0,-3-1 0 0 0,14-153 0 0 0,-35 179-99 0 0,0 55 123 0 0,-2 1 14 0 0,1 0 0 0 0,0 0 1 0 0,0 1-1 0 0,0 0 0 0 0,1 0 0 0 0,-1 0 1 0 0,1 0-1 0 0,0 0 0 0 0,0 1 0 0 0,0-1 1 0 0,-2 8-1 0 0,-6 12 18 0 0,-7 27 1 0 0,9-26-11 0 0,-15 42 46 0 0,4 0 0 0 0,2 2 0 0 0,4 1 0 0 0,2-1-1 0 0,-3 96 1 0 0,15-141-33 0 0,0 0-1 0 0,2 1 1 0 0,0-1-1 0 0,2 0 0 0 0,1 0 1 0 0,10 32-1 0 0,-11-47-10 0 0,-1-1-1 0 0,1 1 0 0 0,0-1 0 0 0,1 0 1 0 0,0-1-1 0 0,1 1 0 0 0,-1-1 1 0 0,12 11-1 0 0,-12-14-9 0 0,0 1 1 0 0,1-1-1 0 0,-1-1 0 0 0,1 1 1 0 0,0-1-1 0 0,0 0 1 0 0,0 0-1 0 0,0-1 0 0 0,1 0 1 0 0,-1 0-1 0 0,1 0 0 0 0,-1-1 1 0 0,8 1-1 0 0,5-2-178 0 0,-1 0 1 0 0,0-1-1 0 0,1 0 0 0 0,-1-2 0 0 0,0 0 0 0 0,0-1 0 0 0,0-1 1 0 0,-1 0-1 0 0,0-2 0 0 0,0 0 0 0 0,0-1 0 0 0,-1 0 0 0 0,17-12 1 0 0,-1-2-252 0 0,-2 0 1 0 0,-1-2-1 0 0,0-1 1 0 0,-2-2-1 0 0,32-40 1 0 0,-20 16-99 0 0,-2-1 0 0 0,-2-2 0 0 0,43-94 1 0 0,-42 65 641 0 0,50-172 1 0 0,-50 89 1608 0 0,-37 155-1445 0 0,-5 16 50 0 0,-8 20 101 0 0,-3 23 226 0 0,2 1 0 0 0,-12 71 0 0 0,7-27-125 0 0,-14 68 280 0 0,-16 194 0 0 0,48-321-662 0 0,2 53 1 0 0,0-86-147 0 0,0 0 1 0 0,0 0 0 0 0,0 0 0 0 0,0 0-1 0 0,0 0 1 0 0,0 0 0 0 0,0 0 0 0 0,1 0-1 0 0,-1 0 1 0 0,0 0 0 0 0,1 0 0 0 0,-1 0 0 0 0,1 0-1 0 0,-1 0 1 0 0,1 0 0 0 0,-1 0 0 0 0,1-1-1 0 0,-1 1 1 0 0,1 0 0 0 0,0 0 0 0 0,0 0-1 0 0,-1-1 1 0 0,1 1 0 0 0,0-1 0 0 0,1 2-1 0 0,0-2-1 0 0,-1 0-1 0 0,0 0 1 0 0,1 0-1 0 0,-1 0 0 0 0,0 0 1 0 0,1 0-1 0 0,-1 0 0 0 0,1 0 1 0 0,-1-1-1 0 0,0 1 0 0 0,0 0 1 0 0,1-1-1 0 0,-1 1 0 0 0,0-1 1 0 0,0 0-1 0 0,2-1 0 0 0,3-2-1 0 0,0 0 0 0 0,0 0 0 0 0,0-1-1 0 0,-1 0 1 0 0,9-11 0 0 0,19-35-3 0 0,42-85 1 0 0,-48 83-3 0 0,57-84 0 0 0,-80 130-5 0 0,1 1-1 0 0,0 0 1 0 0,0 0-1 0 0,1 0 1 0 0,0 0-1 0 0,0 1 1 0 0,0 0-1 0 0,1 0 1 0 0,0 1-1 0 0,0 0 1 0 0,10-5-1 0 0,-10 8-9 0 0,13 3-26 0 0,-16 0 43 0 0,0 0 0 0 0,0 0 0 0 0,0 0 0 0 0,0 0 0 0 0,-1 1 0 0 0,1-1 0 0 0,-1 1 0 0 0,1 0 0 0 0,-1 0 0 0 0,0 0 0 0 0,0 0 0 0 0,-1 1 1 0 0,1-1-1 0 0,-1 1 0 0 0,0 0 0 0 0,1 0 0 0 0,-2 0 0 0 0,1 0 0 0 0,2 8 0 0 0,2 7 121 0 0,-1 0 1 0 0,6 38 0 0 0,-1 92 434 0 0,-4-28-301 0 0,-6-116-242 0 0,1 0 1 0 0,0 0-1 0 0,0 0 0 0 0,0 0 1 0 0,0 0-1 0 0,1-1 1 0 0,0 1-1 0 0,0 0 1 0 0,0-1-1 0 0,0 0 0 0 0,1 1 1 0 0,0-1-1 0 0,0 0 1 0 0,0-1-1 0 0,5 6 1 0 0,-5-6-8 0 0,1-1 1 0 0,-1 0 0 0 0,1 1 0 0 0,0-1 0 0 0,0-1-1 0 0,0 1 1 0 0,0 0 0 0 0,1-1 0 0 0,-1 0 0 0 0,0 0-1 0 0,0 0 1 0 0,1-1 0 0 0,-1 1 0 0 0,1-1 0 0 0,-1 0-1 0 0,0 0 1 0 0,8-2 0 0 0,7-2-5 0 0,-1 0 0 0 0,0-1 0 0 0,0-1 0 0 0,0 0 1 0 0,0-2-1 0 0,-1 0 0 0 0,-1-1 0 0 0,1 0 0 0 0,24-20 0 0 0,-12 6-28 0 0,-2-1 1 0 0,0-2-1 0 0,-2 0 0 0 0,24-32 0 0 0,-32 37 14 0 0,-2-1 0 0 0,13-24 0 0 0,-24 39 10 0 0,0-1-1 0 0,0 1 1 0 0,-1-1-1 0 0,-1 0 1 0 0,1 0 0 0 0,-1 0-1 0 0,-1 0 1 0 0,1-1-1 0 0,-1 1 1 0 0,-1-15 0 0 0,0 21 3 0 0,0 0 0 0 0,0 0 1 0 0,-1 0-1 0 0,1 0 0 0 0,-1 0 1 0 0,1 1-1 0 0,-1-1 1 0 0,0 0-1 0 0,1 0 0 0 0,-1 1 1 0 0,0-1-1 0 0,0 0 0 0 0,0 1 1 0 0,-1-1-1 0 0,1 1 0 0 0,0 0 1 0 0,-1-1-1 0 0,1 1 0 0 0,0 0 1 0 0,-1 0-1 0 0,0 0 0 0 0,1 0 1 0 0,-1 0-1 0 0,1 0 1 0 0,-1 0-1 0 0,0 0 0 0 0,0 1 1 0 0,0-1-1 0 0,1 1 0 0 0,-1-1 1 0 0,0 1-1 0 0,0 0 0 0 0,0 0 1 0 0,0 0-1 0 0,0 0 0 0 0,0 0 1 0 0,1 0-1 0 0,-1 0 1 0 0,0 1-1 0 0,0-1 0 0 0,0 1 1 0 0,0-1-1 0 0,1 1 0 0 0,-1 0 1 0 0,0-1-1 0 0,-2 3 0 0 0,-5 3 57 0 0,0 1 0 0 0,0-1 0 0 0,1 2 0 0 0,0-1-1 0 0,0 1 1 0 0,1 0 0 0 0,0 1 0 0 0,0 0 0 0 0,1 0 0 0 0,0 1-1 0 0,-8 18 1 0 0,6-10-3 0 0,1 0 0 0 0,1 1 0 0 0,1-1 0 0 0,0 1-1 0 0,2 0 1 0 0,-2 20 0 0 0,4-32-39 0 0,1 0 1 0 0,0 0-1 0 0,0-1 1 0 0,1 1-1 0 0,-1 0 0 0 0,2 0 1 0 0,-1 0-1 0 0,1-1 0 0 0,0 1 1 0 0,0-1-1 0 0,1 1 0 0 0,0-1 1 0 0,0 0-1 0 0,0 0 1 0 0,1 0-1 0 0,0-1 0 0 0,0 1 1 0 0,0-1-1 0 0,1 0 0 0 0,0 0 1 0 0,0 0-1 0 0,0-1 1 0 0,1 0-1 0 0,-1 0 0 0 0,8 4 1 0 0,1-1-80 0 0,0 0 0 0 0,0-2 0 0 0,1 0 0 0 0,-1 0 0 0 0,1-1 1 0 0,0-1-1 0 0,1-1 0 0 0,-1 0 0 0 0,0-1 0 0 0,21 0 0 0 0,-13-2-571 0 0,0-1-1 0 0,-1-1 0 0 0,1-1 0 0 0,22-8 0 0 0,-28 7-1030 0 0,0-1 0 0 0,-1-1-1 0 0,19-11 1 0 0,6-8-5254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259 162 3388 0 0,'-235'24'11245'0'0,"212"-25"-9832"0"0,23 0-1359 0 0,1 0 0 0 0,-1 0 0 0 0,0 1-1 0 0,1-1 1 0 0,-1 0 0 0 0,1 0 0 0 0,-1 1 0 0 0,1-1-1 0 0,0 0 1 0 0,-1 0 0 0 0,1 1 0 0 0,0-1 0 0 0,-1 1-1 0 0,1-1 1 0 0,0 1 0 0 0,1-2 0 0 0,23-10 96 0 0,1 0 1 0 0,0 2 0 0 0,1 1-1 0 0,0 1 1 0 0,48-8-1 0 0,-27 5-242 0 0,202-40-2700 0 0,-83 21-3585 0 0,-83 17 178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7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84 2644 0 0,'26'-76'10609'0'0,"-25"75"-10026"0"0,-1 1-544 0 0,0 0 0 0 0,0-1 0 0 0,-1 1 0 0 0,1 0 0 0 0,0 0 1 0 0,0 0-1 0 0,0 0 0 0 0,0 0 0 0 0,0 0 0 0 0,0 0 0 0 0,0 0 0 0 0,0 0 0 0 0,0-1 0 0 0,0 1 0 0 0,-1 0 1 0 0,1 0-1 0 0,0 0 0 0 0,0 0 0 0 0,0 0 0 0 0,0 0 0 0 0,0-1 0 0 0,0 1 0 0 0,0 0 0 0 0,0 0 1 0 0,0 0-1 0 0,0 0 0 0 0,0 0 0 0 0,0-1 0 0 0,0 1 0 0 0,0 0 0 0 0,0 0 0 0 0,0 0 0 0 0,0 0 0 0 0,0 0 1 0 0,0 0-1 0 0,0-1 0 0 0,1 1 0 0 0,-1 0 0 0 0,0 0 0 0 0,0 0 0 0 0,0 0 0 0 0,0 0 0 0 0,0 0 1 0 0,0 0-1 0 0,0 0 0 0 0,0-1 0 0 0,0 1 0 0 0,1 0 0 0 0,-1 0 0 0 0,0 0 0 0 0,0 0 0 0 0,0 0 0 0 0,0 0 1 0 0,0 0-1 0 0,0 0 0 0 0,1 0 0 0 0,-1 0 0 0 0,7 7 880 0 0,-5 6-635 0 0,1 0 0 0 0,-2 0 0 0 0,0-1 0 0 0,0 1 0 0 0,-1 0 0 0 0,-1 0 1 0 0,-3 18-1 0 0,1 6 16 0 0,-59 463 996 0 0,48-417-1190 0 0,6-31-89 0 0,-17 121 363 0 0,21-130-684 0 0,1 0 0 0 0,5 45 1 0 0,-2-76-167 0 0,2 1 1 0 0,0 0-1 0 0,4 15 0 0 0,-4-24 131 0 0,-1 0 1 0 0,0 0-1 0 0,1 0 0 0 0,0 0 1 0 0,0 0-1 0 0,0-1 0 0 0,1 1 0 0 0,-1-1 1 0 0,1 0-1 0 0,-1 1 0 0 0,1-1 1 0 0,7 5-1 0 0,-3-6-1259 0 0,-2-2 1175 0 0,0 1-295 0 0,0-1 0 0 0,0 0 0 0 0,0 0-1 0 0,-1 0 1 0 0,1 0 0 0 0,6-2 0 0 0,6-6-4032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7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175 233 828 0 0,'8'-233'14693'0'0,"-10"249"-13422"0"0,-87 545 1948 0 0,44-294-2893 0 0,40-235-288 0 0,-29 198 124 0 0,31-216-156 0 0,-2 24 45 0 0,6-26-45 0 0,2-9-10 0 0,9-18-30 0 0,10-31-65 0 0,51-138-160 0 0,-54 146 203 0 0,1 0 0 0 0,40-56 0 0 0,-54 87 42 0 0,0-1 0 0 0,0 1 0 0 0,0 1 0 0 0,1 0 0 0 0,0-1 0 0 0,14-8 0 0 0,-5 8-6 0 0,8 4-4 0 0,-20 3 22 0 0,-1 1 1 0 0,1-1 0 0 0,-1 1-1 0 0,1 0 1 0 0,-1 0 0 0 0,1 0-1 0 0,-1 0 1 0 0,0 1 0 0 0,0-1-1 0 0,0 1 1 0 0,0 0-1 0 0,0 0 1 0 0,0 0 0 0 0,0 0-1 0 0,3 3 1 0 0,-2 0 4 0 0,1 0 0 0 0,-1 1 0 0 0,0-1 0 0 0,0 1 0 0 0,-1 0 0 0 0,0 0 0 0 0,4 9 0 0 0,0 5 16 0 0,-1 1 0 0 0,-1 0 0 0 0,-1 0 0 0 0,2 22 0 0 0,-1 13 7 0 0,-2-21 20 0 0,13 67 1 0 0,-14-95-44 0 0,0-1 0 0 0,0 1 0 0 0,1-1 0 0 0,0 1 0 0 0,0-1 0 0 0,0 0 0 0 0,1 0 0 0 0,0 0 0 0 0,7 8 0 0 0,-8-11-2 0 0,1 0 0 0 0,-1 0-1 0 0,1 0 1 0 0,-1-1 0 0 0,1 1 0 0 0,0-1-1 0 0,0 0 1 0 0,0 0 0 0 0,0 0-1 0 0,0-1 1 0 0,0 0 0 0 0,1 1 0 0 0,-1-1-1 0 0,1-1 1 0 0,8 2 0 0 0,4-2-115 0 0,-1-1 1 0 0,1-1-1 0 0,0 0 1 0 0,0-1-1 0 0,-1-1 1 0 0,1 0-1 0 0,-1-1 0 0 0,0-1 1 0 0,-1-1-1 0 0,1 0 1 0 0,-1-1-1 0 0,-1 0 1 0 0,21-17-1 0 0,-11 7-128 0 0,-1-2 1 0 0,-1 0-1 0 0,0-2 1 0 0,-2 0-1 0 0,-1-2 0 0 0,28-43 1 0 0,-31 40 164 0 0,-1 0 0 0 0,18-48-1 0 0,-28 61 191 0 0,0-1 1 0 0,-1 1-1 0 0,-1-1 0 0 0,0 0 0 0 0,-1 0 0 0 0,0 0 0 0 0,-2-23 0 0 0,0 36-84 0 0,0 1 1 0 0,0-1 0 0 0,0 0 0 0 0,0 1-1 0 0,-1-1 1 0 0,1 1 0 0 0,0-1 0 0 0,-1 0-1 0 0,1 1 1 0 0,-1-1 0 0 0,0 1 0 0 0,0-1-1 0 0,1 1 1 0 0,-1-1 0 0 0,0 1 0 0 0,0 0-1 0 0,0-1 1 0 0,0 1 0 0 0,-1 0 0 0 0,1 0-1 0 0,0 0 1 0 0,-1 0 0 0 0,-1-1 0 0 0,2 1-3 0 0,-1 1 0 0 0,1 0 1 0 0,-1 0-1 0 0,1 0 1 0 0,-1 0-1 0 0,0 0 0 0 0,1 0 1 0 0,-1 0-1 0 0,1 0 1 0 0,-1 0-1 0 0,1 1 1 0 0,-1-1-1 0 0,1 1 0 0 0,-1-1 1 0 0,1 1-1 0 0,-1 0 1 0 0,1-1-1 0 0,-1 1 1 0 0,1 0-1 0 0,0 0 0 0 0,0 0 1 0 0,-1 0-1 0 0,1 0 1 0 0,-1 2-1 0 0,-8 6 79 0 0,2 1 1 0 0,-1 1-1 0 0,1 0 0 0 0,0 0 0 0 0,1 0 1 0 0,1 1-1 0 0,0 0 0 0 0,-8 24 1 0 0,6-13-32 0 0,2 0 1 0 0,0 0 0 0 0,2 1-1 0 0,-2 25 1 0 0,5-41-64 0 0,0 0-1 0 0,1 0 1 0 0,1 0 0 0 0,-1 0 0 0 0,1 0-1 0 0,1 0 1 0 0,-1 0 0 0 0,1 0 0 0 0,1 0 0 0 0,-1-1-1 0 0,1 1 1 0 0,1-1 0 0 0,-1 0 0 0 0,1 0-1 0 0,1 0 1 0 0,-1 0 0 0 0,1-1 0 0 0,0 0 0 0 0,0 0-1 0 0,1 0 1 0 0,0-1 0 0 0,0 1 0 0 0,0-1-1 0 0,1-1 1 0 0,0 1 0 0 0,0-1 0 0 0,0-1-1 0 0,0 1 1 0 0,0-1 0 0 0,1 0 0 0 0,12 3 0 0 0,6-1-318 0 0,0-1 0 0 0,0-1 0 0 0,0-2 0 0 0,0 0 1 0 0,49-5-1 0 0,-43-1-755 0 0,0 0 0 0 0,-1-2 0 0 0,0-2 1 0 0,41-16-1 0 0,-57 19-470 0 0,-1-2 0 0 0,-1 1-1 0 0,21-16 1 0 0,-4-1-3456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5:58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63 3828 0 0,'-285'67'11666'0'0,"227"-52"-9959"0"0,49-12-1054 0 0,12-1-324 0 0,13-1-140 0 0,254-53-1972 0 0,-118 20-879 0 0,38-10-3602 0 0,-89 18 1005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0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715 124 1868 0 0,'6'-7'837'0'0,"0"0"0"0"0,-1 0-1 0 0,0 0 1 0 0,0-1 0 0 0,-1 0-1 0 0,0 0 1 0 0,0 0 0 0 0,-1 0-1 0 0,3-9 1 0 0,-6 16-793 0 0,1-1 0 0 0,-1 1 0 0 0,0 0 1 0 0,1 0-1 0 0,-1 0 0 0 0,0 0 0 0 0,0-1 0 0 0,0 1 0 0 0,0 0 1 0 0,0 0-1 0 0,0 0 0 0 0,-1 0 0 0 0,1-1 0 0 0,0 1 0 0 0,0 0 1 0 0,-1 0-1 0 0,1 0 0 0 0,-1 0 0 0 0,1 0 0 0 0,-1 0 0 0 0,1 0 1 0 0,-1 0-1 0 0,0 0 0 0 0,0 0 0 0 0,1 0 0 0 0,-1 0 0 0 0,0 1 1 0 0,0-1-1 0 0,0 0 0 0 0,0 0 0 0 0,0 1 0 0 0,0-1 0 0 0,0 1 1 0 0,0-1-1 0 0,0 1 0 0 0,0-1 0 0 0,0 1 0 0 0,0-1 0 0 0,0 1 1 0 0,-1 0-1 0 0,0 0 0 0 0,-3-1 5 0 0,0 1-1 0 0,1 0 1 0 0,-1 0 0 0 0,0 0-1 0 0,1 0 1 0 0,-1 1 0 0 0,1 0-1 0 0,-1 0 1 0 0,-6 2-1 0 0,-14 8 109 0 0,1 0-1 0 0,0 2 0 0 0,-26 18 0 0 0,-65 55 174 0 0,79-58-236 0 0,23-18-61 0 0,-125 101 320 0 0,112-88-271 0 0,0 2 0 0 0,2 0-1 0 0,-21 30 1 0 0,41-50-66 0 0,1 0-1 0 0,-1 0 1 0 0,1 1 0 0 0,0-1-1 0 0,1 1 1 0 0,-1 0 0 0 0,1 0 0 0 0,0 0-1 0 0,1 0 1 0 0,-3 11 0 0 0,4-14-9 0 0,0-1 0 0 0,1 1 0 0 0,-1 0 0 0 0,0 0 0 0 0,1-1-1 0 0,-1 1 1 0 0,1 0 0 0 0,0 0 0 0 0,0-1 0 0 0,0 1 0 0 0,0-1 0 0 0,1 1 0 0 0,-1-1 0 0 0,1 0 0 0 0,-1 1 0 0 0,1-1 0 0 0,0 0 0 0 0,0 0 0 0 0,0 0 0 0 0,0 0 0 0 0,0 0 0 0 0,0-1 0 0 0,1 1 0 0 0,-1-1 0 0 0,5 3 0 0 0,14 5 4 0 0,1-1 0 0 0,0-1 0 0 0,0-1 0 0 0,1-1 0 0 0,30 3 1 0 0,8 3 8 0 0,-29-4 146 0 0,0 0 0 0 0,42 18 0 0 0,-72-25-117 0 0,-1 1 1 0 0,1-1-1 0 0,0 1 0 0 0,-1 0 1 0 0,1-1-1 0 0,-1 1 1 0 0,1 0-1 0 0,-1 0 0 0 0,0 0 1 0 0,1 0-1 0 0,-1 0 1 0 0,0 1-1 0 0,0-1 0 0 0,0 0 1 0 0,0 1-1 0 0,0-1 1 0 0,0 1-1 0 0,0-1 0 0 0,0 1 1 0 0,0-1-1 0 0,-1 1 1 0 0,1-1-1 0 0,-1 1 0 0 0,1 0 1 0 0,-1-1-1 0 0,0 1 1 0 0,1 0-1 0 0,-1-1 0 0 0,0 1 1 0 0,0 0-1 0 0,0 0 0 0 0,0-1 1 0 0,-1 3-1 0 0,0 0 13 0 0,0-1 0 0 0,-1 1 0 0 0,1-1 0 0 0,-1 0 0 0 0,0 1 0 0 0,0-1 0 0 0,0 0 0 0 0,0 0-1 0 0,-1 0 1 0 0,1 0 0 0 0,-1-1 0 0 0,0 1 0 0 0,-5 4 0 0 0,-14 7 48 0 0,1-2 1 0 0,-1 0-1 0 0,-1-1 1 0 0,0-1-1 0 0,-1-1 1 0 0,-47 12-1 0 0,0-7-13 0 0,-77 4 0 0 0,142-18-154 0 0,-1 0 0 0 0,1-1 0 0 0,0 1 0 0 0,-1-1 0 0 0,1-1 0 0 0,-7-1 0 0 0,6 1-78 0 0,6 2 72 0 0,0 0 1 0 0,0 0 0 0 0,0-1 0 0 0,0 1 0 0 0,0 0 0 0 0,0 0-1 0 0,0-1 1 0 0,0 1 0 0 0,0-1 0 0 0,1 1 0 0 0,-1 0-1 0 0,0-1 1 0 0,0 0 0 0 0,0 1 0 0 0,1-1 0 0 0,-1 1-1 0 0,0-1 1 0 0,0 0 0 0 0,1 0 0 0 0,-1 1 0 0 0,1-1-1 0 0,-1 0 1 0 0,1 0 0 0 0,-1 0 0 0 0,1 0 0 0 0,-1 0-1 0 0,1 0 1 0 0,0 0 0 0 0,0 0 0 0 0,-1 1 0 0 0,1-1-1 0 0,0 0 1 0 0,0 0 0 0 0,0 0 0 0 0,0 0 0 0 0,0 0 0 0 0,0 0-1 0 0,0 0 1 0 0,0 0 0 0 0,1 0 0 0 0,-1 0 0 0 0,0 0-1 0 0,0 0 1 0 0,1 0 0 0 0,-1 0 0 0 0,2-1 0 0 0,1-4-333 0 0,0 0 1 0 0,1 1 0 0 0,0 0 0 0 0,0 0 0 0 0,5-5-1 0 0,-9 10 325 0 0,49-45-3840 0 0,-28 28 1470 0 0,11-10-1703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1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146 936 2456 0 0,'28'-17'8958'0'0,"-32"29"-6790"0"0,-37 59 447 0 0,-26 54-1118 0 0,60-108-1403 0 0,1 0 1 0 0,0 1 0 0 0,1-1 0 0 0,0 1 0 0 0,-1 20 0 0 0,6-31-74 0 0,-1-1 1 0 0,1 0 0 0 0,0 1 0 0 0,1-1 0 0 0,0 0 0 0 0,0 0 0 0 0,0 0 0 0 0,3 8 0 0 0,-2-11-13 0 0,-1 1 1 0 0,1-1-1 0 0,-1 0 1 0 0,1 0-1 0 0,0 0 1 0 0,1 0-1 0 0,-1 0 1 0 0,0-1-1 0 0,1 1 0 0 0,-1-1 1 0 0,1 1-1 0 0,0-1 1 0 0,0 0-1 0 0,0 0 1 0 0,5 2-1 0 0,-3-2-2 0 0,0 0 0 0 0,0 0-1 0 0,0-1 1 0 0,0 0 0 0 0,0 0 0 0 0,0 0 0 0 0,1-1 0 0 0,-1 0-1 0 0,0 0 1 0 0,1 0 0 0 0,-1 0 0 0 0,9-3 0 0 0,0 0-10 0 0,0-1 1 0 0,-1 0-1 0 0,21-10 1 0 0,-22 8-1 0 0,0-1 0 0 0,-1 0 0 0 0,1-1 0 0 0,-2 0 0 0 0,1 0 0 0 0,-1-1 0 0 0,0-1 0 0 0,-1 0 0 0 0,0 0 0 0 0,-1-1 0 0 0,0 0 0 0 0,0 0 0 0 0,-1-1 0 0 0,-1 0 0 0 0,0 0 0 0 0,-1-1 0 0 0,5-14 0 0 0,-5 8 2 0 0,0 0 0 0 0,-1-1 0 0 0,-1 0-1 0 0,0 0 1 0 0,-2 0 0 0 0,0 0-1 0 0,-2 0 1 0 0,0 0 0 0 0,-1 0 0 0 0,-1 0-1 0 0,-6-19 1 0 0,7 29-2 0 0,-1 0 0 0 0,0 1 0 0 0,-1-1 0 0 0,0 1 0 0 0,-1 0 0 0 0,0 0 0 0 0,0 0 0 0 0,-10-11 0 0 0,12 17 1 0 0,1 0 0 0 0,-1 0 0 0 0,0 1 0 0 0,0-1 0 0 0,0 1 0 0 0,0 0 0 0 0,0 0 0 0 0,-1 0 0 0 0,1 0 0 0 0,-1 1 0 0 0,1-1 0 0 0,-1 1 0 0 0,0 0 0 0 0,1 0 0 0 0,-1 1 0 0 0,0-1 0 0 0,0 1 0 0 0,1-1 0 0 0,-1 1 0 0 0,0 0 0 0 0,0 1 0 0 0,0-1 0 0 0,0 1 0 0 0,1-1 0 0 0,-5 2 0 0 0,-7 3-2 0 0,1 1 0 0 0,0 0 0 0 0,1 0 0 0 0,-1 1 0 0 0,2 1-1 0 0,-1 1 1 0 0,1-1 0 0 0,-17 17 0 0 0,13-10 4 0 0,0 1 1 0 0,1 1-1 0 0,1 0 1 0 0,1 1-1 0 0,-13 22 1 0 0,23-35-2 0 0,0 0 1 0 0,1 1 0 0 0,-1-1-1 0 0,1 1 1 0 0,0-1-1 0 0,1 1 1 0 0,-1 0 0 0 0,1 0-1 0 0,0 9 1 0 0,1-13-8 0 0,0 0 0 0 0,0 0 1 0 0,0 0-1 0 0,0 0 1 0 0,1-1-1 0 0,-1 1 0 0 0,1 0 1 0 0,0 0-1 0 0,-1 0 0 0 0,1-1 1 0 0,0 1-1 0 0,0 0 1 0 0,0-1-1 0 0,0 1 0 0 0,0-1 1 0 0,0 1-1 0 0,1-1 0 0 0,-1 0 1 0 0,0 0-1 0 0,1 1 1 0 0,-1-1-1 0 0,1 0 0 0 0,-1 0 1 0 0,1 0-1 0 0,0 0 0 0 0,-1-1 1 0 0,1 1-1 0 0,0 0 0 0 0,0-1 1 0 0,-1 1-1 0 0,1-1 1 0 0,0 1-1 0 0,3-1 0 0 0,7 1-65 0 0,-1 0-1 0 0,1-1 1 0 0,-1 0-1 0 0,1-1 1 0 0,-1-1-1 0 0,1 1 1 0 0,15-6-1 0 0,7-3-67 0 0,36-16 0 0 0,-21 5-8 0 0,-1-1-1 0 0,-2-3 1 0 0,0-1-1 0 0,-2-3 1 0 0,-1-1-1 0 0,-1-2 1 0 0,-2-2-1 0 0,-1-2 1 0 0,-2-1-1 0 0,-2-2 1 0 0,34-48-1 0 0,0-20 15 0 0,82-175 0 0 0,-139 257 183 0 0,-11 23 4 0 0,-2 5 31 0 0,-22 58 497 0 0,-22 90 0 0 0,26-81-240 0 0,1-9-52 0 0,-56 219 466 0 0,62-222-619 0 0,2 1 0 0 0,-3 111 0 0 0,13-145-81 0 0,1-1-1 0 0,7 37 1 0 0,-6-52-52 0 0,0 0-1 0 0,0-1 1 0 0,0 0-1 0 0,2 1 1 0 0,-1-1-1 0 0,1 0 1 0 0,0 0-1 0 0,0-1 1 0 0,1 1-1 0 0,8 9 1 0 0,-11-15-27 0 0,1 1 0 0 0,0 0 0 0 0,0-1-1 0 0,0 0 1 0 0,0 1 0 0 0,0-1 0 0 0,1 0 0 0 0,-1-1 0 0 0,1 1 0 0 0,-1-1 0 0 0,1 1 0 0 0,-1-1 0 0 0,1 0 0 0 0,0 0 0 0 0,0-1 0 0 0,4 1 0 0 0,-2-1-47 0 0,0 0 1 0 0,1-1 0 0 0,-1 0 0 0 0,1 0 0 0 0,-1 0 0 0 0,0-1 0 0 0,1 0 0 0 0,9-4-1 0 0,0-2-100 0 0,0-1 0 0 0,-1 0 0 0 0,-1-1 0 0 0,0-1 0 0 0,26-24 1 0 0,8-19 71 0 0,-2-2-1 0 0,-3-2 1 0 0,65-115 0 0 0,-87 141 453 0 0,-20 30-48 0 0,-1 2-286 0 0,1 0-1 0 0,-1 0 1 0 0,1 1 0 0 0,-1-1-1 0 0,1 0 1 0 0,-1 0 0 0 0,1 0 0 0 0,-1 1-1 0 0,1-1 1 0 0,-1 0 0 0 0,1 1-1 0 0,-1-1 1 0 0,0 0 0 0 0,1 1 0 0 0,-1-1-1 0 0,1 1 1 0 0,-1-1 0 0 0,0 1-1 0 0,0-1 1 0 0,1 1 0 0 0,-1-1 0 0 0,0 1-1 0 0,0-1 1 0 0,0 1 0 0 0,1-1-1 0 0,-1 1 1 0 0,0-1 0 0 0,0 1 0 0 0,0-1-1 0 0,0 1 1 0 0,0-1 0 0 0,0 2 0 0 0,-1 20 326 0 0,1-16-268 0 0,-7 55 464 0 0,3-31-408 0 0,2 0 0 0 0,0 0 0 0 0,4 31 1 0 0,-2-54-120 0 0,1 0 0 0 0,0 1 0 0 0,0-1 1 0 0,1 0-1 0 0,0 0 0 0 0,0 0 0 0 0,1-1 0 0 0,0 1 1 0 0,0-1-1 0 0,1 1 0 0 0,0-1 0 0 0,0 0 0 0 0,0 0 1 0 0,0 0-1 0 0,1-1 0 0 0,0 0 0 0 0,10 8 0 0 0,-9-9-20 0 0,1 0-1 0 0,0-1 0 0 0,0 0 1 0 0,0 0-1 0 0,0-1 0 0 0,0 0 0 0 0,0 0 1 0 0,1 0-1 0 0,-1-1 0 0 0,0 0 1 0 0,1-1-1 0 0,-1 0 0 0 0,14-1 1 0 0,-4-1-131 0 0,0 0 1 0 0,0-1 0 0 0,0-1 0 0 0,30-11 0 0 0,-32 9 69 0 0,-1-2 0 0 0,1 1 0 0 0,-2-2 0 0 0,1 0 0 0 0,-1 0 0 0 0,0-1-1 0 0,-1-1 1 0 0,0 0 0 0 0,-1-1 0 0 0,0 0 0 0 0,-1 0 0 0 0,0-1 0 0 0,-1-1-1 0 0,-1 0 1 0 0,0 0 0 0 0,7-18 0 0 0,-2-1 88 0 0,-1-1 0 0 0,-2 0-1 0 0,-1-1 1 0 0,-2 0 0 0 0,-1 0 0 0 0,1-48-1 0 0,-5 66 65 0 0,-2 13-58 0 0,1 0 0 0 0,-1 0 0 0 0,0 1 0 0 0,0-1 0 0 0,0 0 0 0 0,0 0 0 0 0,-1 0 0 0 0,-1-5 0 0 0,2 7 114 0 0,-3 3-56 0 0,0 1-70 0 0,0 0-1 0 0,1 0 1 0 0,-1 0 0 0 0,1 0 0 0 0,0 1 0 0 0,0-1 0 0 0,0 1 0 0 0,0-1 0 0 0,0 1 0 0 0,0 0 0 0 0,1 0 0 0 0,-1 0 0 0 0,1 0 0 0 0,0 0 0 0 0,-2 6 0 0 0,-13 59 100 0 0,13-50-93 0 0,-3 13 32 0 0,-4 58-1 0 0,10-79-85 0 0,0 0-1 0 0,0 0 0 0 0,1 1 1 0 0,0-1-1 0 0,1 0 1 0 0,0 0-1 0 0,1 0 0 0 0,0-1 1 0 0,8 18-1 0 0,-10-25-57 0 0,1 1-1 0 0,-1-1 1 0 0,1 0 0 0 0,0 1-1 0 0,-1-1 1 0 0,1 0-1 0 0,0 0 1 0 0,1 0 0 0 0,-1-1-1 0 0,0 1 1 0 0,0 0 0 0 0,1-1-1 0 0,-1 1 1 0 0,1-1-1 0 0,-1 0 1 0 0,4 1 0 0 0,-1-1-85 0 0,0 0 0 0 0,-1 0 1 0 0,1 0-1 0 0,0-1 0 0 0,0 0 0 0 0,0 0 1 0 0,-1 0-1 0 0,10-2 0 0 0,-2-1-188 0 0,0 0 0 0 0,0-1-1 0 0,0 0 1 0 0,-1-1 0 0 0,0 0-1 0 0,17-11 1 0 0,-5 0 123 0 0,-1-2-1 0 0,-1 0 1 0 0,0-1 0 0 0,-2-1-1 0 0,0-1 1 0 0,-2 0-1 0 0,0-2 1 0 0,-1 0 0 0 0,-1 0-1 0 0,14-32 1 0 0,1-12 368 0 0,-3 0 1 0 0,31-120-1 0 0,-33 74 3692 0 0,19-207 0 0 0,-38 257-1348 0 0,-7 79-1784 0 0,-27 433 2176 0 0,19-324-3054 0 0,11 226 1 0 0,0-331-535 0 0,1-1 0 0 0,0 0-1 0 0,10 28 1 0 0,-11-41 278 0 0,-1-1 0 0 0,1 0-1 0 0,1 0 1 0 0,-1-1 0 0 0,1 1 0 0 0,0 0 0 0 0,0-1-1 0 0,0 0 1 0 0,0 0 0 0 0,1 0 0 0 0,0 0-1 0 0,0 0 1 0 0,0 0 0 0 0,0-1 0 0 0,0 0-1 0 0,1 0 1 0 0,4 2 0 0 0,-1-4-1840 0 0,18-6-1060 0 0,-5-2-1150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95 924 0 0,'5'-23'4300'0'0,"1"0"0"0"0,10-26 2303 0 0,-24 67-5359 0 0,-5 16-789 0 0,2 0 1 0 0,1 1-1 0 0,2 0 1 0 0,2 1-1 0 0,-5 70 1 0 0,11-97-702 0 0,0 0 0 0 0,0 0 0 0 0,1 0 0 0 0,0 0-1 0 0,0 0 1 0 0,1 0 0 0 0,0 0 0 0 0,7 16 0 0 0,-7-22 8 0 0,0 1 0 0 0,0 0 0 0 0,0-1 0 0 0,0 1 0 0 0,1-1 0 0 0,0 0-1 0 0,-1 0 1 0 0,1 0 0 0 0,0 0 0 0 0,1 0 0 0 0,-1-1 0 0 0,0 1 0 0 0,1-1 0 0 0,-1 0 0 0 0,1 0 0 0 0,0 0 0 0 0,0-1 0 0 0,0 1-1 0 0,0-1 1 0 0,0 0 0 0 0,5 1 0 0 0,2-1-569 0 0,0 0-1 0 0,0 0 1 0 0,0-1 0 0 0,0-1-1 0 0,0 0 1 0 0,-1 0-1 0 0,19-6 1 0 0,2-3-2981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2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48 263 1088 0 0,'5'-6'1008'0'0,"-1"-1"-1"0"0,0 0 1 0 0,-1 0-1 0 0,1 0 1 0 0,-1 0-1 0 0,-1 0 1 0 0,1-1 0 0 0,-1 1-1 0 0,2-15 1 0 0,-4 20-795 0 0,0 1 0 0 0,0-1 0 0 0,0 0 0 0 0,0 1 0 0 0,0-1-1 0 0,0 0 1 0 0,0 1 0 0 0,0-1 0 0 0,0 1 0 0 0,-1-1 0 0 0,1 0 0 0 0,-1 1 0 0 0,-1-4 0 0 0,2 5-137 0 0,0 0 0 0 0,-1-1-1 0 0,1 1 1 0 0,-1-1 0 0 0,1 1-1 0 0,0 0 1 0 0,-1 0 0 0 0,1-1 0 0 0,-1 1-1 0 0,1 0 1 0 0,-1 0 0 0 0,1-1-1 0 0,-1 1 1 0 0,1 0 0 0 0,-1 0 0 0 0,1 0-1 0 0,-1 0 1 0 0,1 0 0 0 0,-1 0-1 0 0,1 0 1 0 0,-1 0 0 0 0,1 0-1 0 0,-1 0 1 0 0,1 0 0 0 0,-1 0 0 0 0,1 0-1 0 0,-2 0 1 0 0,0 1 59 0 0,0 1-1 0 0,-1-1 0 0 0,1 0 1 0 0,0 0-1 0 0,0 1 1 0 0,0-1-1 0 0,0 1 1 0 0,0 0-1 0 0,0 0 1 0 0,0-1-1 0 0,1 1 1 0 0,-1 0-1 0 0,0 1 1 0 0,0 1-1 0 0,-4 8-2 0 0,0 1 0 0 0,2 0 0 0 0,-1 0 0 0 0,2 0 0 0 0,0 0-1 0 0,0 0 1 0 0,1 1 0 0 0,1-1 0 0 0,0 1 0 0 0,1-1 0 0 0,1 1-1 0 0,0-1 1 0 0,0 1 0 0 0,2-1 0 0 0,6 23 0 0 0,-8-31-121 0 0,1-1 0 0 0,0 0 1 0 0,0 0-1 0 0,1 0 0 0 0,-1 0 1 0 0,1 0-1 0 0,0 0 0 0 0,0 0 1 0 0,0-1-1 0 0,1 0 0 0 0,-1 1 0 0 0,1-1 1 0 0,0 0-1 0 0,0-1 0 0 0,6 4 1 0 0,-4-3-4 0 0,0-1 0 0 0,0 0 0 0 0,0 0 0 0 0,1 0-1 0 0,-1-1 1 0 0,1 0 0 0 0,-1 0 0 0 0,1 0 0 0 0,0-1 0 0 0,7-1 0 0 0,-3 0-4 0 0,0 0 0 0 0,0-1-1 0 0,0-1 1 0 0,-1 0 0 0 0,1 0-1 0 0,0-1 1 0 0,-1 0 0 0 0,0-1-1 0 0,0 0 1 0 0,-1-1 0 0 0,1 0-1 0 0,15-13 1 0 0,-18 11-5 0 0,1 0 0 0 0,-2-1-1 0 0,1 0 1 0 0,-1-1 0 0 0,0 0 0 0 0,-1 1 0 0 0,0-2 0 0 0,-1 1 0 0 0,0 0-1 0 0,0-1 1 0 0,-1 0 0 0 0,-1 0 0 0 0,1 0 0 0 0,-2 0 0 0 0,0 0 0 0 0,0-1-1 0 0,-2-12 1 0 0,1 12 0 0 0,-1 1-1 0 0,0-1 0 0 0,-1 0 0 0 0,0 1 0 0 0,-1-1 1 0 0,-1 1-1 0 0,1 0 0 0 0,-2 0 0 0 0,1 1 1 0 0,-2-1-1 0 0,1 1 0 0 0,-2 0 0 0 0,1 0 1 0 0,-1 1-1 0 0,-1 0 0 0 0,-11-12 0 0 0,14 17 2 0 0,-1 0-1 0 0,1 1 1 0 0,-1 0-1 0 0,1 0 1 0 0,-1 0 0 0 0,0 1-1 0 0,0-1 1 0 0,0 2-1 0 0,0-1 1 0 0,-1 1-1 0 0,1-1 1 0 0,0 2 0 0 0,-1-1-1 0 0,1 1 1 0 0,-1 0-1 0 0,1 0 1 0 0,0 1-1 0 0,-1 0 1 0 0,1 0-1 0 0,0 0 1 0 0,0 1 0 0 0,-11 4-1 0 0,9-3-133 0 0,0 0 0 0 0,0 1 0 0 0,1 0 0 0 0,-1 0 0 0 0,1 1 0 0 0,1 0 0 0 0,-1 0 0 0 0,0 0 0 0 0,1 1 0 0 0,0 0 1 0 0,1 0-1 0 0,-1 1 0 0 0,1-1 0 0 0,0 1 0 0 0,1 0 0 0 0,-8 16 0 0 0,11-20-88 0 0,0 0 1 0 0,0 0-1 0 0,0 1 1 0 0,1-1-1 0 0,-1 0 1 0 0,1 1-1 0 0,0-1 1 0 0,-1 0-1 0 0,2 1 1 0 0,-1-1-1 0 0,0 0 1 0 0,1 1 0 0 0,-1-1-1 0 0,1 0 1 0 0,0 0-1 0 0,0 0 1 0 0,0 1-1 0 0,1-1 1 0 0,1 4-1 0 0,-1-4-374 0 0,1 0 0 0 0,-1-1 0 0 0,0 1 0 0 0,1 0 0 0 0,-1-1 0 0 0,1 0 0 0 0,0 0 0 0 0,-1 1 0 0 0,1-2 0 0 0,0 1 0 0 0,7 3 0 0 0,5 1-3788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2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2276 0 0,'53'-61'12840'0'0,"-53"61"-12813"0"0,1 0 1 0 0,-1 0 0 0 0,0 0 0 0 0,0 0 0 0 0,1 0-1 0 0,-1 0 1 0 0,0 0 0 0 0,0 0 0 0 0,0 0 0 0 0,1 0-1 0 0,-1 0 1 0 0,0 0 0 0 0,0 0 0 0 0,1 0-1 0 0,-1 0 1 0 0,0 0 0 0 0,0 1 0 0 0,0-1 0 0 0,0 0-1 0 0,1 0 1 0 0,-1 0 0 0 0,0 0 0 0 0,0 1-1 0 0,0-1 1 0 0,0 0 0 0 0,0 0 0 0 0,1 0 0 0 0,-1 1-1 0 0,0-1 1 0 0,0 0 0 0 0,0 0 0 0 0,0 0 0 0 0,0 1-1 0 0,0-1 1 0 0,0 0 0 0 0,0 0 0 0 0,0 1-1 0 0,0-1 1 0 0,0 0 0 0 0,0 1 0 0 0,1 32 884 0 0,-2 0 0 0 0,-2 0 0 0 0,-6 37 1 0 0,6-50-746 0 0,0-2-62 0 0,-20 117 524 0 0,22-133-483 0 0,1-8-145 0 0,1-1 1 0 0,1 1-1 0 0,-1 0 1 0 0,1-1 0 0 0,0 1-1 0 0,0 0 1 0 0,1 0 0 0 0,5-9-1 0 0,0-4 12 0 0,-5 13-13 0 0,20-49-20 0 0,41-73 0 0 0,-55 113 9 0 0,0 1 1 0 0,1 0 0 0 0,0 1-1 0 0,1 0 1 0 0,1 0 0 0 0,0 2-1 0 0,1-1 1 0 0,0 1-1 0 0,27-16 1 0 0,-36 24 4 0 0,1 1 0 0 0,-1 0 0 0 0,1 0 0 0 0,-1 1 0 0 0,1-1 0 0 0,0 1 0 0 0,-1 0 0 0 0,1 0 0 0 0,0 1 0 0 0,0-1 0 0 0,9 1 0 0 0,-11 1 23 0 0,-1-1 1 0 0,1 1 0 0 0,0-1 0 0 0,-1 1-1 0 0,1 0 1 0 0,-1 0 0 0 0,1 0 0 0 0,-1 0-1 0 0,1 0 1 0 0,-1 1 0 0 0,0-1 0 0 0,0 1-1 0 0,0 0 1 0 0,1 0 0 0 0,-2-1-1 0 0,1 1 1 0 0,0 0 0 0 0,0 1 0 0 0,-1-1-1 0 0,1 0 1 0 0,2 5 0 0 0,0 3 96 0 0,0-1 1 0 0,-1 2-1 0 0,0-1 0 0 0,-1 0 0 0 0,0 1 1 0 0,0-1-1 0 0,-1 1 0 0 0,0-1 0 0 0,-1 13 1 0 0,-3 16 153 0 0,-9 45 1 0 0,2-13-99 0 0,9-59-146 0 0,-3 34 80 0 0,4-43-94 0 0,0 1-1 0 0,0-1 0 0 0,1 0 0 0 0,-1 0 1 0 0,1 0-1 0 0,-1-1 0 0 0,1 1 0 0 0,0 0 1 0 0,0 0-1 0 0,0 0 0 0 0,3 5 0 0 0,-3-7-23 0 0,0 0 0 0 0,0 0 0 0 0,1 0 0 0 0,-1 0 0 0 0,0 0 0 0 0,0 0 0 0 0,0 0 0 0 0,1 0 0 0 0,-1 0 0 0 0,1 0-1 0 0,-1-1 1 0 0,0 1 0 0 0,1-1 0 0 0,-1 1 0 0 0,1-1 0 0 0,-1 1 0 0 0,1-1 0 0 0,3 0 0 0 0,-2 0-98 0 0,0 0-1 0 0,1 0 1 0 0,-1-1 0 0 0,1 1 0 0 0,-1-1 0 0 0,0 0-1 0 0,1 0 1 0 0,3-2 0 0 0,1-1-389 0 0,0-1 1 0 0,0 1-1 0 0,0-1 1 0 0,-1-1 0 0 0,12-10-1 0 0,-10 6-902 0 0,1-1 1 0 0,-2 0-1 0 0,1-1 1 0 0,-2 1-1 0 0,0-1 0 0 0,0-1 1 0 0,9-23-1 0 0,-7 8-3933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3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 2976 0 0,'-400'2'15369'0'0,"395"-2"-15292"0"0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3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0 1832 0 0,'-237'94'15736'0'0,"236"-94"-15706"0"0,1 0 0 0 0,0 0 0 0 0,-1 0 0 0 0,1 0 0 0 0,0 0 1 0 0,-1 0-1 0 0,1 0 0 0 0,0 0 0 0 0,-1 1 0 0 0,1-1 0 0 0,0 0 0 0 0,-1 0 1 0 0,1 0-1 0 0,0 1 0 0 0,-1-1 0 0 0,1 0 0 0 0,0 0 0 0 0,0 1 1 0 0,-1-1-1 0 0,1 0 0 0 0,0 0 0 0 0,0 1 0 0 0,0-1 0 0 0,-1 0 0 0 0,1 1 1 0 0,0-1-1 0 0,0 0 0 0 0,0 1 0 0 0,0-1 0 0 0,0 1 0 0 0,0-1 1 0 0,0 0-1 0 0,0 1 0 0 0,0-1 0 0 0,0 1 0 0 0,0 0-4 0 0,1-1-1 0 0,0 1 1 0 0,0-1-1 0 0,0 1 1 0 0,0-1-1 0 0,0 0 1 0 0,0 1-1 0 0,0-1 1 0 0,0 0-1 0 0,0 0 1 0 0,-1 0-1 0 0,1 1 1 0 0,0-1-1 0 0,0 0 1 0 0,0 0-1 0 0,0-1 1 0 0,2 1-1 0 0,263-31-2306 0 0,-87-2-5480 0 0,-102 20 1095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1038 2504 0 0,'-13'5'1199'0'0,"2"0"56"0"0,-1 0 0 0 0,1 1 0 0 0,0 0 0 0 0,1 1 0 0 0,-21 16 1417 0 0,32-23-2602 0 0,-1 1-1 0 0,0-1 1 0 0,1 1-1 0 0,-1-1 1 0 0,1 0-1 0 0,-1 1 1 0 0,1-1-1 0 0,-1 1 1 0 0,1-1-1 0 0,-1 0 1 0 0,1 1-1 0 0,-1-1 1 0 0,1 0-1 0 0,-1 1 1 0 0,1-1-1 0 0,0 0 0 0 0,-1 0 1 0 0,1 0-1 0 0,0 0 1 0 0,-1 1-1 0 0,1-1 1 0 0,-1 0-1 0 0,1 0 1 0 0,0 0-1 0 0,0-1 1 0 0,47-16 951 0 0,89-49 0 0 0,41-40-699 0 0,-118 67-234 0 0,-2-2 1 0 0,70-65-1 0 0,-104 83-53 0 0,0-1-1 0 0,-2-1 0 0 0,-1-1 0 0 0,-1 0 0 0 0,-1-2 0 0 0,-1-1 0 0 0,16-36 1 0 0,-33 62-33 0 0,0-1 1 0 0,0 0-1 0 0,0 1 1 0 0,0-1 0 0 0,0 0-1 0 0,-1 0 1 0 0,0-5-1 0 0,1 8-3 0 0,-1 0 0 0 0,0 0 0 0 0,0 0-1 0 0,0 0 1 0 0,-1 0 0 0 0,1 1 0 0 0,0-1 0 0 0,0 0-1 0 0,0 0 1 0 0,-1 0 0 0 0,1 0 0 0 0,0 0-1 0 0,-1 0 1 0 0,1 1 0 0 0,-1-1 0 0 0,1 0-1 0 0,-1 0 1 0 0,1 1 0 0 0,-1-1 0 0 0,0 0 0 0 0,1 1-1 0 0,-1-1 1 0 0,0 0 0 0 0,1 1 0 0 0,-1-1-1 0 0,0 1 1 0 0,0-1 0 0 0,1 1 0 0 0,-1 0-1 0 0,0-1 1 0 0,0 1 0 0 0,0 0 0 0 0,0-1 0 0 0,0 1-1 0 0,0 0 1 0 0,0 0 0 0 0,-1 0 0 0 0,-5 0-4 0 0,0 1 0 0 0,0 0 0 0 0,0 0 1 0 0,0 1-1 0 0,0 0 0 0 0,1 0 1 0 0,-1 1-1 0 0,0 0 0 0 0,1 0 1 0 0,0 0-1 0 0,0 1 0 0 0,0 0 1 0 0,0 0-1 0 0,0 0 0 0 0,1 1 0 0 0,-9 9 1 0 0,11-10 4 0 0,-1 0 1 0 0,1 0-1 0 0,1 0 0 0 0,-1 0 1 0 0,0 0-1 0 0,1 0 1 0 0,0 1-1 0 0,0 0 0 0 0,0-1 1 0 0,1 1-1 0 0,0 0 1 0 0,0 0-1 0 0,0-1 0 0 0,0 1 1 0 0,1 0-1 0 0,-1 0 1 0 0,1 0-1 0 0,1 0 0 0 0,-1 0 1 0 0,1 0-1 0 0,0 0 1 0 0,0 0-1 0 0,0 0 0 0 0,0-1 1 0 0,4 9-1 0 0,5 3 11 0 0,0-1-1 0 0,1 0 1 0 0,1 0-1 0 0,0-1 1 0 0,1 0-1 0 0,23 18 1 0 0,3 5 1 0 0,1 1-12 0 0,-13-14 86 0 0,24 31 1 0 0,-44-48 43 0 0,-1 1 0 0 0,0 1 0 0 0,-1-1 0 0 0,0 1 0 0 0,0 0 0 0 0,-1 0 0 0 0,0 0 1 0 0,4 16-1 0 0,-7-21-71 0 0,-1 1 1 0 0,1-1-1 0 0,-1 1 1 0 0,0-1-1 0 0,-1 0 1 0 0,1 1-1 0 0,-1-1 0 0 0,0 0 1 0 0,0 0-1 0 0,0 1 1 0 0,0-1-1 0 0,-1 0 1 0 0,0 0-1 0 0,0 0 1 0 0,0 0-1 0 0,0-1 1 0 0,0 1-1 0 0,-1-1 1 0 0,0 1-1 0 0,1-1 1 0 0,-1 0-1 0 0,-1 0 0 0 0,1 0 1 0 0,-6 4-1 0 0,-1 0 25 0 0,0 1 0 0 0,-1-2 1 0 0,0 0-1 0 0,0 0 0 0 0,-1-1 0 0 0,1 0 0 0 0,-18 4 0 0 0,5-4 49 0 0,0 0 0 0 0,-1-2 0 0 0,-37 1 0 0 0,60-4-128 0 0,1 0 0 0 0,-1 0 1 0 0,0 0-1 0 0,1 0 1 0 0,-1 0-1 0 0,0-1 1 0 0,1 1-1 0 0,-1 0 1 0 0,0-1-1 0 0,1 1 0 0 0,-3-2 1 0 0,0 1 1 0 0,3 0-6 0 0,1 1 0 0 0,-1 0 0 0 0,1 0 1 0 0,-1 0-1 0 0,0 0 0 0 0,1-1 1 0 0,-1 1-1 0 0,0 0 0 0 0,1 0 0 0 0,-1-1 1 0 0,1 1-1 0 0,-1-1 0 0 0,1 1 0 0 0,-1 0 1 0 0,1-1-1 0 0,-1 1 0 0 0,1-1 1 0 0,0 1-1 0 0,-1-1 0 0 0,1 1 0 0 0,-1-1 1 0 0,1 0-1 0 0,0 1 0 0 0,0-1 0 0 0,-1 1 1 0 0,1-1-1 0 0,0 0 0 0 0,0 1 1 0 0,0-1-1 0 0,0 0 0 0 0,0 1 0 0 0,0-1 1 0 0,0 1-1 0 0,0-1 0 0 0,0 0 0 0 0,0 1 1 0 0,0-1-1 0 0,0-1 0 0 0,1 0 0 0 0,0 0 0 0 0,-1 0 0 0 0,1-1 0 0 0,0 1 0 0 0,1 0 0 0 0,-1 0 0 0 0,0 1 0 0 0,3-4 0 0 0,22-20-33 0 0,1 2 0 0 0,1 0 0 0 0,55-32 0 0 0,-13 9-180 0 0,121-94-626 0 0,-143 101 552 0 0,77-83-1 0 0,-115 111 269 0 0,0-1 1 0 0,-1 0 0 0 0,-1 0-1 0 0,7-15 1 0 0,-11 19 10 0 0,-1 1 0 0 0,1-1 1 0 0,-2 0-1 0 0,1 0 1 0 0,-1 0-1 0 0,-1 0 0 0 0,1 0 1 0 0,0-13-1 0 0,-2 20 6 0 0,0 1 0 0 0,0-1 0 0 0,0 1-1 0 0,0-1 1 0 0,0 1 0 0 0,0-1 0 0 0,0 1 0 0 0,0-1 0 0 0,0 1-1 0 0,0-1 1 0 0,0 1 0 0 0,0-1 0 0 0,-1 1 0 0 0,1 0 0 0 0,0-1-1 0 0,0 1 1 0 0,0-1 0 0 0,-1 1 0 0 0,1-1 0 0 0,0 1 0 0 0,0 0-1 0 0,-1-1 1 0 0,1 1 0 0 0,0 0 0 0 0,-1-1 0 0 0,1 1 0 0 0,-1 0-1 0 0,1-1 1 0 0,0 1 0 0 0,-1 0 0 0 0,1 0 0 0 0,-1-1 0 0 0,1 1-1 0 0,-1 0 1 0 0,1 0 0 0 0,-1 0 0 0 0,1 0 0 0 0,0 0 0 0 0,-1 0-1 0 0,1-1 1 0 0,-1 1 0 0 0,1 0 0 0 0,-1 0 0 0 0,1 1 0 0 0,-1-1 0 0 0,1 0-1 0 0,-1 0 1 0 0,1 0 0 0 0,-1 0 0 0 0,0 0 0 0 0,-1 1-1 0 0,0 0 0 0 0,0 0 0 0 0,-1 0-1 0 0,1 1 1 0 0,0-1 0 0 0,0 0 0 0 0,0 1 0 0 0,0-1 0 0 0,-2 3 0 0 0,-13 19-4 0 0,2-1 1 0 0,0 2-1 0 0,2 0 0 0 0,0 0 1 0 0,2 1-1 0 0,-11 33 0 0 0,11-27 16 0 0,1 2-1 0 0,1-1 1 0 0,-7 56-1 0 0,15-77 1 0 0,0 1-1 0 0,0-1 1 0 0,1 0 0 0 0,1 0-1 0 0,0 0 1 0 0,0 0 0 0 0,1 0 0 0 0,1 0-1 0 0,-1 0 1 0 0,2 0 0 0 0,0-1-1 0 0,0 0 1 0 0,1 1 0 0 0,10 16-1 0 0,-10-22-6 0 0,-1 1 0 0 0,0-1 0 0 0,1-1 0 0 0,0 1 0 0 0,0-1 0 0 0,1 0 0 0 0,-1 0 0 0 0,1-1 0 0 0,0 1 0 0 0,-1-1 0 0 0,2 0 0 0 0,6 2 0 0 0,-2-2-82 0 0,0 0 0 0 0,0-1 0 0 0,0 0 0 0 0,0-1 0 0 0,1 0 0 0 0,17-2 0 0 0,0-2-368 0 0,-1-1 0 0 0,1-1 0 0 0,-1-2 0 0 0,47-17 0 0 0,-50 14 26 0 0,-1-1 1 0 0,-1-1-1 0 0,0-1 0 0 0,-1 0 1 0 0,0-2-1 0 0,34-31 0 0 0,-30 21 68 0 0,-1-1 0 0 0,-1-2-1 0 0,-1 0 1 0 0,25-43 0 0 0,-17 17 200 0 0,-2-2-1 0 0,-3-1 1 0 0,-2-1 0 0 0,-3-1 0 0 0,19-85 0 0 0,-29 92 680 0 0,5-54 0 0 0,-14 82 104 0 0,-1 1 0 0 0,-1-1 0 0 0,-1 0 0 0 0,-6-37 0 0 0,7 60-585 0 0,0 0 1 0 0,0 1-1 0 0,0-1 0 0 0,0 1 1 0 0,-1-1-1 0 0,1 1 0 0 0,0-1 1 0 0,0 1-1 0 0,0-1 0 0 0,0 0 0 0 0,-1 1 1 0 0,1-1-1 0 0,0 1 0 0 0,0-1 1 0 0,-1 1-1 0 0,1-1 0 0 0,0 1 1 0 0,-1 0-1 0 0,1-1 0 0 0,-1 1 1 0 0,1-1-1 0 0,-1 1 0 0 0,1 0 0 0 0,0-1 1 0 0,-1 1-1 0 0,1 0 0 0 0,-2-1 1 0 0,2 2-18 0 0,-1-1 1 0 0,0 0-1 0 0,1 0 1 0 0,-1 0-1 0 0,0 1 1 0 0,1-1-1 0 0,-1 0 1 0 0,0 1-1 0 0,1-1 1 0 0,-1 1-1 0 0,1-1 1 0 0,-1 1-1 0 0,1-1 1 0 0,-1 1-1 0 0,1-1 1 0 0,-1 1-1 0 0,0 0 1 0 0,-15 29 708 0 0,4 8-110 0 0,2 1 1 0 0,2 1-1 0 0,-5 71 1 0 0,8-60-332 0 0,-6 51 68 0 0,4 0 0 0 0,11 173 0 0 0,-3-260-373 0 0,1-1 1 0 0,0 0-1 0 0,2 1 0 0 0,-1-1 0 0 0,2 0 1 0 0,0-1-1 0 0,7 16 0 0 0,-10-25-144 0 0,0-1 0 0 0,0 1 0 0 0,0-1 0 0 0,1 0 0 0 0,-1 0 0 0 0,1 1 1 0 0,0-2-1 0 0,0 1 0 0 0,0 0 0 0 0,0 0 0 0 0,1-1 0 0 0,-1 0 0 0 0,0 0 0 0 0,1 0 0 0 0,0 0 0 0 0,-1 0 0 0 0,1-1 0 0 0,0 0 0 0 0,0 1 0 0 0,0-1 0 0 0,0-1 0 0 0,0 1 0 0 0,0-1 0 0 0,0 1 0 0 0,0-1 0 0 0,1 0 0 0 0,-1-1 0 0 0,0 1 0 0 0,0-1 1 0 0,4-1-1 0 0,-1 0-522 0 0,-1 0 1 0 0,0 0 0 0 0,0-1 0 0 0,1 0 0 0 0,-2 0 0 0 0,1 0 0 0 0,0-1 0 0 0,-1 0 0 0 0,1 0-1 0 0,-1-1 1 0 0,0 1 0 0 0,-1-1 0 0 0,5-5 0 0 0,10-15-4709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175 159 2940 0 0,'-170'-24'12593'0'0,"166"23"-11795"0"0,4 1-777 0 0,0-1 0 0 0,0 1 0 0 0,0-1 0 0 0,0 1 0 0 0,0-1-1 0 0,0 1 1 0 0,1-1 0 0 0,-1 1 0 0 0,0 0 0 0 0,0-1 0 0 0,0 1 0 0 0,1-1 0 0 0,-1 1 0 0 0,0 0 0 0 0,0-1 0 0 0,1 1 0 0 0,-1-1 0 0 0,1 1 0 0 0,-1 0 0 0 0,0 0-1 0 0,1-1 1 0 0,-1 1 0 0 0,0 0 0 0 0,1-1 0 0 0,5-2 29 0 0,0 1-1 0 0,0-1 0 0 0,0 1 0 0 0,1 0 1 0 0,-1 0-1 0 0,0 1 0 0 0,11-2 1 0 0,4 0 31 0 0,600-91-1438 0 0,-597 91 829 0 0,33-3-844 0 0,-24 8-3384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5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327 372 1936 0 0,'-24'-13'2744'0'0,"-2"1"0"0"0,1 1 0 0 0,-42-11 1 0 0,64 21-2663 0 0,1 1 0 0 0,-1 0 0 0 0,0 0 0 0 0,0-1 0 0 0,1 2 0 0 0,-1-1-1 0 0,0 0 1 0 0,0 0 0 0 0,1 1 0 0 0,-1 0 0 0 0,0-1 0 0 0,1 1 0 0 0,-1 0 0 0 0,1 0 0 0 0,-1 1 0 0 0,1-1 0 0 0,-1 0 0 0 0,1 1 0 0 0,0 0 0 0 0,0-1 0 0 0,0 1 0 0 0,0 0 0 0 0,0 0 0 0 0,0 0 0 0 0,0 0 0 0 0,-2 4 0 0 0,-4 6 98 0 0,0 1-1 0 0,0 0 0 0 0,-8 22 1 0 0,12-26-57 0 0,-12 27 117 0 0,2 1 1 0 0,-18 71-1 0 0,29-93-208 0 0,0 1-1 0 0,1-1 1 0 0,1 1-1 0 0,0 0 1 0 0,1 0 0 0 0,1-1-1 0 0,0 1 1 0 0,1 0-1 0 0,1 0 1 0 0,4 14 0 0 0,-6-26-23 0 0,1 0 0 0 0,0 0 0 0 0,-1 0 1 0 0,1-1-1 0 0,0 1 0 0 0,1 0 0 0 0,-1-1 0 0 0,1 0 1 0 0,-1 0-1 0 0,1 0 0 0 0,0 0 0 0 0,0 0 1 0 0,0 0-1 0 0,1-1 0 0 0,5 4 0 0 0,-3-3-1 0 0,0-1 0 0 0,0 1 0 0 0,0-1 0 0 0,0-1 0 0 0,0 1 0 0 0,1-1 0 0 0,-1 0 0 0 0,0-1 0 0 0,10 1-1 0 0,2-3 4 0 0,0 0-1 0 0,-1 0 0 0 0,1-2 0 0 0,-1 0 0 0 0,1-1 0 0 0,23-11 0 0 0,-24 9-6 0 0,0-2 0 0 0,-1 0 0 0 0,-1-1 0 0 0,1 0 0 0 0,-2-1 0 0 0,1-1 0 0 0,-2 0 0 0 0,1-1 0 0 0,-2 0 0 0 0,0-1 0 0 0,0-1 0 0 0,-2 0 0 0 0,0 0 0 0 0,9-18 1 0 0,-14 22-3 0 0,0 0 0 0 0,0-1 1 0 0,-1 0-1 0 0,0 0 1 0 0,-1 0-1 0 0,-1-1 1 0 0,0 1-1 0 0,0-1 0 0 0,-1 1 1 0 0,-1-1-1 0 0,0 1 1 0 0,-1-1-1 0 0,0 0 1 0 0,-1 1-1 0 0,0 0 0 0 0,-1-1 1 0 0,-1 1-1 0 0,0 0 1 0 0,0 0-1 0 0,-1 1 1 0 0,-9-16-1 0 0,10 21-5 0 0,1 1 0 0 0,-1-1 0 0 0,0 1 0 0 0,-1 0 0 0 0,1 0 1 0 0,-1 1-1 0 0,0-1 0 0 0,0 1 0 0 0,0 0 0 0 0,-1 0 0 0 0,1 1 0 0 0,-1-1 0 0 0,0 1 0 0 0,0 1 0 0 0,0-1 1 0 0,-1 1-1 0 0,1 0 0 0 0,0 0 0 0 0,-9 0 0 0 0,7 1-1 0 0,0 1 0 0 0,-1 0 0 0 0,1 0 0 0 0,-1 1 0 0 0,1 0 1 0 0,-1 0-1 0 0,1 1 0 0 0,0 0 0 0 0,0 1 0 0 0,0 0 0 0 0,0 0 0 0 0,0 0 0 0 0,1 1 0 0 0,-12 8 0 0 0,2 0-2 0 0,1 0 0 0 0,1 2 0 0 0,0-1 0 0 0,1 2 0 0 0,1 0 0 0 0,0 1 0 0 0,1 0 0 0 0,-14 24 0 0 0,21-30 5 0 0,0-1 1 0 0,1 1-1 0 0,0 0 0 0 0,1 0 0 0 0,0 1 0 0 0,0-1 0 0 0,-1 19 0 0 0,3-22 3 0 0,1 0 0 0 0,0 0-1 0 0,1 0 1 0 0,0 0 0 0 0,0 0-1 0 0,0 0 1 0 0,1 0 0 0 0,0 0-1 0 0,1 0 1 0 0,-1-1 0 0 0,1 1-1 0 0,6 9 1 0 0,-3-8 1 0 0,0 0 0 0 0,0-1 1 0 0,1 0-1 0 0,0 0 0 0 0,0 0 0 0 0,1-1 1 0 0,0 0-1 0 0,0-1 0 0 0,0 0 0 0 0,1 0 0 0 0,-1-1 1 0 0,1 0-1 0 0,0 0 0 0 0,0-1 0 0 0,1 0 1 0 0,-1-1-1 0 0,1 0 0 0 0,15 1 0 0 0,-3-1-4 0 0,1-1 1 0 0,0-1-1 0 0,-1 0 0 0 0,1-2 0 0 0,0-1 0 0 0,40-11 0 0 0,-36 5 1 0 0,-1 0 0 0 0,0-2 0 0 0,0-1 0 0 0,-1-1 1 0 0,-1-1-1 0 0,0-2 0 0 0,-1 0 0 0 0,-1-1 0 0 0,0-1 0 0 0,-2-1 0 0 0,0-1 0 0 0,27-36 0 0 0,-10 6-7 0 0,-2-2 0 0 0,-3-2 0 0 0,-3 0 0 0 0,37-94 0 0 0,-63 142 3 0 0,59-137-164 0 0,-62 142 150 0 0,4 8-3 0 0,1 9 22 0 0,-28 375 1439 0 0,-26 1-449 0 0,15-140-431 0 0,-39 280 73 0 0,-34-6-186 0 0,87-448-331 0 0,-3-1-1 0 0,-40 89 0 0 0,51-139-44 0 0,-1-2 0 0 0,-1 0 1 0 0,-1 0-1 0 0,-2-1 0 0 0,0-1 0 0 0,-1-1 0 0 0,-1-1 0 0 0,-1 0 1 0 0,-38 29-1 0 0,50-44-54 0 0,1-1-1 0 0,-1 0 1 0 0,0 0 0 0 0,0-1 0 0 0,-1 0 0 0 0,1-1 0 0 0,-1 0 0 0 0,0 0-1 0 0,0-1 1 0 0,0 0 0 0 0,0-1 0 0 0,0 0 0 0 0,0 0 0 0 0,-1-1 0 0 0,1 0-1 0 0,0 0 1 0 0,0-1 0 0 0,0 0 0 0 0,0-1 0 0 0,0 0 0 0 0,0-1 0 0 0,0 0-1 0 0,0 0 1 0 0,1 0 0 0 0,0-1 0 0 0,-1-1 0 0 0,2 1 0 0 0,-1-1 0 0 0,0-1-1 0 0,1 0 1 0 0,0 0 0 0 0,0 0 0 0 0,1 0 0 0 0,0-1 0 0 0,0 0 0 0 0,0-1-1 0 0,1 1 1 0 0,-4-9 0 0 0,0-1-28 0 0,1-1 1 0 0,0 0-1 0 0,2 0 0 0 0,0 0 1 0 0,1-1-1 0 0,0 0 0 0 0,2 0 1 0 0,0 0-1 0 0,2 0 0 0 0,0 0 0 0 0,2-31 1 0 0,3 11-3 0 0,1 0 1 0 0,2 0 0 0 0,2 1-1 0 0,23-67 1 0 0,-10 53 28 0 0,1 0 0 0 0,3 1 0 0 0,2 2 0 0 0,3 1-1 0 0,43-54 1 0 0,-29 48-115 0 0,3 1-1 0 0,2 3 0 0 0,103-80 1 0 0,-92 86-487 0 0,1 3 1 0 0,84-40-1 0 0,-95 57-1718 0 0,92-29-1 0 0,-42 25-5992 0 0,-74 21 2969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8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641 160 1408 0 0,'-3'0'691'0'0,"1"0"0"0"0,-1 0 0 0 0,1 0 0 0 0,-1 0-1 0 0,0 0 1 0 0,1 0 0 0 0,-1-1 0 0 0,1 0 0 0 0,-4 0 0 0 0,3-1 133 0 0,2 2-712 0 0,0-1-1 0 0,0 1 1 0 0,0-1 0 0 0,1 0 0 0 0,-1 0-1 0 0,0 0 1 0 0,0 0 0 0 0,0 1-1 0 0,1-1 1 0 0,-1 0 0 0 0,0 0 0 0 0,1 0-1 0 0,-1-1 1 0 0,1 1 0 0 0,-1 0 0 0 0,1 0-1 0 0,0 0 1 0 0,-1 0 0 0 0,1 0 0 0 0,0-3-1 0 0,-7-27 1333 0 0,7 27-1440 0 0,-15-83 3300 0 0,15 87-3286 0 0,0-1 1 0 0,0 1-1 0 0,-1-1 1 0 0,1 0-1 0 0,0 1 1 0 0,-1-1-1 0 0,1 1 1 0 0,0-1-1 0 0,-1 1 1 0 0,1-1-1 0 0,-1 1 1 0 0,1-1-1 0 0,0 1 1 0 0,-1 0-1 0 0,0-1 1 0 0,1 1-1 0 0,-1 0 1 0 0,1-1-1 0 0,-1 1 1 0 0,1 0-1 0 0,-1 0 1 0 0,0-1-1 0 0,1 1 1 0 0,-1 0-1 0 0,1 0 1 0 0,-1 0-1 0 0,0 0 1 0 0,1 0-1 0 0,-2 0 1 0 0,-15 2 103 0 0,16-2-112 0 0,-3 1 12 0 0,-1 1 1 0 0,1-1 0 0 0,0 1 0 0 0,0 0 0 0 0,-1 0 0 0 0,1 1 0 0 0,1-1 0 0 0,-8 7 0 0 0,-27 29 74 0 0,26-26-68 0 0,-38 42 7 0 0,3 2 0 0 0,2 2 1 0 0,-58 101-1 0 0,83-123-18 0 0,-28 68 1 0 0,44-94-13 0 0,0 0 0 0 0,1 1 1 0 0,0 0-1 0 0,1-1 1 0 0,0 1-1 0 0,1 0 0 0 0,0 0 1 0 0,1 0-1 0 0,0 0 0 0 0,0 0 1 0 0,5 19-1 0 0,-5-27-2 0 0,1 0-1 0 0,0 0 1 0 0,0 0-1 0 0,0 0 1 0 0,0 0 0 0 0,1-1-1 0 0,-1 1 1 0 0,1-1-1 0 0,0 1 1 0 0,0-1-1 0 0,-1 1 1 0 0,2-1-1 0 0,-1 0 1 0 0,0 0-1 0 0,0 0 1 0 0,1 0 0 0 0,-1 0-1 0 0,1-1 1 0 0,4 3-1 0 0,-2-2 0 0 0,0-1 0 0 0,-1 0 0 0 0,1 0 0 0 0,0 0 0 0 0,0 0 1 0 0,-1-1-1 0 0,1 0 0 0 0,0 0 0 0 0,0 0 0 0 0,0-1 0 0 0,6-1 0 0 0,4-2-2 0 0,0 0 0 0 0,-1-1 0 0 0,0-1 0 0 0,0 0 0 0 0,0-1 1 0 0,24-16-1 0 0,-14 4-7 0 0,-1 0 1 0 0,0-2 0 0 0,-2 0-1 0 0,0-1 1 0 0,23-34 0 0 0,-15 14 22 0 0,-3-1 1 0 0,30-63-1 0 0,-30 49 9 0 0,44-83-81 0 0,-70 139 53 0 0,0 1 0 0 0,1-1 0 0 0,-1 1 0 0 0,0-1 1 0 0,0 1-1 0 0,1-1 0 0 0,-1 1 0 0 0,0-1 0 0 0,1 1 0 0 0,-1-1 0 0 0,0 1 0 0 0,1 0 0 0 0,-1-1 1 0 0,1 1-1 0 0,-1 0 0 0 0,0-1 0 0 0,1 1 0 0 0,-1 0 0 0 0,1 0 0 0 0,-1-1 0 0 0,1 1 1 0 0,-1 0-1 0 0,1 0 0 0 0,0 0 0 0 0,6 9-27 0 0,-4 22 6 0 0,-3-29 22 0 0,2 78-20 0 0,-12 99 1 0 0,-22 80 70 0 0,32-258-50 0 0,-47 308 311 0 0,-116 411 0 0 0,96-524-208 0 0,53-165-74 0 0,-1-1 0 0 0,-1 0 0 0 0,-1-1 0 0 0,-24 29 0 0 0,37-53 61 0 0,-1 0 1 0 0,0 0 0 0 0,1 0 0 0 0,-2-1-1 0 0,1 0 1 0 0,0 0 0 0 0,-1 0-1 0 0,0-1 1 0 0,0 0 0 0 0,0 0 0 0 0,0 0-1 0 0,-7 2 1 0 0,8-5-58 0 0,0 0-1 0 0,0 0 1 0 0,1-1 0 0 0,-1 1-1 0 0,0-1 1 0 0,0 0 0 0 0,1 0-1 0 0,-1 0 1 0 0,0-1 0 0 0,1 0-1 0 0,-1 0 1 0 0,1 0 0 0 0,0 0-1 0 0,-7-6 1 0 0,-1 0-4 0 0,1-1 1 0 0,0-1 0 0 0,-13-15-1 0 0,13 13-30 0 0,1 0 0 0 0,1-1 0 0 0,0 0-1 0 0,0-1 1 0 0,2 0 0 0 0,0 0 0 0 0,0-1 0 0 0,1 1 0 0 0,1-2-1 0 0,0 1 1 0 0,2 0 0 0 0,-1-1 0 0 0,2 0 0 0 0,0 1-1 0 0,1-1 1 0 0,0 0 0 0 0,2 0 0 0 0,0 0 0 0 0,0 0-1 0 0,2 0 1 0 0,0 1 0 0 0,0-1 0 0 0,2 1 0 0 0,0 0 0 0 0,0 0-1 0 0,10-16 1 0 0,7-9-256 0 0,1 0 0 0 0,2 2 0 0 0,2 0 0 0 0,2 2 0 0 0,1 1 0 0 0,58-52 0 0 0,231-164-3040 0 0,-285 227 2883 0 0,50-37-848 0 0,27-18-2653 0 0,102-96 1 0 0,-166 130 762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8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61 206 2328 0 0,'5'-14'943'0'0,"0"0"0"0"0,-1 0 0 0 0,0 0 0 0 0,-1-1 0 0 0,-1 0 0 0 0,0 0-1 0 0,-1 0 1 0 0,0 1 0 0 0,-3-23 0 0 0,0-1 2032 0 0,-10 50-2132 0 0,8-4-667 0 0,1-1 0 0 0,-1 1 0 0 0,2-1-1 0 0,-1 1 1 0 0,1 0 0 0 0,0 0-1 0 0,-1 12 1 0 0,-1-1 52 0 0,2-7-132 0 0,-30 162 674 0 0,26-134-682 0 0,3 0 0 0 0,1 56-1 0 0,3-86-145 0 0,-1-1 0 0 0,2 0-1 0 0,0 0 1 0 0,0 0 0 0 0,4 12-1 0 0,-4-17-147 0 0,-1 0 0 0 0,1 0-1 0 0,0 0 1 0 0,0-1 0 0 0,1 1 0 0 0,-1-1-1 0 0,1 1 1 0 0,0-1 0 0 0,-1 0-1 0 0,2 0 1 0 0,-1 0 0 0 0,0 0-1 0 0,4 2 1 0 0,-4-4-26 0 0,-1 0 1 0 0,1 0-1 0 0,-1 0 0 0 0,0-1 0 0 0,1 1 1 0 0,-1-1-1 0 0,1 1 0 0 0,0-1 0 0 0,-1 0 1 0 0,1 0-1 0 0,-1 0 0 0 0,1-1 0 0 0,-1 1 1 0 0,1 0-1 0 0,3-2 0 0 0,-1 1-424 0 0,-1-1 0 0 0,1 0 0 0 0,0 1 0 0 0,-1-2 0 0 0,0 1 0 0 0,1 0 1 0 0,3-4-1 0 0,9-8-3085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1956 0 0,'21'-93'10196'0'0,"-23"114"-5575"0"0,-2 46-2755 0 0,0 22-1252 0 0,1 84 107 0 0,5-143-628 0 0,1 1 0 0 0,1-2 0 0 0,15 51 1 0 0,-18-75-83 0 0,0-1 0 0 0,1 0 0 0 0,-1 0 0 0 0,1 0 1 0 0,1 0-1 0 0,-1 0 0 0 0,3 4 0 0 0,-4-7-16 0 0,1 1-1 0 0,-1-1 1 0 0,0 0-1 0 0,1 0 1 0 0,-1 0 0 0 0,1 0-1 0 0,0 0 1 0 0,-1 0-1 0 0,1 0 1 0 0,0 0-1 0 0,-1-1 1 0 0,1 1-1 0 0,0-1 1 0 0,0 1-1 0 0,-1-1 1 0 0,1 0-1 0 0,0 0 1 0 0,3 0 0 0 0,-2 0-21 0 0,-1-1 0 0 0,1 1 1 0 0,-1-1-1 0 0,0 0 0 0 0,1 0 1 0 0,-1 0-1 0 0,0 0 1 0 0,0-1-1 0 0,0 1 0 0 0,0 0 1 0 0,0-1-1 0 0,0 0 1 0 0,0 1-1 0 0,0-1 0 0 0,-1 0 1 0 0,2-2-1 0 0,-1 2-24 0 0,11-16-139 0 0,0 0-1 0 0,-1 0 1 0 0,-1-2-1 0 0,-1 1 1 0 0,10-29-1 0 0,-11 28 107 0 0,23-59-149 0 0,-19 44 136 0 0,1 0 0 0 0,2 1 0 0 0,35-55 0 0 0,-50 87 93 0 0,1 0-1 0 0,-1 0 1 0 0,0 0 0 0 0,1 0-1 0 0,-1 0 1 0 0,1 1 0 0 0,0-1-1 0 0,-1 1 1 0 0,1-1 0 0 0,0 1 0 0 0,0 0-1 0 0,0-1 1 0 0,0 1 0 0 0,0 0-1 0 0,0 0 1 0 0,1 0 0 0 0,-1 1-1 0 0,0-1 1 0 0,0 0 0 0 0,1 1-1 0 0,-1 0 1 0 0,0-1 0 0 0,1 1-1 0 0,-1 0 1 0 0,0 0 0 0 0,1 0 0 0 0,-1 1-1 0 0,0-1 1 0 0,0 0 0 0 0,1 1-1 0 0,-1 0 1 0 0,0-1 0 0 0,0 1-1 0 0,1 0 1 0 0,2 2 0 0 0,4 3 6 0 0,-1 0 0 0 0,-1 1 0 0 0,1-1 0 0 0,-1 1 0 0 0,0 1 0 0 0,0-1 0 0 0,5 10 0 0 0,11 16 14 0 0,-17-23-6 0 0,1 0 1 0 0,0-1-1 0 0,0 1 1 0 0,1-1-1 0 0,0-1 0 0 0,1 0 1 0 0,0 0-1 0 0,13 9 1 0 0,-18-15-12 0 0,1-1 1 0 0,-1 0-1 0 0,0 0 1 0 0,1 0-1 0 0,0-1 1 0 0,-1 1-1 0 0,1-1 1 0 0,-1 0-1 0 0,1-1 1 0 0,-1 1-1 0 0,1-1 1 0 0,0 0-1 0 0,-1 0 1 0 0,0 0-1 0 0,1 0 1 0 0,-1-1-1 0 0,0 0 1 0 0,8-4-1 0 0,-6 2-31 0 0,-1 0-1 0 0,0 0 1 0 0,0-1 0 0 0,0 1 0 0 0,0-1-1 0 0,-1 0 1 0 0,0-1 0 0 0,0 1-1 0 0,0-1 1 0 0,-1 0 0 0 0,0 1-1 0 0,0-1 1 0 0,0-1 0 0 0,2-8 0 0 0,0-2-12 0 0,-1-1 1 0 0,0 0 0 0 0,-2 0 0 0 0,2-19 0 0 0,-4 27 35 0 0,0 1-1 0 0,-1-1 1 0 0,1 0-1 0 0,-4-10 1 0 0,4 17 6 0 0,-1-1 0 0 0,0 1 0 0 0,0 0 0 0 0,0 0 0 0 0,0 0 1 0 0,0 0-1 0 0,-1 0 0 0 0,1 0 0 0 0,-1 0 0 0 0,0 1 0 0 0,0-1 0 0 0,0 0 0 0 0,0 1 1 0 0,-1 0-1 0 0,1-1 0 0 0,-6-3 0 0 0,6 5 0 0 0,0 0 1 0 0,0 0-1 0 0,0 1 1 0 0,0-1-1 0 0,0 0 1 0 0,0 1-1 0 0,0-1 1 0 0,0 1-1 0 0,0 0 1 0 0,-1-1-1 0 0,1 1 1 0 0,0 0-1 0 0,0 1 1 0 0,0-1-1 0 0,-1 0 1 0 0,1 1-1 0 0,0-1 1 0 0,0 1-1 0 0,0-1 1 0 0,-3 3-1 0 0,0-1 12 0 0,0 1 0 0 0,1 0 0 0 0,-1 0 0 0 0,1 1 1 0 0,0-1-1 0 0,0 1 0 0 0,0 0 0 0 0,-4 6 0 0 0,-4 7 86 0 0,0 2-1 0 0,1-1 1 0 0,-12 27 0 0 0,9-14-13 0 0,1 1-1 0 0,1 1 1 0 0,2-1 0 0 0,2 2-1 0 0,0-1 1 0 0,2 1-1 0 0,2 0 1 0 0,0 45 0 0 0,4-67-69 0 0,1-1 1 0 0,0 1 0 0 0,1 0-1 0 0,0-1 1 0 0,1 1 0 0 0,6 17-1 0 0,-7-25-80 0 0,0 0-1 0 0,0-1 1 0 0,0 1 0 0 0,0 0-1 0 0,1-1 1 0 0,-1 1-1 0 0,1-1 1 0 0,0 0-1 0 0,0 0 1 0 0,0 0-1 0 0,1-1 1 0 0,-1 1 0 0 0,1-1-1 0 0,-1 1 1 0 0,1-1-1 0 0,0 0 1 0 0,0-1-1 0 0,0 1 1 0 0,0-1-1 0 0,0 1 1 0 0,6 0 0 0 0,0 0-272 0 0,0-1 1 0 0,1-1 0 0 0,-1 0 0 0 0,0 0 0 0 0,1 0 0 0 0,-1-2-1 0 0,0 1 1 0 0,0-1 0 0 0,0-1 0 0 0,0 0 0 0 0,0 0 0 0 0,0-1-1 0 0,17-9 1 0 0,-14 5-433 0 0,1-1 1 0 0,-1 0-1 0 0,-1-1 0 0 0,1-1 0 0 0,-2 0 0 0 0,1 0 0 0 0,-2-1 1 0 0,13-18-1 0 0,2-7-2413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0 266 5120 0 0,'12'-33'1407'0'0,"-2"-1"0"0"0,-1 0-1 0 0,8-59 1 0 0,-8 38 703 0 0,-4 39-1303 0 0,-5 16-784 0 0,1 0-1 0 0,-1 0 1 0 0,0 0 0 0 0,0 0-1 0 0,0 0 1 0 0,0-1 0 0 0,0 1-1 0 0,0 0 1 0 0,1 0 0 0 0,-1 0-1 0 0,0 0 1 0 0,0 0 0 0 0,0 1-1 0 0,0-1 1 0 0,0 0 0 0 0,0 0-1 0 0,1 0 1 0 0,-1 0 0 0 0,0 0-1 0 0,0 0 1 0 0,0 0 0 0 0,0 0-1 0 0,0 0 1 0 0,0 0 0 0 0,1 0-1 0 0,-1 0 1 0 0,0 0 0 0 0,0 0-1 0 0,0 0 1 0 0,0 1 0 0 0,0-1-1 0 0,0 0 1 0 0,0 0 0 0 0,0 0-1 0 0,0 0 1 0 0,0 0 0 0 0,0 0-1 0 0,0 1 1 0 0,0-1 0 0 0,1 0-1 0 0,-1 0 1 0 0,0 0 0 0 0,0 0-1 0 0,0 0 1 0 0,0 0 0 0 0,0 1-1 0 0,0-1 1 0 0,0 0 0 0 0,0 0-1 0 0,0 0 1 0 0,4 28 1171 0 0,2 89 429 0 0,-11 136 0 0 0,2-140-1138 0 0,3-110-395 0 0,10-12-92 0 0,-7 3-31 0 0,0 0 1 0 0,0 0-1 0 0,-1 0 0 0 0,0 0 1 0 0,3-8-1 0 0,3-12-126 0 0,1 2 6 0 0,49-112-421 0 0,-48 117 532 0 0,0 1-1 0 0,2 1 1 0 0,0 0 0 0 0,0 0 0 0 0,18-17 0 0 0,-23 27 21 0 0,-1 1 1 0 0,1 0 0 0 0,1 0 0 0 0,-1 1 0 0 0,1 0-1 0 0,0 0 1 0 0,0 0 0 0 0,0 1 0 0 0,15-5 0 0 0,-21 9 18 0 0,0-1 1 0 0,1 1-1 0 0,-1 0 1 0 0,0 0 0 0 0,1 0-1 0 0,-1 0 1 0 0,0 0-1 0 0,0 1 1 0 0,1-1-1 0 0,-1 1 1 0 0,0-1 0 0 0,0 1-1 0 0,0 0 1 0 0,0 0-1 0 0,0 0 1 0 0,0 0 0 0 0,3 2-1 0 0,-2-1 31 0 0,0 0 0 0 0,0 0 0 0 0,0 1 0 0 0,-1-1 1 0 0,1 1-1 0 0,-1 0 0 0 0,1 0 0 0 0,-1 0 0 0 0,3 5 0 0 0,-1 2 105 0 0,0 0 1 0 0,-1 0-1 0 0,0 0 0 0 0,-1 0 1 0 0,0 1-1 0 0,-1-1 0 0 0,0 1 1 0 0,0-1-1 0 0,-1 12 0 0 0,-3 18 290 0 0,-8 40-1 0 0,6-43-255 0 0,3-22-104 0 0,-5 44 105 0 0,7-54-143 0 0,0 0 1 0 0,0 0 0 0 0,1 0 0 0 0,-1 0 0 0 0,1 0 0 0 0,0 0 0 0 0,0 0 0 0 0,4 9 0 0 0,-4-14-24 0 0,-1 1 0 0 0,1 0-1 0 0,0 0 1 0 0,0-1 0 0 0,-1 1 0 0 0,1-1-1 0 0,0 1 1 0 0,0-1 0 0 0,0 1 0 0 0,0-1 0 0 0,-1 1-1 0 0,1-1 1 0 0,0 0 0 0 0,0 0 0 0 0,0 1-1 0 0,2-1 1 0 0,-3 0 2 0 0,3 1-1 0 0,0 0 0 0 0,0-1 0 0 0,0 1-1 0 0,-1-1 1 0 0,1 0 0 0 0,0 1 0 0 0,0-1 0 0 0,0-1 0 0 0,0 1 0 0 0,0 0 0 0 0,-1-1-1 0 0,1 1 1 0 0,0-1 0 0 0,4-2 0 0 0,34-15-110 0 0,-39 16 87 0 0,18-10-455 0 0,0-1-1 0 0,-1-1 1 0 0,0-1 0 0 0,-2 0 0 0 0,1-2 0 0 0,-2 0 0 0 0,28-37 0 0 0,-24 25-1582 0 0,-1-1 0 0 0,-1-1 0 0 0,-1-1 0 0 0,19-54 0 0 0,-21 42-2846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09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 1792 0 0,'-54'8'3016'0'0,"-1"0"-799"0"0,13-3-409 0 0,2 3-364 0 0,9-4-268 0 0,1 0-276 0 0,5 1-144 0 0,2-1-188 0 0,6 0-88 0 0,3 0 192 0 0,-1 2-544 0 0,23 1-2540 0 0,22-5-7729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0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52 111 1368 0 0,'-1'-3'1914'0'0,"1"-2"-1216"0"0,0 0 0 0 0,0-1 0 0 0,0 1 0 0 0,1 0 0 0 0,0 0 0 0 0,0-1 1 0 0,0 1-1 0 0,0 0 0 0 0,1 0 0 0 0,0 0 0 0 0,0 0 0 0 0,0 0 0 0 0,5-6 0 0 0,4-13 2716 0 0,-6 19-1160 0 0,-31 73-1312 0 0,-16 76 0 0 0,36-119-1013 0 0,2-1 0 0 0,0 2 0 0 0,2-1-1 0 0,0 0 1 0 0,2 0 0 0 0,5 48 0 0 0,-3-65-515 0 0,0 0 1 0 0,0 0 0 0 0,1 0 0 0 0,0-1 0 0 0,0 0 0 0 0,1 1 0 0 0,0-1 0 0 0,0-1-1 0 0,8 10 1 0 0,-11-15 247 0 0,-1-1-1 0 0,1 1 0 0 0,0-1 0 0 0,0 1 0 0 0,0-1 1 0 0,0 1-1 0 0,0-1 0 0 0,0 0 0 0 0,0 1 0 0 0,0-1 1 0 0,0 0-1 0 0,0 0 0 0 0,0 0 0 0 0,0 0 1 0 0,0 0-1 0 0,2 0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0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46 143 2336 0 0,'-7'-32'5104'0'0,"-14"-35"0"0"0,19 60-4573 0 0,-12-27 1155 0 0,13 32-1819 0 0,3 5-447 0 0,8 11-996 0 0,11 12-4729 0 0,-13-17 2542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1764 0 0,'4'7'985'0'0,"-1"0"1"0"0,1 0-1 0 0,-1 0 0 0 0,-1 0 1 0 0,1 1-1 0 0,-1-1 0 0 0,2 16 1 0 0,2 59 2277 0 0,-5-37-2046 0 0,6 127 1076 0 0,-3-53-1645 0 0,-3-104-475 0 0,0 0 0 0 0,-2 0 1 0 0,0 0-1 0 0,-1 1 0 0 0,0-1 1 0 0,-7 24-1 0 0,8-37-151 0 0,1-1 0 0 0,-1 0 0 0 0,1 0 1 0 0,-1 1-1 0 0,1-1 0 0 0,-1 0 0 0 0,0 0 0 0 0,0 0 0 0 0,1 0 1 0 0,-1 0-1 0 0,0 0 0 0 0,0 0 0 0 0,0 0 0 0 0,0 0 0 0 0,0 0 0 0 0,-1 0 1 0 0,0 0-1 0 0,1 0-15 0 0,0-1 1 0 0,1 0-1 0 0,-1 0 1 0 0,0 0-1 0 0,0 0 1 0 0,1 0-1 0 0,-1 0 1 0 0,0 0-1 0 0,1 0 1 0 0,-1-1-1 0 0,0 1 1 0 0,1 0-1 0 0,-1 0 0 0 0,0-1 1 0 0,1 1-1 0 0,-1 0 1 0 0,0-1-1 0 0,1 1 1 0 0,-1 0-1 0 0,1-1 1 0 0,-1 1-1 0 0,1-1 1 0 0,-1 0-1 0 0,-2-2-1 0 0,1 1-1 0 0,1-1 1 0 0,-1 1-1 0 0,0-1 1 0 0,1 0-1 0 0,-1 0 1 0 0,1 0-1 0 0,0 0 1 0 0,0 0-1 0 0,0 0 0 0 0,0 0 1 0 0,0-6-1 0 0,1-12 2 0 0,0-1 0 0 0,2 1 0 0 0,0 0 0 0 0,2 0 0 0 0,0 0 0 0 0,1 1 0 0 0,2-1 0 0 0,0 1-1 0 0,0 0 1 0 0,2 1 0 0 0,1 0 0 0 0,22-34 0 0 0,-23 40-18 0 0,1 0 0 0 0,1 0 0 0 0,0 1 0 0 0,0 0 1 0 0,1 1-1 0 0,0 0 0 0 0,1 1 0 0 0,0 1 0 0 0,1 0 0 0 0,0 0 0 0 0,1 1 1 0 0,-1 1-1 0 0,1 1 0 0 0,1 0 0 0 0,-1 1 0 0 0,1 1 0 0 0,19-4 0 0 0,-30 8 15 0 0,0-1-1 0 0,0 1 0 0 0,0 0 0 0 0,0 0 1 0 0,-1 0-1 0 0,1 1 0 0 0,0-1 0 0 0,0 1 1 0 0,0 1-1 0 0,-1-1 0 0 0,1 1 0 0 0,0-1 1 0 0,-1 1-1 0 0,0 1 0 0 0,8 3 0 0 0,-7-2 48 0 0,-1 0 0 0 0,1 1-1 0 0,-1-1 1 0 0,0 1 0 0 0,-1-1-1 0 0,1 1 1 0 0,-1 0 0 0 0,0 1-1 0 0,0-1 1 0 0,0 0 0 0 0,2 8-1 0 0,0 4 72 0 0,0 2-1 0 0,-1-1 1 0 0,-1 0-1 0 0,-1 1 1 0 0,0 0-1 0 0,-3 36 1 0 0,-4-1-51 0 0,3-39-228 0 0,0 0-1 0 0,0 0 1 0 0,2 0-1 0 0,0 0 0 0 0,1-1 1 0 0,4 25-1 0 0,-5-37-32 0 0,1 0 0 0 0,-1 0 0 0 0,1-1 0 0 0,0 1 0 0 0,0 0-1 0 0,0 0 1 0 0,0 0 0 0 0,0-1 0 0 0,0 1 0 0 0,0-1 0 0 0,1 1 0 0 0,-1-1 0 0 0,0 1 0 0 0,1-1-1 0 0,-1 0 1 0 0,1 1 0 0 0,0-1 0 0 0,-1 0 0 0 0,1 0 0 0 0,0 0 0 0 0,3 1 0 0 0,-1-1-544 0 0,0 0-1 0 0,1 0 1 0 0,-1-1 0 0 0,1 0 0 0 0,0 1 0 0 0,-1-1-1 0 0,1-1 1 0 0,-1 1 0 0 0,6-2 0 0 0,10-1-4641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1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229 158 1680 0 0,'-10'-28'12906'0'0,"9"28"-12848"0"0,0 0-1 0 0,1 1 0 0 0,-1-1 1 0 0,1 1-1 0 0,-1-1 1 0 0,0 0-1 0 0,1 1 1 0 0,-1-1-1 0 0,1 1 1 0 0,-1-1-1 0 0,1 1 0 0 0,-1-1 1 0 0,1 1-1 0 0,0 0 1 0 0,-1-1-1 0 0,1 1 1 0 0,-1 0-1 0 0,1 0 0 0 0,-2 4 111 0 0,0 0 0 0 0,0 0 0 0 0,0 0 0 0 0,1 0 0 0 0,0 1 0 0 0,0-1 0 0 0,1 1 0 0 0,-1-1 0 0 0,1 0 0 0 0,0 1-1 0 0,0-1 1 0 0,3 10 0 0 0,-3-12-140 0 0,0 0-1 0 0,1 0 1 0 0,0-1 0 0 0,0 1-1 0 0,0 0 1 0 0,0 0-1 0 0,0-1 1 0 0,0 1 0 0 0,1-1-1 0 0,-1 1 1 0 0,1-1-1 0 0,0 0 1 0 0,0 1-1 0 0,0-1 1 0 0,0 0 0 0 0,0 0-1 0 0,0 0 1 0 0,1 0-1 0 0,-1-1 1 0 0,5 3 0 0 0,-3-2-8 0 0,0 0 1 0 0,0 0 0 0 0,0-1 0 0 0,1 0 0 0 0,-1 0 0 0 0,0 0 0 0 0,0 0 0 0 0,1-1 0 0 0,-1 1 0 0 0,0-1-1 0 0,1 0 1 0 0,-1-1 0 0 0,1 1 0 0 0,4-2 0 0 0,-2 1-11 0 0,-1 0 0 0 0,0-1-1 0 0,0 0 1 0 0,0 0 0 0 0,1-1 0 0 0,-2 1 0 0 0,1-1-1 0 0,0 0 1 0 0,-1-1 0 0 0,1 0 0 0 0,-1 1 0 0 0,0-2-1 0 0,0 1 1 0 0,-1 0 0 0 0,1-1 0 0 0,-1 0 0 0 0,0 0-1 0 0,0-1 1 0 0,-1 1 0 0 0,1-1 0 0 0,-1 1 0 0 0,4-13-1 0 0,-4 9-3 0 0,0-1 0 0 0,-1 0 0 0 0,0 0-1 0 0,-1 0 1 0 0,0 0 0 0 0,0 0-1 0 0,-2-14 1 0 0,1 19-8 0 0,-1 0 1 0 0,1 1-1 0 0,-1-1 0 0 0,-1 0 0 0 0,1 1 0 0 0,-1-1 1 0 0,1 0-1 0 0,-1 1 0 0 0,-1 0 0 0 0,1-1 0 0 0,-1 1 1 0 0,1 0-1 0 0,-1 0 0 0 0,0 1 0 0 0,-1-1 1 0 0,-5-5-1 0 0,7 8 0 0 0,0-1 0 0 0,0 1 0 0 0,-1 0 0 0 0,1 0 0 0 0,0 1 0 0 0,0-1 0 0 0,0 0 0 0 0,-1 1 0 0 0,1 0 0 0 0,0-1 0 0 0,-1 1 0 0 0,1 0 0 0 0,-1 0 0 0 0,1 0 1 0 0,0 0-1 0 0,-1 1 0 0 0,-2 0 0 0 0,-2 0-2 0 0,0 1 0 0 0,-1 1 0 0 0,-12 5 1 0 0,2 2 44 0 0,1 0 0 0 0,0 1 0 0 0,1 1 0 0 0,0 1 0 0 0,0 0 1 0 0,2 1-1 0 0,-23 27 0 0 0,14-12 77 0 0,1 2 0 0 0,1 0 1 0 0,-20 43-1 0 0,30-52-65 0 0,1 1 0 0 0,-11 39 0 0 0,18-50-35 0 0,0 0 1 0 0,1 0-1 0 0,1 0 0 0 0,0 0 1 0 0,0 0-1 0 0,2 0 0 0 0,1 18 1 0 0,-1-26-13 0 0,-1 0 1 0 0,1 0-1 0 0,1-1 0 0 0,-1 1 1 0 0,0 0-1 0 0,1-1 1 0 0,0 1-1 0 0,0-1 0 0 0,0 1 1 0 0,0-1-1 0 0,0 0 1 0 0,1 0-1 0 0,-1 0 0 0 0,6 4 1 0 0,-4-3-76 0 0,2-1 1 0 0,-1 1-1 0 0,0-1 1 0 0,1 0 0 0 0,0 0-1 0 0,-1-1 1 0 0,1 0-1 0 0,9 3 1 0 0,1-2-379 0 0,1 0 1 0 0,0-1 0 0 0,1-1 0 0 0,-1-1-1 0 0,31-3 1 0 0,-8-2-938 0 0,-1-2 0 0 0,-1-1 0 0 0,1-2-1 0 0,-2-2 1 0 0,1-1 0 0 0,-2-2 0 0 0,60-34 0 0 0,-44 18-1993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445 255 4500 0 0,'9'-10'616'0'0,"0"-1"-1"0"0,-1 0 0 0 0,0-1 0 0 0,0 0 0 0 0,-2 0 1 0 0,1-1-1 0 0,-1 1 0 0 0,-1-1 0 0 0,-1-1 0 0 0,0 1 0 0 0,0-1 1 0 0,1-14-1 0 0,-5 24-374 0 0,1 0 0 0 0,-2 0 0 0 0,1-1 0 0 0,0 1 1 0 0,-1 0-1 0 0,0 0 0 0 0,0 0 0 0 0,0 0 0 0 0,0 0 0 0 0,-1 0 1 0 0,1 1-1 0 0,-1-1 0 0 0,0 0 0 0 0,0 1 0 0 0,-1-1 0 0 0,-3-4 1 0 0,5 7-174 0 0,-1 0 1 0 0,1 0-1 0 0,0 0 1 0 0,-1 1-1 0 0,1-1 1 0 0,-1 0-1 0 0,1 1 1 0 0,-1-1-1 0 0,1 1 1 0 0,-1 0-1 0 0,1-1 1 0 0,-1 1-1 0 0,1 0 1 0 0,-1 0-1 0 0,0 0 1 0 0,1 0-1 0 0,-1 0 1 0 0,1 0-1 0 0,-3 1 1 0 0,0 0 26 0 0,0 0-1 0 0,0 0 1 0 0,0 1 0 0 0,0-1 0 0 0,0 1 0 0 0,-5 3 0 0 0,-2 2 106 0 0,0 2 0 0 0,0-1 1 0 0,1 1-1 0 0,1 1 0 0 0,-9 10 1 0 0,-39 57 437 0 0,31-40-362 0 0,-34 70 1 0 0,51-89-230 0 0,2-1 0 0 0,0 1 0 0 0,1 0 0 0 0,1 0 0 0 0,1 1 0 0 0,-4 34 0 0 0,7-49-40 0 0,1 0 1 0 0,0 0-1 0 0,0 0 0 0 0,1 0 1 0 0,-1-1-1 0 0,1 1 0 0 0,0 0 1 0 0,0 0-1 0 0,0-1 0 0 0,0 1 1 0 0,0-1-1 0 0,1 1 1 0 0,0-1-1 0 0,0 1 0 0 0,0-1 1 0 0,0 0-1 0 0,3 4 0 0 0,-2-5-12 0 0,-1 0-1 0 0,1 0 0 0 0,0 0 1 0 0,0 0-1 0 0,0-1 1 0 0,-1 1-1 0 0,1-1 0 0 0,1 0 1 0 0,-1 0-1 0 0,0 0 1 0 0,0 0-1 0 0,0 0 0 0 0,1-1 1 0 0,-1 1-1 0 0,0-1 0 0 0,1 0 1 0 0,-1 0-1 0 0,0 0 1 0 0,5-1-1 0 0,-1-1-53 0 0,0 1 0 0 0,0-1 0 0 0,-1-1 0 0 0,1 1 0 0 0,-1-1-1 0 0,1 0 1 0 0,-1-1 0 0 0,0 0 0 0 0,-1 0 0 0 0,1 0 0 0 0,-1 0 0 0 0,1-1 0 0 0,7-9 0 0 0,4-6-151 0 0,0-2 0 0 0,15-24 0 0 0,-30 43 196 0 0,36-65-217 0 0,-26 46 122 0 0,0 0 0 0 0,19-24 0 0 0,-30 67 66 0 0,-6 11 245 0 0,-2-1 0 0 0,-16 50-1 0 0,3-11 61 0 0,-21 86 219 0 0,-167 685 1145 0 0,69-262-1189 0 0,72-334-3089 0 0,58-217 757 0 0,5-18-1461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2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0 210 748 0 0,'100'-195'12677'0'0,"-99"194"-12549"0"0,-1 0 1 0 0,1 0 0 0 0,0-1-1 0 0,0 1 1 0 0,0 0 0 0 0,-1 0-1 0 0,1 0 1 0 0,0 0 0 0 0,0 0 0 0 0,0 0-1 0 0,2-1 1 0 0,-2 2-74 0 0,-1 0-1 0 0,1-1 1 0 0,-1 1 0 0 0,1 0 0 0 0,-1 0-1 0 0,1 0 1 0 0,0 0 0 0 0,-1 0-1 0 0,1 0 1 0 0,-1 0 0 0 0,1 0 0 0 0,-1 1-1 0 0,1-1 1 0 0,-1 0 0 0 0,1 0-1 0 0,0 0 1 0 0,-1 1 0 0 0,1-1 0 0 0,-1 0-1 0 0,0 0 1 0 0,1 1 0 0 0,-1-1-1 0 0,1 0 1 0 0,-1 1 0 0 0,1 0 0 0 0,0 0-23 0 0,-1-1 1 0 0,1 1 0 0 0,-1 0-1 0 0,1 0 1 0 0,-1 0 0 0 0,1 0 0 0 0,-1 0-1 0 0,0 0 1 0 0,0-1 0 0 0,1 1 0 0 0,-1 0-1 0 0,0 0 1 0 0,0 0 0 0 0,0 0 0 0 0,0 0-1 0 0,0 0 1 0 0,0 0 0 0 0,0 0 0 0 0,-1 1-1 0 0,1 1 66 0 0,1 86 965 0 0,1 20-693 0 0,0-95-336 0 0,0 0 0 0 0,0-1 0 0 0,2 1 0 0 0,-1-1 0 0 0,11 24-1 0 0,-13-34-65 0 0,1 1 1 0 0,0-1-1 0 0,-1 0 0 0 0,1 0 0 0 0,0 0 0 0 0,0 0 0 0 0,1 0 0 0 0,-1 0 0 0 0,1-1 0 0 0,-1 1 0 0 0,1-1 0 0 0,0 0 0 0 0,0 1 0 0 0,0-1 0 0 0,0-1 1 0 0,0 1-1 0 0,1 0 0 0 0,-1-1 0 0 0,0 0 0 0 0,1 1 0 0 0,-1-1 0 0 0,1-1 0 0 0,-1 1 0 0 0,1 0 0 0 0,0-1 0 0 0,5 0 0 0 0,0-1-6 0 0,1 0-1 0 0,-1 0 0 0 0,0-1 1 0 0,0-1-1 0 0,0 0 0 0 0,0 0 1 0 0,-1 0-1 0 0,1-1 0 0 0,-1 0 1 0 0,0-1-1 0 0,0 0 0 0 0,0-1 1 0 0,-1 1-1 0 0,1-1 0 0 0,11-13 1 0 0,7-8 213 0 0,-1 0 1 0 0,-1-1 0 0 0,22-35 0 0 0,-45 61-141 0 0,0 1 0 0 0,0-1 0 0 0,0 1 0 0 0,0-1 0 0 0,0 1 0 0 0,0 0 0 0 0,0-1 0 0 0,1 1 0 0 0,-1 0 0 0 0,1 0 0 0 0,1-1 0 0 0,-3 2-21 0 0,1 0 0 0 0,-1-1 0 0 0,0 1 0 0 0,1 0 0 0 0,-1 0 1 0 0,1 0-1 0 0,-1 0 0 0 0,1 0 0 0 0,-1 0 0 0 0,1 0 0 0 0,-1 0 1 0 0,1 0-1 0 0,-1 0 0 0 0,1 0 0 0 0,-1 0 0 0 0,1 0 0 0 0,-1 0 0 0 0,0 1 1 0 0,1-1-1 0 0,-1 0 0 0 0,1 0 0 0 0,-1 1 0 0 0,1-1 0 0 0,-1 0 0 0 0,0 0 1 0 0,1 1-1 0 0,-1-1 0 0 0,1 1 0 0 0,-1 0-2 0 0,1 0 1 0 0,-1 0-1 0 0,0 0 0 0 0,0 0 1 0 0,1 0-1 0 0,-1 0 1 0 0,0 0-1 0 0,0 0 0 0 0,0 0 1 0 0,0 0-1 0 0,0 0 0 0 0,0 0 1 0 0,0 0-1 0 0,0 0 0 0 0,-1 0 1 0 0,1 0-1 0 0,0 0 0 0 0,-1 1 1 0 0,0-1 20 0 0,-17 110 477 0 0,10-72-481 0 0,1 0 0 0 0,-1 57 0 0 0,8-91-168 0 0,0 0 0 0 0,0 1 1 0 0,1-1-1 0 0,0 0 0 0 0,0 1 1 0 0,0-1-1 0 0,0 0 0 0 0,1 0 1 0 0,0 0-1 0 0,4 9 0 0 0,-3-10-38 0 0,0-1-1 0 0,0 0 1 0 0,0 1-1 0 0,0-1 1 0 0,0 0-1 0 0,1 0 1 0 0,-1 0-1 0 0,1-1 1 0 0,0 1-1 0 0,0-1 1 0 0,0 0-1 0 0,0 0 1 0 0,6 1-1 0 0,8 2-850 0 0,0-1 0 0 0,-1 0 0 0 0,2-2 0 0 0,-1 0 0 0 0,0-1 0 0 0,0-1 0 0 0,0-1 0 0 0,27-4 0 0 0,4-4-3003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2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286 109 1556 0 0,'1'-8'1098'0'0,"-1"0"0"0"0,0 0 1 0 0,0 0-1 0 0,-1 0 0 0 0,-2-11 0 0 0,3 16-818 0 0,-1 0 1 0 0,0 0-1 0 0,0 1 1 0 0,0-1-1 0 0,0 0 0 0 0,-1 1 1 0 0,1-1-1 0 0,-1 0 0 0 0,0 1 1 0 0,0 0-1 0 0,0-1 0 0 0,0 1 1 0 0,0 0-1 0 0,0 0 0 0 0,0 0 1 0 0,-5-3-1 0 0,5 4-181 0 0,0 1-1 0 0,0-1 1 0 0,0 0-1 0 0,0 1 0 0 0,0-1 1 0 0,0 1-1 0 0,0 0 1 0 0,0 0-1 0 0,0 0 1 0 0,0 0-1 0 0,-1 0 1 0 0,1 0-1 0 0,0 0 1 0 0,0 1-1 0 0,0-1 0 0 0,0 1 1 0 0,-4 1-1 0 0,1 0 83 0 0,-1 1-1 0 0,0 0 1 0 0,1 0-1 0 0,-7 5 0 0 0,-2 2 43 0 0,1 1 0 0 0,1 1 0 0 0,-1 1 0 0 0,2 0 0 0 0,0 0 0 0 0,1 1 0 0 0,0 0 0 0 0,-11 23 0 0 0,10-14-110 0 0,0 0 0 0 0,2 1 1 0 0,1 0-1 0 0,1 1 1 0 0,-4 26-1 0 0,9-44-92 0 0,1 1-1 0 0,0-1 1 0 0,1 0-1 0 0,0 1 1 0 0,0-1-1 0 0,1 0 1 0 0,0 0-1 0 0,0 1 1 0 0,0-1-1 0 0,1 0 1 0 0,4 10-1 0 0,-4-13-16 0 0,-1-1 0 0 0,1 0 0 0 0,0 0 0 0 0,0 0 0 0 0,0-1 0 0 0,1 1 0 0 0,-1 0 0 0 0,1-1 0 0 0,-1 1 0 0 0,1-1 0 0 0,0 0 0 0 0,0 0 0 0 0,0 0-1 0 0,0-1 1 0 0,0 1 0 0 0,0 0 0 0 0,1-1 0 0 0,-1 0 0 0 0,1 0 0 0 0,-1 0 0 0 0,0 0 0 0 0,1-1 0 0 0,-1 1 0 0 0,1-1 0 0 0,6 0 0 0 0,-2-1-43 0 0,1 0 1 0 0,-1 0-1 0 0,0-1 0 0 0,1 0 0 0 0,-1 0 1 0 0,0-1-1 0 0,-1 0 0 0 0,1 0 0 0 0,0-1 1 0 0,-1 0-1 0 0,0 0 0 0 0,0-1 0 0 0,11-9 1 0 0,6-7-141 0 0,-1-2 1 0 0,25-31 0 0 0,-27 29 118 0 0,5-8-17 0 0,-20 24 35 0 0,0 0 0 0 0,1 1 0 0 0,0 0 0 0 0,14-12 1 0 0,-20 19 23 0 0,0 1 17 0 0,-1 0 0 0 0,0 0 0 0 0,1 1 0 0 0,-1-1 1 0 0,0 0-1 0 0,1 0 0 0 0,-1 0 0 0 0,0 0 1 0 0,1 0-1 0 0,-1 1 0 0 0,0-1 0 0 0,1 0 0 0 0,-1 0 1 0 0,0 1-1 0 0,0-1 0 0 0,1 0 0 0 0,-1 1 0 0 0,0-1 1 0 0,0 0-1 0 0,1 0 0 0 0,-1 1 0 0 0,0-1 1 0 0,0 0-1 0 0,0 1 0 0 0,0-1 0 0 0,0 1 0 0 0,0-1 1 0 0,1 0-1 0 0,-1 1 0 0 0,0-1 0 0 0,0 1 0 0 0,1 15-3 0 0,-1-14 4 0 0,0 10-26 0 0,-1 9 55 0 0,6 42 0 0 0,-4-57-44 0 0,0-1 0 0 0,0 1-1 0 0,1 0 1 0 0,0-1 0 0 0,0 0 0 0 0,0 1 0 0 0,1-1 0 0 0,0 0-1 0 0,0 0 1 0 0,0 0 0 0 0,0 0 0 0 0,5 4 0 0 0,-6-7-114 0 0,0-1 0 0 0,1 0 1 0 0,-1 0-1 0 0,0 0 0 0 0,0 0 0 0 0,0 0 1 0 0,1 0-1 0 0,-1-1 0 0 0,0 1 0 0 0,1-1 1 0 0,-1 1-1 0 0,0-1 0 0 0,1 0 0 0 0,-1 0 1 0 0,5-1-1 0 0,36-6-2244 0 0,-32 3 1269 0 0,-1 0-1 0 0,1 0 1 0 0,-1-2-1 0 0,1 1 1 0 0,17-14-1 0 0,-3-1-2416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233 292 2104 0 0,'38'-257'12076'0'0,"-32"226"-10553"0"0,-6 28-501 0 0,-3 14-83 0 0,-36 176 1231 0 0,35-167-2065 0 0,-153 584 1210 0 0,150-582-1358 0 0,-40 149-567 0 0,28-54-3585 0 0,20-82 1039 0 0,6-13-1929 0 0,3-7-676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3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1452 0 0,'26'-65'9543'0'0,"-10"21"-3700"0"0,-13 62-5496 0 0,-1 1 1 0 0,-1-1-1 0 0,-1 1 1 0 0,-1 0-1 0 0,0-1 1 0 0,-1 1-1 0 0,-6 23 1 0 0,-2 27-102 0 0,4-20-273 0 0,-3 46-1398 0 0,9-31-2411 0 0,0-64 3829 0 0,0 2-553 0 0,0 0 0 0 0,0 1 1 0 0,1-1-1 0 0,-1 0 0 0 0,0 0 0 0 0,1 1 0 0 0,0-1 1 0 0,0 0-1 0 0,-1 0 0 0 0,3 2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3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53 360 0 0,'9'-15'3522'0'0,"-7"13"-2671"0"0,0-1 0 0 0,-1 1 0 0 0,1-1 0 0 0,-1 1-1 0 0,0-1 1 0 0,0 0 0 0 0,0 0 0 0 0,0 1 0 0 0,0-1 0 0 0,0 0 0 0 0,0-5 0 0 0,-12 26 1195 0 0,5-11-1527 0 0,-11 28 471 0 0,1 1 0 0 0,1 0 0 0 0,-15 64 0 0 0,22-72-797 0 0,1-3-11 0 0,1 1 0 0 0,-4 38 0 0 0,9-54-142 0 0,1 0-1 0 0,-1 0 1 0 0,2 0-1 0 0,-1 0 1 0 0,2 0-1 0 0,-1 0 1 0 0,1 0-1 0 0,1-1 1 0 0,5 18-1 0 0,-5-22-27 0 0,0 0-1 0 0,0 0 1 0 0,1 0-1 0 0,-1-1 1 0 0,1 1-1 0 0,0-1 1 0 0,0 0-1 0 0,1 0 1 0 0,-1 0-1 0 0,1 0 1 0 0,0-1-1 0 0,0 0 1 0 0,0 0-1 0 0,0 0 1 0 0,1-1-1 0 0,-1 1 1 0 0,1-1-1 0 0,-1-1 1 0 0,1 1 0 0 0,0-1-1 0 0,0 0 1 0 0,-1 0-1 0 0,1 0 1 0 0,0-1-1 0 0,6-1 1 0 0,0 1-5 0 0,-1-1 1 0 0,1 0 0 0 0,-1-1 0 0 0,1-1 0 0 0,-1 0-1 0 0,0 0 1 0 0,0-1 0 0 0,-1 0 0 0 0,1-1-1 0 0,-1 0 1 0 0,0-1 0 0 0,10-7 0 0 0,-9 4-3 0 0,1-1 0 0 0,-1-1 0 0 0,-1 0 0 0 0,0 0 0 0 0,-1-1 0 0 0,0-1 0 0 0,-1 1 0 0 0,0-1 0 0 0,-1-1 1 0 0,0 1-1 0 0,-1-1 0 0 0,8-28 0 0 0,-12 33-5 0 0,0-1 1 0 0,0 1-1 0 0,-1-1 1 0 0,-1 0-1 0 0,1 0 1 0 0,-2 1-1 0 0,1-1 1 0 0,-1 0-1 0 0,-3-11 1 0 0,2 14-2 0 0,0-1 0 0 0,-1 1 0 0 0,0 0 0 0 0,0 1 0 0 0,-1-1 0 0 0,1 0 0 0 0,-1 1 1 0 0,-1 0-1 0 0,1 0 0 0 0,-1 0 0 0 0,0 1 0 0 0,-12-10 0 0 0,7 7 12 0 0,0 1 0 0 0,0 1 0 0 0,-1 0 0 0 0,0 0 1 0 0,0 1-1 0 0,-1 1 0 0 0,1 0 0 0 0,-1 0 0 0 0,0 1 0 0 0,0 1 0 0 0,0 0 0 0 0,-15 0 1 0 0,18 1-345 0 0,-1 1 0 0 0,0 0 0 0 0,0 0 0 0 0,1 1 0 0 0,-1 1 0 0 0,1 0 1 0 0,-1 0-1 0 0,1 1 0 0 0,0 0 0 0 0,0 0 0 0 0,0 1 0 0 0,0 0 0 0 0,1 1 1 0 0,0 0-1 0 0,-15 11 0 0 0,14-3-1698 0 0,5 6-5154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18 1992 0 0,'2'-1'562'0'0,"19"-12"4725"0"0,-21 13-5179 0 0,1-1 0 0 0,-1 1-1 0 0,1 0 1 0 0,-1-1 0 0 0,1 1 0 0 0,-1 0-1 0 0,1-1 1 0 0,0 1 0 0 0,-1 0 0 0 0,1 0 0 0 0,-1 0-1 0 0,1 0 1 0 0,-1 0 0 0 0,1 0 0 0 0,0 0-1 0 0,-1 0 1 0 0,1 0 0 0 0,-1 0 0 0 0,1 0 0 0 0,0 0-1 0 0,-1 0 1 0 0,1 0 0 0 0,-1 0 0 0 0,1 0-1 0 0,-1 1 1 0 0,1-1 0 0 0,-1 0 0 0 0,1 0 0 0 0,0 1-1 0 0,-1-1 1 0 0,0 0 0 0 0,1 1 0 0 0,-1-1 0 0 0,1 1-1 0 0,0 0 1 0 0,1 5 206 0 0,-1-1 0 0 0,0 1 0 0 0,0 0 0 0 0,0 0 0 0 0,-1 0 1 0 0,1 0-1 0 0,-1 0 0 0 0,-1 0 0 0 0,-1 10 0 0 0,-14 61 1091 0 0,9-48-1016 0 0,-32 115 733 0 0,39-142-1007 0 0,18-22-50 0 0,23-31-53 0 0,62-61 1 0 0,-88 98-30 0 0,1 0 0 0 0,0 1 1 0 0,0 1-1 0 0,2 1 0 0 0,-1 0 1 0 0,1 2-1 0 0,1 0 1 0 0,30-11-1 0 0,-44 19 42 0 0,0-1 0 0 0,0 1-1 0 0,0 0 1 0 0,0 0 0 0 0,1 0 0 0 0,-1 1-1 0 0,0-1 1 0 0,1 1 0 0 0,-1 1 0 0 0,0-1-1 0 0,0 1 1 0 0,1 0 0 0 0,-1 0 0 0 0,0 0-1 0 0,0 1 1 0 0,0 0 0 0 0,0 0 0 0 0,0 0 0 0 0,-1 1-1 0 0,1-1 1 0 0,-1 1 0 0 0,1 0 0 0 0,-1 0-1 0 0,0 1 1 0 0,0-1 0 0 0,0 1 0 0 0,-1 0-1 0 0,1 0 1 0 0,-1 1 0 0 0,0-1 0 0 0,0 0 0 0 0,-1 1-1 0 0,1 0 1 0 0,-1 0 0 0 0,0-1 0 0 0,0 1-1 0 0,-1 1 1 0 0,1-1 0 0 0,0 6 0 0 0,2 19 179 0 0,-1 0 0 0 0,-1 0 1 0 0,-4 59-1 0 0,-1-16-969 0 0,3-73 657 0 0,0 1 0 0 0,0-1 0 0 0,0 1 0 0 0,0-1 0 0 0,0 0 0 0 0,0 1 0 0 0,1-1 0 0 0,-1 0 1 0 0,0 1-1 0 0,0-1 0 0 0,0 0 0 0 0,0 1 0 0 0,0-1 0 0 0,1 0 0 0 0,-1 1 0 0 0,0-1 0 0 0,0 0 0 0 0,1 0 0 0 0,-1 1 1 0 0,0-1-1 0 0,0 0 0 0 0,1 0 0 0 0,-1 0 0 0 0,0 1 0 0 0,1-1 0 0 0,-1 0 0 0 0,0 0 0 0 0,1 0 0 0 0,-1 0 0 0 0,0 1 1 0 0,1-1-1 0 0,-1 0 0 0 0,0 0 0 0 0,1 0 0 0 0,-1 0 0 0 0,0 0 0 0 0,1 0 0 0 0,-1 0 0 0 0,0 0 0 0 0,1 0 0 0 0,0 0 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4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387 108 1460 0 0,'-319'-83'14024'0'0,"305"79"-14035"0"0,-17-6-952 0 0,9-1-5602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4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1184 0 0,'-64'66'9187'0'0,"64"-66"-9128"0"0,0 1-1 0 0,0-1 1 0 0,-1 1 0 0 0,1-1 0 0 0,0 1-1 0 0,0-1 1 0 0,-1 1 0 0 0,1-1 0 0 0,0 1-1 0 0,0 0 1 0 0,0-1 0 0 0,0 1-1 0 0,0-1 1 0 0,0 1 0 0 0,0-1 0 0 0,0 1-1 0 0,0 0 1 0 0,0-1 0 0 0,0 1 0 0 0,0-1-1 0 0,1 1 1 0 0,-1-1 0 0 0,0 1-1 0 0,0-1 1 0 0,0 1 0 0 0,1-1 0 0 0,-1 1-1 0 0,0-1 1 0 0,1 1 0 0 0,11 11 599 0 0,-1-8-480 0 0,1 0 1 0 0,-1-1 0 0 0,1 0 0 0 0,0-1 0 0 0,0-1 0 0 0,0 0 0 0 0,19-1-1 0 0,-14 1-63 0 0,258-7-1685 0 0,-91-11-4119 0 0,-92 7 1016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15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2888 0 0,'141'35'15309'0'0,"-139"-34"-15123"0"0,1-1 0 0 0,-1 0-1 0 0,0 0 1 0 0,1 0 0 0 0,-1 0 0 0 0,0 0-1 0 0,1 0 1 0 0,-1-1 0 0 0,3 0 0 0 0,7-1-434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3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71 146 140 0 0,'48'-119'11118'0'0,"-40"100"-9631"0"0,-8 19-1417 0 0,0-1-1 0 0,0 1 1 0 0,0 0-1 0 0,0-1 1 0 0,0 1-1 0 0,0-1 1 0 0,0 1 0 0 0,0 0-1 0 0,1-1 1 0 0,-1 1-1 0 0,0 0 1 0 0,0-1-1 0 0,0 1 1 0 0,1 0-1 0 0,-1 0 1 0 0,0-1 0 0 0,1 1-1 0 0,-1 0 1 0 0,0-1-1 0 0,0 1 1 0 0,1 0-1 0 0,-1 0 1 0 0,0 0-1 0 0,1 0 1 0 0,-1-1 0 0 0,1 1-1 0 0,3 9 614 0 0,-3 20-199 0 0,-13 94 362 0 0,-30 142 1 0 0,23-163-691 0 0,-3 12-92 0 0,5-29-54 0 0,-9 110-1 0 0,30-146 68 0 0,0-50-59 0 0,0 0-13 0 0,-1 0 0 0 0,0-1 1 0 0,1 0-1 0 0,-1 1 0 0 0,0-1 1 0 0,0 0-1 0 0,0 0 0 0 0,0-1 0 0 0,0 1 1 0 0,-1-1-1 0 0,1 1 0 0 0,-1-1 0 0 0,1 0 1 0 0,-1 0-1 0 0,0 0 0 0 0,3-6 0 0 0,43-76 56 0 0,-29 49-89 0 0,1 1 1 0 0,3 0-1 0 0,36-44 0 0 0,-57 77 25 0 0,0-1 0 0 0,1 1 0 0 0,-1 0 0 0 0,0 0-1 0 0,1 0 1 0 0,0 1 0 0 0,-1-1 0 0 0,1 0 0 0 0,0 1 0 0 0,0 0-1 0 0,0 0 1 0 0,0 0 0 0 0,0 0 0 0 0,0 0 0 0 0,0 0 0 0 0,0 1-1 0 0,0 0 1 0 0,4-1 0 0 0,-3 2 3 0 0,0-1 0 0 0,1 1 1 0 0,-1 0-1 0 0,0 0 0 0 0,0 0 0 0 0,0 0 0 0 0,0 1 0 0 0,0 0 1 0 0,0 0-1 0 0,-1 0 0 0 0,1 0 0 0 0,4 4 0 0 0,41 33 26 0 0,-29-21-33 0 0,1-2-1 0 0,0-1 0 0 0,29 15 1 0 0,-42-26 10 0 0,0 0 1 0 0,0-1-1 0 0,1 0 1 0 0,-1 0-1 0 0,1-1 1 0 0,0 0-1 0 0,-1-1 1 0 0,1 0-1 0 0,0 0 1 0 0,0-1-1 0 0,0 0 1 0 0,0-1-1 0 0,14-2 1 0 0,-14 1 2 0 0,0-1 0 0 0,0 1-1 0 0,0-1 1 0 0,0-1 0 0 0,-1 0 0 0 0,0 0-1 0 0,0 0 1 0 0,0-1 0 0 0,0-1 0 0 0,-1 1-1 0 0,1-1 1 0 0,-1 0 0 0 0,-1-1 0 0 0,0 0 0 0 0,8-10-1 0 0,-6 6-4 0 0,-1-1 1 0 0,-1 0-1 0 0,0 0 0 0 0,0-1 0 0 0,-1 1 0 0 0,-1-1 1 0 0,0 0-1 0 0,-1 0 0 0 0,0-1 0 0 0,0-13 0 0 0,1-19 1 0 0,-2 0 0 0 0,-3 0-1 0 0,-1 1 1 0 0,-2-1 0 0 0,-3 1 0 0 0,-1 0-1 0 0,-2 0 1 0 0,-27-71 0 0 0,36 113-16 0 0,0 0-1 0 0,0 0 1 0 0,-1 0 0 0 0,0 1 0 0 0,1-1 0 0 0,-1 1 0 0 0,0-1 0 0 0,-4-3 0 0 0,5 5-4 0 0,1 1 0 0 0,-1 0 0 0 0,1-1 0 0 0,0 1 0 0 0,-1 0 0 0 0,1-1 1 0 0,-1 1-1 0 0,1 0 0 0 0,-1 0 0 0 0,1 0 0 0 0,-1-1 0 0 0,0 1 0 0 0,1 0 0 0 0,-1 0 1 0 0,1 0-1 0 0,-1 0 0 0 0,1 0 0 0 0,-1 0 0 0 0,1 0 0 0 0,-1 0 0 0 0,1 0 1 0 0,-2 0-1 0 0,2 1-27 0 0,-1 0 1 0 0,0-1 0 0 0,0 1 0 0 0,0-1 0 0 0,1 1-1 0 0,-1 0 1 0 0,0 0 0 0 0,1-1 0 0 0,-1 1 0 0 0,0 0 0 0 0,1 0-1 0 0,-1 0 1 0 0,1 0 0 0 0,0-1 0 0 0,-1 1 0 0 0,1 0-1 0 0,-1 1 1 0 0,-1 7-627 0 0,-1-1 0 0 0,1 1 0 0 0,1 0 0 0 0,-1-1 0 0 0,1 10 0 0 0,3 24-4956 0 0,1-23 1054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58 2876 0 0,'1'2'917'0'0,"0"1"-1"0"0,0 0 1 0 0,-1 0-1 0 0,1 0 1 0 0,-1 0 0 0 0,0 0-1 0 0,0 4 1 0 0,-3 20 2187 0 0,0-2-1996 0 0,3-23-1065 0 0,0-1 1 0 0,0 1 0 0 0,0 0 0 0 0,0 0-1 0 0,1 0 1 0 0,-1-1 0 0 0,1 1 0 0 0,-1 0-1 0 0,1 0 1 0 0,0-1 0 0 0,-1 1-1 0 0,1 0 1 0 0,0-1 0 0 0,0 1 0 0 0,0-1-1 0 0,0 1 1 0 0,1-1 0 0 0,-1 0 0 0 0,0 1-1 0 0,1-1 1 0 0,-1 0 0 0 0,0 0 0 0 0,1 0-1 0 0,0 0 1 0 0,-1 0 0 0 0,1 0 0 0 0,-1 0-1 0 0,1-1 1 0 0,0 1 0 0 0,0-1-1 0 0,-1 1 1 0 0,1-1 0 0 0,0 1 0 0 0,0-1-1 0 0,3 0 1 0 0,5 0 31 0 0,-1 0 0 0 0,1 0 1 0 0,0-1-1 0 0,17-4 0 0 0,-25 5-66 0 0,6-2 19 0 0,-1 1-1 0 0,0-1 0 0 0,0-1 1 0 0,0 1-1 0 0,0-1 0 0 0,0 0 1 0 0,-1-1-1 0 0,8-4 0 0 0,-12 6-22 0 0,-1 1 0 0 0,1-1 0 0 0,0 0-1 0 0,0 1 1 0 0,-1-1 0 0 0,1 0 0 0 0,-1 0 0 0 0,1 0-1 0 0,-1 0 1 0 0,0 0 0 0 0,0 0 0 0 0,0-1 0 0 0,0 1-1 0 0,0 0 1 0 0,0-1 0 0 0,-1 1 0 0 0,1 0 0 0 0,-1-1-1 0 0,0 1 1 0 0,1-1 0 0 0,-1 1 0 0 0,0 0 0 0 0,-1-1 0 0 0,1 1-1 0 0,0-1 1 0 0,-1 1 0 0 0,1 0 0 0 0,-2-5 0 0 0,0 2-6 0 0,0 0 0 0 0,0 0 1 0 0,0 1-1 0 0,-1-1 1 0 0,0 1-1 0 0,1-1 1 0 0,-1 1-1 0 0,-1 0 0 0 0,1 0 1 0 0,-1 0-1 0 0,0 1 1 0 0,1-1-1 0 0,-2 1 1 0 0,1 0-1 0 0,0 0 0 0 0,-1 0 1 0 0,1 1-1 0 0,-1 0 1 0 0,0-1-1 0 0,-5 0 1 0 0,6 2-4 0 0,0 1 1 0 0,1-1 0 0 0,-1 1-1 0 0,0 0 1 0 0,0 0 0 0 0,0 1-1 0 0,1-1 1 0 0,-1 1 0 0 0,0 0 0 0 0,1 0-1 0 0,-1 0 1 0 0,0 0 0 0 0,1 1-1 0 0,-1-1 1 0 0,1 1 0 0 0,0 0-1 0 0,0 0 1 0 0,-1 0 0 0 0,-4 5 0 0 0,-4 3 5 0 0,1 1 1 0 0,0 0 0 0 0,-11 15-1 0 0,7-5 11 0 0,0 0 0 0 0,1 0-1 0 0,1 2 1 0 0,0-1 0 0 0,-11 33-1 0 0,20-44-7 0 0,0 0 0 0 0,1 0 0 0 0,0 1-1 0 0,1-1 1 0 0,0 1 0 0 0,1-1 0 0 0,0 1-1 0 0,1 0 1 0 0,0 0 0 0 0,1-1 0 0 0,0 1-1 0 0,1-1 1 0 0,6 23 0 0 0,-6-29 2 0 0,0 0-1 0 0,1 0 1 0 0,-1 0 0 0 0,1 0 0 0 0,0-1 0 0 0,0 1-1 0 0,0-1 1 0 0,1 0 0 0 0,-1 0 0 0 0,1 0-1 0 0,0 0 1 0 0,0-1 0 0 0,7 5 0 0 0,-4-4-34 0 0,0-1 0 0 0,0 1 1 0 0,1-1-1 0 0,-1-1 1 0 0,1 1-1 0 0,-1-1 0 0 0,1-1 1 0 0,11 2-1 0 0,7-2-398 0 0,0-2-1 0 0,0 0 0 0 0,0-1 1 0 0,41-10-1 0 0,163-44-6410 0 0,-135 28 1508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5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90 164 0 0,'-8'-10'9280'0'0,"-14"-37"-1547"0"0,19 75-7735 0 0,2-15 1 0 0,-8 53 178 0 0,-26 294 503 0 0,35-336-674 0 0,0 1-1 0 0,5 25 1 0 0,-4-39-7 0 0,1 0 0 0 0,1 0 1 0 0,0-1-1 0 0,0 0 1 0 0,1 1-1 0 0,0-1 1 0 0,7 11-1 0 0,-9-18 5 0 0,-1-1 0 0 0,2 1 0 0 0,-1-1 1 0 0,0 1-1 0 0,0-1 0 0 0,1 0 0 0 0,-1 0 0 0 0,1 0 0 0 0,0 0 0 0 0,-1 0 1 0 0,1-1-1 0 0,0 1 0 0 0,0-1 0 0 0,0 0 0 0 0,0 0 0 0 0,0 0 0 0 0,0 0 1 0 0,1 0-1 0 0,3-1 0 0 0,2 1 6 0 0,0-1 0 0 0,0 0 1 0 0,1 0-1 0 0,-1-1 0 0 0,16-4 1 0 0,-11 1-7 0 0,-1 0 0 0 0,0-1 0 0 0,0-1 1 0 0,0 0-1 0 0,-1 0 0 0 0,0-1 0 0 0,0-1 1 0 0,-1 0-1 0 0,0-1 0 0 0,0 0 0 0 0,-1 0 1 0 0,0-1-1 0 0,-1-1 0 0 0,0 1 0 0 0,-1-2 1 0 0,11-17-1 0 0,-5 4-11 0 0,-1-1 1 0 0,-1 0-1 0 0,-1-1 0 0 0,-2 0 1 0 0,0-1-1 0 0,8-56 1 0 0,-7 5-45 0 0,-9 76 38 0 0,-2 6-5 0 0,-2 5 23 0 0,1-1-1 0 0,1 1 0 0 0,0 0 0 0 0,0-1 1 0 0,0 1-1 0 0,1 0 0 0 0,0 0 1 0 0,0 0-1 0 0,1-1 0 0 0,0 1 0 0 0,1 0 1 0 0,-1-1-1 0 0,2 1 0 0 0,-1-1 1 0 0,1 0-1 0 0,0 0 0 0 0,0 0 0 0 0,1 0 1 0 0,0 0-1 0 0,5 7 0 0 0,-3-7 3 0 0,0 1 0 0 0,1-1 0 0 0,0-1 0 0 0,0 1 0 0 0,0-1 0 0 0,0 0 0 0 0,1-1 1 0 0,0 0-1 0 0,0 0 0 0 0,1-1 0 0 0,0 0 0 0 0,-1 0 0 0 0,1-1 0 0 0,0 0 0 0 0,1-1 0 0 0,13 3 0 0 0,-4-3-9 0 0,-1-1-1 0 0,1 0 1 0 0,0-1 0 0 0,0-1 0 0 0,0-1 0 0 0,0-1 0 0 0,-1-1 0 0 0,1 0-1 0 0,-1-1 1 0 0,0-1 0 0 0,-1-1 0 0 0,1 0 0 0 0,27-17 0 0 0,-39 20-20 0 0,-1-1 0 0 0,1 1 0 0 0,-1-1 1 0 0,0-1-1 0 0,0 1 0 0 0,0-1 0 0 0,-1 1 1 0 0,0-1-1 0 0,0-1 0 0 0,0 1 0 0 0,-1 0 0 0 0,4-9 1 0 0,-4 4-8 0 0,0 0 1 0 0,-1 1-1 0 0,0-1 1 0 0,0 0-1 0 0,-1 0 1 0 0,0 0 0 0 0,-2-17-1 0 0,-1 8 10 0 0,-1 0 0 0 0,0 1 1 0 0,-2-1-1 0 0,0 1 0 0 0,-2-1 0 0 0,0 2 0 0 0,-1-1 0 0 0,-15-26 1 0 0,-10-1-35 0 0,33 45 51 0 0,-1 1 0 0 0,1-1 0 0 0,-1 0-1 0 0,1 1 1 0 0,-1-1 0 0 0,1 0 0 0 0,-1 1 0 0 0,1-1 0 0 0,-1 1 0 0 0,0-1 0 0 0,1 1 0 0 0,-1-1-1 0 0,0 1 1 0 0,1 0 0 0 0,-1-1 0 0 0,0 1 0 0 0,0 0 0 0 0,1 0 0 0 0,-1-1 0 0 0,0 1 0 0 0,0 0-1 0 0,0 0 1 0 0,1 0 0 0 0,-1 0 0 0 0,0 0 0 0 0,0 0 0 0 0,0 0 0 0 0,0 0 0 0 0,1 1 0 0 0,-1-1-1 0 0,0 0 1 0 0,0 0 0 0 0,1 1 0 0 0,-1-1 0 0 0,-1 1 0 0 0,2-1-3 0 0,0 1 0 0 0,0-1 0 0 0,0 1 0 0 0,0-1-1 0 0,0 1 1 0 0,0-1 0 0 0,0 1 0 0 0,0-1 0 0 0,0 1 0 0 0,0-1 0 0 0,0 0 0 0 0,0 1 0 0 0,0-1-1 0 0,1 1 1 0 0,-1-1 0 0 0,0 1 0 0 0,0-1 0 0 0,1 0 0 0 0,-1 1 0 0 0,0-1 0 0 0,0 0 0 0 0,1 1-1 0 0,-1-1 1 0 0,0 0 0 0 0,1 1 0 0 0,-1-1 0 0 0,1 1 0 0 0,10 10-299 0 0,-10-11 265 0 0,4 4-189 0 0,0-1 0 0 0,0 0 0 0 0,0 0 0 0 0,0-1 0 0 0,1 1 0 0 0,-1-1 0 0 0,1-1 0 0 0,7 3 0 0 0,46 5-1749 0 0,-56-9 1868 0 0,31 3-1319 0 0,0-1 0 0 0,0-3 0 0 0,0 0 1 0 0,0-2-1 0 0,40-9 0 0 0,-43 6-480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5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66 2488 0 0,'23'-23'3663'0'0,"-22"22"-3442"0"0,0-1 1 0 0,0 1-1 0 0,0 0 1 0 0,-1 0 0 0 0,1 0-1 0 0,0-1 1 0 0,-1 1-1 0 0,1 0 1 0 0,-1 0 0 0 0,1-1-1 0 0,-1 1 1 0 0,0-1-1 0 0,0 1 1 0 0,1 0 0 0 0,-1-1-1 0 0,0 1 1 0 0,0 0-1 0 0,0-1 1 0 0,-1 1 0 0 0,1-1-1 0 0,0 1 1 0 0,-1 0-1 0 0,0-2 1 0 0,1 2-123 0 0,0 1 0 0 0,0-1 0 0 0,0 1 0 0 0,0-1 0 0 0,-1 1 0 0 0,1-1 0 0 0,0 1 0 0 0,0-1 0 0 0,-1 1 0 0 0,1 0 0 0 0,0-1 0 0 0,-1 1 0 0 0,1 0 0 0 0,0-1 0 0 0,-1 1 0 0 0,1 0 0 0 0,-1-1 0 0 0,1 1 0 0 0,0 0 0 0 0,-1 0 0 0 0,1-1 0 0 0,-1 1 0 0 0,0 0 0 0 0,-3 4 110 0 0,0 1 0 0 0,1-1-1 0 0,-1 1 1 0 0,1 0 0 0 0,0 0-1 0 0,0 0 1 0 0,1 0 0 0 0,-1 1-1 0 0,1-1 1 0 0,-1 8 0 0 0,-16 67 1185 0 0,16-62-1131 0 0,-24 160 972 0 0,25-152-1145 0 0,2 1 1 0 0,0 0-1 0 0,2-1 0 0 0,8 46 0 0 0,-9-65-309 0 0,1 0 0 0 0,0-1-1 0 0,1 1 1 0 0,0-1 0 0 0,0 1-1 0 0,0-1 1 0 0,1 0 0 0 0,0 0-1 0 0,0-1 1 0 0,7 9 0 0 0,-10-14 77 0 0,0 1 1 0 0,0 0-1 0 0,-1-1 1 0 0,1 1-1 0 0,0 0 1 0 0,0-1-1 0 0,0 1 1 0 0,0-1-1 0 0,0 1 1 0 0,0-1 0 0 0,0 0-1 0 0,0 1 1 0 0,0-1-1 0 0,2 0 1 0 0,0 1-292 0 0,-1-1 56 0 0,0 1-1 0 0,0-1 1 0 0,0 0-1 0 0,0 0 0 0 0,0 0 1 0 0,-1-1-1 0 0,1 1 1 0 0,0 0-1 0 0,0-1 0 0 0,0 1 1 0 0,0-1-1 0 0,0 1 1 0 0,-1-1-1 0 0,1 0 0 0 0,0 0 1 0 0,-1 0-1 0 0,1 0 1 0 0,1-1-1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6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153 199 2648 0 0,'-16'-29'2121'0'0,"-2"1"0"0"0,-1 0 0 0 0,-1 1 0 0 0,-38-39 0 0 0,52 60-1673 0 0,-8-8-765 0 0,12 13-251 0 0,7 8-96 0 0,1-2-48 0 0,-1-1-1 0 0,1 1 0 0 0,0-1 1 0 0,0 0-1 0 0,1 0 0 0 0,-1-1 0 0 0,10 4 1 0 0,-10-4-403 0 0,11 6-1817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2244 0 0,'6'9'1006'0'0,"1"0"-1"0"0,-2 0 0 0 0,1 1 0 0 0,-1 0 1 0 0,0 0-1 0 0,-1 0 0 0 0,-1 1 1 0 0,4 12-1 0 0,1 15 994 0 0,3 38-1 0 0,-3-14-196 0 0,10 87 433 0 0,-3 224-1 0 0,-12-225-1909 0 0,4 8-463 0 0,7-52-4393 0 0,-14-99 3635 0 0,3 7-194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6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95 1696 0 0,'5'-28'5063'0'0,"11"-38"3986"0"0,-11 82-6727 0 0,-3-1-1683 0 0,-1 0 1 0 0,-1-1-1 0 0,-1 1 1 0 0,-4 29 0 0 0,0-3-41 0 0,-7 98 200 0 0,-7 137 433 0 0,18-227-2891 0 0,3 0 0 0 0,2 0-1 0 0,15 76 1 0 0,2-58-5937 0 0,-9-37 275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485 617 148 0 0,'-3'-5'577'0'0,"1"-1"0"0"0,0 0-1 0 0,1 0 1 0 0,-1 0 0 0 0,1 0 0 0 0,1 0-1 0 0,-1 0 1 0 0,1 0 0 0 0,0 0 0 0 0,0-1 0 0 0,2-10-1 0 0,2 4 75 0 0,-1 0 1 0 0,2 0-1 0 0,-1 1 0 0 0,10-17 0 0 0,47-108 2069 0 0,-37 89-1844 0 0,16-52 0 0 0,-36 86-630 0 0,1 0 0 0 0,-2 0 0 0 0,0 0 0 0 0,0-1-1 0 0,-2 1 1 0 0,0-1 0 0 0,0 1 0 0 0,-3-28 0 0 0,2 41-240 0 0,0 1 1 0 0,0-1 0 0 0,0 1 0 0 0,0-1-1 0 0,0 1 1 0 0,-1-1 0 0 0,1 1-1 0 0,0 0 1 0 0,0-1 0 0 0,0 1 0 0 0,0-1-1 0 0,-1 1 1 0 0,1-1 0 0 0,0 1 0 0 0,0-1-1 0 0,-1 1 1 0 0,1 0 0 0 0,0-1 0 0 0,-1 1-1 0 0,1 0 1 0 0,0-1 0 0 0,-1 1 0 0 0,1 0-1 0 0,-1-1 1 0 0,1 1 0 0 0,-1 0-1 0 0,1 0 1 0 0,0-1 0 0 0,-1 1 0 0 0,1 0-1 0 0,-1 0 1 0 0,1 0 0 0 0,-1 0 0 0 0,1 0-1 0 0,-1 0 1 0 0,1 0 0 0 0,-1 0 0 0 0,1 0-1 0 0,-1 0 1 0 0,1 0 0 0 0,-1 0 0 0 0,1 0-1 0 0,-1 0 1 0 0,1 0 0 0 0,-1 0 0 0 0,1 0-1 0 0,-1 1 1 0 0,1-1 0 0 0,-1 0-1 0 0,1 0 1 0 0,0 1 0 0 0,-1-1 0 0 0,1 0-1 0 0,-1 1 1 0 0,-22 20 97 0 0,13-8-65 0 0,1 0-1 0 0,0 0 0 0 0,1 1 0 0 0,-10 24 1 0 0,-19 65 88 0 0,25-66-94 0 0,-160 598 726 0 0,69 13 200 0 0,48 7-184 0 0,24 2-569 0 0,29-592-183 0 0,-19 248 176 0 0,21-311-192 0 0,0 1 0 0 0,-1 0 0 0 0,0 0 1 0 0,1 0-1 0 0,-1 0 0 0 0,0 0 0 0 0,0 0 0 0 0,0-1 1 0 0,-1 1-1 0 0,1 0 0 0 0,-1-1 0 0 0,0 1 1 0 0,-2 2-1 0 0,3-3 10 0 0,-3-4-8 0 0,1 0-11 0 0,1 1 0 0 0,-1-1 0 0 0,0-1 1 0 0,1 1-1 0 0,-1 0 0 0 0,1 0 0 0 0,0-1 0 0 0,0 0 0 0 0,0 1 0 0 0,0-1 1 0 0,0 0-1 0 0,1 0 0 0 0,-1 0 0 0 0,1 0 0 0 0,0 0 0 0 0,-1 0 0 0 0,1-4 1 0 0,-5-14-14 0 0,-4-32 1 0 0,7 39 13 0 0,-18-134 10 0 0,7 0 0 0 0,8-252 1 0 0,8 347-34 0 0,17-91 0 0 0,-14 118 7 0 0,2 0-1 0 0,0 1 1 0 0,2-1-1 0 0,1 2 1 0 0,19-35 0 0 0,-18 41 13 0 0,2 0 0 0 0,0 1 0 0 0,1 1 0 0 0,0 0 0 0 0,2 1 0 0 0,0 1 0 0 0,0 0 0 0 0,1 1 0 0 0,30-17 1 0 0,16-4-62 0 0,102-39 1 0 0,-110 50-56 0 0,211-79-1301 0 0,-260 100 1345 0 0,0-1 1 0 0,0 1 0 0 0,-1-1-1 0 0,1 0 1 0 0,-1 0-1 0 0,0-1 1 0 0,0 0 0 0 0,0 0-1 0 0,0 0 1 0 0,-1 0-1 0 0,7-9 1 0 0,-10 12 64 0 0,-1 0 1 0 0,0 0-1 0 0,1 0 0 0 0,-1 0 0 0 0,0 0 1 0 0,0 0-1 0 0,0 0 0 0 0,0 0 0 0 0,0 0 1 0 0,0 0-1 0 0,0 0 0 0 0,0 0 1 0 0,0 0-1 0 0,-1 0 0 0 0,1 0 0 0 0,0 0 1 0 0,0 0-1 0 0,-1 0 0 0 0,1 0 0 0 0,-1 1 1 0 0,1-1-1 0 0,-2-1 0 0 0,-14-17-81 0 0,-8-2 54 0 0,-2 1 0 0 0,0 1 0 0 0,-2 2 1 0 0,0 0-1 0 0,-32-13 0 0 0,-2 4 7 0 0,-94-27 1 0 0,115 42-31 0 0,-1 2 1 0 0,0 1-1 0 0,-59-3 1 0 0,72 11-1558 0 0,-37 3 1 0 0,62-3 673 0 0,28-2-5585 0 0,-4-2 2427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8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259 659 772 0 0,'-2'-3'2211'0'0,"1"-1"-1784"0"0,-1 1 0 0 0,-1 0-1 0 0,1-1 1 0 0,0 1 0 0 0,-1 0 0 0 0,0 1 0 0 0,1-1 0 0 0,-1 0-1 0 0,0 1 1 0 0,0-1 0 0 0,-1 1 0 0 0,1 0 0 0 0,0 0 0 0 0,-1 0-1 0 0,0 1 1 0 0,1-1 0 0 0,-1 1 0 0 0,0 0 0 0 0,0 0-1 0 0,1 0 1 0 0,-6 0 0 0 0,6 1-310 0 0,0-1 0 0 0,0 1 0 0 0,0 1 0 0 0,0-1 0 0 0,0 0 1 0 0,0 1-1 0 0,0-1 0 0 0,0 1 0 0 0,0 0 0 0 0,0 0 0 0 0,0 0 0 0 0,0 1 0 0 0,1-1 0 0 0,-1 0 0 0 0,1 1 0 0 0,-1 0 0 0 0,1 0 0 0 0,-1 0 0 0 0,1 0 0 0 0,-3 3 1 0 0,-3 3 126 0 0,1 1 0 0 0,1-1-1 0 0,0 1 1 0 0,-6 11 0 0 0,-2 6-10 0 0,0 1-1 0 0,2 0 0 0 0,1 1 1 0 0,2 0-1 0 0,-10 41 0 0 0,17-55-197 0 0,0 0-1 0 0,1 0 0 0 0,0 1 0 0 0,1-1 1 0 0,4 26-1 0 0,-3-31-20 0 0,1-1 1 0 0,0 1-1 0 0,1-1 0 0 0,0 0 0 0 0,0 0 1 0 0,1 0-1 0 0,0 0 0 0 0,0 0 0 0 0,1-1 1 0 0,7 10-1 0 0,-7-12-8 0 0,0 0 0 0 0,0-1 0 0 0,0 1 0 0 0,0-1 0 0 0,1 0 0 0 0,0 0 0 0 0,-1 0 0 0 0,2-1 0 0 0,-1 0 0 0 0,0 0 0 0 0,11 3-1 0 0,-7-4 1 0 0,1 1-1 0 0,-1-2 0 0 0,1 1 0 0 0,-1-2 0 0 0,1 1 0 0 0,-1-1 0 0 0,13-2 0 0 0,-8 0-33 0 0,0-1 0 0 0,0 0 0 0 0,-1-1 1 0 0,1-1-1 0 0,-1 0 0 0 0,0-1 0 0 0,0 0 0 0 0,-1-1 0 0 0,0-1 0 0 0,20-15 1 0 0,-23 14-7 0 0,0-1 0 0 0,-1 0 0 0 0,-1 0 1 0 0,0-1-1 0 0,0-1 0 0 0,-1 1 1 0 0,0-1-1 0 0,-1 0 0 0 0,0 0 0 0 0,-1-1 1 0 0,-1 0-1 0 0,0 0 0 0 0,-1 0 0 0 0,0 0 1 0 0,-1-1-1 0 0,0 1 0 0 0,-1-1 1 0 0,-1-21-1 0 0,-1 16 16 0 0,0 0-1 0 0,-1 0 1 0 0,-1 0 0 0 0,-1 1-1 0 0,-1-1 1 0 0,0 1 0 0 0,-2 0-1 0 0,0 1 1 0 0,-1-1 0 0 0,0 1-1 0 0,-1 1 1 0 0,-20-27 0 0 0,25 38 15 0 0,0 1 1 0 0,1 0-1 0 0,-1 0 1 0 0,-1 0-1 0 0,1 1 1 0 0,0-1-1 0 0,-1 1 1 0 0,0 0-1 0 0,0 0 1 0 0,0 1-1 0 0,0 0 1 0 0,0 0-1 0 0,0 0 1 0 0,-1 0-1 0 0,1 1 1 0 0,-1 0-1 0 0,1 0 1 0 0,-1 0-1 0 0,1 1 1 0 0,-9 0-1 0 0,8 0 9 0 0,0 1-1 0 0,-1 1 1 0 0,1-1-1 0 0,0 1 0 0 0,0 0 1 0 0,0 0-1 0 0,0 1 1 0 0,1 0-1 0 0,-1 0 0 0 0,1 0 1 0 0,-1 1-1 0 0,1-1 1 0 0,0 1-1 0 0,0 1 1 0 0,1-1-1 0 0,-1 1 0 0 0,-6 9 1 0 0,5-6-3 0 0,0 1 0 0 0,1 1-1 0 0,-1-1 1 0 0,2 1 0 0 0,0 0 0 0 0,0 0 0 0 0,0 0 0 0 0,2 0-1 0 0,-1 1 1 0 0,1-1 0 0 0,1 1 0 0 0,-1 0 0 0 0,2-1 0 0 0,0 1-1 0 0,1 15 1 0 0,0-18-40 0 0,1-1 0 0 0,-1 1 0 0 0,1-1 0 0 0,1 1 0 0 0,-1-1-1 0 0,1 0 1 0 0,1 0 0 0 0,-1 0 0 0 0,1-1 0 0 0,0 1 0 0 0,1-1-1 0 0,-1 0 1 0 0,1 0 0 0 0,1 0 0 0 0,-1-1 0 0 0,1 0 0 0 0,0 0 0 0 0,0 0-1 0 0,0-1 1 0 0,1 1 0 0 0,-1-2 0 0 0,10 5 0 0 0,0-2-283 0 0,0-1 1 0 0,1 0 0 0 0,0-2-1 0 0,0 0 1 0 0,0 0 0 0 0,0-2-1 0 0,0 0 1 0 0,0-1-1 0 0,0-1 1 0 0,0 0 0 0 0,1-1-1 0 0,-2-1 1 0 0,31-9 0 0 0,-22 4 62 0 0,0-1 1 0 0,0-2 0 0 0,-1 0 0 0 0,0-1 0 0 0,-1-1 0 0 0,-1-2 0 0 0,0 0 0 0 0,24-22 0 0 0,-26 17 191 0 0,0-1 0 0 0,-2 0 1 0 0,0-2-1 0 0,-2 0 1 0 0,-1-1-1 0 0,0 0 1 0 0,14-36-1 0 0,-5 2 463 0 0,-3 0 1 0 0,16-77-1 0 0,-32 118-221 0 0,35-172 4080 0 0,-40 187-3930 0 0,-8 35 649 0 0,1-11-637 0 0,-47 204 1533 0 0,-8 38-1121 0 0,51-202-645 0 0,2 1 0 0 0,1 83 0 0 0,8-123-70 0 0,1 0-1 0 0,1 0 1 0 0,9 39-1 0 0,-9-54-93 0 0,0 0 0 0 0,0-1 0 0 0,1 1 1 0 0,0-1-1 0 0,0 0 0 0 0,1 0 0 0 0,0 0 0 0 0,0 0 0 0 0,1-1 0 0 0,0 1 0 0 0,0-1 1 0 0,0 0-1 0 0,1-1 0 0 0,9 8 0 0 0,-9-10-63 0 0,-1 0-1 0 0,1 0 1 0 0,0-1-1 0 0,0 0 1 0 0,0 0-1 0 0,0-1 1 0 0,0 0-1 0 0,0 0 1 0 0,0 0-1 0 0,0-1 1 0 0,0 0-1 0 0,1 0 1 0 0,-1 0-1 0 0,0-1 1 0 0,0 0-1 0 0,0 0 1 0 0,0-1-1 0 0,0 1 1 0 0,0-1-1 0 0,0-1 1 0 0,5-2-1 0 0,6-3-258 0 0,0-1-1 0 0,-1 0 1 0 0,-1-1-1 0 0,0-1 1 0 0,25-22-1 0 0,-17 9 98 0 0,-1 0-1 0 0,-2-2 1 0 0,0-1-1 0 0,-1 0 1 0 0,-2-1-1 0 0,-1-1 0 0 0,22-54 1 0 0,-7-2 156 0 0,32-139 0 0 0,-7-53 1578 0 0,-30 89 2445 0 0,-26 185-3779 0 0,1 0 1 0 0,-1-1-1 0 0,0 1 0 0 0,0 0 0 0 0,-1 0 0 0 0,1 0 1 0 0,-1-1-1 0 0,1 1 0 0 0,-1 0 0 0 0,-2-6 0 0 0,3 9-115 0 0,0 0-1 0 0,0 0 0 0 0,0 0 1 0 0,0 0-1 0 0,0 0 1 0 0,-1 0-1 0 0,1 0 1 0 0,0 0-1 0 0,0 0 0 0 0,0 0 1 0 0,0 0-1 0 0,0 0 1 0 0,0 0-1 0 0,0 0 0 0 0,0-1 1 0 0,0 1-1 0 0,0 0 1 0 0,0 0-1 0 0,0 0 0 0 0,0 0 1 0 0,-1 0-1 0 0,1 0 1 0 0,0 0-1 0 0,0 0 0 0 0,0 0 1 0 0,0 0-1 0 0,0 0 1 0 0,0 0-1 0 0,0 0 0 0 0,0 0 1 0 0,0 0-1 0 0,-1 0 1 0 0,1 0-1 0 0,0 0 0 0 0,0 0 1 0 0,0 0-1 0 0,0 0 1 0 0,0 0-1 0 0,0 0 0 0 0,0 0 1 0 0,0 1-1 0 0,0-1 1 0 0,0 0-1 0 0,0 0 0 0 0,0 0 1 0 0,-1 0-1 0 0,1 0 1 0 0,0 0-1 0 0,0 0 0 0 0,0 0 1 0 0,0 0-1 0 0,0 0 1 0 0,0 0-1 0 0,0 0 0 0 0,0 0 1 0 0,0 1-1 0 0,0-1 1 0 0,0 0-1 0 0,0 0 0 0 0,0 0 1 0 0,0 0-1 0 0,0 0 1 0 0,-7 7 85 0 0,1 0 1 0 0,0 1-1 0 0,0 0 1 0 0,1 0-1 0 0,0 0 1 0 0,0 0 0 0 0,1 1-1 0 0,-4 11 1 0 0,-25 82 385 0 0,25-73-348 0 0,-76 293 654 0 0,75-276-951 0 0,3 0 0 0 0,1 1-1 0 0,3 0 1 0 0,1 0 0 0 0,7 49 0 0 0,-4-81-211 0 0,0-1 0 0 0,1 1 0 0 0,1-1-1 0 0,0 0 1 0 0,11 23 0 0 0,-11-29 144 0 0,1 0 1 0 0,0-1 0 0 0,0 1-1 0 0,0-1 1 0 0,1 0-1 0 0,0 0 1 0 0,0-1 0 0 0,1 1-1 0 0,0-2 1 0 0,10 8-1 0 0,-4-5-565 0 0,0 0-1 0 0,0-1 1 0 0,1 0-1 0 0,1-2 1 0 0,-1 1-1 0 0,1-2 1 0 0,-1 0-1 0 0,23 3 1 0 0,3-2-3559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8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162 208 1772 0 0,'-2'-17'1525'0'0,"2"4"-276"0"0,-1 1-1 0 0,0 0 1 0 0,-1 0-1 0 0,0 0 1 0 0,-1 0-1 0 0,0 0 0 0 0,-1 1 1 0 0,-9-19-1 0 0,13 29-1170 0 0,-1 0-1 0 0,1 1 0 0 0,-1-1 0 0 0,1 0 0 0 0,-1 1 1 0 0,1-1-1 0 0,-1 1 0 0 0,0-1 0 0 0,1 0 1 0 0,-1 1-1 0 0,0 0 0 0 0,1-1 0 0 0,-1 1 0 0 0,0-1 1 0 0,0 1-1 0 0,1 0 0 0 0,-1-1 0 0 0,0 1 1 0 0,0 0-1 0 0,0 0 0 0 0,1 0 0 0 0,-1 0 0 0 0,0 0 1 0 0,0 0-1 0 0,0 0 0 0 0,0 0 0 0 0,0 0 1 0 0,1 0-1 0 0,-1 0 0 0 0,0 0 0 0 0,0 1 0 0 0,-1-1 1 0 0,-1 1 55 0 0,0 1 0 0 0,1-1 0 0 0,-1 1 0 0 0,0 0 0 0 0,1-1 1 0 0,-1 1-1 0 0,-2 3 0 0 0,-3 3 68 0 0,1 0 0 0 0,0 1 0 0 0,0 0-1 0 0,1 0 1 0 0,0 1 0 0 0,1-1 0 0 0,0 1 0 0 0,0 1 0 0 0,1-1 0 0 0,-4 19-1 0 0,4-12-113 0 0,0-1-1 0 0,2 1 1 0 0,0 0-1 0 0,1 0 0 0 0,0 0 1 0 0,4 24-1 0 0,-3-33-80 0 0,2-1-1 0 0,-1 1 0 0 0,1 0 1 0 0,0-1-1 0 0,1 1 0 0 0,0-1 0 0 0,0 0 1 0 0,1 0-1 0 0,-1 0 0 0 0,1 0 1 0 0,1-1-1 0 0,0 1 0 0 0,-1-1 1 0 0,2 0-1 0 0,-1-1 0 0 0,1 1 1 0 0,0-1-1 0 0,0 0 0 0 0,0-1 1 0 0,1 1-1 0 0,0-1 0 0 0,0 0 0 0 0,0-1 1 0 0,0 0-1 0 0,0 0 0 0 0,1-1 1 0 0,-1 1-1 0 0,1-2 0 0 0,0 1 1 0 0,-1-1-1 0 0,12 1 0 0 0,0-2-137 0 0,0 0 0 0 0,-1-1-1 0 0,1-1 1 0 0,-1-1 0 0 0,1 0-1 0 0,-1-2 1 0 0,0 0 0 0 0,-1 0-1 0 0,1-2 1 0 0,-1 0 0 0 0,0-2-1 0 0,-1 1 1 0 0,27-20 0 0 0,-32 20 59 0 0,0-1 0 0 0,0 0 0 0 0,-1-1 0 0 0,0 0 1 0 0,-1-1-1 0 0,0 0 0 0 0,0 0 0 0 0,-1 0 0 0 0,-1-1 1 0 0,0-1-1 0 0,-1 1 0 0 0,0-1 0 0 0,-1 0 1 0 0,0-1-1 0 0,-1 1 0 0 0,-1-1 0 0 0,0 0 0 0 0,2-25 1 0 0,-5 32 78 0 0,0 0 1 0 0,0 0 0 0 0,0 0 0 0 0,-1-1 0 0 0,0 1 0 0 0,-1 0 0 0 0,0 0-1 0 0,0 0 1 0 0,0 0 0 0 0,-1 1 0 0 0,0-1 0 0 0,0 1 0 0 0,-1-1 0 0 0,1 1-1 0 0,-1 0 1 0 0,-1 0 0 0 0,-7-8 0 0 0,7 10 3 0 0,-1 0 0 0 0,1-1 0 0 0,-1 2 0 0 0,0-1 1 0 0,0 1-1 0 0,0 0 0 0 0,0 0 0 0 0,-1 1 0 0 0,1 0 0 0 0,-1 0 0 0 0,1 0 0 0 0,-1 1 0 0 0,0 0 0 0 0,0 0 1 0 0,1 1-1 0 0,-1-1 0 0 0,0 2 0 0 0,-12 1 0 0 0,9-1 8 0 0,-1 2 0 0 0,1-1-1 0 0,0 1 1 0 0,0 1 0 0 0,0 0 0 0 0,0 0 0 0 0,1 1-1 0 0,-1 0 1 0 0,1 1 0 0 0,1 0 0 0 0,-1 0 0 0 0,1 1-1 0 0,0 0 1 0 0,-7 9 0 0 0,9-10-304 0 0,1 1-1 0 0,0 0 1 0 0,0 0 0 0 0,1 1-1 0 0,-1-1 1 0 0,2 1 0 0 0,-6 15 0 0 0,7-17-444 0 0,0 1 0 0 0,1 0 1 0 0,0 0-1 0 0,0 0 1 0 0,1 0-1 0 0,0 0 0 0 0,0 0 1 0 0,0 0-1 0 0,1 0 1 0 0,2 9-1 0 0,2 6-5028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9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99 204 668 0 0,'-16'-61'12955'0'0,"14"61"-12808"0"0,1 1 0 0 0,0-1 1 0 0,-1 1-1 0 0,1-1 1 0 0,0 1-1 0 0,-1-1 1 0 0,1 1-1 0 0,0 0 1 0 0,0-1-1 0 0,0 1 0 0 0,0 0 1 0 0,0 0-1 0 0,0 0 1 0 0,0 0-1 0 0,0 0 1 0 0,0 0-1 0 0,0 0 1 0 0,0 0-1 0 0,0 0 0 0 0,1 1 1 0 0,-1-1-1 0 0,1 0 1 0 0,-1 0-1 0 0,0 2 1 0 0,-11 37 1355 0 0,11-34-1211 0 0,-4 11 120 0 0,-7 30 377 0 0,2 0-1 0 0,-4 53 0 0 0,13-87-744 0 0,0-1 0 0 0,1 1 0 0 0,0 0 0 0 0,1 0 0 0 0,1-1 0 0 0,0 1 0 0 0,1-1 0 0 0,0 1 0 0 0,1-1-1 0 0,0 0 1 0 0,1 0 0 0 0,0-1 0 0 0,8 13 0 0 0,-9-18-61 0 0,0 0 0 0 0,1-1-1 0 0,0 0 1 0 0,0 0 0 0 0,0 0 0 0 0,1 0-1 0 0,0-1 1 0 0,0 1 0 0 0,0-2 0 0 0,0 1-1 0 0,1-1 1 0 0,-1 0 0 0 0,1 0 0 0 0,0 0-1 0 0,0-1 1 0 0,0 0 0 0 0,0-1 0 0 0,0 0-1 0 0,0 0 1 0 0,0 0 0 0 0,0-1 0 0 0,1 0-1 0 0,-1 0 1 0 0,0-1 0 0 0,0 0 0 0 0,10-2-1 0 0,-3-1-91 0 0,0 0-1 0 0,0 0 0 0 0,0-1 1 0 0,-1-1-1 0 0,0 0 0 0 0,0-1 1 0 0,-1-1-1 0 0,0 0 0 0 0,0 0 1 0 0,0-1-1 0 0,-1 0 0 0 0,12-14 1 0 0,-8 4-19 0 0,0 0 1 0 0,-1-1 0 0 0,-2-1 0 0 0,0 0 0 0 0,15-35 0 0 0,-15 23 191 0 0,-1 0-1 0 0,-1-1 1 0 0,6-41 0 0 0,-16 73 432 0 0,0 42 134 0 0,-1-7-377 0 0,1-1 1 0 0,6 39-1 0 0,-5-62-241 0 0,1-1 1 0 0,0 1-1 0 0,0-1 1 0 0,1 0 0 0 0,0 1-1 0 0,0-2 1 0 0,1 1-1 0 0,0 0 1 0 0,0-1-1 0 0,1 1 1 0 0,0-1 0 0 0,1-1-1 0 0,6 9 1 0 0,-7-11-6 0 0,-1-1 1 0 0,1 0 0 0 0,-1 1 0 0 0,1-2 0 0 0,0 1-1 0 0,0 0 1 0 0,0-1 0 0 0,0 0 0 0 0,1 0-1 0 0,-1-1 1 0 0,0 1 0 0 0,7 0 0 0 0,-3-1 1 0 0,0-1-1 0 0,1 0 1 0 0,-1 0 0 0 0,0-1 0 0 0,0 0 0 0 0,0 0 0 0 0,9-3 0 0 0,-4 0 7 0 0,-1-1 1 0 0,0 0-1 0 0,0-1 1 0 0,0 0-1 0 0,0-1 1 0 0,-1 0-1 0 0,0-1 1 0 0,-1-1 0 0 0,16-13-1 0 0,-17 10-18 0 0,1 0 0 0 0,-1 0 0 0 0,-1-1 0 0 0,0 0 0 0 0,-1 0 0 0 0,-1-1 0 0 0,0 0 0 0 0,0-1 1 0 0,-2 1-1 0 0,0-1 0 0 0,0-1 0 0 0,-2 1 0 0 0,0 0 0 0 0,0-1 0 0 0,-2 0 0 0 0,0 1 0 0 0,0-1 0 0 0,-2 0 0 0 0,0 0 0 0 0,-1 1 0 0 0,0-1 0 0 0,-1 1 0 0 0,-1-1 0 0 0,-8-20 0 0 0,10 28 113 0 0,-1 0 0 0 0,0 1-1 0 0,0-1 1 0 0,0 1-1 0 0,-1 0 1 0 0,-1 0 0 0 0,1 0-1 0 0,-1 0 1 0 0,0 1 0 0 0,0 0-1 0 0,-12-11 1 0 0,15 15-28 0 0,-2 4 11 0 0,2-2-76 0 0,0 0 1 0 0,1 1-1 0 0,-1-1 0 0 0,0 1 0 0 0,0-1 1 0 0,1 1-1 0 0,-1 0 0 0 0,1 0 0 0 0,-1-1 1 0 0,1 1-1 0 0,-1 1 0 0 0,1-1 1 0 0,-1 0-1 0 0,1 0 0 0 0,0 0 0 0 0,0 1 1 0 0,-1-1-1 0 0,1 1 0 0 0,0-1 0 0 0,0 1 1 0 0,0-1-1 0 0,1 1 0 0 0,-1-1 0 0 0,0 1 1 0 0,1 0-1 0 0,-1-1 0 0 0,1 1 0 0 0,-1 3 1 0 0,1-3-3 0 0,0 1 1 0 0,0-1-1 0 0,1 1 1 0 0,-1-1-1 0 0,1 1 1 0 0,-1-1-1 0 0,1 1 1 0 0,0-1 0 0 0,0 0-1 0 0,0 1 1 0 0,0-1-1 0 0,1 0 1 0 0,-1 0-1 0 0,1 0 1 0 0,-1 0-1 0 0,3 3 1 0 0,0-2 2 0 0,0 0-1 0 0,0 0 1 0 0,0 0 0 0 0,0 0 0 0 0,0-1-1 0 0,1 1 1 0 0,-1-1 0 0 0,6 2-1 0 0,6 0-97 0 0,0 0-1 0 0,0 0 0 0 0,0-2 1 0 0,25 2-1 0 0,11-3-2309 0 0,99-10-1 0 0,-17-15-6462 0 0,-65 8 354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29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82 949 1000 0 0,'-6'1'724'0'0,"0"1"1"0"0,0 0-1 0 0,0 0 0 0 0,1 0 0 0 0,-1 1 1 0 0,1 0-1 0 0,0 0 0 0 0,0 1 0 0 0,-9 6 0 0 0,12-8-516 0 0,0 1 1 0 0,0-1-1 0 0,1 0 0 0 0,-1 0 0 0 0,1 1 0 0 0,0-1 0 0 0,0 1 0 0 0,-1-1 0 0 0,1 1 0 0 0,1 0 0 0 0,-1-1 0 0 0,0 1 0 0 0,1 0 0 0 0,-1 0 0 0 0,1 0 0 0 0,0-1 0 0 0,0 1 0 0 0,0 0 0 0 0,0 0 0 0 0,1-1 0 0 0,-1 1 0 0 0,1 0 0 0 0,0 0 0 0 0,1 3 0 0 0,0 0-29 0 0,0 0 1 0 0,0 0-1 0 0,1 0 1 0 0,0 0-1 0 0,0 0 1 0 0,1-1 0 0 0,-1 0-1 0 0,1 1 1 0 0,0-1-1 0 0,1 0 1 0 0,-1-1-1 0 0,1 1 1 0 0,0-1 0 0 0,0 0-1 0 0,0 0 1 0 0,1-1-1 0 0,-1 1 1 0 0,1-1-1 0 0,0 0 1 0 0,9 2 0 0 0,-13-4-163 0 0,-1-1 1 0 0,1 0 0 0 0,0 1-1 0 0,-1-1 1 0 0,1 0-1 0 0,0 0 1 0 0,-1 0 0 0 0,1 0-1 0 0,-1-1 1 0 0,1 1 0 0 0,0 0-1 0 0,-1-1 1 0 0,1 1 0 0 0,1-2-1 0 0,3 1 23 0 0,5-2 3 0 0,1-1 0 0 0,-1 0 1 0 0,0-1-1 0 0,-1 0 0 0 0,1 0 0 0 0,-1-1 0 0 0,0 0 0 0 0,-1-1 0 0 0,1 0 0 0 0,12-14 0 0 0,0-1 1 0 0,-1-1 0 0 0,30-44 0 0 0,-25 26-115 0 0,-2-1 0 0 0,-2 0 1 0 0,-2-2-1 0 0,-2 0 0 0 0,-1-1 1 0 0,11-52-1 0 0,-9 11-164 0 0,-4 0 1 0 0,7-125-1 0 0,-18 21 198 0 0,-12 155 73 0 0,4 37-31 0 0,0 0-1 0 0,0 0 1 0 0,0 0-1 0 0,1 0 1 0 0,-1 1-1 0 0,1 0 1 0 0,-1 0-1 0 0,1 0 0 0 0,0 0 1 0 0,0 0-1 0 0,0 1 1 0 0,1-1-1 0 0,-1 1 1 0 0,1 0-1 0 0,-3 6 1 0 0,-6 13 21 0 0,-12 32 0 0 0,12-26-6 0 0,-95 272 140 0 0,90-242-134 0 0,3 1-1 0 0,2 0 0 0 0,-3 76 1 0 0,13-115-85 0 0,0 0 1 0 0,2 0 0 0 0,1 0 0 0 0,0 0 0 0 0,2 0 0 0 0,0 0 0 0 0,13 32 0 0 0,-15-45-129 0 0,2 0-1 0 0,-1-1 1 0 0,1 0 0 0 0,1 0 0 0 0,-1 0-1 0 0,1 0 1 0 0,0-1 0 0 0,0 0 0 0 0,1 0-1 0 0,0 0 1 0 0,0-1 0 0 0,1 1-1 0 0,-1-2 1 0 0,1 1 0 0 0,0-1 0 0 0,0 0-1 0 0,0 0 1 0 0,1-1 0 0 0,0 0 0 0 0,-1 0-1 0 0,1-1 1 0 0,13 3 0 0 0,-7-4-570 0 0,-1 0 0 0 0,1-1 0 0 0,-1 0 1 0 0,1-1-1 0 0,0-1 0 0 0,-1 0 0 0 0,0-1 0 0 0,22-7 1 0 0,2-3-2587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0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86 294 836 0 0,'32'-270'10879'0'0,"-32"251"-9832"0"0,-1 15-246 0 0,-2 13-415 0 0,-14 108 1440 0 0,8-41-1256 0 0,-7 33-34 0 0,-52 397 449 0 0,67-492-976 0 0,0-8 8 0 0,0 0-1 0 0,1 0 1 0 0,0 0-1 0 0,0 1 0 0 0,0-1 1 0 0,3 10-1 0 0,-3-13 7 0 0,18-9-6 0 0,-13 1-64 0 0,0 0 0 0 0,0 0 0 0 0,-1 0-1 0 0,1-1 1 0 0,-1 0 0 0 0,0 0-1 0 0,5-12 1 0 0,-2 7-44 0 0,45-88-475 0 0,11-17 205 0 0,1 21 170 0 0,-58 87 176 0 0,1 0-1 0 0,0 0 1 0 0,0 1 0 0 0,0 0 0 0 0,1 1 0 0 0,0-1 0 0 0,1 2-1 0 0,17-10 1 0 0,-25 14 15 0 0,0 0 0 0 0,0 1-1 0 0,0 0 1 0 0,1-1 0 0 0,-1 1-1 0 0,0 0 1 0 0,1-1 0 0 0,-1 1 0 0 0,0 0-1 0 0,1 0 1 0 0,-1 0 0 0 0,3 0-1 0 0,0 1 3 0 0,-2-1 9 0 0,-1 0 0 0 0,1 0 0 0 0,0 0 0 0 0,-1 1 1 0 0,1-1-1 0 0,-1 1 0 0 0,1-1 0 0 0,-1 1 0 0 0,1 0 0 0 0,-1-1 0 0 0,1 1 0 0 0,-1 0 0 0 0,1 0 0 0 0,-1 0 0 0 0,0 0 0 0 0,0 0 1 0 0,1 0-1 0 0,-1 1 0 0 0,0-1 0 0 0,0 0 0 0 0,0 0 0 0 0,0 1 0 0 0,-1-1 0 0 0,1 1 0 0 0,1 2 0 0 0,1 1 94 0 0,-1 1 0 0 0,0 0 0 0 0,0 0 0 0 0,2 10 0 0 0,-2 2 55 0 0,-2-1-1 0 0,1 1 1 0 0,-2 0 0 0 0,-1-1-1 0 0,-4 25 1 0 0,3-28-132 0 0,1 0 1 0 0,0 0-1 0 0,1 1 1 0 0,0-1-1 0 0,1 0 1 0 0,1 0-1 0 0,0 1 1 0 0,6 24-1 0 0,-6-36-93 0 0,1 0 1 0 0,-1 0-1 0 0,0 0 0 0 0,1 0 0 0 0,-1 0 1 0 0,1 0-1 0 0,0-1 0 0 0,0 1 0 0 0,0-1 1 0 0,1 1-1 0 0,-1-1 0 0 0,0 0 0 0 0,1 0 1 0 0,-1 0-1 0 0,6 3 0 0 0,-3-3-122 0 0,0 0-1 0 0,1 0 1 0 0,-1 0-1 0 0,0-1 1 0 0,1 1 0 0 0,-1-2-1 0 0,1 1 1 0 0,8 0-1 0 0,2-2-419 0 0,0 0-1 0 0,0-1 1 0 0,-1 0-1 0 0,1-2 1 0 0,25-8-1 0 0,-25 6-514 0 0,1-1 1 0 0,-1 0-1 0 0,-1-1 0 0 0,24-17 1 0 0,-5 0-2830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0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32 175 3332 0 0,'7'-26'1784'0'0,"-2"-1"-1"0"0,0 1 1 0 0,-2-1-1 0 0,0-42 1618 0 0,-10 78-2408 0 0,3 1-644 0 0,0 0-1 0 0,1 0 1 0 0,0 1 0 0 0,1-1-1 0 0,0 1 1 0 0,0 18-1 0 0,-1-2 47 0 0,-5 30 85 0 0,1-12-305 0 0,2 0-1 0 0,1 63 0 0 0,4-98-430 0 0,1 1-1 0 0,0-1 0 0 0,0 0 0 0 0,2 0 0 0 0,-1 0 1 0 0,5 12-1 0 0,-6-19-46 0 0,1 0 0 0 0,0 0 0 0 0,-1 0 1 0 0,1 0-1 0 0,0 0 0 0 0,0 0 0 0 0,1-1 0 0 0,-1 1 1 0 0,1-1-1 0 0,-1 1 0 0 0,1-1 0 0 0,0 0 0 0 0,0 0 0 0 0,0 0 1 0 0,0 0-1 0 0,0-1 0 0 0,0 1 0 0 0,0-1 0 0 0,1 0 1 0 0,-1 0-1 0 0,6 1 0 0 0,-4 0-237 0 0,1-1-108 0 0,6-2-2566 0 0,17-1-219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412 147 1264 0 0,'6'-12'1366'0'0,"1"0"0"0"0,-2 0 0 0 0,1-1 0 0 0,-2 0 0 0 0,0 0 0 0 0,0 0 0 0 0,-1 0 0 0 0,2-22 0 0 0,-5 35-1319 0 0,0-1 0 0 0,0 1 0 0 0,-1 0-1 0 0,1-1 1 0 0,0 1 0 0 0,0-1 0 0 0,0 1 0 0 0,0-1 0 0 0,0 1 0 0 0,-1-1 0 0 0,1 1 0 0 0,0-1-1 0 0,0 1 1 0 0,-1 0 0 0 0,1-1 0 0 0,0 1 0 0 0,-1 0 0 0 0,1-1 0 0 0,-1 1 0 0 0,1 0-1 0 0,0-1 1 0 0,-1 1 0 0 0,1 0 0 0 0,-1 0 0 0 0,1-1 0 0 0,-1 1 0 0 0,1 0 0 0 0,0 0 0 0 0,-1 0-1 0 0,1 0 1 0 0,-1 0 0 0 0,1 0 0 0 0,-1 0 0 0 0,1 0 0 0 0,-1 0 0 0 0,1 0 0 0 0,-1 0-1 0 0,1 0 1 0 0,-1 0 0 0 0,1 0 0 0 0,-1 0 0 0 0,1 0 0 0 0,-1 0 0 0 0,0 1 0 0 0,-20 6 829 0 0,12-2-605 0 0,-1 1-1 0 0,1 0 0 0 0,1 0 1 0 0,-1 1-1 0 0,1 0 0 0 0,0 0 1 0 0,-11 14-1 0 0,-1 5 163 0 0,-20 31 0 0 0,35-49-404 0 0,0 1-1 0 0,1-1 0 0 0,0 1 1 0 0,0 0-1 0 0,1-1 1 0 0,1 2-1 0 0,-1-1 1 0 0,1 0-1 0 0,1 0 1 0 0,0 1-1 0 0,0-1 0 0 0,1 1 1 0 0,0-1-1 0 0,0 1 1 0 0,1-1-1 0 0,1 1 1 0 0,-1-1-1 0 0,2 0 0 0 0,-1 0 1 0 0,1 0-1 0 0,0 0 1 0 0,1 0-1 0 0,0-1 1 0 0,1 1-1 0 0,10 14 1 0 0,30 40-15 0 0,17 26-8 0 0,-60-87-2 0 0,-1-1-3 0 0,0-1 0 0 0,-1 1 0 0 0,1 0 0 0 0,-1-1 0 0 0,1 1 1 0 0,0 0-1 0 0,-1 0 0 0 0,0 0 0 0 0,1-1 0 0 0,-1 1 1 0 0,1 0-1 0 0,-1 0 0 0 0,0 0 0 0 0,0 0 0 0 0,1 0 1 0 0,-1 0-1 0 0,0 0 0 0 0,0-1 0 0 0,0 1 0 0 0,0 0 0 0 0,0 0 1 0 0,0 1-1 0 0,-1 16 28 0 0,-1-15-29 0 0,0 0 0 0 0,1 0 0 0 0,-1 0 0 0 0,0-1 0 0 0,-1 1 1 0 0,1 0-1 0 0,0-1 0 0 0,-1 1 0 0 0,1-1 0 0 0,-1 0 0 0 0,0 0 1 0 0,0 0-1 0 0,0 0 0 0 0,0 0 0 0 0,0-1 0 0 0,0 1 1 0 0,0-1-1 0 0,0 0 0 0 0,-1 0 0 0 0,1 0 0 0 0,-7 1 0 0 0,-6 1-370 0 0,-1-1 0 0 0,0 0-1 0 0,-19-1 1 0 0,18-2-431 0 0,-1-1 1 0 0,1 0-1 0 0,-1-1 1 0 0,1-1-1 0 0,-18-6 0 0 0,9 0-2357 0 0,-27-12-1 0 0,12 1-2231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1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8 213 2340 0 0,'-7'-113'10901'0'0,"11"40"-10030"0"0,-3 71-1328 0 0,-1 1 0 0 0,0-1 1 0 0,0 1-1 0 0,0-1 0 0 0,0 0 0 0 0,0 1 0 0 0,0-1 1 0 0,-1 1-1 0 0,1-1 0 0 0,0 1 0 0 0,-1-1 0 0 0,1 1 1 0 0,-1 0-1 0 0,1-1 0 0 0,-3-2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1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0 3268 0 0,'-260'85'10617'0'0,"256"-84"-10354"0"0,-1 1 0 0 0,1 0 0 0 0,0 1 0 0 0,-1-1 0 0 0,1 1 0 0 0,1 0 0 0 0,-1 0 0 0 0,0 0 0 0 0,-4 6 1 0 0,8-9-259 0 0,-1 0 1 0 0,1 0 0 0 0,0 0 0 0 0,0 0 0 0 0,0 0 0 0 0,0 0 0 0 0,0 0 0 0 0,0 0 0 0 0,0 0 0 0 0,0 0 0 0 0,0 1 0 0 0,0-1 0 0 0,0 0 0 0 0,0 0 0 0 0,0 0 0 0 0,0 0 0 0 0,0 0 0 0 0,0 0 0 0 0,0 0 0 0 0,0 0 0 0 0,0 0 0 0 0,0 1 0 0 0,0-1 0 0 0,0 0 0 0 0,0 0 0 0 0,0 0 0 0 0,0 0 0 0 0,0 0 0 0 0,0 0 0 0 0,0 0 0 0 0,0 0 0 0 0,0 0 0 0 0,0 0 0 0 0,0 1-1 0 0,0-1 1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0,1 0 0 0 0,-1 0 0 0 0,8 3 78 0 0,0-1 1 0 0,0 0 0 0 0,0-1-1 0 0,0 0 1 0 0,0 0 0 0 0,1 0-1 0 0,11-2 1 0 0,64-8-385 0 0,-52 4 68 0 0,85-9-989 0 0,272-38-6732 0 0,-269 35 2476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1302 1336 0 0,'-110'-2'8988'0'0,"104"2"-8175"0"0,4-2 17 0 0,2 2-815 0 0,0 0-1 0 0,0 0 1 0 0,-1 0-1 0 0,1-1 1 0 0,0 1-1 0 0,0 0 1 0 0,0 0-1 0 0,-1 0 1 0 0,1 0-1 0 0,0 0 1 0 0,0 0-1 0 0,0 0 1 0 0,0-1-1 0 0,-1 1 1 0 0,1 0-1 0 0,0 0 1 0 0,0 0 0 0 0,0 0-1 0 0,0-1 1 0 0,0 1-1 0 0,0 0 1 0 0,0 0-1 0 0,-1 0 1 0 0,1-1-1 0 0,0 1 1 0 0,0 0-1 0 0,0 0 1 0 0,0 0-1 0 0,0-1 1 0 0,0 1-1 0 0,0 0 1 0 0,0 0-1 0 0,0 0 1 0 0,0-1-1 0 0,0 1 1 0 0,0 0-1 0 0,0 0 1 0 0,0 0-1 0 0,0-1 1 0 0,0 1-1 0 0,1 0 1 0 0,-1 0-1 0 0,0 0 1 0 0,0-1-1 0 0,0 1 1 0 0,0 0-1 0 0,0 0 1 0 0,0 0-1 0 0,1 0 1 0 0,-1-1-1 0 0,31-16 279 0 0,1 2 0 0 0,1 1 1 0 0,36-10-1 0 0,5-3-151 0 0,-6 1-63 0 0,-1-3 0 0 0,-2-3-1 0 0,116-78 1 0 0,-156 92-71 0 0,0-1 1 0 0,-2-2-1 0 0,-1 0 1 0 0,0-1-1 0 0,-2-1 0 0 0,0-1 1 0 0,-2-1-1 0 0,-1-1 0 0 0,-1 0 1 0 0,-1-1-1 0 0,21-55 0 0 0,-26 53-6 0 0,-1-2 0 0 0,-2 1-1 0 0,-1-1 1 0 0,-2 0 0 0 0,0-1 0 0 0,-3 1-1 0 0,0-1 1 0 0,-2 1 0 0 0,-1 0 0 0 0,-2-1-1 0 0,-1 1 1 0 0,-2 1 0 0 0,0-1-1 0 0,-2 1 1 0 0,-2 0 0 0 0,0 1 0 0 0,-2 0-1 0 0,-20-31 1 0 0,31 55-6 0 0,-1 1 0 0 0,0 0 1 0 0,0 0-1 0 0,-1 0 0 0 0,1 0 0 0 0,-1 0 0 0 0,0 1 0 0 0,0 0 1 0 0,0-1-1 0 0,-6-2 0 0 0,8 5 4 0 0,-1 0 0 0 0,1 0-1 0 0,0 1 1 0 0,0-1 0 0 0,0 1 0 0 0,-1-1 0 0 0,1 1-1 0 0,0 0 1 0 0,0 0 0 0 0,-1 0 0 0 0,1 0 0 0 0,0 1 0 0 0,0-1-1 0 0,-1 0 1 0 0,1 1 0 0 0,0 0 0 0 0,0-1 0 0 0,0 1-1 0 0,0 0 1 0 0,0 0 0 0 0,0 0 0 0 0,0 1 0 0 0,0-1-1 0 0,0 0 1 0 0,0 1 0 0 0,1-1 0 0 0,-3 3 0 0 0,-3 3 7 0 0,0 1 0 0 0,0 0 0 0 0,1 0 0 0 0,0 1 0 0 0,0 0 0 0 0,1 0 0 0 0,0 1 0 0 0,1-1 0 0 0,-4 12 1 0 0,-4 16 43 0 0,-7 42 0 0 0,13-56-6 0 0,-74 549 1259 0 0,47-272-610 0 0,-47 246 235 0 0,-19 150-385 0 0,97-678-534 0 0,-74 524 181 0 0,65-474 30 0 0,-4 0-1 0 0,-2-2 1 0 0,-38 95-1 0 0,53-156-153 0 0,-1 0 0 0 0,1 0 0 0 0,-1 1 0 0 0,-1-2 0 0 0,1 1 0 0 0,-1 0 0 0 0,1-1 0 0 0,-1 1 0 0 0,0-1 1 0 0,-1 0-1 0 0,-6 4 0 0 0,9-6-54 0 0,-1-1 0 0 0,0 0-1 0 0,1 1 1 0 0,-1-1 0 0 0,0 0 0 0 0,0 0 0 0 0,0-1 0 0 0,0 1 0 0 0,0-1 0 0 0,0 0 0 0 0,0 1 0 0 0,0-1 0 0 0,0 0 0 0 0,0-1 0 0 0,0 1 0 0 0,0 0 0 0 0,0-1 0 0 0,0 0 0 0 0,0 0 0 0 0,1 0 0 0 0,-1 0 0 0 0,0 0 0 0 0,-3-2 0 0 0,-3-3-19 0 0,0 0 1 0 0,1 0 0 0 0,-1-1 0 0 0,1 0 0 0 0,1 0 0 0 0,-1-1 0 0 0,1 0 0 0 0,0 0-1 0 0,1-1 1 0 0,0 0 0 0 0,1 0 0 0 0,0 0 0 0 0,-8-19 0 0 0,3 0-67 0 0,1 0 1 0 0,1-1-1 0 0,-8-53 0 0 0,10 24-1 0 0,2-1 0 0 0,3 0-1 0 0,2 0 1 0 0,3 1-1 0 0,2-1 1 0 0,3 1 0 0 0,21-70-1 0 0,-1 29 40 0 0,4 2-1 0 0,5 1 1 0 0,64-117-1 0 0,-45 110 22 0 0,127-175 1 0 0,-143 226 1 0 0,3 1 1 0 0,2 2 0 0 0,1 3 0 0 0,93-71-1 0 0,-115 100 0 0 0,1 0 0 0 0,36-16 0 0 0,-50 28 6 0 0,0 0 0 0 0,0 0 0 0 0,1 1 0 0 0,-1 1 0 0 0,1 0 1 0 0,0 1-1 0 0,22-2 0 0 0,-31 4 3 0 0,-1 0 1 0 0,1 1-1 0 0,0-1 1 0 0,0 1-1 0 0,0-1 1 0 0,0 1-1 0 0,0 0 1 0 0,0 1-1 0 0,-1-1 1 0 0,1 0-1 0 0,4 4 1 0 0,-5-4 2 0 0,-1 1 1 0 0,-1 0-1 0 0,1-1 1 0 0,0 1-1 0 0,0 0 1 0 0,-1 0-1 0 0,1 0 1 0 0,-1 0-1 0 0,1 0 1 0 0,-1 0-1 0 0,0 1 1 0 0,0-1-1 0 0,0 0 1 0 0,1 4-1 0 0,-1 0 7 0 0,0 1 0 0 0,0 0 0 0 0,-1 0 0 0 0,0 0 0 0 0,0 0 0 0 0,-1-1 0 0 0,0 1-1 0 0,0 0 1 0 0,0 0 0 0 0,-1-1 0 0 0,-4 11 0 0 0,-2 4-4 0 0,-1 0 1 0 0,-1-1-1 0 0,-1-1 0 0 0,-1 0 0 0 0,-27 35 1 0 0,-85 77 7 0 0,99-106-3 0 0,22-22-250 0 0,0 0-1 0 0,0-1 1 0 0,-1 1 0 0 0,1-1 0 0 0,0 0 0 0 0,-5 2-1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1 120 508 0 0,'7'-6'4006'0'0,"19"-16"2806"0"0,-24 23-6697 0 0,-1-1 0 0 0,0 0 1 0 0,1 0-1 0 0,-1 1 0 0 0,0-1 0 0 0,0 0 1 0 0,1 1-1 0 0,-1 0 0 0 0,0-1 0 0 0,0 1 1 0 0,0 0-1 0 0,0-1 0 0 0,1 1 1 0 0,-1 0-1 0 0,0 0 0 0 0,0 0 0 0 0,-1 0 1 0 0,2 1-1 0 0,3 6 262 0 0,0-1 1 0 0,-1 1-1 0 0,0 0 1 0 0,0 1-1 0 0,-1-1 1 0 0,4 18-1 0 0,7 55 895 0 0,-12-68-1060 0 0,0 4-66 0 0,0 1 0 0 0,-2-1 0 0 0,0 1 0 0 0,-1 0 0 0 0,0-1 1 0 0,-2 1-1 0 0,0-1 0 0 0,-1 0 0 0 0,-1 0 0 0 0,0 0 0 0 0,-1-1 0 0 0,-1 1 1 0 0,-17 28-1 0 0,23-44-133 0 0,1 0 0 0 0,-1 0 0 0 0,0-1 0 0 0,0 1 0 0 0,0 0 0 0 0,0 0 0 0 0,0-1 0 0 0,0 1 0 0 0,0 0 0 0 0,0-1 0 0 0,0 1 0 0 0,0-1-1 0 0,0 0 1 0 0,0 1 0 0 0,0-1 0 0 0,0 0 0 0 0,0 1 0 0 0,0-1 0 0 0,0 0 0 0 0,-1 0 0 0 0,1 0 0 0 0,0 0 0 0 0,0 0 0 0 0,0 0 0 0 0,-2-1 0 0 0,2 1-9 0 0,1-1 0 0 0,-1 0 0 0 0,1 0 0 0 0,-1 0 0 0 0,1 0 0 0 0,0 0 0 0 0,-1 0 0 0 0,1 0 0 0 0,0 0 0 0 0,0 0 0 0 0,0 0 0 0 0,0 0 0 0 0,0 0 0 0 0,0 0 0 0 0,0 0 0 0 0,0 0 0 0 0,0-1 0 0 0,0 1 1 0 0,1-8 4 0 0,0 0-1 0 0,0-1 1 0 0,1 1 0 0 0,0 0 0 0 0,0 0-1 0 0,8-17 1 0 0,28-50-14 0 0,-32 67 7 0 0,11-21-15 0 0,1 1 1 0 0,27-31-1 0 0,-36 48 7 0 0,2 1-1 0 0,-1-1 0 0 0,2 2 1 0 0,-1 0-1 0 0,2 0 0 0 0,-1 1 1 0 0,18-9-1 0 0,-27 16 5 0 0,0 0 0 0 0,0 1 0 0 0,0-1 1 0 0,0 1-1 0 0,0 0 0 0 0,0 0 0 0 0,0 0 0 0 0,0 0 0 0 0,1 1 0 0 0,-1-1 0 0 0,0 1 0 0 0,1 0 0 0 0,-1 0 1 0 0,0 0-1 0 0,0 0 0 0 0,1 1 0 0 0,-1-1 0 0 0,0 1 0 0 0,0 0 0 0 0,1 0 0 0 0,-1 0 0 0 0,0 0 0 0 0,0 1 0 0 0,0-1 1 0 0,-1 1-1 0 0,1 0 0 0 0,3 2 0 0 0,-3-1 6 0 0,0 1-1 0 0,0 0 1 0 0,0 0 0 0 0,0 1-1 0 0,-1-1 1 0 0,1 1 0 0 0,-1-1-1 0 0,0 1 1 0 0,-1 0 0 0 0,1 0-1 0 0,-1 0 1 0 0,1 9 0 0 0,0 6 16 0 0,-1-1 0 0 0,-2 22 1 0 0,1 13-28 0 0,1-36 5 0 0,5 36-15 0 0,-5-50 19 0 0,0 0 0 0 0,0 0 0 0 0,1 0 0 0 0,-1-1 0 0 0,1 1 0 0 0,0 0-1 0 0,0-1 1 0 0,1 1 0 0 0,-1-1 0 0 0,6 6 0 0 0,-4-6 10 0 0,0-1-30 0 0,0 0 0 0 0,1-1 0 0 0,-1 1 0 0 0,0-1 1 0 0,1 0-1 0 0,-1 0 0 0 0,1 0 0 0 0,-1-1 0 0 0,1 0 0 0 0,-1 0 0 0 0,1 0 1 0 0,-1 0-1 0 0,1-1 0 0 0,-1 1 0 0 0,1-1 0 0 0,-1 0 0 0 0,0-1 0 0 0,0 1 1 0 0,1-1-1 0 0,-1 0 0 0 0,0 0 0 0 0,4-3 0 0 0,2 0-32 0 0,0-1 0 0 0,-1-1 0 0 0,0 1 0 0 0,0-1-1 0 0,-1-1 1 0 0,0 0 0 0 0,14-17 0 0 0,-10 8 11 0 0,0 0 1 0 0,-1-2-1 0 0,12-24 0 0 0,-14 21 21 0 0,-1-1 0 0 0,-1 0 0 0 0,-1-1 1 0 0,4-24-1 0 0,-9 40 17 0 0,0 0 0 0 0,-1-1 0 0 0,0 1 0 0 0,0 0 0 0 0,-1 0 0 0 0,0-1 0 0 0,-1 1 1 0 0,1 0-1 0 0,-1 0 0 0 0,-1 0 0 0 0,0 0 0 0 0,0 1 0 0 0,0-1 0 0 0,-1 1 0 0 0,0 0 0 0 0,-6-7 0 0 0,8 11-77 0 0,-1 1 0 0 0,1-1 0 0 0,-1 1-1 0 0,0 0 1 0 0,0 0 0 0 0,0 0-1 0 0,0 1 1 0 0,-1-1 0 0 0,1 1 0 0 0,0-1-1 0 0,-1 1 1 0 0,1 0 0 0 0,-1 1-1 0 0,1-1 1 0 0,-1 0 0 0 0,1 1 0 0 0,-1 0-1 0 0,1 0 1 0 0,-1 0 0 0 0,1 0 0 0 0,-5 1-1 0 0,3 0-66 0 0,0-1-1 0 0,0 1 1 0 0,0 0 0 0 0,1 1-1 0 0,-1-1 1 0 0,0 1 0 0 0,1 0-1 0 0,-1 0 1 0 0,1 0-1 0 0,0 1 1 0 0,0-1 0 0 0,0 1-1 0 0,0 0 1 0 0,0 0-1 0 0,-4 5 1 0 0,-16 28-8220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90 2364 0 0,'15'-26'7754'0'0,"-13"20"-6303"0"0,1-1 1 0 0,-1 0-1 0 0,3-12 0 0 0,-5 16-770 0 0,-3-12 715 0 0,0 14-1337 0 0,1 0-1 0 0,0 0 1 0 0,0 0-1 0 0,-1 1 0 0 0,1-1 1 0 0,0 1-1 0 0,-1-1 1 0 0,1 1-1 0 0,-1 0 0 0 0,1 0 1 0 0,0 0-1 0 0,-1 0 1 0 0,1 0-1 0 0,-1 1 0 0 0,1-1 1 0 0,0 1-1 0 0,-1 0 1 0 0,1 0-1 0 0,0-1 0 0 0,0 1 1 0 0,-3 2-1 0 0,-9 4 60 0 0,1 0 1 0 0,-15 11-1 0 0,3 0-9 0 0,0 1-1 0 0,1 2 1 0 0,1 0 0 0 0,-34 42 0 0 0,46-50-93 0 0,1 1 0 0 0,0 0 0 0 0,1 1 0 0 0,0 0 0 0 0,2 1-1 0 0,0 0 1 0 0,0 0 0 0 0,2 1 0 0 0,0-1 0 0 0,-3 19 0 0 0,7-29-13 0 0,0 0 0 0 0,1 0 0 0 0,-1 0-1 0 0,1 0 1 0 0,1 0 0 0 0,-1 0 0 0 0,1 0 0 0 0,0 0 0 0 0,0 0-1 0 0,1-1 1 0 0,0 1 0 0 0,3 7 0 0 0,-3-9-103 0 0,1 0 0 0 0,-1-1-1 0 0,1 0 1 0 0,0 1 0 0 0,0-1 0 0 0,0 0 0 0 0,0 0 0 0 0,0-1 0 0 0,1 1 0 0 0,-1-1 0 0 0,1 1-1 0 0,-1-1 1 0 0,1 0 0 0 0,0-1 0 0 0,0 1 0 0 0,0-1 0 0 0,8 3 0 0 0,2-2-866 0 0,1 0 0 0 0,-1-1 0 0 0,1-1 0 0 0,-1 0 0 0 0,1-1 0 0 0,0 0 0 0 0,-1-1 0 0 0,0-1 0 0 0,0 0 0 0 0,0-1 0 0 0,19-8 0 0 0,3-1-3632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289 125 1768 0 0,'2'-3'792'0'0,"-1"0"0"0"0,0 0 0 0 0,0 0 0 0 0,0 0 0 0 0,0 0 0 0 0,0-1-1 0 0,-1 1 1 0 0,1 0 0 0 0,-1-1 0 0 0,0 1 0 0 0,0-6 0 0 0,0-3 4437 0 0,-18 15-4076 0 0,16-1-1063 0 0,0-1 1 0 0,0 0-1 0 0,1 1 0 0 0,-1-1 1 0 0,0 1-1 0 0,1-1 1 0 0,-1 1-1 0 0,1 0 0 0 0,0 0 1 0 0,-1 0-1 0 0,1 0 1 0 0,0 0-1 0 0,0 0 0 0 0,0 0 1 0 0,1 0-1 0 0,-2 3 1 0 0,-2 4 203 0 0,3-7-272 0 0,-1 0 0 0 0,1 1 0 0 0,0-1 1 0 0,0 1-1 0 0,0-1 0 0 0,1 1 0 0 0,-1-1 1 0 0,0 1-1 0 0,1 0 0 0 0,0-1 0 0 0,-1 1 0 0 0,1 0 1 0 0,0-1-1 0 0,1 1 0 0 0,-1 0 0 0 0,0-1 0 0 0,1 1 1 0 0,-1-1-1 0 0,1 1 0 0 0,0 0 0 0 0,0-1 1 0 0,0 1-1 0 0,0-1 0 0 0,1 0 0 0 0,-1 1 0 0 0,0-1 1 0 0,1 0-1 0 0,0 0 0 0 0,-1 0 0 0 0,1 0 1 0 0,0 0-1 0 0,0 0 0 0 0,0-1 0 0 0,0 1 0 0 0,1-1 1 0 0,-1 1-1 0 0,0-1 0 0 0,1 0 0 0 0,2 2 1 0 0,4-1 3 0 0,0 0 1 0 0,0 0 0 0 0,0-1 0 0 0,1 0 0 0 0,-1 0 0 0 0,0-1 0 0 0,19-2 0 0 0,-25 2-27 0 0,0-1 1 0 0,-1 0-1 0 0,1 0 1 0 0,0 0-1 0 0,-1 0 1 0 0,1-1-1 0 0,-1 1 1 0 0,1-1-1 0 0,-1 1 0 0 0,0-1 1 0 0,1 0-1 0 0,-1 0 1 0 0,0 0-1 0 0,0 0 1 0 0,-1 0-1 0 0,1 0 1 0 0,0-1-1 0 0,-1 1 1 0 0,2-4-1 0 0,0 0 0 0 0,0-1 1 0 0,0 1-1 0 0,-1-1 0 0 0,0 0 0 0 0,2-12 1 0 0,-3 14-5 0 0,0 1 0 0 0,-1-1 1 0 0,0 0-1 0 0,0 1 0 0 0,0-1 1 0 0,0 0-1 0 0,-1 1 0 0 0,0-1 1 0 0,0 1-1 0 0,0-1 1 0 0,0 1-1 0 0,-1-1 0 0 0,0 1 1 0 0,0 0-1 0 0,0 0 0 0 0,0 0 1 0 0,-1 0-1 0 0,1 0 1 0 0,-1 0-1 0 0,0 1 0 0 0,0-1 1 0 0,0 1-1 0 0,-1 0 0 0 0,1 0 1 0 0,-1 0-1 0 0,0 1 0 0 0,0-1 1 0 0,0 1-1 0 0,0 0 1 0 0,-6-3-1 0 0,8 5 2 0 0,1-1 0 0 0,-1 1 1 0 0,1-1-1 0 0,-1 1 0 0 0,1 0 0 0 0,-1 0 1 0 0,1 0-1 0 0,-1 0 0 0 0,1 0 0 0 0,-1 0 1 0 0,1 0-1 0 0,-1 0 0 0 0,1 1 0 0 0,-1-1 1 0 0,1 1-1 0 0,-3 0 0 0 0,-1 1-1 0 0,-8 1 1 0 0,0 0 0 0 0,1 2 0 0 0,0-1 1 0 0,0 1-1 0 0,0 1 0 0 0,0 0 1 0 0,1 1-1 0 0,0 0 0 0 0,-19 17 1 0 0,8-4 2 0 0,1 0 0 0 0,0 2 0 0 0,-20 29 0 0 0,25-28 6 0 0,0 0 1 0 0,-20 40-1 0 0,32-53-22 0 0,-1-1 0 0 0,2 1 0 0 0,-1 0 0 0 0,1 1 0 0 0,1-1 0 0 0,0 1 0 0 0,0-1 0 0 0,1 1 0 0 0,0 20 0 0 0,2-26-139 0 0,-1 0 1 0 0,1-1-1 0 0,0 1 0 0 0,0-1 1 0 0,1 0-1 0 0,0 1 0 0 0,-1-1 1 0 0,1 0-1 0 0,0 0 0 0 0,1 0 1 0 0,-1 0-1 0 0,1 0 1 0 0,0 0-1 0 0,0-1 0 0 0,4 5 1 0 0,-1-3-205 0 0,0-1 1 0 0,1 1-1 0 0,-1-1 0 0 0,1-1 1 0 0,-1 1-1 0 0,1-1 1 0 0,0 0-1 0 0,13 3 1 0 0,0-1-609 0 0,1-2-1 0 0,0 0 1 0 0,-1-1 0 0 0,1-1 0 0 0,41-4 0 0 0,-14-3-1823 0 0,2-4-857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5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332 751 1156 0 0,'4'-7'943'0'0,"0"0"0"0"0,-1 0 1 0 0,0-1-1 0 0,0 1 0 0 0,0-1 0 0 0,-1 0 0 0 0,0 0 0 0 0,1-14 0 0 0,-2 20-773 0 0,-1-1 0 0 0,0 1 0 0 0,0-1 0 0 0,0 0 0 0 0,-1 1 0 0 0,1-1 0 0 0,-1 1 0 0 0,1-1 0 0 0,-1 1 0 0 0,0-1 0 0 0,0 1 0 0 0,0 0 0 0 0,0-1 1 0 0,0 1-1 0 0,-1 0 0 0 0,1 0 0 0 0,-1 0 0 0 0,1 0 0 0 0,-1 0 0 0 0,0 0 0 0 0,0 0 0 0 0,1 0 0 0 0,-2 1 0 0 0,1-1 0 0 0,0 1 0 0 0,0-1 0 0 0,0 1 0 0 0,-1 0 0 0 0,1 0 0 0 0,-4-1 0 0 0,2 1-65 0 0,0 0 1 0 0,0 0-1 0 0,0 1 1 0 0,0 0 0 0 0,0-1-1 0 0,0 1 1 0 0,0 1-1 0 0,0-1 1 0 0,0 1 0 0 0,0-1-1 0 0,0 1 1 0 0,0 0-1 0 0,0 1 1 0 0,0-1-1 0 0,0 1 1 0 0,-6 3 0 0 0,-3 3 213 0 0,-1 1 1 0 0,-22 19-1 0 0,25-19-154 0 0,-5 6-53 0 0,-1 1 0 0 0,2 1 1 0 0,0 0-1 0 0,1 1 0 0 0,0 0 0 0 0,2 1 0 0 0,0 0 0 0 0,1 1 1 0 0,1 1-1 0 0,1 0 0 0 0,-10 36 0 0 0,18-53-104 0 0,0-1-1 0 0,0 0 0 0 0,0 1 1 0 0,1-1-1 0 0,0 1 1 0 0,-1-1-1 0 0,1 1 1 0 0,0-1-1 0 0,1 1 0 0 0,-1-1 1 0 0,1 0-1 0 0,-1 1 1 0 0,1-1-1 0 0,0 1 1 0 0,0-1-1 0 0,1 0 0 0 0,-1 0 1 0 0,3 4-1 0 0,-2-4-7 0 0,0-1 0 0 0,1 1-1 0 0,-1-1 1 0 0,1 0 0 0 0,-1 0-1 0 0,1 0 1 0 0,0 0 0 0 0,0 0-1 0 0,0-1 1 0 0,0 1 0 0 0,0-1-1 0 0,0 0 1 0 0,0 0 0 0 0,0 0-1 0 0,0 0 1 0 0,1 0 0 0 0,-1-1-1 0 0,0 1 1 0 0,5-1 0 0 0,4 0-192 0 0,0-1 1 0 0,0 0-1 0 0,0-1 1 0 0,-1 0-1 0 0,1-1 0 0 0,-1 0 1 0 0,1-1-1 0 0,-1 0 1 0 0,0-1-1 0 0,0 0 1 0 0,-1-1-1 0 0,0 0 1 0 0,12-8-1 0 0,4-7-505 0 0,0 0 0 0 0,-1-2 0 0 0,30-36 0 0 0,-22 19 269 0 0,-3 0 1 0 0,-1-2-1 0 0,-2-1 1 0 0,-2-2-1 0 0,33-81 1 0 0,-28 46 1438 0 0,-4-2-1 0 0,25-135 1 0 0,-45 176-59 0 0,-4 23-381 0 0,2-1 0 0 0,5-18 0 0 0,-8 25-255 0 0,-7 9-78 0 0,-8 10-58 0 0,6 3-59 0 0,1 0 0 0 0,1 0 0 0 0,0 1 0 0 0,0-1 0 0 0,1 2 0 0 0,0-1 0 0 0,-3 13 0 0 0,-1 1 69 0 0,-98 290 972 0 0,95-266-1077 0 0,2 1-1 0 0,2 0 1 0 0,2 1-1 0 0,2 78 1 0 0,4-118-90 0 0,1 1 1 0 0,0-1 0 0 0,1 0 0 0 0,0 0-1 0 0,1 0 1 0 0,0 0 0 0 0,7 15 0 0 0,-8-21-89 0 0,1 0 0 0 0,0-1 1 0 0,0 1-1 0 0,0-1 0 0 0,1 1 1 0 0,-1-1-1 0 0,1 0 0 0 0,0 0 1 0 0,0 0-1 0 0,1-1 0 0 0,-1 0 0 0 0,1 0 1 0 0,0 0-1 0 0,-1 0 0 0 0,1-1 1 0 0,11 5-1 0 0,-6-4-230 0 0,1-1 0 0 0,-1 0 0 0 0,1 0 0 0 0,-1-1 0 0 0,1 0 0 0 0,0 0 0 0 0,0-2-1 0 0,-1 1 1 0 0,13-3 0 0 0,-7 0-52 0 0,0-1 0 0 0,-1-1 0 0 0,1 0 0 0 0,-1-1 0 0 0,22-11 0 0 0,-13 3 400 0 0,0-1 0 0 0,0-2 0 0 0,-2 0 0 0 0,0-2 0 0 0,-1 0 0 0 0,29-34 0 0 0,-32 32 1118 0 0,-1-1 1 0 0,-2-1-1 0 0,0-1 0 0 0,16-35 0 0 0,-26 50-729 0 0,-5 12-92 0 0,-4 15-104 0 0,-1 1-76 0 0,-4 13 97 0 0,-9 59 0 0 0,17-82-224 0 0,0 0 1 0 0,1 0-1 0 0,0 0 0 0 0,1 0 1 0 0,-1 0-1 0 0,2 0 0 0 0,-1 0 0 0 0,1-1 1 0 0,1 1-1 0 0,-1 0 0 0 0,8 13 1 0 0,-7-16-11 0 0,1-1 0 0 0,0 0-1 0 0,0 0 1 0 0,0 0 0 0 0,1 0 0 0 0,-1-1 0 0 0,1 0 0 0 0,0 0 0 0 0,1 0 0 0 0,-1 0 0 0 0,1-1 0 0 0,0 0 0 0 0,-1 0 0 0 0,1-1 0 0 0,1 1 0 0 0,-1-1 0 0 0,0-1 0 0 0,0 1 0 0 0,11 0 0 0 0,-2 0-97 0 0,0-1 0 0 0,1 0 0 0 0,-1-2 0 0 0,0 0-1 0 0,0 0 1 0 0,0-1 0 0 0,21-6 0 0 0,-16 1-57 0 0,0-1 1 0 0,-1 0-1 0 0,1-1 0 0 0,-2-1 0 0 0,0-1 0 0 0,0-1 0 0 0,-1 0 0 0 0,0-1 1 0 0,28-29-1 0 0,-25 21 222 0 0,-2-1-1 0 0,0 0 1 0 0,-1-1 0 0 0,-2-1 0 0 0,0-1 0 0 0,21-50-1 0 0,1 0 1164 0 0,-36 73-1067 0 0,-2 10-94 0 0,-1 0 0 0 0,0 0 0 0 0,-1-1 0 0 0,0 1 0 0 0,0 0 0 0 0,-6 10 0 0 0,-1 3 102 0 0,-33 93 349 0 0,38-97-484 0 0,0 0 0 0 0,1 0 0 0 0,2 1 0 0 0,-2 31 0 0 0,3-47-37 0 0,1 0 0 0 0,1 0-1 0 0,-1 1 1 0 0,0-1-1 0 0,0 0 1 0 0,1 0 0 0 0,-1 0-1 0 0,1 0 1 0 0,0 0-1 0 0,0 0 1 0 0,0 0 0 0 0,0 0-1 0 0,0 0 1 0 0,0 0-1 0 0,0 0 1 0 0,0 0 0 0 0,1-1-1 0 0,-1 1 1 0 0,1-1-1 0 0,1 2 1 0 0,0-1 1 0 0,0 0 1 0 0,0 0-1 0 0,0-1 1 0 0,0 0-1 0 0,1 1 0 0 0,-1-1 1 0 0,0-1-1 0 0,0 1 0 0 0,1 0 1 0 0,-1-1-1 0 0,6 1 1 0 0,2-1 4 0 0,0-1 0 0 0,0 0 0 0 0,0 0 0 0 0,-1-1 0 0 0,1-1 1 0 0,20-7-1 0 0,-10 0-13 0 0,0 0 1 0 0,-1-2-1 0 0,0 0 1 0 0,0-1-1 0 0,-2-1 1 0 0,22-20 0 0 0,-14 8-19 0 0,-1 0 1 0 0,-2-2-1 0 0,27-40 1 0 0,-42 56 18 0 0,-2 1-1 0 0,1-1 1 0 0,-2 0 0 0 0,1 0 0 0 0,-2-1-1 0 0,0 0 1 0 0,0 0 0 0 0,-1 0 0 0 0,-1 0 0 0 0,2-25-1 0 0,-5 25-22 0 0,-3-7-23 0 0,0 16 37 0 0,2 3 3 0 0,0-1-1 0 0,-5 0 1 0 0,7 1 6 0 0,0 1 1 0 0,-1 0-1 0 0,1 0 1 0 0,-1-1 0 0 0,1 1-1 0 0,0 0 1 0 0,-1 0-1 0 0,1 0 1 0 0,0 0 0 0 0,-1 0-1 0 0,1-1 1 0 0,-1 1-1 0 0,1 0 1 0 0,-1 0-1 0 0,1 0 1 0 0,0 0 0 0 0,-1 0-1 0 0,1 0 1 0 0,-1 0-1 0 0,1 0 1 0 0,-1 1 0 0 0,1-1-1 0 0,0 0 1 0 0,-1 0-1 0 0,1 0 1 0 0,0 0-1 0 0,-1 0 1 0 0,1 1 0 0 0,-1-1-1 0 0,1 1 1 0 0,-3 0-2 0 0,1 0 0 0 0,0 1 0 0 0,0-1 0 0 0,0 1 0 0 0,0 0 0 0 0,0-1 0 0 0,1 1 0 0 0,-1 0 0 0 0,0 0 0 0 0,1 0 0 0 0,-1 1 0 0 0,1-1 1 0 0,0 0-1 0 0,0 0 0 0 0,-1 5 0 0 0,1-6 2 0 0,1 0 1 0 0,0 1-1 0 0,0-1 0 0 0,0 1 1 0 0,0-1-1 0 0,1 1 1 0 0,-1-1-1 0 0,0 1 0 0 0,1-1 1 0 0,-1 0-1 0 0,1 1 1 0 0,-1-1-1 0 0,1 1 0 0 0,-1-1 1 0 0,1 0-1 0 0,0 0 1 0 0,0 1-1 0 0,0-1 1 0 0,0 0-1 0 0,0 0 0 0 0,0 0 1 0 0,0 0-1 0 0,0 0 1 0 0,0 0-1 0 0,0 0 0 0 0,1-1 1 0 0,-1 1-1 0 0,0 0 1 0 0,2 0-1 0 0,6 3 3 0 0,0 0 0 0 0,0 0 0 0 0,0-1 0 0 0,0-1 0 0 0,0 0 0 0 0,1 0-1 0 0,10 1 1 0 0,68-1 5 0 0,-72-2-18 0 0,194 3-49 0 0,-147 3 60 0 0,-63-6-1 0 0,0 0 0 0 0,0 0 0 0 0,0 0 0 0 0,1 0 0 0 0,-1 0 0 0 0,0 0 0 0 0,0 0 0 0 0,0 1 1 0 0,0-1-1 0 0,1 0 0 0 0,-1 0 0 0 0,0 0 0 0 0,0 0 0 0 0,0 0 0 0 0,0 1 0 0 0,0-1 0 0 0,0 0 0 0 0,1 0 1 0 0,-1 0-1 0 0,0 0 0 0 0,0 1 0 0 0,0-1 0 0 0,0 0 0 0 0,0 0 0 0 0,0 0 0 0 0,0 1 0 0 0,0-1 0 0 0,0 0 0 0 0,0 0 1 0 0,0 0-1 0 0,0 1 0 0 0,0-1 0 0 0,0 0 0 0 0,0 0 0 0 0,0 0 0 0 0,0 1 0 0 0,0-1 0 0 0,0 0 0 0 0,0 0 1 0 0,0 0-1 0 0,0 0 0 0 0,0 1 0 0 0,-1-1 0 0 0,1 0 0 0 0,0 0 0 0 0,-7 12 26 0 0,-134 118-13 0 0,122-111-4 0 0,2 1 0 0 0,0 1-1 0 0,2 0 1 0 0,0 1 0 0 0,-16 32 0 0 0,30-51-4 0 0,0 0 0 0 0,0 0-1 0 0,0 0 1 0 0,0 0 0 0 0,0 0-1 0 0,0 0 1 0 0,1 1 0 0 0,0-1-1 0 0,-1 0 1 0 0,1 1 0 0 0,1 5-1 0 0,-1-7-1 0 0,1 0 0 0 0,-1 0 0 0 0,1 0-1 0 0,0 0 1 0 0,0-1 0 0 0,-1 1-1 0 0,1 0 1 0 0,0-1 0 0 0,1 1 0 0 0,-1 0-1 0 0,0-1 1 0 0,0 0 0 0 0,1 1 0 0 0,-1-1-1 0 0,0 0 1 0 0,1 1 0 0 0,-1-1-1 0 0,1 0 1 0 0,0 0 0 0 0,-1 0 0 0 0,4 1-1 0 0,10 3 11 0 0,-1-1-1 0 0,1 0 1 0 0,0-1-1 0 0,1 0 1 0 0,-1-2-1 0 0,0 1 1 0 0,1-2-1 0 0,-1 0 1 0 0,0-1-1 0 0,1-1 0 0 0,-1 0 1 0 0,17-5-1 0 0,10-4-1 0 0,-2-1-1 0 0,1-3 0 0 0,43-22 0 0 0,-43 17 12 0 0,-1-2 1 0 0,62-46-1 0 0,-81 53-8 0 0,-2-1 0 0 0,0-1 1 0 0,-1-1-1 0 0,-1-1 0 0 0,-1 0 0 0 0,20-32 0 0 0,-33 46-6 0 0,0 0 0 0 0,0 0-1 0 0,-1-1 1 0 0,0 1 0 0 0,0-1-1 0 0,0 1 1 0 0,1-11 0 0 0,-3 14 0 0 0,0 0 0 0 0,0 0-1 0 0,1 0 1 0 0,-1 0 0 0 0,-1 0 0 0 0,1 0 0 0 0,0 0 0 0 0,0 0 0 0 0,-1 0-1 0 0,1 1 1 0 0,-1-1 0 0 0,1 0 0 0 0,-1 0 0 0 0,0 0 0 0 0,0 1 0 0 0,0-1-1 0 0,0 0 1 0 0,0 1 0 0 0,0-1 0 0 0,0 1 0 0 0,-1-1 0 0 0,1 1 0 0 0,-1 0-1 0 0,1-1 1 0 0,-3 0 0 0 0,1 0 38 0 0,0 1 0 0 0,0 0 0 0 0,0 0-1 0 0,0 1 1 0 0,0-1 0 0 0,0 1 0 0 0,-1-1 0 0 0,1 1 0 0 0,0 0-1 0 0,0 0 1 0 0,0 0 0 0 0,-1 1 0 0 0,1-1 0 0 0,0 1 0 0 0,0 0-1 0 0,-5 1 1 0 0,-2 1 143 0 0,1 1-1 0 0,-1 0 1 0 0,-14 9 0 0 0,3 0 52 0 0,1 1 1 0 0,1 1 0 0 0,0 0 0 0 0,-18 20 0 0 0,30-27-188 0 0,0-1 0 0 0,0 1 0 0 0,1 0 0 0 0,0 1 0 0 0,1-1 0 0 0,0 1 0 0 0,0 0 0 0 0,1 1 0 0 0,0-1 0 0 0,1 1 0 0 0,0-1-1 0 0,-3 17 1 0 0,6-22-37 0 0,0-1-1 0 0,0 1 1 0 0,0 0-1 0 0,0-1 1 0 0,1 1-1 0 0,-1-1 1 0 0,1 1-1 0 0,0-1 1 0 0,0 1-1 0 0,0-1 1 0 0,0 1-1 0 0,1-1 1 0 0,-1 0-1 0 0,1 0 1 0 0,2 4-1 0 0,0-2 2 0 0,1 0 0 0 0,-1-1 0 0 0,1 1 0 0 0,-1-1 0 0 0,1 0-1 0 0,0 0 1 0 0,11 6 0 0 0,5 0-6 0 0,0-1 0 0 0,0-1 0 0 0,38 9-1 0 0,7-1-1356 0 0,0-3-1 0 0,78 5 1 0 0,45-15-9683 0 0,-113-8 1536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3900 0 0,'21'-17'15034'0'0,"-11"8"-12498"0"0,1-3-2632 0 0,-11-1-4856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7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53 2140 0 0,'0'-3'1950'0'0,"4"-34"3569"0"0,-3 35-4984 0 0,1-9 1083 0 0,0 21-1565 0 0,0 0 0 0 0,-1-1 0 0 0,-1 1 0 0 0,0 0 0 0 0,0 0 0 0 0,-3 17 0 0 0,1-7-10 0 0,-11 100 45 0 0,-3 56-476 0 0,15-147-2376 0 0,8 59-1 0 0,-3-61-1178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18 189 1348 0 0,'-8'-72'5899'0'0,"4"42"-3075"0"0,-1-31 0 0 0,5 60-2795 0 0,0 0 1 0 0,0 0 0 0 0,0 0 0 0 0,0 0 0 0 0,0 0 0 0 0,0 0 0 0 0,0 1 0 0 0,0-1 0 0 0,0 0 0 0 0,1 0 0 0 0,-1 0 0 0 0,0 0 0 0 0,0 0 0 0 0,1 1 0 0 0,-1-1 0 0 0,0 0 0 0 0,1 0 0 0 0,-1 1-1 0 0,1-1 1 0 0,-1 0 0 0 0,1 1 0 0 0,0-1 0 0 0,-1 0 0 0 0,1 1 0 0 0,0-1 0 0 0,-1 1 0 0 0,1-1 0 0 0,0 1 0 0 0,-1-1 0 0 0,1 1 0 0 0,0-1 0 0 0,0 1 0 0 0,0 0 0 0 0,0 0 0 0 0,-1-1 0 0 0,1 1-1 0 0,0 0 1 0 0,0 0 0 0 0,0 0 0 0 0,0 0 0 0 0,0 0 0 0 0,-1 0 0 0 0,1 0 0 0 0,0 0 0 0 0,0 0 0 0 0,0 0 0 0 0,0 1 0 0 0,0-1 0 0 0,-1 0 0 0 0,1 0 0 0 0,0 1 0 0 0,1 0 0 0 0,5 2 18 0 0,0 0 1 0 0,0 1-1 0 0,0 0 1 0 0,9 6-1 0 0,7 8 1 0 0,-1 0 1 0 0,-2 1-1 0 0,0 1 0 0 0,0 1 0 0 0,-2 1 1 0 0,-1 1-1 0 0,-1 0 0 0 0,17 31 0 0 0,-14-18-10 0 0,-2 2-1 0 0,-1 1 0 0 0,-2 0 1 0 0,-1 0-1 0 0,7 44 0 0 0,-13-34-6 0 0,-1 0 1 0 0,-3 0-1 0 0,-2 1 0 0 0,-2 0 0 0 0,-2-1 0 0 0,-19 95 0 0 0,-1-43-239 0 0,-5-1 0 0 0,-52 123 0 0 0,4-46-1769 0 0,18-65-3168 0 0,22-56-333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8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653 127 2556 0 0,'-2'-1'331'0'0,"1"0"-1"0"0,-1 1 0 0 0,1-1 1 0 0,-1 0-1 0 0,1 0 0 0 0,-1 1 1 0 0,1-1-1 0 0,-1 1 0 0 0,1 0 1 0 0,-1-1-1 0 0,0 1 0 0 0,1 0 1 0 0,-1 0-1 0 0,0 0 0 0 0,1 0 1 0 0,-1 0-1 0 0,0 0 0 0 0,1 1 1 0 0,-1-1-1 0 0,1 0 0 0 0,-4 2 1 0 0,1 0-45 0 0,0 1 1 0 0,-1 0 0 0 0,1 0 0 0 0,1 0 0 0 0,-8 8 0 0 0,10-10-237 0 0,-38 41 1632 0 0,24-24-1067 0 0,-1-1 0 0 0,-25 21-1 0 0,10-10 74 0 0,22-20-267 0 0,1 0-1 0 0,-18 12 1 0 0,25-19-295 0 0,-1-2-117 0 0,1 1 1 0 0,0 0-1 0 0,0 0 1 0 0,0-1-1 0 0,0 1 0 0 0,1-1 1 0 0,-1 1-1 0 0,0-1 1 0 0,0 1-1 0 0,0-1 1 0 0,0 1-1 0 0,0-1 0 0 0,0 0 1 0 0,1 0-1 0 0,-1 1 1 0 0,0-1-1 0 0,1 0 1 0 0,-1 0-1 0 0,1 0 0 0 0,-1 0 1 0 0,1 0-1 0 0,-1 1 1 0 0,1-1-1 0 0,-1 0 1 0 0,1 0-1 0 0,0 0 0 0 0,-1-1 1 0 0,1 1-1 0 0,0 0 1 0 0,0 0-1 0 0,0 0 1 0 0,0-1-1 0 0,0-39 52 0 0,0 36-41 0 0,2-38-15 0 0,2 0 0 0 0,1 0 0 0 0,19-67 1 0 0,-24 109-9 0 0,0 0-1 0 0,0 0 1 0 0,0 1 0 0 0,1-1 0 0 0,-1 0 0 0 0,0 0 0 0 0,1 0 0 0 0,-1 1 0 0 0,0-1 0 0 0,1 0-1 0 0,-1 0 1 0 0,1 1 0 0 0,0-1 0 0 0,-1 0 0 0 0,1 1 0 0 0,-1-1 0 0 0,1 1 0 0 0,0-1 0 0 0,0 0 0 0 0,-1 1-1 0 0,1 0 1 0 0,0-1 0 0 0,0 1 0 0 0,0-1 0 0 0,1 1 0 0 0,-1 0 1 0 0,0 0 1 0 0,0 0-1 0 0,0 1 1 0 0,1-1-1 0 0,-1 0 1 0 0,0 1-1 0 0,0-1 1 0 0,0 1-1 0 0,0-1 1 0 0,0 1-1 0 0,0-1 0 0 0,0 1 1 0 0,0 0-1 0 0,0 0 1 0 0,0-1-1 0 0,0 2 1 0 0,4 3-3 0 0,-1 1 0 0 0,0-1 0 0 0,0 1 0 0 0,0-1 0 0 0,3 8 1 0 0,14 43 8 0 0,-2 0 0 0 0,-3 0 0 0 0,-2 2 0 0 0,-3 0 1 0 0,6 87-1 0 0,-14-111-6 0 0,-2 1-1 0 0,-2-1 1 0 0,-9 65 0 0 0,7-82 3 0 0,0-1 0 0 0,-2 1 0 0 0,0-1 1 0 0,0 0-1 0 0,-2 0 0 0 0,0-1 1 0 0,-1 0-1 0 0,0 0 0 0 0,-20 25 0 0 0,21-32 6 0 0,-1-1-1 0 0,0 1 1 0 0,0-1-1 0 0,-1-1 1 0 0,0 1-1 0 0,0-2 1 0 0,-1 1 0 0 0,1-1-1 0 0,-1-1 1 0 0,0 1-1 0 0,0-2 1 0 0,-1 1-1 0 0,1-2 1 0 0,-1 1-1 0 0,0-1 1 0 0,-21 0-1 0 0,-7-1 7 0 0,-1-2-1 0 0,1-2 0 0 0,-48-10 0 0 0,68 10-22 0 0,-47 1-278 0 0,62 2-78 0 0,-3 5-561 0 0,40-8-12792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439 158 36 0 0,'71'-155'14654'0'0,"-70"153"-14125"0"0,6 18-189 0 0,-6-6-246 0 0,0 0-1 0 0,0-1 1 0 0,-1 1 0 0 0,0 0 0 0 0,0-1-1 0 0,-4 18 1 0 0,0 10 191 0 0,-36 323 775 0 0,-24-1-765 0 0,29-169-208 0 0,-15 70-13 0 0,-17 103 47 0 0,26 1-102 0 0,39-339-11 0 0,2 1 1 0 0,5 43-1 0 0,-5-63-3 0 0,1 1 0 0 0,1 0 0 0 0,-1-1 0 0 0,1 1 0 0 0,1-1 0 0 0,-1 1 0 0 0,1-1 0 0 0,0 0 0 0 0,0 0 0 0 0,1 0 0 0 0,-1-1 0 0 0,1 1-1 0 0,1-1 1 0 0,-1 0 0 0 0,6 5 0 0 0,-4-6 1 0 0,0-1 0 0 0,0 0 0 0 0,0 0 0 0 0,0 0 0 0 0,0-1-1 0 0,0 0 1 0 0,0 0 0 0 0,1-1 0 0 0,-1 0 0 0 0,1 0 0 0 0,-1 0 0 0 0,1-1-1 0 0,0 0 1 0 0,-1 0 0 0 0,1-1 0 0 0,-1 0 0 0 0,1 0 0 0 0,10-3-1 0 0,-6 1 2 0 0,0-1-1 0 0,0 0 1 0 0,0 0-1 0 0,-1-1 1 0 0,1 0-1 0 0,-1-1 0 0 0,0 0 1 0 0,-1-1-1 0 0,16-13 1 0 0,-21 16-7 0 0,-1 0 0 0 0,0 0 0 0 0,1-1 0 0 0,-1 1 0 0 0,-1-1 0 0 0,1 1 0 0 0,-1-1 0 0 0,0 0 0 0 0,0 0 0 0 0,0 0 0 0 0,0 0 0 0 0,0-9 0 0 0,-1 5-4 0 0,0 0 0 0 0,-1 0 0 0 0,0 0 0 0 0,0-1 0 0 0,-1 1 1 0 0,-4-16-1 0 0,-1 4-10 0 0,-1 0 0 0 0,-1 0 1 0 0,-1 1-1 0 0,0 1 1 0 0,-17-26-1 0 0,11 23 5 0 0,-2 0 0 0 0,0 1 1 0 0,-1 1-1 0 0,-1 0 0 0 0,0 2 0 0 0,-24-17 0 0 0,-137-83-16 0 0,63 45 38 0 0,114 71-39 0 0,0 0 0 0 0,0 0 1 0 0,0 0-1 0 0,0-1 0 0 0,1 1 0 0 0,-1-1 0 0 0,1 0 0 0 0,-1 0 1 0 0,1 0-1 0 0,0 0 0 0 0,0 0 0 0 0,1 0 0 0 0,-1-1 0 0 0,-1-3 1 0 0,2 4-82 0 0,1 0 0 0 0,-1 0 0 0 0,1 0 1 0 0,0 0-1 0 0,0 0 0 0 0,0 0 0 0 0,0 0 1 0 0,1 0-1 0 0,-1 0 0 0 0,1 0 0 0 0,0 1 1 0 0,0-1-1 0 0,0 0 0 0 0,0 0 0 0 0,0 1 1 0 0,1-1-1 0 0,-1 0 0 0 0,4-3 0 0 0,7-11-1531 0 0,2 1 0 0 0,0 1-1 0 0,1 0 1 0 0,19-14-1 0 0,-3 4-3602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3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212 813 848 0 0,'-23'2'2061'0'0,"-1"-1"-255"0"0,1 1 1 0 0,-33 7 0 0 0,51-8-1663 0 0,0 1-1 0 0,0-1 1 0 0,0 1 0 0 0,0 0-1 0 0,0 0 1 0 0,0 1-1 0 0,0-1 1 0 0,1 1 0 0 0,-1 0-1 0 0,1 0 1 0 0,0 1-1 0 0,0-1 1 0 0,0 1 0 0 0,0 0-1 0 0,1 0 1 0 0,-4 5-1 0 0,6-8-112 0 0,0 1-1 0 0,0 0 1 0 0,0 0-1 0 0,1 0 1 0 0,-1 0-1 0 0,0 0 1 0 0,1 0 0 0 0,0 1-1 0 0,-1-1 1 0 0,1 0-1 0 0,0 0 1 0 0,0 0-1 0 0,0 0 1 0 0,0 0-1 0 0,1 0 1 0 0,-1 1-1 0 0,1-1 1 0 0,-1 0-1 0 0,1 0 1 0 0,-1 0-1 0 0,1 0 1 0 0,0 0-1 0 0,0 0 1 0 0,0-1-1 0 0,0 1 1 0 0,1 0 0 0 0,1 2-1 0 0,0-2 2 0 0,-1-1 0 0 0,1 1 0 0 0,0-1 0 0 0,0 1-1 0 0,0-1 1 0 0,0 0 0 0 0,0 0 0 0 0,0 0 0 0 0,0-1 0 0 0,0 1 0 0 0,1-1-1 0 0,-1 1 1 0 0,0-1 0 0 0,0 0 0 0 0,4-1 0 0 0,1 0 4 0 0,0-1 0 0 0,-1 1 1 0 0,1-1-1 0 0,-1-1 0 0 0,1 0 1 0 0,6-3-1 0 0,8-6 24 0 0,-2-1-1 0 0,1 0 1 0 0,21-20 0 0 0,-25 18-42 0 0,-1-1 0 0 0,0 0 1 0 0,-1-1-1 0 0,-1-1 0 0 0,-1-1 1 0 0,15-25-1 0 0,-8 5-19 0 0,-1-1 1 0 0,18-53-1 0 0,-10 5-9 0 0,-3-1 0 0 0,13-111 0 0 0,-35 191 12 0 0,-1 3-7 0 0,0 1 0 0 0,-1-1 0 0 0,0 0 1 0 0,0 1-1 0 0,-1-10 0 0 0,-1 1-6 0 0,2 11 13 0 0,-3 5 1 0 0,-1 2-1 0 0,0 1 0 0 0,1-1 0 0 0,-1 1 0 0 0,1 0-1 0 0,0 0 1 0 0,1 0 0 0 0,-1 1 0 0 0,1-1 0 0 0,0 0 0 0 0,-2 7 0 0 0,-13 67 121 0 0,12-51-85 0 0,-7 31 58 0 0,-4 67 0 0 0,14-102-84 0 0,2-1 1 0 0,0 0-1 0 0,2 1 1 0 0,0-1-1 0 0,12 45 1 0 0,-12-61-9 0 0,0-1-1 0 0,0 1 1 0 0,0-1 0 0 0,1 0-1 0 0,0 0 1 0 0,1 0 0 0 0,-1 0-1 0 0,1-1 1 0 0,0 0 0 0 0,1 1-1 0 0,-1-1 1 0 0,1-1 0 0 0,7 6-1 0 0,-7-6 1 0 0,0-1-1 0 0,0 0 1 0 0,0-1-1 0 0,1 0 1 0 0,-1 1-1 0 0,1-2 1 0 0,0 1-1 0 0,0-1 1 0 0,0 0-1 0 0,0 0 1 0 0,0 0-1 0 0,-1-1 1 0 0,1 0-1 0 0,0 0 1 0 0,8-1-1 0 0,6-2-163 0 0,1-1 1 0 0,-1-1-1 0 0,0-1 0 0 0,0-1 0 0 0,-1 0 1 0 0,0-2-1 0 0,0 0 0 0 0,-1-1 0 0 0,0-1 0 0 0,-1 0 1 0 0,0-1-1 0 0,-1-1 0 0 0,0-1 0 0 0,-1 0 1 0 0,18-23-1 0 0,-8 6 30 0 0,-2 0 1 0 0,-1-2 0 0 0,-2 0-1 0 0,-1-1 1 0 0,-2-1-1 0 0,-1-1 1 0 0,14-48 0 0 0,-11 18 1533 0 0,16-109 1 0 0,-34 160-1090 0 0,-6 23-10 0 0,-7 25 81 0 0,-9 60 423 0 0,-14 123 0 0 0,20-4-492 0 0,15-182-276 0 0,1 1 0 0 0,2-1 0 0 0,1 1 0 0 0,15 55 0 0 0,-18-83-36 0 0,0 1 1 0 0,-1-1-1 0 0,1 0 1 0 0,1 0-1 0 0,-1 0 1 0 0,0 0 0 0 0,1 0-1 0 0,0 0 1 0 0,-1 0-1 0 0,1-1 1 0 0,0 1-1 0 0,1 0 1 0 0,-1-1-1 0 0,0 0 1 0 0,1 0-1 0 0,-1 1 1 0 0,1-1 0 0 0,3 2-1 0 0,-5-4-4 0 0,0 0 1 0 0,0 0-1 0 0,0 1 0 0 0,0-1 1 0 0,0 0-1 0 0,1 0 0 0 0,-1 0 0 0 0,0 0 1 0 0,0 0-1 0 0,0 0 0 0 0,0-1 1 0 0,0 1-1 0 0,0 0 0 0 0,0-1 0 0 0,0 1 1 0 0,0 0-1 0 0,0-1 0 0 0,0 1 1 0 0,0-1-1 0 0,-1 1 0 0 0,1-1 0 0 0,0 0 1 0 0,0 1-1 0 0,0-2 0 0 0,19-20-39 0 0,-18 19 21 0 0,86-127-306 0 0,4-5 230 0 0,-82 122 76 0 0,-1 0 1 0 0,2 1 0 0 0,0 0 0 0 0,0 1-1 0 0,1 0 1 0 0,0 1 0 0 0,23-14 0 0 0,-29 22 8 0 0,20-2 6 0 0,-21 5 2 0 0,-1 0-1 0 0,-1 0 0 0 0,0 0 0 0 0,0 0 0 0 0,-1 0 0 0 0,1 0 0 0 0,0 0 0 0 0,-1 0 0 0 0,1 1 0 0 0,0-1 0 0 0,-1 1 0 0 0,0 0 0 0 0,1 0 0 0 0,-1 0 0 0 0,0 0 0 0 0,0 0 0 0 0,3 5 0 0 0,0 0 17 0 0,0 0 1 0 0,0 0-1 0 0,6 15 1 0 0,0 8 103 0 0,-1 1 0 0 0,7 43-1 0 0,-9-39-20 0 0,17 51-1 0 0,-24-83-89 0 0,0 0 0 0 0,0 0 0 0 0,1-1 1 0 0,-1 1-1 0 0,0 0 0 0 0,1 0 0 0 0,0-1 0 0 0,0 1 0 0 0,0-1 0 0 0,0 0 0 0 0,0 1 0 0 0,0-1 1 0 0,0 0-1 0 0,1 0 0 0 0,-1 0 0 0 0,1-1 0 0 0,0 1 0 0 0,-1 0 0 0 0,1-1 0 0 0,0 0 0 0 0,0 0 1 0 0,0 0-1 0 0,0 0 0 0 0,0 0 0 0 0,0 0 0 0 0,6-1 0 0 0,1 0-116 0 0,0 0 1 0 0,0-2-1 0 0,1 1 0 0 0,-1-1 1 0 0,0-1-1 0 0,0 0 0 0 0,-1 0 1 0 0,1-1-1 0 0,-1 0 0 0 0,1 0 0 0 0,-1-1 1 0 0,9-7-1 0 0,-10 6-698 0 0,0-1-1 0 0,0 0 1 0 0,-1 0-1 0 0,0 0 1 0 0,-1-1-1 0 0,1 0 1 0 0,-1 0-1 0 0,5-10 1 0 0,4-12-4143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0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 2524 0 0,'-26'9'1197'0'0,"-159"64"5584"0"0,178-69-6493 0 0,-1 0-1 0 0,1 1 1 0 0,0 0 0 0 0,0 0 0 0 0,-7 8 0 0 0,14-13-268 0 0,1 1 0 0 0,-1 0 0 0 0,0-1 0 0 0,0 1 0 0 0,0-1 0 0 0,0 1 0 0 0,0-1 0 0 0,0 1 0 0 0,1-1 1 0 0,-1 1-1 0 0,0-1 0 0 0,0 1 0 0 0,1-1 0 0 0,-1 1 0 0 0,0-1 0 0 0,1 0 0 0 0,-1 1 0 0 0,0-1 0 0 0,1 1 0 0 0,-1-1 0 0 0,1 0 0 0 0,-1 1 0 0 0,1-1 0 0 0,-1 0 0 0 0,1 0 0 0 0,-1 1 0 0 0,1-1 0 0 0,-1 0 0 0 0,1 0 0 0 0,-1 0 0 0 0,1 0 0 0 0,-1 0 0 0 0,2 1 1 0 0,17 0 18 0 0,1 0 0 0 0,-1-1 0 0 0,1-1 0 0 0,26-5 1 0 0,84-21-1312 0 0,-89 17 497 0 0,114-27-4177 0 0,-75 16 1248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1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445 276 1680 0 0,'-2'-2'3324'0'0,"-29"-9"2474"0"0,26 11-5236 0 0,-11-2-77 0 0,11 2 330 0 0,3 0-490 0 0,-10 0-65 0 0,10 0 154 0 0,-13-5 733 0 0,5 1-931 0 0,7 3 675 0 0,4-2-721 0 0,1-5-62 0 0,1 1-1 0 0,0-1 1 0 0,0 1-1 0 0,7-12 1 0 0,-8 17-98 0 0,-1-1 0 0 0,0 0 1 0 0,0 0-1 0 0,0 0 0 0 0,0 0 0 0 0,0 0 1 0 0,-1 0-1 0 0,1-5 0 0 0,2-7 32 0 0,-2 7-32 0 0,1-1-1 0 0,-1 1 1 0 0,0-1 0 0 0,-1 0 0 0 0,0 0 0 0 0,0 1-1 0 0,-3-14 1 0 0,2 17-12 0 0,0 1 1 0 0,1 0-1 0 0,-2 0 0 0 0,1 0 0 0 0,0 0 1 0 0,-1 1-1 0 0,0-1 0 0 0,0 0 0 0 0,0 1 1 0 0,0-1-1 0 0,-1 1 0 0 0,1-1 0 0 0,-1 1 1 0 0,0 0-1 0 0,0 0 0 0 0,0 1 0 0 0,-4-4 1 0 0,5 5-1 0 0,1 1 1 0 0,0-1 0 0 0,-1 1 0 0 0,1-1 0 0 0,0 1 0 0 0,-1 0 0 0 0,1-1 0 0 0,-1 1 0 0 0,1 0-1 0 0,-1 0 1 0 0,1 0 0 0 0,-1 0 0 0 0,1 0 0 0 0,0 1 0 0 0,-3-1 0 0 0,0 1-2 0 0,-4 0 1 0 0,0 0-1 0 0,1 0 1 0 0,-1 1 0 0 0,0 0 0 0 0,1 1-1 0 0,0 0 1 0 0,0 0 0 0 0,-10 6 0 0 0,0 0-3 0 0,2 2 1 0 0,-19 15 0 0 0,13-8 2 0 0,1 1 0 0 0,0 1 1 0 0,-18 26-1 0 0,29-35-4 0 0,0 2 1 0 0,1-1-1 0 0,1 1 1 0 0,0 0 0 0 0,1 1-1 0 0,0-1 1 0 0,-6 24 0 0 0,11-33 4 0 0,1 0 1 0 0,-1 0-1 0 0,1 0 1 0 0,-1 0-1 0 0,1 0 1 0 0,0 0 0 0 0,0 0-1 0 0,1 0 1 0 0,-1 0-1 0 0,1 0 1 0 0,0 0-1 0 0,0 0 1 0 0,0 0 0 0 0,1 0-1 0 0,-1-1 1 0 0,1 1-1 0 0,0-1 1 0 0,0 1-1 0 0,3 3 1 0 0,-1-3 1 0 0,-1 0 0 0 0,1-1 1 0 0,0 1-1 0 0,0-1 0 0 0,1 0 0 0 0,-1 0 1 0 0,1 0-1 0 0,-1-1 0 0 0,1 0 0 0 0,0 1 1 0 0,0-2-1 0 0,0 1 0 0 0,0-1 0 0 0,6 2 1 0 0,22 0-281 0 0,0 0 0 0 0,0-3 1 0 0,0 0-1 0 0,63-10 0 0 0,-95 9 264 0 0,254-43-6086 0 0,-237 41 5214 0 0,85-20-5024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2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144 462 1892 0 0,'-3'2'1630'0'0,"-65"47"4065"0"0,2 9-3426 0 0,64-56-1942 0 0,-2 5 811 0 0,34-29-849 0 0,0-1-1 0 0,-2-2 1 0 0,48-52 0 0 0,-45 45-216 0 0,28-29-56 0 0,18-17 23 0 0,84-110 1 0 0,-156 181-47 0 0,-1 0 1 0 0,1 0 0 0 0,-2 0 0 0 0,1 0-1 0 0,-1 0 1 0 0,5-16 0 0 0,-8 23 4 0 0,0-1 1 0 0,0 1-1 0 0,0 0 0 0 0,0-1 0 0 0,0 1 1 0 0,0 0-1 0 0,0-1 0 0 0,0 1 0 0 0,0 0 1 0 0,-1-1-1 0 0,1 1 0 0 0,0 0 0 0 0,0-1 1 0 0,0 1-1 0 0,0 0 0 0 0,-1 0 0 0 0,1-1 1 0 0,0 1-1 0 0,0 0 0 0 0,0 0 1 0 0,-1-1-1 0 0,1 1 0 0 0,0 0 0 0 0,0 0 1 0 0,-1 0-1 0 0,1-1 0 0 0,0 1 0 0 0,-1 0 1 0 0,1 0-1 0 0,0 0 0 0 0,-1 0 0 0 0,1 0 1 0 0,0 0-1 0 0,-1 0 0 0 0,1-1 1 0 0,0 1-1 0 0,-1 0 0 0 0,1 0 0 0 0,0 0 1 0 0,-1 0-1 0 0,1 1 0 0 0,0-1 0 0 0,-1 0 1 0 0,-18 2-37 0 0,2 6 35 0 0,1 0 0 0 0,0 1-1 0 0,0 1 1 0 0,0 0 0 0 0,1 1-1 0 0,1 1 1 0 0,-22 23 0 0 0,33-33 2 0 0,0 1 0 0 0,0 0 1 0 0,0 0-1 0 0,1 0 0 0 0,-1 0 1 0 0,1 1-1 0 0,0-1 0 0 0,0 1 1 0 0,0-1-1 0 0,0 1 0 0 0,1 0 1 0 0,-1 0-1 0 0,1 0 0 0 0,0 0 1 0 0,0 0-1 0 0,1 0 0 0 0,-1 0 1 0 0,1 0-1 0 0,0 0 0 0 0,0 0 1 0 0,0 0-1 0 0,0 0 0 0 0,1 0 1 0 0,0 0-1 0 0,0 0 1 0 0,0 0-1 0 0,0 0 0 0 0,0 0 1 0 0,1-1-1 0 0,0 1 0 0 0,0 0 1 0 0,0-1-1 0 0,0 1 0 0 0,0-1 1 0 0,1 0-1 0 0,0 0 0 0 0,-1 0 1 0 0,6 4-1 0 0,18 17-10 0 0,36 24 0 0 0,-42-33 16 0 0,0 1 0 0 0,0 0 0 0 0,-2 2-1 0 0,19 20 1 0 0,-36-36-5 0 0,0-1-1 0 0,0 0 1 0 0,-1 1-1 0 0,1-1 0 0 0,0 1 1 0 0,0-1-1 0 0,-1 1 1 0 0,1-1-1 0 0,-1 1 0 0 0,1 0 1 0 0,-1-1-1 0 0,0 1 1 0 0,1-1-1 0 0,-1 1 0 0 0,0 0 1 0 0,0-1-1 0 0,0 1 1 0 0,0 0-1 0 0,-1-1 0 0 0,1 1 1 0 0,0 0-1 0 0,-1 1 1 0 0,-1 0 0 0 0,1 1 0 0 0,-1-1 0 0 0,0 0 1 0 0,0 0-1 0 0,0 0 0 0 0,-1 0 0 0 0,1 0 1 0 0,-1 0-1 0 0,-4 3 0 0 0,-5 4 9 0 0,-1-1-1 0 0,-1-1 0 0 0,-21 11 1 0 0,16-10 31 0 0,0-2 0 0 0,0 0 1 0 0,0-1-1 0 0,-1-1 0 0 0,-24 3 1 0 0,3-4 115 0 0,-58 1 0 0 0,98-5-173 0 0,-1 0-1 0 0,1 0 1 0 0,-1 0-1 0 0,1 0 1 0 0,-1 0-1 0 0,1 0 0 0 0,-1-1 1 0 0,1 1-1 0 0,-1-1 1 0 0,1 1-1 0 0,-1-1 1 0 0,1 1-1 0 0,0-1 0 0 0,-1 0 1 0 0,1 1-1 0 0,0-1 1 0 0,0 0-1 0 0,-1 0 1 0 0,1 0-1 0 0,-1-1 0 0 0,1 0-49 0 0,1 1 0 0 0,-1 0 0 0 0,1 0-1 0 0,-1-1 1 0 0,1 1 0 0 0,-1 0 0 0 0,1-1-1 0 0,0 1 1 0 0,0 0 0 0 0,0-1 0 0 0,0 1-1 0 0,0 0 1 0 0,0-1 0 0 0,0 1 0 0 0,0 0-1 0 0,1-1 1 0 0,0-1 0 0 0,1-3-444 0 0,0 0 0 0 0,1 0-1 0 0,-1 0 1 0 0,2 0 0 0 0,-1 1 0 0 0,1-1 0 0 0,4-4 0 0 0,7-6-2377 0 0,3-2-998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2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99 76 0 0,'45'-94'11552'0'0,"-43"90"-10583"0"0,-1 5-358 0 0,-4 15-130 0 0,-7 22-151 0 0,-43 146 801 0 0,-51 217-485 0 0,96-353-510 0 0,-3 87-1 0 0,11-116-597 0 0,1-1-1 0 0,0 1 1 0 0,1 0-1 0 0,1 0 0 0 0,1-1 1 0 0,0 0-1 0 0,13 31 0 0 0,3-16-4818 0 0,-11-21 600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3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122 303 1020 0 0,'-110'-72'9825'0'0,"110"72"-9788"0"0,-1-1 0 0 0,0 1 1 0 0,0 0-1 0 0,1-1 0 0 0,-1 1 0 0 0,0-1 1 0 0,1 1-1 0 0,-1-1 0 0 0,1 1 0 0 0,-1-1 0 0 0,0 0 1 0 0,1 1-1 0 0,-1-1 0 0 0,1 0 0 0 0,0 1 1 0 0,-1-1-1 0 0,1 0 0 0 0,0 1 0 0 0,-1-1 0 0 0,1 0 1 0 0,0 0-1 0 0,0 1 0 0 0,-1-1 0 0 0,1 0 1 0 0,0 0-1 0 0,0 0 0 0 0,0 0 0 0 0,1-1-7 0 0,-1 1 0 0 0,1-1 0 0 0,-1 1-1 0 0,1 0 1 0 0,0 0 0 0 0,0-1 0 0 0,0 1-1 0 0,-1 0 1 0 0,1 0 0 0 0,0 0 0 0 0,1 0 0 0 0,-1 0-1 0 0,0 0 1 0 0,1-1 0 0 0,8-4 13 0 0,-1 1 0 0 0,1 0-1 0 0,12-5 1 0 0,-15 7 27 0 0,65-25 56 0 0,135-34 0 0 0,-92 30-85 0 0,-61 17-23 0 0,80-11-1 0 0,-130 25-11 0 0,-1 1-1 0 0,1 0 0 0 0,0 0 1 0 0,-1 0-1 0 0,1 1 0 0 0,-1-1 1 0 0,1 1-1 0 0,0 0 0 0 0,-1 0 1 0 0,1 0-1 0 0,-1 0 0 0 0,0 1 1 0 0,1-1-1 0 0,-1 1 0 0 0,0 0 1 0 0,0 0-1 0 0,0 0 0 0 0,0 0 1 0 0,-1 1-1 0 0,1-1 0 0 0,0 1 1 0 0,-1 0-1 0 0,0-1 0 0 0,0 1 1 0 0,0 0-1 0 0,0 1 0 0 0,0-1 1 0 0,0 0-1 0 0,1 5 0 0 0,3 7 124 0 0,-1 0 0 0 0,-1 0-1 0 0,0 0 1 0 0,-1 1 0 0 0,1 19-1 0 0,2 50 777 0 0,-4 1 0 0 0,-17 161 0 0 0,13-229 21 0 0,-1-1 0 0 0,0 0 0 0 0,-8 21 1 0 0,11-37-902 0 0,-1-1 0 0 0,1 1 0 0 0,0 0 0 0 0,0-1 0 0 0,-1 1 0 0 0,1 0 0 0 0,0-1 0 0 0,-1 1 0 0 0,1-1 0 0 0,-1 1 0 0 0,1 0 0 0 0,-1-1 0 0 0,1 1 0 0 0,-1-1 0 0 0,1 0 0 0 0,-1 1 0 0 0,1-1 0 0 0,-1 1 0 0 0,0-1 0 0 0,1 0 0 0 0,-1 1 0 0 0,0-1 0 0 0,1 0 0 0 0,-1 0 0 0 0,0 0 1 0 0,1 0-1 0 0,-1 1 0 0 0,0-1 0 0 0,1 0 0 0 0,-1 0 0 0 0,0 0 0 0 0,0 0 0 0 0,1 0 0 0 0,-1-1 0 0 0,0 1 0 0 0,1 0 0 0 0,-1 0 0 0 0,0 0 0 0 0,0-1 0 0 0,-1 0 0 0 0,0 0-1 0 0,0 0 1 0 0,0 0-1 0 0,0 0 1 0 0,0-1 0 0 0,1 1-1 0 0,-1 0 1 0 0,1-1-1 0 0,-1 1 1 0 0,-1-3 0 0 0,-1-2-61 0 0,1 0 0 0 0,0-1 0 0 0,0 0-1 0 0,0 0 1 0 0,1 1 0 0 0,0-2 0 0 0,1 1 0 0 0,-1 0 0 0 0,1 0 0 0 0,1 0 0 0 0,-1-1 0 0 0,1 1 0 0 0,0 0 0 0 0,1 0 0 0 0,0-1 0 0 0,0 1 0 0 0,0 0 0 0 0,1 0 0 0 0,0 0 0 0 0,1 0 0 0 0,0 0 0 0 0,0 1 0 0 0,0-1 0 0 0,0 1 0 0 0,1 0 0 0 0,0 0 0 0 0,1 0 0 0 0,-1 0-1 0 0,1 1 1 0 0,0 0 0 0 0,1 0 0 0 0,-1 0 0 0 0,1 1 0 0 0,0-1 0 0 0,6-2 0 0 0,11-6-919 0 0,1 1-1 0 0,0 2 1 0 0,42-13 0 0 0,81-13-2757 0 0,-90 23 2621 0 0,32-6-387 0 0,53-13-233 0 0,-114 24 1933 0 0,0-2 1 0 0,50-24 0 0 0,-69 29 179 0 0,0-1 0 0 0,0 0 0 0 0,-1 0 0 0 0,13-14 0 0 0,-20 18-272 0 0,1 0-1 0 0,-1 0 0 0 0,0 0 0 0 0,0-1 0 0 0,0 1 1 0 0,0 0-1 0 0,-1-1 0 0 0,2-4 0 0 0,-1 1 174 0 0,-1 6-262 0 0,0-1 0 0 0,0 0 0 0 0,0 0 0 0 0,0 0 0 0 0,0 1 0 0 0,0-1 0 0 0,0 0 0 0 0,0 0 0 0 0,-1 0 0 0 0,1 1-1 0 0,0-1 1 0 0,0 0 0 0 0,-1 0 0 0 0,1 1 0 0 0,-1-1 0 0 0,1 0 0 0 0,-1 1 0 0 0,1-1 0 0 0,-1 0 0 0 0,1 1 0 0 0,-1-1 0 0 0,1 1 0 0 0,-1-1 0 0 0,0 1 0 0 0,1-1 0 0 0,-1 1 0 0 0,-1-1 0 0 0,1 0-2 0 0,0 1-1 0 0,0-1 1 0 0,0 0-1 0 0,0 1 1 0 0,-1-1 0 0 0,1 1-1 0 0,0 0 1 0 0,0-1 0 0 0,-1 1-1 0 0,1 0 1 0 0,0 0-1 0 0,-1 0 1 0 0,1 0 0 0 0,0 0-1 0 0,-1 0 1 0 0,1 0-1 0 0,0 0 1 0 0,-3 1 0 0 0,-19 10 245 0 0,0 1-1 0 0,0 1 1 0 0,1 1 0 0 0,1 1 0 0 0,-33 30 0 0 0,20-12-86 0 0,1 1 0 0 0,-38 52 0 0 0,63-74-177 0 0,0 0 0 0 0,1 0 1 0 0,0 0-1 0 0,1 1 0 0 0,1 0 1 0 0,-7 19-1 0 0,11-28-13 0 0,0 1 0 0 0,1-1 0 0 0,-1 0 0 0 0,1 0 0 0 0,-1 0 0 0 0,1 0 0 0 0,1 0 0 0 0,-1 0 0 0 0,0 0 0 0 0,1 0 0 0 0,2 6-1 0 0,-2-7-2 0 0,0-1-1 0 0,0 0 0 0 0,0 0 1 0 0,1 0-1 0 0,-1 0 1 0 0,1 0-1 0 0,-1 0 0 0 0,1 0 1 0 0,0 0-1 0 0,0 0 0 0 0,0-1 1 0 0,0 1-1 0 0,0-1 0 0 0,0 0 1 0 0,0 1-1 0 0,0-1 0 0 0,0 0 1 0 0,1 0-1 0 0,-1 0 0 0 0,4 0 1 0 0,2 1-16 0 0,0-1 0 0 0,1-1 1 0 0,-1 1-1 0 0,0-1 1 0 0,1-1-1 0 0,-1 1 1 0 0,0-1-1 0 0,0-1 1 0 0,1 1-1 0 0,7-4 1 0 0,-3 0-65 0 0,-1-1 1 0 0,1 0 0 0 0,-1-1-1 0 0,-1-1 1 0 0,1 1 0 0 0,-1-2-1 0 0,-1 0 1 0 0,18-17 0 0 0,5-11-281 0 0,30-43 0 0 0,-53 66 343 0 0,27-38 155 0 0,-36 50-110 0 0,-6 18-13 0 0,-29 68 79 0 0,30-73-84 0 0,1-1 0 0 0,0 1 0 0 0,0 0-1 0 0,1 0 1 0 0,1 0 0 0 0,0 0 0 0 0,1 0 0 0 0,1 21-1 0 0,-1-28-44 0 0,1 0 0 0 0,0 0-1 0 0,0-1 1 0 0,0 1 0 0 0,1 0-1 0 0,-1 0 1 0 0,1-1 0 0 0,0 1-1 0 0,0-1 1 0 0,0 1 0 0 0,0-1-1 0 0,1 0 1 0 0,-1 0 0 0 0,1 0-1 0 0,0 0 1 0 0,0 0 0 0 0,0-1-1 0 0,0 1 1 0 0,0-1 0 0 0,1 0-1 0 0,-1 0 1 0 0,1 0 0 0 0,-1 0-1 0 0,1-1 1 0 0,0 1 0 0 0,-1-1-1 0 0,7 1 1 0 0,2 0-429 0 0,0 0 0 0 0,0-1 1 0 0,0 0-1 0 0,0-1 0 0 0,0-1 0 0 0,1 0 0 0 0,-1 0 0 0 0,0-1 1 0 0,0-1-1 0 0,17-6 0 0 0,-16 4-1061 0 0,0 0 0 0 0,20-12 0 0 0,-10 1-1615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63 159 2972 0 0,'5'-27'1924'0'0,"0"9"-366"0"0,-2 1 1 0 0,-1-1 0 0 0,0 0 0 0 0,-1 0 0 0 0,-2-25 0 0 0,-2 44-1286 0 0,0 1-189 0 0,0 1-1 0 0,0-1 1 0 0,0 1 0 0 0,1-1 0 0 0,-1 1-1 0 0,1 0 1 0 0,0 0 0 0 0,0 0 0 0 0,0 0-1 0 0,0 0 1 0 0,0 1 0 0 0,1-1 0 0 0,-1 0-1 0 0,1 1 1 0 0,-1 4 0 0 0,-18 63 785 0 0,20-69-860 0 0,-8 28 260 0 0,-4 50 1 0 0,11-69-249 0 0,1 0 0 0 0,0 0 0 0 0,0 0 1 0 0,1 0-1 0 0,1 0 0 0 0,0 0 0 0 0,0-1 0 0 0,5 13 1 0 0,-6-21-157 0 0,0 0 0 0 0,0 1 1 0 0,1-1-1 0 0,-1 0 0 0 0,0 0 1 0 0,1 0-1 0 0,-1 0 0 0 0,1 0 1 0 0,0 0-1 0 0,0-1 0 0 0,2 3 1 0 0,-1-2-673 0 0,0-1 0 0 0,0 1 0 0 0,0 0 1 0 0,0-1-1 0 0,0 0 0 0 0,0 0 0 0 0,1 0 1 0 0,-1 0-1 0 0,6 1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250 113 376 0 0,'-7'-11'1403'0'0,"-1"0"1"0"0,0 1-1 0 0,-1 0 0 0 0,0 0 1 0 0,-17-12-1 0 0,20 17-1129 0 0,-1 0 0 0 0,1 1 0 0 0,-1 0 0 0 0,0 1 0 0 0,-1 0 0 0 0,1 0 0 0 0,0 0 0 0 0,-1 1 0 0 0,0 0 0 0 0,0 0 0 0 0,-10 0 0 0 0,15 2-314 0 0,-1-1 0 0 0,1 1 0 0 0,-1 0 0 0 0,1 1 0 0 0,0-1 0 0 0,-1 1 0 0 0,1-1 0 0 0,0 1 0 0 0,-1 0 0 0 0,1 0 0 0 0,0 0 0 0 0,0 1 0 0 0,0-1 0 0 0,0 1 0 0 0,0 0-1 0 0,0 0 1 0 0,0 0 0 0 0,1 0 0 0 0,-1 0 0 0 0,1 1 0 0 0,-1-1 0 0 0,1 1 0 0 0,-3 4 0 0 0,3-3-723 0 0,0 1 1 0 0,0 0-1 0 0,1 0 0 0 0,0 0 0 0 0,0 0 1 0 0,0 9-1 0 0,0 1-2617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766 631 2560 0 0,'17'-19'8658'0'0,"-17"18"-8513"0"0,0-1 0 0 0,0 0 0 0 0,-1 1 0 0 0,1-1 0 0 0,0 0 0 0 0,-1 1-1 0 0,1-1 1 0 0,-1 1 0 0 0,1-1 0 0 0,-1 1 0 0 0,0-1 0 0 0,0 1 0 0 0,0 0-1 0 0,0-1 1 0 0,0 1 0 0 0,0 0 0 0 0,0 0 0 0 0,0-1 0 0 0,0 1 0 0 0,0 0 0 0 0,-1 0-1 0 0,1 0 1 0 0,0 0 0 0 0,-1 1 0 0 0,1-1 0 0 0,-1 0 0 0 0,1 1 0 0 0,-1-1-1 0 0,1 1 1 0 0,-1-1 0 0 0,1 1 0 0 0,-1-1 0 0 0,0 1 0 0 0,1 0 0 0 0,-4 0 0 0 0,-4 0-74 0 0,0 0 1 0 0,0 1 0 0 0,0 0-1 0 0,1 0 1 0 0,-1 1 0 0 0,0 0-1 0 0,1 1 1 0 0,-1-1 0 0 0,1 2-1 0 0,0-1 1 0 0,-1 1 0 0 0,2 1-1 0 0,-1-1 1 0 0,-9 9 0 0 0,1-1-46 0 0,1 1 1 0 0,1 0-1 0 0,0 1 0 0 0,1 1 1 0 0,-19 27-1 0 0,28-36-21 0 0,0 0 1 0 0,0 0-1 0 0,1 0 0 0 0,0 1 1 0 0,1-1-1 0 0,0 1 0 0 0,0 0 1 0 0,0 0-1 0 0,-1 8 0 0 0,3-13-5 0 0,0 1 0 0 0,-1-1 0 0 0,1 0-1 0 0,0 1 1 0 0,1-1 0 0 0,-1 1-1 0 0,0-1 1 0 0,1 0 0 0 0,-1 1-1 0 0,1-1 1 0 0,0 0 0 0 0,0 1 0 0 0,0-1-1 0 0,0 0 1 0 0,0 0 0 0 0,0 0-1 0 0,0 0 1 0 0,1 0 0 0 0,-1 0 0 0 0,1 0-1 0 0,0 0 1 0 0,-1-1 0 0 0,1 1-1 0 0,0 0 1 0 0,0-1 0 0 0,0 0-1 0 0,0 1 1 0 0,0-1 0 0 0,4 1 0 0 0,0 0-109 0 0,1 0 0 0 0,0 0 1 0 0,0-1-1 0 0,0 0 1 0 0,0 0-1 0 0,0-1 0 0 0,1 0 1 0 0,-1 0-1 0 0,13-2 0 0 0,-9 0-128 0 0,1-1-1 0 0,-1 0 0 0 0,0 0 1 0 0,-1-1-1 0 0,21-9 0 0 0,0-7-67 0 0,-1-1-1 0 0,0-1 1 0 0,-2-2-1 0 0,34-35 1 0 0,-62 59 300 0 0,1-1 0 0 0,-1 0 0 0 0,1 1 0 0 0,0-1 0 0 0,-1 1 0 0 0,1-1 1 0 0,-1 0-1 0 0,1 1 0 0 0,0-1 0 0 0,-1 1 0 0 0,1 0 0 0 0,0-1 0 0 0,0 1 0 0 0,-1 0 0 0 0,1-1 0 0 0,0 1 0 0 0,0 0 1 0 0,0 0-1 0 0,-1 0 0 0 0,1-1 0 0 0,0 1 0 0 0,0 0 0 0 0,1 0 0 0 0,-1 1 5 0 0,-1-1-1 0 0,1 1 1 0 0,-1-1-1 0 0,1 1 1 0 0,-1-1 0 0 0,1 1-1 0 0,-1 0 1 0 0,1-1-1 0 0,-1 1 1 0 0,0 0-1 0 0,1-1 1 0 0,-1 1 0 0 0,0 0-1 0 0,0-1 1 0 0,0 1-1 0 0,1 0 1 0 0,-1-1-1 0 0,0 1 1 0 0,0 0 0 0 0,0 1-1 0 0,0 5 15 0 0,0 0 0 0 0,0 0 0 0 0,-3 12 0 0 0,-44 265 1175 0 0,-13 62 164 0 0,8-57-36 0 0,-35 148-433 0 0,77-398-767 0 0,-1-2 0 0 0,-2 0 0 0 0,-2 0 0 0 0,-2-1 0 0 0,-1-1 0 0 0,-28 42 0 0 0,36-63 1 0 0,-1-1-1 0 0,0-1 1 0 0,0 0-1 0 0,-1 0 0 0 0,-1-1 1 0 0,0 0-1 0 0,-21 12 1 0 0,23-17-44 0 0,0 0 0 0 0,0-1 1 0 0,-1-1-1 0 0,0 0 1 0 0,0 0-1 0 0,0-1 0 0 0,0-1 1 0 0,0 0-1 0 0,0 0 0 0 0,-1-2 1 0 0,-14 1-1 0 0,17-2-47 0 0,0 0 0 0 0,-1-1-1 0 0,1 0 1 0 0,0-1 0 0 0,0 1-1 0 0,1-2 1 0 0,-1 0 0 0 0,0 0 0 0 0,1 0-1 0 0,0-1 1 0 0,0-1 0 0 0,1 0-1 0 0,-1 0 1 0 0,1 0 0 0 0,0-1-1 0 0,1 0 1 0 0,0-1 0 0 0,-7-9 0 0 0,7 8-24 0 0,1 0-1 0 0,0 0 1 0 0,1-1 0 0 0,0 0 0 0 0,0 0 0 0 0,1 0 0 0 0,0 0 0 0 0,1-1 0 0 0,1 0 0 0 0,-1 1 0 0 0,1-1 0 0 0,1 0 0 0 0,0 0 0 0 0,1 0 0 0 0,0 0 0 0 0,1 0 0 0 0,1-11 0 0 0,4-3-42 0 0,0 1 1 0 0,1 0-1 0 0,20-41 1 0 0,42-65-435 0 0,173-220-1343 0 0,25 27 232 0 0,-236 286 1420 0 0,106-123-696 0 0,204-249-1012 0 0,-261 302 1301 0 0,129-229-1 0 0,-191 302 528 0 0,18-54-1 0 0,-30 72 87 0 0,-1-1-1 0 0,-1 0 1 0 0,-1 0-1 0 0,0 0 1 0 0,1-27 0 0 0,-4 44-40 0 0,0-1 0 0 0,0 1 0 0 0,0-1 0 0 0,0 1 0 0 0,0 0 0 0 0,0-1 1 0 0,0 1-1 0 0,0 0 0 0 0,0-1 0 0 0,0 1 0 0 0,0-1 0 0 0,0 1 1 0 0,0 0-1 0 0,-1-1 0 0 0,1 1 0 0 0,0-1 0 0 0,0 1 0 0 0,0 0 0 0 0,0-1 1 0 0,-1 1-1 0 0,1 0 0 0 0,0-1 0 0 0,0 1 0 0 0,-1 0 0 0 0,1 0 0 0 0,-1-1 1 0 0,-6 6 17 0 0,-6 17-7 0 0,13-22-11 0 0,-18 38 45 0 0,1 0 1 0 0,2 1-1 0 0,-18 80 1 0 0,19-50 84 0 0,-7 108 1 0 0,19-149-102 0 0,2 0 1 0 0,1 0 0 0 0,2 0 0 0 0,6 34-1 0 0,-9-60-26 0 0,1 0-1 0 0,-1-1 0 0 0,0 1 1 0 0,1 0-1 0 0,-1 0 0 0 0,1 0 1 0 0,0 0-1 0 0,0-1 0 0 0,0 1 1 0 0,0 0-1 0 0,0-1 0 0 0,0 1 1 0 0,0-1-1 0 0,0 1 0 0 0,0-1 1 0 0,1 1-1 0 0,-1-1 0 0 0,1 0 1 0 0,-1 0-1 0 0,1 1 0 0 0,0-1 1 0 0,-1 0-1 0 0,1-1 0 0 0,0 1 1 0 0,-1 0-1 0 0,1 0 0 0 0,0-1 1 0 0,0 1-1 0 0,0-1 0 0 0,0 0 1 0 0,0 1-1 0 0,0-1 0 0 0,0 0 1 0 0,-1 0-1 0 0,1 0 0 0 0,0 0 1 0 0,0-1-1 0 0,0 1 0 0 0,2-1 1 0 0,10-6 7 0 0,0 0-1 0 0,0-1 1 0 0,-1-1 0 0 0,0 0 0 0 0,21-20 0 0 0,27-19-93 0 0,-58 47 65 0 0,16 6-4 0 0,-13-2 18 0 0,-2 2 7 0 0,-1 0-1 0 0,1 0 1 0 0,-1 0-1 0 0,0 1 1 0 0,0-1-1 0 0,-1 1 1 0 0,0-1-1 0 0,0 1 1 0 0,0 0-1 0 0,-1 0 1 0 0,2 12-1 0 0,2 7-12 0 0,1 0 2 0 0,-4-16 12 0 0,0 0 0 0 0,1 0 0 0 0,0 0-1 0 0,5 11 1 0 0,-6-17-3 0 0,-1-1-1 0 0,1 0 1 0 0,-1 1-1 0 0,1-1 1 0 0,0 0 0 0 0,0 0-1 0 0,0 0 1 0 0,0 0-1 0 0,0 0 1 0 0,1-1 0 0 0,-1 1-1 0 0,0-1 1 0 0,1 1-1 0 0,-1-1 1 0 0,1 0 0 0 0,0 0-1 0 0,-1 0 1 0 0,1 0-1 0 0,2 0 1 0 0,9 1-7 0 0,0-1 1 0 0,0 0-1 0 0,0-1 1 0 0,0 0-1 0 0,-1-1 1 0 0,1-1-1 0 0,0 0 1 0 0,-1-1-1 0 0,1-1 1 0 0,-1 0-1 0 0,25-11 1 0 0,-14 4-200 0 0,-1-2-1 0 0,0 0 1 0 0,-1-2 0 0 0,0 0-1 0 0,26-25 1 0 0,-25 17 7 0 0,0 0 0 0 0,-2-2 0 0 0,-1 0-1 0 0,-1-1 1 0 0,-1-1 0 0 0,-1-1 0 0 0,16-38 0 0 0,-15 24 252 0 0,-2-1 1 0 0,-2 0-1 0 0,-2-2 0 0 0,11-71 0 0 0,-21 101 97 0 0,-1 0-1 0 0,0-23 1 0 0,-1 34-114 0 0,0 0 0 0 0,-1 0-1 0 0,1 0 1 0 0,-1 0 0 0 0,0 0 0 0 0,0 0 0 0 0,0 0 0 0 0,-1 0 0 0 0,1 1 0 0 0,-1-1 0 0 0,0 1 0 0 0,0-1 0 0 0,0 1 0 0 0,-3-4 0 0 0,4 7-23 0 0,0-1 0 0 0,0 0 0 0 0,0 1 0 0 0,0-1 0 0 0,0 1 1 0 0,1 0-1 0 0,-1-1 0 0 0,0 1 0 0 0,0 0 0 0 0,0-1 0 0 0,0 1 0 0 0,0 0 0 0 0,-1 0 0 0 0,1 0 1 0 0,0 0-1 0 0,0 0 0 0 0,0 0 0 0 0,0 0 0 0 0,0 0 0 0 0,0 1 0 0 0,0-1 0 0 0,0 0 0 0 0,0 1 1 0 0,0-1-1 0 0,1 0 0 0 0,-1 1 0 0 0,0-1 0 0 0,0 1 0 0 0,0 0 0 0 0,-1 0 0 0 0,-2 2 69 0 0,1 0 1 0 0,-1 0-1 0 0,1 0 0 0 0,-1 0 0 0 0,-3 6 0 0 0,-9 12 189 0 0,2 2 1 0 0,1 0-1 0 0,0 1 1 0 0,-15 44-1 0 0,-25 106 535 0 0,47-153-677 0 0,-8 34 144 0 0,-8 63-1 0 0,19-93-216 0 0,1-1 0 0 0,1 1-1 0 0,1 0 1 0 0,1 0 0 0 0,6 28-1 0 0,-6-47-44 0 0,0 0 0 0 0,1 0-1 0 0,-1-1 1 0 0,2 1 0 0 0,-1-1-1 0 0,0 0 1 0 0,1 1-1 0 0,0-1 1 0 0,0 0 0 0 0,1 0-1 0 0,-1-1 1 0 0,1 1 0 0 0,0-1-1 0 0,0 0 1 0 0,0 0 0 0 0,9 6-1 0 0,-8-7-21 0 0,1 0-1 0 0,0 0 1 0 0,0-1-1 0 0,0 1 0 0 0,0-1 1 0 0,1 0-1 0 0,-1-1 0 0 0,0 0 1 0 0,1 0-1 0 0,-1 0 0 0 0,1-1 1 0 0,-1 0-1 0 0,1 0 1 0 0,12-2-1 0 0,-5-1-402 0 0,-1 0 0 0 0,1-1 0 0 0,-1 0 1 0 0,1-2-1 0 0,-1 1 0 0 0,-1-1 0 0 0,1-1 0 0 0,11-8 0 0 0,-7 3-1615 0 0,0-1 0 0 0,22-23 0 0 0,-5 2-3219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93 112 0 0,'-215'31'15351'0'0,"195"-30"-14174"0"0,33-5-279 0 0,35-7-563 0 0,170-38-3878 0 0,-72 11-2780 0 0,-69 16 720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6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1030 1724 0 0,'0'4'1930'0'0,"-2"11"-434"0"0,0 1 0 0 0,0-1 0 0 0,-8 24 0 0 0,4-16-559 0 0,-4 27 1 0 0,9-43-806 0 0,1-1 0 0 0,-1 1 1 0 0,1 0-1 0 0,1-1 0 0 0,-1 1 1 0 0,1 0-1 0 0,1-1 0 0 0,2 12 1 0 0,-3-16-88 0 0,0 0 0 0 0,1 1 0 0 0,-1-1 0 0 0,0 0 0 0 0,1 0 0 0 0,-1 0 0 0 0,1 0 0 0 0,-1-1 0 0 0,1 1 0 0 0,0 0 0 0 0,0-1 0 0 0,0 1 0 0 0,0-1 1 0 0,0 0-1 0 0,0 1 0 0 0,0-1 0 0 0,1 0 0 0 0,-1 0 0 0 0,0-1 0 0 0,1 1 0 0 0,-1 0 0 0 0,0-1 0 0 0,1 1 0 0 0,-1-1 0 0 0,1 0 0 0 0,-1 0 0 0 0,1 0 0 0 0,-1 0 0 0 0,3-1 0 0 0,8 0 45 0 0,1-1-1 0 0,-1-1 0 0 0,26-7 0 0 0,-31 7-46 0 0,26-8-12 0 0,-1-2 0 0 0,0 0 0 0 0,-1-3 0 0 0,-1-1 1 0 0,0-1-1 0 0,-1-1 0 0 0,-1-2 0 0 0,-1-1 0 0 0,33-34 1 0 0,-33 26 0 0 0,-1 0 1 0 0,-1-3-1 0 0,-2 0 1 0 0,-2-1-1 0 0,-1-1 1 0 0,-2-1-1 0 0,28-71 1 0 0,-21 30-16 0 0,-3-1 0 0 0,12-83 1 0 0,9-164 30 0 0,-41 300-63 0 0,-1 15-8 0 0,0 0-1 0 0,-2-1 0 0 0,1 1 0 0 0,-2-17 0 0 0,-13 54-45 0 0,-91 418-67 0 0,74-293 144 0 0,18-87 4 0 0,3 0 0 0 0,2 1 0 0 0,2 98-1 0 0,7-152-84 0 0,-1-1 0 0 0,2 1 0 0 0,0-1 0 0 0,0 1 0 0 0,1-1 0 0 0,0 0 0 0 0,1 0 0 0 0,8 17 0 0 0,-9-24-43 0 0,0 1 0 0 0,0-1 1 0 0,0 1-1 0 0,0-1 0 0 0,0 0 0 0 0,1-1 0 0 0,0 1 1 0 0,-1 0-1 0 0,2-1 0 0 0,-1 0 0 0 0,0 0 0 0 0,1 0 1 0 0,-1-1-1 0 0,1 1 0 0 0,0-1 0 0 0,-1 0 0 0 0,1 0 1 0 0,0-1-1 0 0,0 1 0 0 0,1-1 0 0 0,5 0 0 0 0,0 0-115 0 0,0-1 0 0 0,1 0-1 0 0,-1-1 1 0 0,0 0-1 0 0,0 0 1 0 0,0-1-1 0 0,0-1 1 0 0,0 0-1 0 0,-1-1 1 0 0,15-6 0 0 0,-11 3 106 0 0,0-1 1 0 0,0-1 0 0 0,-1 0 0 0 0,0-1-1 0 0,-1 0 1 0 0,19-20 0 0 0,-14 10 539 0 0,-1 0 1 0 0,-1-1-1 0 0,0-1 1 0 0,-2 0-1 0 0,-1-1 0 0 0,0 0 1 0 0,-2-1-1 0 0,14-45 1 0 0,-8-20 2618 0 0,-16 87-2821 0 0,-1 3-203 0 0,1-1 0 0 0,-1 1 0 0 0,0 0 0 0 0,0-1 0 0 0,0 1 0 0 0,1 0 0 0 0,-1 0 0 0 0,0-1 0 0 0,1 1 0 0 0,-1 0 0 0 0,0 0 0 0 0,1 0 0 0 0,-1 0 0 0 0,1 0 0 0 0,0 0 0 0 0,-1 0 0 0 0,1 2 0 0 0,-7 14 21 0 0,-3 16 44 0 0,1 0 1 0 0,-6 41-1 0 0,13-56-55 0 0,0 1 0 0 0,1-1 0 0 0,1 0 0 0 0,1 1-1 0 0,5 30 1 0 0,-5-45-63 0 0,0 0-1 0 0,1 0 0 0 0,-1 0 0 0 0,1 0 0 0 0,0 0 1 0 0,2 4-1 0 0,-3-6-213 0 0,0 0 1 0 0,1-1 0 0 0,-1 1-1 0 0,0 0 1 0 0,1-1-1 0 0,-1 1 1 0 0,1-1-1 0 0,-1 0 1 0 0,1 0-1 0 0,0 1 1 0 0,-1-1 0 0 0,1 0-1 0 0,0 0 1 0 0,0 0-1 0 0,0-1 1 0 0,0 1-1 0 0,2 0 1 0 0,11 2-3235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70 372 0 0,'-19'-15'2272'0'0,"2"3"-652"0"0,3 1-319 0 0,1 3-329 0 0,1-3-200 0 0,1 5 212 0 0,-6 0-780 0 0,3 8-2228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4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99 147 408 0 0,'-17'114'9151'0'0,"2"57"-7148"0"0,15-158-1801 0 0,-1 0-1 0 0,-1-1 0 0 0,0 1 0 0 0,0-1 0 0 0,-1 0 0 0 0,-1 0 0 0 0,0 0 0 0 0,-1 0 1 0 0,0 0-1 0 0,0-1 0 0 0,-11 15 0 0 0,15-24 14 0 0,-4-4-73 0 0,4 2-140 0 0,1 0 0 0 0,-1 1 1 0 0,1-1-1 0 0,-1 0 1 0 0,1 0-1 0 0,0 0 0 0 0,-1 0 1 0 0,1-1-1 0 0,-1 1 0 0 0,1 0 1 0 0,-1 0-1 0 0,1 0 1 0 0,0 0-1 0 0,-1 0 0 0 0,1 0 1 0 0,-1-1-1 0 0,1 1 0 0 0,0 0 1 0 0,-1 0-1 0 0,1-1 1 0 0,0 1-1 0 0,-1 0 0 0 0,1-1 1 0 0,0 1-1 0 0,-1 0 0 0 0,1-1 1 0 0,0 1-1 0 0,0 0 1 0 0,-1-1-1 0 0,2-9 14 0 0,0 0 1 0 0,1 0-1 0 0,1 0 1 0 0,-1 0-1 0 0,1 1 0 0 0,1-1 1 0 0,0 1-1 0 0,9-17 0 0 0,6-4-38 0 0,25-35-1 0 0,-35 54 18 0 0,26-36-42 0 0,57-60-1 0 0,-80 96 34 0 0,-1 0 0 0 0,1 1 0 0 0,1 0-1 0 0,0 0 1 0 0,0 2 0 0 0,1 0-1 0 0,0 0 1 0 0,0 1 0 0 0,1 1 0 0 0,18-6-1 0 0,-28 12 15 0 0,-1-1 0 0 0,1 1 0 0 0,-1-1 0 0 0,1 1 0 0 0,0 1 0 0 0,-1-1-1 0 0,1 1 1 0 0,-1-1 0 0 0,6 3 0 0 0,-8-2 2 0 0,0 0-1 0 0,1-1 1 0 0,-1 2 0 0 0,0-1 0 0 0,0 0-1 0 0,-1 0 1 0 0,1 1 0 0 0,0-1-1 0 0,0 1 1 0 0,-1-1 0 0 0,1 1 0 0 0,0 0-1 0 0,-1 0 1 0 0,0-1 0 0 0,1 1-1 0 0,-1 0 1 0 0,0 0 0 0 0,0 1 0 0 0,0-1-1 0 0,1 4 1 0 0,0 1 18 0 0,0 0-1 0 0,0 1 1 0 0,-1-1-1 0 0,1 12 1 0 0,-2 6 63 0 0,-1 1 0 0 0,-7 40-1 0 0,4-46-52 0 0,1 0-1 0 0,1 0 0 0 0,1 1 1 0 0,1-1-1 0 0,3 22 0 0 0,-3-39-22 0 0,1 0-1 0 0,-1 0 1 0 0,1-1-1 0 0,0 1 1 0 0,0 0-1 0 0,0 0 1 0 0,0-1 0 0 0,0 1-1 0 0,0 0 1 0 0,1-1-1 0 0,-1 1 1 0 0,1-1 0 0 0,0 0-1 0 0,0 0 1 0 0,0 1-1 0 0,0-1 1 0 0,0 0-1 0 0,0-1 1 0 0,1 1 0 0 0,-1 0-1 0 0,0-1 1 0 0,1 1-1 0 0,-1-1 1 0 0,1 0-1 0 0,0 0 1 0 0,0 0 0 0 0,-1 0-1 0 0,1 0 1 0 0,0 0-1 0 0,0-1 1 0 0,0 0-1 0 0,0 1 1 0 0,0-1 0 0 0,-1 0-1 0 0,1 0 1 0 0,5-1-1 0 0,7-1 8 0 0,1 0 0 0 0,-1-1 1 0 0,0 0-1 0 0,0-1 0 0 0,0-1 0 0 0,-1 0 0 0 0,19-9 0 0 0,-12 2-8 0 0,-1 0 0 0 0,0-1 0 0 0,0-1 0 0 0,21-21 0 0 0,-10 6-6 0 0,-2-2 0 0 0,-1-2-1 0 0,-2 0 1 0 0,-1-2-1 0 0,22-41 1 0 0,-33 52 1 0 0,10-27 1 0 0,-21 43-2 0 0,1-1 1 0 0,-2 0-1 0 0,1 0 1 0 0,-1 0-1 0 0,-1-1 1 0 0,2-14-1 0 0,-3 23 3 0 0,0 0 1 0 0,0 1-1 0 0,-1-1 0 0 0,1 0 1 0 0,0 1-1 0 0,0-1 0 0 0,0 0 1 0 0,0 1-1 0 0,-1-1 0 0 0,1 0 1 0 0,0 1-1 0 0,-1-1 0 0 0,1 1 1 0 0,0-1-1 0 0,-1 0 0 0 0,1 1 1 0 0,-1-1-1 0 0,1 1 0 0 0,-1-1 1 0 0,1 1-1 0 0,-1-1 0 0 0,1 1 1 0 0,-1 0-1 0 0,1-1 0 0 0,-1 1 1 0 0,0 0-1 0 0,1-1 0 0 0,-1 1 1 0 0,0 0-1 0 0,1 0 0 0 0,-1 0 1 0 0,0-1-1 0 0,1 1 0 0 0,-1 0 1 0 0,0 0-1 0 0,1 0 0 0 0,-1 0 1 0 0,0 0-1 0 0,0 0 0 0 0,1 1 1 0 0,-1-1-1 0 0,0 0 0 0 0,1 0 1 0 0,-1 0-1 0 0,0 1 0 0 0,0-1 1 0 0,-3 1 36 0 0,0 0 1 0 0,0 1 0 0 0,0-1 0 0 0,0 1 0 0 0,1 0-1 0 0,-5 3 1 0 0,-6 6 141 0 0,1 1 1 0 0,0 1-1 0 0,1 0 0 0 0,1 1 1 0 0,0 0-1 0 0,0 1 0 0 0,2 0 0 0 0,0 1 1 0 0,1 0-1 0 0,0 0 0 0 0,1 1 1 0 0,1-1-1 0 0,1 1 0 0 0,-7 34 0 0 0,12-45-148 0 0,-1-1 0 0 0,1 1-1 0 0,-1-1 1 0 0,1 0 0 0 0,1 1-1 0 0,-1-1 1 0 0,1 0 0 0 0,0 1-1 0 0,0-1 1 0 0,1 0 0 0 0,0 0-1 0 0,-1 0 1 0 0,2 0 0 0 0,-1 0-1 0 0,0 0 1 0 0,1-1 0 0 0,7 10-1 0 0,-5-9-9 0 0,0 0-1 0 0,1-1 0 0 0,0 1 1 0 0,0-1-1 0 0,0 0 0 0 0,0 0 0 0 0,1-1 1 0 0,-1 0-1 0 0,1 0 0 0 0,0 0 1 0 0,0-1-1 0 0,12 3 0 0 0,14 0-250 0 0,0 0 0 0 0,1-2-1 0 0,-1-1 1 0 0,67-6 0 0 0,-54-2-3898 0 0,62-15-1 0 0,-46 5-3364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0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357 834 716 0 0,'1'-3'2971'0'0,"17"-27"951"0"0,-11 21-3619 0 0,-1 0 0 0 0,-1 0 0 0 0,0-1 0 0 0,0 0 0 0 0,-1 1 0 0 0,0-2 0 0 0,0 1 0 0 0,-2 0 0 0 0,1-1 0 0 0,-1 1-1 0 0,1-19 1 0 0,-3 20-260 0 0,-1 0-1 0 0,0 0 1 0 0,0 0-1 0 0,-1 1 1 0 0,0-1-1 0 0,0 0 0 0 0,-1 1 1 0 0,0 0-1 0 0,-7-13 1 0 0,8 18-41 0 0,0-1 0 0 0,0 1 0 0 0,-1 0 0 0 0,1-1 0 0 0,-1 1 0 0 0,0 0 0 0 0,0 1 0 0 0,0-1 1 0 0,0 0-1 0 0,0 1 0 0 0,0 0 0 0 0,-1 0 0 0 0,1 0 0 0 0,-1 0 0 0 0,0 0 0 0 0,1 1 0 0 0,-1-1 0 0 0,0 1 1 0 0,0 0-1 0 0,0 0 0 0 0,0 1 0 0 0,0-1 0 0 0,0 1 0 0 0,-7 0 0 0 0,3 1-1 0 0,1 0 0 0 0,-1 1 0 0 0,1-1 0 0 0,-1 1 0 0 0,1 1 0 0 0,0 0 0 0 0,0 0 0 0 0,0 0 0 0 0,1 1 0 0 0,-8 4 0 0 0,2 1-1 0 0,0 1 1 0 0,1-1 0 0 0,0 2 0 0 0,-15 19-1 0 0,1 2 21 0 0,3 2 0 0 0,-36 70 0 0 0,48-83-10 0 0,1 0 0 0 0,1 0 0 0 0,-6 22 0 0 0,12-36-9 0 0,0 1-1 0 0,1-1 1 0 0,0 0 0 0 0,0 1 0 0 0,1-1-1 0 0,0 1 1 0 0,0-1 0 0 0,0 1 0 0 0,1-1-1 0 0,0 0 1 0 0,1 1 0 0 0,0-1 0 0 0,2 7-1 0 0,-3-11 2 0 0,1-1-1 0 0,-1 1 1 0 0,1-1 0 0 0,-1 0-1 0 0,1 1 1 0 0,0-1-1 0 0,0 0 1 0 0,0 0-1 0 0,0 0 1 0 0,0 0-1 0 0,0-1 1 0 0,1 1-1 0 0,-1-1 1 0 0,0 1-1 0 0,1-1 1 0 0,-1 0-1 0 0,6 2 1 0 0,-3-2-2 0 0,0 0 0 0 0,1 0 0 0 0,-1 0-1 0 0,1-1 1 0 0,-1 1 0 0 0,0-2 0 0 0,1 1 0 0 0,9-2 0 0 0,-2-1-9 0 0,0 0-1 0 0,0-1 1 0 0,0-1-1 0 0,-1 0 1 0 0,1-1 0 0 0,20-12-1 0 0,-15 4-11 0 0,0 0 0 0 0,-2-1 1 0 0,1-1-1 0 0,-2-1 0 0 0,0 0 0 0 0,-1-1 0 0 0,-1 0 1 0 0,-1-1-1 0 0,-1-1 0 0 0,16-35 0 0 0,-1-8-104 0 0,-3-2-1 0 0,17-80 0 0 0,10-88-41 0 0,-14 54 269 0 0,-18 96 129 0 0,-17 80-177 0 0,-2 5-2 0 0,-14 51 126 0 0,-85 273 423 0 0,83-279-529 0 0,-58 184 214 0 0,64-193-218 0 0,3 2-1 0 0,1-1 1 0 0,-3 81-1 0 0,10-112-109 0 0,0 1 1 0 0,1 0-1 0 0,0-1 0 0 0,0 1 1 0 0,1-1-1 0 0,0 0 0 0 0,1 1 1 0 0,0-1-1 0 0,0 0 0 0 0,0 0 0 0 0,8 12 1 0 0,-8-16-83 0 0,0 0 1 0 0,1 0 0 0 0,-1-1 0 0 0,1 1-1 0 0,0-1 1 0 0,0 0 0 0 0,0 0-1 0 0,0 0 1 0 0,0 0 0 0 0,1-1-1 0 0,-1 0 1 0 0,1 0 0 0 0,-1 0 0 0 0,1 0-1 0 0,0-1 1 0 0,0 1 0 0 0,0-1-1 0 0,0-1 1 0 0,0 1 0 0 0,0-1 0 0 0,6 0-1 0 0,1 0-98 0 0,-1-1 0 0 0,1-1 1 0 0,-1 0-1 0 0,0-1 0 0 0,0 0 0 0 0,0 0 0 0 0,0-1 0 0 0,0-1 0 0 0,-1 0 0 0 0,1 0 0 0 0,-2-1 1 0 0,1 0-1 0 0,0-1 0 0 0,-1 0 0 0 0,-1-1 0 0 0,1 0 0 0 0,-1 0 0 0 0,8-10 0 0 0,8-14 376 0 0,0 0-1 0 0,-2-2 0 0 0,32-67 0 0 0,22-68 4031 0 0,-69 154-3835 0 0,-6 12 160 0 0,-7 18-145 0 0,-45 97 1024 0 0,-1 5-463 0 0,44-97-793 0 0,2 0-1 0 0,0 0 1 0 0,-5 41-1 0 0,10-54-106 0 0,1-1 0 0 0,0 0 0 0 0,0 1 0 0 0,0-1 0 0 0,1 1 0 0 0,3 11 0 0 0,-4-16-20 0 0,1 1 1 0 0,0-1-1 0 0,0 0 1 0 0,0 1-1 0 0,0-1 1 0 0,0 0-1 0 0,1 0 1 0 0,-1 0-1 0 0,0 0 1 0 0,1 0-1 0 0,0-1 1 0 0,-1 1 0 0 0,1 0-1 0 0,0-1 1 0 0,0 1-1 0 0,0-1 1 0 0,0 1-1 0 0,0-1 1 0 0,0 0-1 0 0,1 0 1 0 0,-1 0-1 0 0,0 0 1 0 0,4 0-1 0 0,0 0 1 0 0,0 0 0 0 0,0 0-1 0 0,0-1 1 0 0,0 1-1 0 0,0-1 1 0 0,0-1 0 0 0,0 1-1 0 0,0-1 1 0 0,1 0-1 0 0,-2-1 1 0 0,1 0 0 0 0,0 0-1 0 0,7-3 1 0 0,-5 1-4 0 0,0 0 1 0 0,-1-1-1 0 0,1 0 0 0 0,-1-1 1 0 0,0 1-1 0 0,0-1 1 0 0,-1-1-1 0 0,1 1 1 0 0,4-8-1 0 0,-4 3-5 0 0,0 1 0 0 0,-1-1 0 0 0,0-1 0 0 0,-1 1-1 0 0,0-1 1 0 0,0 0 0 0 0,-2 0 0 0 0,0 0 0 0 0,0-1 0 0 0,-1 1 0 0 0,0-1 0 0 0,-1 1-1 0 0,-1-1 1 0 0,0 0 0 0 0,0 1 0 0 0,-1-1 0 0 0,-1 0 0 0 0,0 1 0 0 0,-1 0 0 0 0,0-1-1 0 0,-1 1 1 0 0,-1 0 0 0 0,0 1 0 0 0,0-1 0 0 0,-1 1 0 0 0,-11-16 0 0 0,13 22-37 0 0,0 0 0 0 0,0 1 1 0 0,0 0-1 0 0,0 0 0 0 0,-1 0 1 0 0,1 1-1 0 0,-1 0 0 0 0,0-1 1 0 0,0 2-1 0 0,-1-1 0 0 0,1 0 1 0 0,0 1-1 0 0,-1 0 1 0 0,1 1-1 0 0,-1-1 0 0 0,0 1 1 0 0,0 0-1 0 0,1 0 0 0 0,-1 1 1 0 0,-9 0-1 0 0,9 0-411 0 0,1 1-1 0 0,0 0 1 0 0,0 0-1 0 0,-1 1 1 0 0,1 0-1 0 0,0-1 1 0 0,0 2 0 0 0,1-1-1 0 0,-1 1 1 0 0,0-1-1 0 0,1 1 1 0 0,-1 0 0 0 0,1 1-1 0 0,-6 5 1 0 0,5 7-4443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137 144 1380 0 0,'7'12'4651'0'0,"-5"0"-3413"0"0,0-1 0 0 0,-1 1-1 0 0,1 16 1 0 0,-2-19-915 0 0,0 1 0 0 0,1-1 0 0 0,0 1 0 0 0,1-1 0 0 0,4 16 0 0 0,-6-25-301 0 0,1 1-1 0 0,-1 0 1 0 0,1-1 0 0 0,-1 1-1 0 0,1-1 1 0 0,-1 1 0 0 0,1-1-1 0 0,0 1 1 0 0,-1-1 0 0 0,1 1-1 0 0,-1-1 1 0 0,1 0 0 0 0,0 1-1 0 0,0-1 1 0 0,-1 0 0 0 0,1 0-1 0 0,0 1 1 0 0,-1-1 0 0 0,1 0-1 0 0,0 0 1 0 0,0 0 0 0 0,-1 0-1 0 0,1 0 1 0 0,1 0 0 0 0,21-3 166 0 0,-11-2-171 0 0,-1 0 1 0 0,1 0 0 0 0,-1-1-1 0 0,0 0 1 0 0,-1-1-1 0 0,0-1 1 0 0,0 1 0 0 0,0-2-1 0 0,-1 1 1 0 0,0-1-1 0 0,9-12 1 0 0,-11 12-16 0 0,0 0-1 0 0,-1 0 1 0 0,0 0-1 0 0,-1-1 1 0 0,1 0 0 0 0,-2 0-1 0 0,0 0 1 0 0,0-1 0 0 0,0 1-1 0 0,-2-1 1 0 0,1 0 0 0 0,-1 0-1 0 0,0-14 1 0 0,-2 23-3 0 0,0 1 1 0 0,0-1 0 0 0,0 0-1 0 0,0 0 1 0 0,-1 0-1 0 0,1 0 1 0 0,-1 0-1 0 0,1 1 1 0 0,-1-1-1 0 0,0 0 1 0 0,1 0-1 0 0,-1 1 1 0 0,0-1-1 0 0,0 1 1 0 0,0-1-1 0 0,0 1 1 0 0,-1-1-1 0 0,1 1 1 0 0,0-1-1 0 0,-1 1 1 0 0,1 0-1 0 0,-1 0 1 0 0,1 0 0 0 0,-1 0-1 0 0,1 0 1 0 0,-1 0-1 0 0,-2-1 1 0 0,-16 0 8 0 0,13 3-9 0 0,0 0 0 0 0,0 1 0 0 0,0 0 0 0 0,0 0 0 0 0,0 0 0 0 0,0 0 0 0 0,1 1 0 0 0,-1 1 1 0 0,1-1-1 0 0,0 1 0 0 0,-8 6 0 0 0,-8 8 18 0 0,-31 31 1 0 0,30-26 0 0 0,-66 72 47 0 0,78-81-46 0 0,1-1 0 0 0,0 2-1 0 0,2-1 1 0 0,-1 1 0 0 0,-9 25 0 0 0,17-38-28 0 0,0 1 0 0 0,0-1 1 0 0,0 0-1 0 0,0 1 1 0 0,1-1-1 0 0,-1 1 1 0 0,1-1-1 0 0,0 1 0 0 0,-1 0 1 0 0,1-1-1 0 0,0 1 1 0 0,1-1-1 0 0,-1 1 1 0 0,0-1-1 0 0,1 1 0 0 0,-1-1 1 0 0,1 1-1 0 0,0-1 1 0 0,0 1-1 0 0,0-1 0 0 0,0 0 1 0 0,0 1-1 0 0,0-1 1 0 0,1 0-1 0 0,-1 0 1 0 0,1 0-1 0 0,0 0 0 0 0,-1 0 1 0 0,1 0-1 0 0,0-1 1 0 0,3 3-1 0 0,1-1-141 0 0,0 0 0 0 0,-1-1 0 0 0,2 1-1 0 0,-1-1 1 0 0,0-1 0 0 0,0 1 0 0 0,0-1 0 0 0,1 0-1 0 0,-1 0 1 0 0,0-1 0 0 0,11-1 0 0 0,28-1-438 0 0,0-3 1 0 0,0-2-1 0 0,0-2 1 0 0,-1-2-1 0 0,0-1 0 0 0,-1-3 1 0 0,-1-1-1 0 0,0-3 1 0 0,47-27-1 0 0,-54 24 901 0 0,0-2-1 0 0,-1-1 1 0 0,35-33 0 0 0,-58 47 274 0 0,0 0 0 0 0,-1-1 1 0 0,0 0-1 0 0,-1 0 0 0 0,13-25 0 0 0,-20 34-317 0 0,-5 0 85 0 0,3 2-339 0 0,0 1-1 0 0,0 0 0 0 0,0 0 1 0 0,0-1-1 0 0,0 1 1 0 0,0 0-1 0 0,0 0 0 0 0,0-1 1 0 0,0 1-1 0 0,0 0 1 0 0,-1 0-1 0 0,1-1 1 0 0,0 1-1 0 0,0 0 0 0 0,0 0 1 0 0,0-1-1 0 0,0 1 1 0 0,-1 0-1 0 0,1 0 0 0 0,0 0 1 0 0,0 0-1 0 0,0-1 1 0 0,-1 1-1 0 0,1 0 0 0 0,0 0 1 0 0,0 0-1 0 0,0 0 1 0 0,-1 0-1 0 0,1-1 0 0 0,0 1 1 0 0,0 0-1 0 0,-1 0 1 0 0,1 0-1 0 0,0 0 1 0 0,0 0-1 0 0,-1 0 0 0 0,1 0 1 0 0,0 0-1 0 0,0 0 1 0 0,-1 0-1 0 0,1 0 0 0 0,-1 0 1 0 0,-3 1 61 0 0,0 1 0 0 0,0-1-1 0 0,0 1 1 0 0,0 0 0 0 0,0 0 0 0 0,1 0 0 0 0,-1 0 0 0 0,0 0 0 0 0,1 1 0 0 0,0 0 0 0 0,0 0 0 0 0,-1 0-1 0 0,2 0 1 0 0,-6 7 0 0 0,5-6-26 0 0,0 0 1 0 0,0 0-1 0 0,0 1 0 0 0,0-1 0 0 0,1 1 0 0 0,0 0 0 0 0,0-1 1 0 0,0 1-1 0 0,0 0 0 0 0,1 0 0 0 0,0 1 0 0 0,0-1 1 0 0,0 0-1 0 0,1 0 0 0 0,0 0 0 0 0,0 1 0 0 0,1 5 0 0 0,1-1 3 0 0,0 0-1 0 0,1-1 0 0 0,0 1 0 0 0,1-1 0 0 0,0 1 0 0 0,0-1 0 0 0,1 0 0 0 0,6 8 0 0 0,-6-9 18 0 0,0 0 0 0 0,0 0 1 0 0,-1 0-1 0 0,0 1 0 0 0,-1-1 0 0 0,3 11 0 0 0,-5-15-34 0 0,-1-1 0 0 0,1 0-1 0 0,-1 0 1 0 0,0 1 0 0 0,0-1-1 0 0,0 0 1 0 0,0 1 0 0 0,-1-1-1 0 0,0 0 1 0 0,1 0 0 0 0,-1 0 0 0 0,0 0-1 0 0,-1 0 1 0 0,1 0 0 0 0,0 0-1 0 0,-1 0 1 0 0,0 0 0 0 0,1 0-1 0 0,-1 0 1 0 0,0-1 0 0 0,-3 3-1 0 0,-6 6 7 0 0,-1 0 0 0 0,0-1-1 0 0,0-1 1 0 0,-1 0-1 0 0,-1 0 1 0 0,1-2-1 0 0,-1 0 1 0 0,-19 7-1 0 0,13-6-315 0 0,-1-1-1 0 0,0-2 0 0 0,-1 0 0 0 0,1-1 1 0 0,-31 1-1 0 0,7-6-1953 0 0,17-8-2873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1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18 221 348 0 0,'-3'-8'1075'0'0,"0"1"0"0"0,0-1 0 0 0,1 0 0 0 0,0 0 0 0 0,0 0 0 0 0,1 0 0 0 0,-1-12 0 0 0,2 17-970 0 0,0 1 1 0 0,1-1 0 0 0,-1 0-1 0 0,0 1 1 0 0,1-1-1 0 0,0 1 1 0 0,-1-1 0 0 0,1 1-1 0 0,0-1 1 0 0,0 1 0 0 0,1-1-1 0 0,-1 1 1 0 0,0 0 0 0 0,1 0-1 0 0,-1 0 1 0 0,1 0 0 0 0,0 0-1 0 0,0 0 1 0 0,0 0 0 0 0,0 0-1 0 0,0 1 1 0 0,0-1 0 0 0,0 1-1 0 0,0-1 1 0 0,1 1-1 0 0,-1 0 1 0 0,4-1 0 0 0,0 0-33 0 0,0 1 0 0 0,0-1-1 0 0,0 1 1 0 0,1 1 0 0 0,-1-1 0 0 0,0 1 0 0 0,0 0 0 0 0,1 1 0 0 0,-1-1 0 0 0,0 1 0 0 0,0 0-1 0 0,1 1 1 0 0,-1 0 0 0 0,0 0 0 0 0,0 0 0 0 0,-1 0 0 0 0,1 1 0 0 0,0 0 0 0 0,-1 0 0 0 0,7 6-1 0 0,-6-5 27 0 0,1 1 0 0 0,-1 0 0 0 0,0 1 0 0 0,0 0 0 0 0,-1-1 0 0 0,0 2-1 0 0,0-1 1 0 0,0 1 0 0 0,-1-1 0 0 0,0 1 0 0 0,0 1 0 0 0,-1-1-1 0 0,1 0 1 0 0,-2 1 0 0 0,4 12 0 0 0,-5-12-5 0 0,0 0-1 0 0,-1 0 1 0 0,0 0-1 0 0,0 0 1 0 0,-1-1-1 0 0,1 1 1 0 0,-2 0-1 0 0,1 0 1 0 0,-1 0-1 0 0,-1-1 1 0 0,1 1 0 0 0,-5 8-1 0 0,-4 4 372 0 0,-1 0 0 0 0,-25 32 0 0 0,30-43-284 0 0,6-8-137 0 0,-1 1-1 0 0,0 0 0 0 0,0-1 1 0 0,0 1-1 0 0,0-1 1 0 0,0 0-1 0 0,-1 1 0 0 0,1-1 1 0 0,0 0-1 0 0,0 0 1 0 0,-1-1-1 0 0,-3 2 0 0 0,5-2-39 0 0,0 0-1 0 0,1 0 1 0 0,-1 0-1 0 0,1-1 1 0 0,-1 1-1 0 0,0 0 1 0 0,1 0-1 0 0,-1 0 1 0 0,1-1-1 0 0,-1 1 1 0 0,1 0-1 0 0,-1-1 1 0 0,1 1-1 0 0,-1 0 1 0 0,1-1-1 0 0,-1 1 0 0 0,1-1 1 0 0,-1 1-1 0 0,1-1 1 0 0,0 1-1 0 0,-1-1 1 0 0,1 1-1 0 0,0-1 1 0 0,-1 1-1 0 0,1-1 1 0 0,0 1-1 0 0,0-1 1 0 0,0 0-1 0 0,0 1 1 0 0,-1-1-1 0 0,1 1 1 0 0,0-1-1 0 0,0 0 1 0 0,0 1-1 0 0,0-2 1 0 0,-1-22 16 0 0,4 6-21 0 0,1 1 1 0 0,1 0-1 0 0,0 1 0 0 0,1-1 0 0 0,1 1 0 0 0,1 0 0 0 0,9-16 0 0 0,2 3-13 0 0,0 1 1 0 0,40-44-1 0 0,-43 56 7 0 0,1 0 0 0 0,0 1 0 0 0,31-21 1 0 0,-36 29 0 0 0,-1 0 1 0 0,1 0 0 0 0,1 1-1 0 0,-1 1 1 0 0,1 0-1 0 0,0 1 1 0 0,19-4 0 0 0,-27 7 4 0 0,0 0 0 0 0,0 1 0 0 0,-1 0 0 0 0,1-1 0 0 0,0 2 0 0 0,0-1 0 0 0,0 0 0 0 0,0 1 0 0 0,-1 0 0 0 0,1 0 0 0 0,0 1 0 0 0,-1-1 0 0 0,1 1 0 0 0,-1 0 0 0 0,1 0 0 0 0,-1 1 0 0 0,0-1-1 0 0,0 1 1 0 0,0 0 0 0 0,0 0 0 0 0,-1 0 0 0 0,1 1 0 0 0,-1-1 0 0 0,0 1 0 0 0,0 0 0 0 0,3 5 0 0 0,-1-2 4 0 0,-1 1 0 0 0,-1 0 0 0 0,0 0-1 0 0,0 0 1 0 0,0 1 0 0 0,-1-1 0 0 0,-1 1-1 0 0,1-1 1 0 0,-1 1 0 0 0,-1 0 0 0 0,1-1 0 0 0,-2 1-1 0 0,-1 16 1 0 0,-7 28 27 0 0,3-26-82 0 0,2 0 1 0 0,-1 34-1 0 0,5-59-72 0 0,0 1 1 0 0,0 0 0 0 0,0 0 0 0 0,0-1-1 0 0,1 1 1 0 0,-1 0 0 0 0,1-1-1 0 0,0 1 1 0 0,-1-1 0 0 0,2 1 0 0 0,-1-1-1 0 0,0 1 1 0 0,0-1 0 0 0,1 0 0 0 0,-1 1-1 0 0,1-1 1 0 0,0 0 0 0 0,-1 0-1 0 0,5 3 1 0 0,-3-3-122 0 0,1 0 0 0 0,-1 0 0 0 0,1 0-1 0 0,-1 0 1 0 0,1-1 0 0 0,0 0 0 0 0,0 0-1 0 0,-1 0 1 0 0,1 0 0 0 0,0-1 0 0 0,0 1-1 0 0,5-1 1 0 0,4-1-700 0 0,0 0-1 0 0,1 0 1 0 0,-1-2 0 0 0,-1 1-1 0 0,1-2 1 0 0,0 0 0 0 0,13-6-1 0 0,3-3-1721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2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149 861 2176 0 0,'34'-45'4896'0'0,"-32"42"-4468"0"0,0-1-1 0 0,0 0 0 0 0,0 0 0 0 0,0 0 1 0 0,-1 0-1 0 0,1 0 0 0 0,-1 0 1 0 0,0-1-1 0 0,0-8 0 0 0,0 13-395 0 0,-1-1 1 0 0,0 1-1 0 0,0-1 0 0 0,0 0 0 0 0,0 1 1 0 0,0-1-1 0 0,0 1 0 0 0,0-1 1 0 0,-1 0-1 0 0,1 1 0 0 0,0-1 0 0 0,0 1 1 0 0,0-1-1 0 0,0 1 0 0 0,-1-1 1 0 0,1 1-1 0 0,0-1 0 0 0,-1 1 0 0 0,1-1 1 0 0,0 1-1 0 0,-1-1 0 0 0,1 1 1 0 0,-1-1-1 0 0,1 1 0 0 0,0 0 0 0 0,-1-1 1 0 0,1 1-1 0 0,-1 0 0 0 0,1-1 1 0 0,-1 1-1 0 0,1 0 0 0 0,-1 0 0 0 0,0-1 1 0 0,1 1-1 0 0,-1 0 0 0 0,1 0 0 0 0,-1 0 1 0 0,1 0-1 0 0,-1 0 0 0 0,0 0 1 0 0,1 0-1 0 0,-1 0 0 0 0,1 0 0 0 0,-1 0 1 0 0,-1 0-1 0 0,-19 9 288 0 0,9 0-123 0 0,0 1 1 0 0,1 0-1 0 0,0 1 0 0 0,1 0 1 0 0,1 0-1 0 0,-13 19 0 0 0,6-4-23 0 0,1 1 0 0 0,-13 30 0 0 0,25-51-151 0 0,1 0-1 0 0,0 0 1 0 0,0 1-1 0 0,0-1 1 0 0,1 0-1 0 0,0 1 1 0 0,0-1-1 0 0,0 1 1 0 0,1 6-1 0 0,0-10-13 0 0,1-1 0 0 0,-1 1 0 0 0,1-1 0 0 0,-1 1 0 0 0,1-1 0 0 0,0 0 0 0 0,0 1 0 0 0,0-1 1 0 0,0 0-1 0 0,0 0 0 0 0,0 0 0 0 0,1 0 0 0 0,-1 0 0 0 0,1 0 0 0 0,0 0 0 0 0,-1 0 0 0 0,1-1 0 0 0,0 1 0 0 0,0-1 0 0 0,0 1 0 0 0,0-1 0 0 0,0 0 0 0 0,0 0 0 0 0,1 0 0 0 0,-1 0 0 0 0,4 1 0 0 0,4 1 1 0 0,0-1 0 0 0,0 0 0 0 0,0-1-1 0 0,0 0 1 0 0,1-1 0 0 0,-1 0 0 0 0,0-1 0 0 0,0 0-1 0 0,0 0 1 0 0,0-1 0 0 0,0 0 0 0 0,0-1 0 0 0,-1 0-1 0 0,12-5 1 0 0,-5 0-6 0 0,0 1 0 0 0,-1-2 0 0 0,0 0-1 0 0,0-1 1 0 0,-1 0 0 0 0,0-1 0 0 0,16-17-1 0 0,-19 16-2 0 0,-1-1 0 0 0,0 0 0 0 0,-1-1 0 0 0,0 0 0 0 0,-1-1 0 0 0,-1 1-1 0 0,10-29 1 0 0,-13 32 0 0 0,-1 0-1 0 0,0 0 1 0 0,0-1-1 0 0,-2 1 1 0 0,1-1-1 0 0,-1 1 1 0 0,-1-1-1 0 0,0 0 1 0 0,-1 1-1 0 0,0-1 1 0 0,-5-20-1 0 0,5 28-2 0 0,-1 0 1 0 0,1 0-1 0 0,-1-1 0 0 0,0 1 1 0 0,0 0-1 0 0,0 0 0 0 0,-1 1 1 0 0,1-1-1 0 0,-1 0 0 0 0,0 1 0 0 0,0 0 1 0 0,0-1-1 0 0,-1 1 0 0 0,1 1 1 0 0,-1-1-1 0 0,1 0 0 0 0,-1 1 1 0 0,0 0-1 0 0,-8-4 0 0 0,-13-1-5 0 0,18 7 3 0 0,2 1 0 0 0,0-1 3 0 0,0 0-1 0 0,0 1 1 0 0,0-1 0 0 0,0 1 0 0 0,1 1 0 0 0,-1-1 0 0 0,0 1 0 0 0,1-1-1 0 0,-1 1 1 0 0,1 0 0 0 0,-1 1 0 0 0,1-1 0 0 0,0 1 0 0 0,0 0-1 0 0,0 0 1 0 0,1 0 0 0 0,-1 1 0 0 0,1-1 0 0 0,-1 1 0 0 0,1 0 0 0 0,0 0-1 0 0,-2 5 1 0 0,2-6 1 0 0,1 1 1 0 0,1 0-1 0 0,-1-1 0 0 0,0 1 0 0 0,1 0 0 0 0,0 0 1 0 0,0 0-1 0 0,0 0 0 0 0,0 0 0 0 0,1 0 0 0 0,-1 7 1 0 0,2-8 0 0 0,-1-1 0 0 0,0 1 0 0 0,1 0 0 0 0,0-1 0 0 0,-1 1 1 0 0,1-1-1 0 0,0 1 0 0 0,0-1 0 0 0,0 1 0 0 0,1-1 0 0 0,-1 0 1 0 0,1 1-1 0 0,-1-1 0 0 0,1 0 0 0 0,0 0 0 0 0,0 0 0 0 0,0 0 1 0 0,3 2-1 0 0,4 2-152 0 0,1 0 0 0 0,0-1 0 0 0,0 0 0 0 0,1-1 1 0 0,-1 0-1 0 0,1 0 0 0 0,0-1 0 0 0,0-1 0 0 0,0 0 1 0 0,1 0-1 0 0,-1-1 0 0 0,0-1 0 0 0,1 0 0 0 0,16-2 0 0 0,-2-1-97 0 0,1-1 0 0 0,-1-1-1 0 0,0-1 1 0 0,0-2 0 0 0,27-11-1 0 0,-26 7 197 0 0,-1-2 0 0 0,-1-1 0 0 0,0-1-1 0 0,-1-1 1 0 0,0 0 0 0 0,-2-2-1 0 0,0-1 1 0 0,-1-1 0 0 0,-2-1-1 0 0,0 0 1 0 0,18-28 0 0 0,0-9 570 0 0,-2-1 0 0 0,-3-1 0 0 0,38-103 0 0 0,-15 12 2505 0 0,-49 133-2582 0 0,-9 22-111 0 0,-13 27 83 0 0,-80 189 941 0 0,54-119-940 0 0,-63 161 267 0 0,87-207-572 0 0,2 0 0 0 0,-16 108 0 0 0,31-154-92 0 0,0 0 1 0 0,1 0 0 0 0,0-1-1 0 0,0 1 1 0 0,0 0-1 0 0,1 0 1 0 0,1-1-1 0 0,-1 1 1 0 0,4 9 0 0 0,-4-14-35 0 0,1 0 0 0 0,-1 0 1 0 0,1 0-1 0 0,0 0 1 0 0,0-1-1 0 0,0 1 1 0 0,0 0-1 0 0,0-1 0 0 0,1 0 1 0 0,-1 1-1 0 0,1-1 1 0 0,-1 0-1 0 0,1 0 1 0 0,0 0-1 0 0,0-1 0 0 0,0 1 1 0 0,0-1-1 0 0,0 1 1 0 0,0-1-1 0 0,1 0 1 0 0,-1 0-1 0 0,0-1 0 0 0,4 1 1 0 0,3 0-340 0 0,0 0 1 0 0,1-1-1 0 0,-1 0 0 0 0,0-1 1 0 0,0 0-1 0 0,0 0 1 0 0,0-2-1 0 0,0 1 0 0 0,0-1 1 0 0,-1 0-1 0 0,11-6 1 0 0,-2 1-1289 0 0,0-2 1 0 0,-2 0 0 0 0,1-1 0 0 0,27-24 0 0 0,-10 3-3584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2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32 564 0 0,'-27'-1'3009'0'0,"0"1"0"0"0,-46 6-1 0 0,-52 16 1621 0 0,46-7-2723 0 0,78-15-1892 0 0,1 0-1 0 0,-1 0 1 0 0,1 0-1 0 0,-1 0 1 0 0,1 0-1 0 0,-1 0 1 0 0,1 1-1 0 0,-1-1 1 0 0,1 0-1 0 0,0 0 1 0 0,-1 0-1 0 0,1 1 1 0 0,-1-1-1 0 0,1 0 1 0 0,0 1-1 0 0,-1-1 1 0 0,1 0-1 0 0,0 1 1 0 0,-1-1-1 0 0,1 0 1 0 0,0 1-1 0 0,0-1 1 0 0,-1 1-1 0 0,1-1 1 0 0,0 1-1 0 0,0 0-4 0 0,0-1 0 0 0,-1 0 1 0 0,1 0-1 0 0,0 1 0 0 0,0-1 0 0 0,0 0 0 0 0,0 1 0 0 0,-1-1 0 0 0,1 0 0 0 0,0 0 0 0 0,0 1 1 0 0,0-1-1 0 0,-1 0 0 0 0,1 0 0 0 0,0 0 0 0 0,0 1 0 0 0,-1-1 0 0 0,1 0 0 0 0,0 0 1 0 0,-1 0-1 0 0,1 0 0 0 0,0 0 0 0 0,-1 1 0 0 0,1-1 0 0 0,0 0 0 0 0,-1 0 0 0 0,1 0 1 0 0,0 0-5 0 0,0 0 0 0 0,0 0 1 0 0,0 0-1 0 0,1 0 1 0 0,-1 0-1 0 0,0 0 1 0 0,0 0-1 0 0,0 0 0 0 0,0 0 1 0 0,1 0-1 0 0,-1 0 1 0 0,0 0-1 0 0,0 0 1 0 0,0 0-1 0 0,0 0 1 0 0,1 0-1 0 0,-1 0 0 0 0,0 0 1 0 0,0 0-1 0 0,0 0 1 0 0,0 0-1 0 0,0 0 1 0 0,1 1-1 0 0,-1-1 1 0 0,0 0-1 0 0,0 0 0 0 0,0 0 1 0 0,0 0-1 0 0,0 0 1 0 0,0 0-1 0 0,0 1 1 0 0,1-1-1 0 0,-1 0 0 0 0,0 0 1 0 0,0 0-1 0 0,0 0 1 0 0,0 1-1 0 0,0-1 1 0 0,0 1-1 0 0,0-1 0 0 0,1 0 0 0 0,-1 1 0 0 0,0-1 0 0 0,0 1 0 0 0,1-1 0 0 0,-1 1 0 0 0,0-1 0 0 0,1 0 0 0 0,-1 1 1 0 0,0-1-1 0 0,1 0 0 0 0,-1 1 0 0 0,1-1 0 0 0,-1 0 0 0 0,1 1 0 0 0,-1-1 0 0 0,1 0 0 0 0,-1 0 0 0 0,0 0 0 0 0,1 0 0 0 0,-1 1 1 0 0,1-1-1 0 0,-1 0 0 0 0,1 0 0 0 0,0 0 0 0 0,-1 0 0 0 0,1 0 0 0 0,-1 0 0 0 0,1 0 0 0 0,0 0 0 0 0,38 0-30 0 0,-1-1 0 0 0,74-12-1 0 0,83-27-2994 0 0,-143 28 1489 0 0,13-3-2503 0 0,0-1-2007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3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1127 684 0 0,'-3'2'2436'0'0,"-20"13"4674"0"0,24-14-7020 0 0,-1-1 0 0 0,1 1 0 0 0,0-1 0 0 0,-1 0 0 0 0,1 1 0 0 0,-1-1 0 0 0,1 1 0 0 0,0-1 0 0 0,-1 0 0 0 0,1 0 0 0 0,0 1 0 0 0,-1-1 0 0 0,1 0 0 0 0,0 0 0 0 0,-1 0 0 0 0,1 0 0 0 0,0 0 0 0 0,1 0 0 0 0,61-22 676 0 0,0-4-1 0 0,-2-2 0 0 0,103-65 0 0 0,-119 62-665 0 0,0-2 0 0 0,-3-1 1 0 0,0-2-1 0 0,-3-2 0 0 0,41-50 0 0 0,-50 47-60 0 0,-1 0 1 0 0,-3-2-1 0 0,-1-1 0 0 0,28-70 1 0 0,-24 37 373 0 0,38-158 1 0 0,-59 203-256 0 0,-3 16-108 0 0,-2 1 1 0 0,0-1 0 0 0,1-21 0 0 0,-4 37-51 0 0,1-1-1 0 0,-1 1 1 0 0,0 0 0 0 0,0 0-1 0 0,0-1 1 0 0,0 1 0 0 0,0 0-1 0 0,0-1 1 0 0,0 1 0 0 0,0 0-1 0 0,0 0 1 0 0,0-1 0 0 0,0 1-1 0 0,-1 0 1 0 0,1 0 0 0 0,0-1-1 0 0,0 1 1 0 0,0 0 0 0 0,0 0-1 0 0,0-1 1 0 0,0 1 0 0 0,-1 0-1 0 0,1 0 1 0 0,0-1 0 0 0,0 1-1 0 0,0 0 1 0 0,-1 0 0 0 0,1 0-1 0 0,0-1 1 0 0,0 1 0 0 0,-1 0-1 0 0,1 0 1 0 0,0 0 0 0 0,0 0-1 0 0,-1 0 1 0 0,1 0 0 0 0,0 0-1 0 0,0-1 1 0 0,-1 1 0 0 0,1 0-1 0 0,0 0 1 0 0,-1 0 0 0 0,1 0-1 0 0,0 0 1 0 0,0 0 0 0 0,-1 0-1 0 0,1 0 1 0 0,0 1 0 0 0,-1-1-1 0 0,1 0 1 0 0,0 0 0 0 0,0 0-1 0 0,-1 0 1 0 0,1 0 0 0 0,0 0-1 0 0,-1 1 1 0 0,-12 7 8 0 0,2 5-13 0 0,0 0 1 0 0,0 1 0 0 0,1 0 0 0 0,1 1-1 0 0,-13 26 1 0 0,8-15 3 0 0,-103 194 8 0 0,-103 277 0 0 0,163-339 24 0 0,-36 168-1 0 0,-7 172-7 0 0,45-81 84 0 0,14-86 78 0 0,32-288-121 0 0,9-41-43 0 0,-3-3-4 0 0,1 0-16 0 0,0-1 0 0 0,0 1 0 0 0,0-1-1 0 0,0 1 1 0 0,1-1 0 0 0,-1 0 0 0 0,1 1-1 0 0,-1-1 1 0 0,1 0 0 0 0,-1 0 0 0 0,1 0-1 0 0,0 0 1 0 0,0-1 0 0 0,0 1 0 0 0,0 0-1 0 0,-1-5 1 0 0,-11-46-3 0 0,11 40-5 0 0,-21-101 0 0 0,5-1-1 0 0,6 0 1 0 0,4-1 0 0 0,6 0 0 0 0,17-166 0 0 0,-7 225-8 0 0,2 0 0 0 0,2 1 0 0 0,4 0 1 0 0,1 1-1 0 0,3 1 0 0 0,29-56 0 0 0,-29 72 4 0 0,2 1-1 0 0,2 1 0 0 0,1 1 1 0 0,1 2-1 0 0,2 0 0 0 0,1 2 0 0 0,2 1 1 0 0,64-49-1 0 0,-66 59-2 0 0,1 1 0 0 0,0 1 0 0 0,2 2 1 0 0,0 1-1 0 0,1 1 0 0 0,51-14 0 0 0,-67 24 6 0 0,0 0 0 0 0,1 1 0 0 0,-1 0 0 0 0,1 2 0 0 0,0 0 0 0 0,0 1 0 0 0,-1 1 0 0 0,1 0 0 0 0,0 2 0 0 0,-1 0 0 0 0,1 1 0 0 0,-1 0 0 0 0,0 2 0 0 0,30 13 0 0 0,-41-16 8 0 0,0 0 0 0 0,0 1 0 0 0,0 0-1 0 0,0 0 1 0 0,-1 1 0 0 0,1-1 0 0 0,-1 1 0 0 0,0 0-1 0 0,-1 1 1 0 0,1-1 0 0 0,5 11 0 0 0,-7-11 0 0 0,-1-1 1 0 0,0 1 0 0 0,-1 0-1 0 0,1 0 1 0 0,-1 0 0 0 0,0 0-1 0 0,0 0 1 0 0,-1 1-1 0 0,0-1 1 0 0,1 0 0 0 0,-2 0-1 0 0,1 0 1 0 0,-1 0 0 0 0,1 0-1 0 0,-1 1 1 0 0,-3 6 0 0 0,-1 2 4 0 0,-1-1 1 0 0,0 0-1 0 0,-1 0 1 0 0,0-1 0 0 0,-1 0-1 0 0,0 0 1 0 0,-1 0-1 0 0,0-1 1 0 0,-1-1 0 0 0,0 0-1 0 0,-18 14 1 0 0,8-9 15 0 0,0-1 1 0 0,0-1-1 0 0,-2-1 1 0 0,1-1-1 0 0,-1 0 1 0 0,-24 7-1 0 0,42-17-46 0 0,0 0 0 0 0,0 1-1 0 0,0-1 1 0 0,0-1 0 0 0,0 1-1 0 0,0-1 1 0 0,0 1 0 0 0,0-1 0 0 0,0 0-1 0 0,0 0 1 0 0,0-1 0 0 0,0 1-1 0 0,0-1 1 0 0,0 0 0 0 0,-5-2 0 0 0,8 3-34 0 0,0-1 0 0 0,1 1 1 0 0,-1-1-1 0 0,0 1 0 0 0,1-1 1 0 0,-1 1-1 0 0,0-1 0 0 0,1 1 1 0 0,-1-1-1 0 0,1 0 0 0 0,-1 1 1 0 0,1-1-1 0 0,0 0 0 0 0,-1 0 1 0 0,1 1-1 0 0,0-1 1 0 0,-1 0-1 0 0,1 0 0 0 0,0 1 1 0 0,0-1-1 0 0,-1 0 0 0 0,1 0 1 0 0,0 0-1 0 0,0 1 0 0 0,0-1 1 0 0,0 0-1 0 0,0 0 0 0 0,0 0 1 0 0,1 0-1 0 0,-1 1 0 0 0,0-1 1 0 0,0 0-1 0 0,0 0 0 0 0,1 0 1 0 0,0-3-246 0 0,0 1-1 0 0,1 0 1 0 0,-1 0 0 0 0,1 0 0 0 0,-1 0-1 0 0,4-5 1 0 0,3 1-780 0 0,-1 0 0 0 0,1 0 1 0 0,1 0-1 0 0,13-8 0 0 0,-11 8-509 0 0,13-8-1869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4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359 114 2608 0 0,'7'-6'1287'0'0,"-1"-1"0"0"0,0 0 0 0 0,0 0-1 0 0,-1 0 1 0 0,1 0 0 0 0,7-17 0 0 0,-12 23-1218 0 0,-1 0 0 0 0,1 0 0 0 0,-1 0 0 0 0,1 0 0 0 0,-1 0 0 0 0,0 0 0 0 0,1-1 0 0 0,-1 1 0 0 0,0 0 0 0 0,0 0 0 0 0,0 0 0 0 0,0-1 0 0 0,0 1 0 0 0,0 0 0 0 0,0 0 0 0 0,0-1 0 0 0,0 1 0 0 0,0 0 0 0 0,-1 0 0 0 0,1 0 0 0 0,-1 0 0 0 0,1-1 0 0 0,-1 1 0 0 0,1 0 0 0 0,-1 0 0 0 0,1 0 0 0 0,-1 0 0 0 0,0 0 0 0 0,0 0 0 0 0,0 0 0 0 0,-1-1 0 0 0,0 1-21 0 0,0 0 0 0 0,1-1-1 0 0,-1 1 1 0 0,0 0 0 0 0,-1 0 0 0 0,1 0 0 0 0,0 0 0 0 0,0 0 0 0 0,0 1 0 0 0,-3-1 0 0 0,1 1-1 0 0,-1 0 1 0 0,0 0 0 0 0,1 1 0 0 0,-1-1-1 0 0,1 1 1 0 0,0 0 0 0 0,-1 1-1 0 0,1-1 1 0 0,0 1 0 0 0,-8 4 0 0 0,-38 26 242 0 0,41-26-231 0 0,-21 15 27 0 0,1 2-1 0 0,1 0 0 0 0,1 2 0 0 0,1 1 1 0 0,1 1-1 0 0,2 1 0 0 0,-27 43 0 0 0,46-66-73 0 0,1 0 0 0 0,1 1 0 0 0,-1 0 0 0 0,1-1 0 0 0,0 1 0 0 0,0 0 0 0 0,0 0 0 0 0,1 0 0 0 0,0 0 0 0 0,0 11 0 0 0,1-14-6 0 0,0 0 0 0 0,1-1 0 0 0,-1 1 1 0 0,1 0-1 0 0,0-1 0 0 0,0 1 0 0 0,0-1 1 0 0,0 1-1 0 0,0-1 0 0 0,1 1 1 0 0,-1-1-1 0 0,1 0 0 0 0,-1 0 0 0 0,1 1 1 0 0,0-1-1 0 0,0 0 0 0 0,0-1 1 0 0,0 1-1 0 0,0 0 0 0 0,0 0 0 0 0,0-1 1 0 0,1 0-1 0 0,-1 1 0 0 0,1-1 1 0 0,-1 0-1 0 0,5 1 0 0 0,1 1 0 0 0,0-1 0 0 0,0 0 0 0 0,0-1 0 0 0,0 0 0 0 0,1 0 0 0 0,-1 0 0 0 0,0-1 1 0 0,1-1-1 0 0,-1 1 0 0 0,0-1 0 0 0,1-1 0 0 0,-1 1 0 0 0,0-1 0 0 0,0-1 0 0 0,0 0 0 0 0,0 0 0 0 0,-1 0 0 0 0,12-7 0 0 0,-3-1-8 0 0,0 0 0 0 0,0 0 0 0 0,-1-1 0 0 0,0-1-1 0 0,-1-1 1 0 0,22-27 0 0 0,31-57 59 0 0,-28 38-71 0 0,-38 58 9 0 0,-9 17 0 0 0,-13 27 22 0 0,9-22-5 0 0,2 0-1 0 0,0 1 1 0 0,2 0-1 0 0,0 0 0 0 0,1 0 1 0 0,-5 30-1 0 0,12-48-113 0 0,0 0 1 0 0,-1 0-1 0 0,1 0 0 0 0,0 0 0 0 0,1 0 0 0 0,-1 0 1 0 0,0 0-1 0 0,1-1 0 0 0,0 1 0 0 0,0 0 0 0 0,-1 0 1 0 0,2-1-1 0 0,-1 1 0 0 0,0 0 0 0 0,0-1 0 0 0,1 1 1 0 0,0-1-1 0 0,-1 0 0 0 0,1 1 0 0 0,0-1 0 0 0,0 0 0 0 0,0 0 1 0 0,0 0-1 0 0,1 0 0 0 0,-1-1 0 0 0,1 1 0 0 0,-1-1 1 0 0,1 1-1 0 0,-1-1 0 0 0,1 0 0 0 0,0 0 0 0 0,-1 0 1 0 0,5 1-1 0 0,8 2-725 0 0,0-1 1 0 0,-1-1-1 0 0,1 0 1 0 0,30-1-1 0 0,-29-1-459 0 0,0-1 0 0 0,17-3 0 0 0,3-4-1296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4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61 346 852 0 0,'71'-77'6855'0'0,"-64"68"-6117"0"0,-1 0 0 0 0,1-1 0 0 0,-1 0 0 0 0,-1 0 1 0 0,0 0-1 0 0,7-20 0 0 0,-12 29-721 0 0,0 1-1 0 0,0-1 1 0 0,0 1 0 0 0,0 0 0 0 0,0-1-1 0 0,0 1 1 0 0,0-1 0 0 0,0 1 0 0 0,0 0-1 0 0,0-1 1 0 0,0 1 0 0 0,-1-1 0 0 0,1 1-1 0 0,0 0 1 0 0,0-1 0 0 0,0 1 0 0 0,0 0-1 0 0,-1-1 1 0 0,1 1 0 0 0,0 0 0 0 0,0-1-1 0 0,-1 1 1 0 0,1 0 0 0 0,0 0 0 0 0,0-1-1 0 0,-1 1 1 0 0,1 0 0 0 0,0 0 0 0 0,-1-1-1 0 0,1 1 1 0 0,0 0 0 0 0,-1 0 0 0 0,1 0-1 0 0,-1 0 1 0 0,1 0 0 0 0,0 0 0 0 0,-1-1-1 0 0,1 1 1 0 0,-1 0 0 0 0,0 0 1 0 0,-1 0 0 0 0,1 0 0 0 0,0 0 1 0 0,-1 0-1 0 0,1 0 0 0 0,0 0 0 0 0,-1 0 1 0 0,1 0-1 0 0,0 0 0 0 0,-1 1 0 0 0,1-1 0 0 0,-2 1 1 0 0,-2 2 12 0 0,0 0-1 0 0,-1 0 1 0 0,1 1 0 0 0,0 0 0 0 0,1-1 0 0 0,-1 2 0 0 0,1-1 0 0 0,0 0 0 0 0,0 1 0 0 0,0 0 0 0 0,0 0 0 0 0,1 0 0 0 0,-5 11 0 0 0,6-11-17 0 0,0-1 1 0 0,1 1-1 0 0,0-1 1 0 0,0 1-1 0 0,0 0 1 0 0,0-1-1 0 0,1 1 1 0 0,0 0 0 0 0,0 0-1 0 0,0-1 1 0 0,0 1-1 0 0,1 0 1 0 0,0 0-1 0 0,0-1 1 0 0,0 1-1 0 0,0-1 1 0 0,1 1 0 0 0,0-1-1 0 0,2 5 1 0 0,7 8 27 0 0,-1-1 0 0 0,21 22 0 0 0,-20-25-13 0 0,-1 0 0 0 0,0 0 0 0 0,9 17 0 0 0,-18-28 14 0 0,-1 0 1 0 0,1-1 0 0 0,0 1 0 0 0,0 0 0 0 0,-1 0-1 0 0,1-1 1 0 0,-1 1 0 0 0,1 0 0 0 0,-1 0 0 0 0,0 0-1 0 0,0 0 1 0 0,0 0 0 0 0,0-1 0 0 0,0 1 0 0 0,0 0-1 0 0,0 0 1 0 0,-1 0 0 0 0,1 0 0 0 0,-1-1 0 0 0,1 1-1 0 0,-1 0 1 0 0,0 0 0 0 0,1-1 0 0 0,-1 1 0 0 0,0 0-1 0 0,0-1 1 0 0,0 1 0 0 0,-3 2 0 0 0,-1 0 8 0 0,-1 0-1 0 0,1-1 1 0 0,-1 1 0 0 0,0-1 0 0 0,0 0-1 0 0,0-1 1 0 0,-1 1 0 0 0,1-1 0 0 0,-1 0-1 0 0,-10 1 1 0 0,-4-1 17 0 0,-41 0-1 0 0,50-2-29 0 0,11 0-41 0 0,1 1-1 0 0,-1-1 1 0 0,1 0-1 0 0,-1 0 0 0 0,1 0 1 0 0,0 0-1 0 0,-1 0 1 0 0,1 0-1 0 0,-1 0 1 0 0,1 0-1 0 0,-1 0 1 0 0,1-1-1 0 0,0 1 1 0 0,-1 0-1 0 0,1 0 0 0 0,-1 0 1 0 0,1 0-1 0 0,0 0 1 0 0,-1-1-1 0 0,1 1 1 0 0,0 0-1 0 0,-1 0 1 0 0,1-1-1 0 0,0 1 1 0 0,-1 0-1 0 0,1-1 0 0 0,0 1 1 0 0,0 0-1 0 0,-1-1 1 0 0,1 1-1 0 0,0 0 1 0 0,0-1-1 0 0,-1 1 1 0 0,1-1-1 0 0,0 1 1 0 0,0 0-1 0 0,0-1 1 0 0,0 1-1 0 0,0-1 0 0 0,0 1 1 0 0,0-1-1 0 0,0 1 1 0 0,0 0-1 0 0,0-1 1 0 0,0 1-1 0 0,0-1 1 0 0,0 1-1 0 0,0-1 1 0 0,0 1-1 0 0,0 0 0 0 0,0-1 1 0 0,1 1-1 0 0,-1-1 1 0 0,13-18-378 0 0,9-1-344 0 0,2 0 1 0 0,43-26-1 0 0,-13 9 251 0 0,104-72-101 0 0,-45 32 1253 0 0,122-107 0 0 0,-208 150-78 0 0,-30 32-519 0 0,3 1-80 0 0,0 1 0 0 0,0 0 0 0 0,0-1-1 0 0,0 1 1 0 0,0 0 0 0 0,0 0 0 0 0,-1-1-1 0 0,1 1 1 0 0,0 0 0 0 0,0 0 0 0 0,0-1-1 0 0,-1 1 1 0 0,1 0 0 0 0,0 0 0 0 0,0 0-1 0 0,-1-1 1 0 0,1 1 0 0 0,0 0 0 0 0,0 0-1 0 0,-1 0 1 0 0,1 0 0 0 0,0 0 0 0 0,0 0-1 0 0,-1-1 1 0 0,1 1 0 0 0,0 0 0 0 0,-1 0-1 0 0,1 0 1 0 0,0 0 0 0 0,-1 0 0 0 0,1 0 0 0 0,0 0-1 0 0,-1 0 1 0 0,-7 3 7 0 0,0 0 0 0 0,0 1 0 0 0,1 0 0 0 0,-1 0 1 0 0,1 0-1 0 0,0 1 0 0 0,0 0 0 0 0,0 1 0 0 0,0-1 0 0 0,-10 13 0 0 0,9-9-2 0 0,0 1 0 0 0,1-1-1 0 0,1 1 1 0 0,-1 1 0 0 0,1-1 0 0 0,1 1-1 0 0,-7 18 1 0 0,11-23 2 0 0,-1-1-1 0 0,1 1 1 0 0,1 0 0 0 0,-1 0-1 0 0,1-1 1 0 0,0 1 0 0 0,0 0-1 0 0,0 0 1 0 0,1 0 0 0 0,0 0-1 0 0,0-1 1 0 0,4 11 0 0 0,3 2 0 0 0,0 0 0 0 0,15 26 0 0 0,-13-29 132 0 0,-2 1 0 0 0,0 0 0 0 0,6 19 0 0 0,-13-33-61 0 0,-1 1 0 0 0,1 0 0 0 0,-1-1 0 0 0,1 1 0 0 0,-1 0 0 0 0,0-1 0 0 0,0 1-1 0 0,0 0 1 0 0,0-1 0 0 0,-1 1 0 0 0,1 0 0 0 0,-1-1 0 0 0,0 1 0 0 0,0-1 0 0 0,0 1 0 0 0,-1 3 0 0 0,-1-2-18 0 0,0 0 1 0 0,1 0-1 0 0,-1-1 1 0 0,0 1-1 0 0,-1 0 1 0 0,1-1-1 0 0,-1 0 1 0 0,-6 5-1 0 0,-3-1-10 0 0,0 1 1 0 0,0-2-1 0 0,-1 0 0 0 0,0 0 0 0 0,-15 3 0 0 0,2-2-216 0 0,0-1-1 0 0,0-2 0 0 0,0 0 0 0 0,-1-2 0 0 0,-38-2 1 0 0,42-2-1332 0 0,0 0 1 0 0,1-2-1 0 0,-39-10 1 0 0,36 5-2164 0 0,1-3-1528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5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1075 1908 0 0,'-10'10'1343'0'0,"0"0"0"0"0,0 0-1 0 0,1 1 1 0 0,1 0 0 0 0,0 1-1 0 0,0 0 1 0 0,-6 13 0 0 0,14-23-832 0 0,0-1-453 0 0,1 0-1 0 0,0-1 0 0 0,-1 1 1 0 0,1 0-1 0 0,0-1 1 0 0,0 1-1 0 0,-1-1 0 0 0,1 1 1 0 0,0-1-1 0 0,0 1 1 0 0,0-1-1 0 0,0 1 0 0 0,0-1 1 0 0,0 0-1 0 0,0 1 1 0 0,0-1-1 0 0,0 0 0 0 0,0 0 1 0 0,0 0-1 0 0,0 0 0 0 0,0 0 1 0 0,0 0-1 0 0,0 0 1 0 0,0 0-1 0 0,0 0 0 0 0,0-1 1 0 0,0 1-1 0 0,0 0 1 0 0,-1-1-1 0 0,1 1 0 0 0,0 0 1 0 0,2-2-1 0 0,34-17 341 0 0,-32 16-246 0 0,35-22-40 0 0,-2-2-1 0 0,0-1 0 0 0,-2-2 0 0 0,-2-1 0 0 0,-1-2 0 0 0,-1-2 1 0 0,-2 0-1 0 0,-1-2 0 0 0,39-66 0 0 0,-22 18-84 0 0,-3-2 0 0 0,-4-1-1 0 0,45-153 1 0 0,-11-18-26 0 0,-73 259-4 0 0,1-1 0 0 0,-1 0 0 0 0,0 0 0 0 0,0 1 0 0 0,1-1 0 0 0,-1 0 0 0 0,0 0 0 0 0,0 0 1 0 0,0 0-1 0 0,0 1 0 0 0,0-1 0 0 0,0 0 0 0 0,0 0 0 0 0,0 0 0 0 0,0 0 0 0 0,0 1 0 0 0,0-1 0 0 0,-1-2 0 0 0,-9 10-14 0 0,-13 25 7 0 0,-117 255 17 0 0,48-92 140 0 0,69-144-26 0 0,23-49-222 0 0,-5-12-3734 0 0,4 10 3662 0 0,1-1 0 0 0,0-2 0 0 0,2-54-6748 0 0,-2 40 3684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0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17 1812 0 0,'13'-4'2743'0'0,"-1"-2"612"0"0,-12 5-3159 0 0,1 1-1 0 0,0-1 1 0 0,-1 1-1 0 0,1-1 1 0 0,0 1 0 0 0,-1-1-1 0 0,1 1 1 0 0,0 0-1 0 0,-1-1 1 0 0,1 1-1 0 0,0 0 1 0 0,0 0-1 0 0,-1-1 1 0 0,1 1 0 0 0,0 0-1 0 0,0 0 1 0 0,0 0-1 0 0,-1 0 1 0 0,1 0-1 0 0,0 0 1 0 0,1 0-1 0 0,-1 0-188 0 0,-1 1 0 0 0,1-1 0 0 0,-1 0 0 0 0,1 0 0 0 0,-1 0 0 0 0,0 1 0 0 0,1-1 0 0 0,-1 0 0 0 0,1 0 0 0 0,-1 1 0 0 0,0-1 0 0 0,1 0 0 0 0,-1 1 0 0 0,0-1 0 0 0,1 0 0 0 0,-1 1 0 0 0,0-1 0 0 0,0 0 0 0 0,1 1 0 0 0,-1-1 0 0 0,0 1 0 0 0,0-1 0 0 0,0 1 0 0 0,0-1 0 0 0,1 1 0 0 0,-1-1 0 0 0,0 0 0 0 0,0 1 0 0 0,0 0 0 0 0,-6 14 288 0 0,2-7-294 0 0,-32 78 298 0 0,4 1 0 0 0,-30 135 0 0 0,8 32 2 0 0,44-184-173 0 0,-3 118 0 0 0,13-169-97 0 0,1 1 0 0 0,0-1-1 0 0,1 0 1 0 0,2 0 0 0 0,0 0 0 0 0,7 21-1 0 0,-9-33-18 0 0,1-1-1 0 0,-1 0 0 0 0,1 0 1 0 0,1 0-1 0 0,-1 0 0 0 0,1 0 0 0 0,0-1 1 0 0,1 0-1 0 0,-1 0 0 0 0,1 0 1 0 0,0 0-1 0 0,0-1 0 0 0,1 1 1 0 0,-1-1-1 0 0,1-1 0 0 0,0 1 0 0 0,0-1 1 0 0,0 0-1 0 0,0 0 0 0 0,12 2 1 0 0,-4-2-83 0 0,1 0 0 0 0,-1-1-1 0 0,1-1 1 0 0,-1-1 0 0 0,1 0 0 0 0,-1-1 0 0 0,1 0 0 0 0,14-4 0 0 0,-3-1-675 0 0,-1 0 0 0 0,0-2 0 0 0,38-17 0 0 0,17-17-3893 0 0,-44 19 681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189 166 404 0 0,'-185'-8'10892'0'0,"182"8"-10101"0"0,5-1-625 0 0,44-9 2 0 0,-1 2 0 0 0,51-3 0 0 0,-5 1-101 0 0,-50 5-239 0 0,166-28-1182 0 0,-162 23-598 0 0,0-2 0 0 0,64-25 0 0 0,-66 17-1086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38 2052 0 0,'-1'-3'1557'0'0,"-1"-4"-555"0"0,-5-14 1713 0 0,7 21-2645 0 0,0-1 0 0 0,0 1 0 0 0,-1 0-1 0 0,1-1 1 0 0,0 1 0 0 0,0-1 0 0 0,0 1 0 0 0,-1 0 0 0 0,1-1 0 0 0,0 1 0 0 0,0 0-1 0 0,-1 0 1 0 0,1-1 0 0 0,0 1 0 0 0,0 0 0 0 0,-1 0 0 0 0,1-1 0 0 0,0 1 0 0 0,-1 0-1 0 0,1 0 1 0 0,-1 0 0 0 0,1 0 0 0 0,0-1 0 0 0,-1 1 0 0 0,1 0 0 0 0,0 0 0 0 0,-1 0 0 0 0,1 0-1 0 0,-1 0 1 0 0,1 0 0 0 0,0 0 0 0 0,-1 0 0 0 0,1 0 0 0 0,-1 0 0 0 0,1 0 0 0 0,0 0-1 0 0,-1 0 1 0 0,1 1 0 0 0,0-1 0 0 0,-1 0 0 0 0,0 1-39 0 0,0 0 1 0 0,1 0-1 0 0,-1 0 0 0 0,1 0 1 0 0,-1 0-1 0 0,1 0 1 0 0,-1 0-1 0 0,1 0 0 0 0,0 0 1 0 0,-1 0-1 0 0,1 0 0 0 0,0 0 1 0 0,0 0-1 0 0,0 0 1 0 0,0 0-1 0 0,0 0 0 0 0,0 1 1 0 0,0 1 54 0 0,-26 255 1677 0 0,16-120-1532 0 0,4-79-161 0 0,-34 269 199 0 0,32-283-212 0 0,3-9 656 0 0,-12 36-1 0 0,17-71-651 0 0,-1 1 0 0 0,1-1-1 0 0,-1 0 1 0 0,1 1 0 0 0,-1-1-1 0 0,1 0 1 0 0,-1 1 0 0 0,0-1 0 0 0,0 0-1 0 0,1 0 1 0 0,-1 0 0 0 0,0 0-1 0 0,-1 1 1 0 0,1-2-43 0 0,1 1 1 0 0,-1-1-1 0 0,1 0 1 0 0,0 0-1 0 0,-1 0 1 0 0,1 0-1 0 0,0 0 0 0 0,-1 1 1 0 0,1-1-1 0 0,-1 0 1 0 0,1 0-1 0 0,0 0 1 0 0,-1 0-1 0 0,1 0 1 0 0,-1 0-1 0 0,1 0 0 0 0,-1 0 1 0 0,1-1-1 0 0,0 1 1 0 0,-1 0-1 0 0,1 0 1 0 0,-1 0-1 0 0,1 0 1 0 0,0 0-1 0 0,-1-1 0 0 0,1 1 1 0 0,0 0-1 0 0,-1-1 1 0 0,0 0-3 0 0,-1-1 0 0 0,1 1 0 0 0,0-1-1 0 0,0 0 1 0 0,0 1 0 0 0,0-1 0 0 0,0 0 0 0 0,0 0 0 0 0,0 0 0 0 0,1 1 0 0 0,-1-1 0 0 0,1 0 0 0 0,-1 0 0 0 0,1 0-1 0 0,0 0 1 0 0,0 0 0 0 0,0-2 0 0 0,0-16 7 0 0,1 1-1 0 0,1 0 0 0 0,1-1 1 0 0,1 1-1 0 0,0 1 1 0 0,2-1-1 0 0,0 1 1 0 0,12-26-1 0 0,-12 32-22 0 0,0 1 0 0 0,1 0 0 0 0,0 1 0 0 0,0-1 1 0 0,1 2-1 0 0,1-1 0 0 0,0 1 0 0 0,0 0 0 0 0,1 1 0 0 0,0 0 0 0 0,0 0 0 0 0,1 1 0 0 0,20-10 1 0 0,-24 14-4 0 0,0 0 1 0 0,0 1-1 0 0,-1 0 1 0 0,1 0-1 0 0,1 1 1 0 0,-1 0-1 0 0,0 0 1 0 0,0 1-1 0 0,0-1 1 0 0,1 2-1 0 0,-1-1 1 0 0,0 1-1 0 0,0 0 1 0 0,0 0-1 0 0,0 1 1 0 0,0 0-1 0 0,0 1 1 0 0,-1-1-1 0 0,1 1 1 0 0,0 0 0 0 0,-1 1-1 0 0,0 0 1 0 0,10 7-1 0 0,-9-4 5 0 0,1-1-1 0 0,-2 1 1 0 0,1 0 0 0 0,-1 0-1 0 0,0 1 1 0 0,0 0 0 0 0,-1 0-1 0 0,0 0 1 0 0,-1 1 0 0 0,0 0-1 0 0,0 0 1 0 0,-1 0 0 0 0,0 0-1 0 0,0 0 1 0 0,-1 1 0 0 0,0-1-1 0 0,0 14 1 0 0,-2 12 251 0 0,-5 42-1 0 0,2-29-2335 0 0,1 2-5286 0 0,2-34 2218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1308 0 0,'24'-59'8930'0'0,"-23"59"-8854"0"0,0-1-1 0 0,0 0 1 0 0,0 0-1 0 0,0 1 1 0 0,0-1-1 0 0,1 1 1 0 0,-1-1-1 0 0,0 1 1 0 0,0-1-1 0 0,0 1 1 0 0,0 0-1 0 0,1 0 1 0 0,-1-1-1 0 0,0 1 1 0 0,0 0-1 0 0,0 0 0 0 0,1 0 1 0 0,-1 0-1 0 0,0 0 1 0 0,0 1-1 0 0,0-1 1 0 0,1 0-1 0 0,-1 1 1 0 0,0-1-1 0 0,0 0 1 0 0,0 1-1 0 0,2 1 1 0 0,3 1 23 0 0,1 2 0 0 0,-1-1 0 0 0,0 1 0 0 0,-1 0 0 0 0,1 0 0 0 0,-1 1 0 0 0,0-1 0 0 0,0 1 0 0 0,7 13 0 0 0,-5-7 12 0 0,-2-1 0 0 0,1 1-1 0 0,-1 1 1 0 0,-1-1-1 0 0,4 20 1 0 0,-5-16-28 0 0,0 1 0 0 0,-1 0 1 0 0,-1-1-1 0 0,-1 1 0 0 0,0 0 1 0 0,-1 0-1 0 0,-1-1 0 0 0,-1 1 0 0 0,-7 25 1 0 0,-24 63 3515 0 0,33-104-3554 0 0,1 0-1 0 0,0 0 1 0 0,0 0-1 0 0,-1-1 1 0 0,1 1 0 0 0,0 0-1 0 0,-1-1 1 0 0,1 1-1 0 0,-1 0 1 0 0,1-1-1 0 0,-1 1 1 0 0,1 0-1 0 0,-1-1 1 0 0,0 1-1 0 0,1-1 1 0 0,-2 1-1 0 0,2-1-22 0 0,0 0-1 0 0,-1 0 0 0 0,1 0 0 0 0,0 0 0 0 0,0 0 1 0 0,-1 0-1 0 0,1 0 0 0 0,0 0 0 0 0,-1 0 0 0 0,1 0 1 0 0,0 0-1 0 0,-1 0 0 0 0,1 0 0 0 0,0 0 0 0 0,0 0 1 0 0,-1 0-1 0 0,1-1 0 0 0,0 1 0 0 0,0 0 1 0 0,-1 0-1 0 0,1 0 0 0 0,0 0 0 0 0,0-1 0 0 0,0 1 1 0 0,-1 0-1 0 0,1 0 0 0 0,0-1 0 0 0,-1 0 6 0 0,0-1 1 0 0,0 1-1 0 0,0-1 0 0 0,1 0 0 0 0,-1 1 0 0 0,0-1 0 0 0,1 1 1 0 0,0-1-1 0 0,-1 0 0 0 0,1 1 0 0 0,0-4 0 0 0,1-6 0 0 0,1 0-1 0 0,0 0 1 0 0,0 1-1 0 0,2-1 1 0 0,-1 0-1 0 0,1 1 0 0 0,6-10 1 0 0,41-66-51 0 0,-36 64-333 0 0,1 1 1 0 0,1 0-1 0 0,1 2 1 0 0,1 0 0 0 0,40-32-1 0 0,-42 39-965 0 0,1 0 0 0 0,0 1-1 0 0,1 1 1 0 0,30-12 0 0 0,-10 13-3735 0 0,-21 5 965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25 2300 0 0,'1'0'233'0'0,"-1"1"0"0"0,0 0-1 0 0,0-1 1 0 0,0 1 0 0 0,0 0 0 0 0,0 0-1 0 0,0-1 1 0 0,0 1 0 0 0,0 0 0 0 0,0-1-1 0 0,0 1 1 0 0,0 0 0 0 0,0-1-1 0 0,0 1 1 0 0,-1 0 0 0 0,1-1 0 0 0,0 1-1 0 0,-1 0 1 0 0,1-1 0 0 0,0 1 0 0 0,-1 0-1 0 0,-1 1 699 0 0,1-1-698 0 0,-17 14 1333 0 0,11-9-1174 0 0,-19 17 80 0 0,2 2 1 0 0,1 0-1 0 0,0 2 0 0 0,3 1 0 0 0,0 0 0 0 0,1 1 0 0 0,-24 54 0 0 0,38-73-427 0 0,1 1 0 0 0,0 0-1 0 0,0 0 1 0 0,2 0-1 0 0,-1 0 1 0 0,0 13 0 0 0,2-22-35 0 0,1 1 1 0 0,0 0 0 0 0,0 0 0 0 0,0-1 0 0 0,0 1 0 0 0,0 0 0 0 0,1-1 0 0 0,-1 1 0 0 0,1 0-1 0 0,0-1 1 0 0,0 1 0 0 0,0-1 0 0 0,0 1 0 0 0,0-1 0 0 0,1 0 0 0 0,-1 1 0 0 0,1-1 0 0 0,-1 0-1 0 0,1 0 1 0 0,0 0 0 0 0,0 0 0 0 0,0 0 0 0 0,0 0 0 0 0,0-1 0 0 0,0 1 0 0 0,0-1 0 0 0,1 1-1 0 0,-1-1 1 0 0,1 0 0 0 0,-1 0 0 0 0,4 1 0 0 0,3 1 3 0 0,0-1 1 0 0,0 0-1 0 0,0-1 0 0 0,1 0 0 0 0,-1 0 0 0 0,0-1 1 0 0,1 0-1 0 0,-1-1 0 0 0,0 0 0 0 0,0 0 1 0 0,0-1-1 0 0,16-5 0 0 0,-14 3-5 0 0,0-1-1 0 0,0 0 0 0 0,0-1 1 0 0,-1 0-1 0 0,1-1 1 0 0,-2 0-1 0 0,1-1 1 0 0,-1 0-1 0 0,9-10 0 0 0,-8 7-7 0 0,0 0 0 0 0,-1-1 0 0 0,-1 0-1 0 0,0 0 1 0 0,-1-1 0 0 0,0 0 0 0 0,-1 0-1 0 0,0 0 1 0 0,-1-1 0 0 0,-1 0 0 0 0,0 0-1 0 0,-1 0 1 0 0,0-1 0 0 0,-2 1 0 0 0,1-1-1 0 0,-2-27 1 0 0,-1 33-3 0 0,0 0 1 0 0,-1 0-1 0 0,0 0 0 0 0,-1 1 1 0 0,1-1-1 0 0,-1 1 1 0 0,-1-1-1 0 0,0 1 0 0 0,0 0 1 0 0,-7-8-1 0 0,7 10-4 0 0,0 1 0 0 0,0 1 1 0 0,-1-1-1 0 0,0 1 0 0 0,0-1 0 0 0,0 1 1 0 0,0 1-1 0 0,-1-1 0 0 0,1 1 0 0 0,-1 0 0 0 0,0 0 1 0 0,0 1-1 0 0,0-1 0 0 0,-8-1 0 0 0,10 4-197 0 0,0-1 0 0 0,0 1 0 0 0,0 0 0 0 0,0 0 0 0 0,-1 0 0 0 0,1 1 0 0 0,0-1 0 0 0,0 1-1 0 0,0 0 1 0 0,0 0 0 0 0,0 1 0 0 0,0-1 0 0 0,0 1 0 0 0,0 0 0 0 0,1 0 0 0 0,-1 0 0 0 0,1 0-1 0 0,-5 5 1 0 0,7-7 43 0 0,1 0 0 0 0,-1 1-1 0 0,1-1 1 0 0,-1 0-1 0 0,1 1 1 0 0,0-1 0 0 0,-1 0-1 0 0,1 1 1 0 0,0-1-1 0 0,-1 1 1 0 0,1-1 0 0 0,0 1-1 0 0,0-1 1 0 0,-1 1-1 0 0,1-1 1 0 0,0 1 0 0 0,0-1-1 0 0,0 1 1 0 0,0-1-1 0 0,0 1 1 0 0,-1-1 0 0 0,1 1-1 0 0,0 0 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2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9 408 0 0,'3'-8'12256'0'0,"-32"87"-9691"0"0,17-49-2222 0 0,1 0 1 0 0,1 1 0 0 0,1 0-1 0 0,-7 55 1 0 0,16-82-325 0 0,0 0 0 0 0,-1 0 0 0 0,2 0 0 0 0,-1 1 0 0 0,0-1 0 0 0,1 0 0 0 0,0 0 0 0 0,0 0 0 0 0,0 0 0 0 0,0 0 0 0 0,1 0 0 0 0,-1 0 0 0 0,1-1 0 0 0,0 1 0 0 0,1 0 0 0 0,2 3 0 0 0,-3-5-10 0 0,0 1 0 0 0,1-1 1 0 0,-1 0-1 0 0,1 0 0 0 0,0-1 0 0 0,-1 1 0 0 0,1 0 0 0 0,0-1 0 0 0,0 0 0 0 0,0 0 0 0 0,0 0 1 0 0,0 0-1 0 0,0 0 0 0 0,1 0 0 0 0,-1-1 0 0 0,0 1 0 0 0,0-1 0 0 0,0 0 0 0 0,1 0 0 0 0,4-1 1 0 0,-2 0-8 0 0,0-1 0 0 0,0 1 0 0 0,0-1 0 0 0,0 0 0 0 0,0-1 0 0 0,0 0 0 0 0,-1 0 0 0 0,1 0 0 0 0,-1 0 1 0 0,0-1-1 0 0,0 0 0 0 0,0 0 0 0 0,0 0 0 0 0,-1-1 0 0 0,0 1 0 0 0,0-1 0 0 0,4-6 0 0 0,3-5 5 0 0,-1 0-1 0 0,0-1 0 0 0,-2-1 1 0 0,8-20-1 0 0,1 0 45 0 0,-11 25-6 0 0,0-1 0 0 0,0 0 1 0 0,3-17-1 0 0,3 1 143 0 0,-11 27-173 0 0,2-3-7 0 0,-3 6-7 0 0,0 0-1 0 0,0 0 1 0 0,0 0 0 0 0,0 0-1 0 0,0 0 1 0 0,0 0 0 0 0,0 0-1 0 0,0 0 1 0 0,1 0 0 0 0,-1 0-1 0 0,0 0 1 0 0,0 0 0 0 0,0 0-1 0 0,0 0 1 0 0,0 0 0 0 0,0 1 0 0 0,0-1-1 0 0,0 0 1 0 0,0 0 0 0 0,0 0-1 0 0,0 0 1 0 0,1-1 0 0 0,-1 1-1 0 0,0 0 1 0 0,0 0 0 0 0,0 0-1 0 0,0 0 1 0 0,0 0 0 0 0,0 0-1 0 0,0 0 1 0 0,0 0 0 0 0,0 0 0 0 0,0 0-1 0 0,0 0 1 0 0,0 0 0 0 0,1 0-1 0 0,-1 0 1 0 0,0 0 0 0 0,0 0-1 0 0,0 0 1 0 0,0 0 0 0 0,0 0-1 0 0,0 0 1 0 0,0-1 0 0 0,0 1-1 0 0,0 0 1 0 0,0 0 0 0 0,0 0 0 0 0,0 0-1 0 0,0 0 1 0 0,0 0 0 0 0,0 0-1 0 0,0 0 1 0 0,0 0 0 0 0,-2 28 276 0 0,-2 0 1 0 0,-1 0-1 0 0,-2 0 1 0 0,-18 51-1 0 0,-5 22-5 0 0,25-81-110 0 0,1-7-443 0 0,1 0-1 0 0,0 1 1 0 0,1-1-1 0 0,0 27 1 0 0,2-37 14 0 0,0 0 1 0 0,0 0 0 0 0,1 0-1 0 0,-1 0 1 0 0,1 0 0 0 0,0 0-1 0 0,0 0 1 0 0,0 0 0 0 0,0 0-1 0 0,0 0 1 0 0,1-1 0 0 0,0 1-1 0 0,-1 0 1 0 0,1-1 0 0 0,0 1-1 0 0,0-1 1 0 0,0 0 0 0 0,0 0-1 0 0,1 0 1 0 0,-1 0-1 0 0,1 0 1 0 0,-1 0 0 0 0,1 0-1 0 0,0-1 1 0 0,0 0 0 0 0,5 3-1 0 0,10 1-3350 0 0,3-2-1596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3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931 882 2056 0 0,'5'-8'735'0'0,"-1"1"0"0"0,0-1 0 0 0,0 0 0 0 0,0-1 0 0 0,-1 1-1 0 0,0-1 1 0 0,-1 1 0 0 0,1-1 0 0 0,-2 0 0 0 0,0 0 0 0 0,0 0 0 0 0,0 0 0 0 0,-1-11-1 0 0,-1 19-690 0 0,1 0-1 0 0,0 0 1 0 0,0 0-1 0 0,-1 0 0 0 0,1 0 1 0 0,-1 0-1 0 0,1 0 0 0 0,-1 0 1 0 0,1 0-1 0 0,-1 0 1 0 0,0 0-1 0 0,1 1 0 0 0,-1-1 1 0 0,0 0-1 0 0,1 0 0 0 0,-1 1 1 0 0,0-1-1 0 0,0 0 1 0 0,0 1-1 0 0,0-1 0 0 0,0 1 1 0 0,0-1-1 0 0,0 1 0 0 0,0 0 1 0 0,0-1-1 0 0,0 1 1 0 0,0 0-1 0 0,0 0 0 0 0,-1-1 1 0 0,-31 3 456 0 0,22 1-380 0 0,-1 0 0 0 0,1 1 0 0 0,-1 0 0 0 0,1 1 0 0 0,1 0 0 0 0,-1 0 0 0 0,-14 12 1 0 0,8-6-22 0 0,1 2 1 0 0,1 0-1 0 0,-22 24 1 0 0,31-30-75 0 0,0 0 0 0 0,0 0 0 0 0,0 0 0 0 0,1 1 0 0 0,0 0 0 0 0,0 0 0 0 0,1 1 0 0 0,0-1 0 0 0,1 1 0 0 0,0 0 0 0 0,0 0 0 0 0,1 0 0 0 0,0 0 0 0 0,-1 12 0 0 0,3-19-17 0 0,0 0-1 0 0,0 0 1 0 0,1 0-1 0 0,-1-1 1 0 0,0 1-1 0 0,1 0 1 0 0,-1 0-1 0 0,1-1 1 0 0,0 1-1 0 0,0 0 1 0 0,0-1-1 0 0,-1 1 1 0 0,1-1-1 0 0,1 1 1 0 0,-1-1-1 0 0,0 1 1 0 0,0-1-1 0 0,0 0 1 0 0,3 2-1 0 0,-1-1 6 0 0,0 0-1 0 0,0 0 1 0 0,0 0 0 0 0,1-1-1 0 0,-1 1 1 0 0,1-1-1 0 0,-1 0 1 0 0,1 0 0 0 0,6 1-1 0 0,14 0 15 0 0,-16-2-22 0 0,-1-1 1 0 0,1 0 0 0 0,0-1-1 0 0,-1 1 1 0 0,0-1 0 0 0,1-1-1 0 0,-1 0 1 0 0,0 0 0 0 0,0 0-1 0 0,0 0 1 0 0,-1-1-1 0 0,1-1 1 0 0,-1 1 0 0 0,0-1-1 0 0,0 0 1 0 0,-1 0 0 0 0,1-1-1 0 0,-1 1 1 0 0,8-13 0 0 0,4-8-26 0 0,-1 0 1 0 0,-1-2-1 0 0,17-43 1 0 0,-29 64 9 0 0,-2 4 10 0 0,-4 5-17 0 0,-1 2 21 0 0,1 0 0 0 0,-1-1 0 0 0,0 2-1 0 0,1-1 1 0 0,0 0 0 0 0,0 1 0 0 0,0-1-1 0 0,-2 7 1 0 0,-19 48 128 0 0,12-28 80 0 0,-20 53 245 0 0,3 1-1 0 0,-16 92 1 0 0,-20 179-90 0 0,15-72-173 0 0,43-245-14 0 0,-3 0 0 0 0,-1 0 0 0 0,-2-1-1 0 0,-1-1 1 0 0,-2 0 0 0 0,-22 37 0 0 0,29-59-86 0 0,-1 0 0 0 0,-1-1-1 0 0,0 0 1 0 0,-1 0 0 0 0,0-2 0 0 0,-1 1-1 0 0,0-2 1 0 0,-1 1 0 0 0,-1-2 0 0 0,1 0-1 0 0,-2-1 1 0 0,1 0 0 0 0,-1-1-1 0 0,-1-1 1 0 0,1-1 0 0 0,-19 5 0 0 0,18-7-51 0 0,0-1 0 0 0,0-1-1 0 0,-1 0 1 0 0,1-1 0 0 0,-1-1 0 0 0,-28-4 0 0 0,37 3-32 0 0,-1 0 0 0 0,1-1-1 0 0,-1 0 1 0 0,1-1 0 0 0,0 0-1 0 0,0-1 1 0 0,0 0 0 0 0,0 0-1 0 0,1-1 1 0 0,-1 0 0 0 0,1 0-1 0 0,0-1 1 0 0,-9-9 0 0 0,13 10-8 0 0,1 0 0 0 0,-1-1 0 0 0,1 1 1 0 0,0-1-1 0 0,0 0 0 0 0,1 0 0 0 0,-1 0 0 0 0,1 0 1 0 0,1 0-1 0 0,-1-1 0 0 0,1 1 0 0 0,0 0 1 0 0,1-1-1 0 0,-1 1 0 0 0,1-1 0 0 0,1 1 1 0 0,-1 0-1 0 0,3-13 0 0 0,2-4-9 0 0,0 1-1 0 0,2 0 1 0 0,16-40 0 0 0,8-3-76 0 0,3 1 0 0 0,68-97 0 0 0,104-106-449 0 0,-121 159 275 0 0,-51 65 130 0 0,356-487-1391 0 0,-338 447 1370 0 0,-3-1 0 0 0,-4-3 0 0 0,-4-1 0 0 0,52-162 0 0 0,-86 224 133 0 0,0-1 0 0 0,-1 0 1 0 0,-2-1-1 0 0,0 1 1 0 0,-2-1-1 0 0,-3-49 0 0 0,1 74 8 0 0,-1 1 0 0 0,1-1 0 0 0,-1 0 0 0 0,0 0 0 0 0,0 1 0 0 0,0-1 0 0 0,0 0 0 0 0,0 1 0 0 0,0-1 0 0 0,-1 1 0 0 0,1 0 0 0 0,-3-4 0 0 0,-1 6-3 0 0,0 4 6 0 0,0 0 0 0 0,1 0 0 0 0,-1 1 0 0 0,1-1 0 0 0,0 1 0 0 0,0 0 0 0 0,1 0 0 0 0,-1 0 0 0 0,1 0 0 0 0,0 1 0 0 0,1-1 0 0 0,-1 1 0 0 0,-1 7 1 0 0,-7 18-22 0 0,-6 39 0 0 0,13-56 23 0 0,-14 82 28 0 0,3 1-1 0 0,5 1 1 0 0,3 159 0 0 0,14-73 81 0 0,0 68 263 0 0,-7-247-222 0 0,0-1 0 0 0,1 1 0 0 0,-1-1 0 0 0,1 0 0 0 0,-1 1 0 0 0,2-1 0 0 0,1 6-1 0 0,10-21 87 0 0,-6 4-193 0 0,-1-1-1 0 0,0 0 0 0 0,-1 0 1 0 0,1 0-1 0 0,7-18 0 0 0,-3 5-14 0 0,39-59 20 0 0,-43 72-52 0 0,1 0-1 0 0,-1 0 1 0 0,1 1-1 0 0,0 0 1 0 0,1 0-1 0 0,0 0 1 0 0,8-5-1 0 0,-14 11 5 0 0,0 0 1 0 0,1 0-1 0 0,-1 0 0 0 0,0 0 0 0 0,0 1 0 0 0,0-1 1 0 0,1 0-1 0 0,-1 1 0 0 0,0 0 0 0 0,1-1 0 0 0,-1 1 1 0 0,0 0-1 0 0,1 0 0 0 0,-1 0 0 0 0,0 1 1 0 0,1-1-1 0 0,3 1 0 0 0,-2 1 5 0 0,0 0 0 0 0,0 0 1 0 0,1 0-1 0 0,-1 0 0 0 0,-1 1 0 0 0,1-1 1 0 0,0 1-1 0 0,4 5 0 0 0,3 3 144 0 0,-1 0 0 0 0,-1 1 1 0 0,0 0-1 0 0,10 17 0 0 0,-9-11 5 0 0,1 1 60 0 0,0 0 1 0 0,25 29-1 0 0,-32-43-188 0 0,1 0 1 0 0,0 0-1 0 0,0-1 0 0 0,0 0 0 0 0,0 0 1 0 0,1 0-1 0 0,-1-1 0 0 0,1 1 0 0 0,0-1 1 0 0,0-1-1 0 0,0 1 0 0 0,1-1 0 0 0,9 2 1 0 0,-5-2-207 0 0,1-1 0 0 0,-1-1 0 0 0,1 0 0 0 0,-1 0 0 0 0,1-1 0 0 0,-1-1 0 0 0,0 0 0 0 0,0 0 1 0 0,13-5-1 0 0,-9 1-1511 0 0,30-14 0 0 0,8-13-5016 0 0,-19 4-1344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91 2104 0 0,'34'-90'10649'0'0,"-29"99"-9681"0"0,-4 1-637 0 0,-1 0 0 0 0,0 0 1 0 0,0 0-1 0 0,-3 14 1 0 0,0 7 130 0 0,-15 238 1295 0 0,-10 245-934 0 0,32-335-684 0 0,-2-155-136 0 0,1 0-1 0 0,1-1 0 0 0,2 1 1 0 0,0-1-1 0 0,13 31 1 0 0,-17-49-93 0 0,0 0 1 0 0,1-1-1 0 0,-1 1 1 0 0,1-1-1 0 0,4 6 1 0 0,-6-9-49 0 0,0 0 0 0 0,0 0 0 0 0,1 0 0 0 0,-1 0 0 0 0,0 0 0 0 0,0 0 0 0 0,1 0 0 0 0,-1-1 0 0 0,0 1 0 0 0,1 0 0 0 0,-1-1 0 0 0,1 1 1 0 0,-1-1-1 0 0,1 1 0 0 0,-1-1 0 0 0,1 0 0 0 0,-1 1 0 0 0,1-1 0 0 0,-1 0 0 0 0,1 0 0 0 0,-1 0 0 0 0,1-1 0 0 0,2 1 0 0 0,0-1-375 0 0,-1 0 1 0 0,1-1-1 0 0,0 1 0 0 0,0-1 0 0 0,-1 0 1 0 0,1 0-1 0 0,-1 0 0 0 0,0 0 1 0 0,0-1-1 0 0,0 1 0 0 0,0-1 0 0 0,0 0 1 0 0,4-4-1 0 0,4-14-4631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5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111 242 468 0 0,'-5'-1'604'0'0,"-1"-1"0"0"0,1 1-1 0 0,-1 0 1 0 0,0 0 0 0 0,1 0 0 0 0,-1 1-1 0 0,0 0 1 0 0,1 0 0 0 0,-1 1 0 0 0,0-1-1 0 0,1 1 1 0 0,-11 3 0 0 0,14-3-459 0 0,0 0 1 0 0,0 0 0 0 0,-1 1-1 0 0,1-1 1 0 0,0 0-1 0 0,0 1 1 0 0,1-1 0 0 0,-5 4-1 0 0,6-4-123 0 0,-1-1 0 0 0,1 1 0 0 0,-1-1 1 0 0,1 1-1 0 0,0-1 0 0 0,-1 1 0 0 0,1-1 0 0 0,0 1 0 0 0,-1-1 0 0 0,1 1 0 0 0,0 0 0 0 0,-1-1 1 0 0,1 1-1 0 0,0-1 0 0 0,0 1 0 0 0,0 0 0 0 0,0-1 0 0 0,0 1 0 0 0,0 0 0 0 0,-1-1 0 0 0,1 1 0 0 0,1 0 1 0 0,-1-1-1 0 0,0 1 0 0 0,0-1 0 0 0,0 1 0 0 0,0 0 0 0 0,0-1 0 0 0,1 1 0 0 0,-1 0 0 0 0,0-1 1 0 0,0 1-1 0 0,1-1 0 0 0,-1 1 0 0 0,1 0 0 0 0,3 2 24 0 0,0 0 0 0 0,1 0-1 0 0,-1 0 1 0 0,1-1 0 0 0,0 0 0 0 0,-1 0 0 0 0,1 0-1 0 0,0 0 1 0 0,0-1 0 0 0,0 0 0 0 0,0 0 0 0 0,1 0-1 0 0,-1-1 1 0 0,0 1 0 0 0,0-1 0 0 0,10-2 0 0 0,11 0-5 0 0,0-2 1 0 0,26-7 0 0 0,-44 9-29 0 0,70-17 160 0 0,80-31 1 0 0,-118 34-94 0 0,0-2 1 0 0,-2-1-1 0 0,63-41 0 0 0,-87 49-55 0 0,0 0 0 0 0,-1-1-1 0 0,12-14 1 0 0,9-8-17 0 0,-34 33-10 0 0,0 1 0 0 0,1-1 0 0 0,-1 1 1 0 0,1-1-1 0 0,-1 1 0 0 0,1-1 0 0 0,-1 1 0 0 0,1-1 0 0 0,-1 1 0 0 0,1 0 0 0 0,0-1 0 0 0,-1 1 0 0 0,1 0 0 0 0,-1-1 1 0 0,1 1-1 0 0,0 0 0 0 0,-1 0 0 0 0,1 0 0 0 0,0 0 0 0 0,-1 0 0 0 0,1 0 0 0 0,0 0 0 0 0,-1 0 0 0 0,1 0 1 0 0,0 0-1 0 0,0 0 0 0 0,0 1 4 0 0,0-1-1 0 0,-1 1 1 0 0,1-1 0 0 0,0 1 0 0 0,-1 0 0 0 0,1-1 0 0 0,0 1 0 0 0,-1 0-1 0 0,1 0 1 0 0,-1 0 0 0 0,1-1 0 0 0,-1 1 0 0 0,0 0 0 0 0,1 0-1 0 0,-1 0 1 0 0,0 1 0 0 0,3 8 66 0 0,-2-1 1 0 0,0 1-1 0 0,1 9 0 0 0,-2-10 35 0 0,-2 772 2791 0 0,-2-693-1826 0 0,4-86-843 0 0,-1-4-213 0 0,1 1 1 0 0,-1-1-1 0 0,1 0 1 0 0,-1 0 0 0 0,1 1-1 0 0,0-1 1 0 0,0 0-1 0 0,0 0 1 0 0,0 0 0 0 0,0 1-1 0 0,0-1 1 0 0,1-2 0 0 0,8-29 31 0 0,17-41 1 0 0,-22 63-49 0 0,1 1 0 0 0,1 0 0 0 0,0 0 0 0 0,0 0 0 0 0,1 1 0 0 0,1 0 0 0 0,13-14 0 0 0,-11 13-8 0 0,-7 7 9 0 0,0 0 1 0 0,0 0 0 0 0,0 0 0 0 0,0 1-1 0 0,1 0 1 0 0,-1-1 0 0 0,1 1 0 0 0,0 0-1 0 0,-1 0 1 0 0,1 1 0 0 0,0-1 0 0 0,0 1-1 0 0,0 0 1 0 0,8-1 0 0 0,-9 1 1 0 0,1 0 0 0 0,-1 1 1 0 0,1-1-1 0 0,0 1 0 0 0,-1 0 1 0 0,1 0-1 0 0,-1 0 0 0 0,1 0 1 0 0,-1 1-1 0 0,1-1 0 0 0,-1 1 1 0 0,1 0-1 0 0,-1 0 0 0 0,1 0 0 0 0,-1 0 1 0 0,0 1-1 0 0,4 2 0 0 0,-2-1 2 0 0,-1 1-1 0 0,0-1 0 0 0,0 1 0 0 0,0 0 1 0 0,0 0-1 0 0,-1 1 0 0 0,1-1 0 0 0,-1 1 1 0 0,0-1-1 0 0,2 7 0 0 0,4 9 13 0 0,-2 0-1 0 0,0 0 1 0 0,-2 1-1 0 0,6 35 1 0 0,-7-28-15 0 0,-2-14 10 0 0,0 1 1 0 0,0-1-1 0 0,1 0 0 0 0,1 0 0 0 0,1 0 0 0 0,0 0 0 0 0,8 14 1 0 0,-11-25-5 0 0,-1-1 0 0 0,1 1 1 0 0,1-1-1 0 0,-1 0 1 0 0,0 1-1 0 0,1-1 0 0 0,-1 0 1 0 0,1 0-1 0 0,-1 0 1 0 0,1-1-1 0 0,0 1 1 0 0,0-1-1 0 0,0 1 0 0 0,0-1 1 0 0,5 1-1 0 0,-2 0 4 0 0,0-1 0 0 0,1-1-1 0 0,-1 1 1 0 0,1-1-1 0 0,-1 0 1 0 0,0 0 0 0 0,10-3-1 0 0,2 0 7 0 0,0-2 0 0 0,0-1-1 0 0,0 0 1 0 0,25-14 0 0 0,-10 3-19 0 0,-1-1 0 0 0,-1-2 0 0 0,-1-2 0 0 0,35-31 0 0 0,-47 37 1 0 0,-1-2 1 0 0,0 0-1 0 0,-1-1 0 0 0,-1-1 0 0 0,-1 0 0 0 0,-1-1 1 0 0,14-31-1 0 0,-25 48 2 0 0,0-1 0 0 0,0 0 0 0 0,-1 0 0 0 0,1 0 0 0 0,-1 0 0 0 0,0-7 0 0 0,-1 10 1 0 0,0 0 0 0 0,0-1 0 0 0,0 1 0 0 0,0 0 0 0 0,-1 0 0 0 0,1 0 0 0 0,0 0 0 0 0,-1 0 0 0 0,0 0 0 0 0,1 0 0 0 0,-1 0 0 0 0,0 0-1 0 0,0 1 1 0 0,0-1 0 0 0,0 0 0 0 0,-1 0 0 0 0,-1-1 0 0 0,-1 1-3 0 0,0 1 1 0 0,0 0 0 0 0,1 1 0 0 0,-1-1 1 0 0,0 1-1 0 0,0 0 0 0 0,0 0 0 0 0,1 0 1 0 0,-1 1-1 0 0,0-1 0 0 0,0 1 0 0 0,1 0 1 0 0,-1 0-1 0 0,0 0 0 0 0,1 1 0 0 0,-1-1 1 0 0,1 1-1 0 0,0 0 0 0 0,-1 0 0 0 0,1 0 1 0 0,0 0-1 0 0,0 1 0 0 0,0-1 0 0 0,1 1 1 0 0,-4 4-1 0 0,-2 0 7 0 0,-10 11 2 0 0,1 0 1 0 0,2 0 0 0 0,-1 2-1 0 0,2 0 1 0 0,1 0-1 0 0,1 1 1 0 0,0 1-1 0 0,2 0 1 0 0,0 1-1 0 0,-7 26 1 0 0,15-42 2 0 0,0 0 0 0 0,1 0 0 0 0,0 0 0 0 0,0 1 1 0 0,1-1-1 0 0,0 0 0 0 0,0 1 0 0 0,0-1 0 0 0,1 0 0 0 0,0 0 0 0 0,1 0 0 0 0,3 10 0 0 0,-3-12-6 0 0,0-1-1 0 0,0 0 1 0 0,0-1-1 0 0,0 1 1 0 0,1 0-1 0 0,0 0 0 0 0,0-1 1 0 0,0 0-1 0 0,0 0 1 0 0,0 0-1 0 0,1 0 1 0 0,-1 0-1 0 0,1 0 0 0 0,0-1 1 0 0,0 0-1 0 0,0 0 1 0 0,0 0-1 0 0,0 0 1 0 0,0-1-1 0 0,1 1 0 0 0,4 0 1 0 0,10 1-382 0 0,-1 0-1 0 0,0-1 1 0 0,0-1 0 0 0,34-3 0 0 0,73-15-3958 0 0,-69 6 743 0 0,7-5-1412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6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120 126 2176 0 0,'-21'-27'5499'0'0,"-11"-7"-1457"0"0,32 33-4013 0 0,-1 1 0 0 0,1-1-1 0 0,-1 1 1 0 0,0-1 0 0 0,1 1 0 0 0,-1 0-1 0 0,1-1 1 0 0,-1 1 0 0 0,0 0 0 0 0,1-1-1 0 0,-1 1 1 0 0,0 0 0 0 0,1 0 0 0 0,-1 0-1 0 0,0 0 1 0 0,1 0 0 0 0,-1 0 0 0 0,0 0-1 0 0,0 0 1 0 0,1 0 0 0 0,-1 0 0 0 0,0 0-1 0 0,1 0 1 0 0,-1 0 0 0 0,0 0 0 0 0,1 1-1 0 0,-1-1 1 0 0,0 0 0 0 0,1 0 0 0 0,-1 1-1 0 0,1-1 1 0 0,-1 1 0 0 0,0-1 0 0 0,1 0-1 0 0,-1 1 1 0 0,1-1 0 0 0,-1 1 0 0 0,-14 20 380 0 0,10-11-264 0 0,2 0 0 0 0,-1 0 1 0 0,1 0-1 0 0,1 1 0 0 0,-3 15 1 0 0,0 55 325 0 0,5-75-444 0 0,0 24 61 0 0,1 1 0 0 0,2-1 0 0 0,1 0 0 0 0,15 54 0 0 0,-16-74-72 0 0,0 0 0 0 0,0-1-1 0 0,1 1 1 0 0,1-1 0 0 0,-1 0-1 0 0,1 0 1 0 0,1 0-1 0 0,0 0 1 0 0,0-1 0 0 0,1 0-1 0 0,0-1 1 0 0,15 13 0 0 0,-15-14 0 0 0,0-1 1 0 0,1-1 0 0 0,0 0 0 0 0,0 0 0 0 0,0 0 0 0 0,0-1 0 0 0,0 0 0 0 0,1-1 0 0 0,0 1-1 0 0,-1-2 1 0 0,1 1 0 0 0,0-1 0 0 0,0-1 0 0 0,0 0 0 0 0,11-1 0 0 0,-8 0 19 0 0,-1 0 1 0 0,0-1 0 0 0,1-1 0 0 0,-1 0-1 0 0,0-1 1 0 0,0 0 0 0 0,-1 0 0 0 0,1-1-1 0 0,-1 0 1 0 0,0-1 0 0 0,0 0-1 0 0,14-13 1 0 0,-17 13-16 0 0,0-1 1 0 0,-1 0-1 0 0,0 0 0 0 0,0 0 0 0 0,-1-1 0 0 0,0 0 1 0 0,0 0-1 0 0,-1 0 0 0 0,0-1 0 0 0,0 1 1 0 0,-1-1-1 0 0,0 0 0 0 0,-1 0 0 0 0,0 0 0 0 0,0 0 1 0 0,0-12-1 0 0,-1 0-17 0 0,-2-1 0 0 0,0 1 0 0 0,-1 0 0 0 0,-1 0 0 0 0,-1 0 0 0 0,-1 0 0 0 0,-12-32 0 0 0,11 39-2 0 0,0-1 1 0 0,-1 1-1 0 0,0 1 1 0 0,-1-1 0 0 0,0 1-1 0 0,-1 1 1 0 0,-1-1-1 0 0,0 2 1 0 0,-1-1-1 0 0,0 1 1 0 0,-15-10 0 0 0,17 14-6 0 0,0 2 1 0 0,0-1-1 0 0,-1 2 1 0 0,0-1 0 0 0,0 1-1 0 0,0 1 1 0 0,-1 0-1 0 0,1 0 1 0 0,-1 1 0 0 0,0 0-1 0 0,0 1 1 0 0,-13 0 0 0 0,18 1-1 0 0,-1 0 0 0 0,0 1 1 0 0,1-1-1 0 0,-1 2 0 0 0,1-1 1 0 0,-1 1-1 0 0,1 0 0 0 0,0 0 1 0 0,0 1-1 0 0,0-1 0 0 0,0 1 1 0 0,0 1-1 0 0,0-1 0 0 0,1 1 1 0 0,0 0-1 0 0,0 1 0 0 0,0-1 1 0 0,0 1-1 0 0,0 0 0 0 0,1 0 1 0 0,-4 6-1 0 0,6-8-73 0 0,0-1 0 0 0,1 1 0 0 0,-1-1 0 0 0,1 1-1 0 0,0 0 1 0 0,-1 0 0 0 0,1 0 0 0 0,1 0 0 0 0,-1-1 0 0 0,0 1-1 0 0,1 0 1 0 0,-1 0 0 0 0,1 0 0 0 0,0 1 0 0 0,0-1 0 0 0,0 0-1 0 0,0 0 1 0 0,1 0 0 0 0,-1 0 0 0 0,1 0 0 0 0,0 0 0 0 0,0-1 0 0 0,0 1-1 0 0,3 5 1 0 0,-2-4-400 0 0,1-1-1 0 0,0 1 0 0 0,0-1 1 0 0,0 0-1 0 0,1 0 1 0 0,-1-1-1 0 0,1 1 0 0 0,-1 0 1 0 0,1-1-1 0 0,0 0 1 0 0,0 0-1 0 0,0 0 0 0 0,0-1 1 0 0,0 1-1 0 0,0-1 1 0 0,8 1-1 0 0,9 1-3427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6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31 640 0 0,'2'-2'2508'0'0,"24"-25"3846"0"0,-25 26-5772 0 0,2 1-81 0 0,1 0-347 0 0,0 0 1 0 0,0 1-1 0 0,0 0 0 0 0,0 0 1 0 0,0 0-1 0 0,0 0 1 0 0,0 0-1 0 0,0 1 0 0 0,0 0 1 0 0,-1 0-1 0 0,1 0 0 0 0,0 0 1 0 0,-1 0-1 0 0,0 1 1 0 0,0-1-1 0 0,1 1 0 0 0,-2 0 1 0 0,4 4-1 0 0,7 7 232 0 0,-1 0 0 0 0,19 28-1 0 0,-22-27-207 0 0,1 0 0 0 0,-2 1-1 0 0,0 0 1 0 0,-1 1 0 0 0,0 0-1 0 0,-2 0 1 0 0,0 0-1 0 0,-1 1 1 0 0,0-1 0 0 0,-2 1-1 0 0,0 0 1 0 0,-1 0 0 0 0,-1 0-1 0 0,0 0 1 0 0,-1 0 0 0 0,-2 0-1 0 0,1-1 1 0 0,-2 1 0 0 0,0-1-1 0 0,-2 1 1 0 0,0-1-1 0 0,0-1 1 0 0,-2 1 0 0 0,-10 17-1 0 0,16-31-101 0 0,0 0-1 0 0,-1 0 0 0 0,1-1 0 0 0,-1 1 0 0 0,1-1 0 0 0,-1 1 0 0 0,0-1 0 0 0,0 0 0 0 0,0 0 0 0 0,-6 2 0 0 0,6-3 11 0 0,0-2-15 0 0,1 1-64 0 0,1 0 0 0 0,-1-1 0 0 0,1 0 0 0 0,0 1 1 0 0,-1-1-1 0 0,1 0 0 0 0,0 1 0 0 0,0-1 0 0 0,0 0 1 0 0,0 0-1 0 0,-1 0 0 0 0,1 0 0 0 0,0 0 1 0 0,0 0-1 0 0,1-1 0 0 0,-1 1 0 0 0,-1-2 0 0 0,1 1 0 0 0,0 0-1 0 0,1-1 0 0 0,-1 1 1 0 0,1 0-1 0 0,-1 0 0 0 0,1-1 0 0 0,0 1 1 0 0,0 0-1 0 0,0-1 0 0 0,0 1 1 0 0,0 0-1 0 0,1-1 0 0 0,0-3 1 0 0,2-3-3 0 0,1-1 1 0 0,-1 1 0 0 0,2-1 0 0 0,-1 1-1 0 0,1 1 1 0 0,1-1 0 0 0,0 1 0 0 0,0 0-1 0 0,0 0 1 0 0,1 0 0 0 0,8-6 0 0 0,15-12-9 0 0,47-33 1 0 0,-61 48-8 0 0,31-20-1203 0 0,1 3 1 0 0,73-34 0 0 0,31-1-9148 0 0,-130 54 6410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56 1932 0 0,'-2'-6'1043'0'0,"-15"-34"8424"0"0,17 39-9430 0 0,0 1 1 0 0,0 0 0 0 0,0-1 0 0 0,0 1-1 0 0,0-1 1 0 0,0 1 0 0 0,0 0-1 0 0,0-1 1 0 0,0 1 0 0 0,0 0-1 0 0,0-1 1 0 0,0 1 0 0 0,0 0-1 0 0,-1-1 1 0 0,1 1 0 0 0,0 0 0 0 0,0 0-1 0 0,0-1 1 0 0,0 1 0 0 0,-1 0-1 0 0,1-1 1 0 0,0 1 0 0 0,0 0-1 0 0,0 0 1 0 0,-1-1 0 0 0,1 1-1 0 0,0 0 1 0 0,-1 0 0 0 0,1 0 0 0 0,0-1-1 0 0,-1 1 1 0 0,1 0 0 0 0,-12 4 1181 0 0,-6 11-84 0 0,10-1-762 0 0,2 0 0 0 0,0 0 0 0 0,1 0 0 0 0,-6 24 0 0 0,-7 63 226 0 0,13-72-469 0 0,1-2-1 0 0,1 1 0 0 0,2 41 0 0 0,1-57-166 0 0,1 0 0 0 0,0-1 0 0 0,1 1 1 0 0,0-1-1 0 0,1 1 0 0 0,1-1 1 0 0,0 0-1 0 0,8 18 0 0 0,-10-26-173 0 0,0-1 1 0 0,-1 1-1 0 0,2-1 0 0 0,-1 1 0 0 0,0-1 0 0 0,0 0 0 0 0,1 0 0 0 0,-1 0 0 0 0,1 0 0 0 0,-1 0 0 0 0,1-1 0 0 0,0 1 0 0 0,0-1 0 0 0,0 0 0 0 0,0 1 0 0 0,5 0 0 0 0,-4-1-456 0 0,-1-1-1 0 0,0 1 1 0 0,1-1-1 0 0,-1 0 1 0 0,0 0-1 0 0,1 0 1 0 0,-1 0-1 0 0,0-1 1 0 0,6-1-1 0 0,7-4-5385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7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185 189 2864 0 0,'-8'-15'1604'0'0,"0"1"0"0"0,-1 1 0 0 0,-1-1-1 0 0,-19-19 1 0 0,-51-42 1682 0 0,79 73-3250 0 0,-21-13-320 0 0,19 13-90 0 0,1 1-156 0 0,-8-3-217 0 0,7 3-258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7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660 96 1008 0 0,'1'-2'2581'0'0,"-1"2"-2401"0"0,1 0 0 0 0,-1-1 0 0 0,0 1 0 0 0,0-1 0 0 0,0 1 0 0 0,1-1 0 0 0,-1 1 0 0 0,0-1 0 0 0,0 1 0 0 0,0-1 0 0 0,0 1 0 0 0,0-1 0 0 0,0 1 0 0 0,0-1 0 0 0,0 1 0 0 0,0-1 0 0 0,0 1 0 0 0,0-1 0 0 0,0 1 0 0 0,0-1 0 0 0,-1 0 0 0 0,-11-8 686 0 0,0 0 0 0 0,-1 0 0 0 0,0 2 0 0 0,-1-1 0 0 0,1 2 0 0 0,-28-10 0 0 0,24 11-516 0 0,-1 1-1 0 0,1 0 0 0 0,-1 2 0 0 0,1 0 1 0 0,-31 1-1 0 0,30 1-301 0 0,1 2 0 0 0,0 0 1 0 0,0 1-1 0 0,-1 1 0 0 0,2 0 0 0 0,-1 1 0 0 0,1 1 0 0 0,-1 1 1 0 0,2 0-1 0 0,-1 1 0 0 0,1 1 0 0 0,0 0 0 0 0,-23 20 0 0 0,20-12-18 0 0,1 0 0 0 0,0 0 0 0 0,2 2-1 0 0,0 0 1 0 0,-19 32 0 0 0,28-40-18 0 0,0-1 1 0 0,1 1-1 0 0,1 0 1 0 0,-1 1-1 0 0,2-1 0 0 0,-1 1 1 0 0,2-1-1 0 0,0 1 1 0 0,0 0-1 0 0,1 0 1 0 0,0 0-1 0 0,1 0 1 0 0,2 13-1 0 0,-2-20-5 0 0,1 0 0 0 0,0-1 0 0 0,1 1-1 0 0,-1-1 1 0 0,1 1 0 0 0,0-1 0 0 0,0 0-1 0 0,0 1 1 0 0,0-1 0 0 0,1 0 0 0 0,0 0 0 0 0,0-1-1 0 0,0 1 1 0 0,0-1 0 0 0,5 4 0 0 0,-3-2 3 0 0,1-2-1 0 0,0 1 1 0 0,0-1 0 0 0,0 1 0 0 0,0-2 0 0 0,1 1 0 0 0,-1-1 0 0 0,1 0 0 0 0,10 2-1 0 0,1-2 5 0 0,0 0 0 0 0,1-2 0 0 0,-1 0 0 0 0,0 0 0 0 0,1-2 1 0 0,-1-1-1 0 0,18-4 0 0 0,-16 2-5 0 0,-1 0 1 0 0,1-2-1 0 0,-2 0 1 0 0,1-1-1 0 0,-1-1 1 0 0,0-1-1 0 0,-1 0 1 0 0,0-2-1 0 0,23-18 1 0 0,-29 19-8 0 0,0 0 0 0 0,0-1-1 0 0,-1 0 1 0 0,-1-1 0 0 0,0 0 0 0 0,0 0 0 0 0,-2-1 0 0 0,1 0 0 0 0,-2 0 0 0 0,0-1 0 0 0,-1 0 0 0 0,6-26 0 0 0,-5 15-39 0 0,0 2 397 0 0,-2 1 0 0 0,3-47 0 0 0,-16 117-267 0 0,-29 517 2659 0 0,37-523-2629 0 0,25 744 867 0 0,-17-715-960 0 0,14 304 434 0 0,-21-372-459 0 0,0 25 286 0 0,-2 0-1 0 0,0 0 1 0 0,-9 36-1 0 0,9-55-182 0 0,-1 0-1 0 0,1-1 0 0 0,-1 1 0 0 0,-1-1 0 0 0,0 0 1 0 0,-8 13-1 0 0,9-17-72 0 0,0 1 0 0 0,0-1 0 0 0,0 0 0 0 0,0 0 0 0 0,-1 0 0 0 0,0 0 0 0 0,1 0 0 0 0,-1-1 0 0 0,0 1 0 0 0,0-1 0 0 0,0 0 0 0 0,-1-1 0 0 0,-4 2 0 0 0,2-1-23 0 0,0-2-1 0 0,0 1 1 0 0,0-1 0 0 0,0 0 0 0 0,0 0-1 0 0,0 0 1 0 0,0-1 0 0 0,0-1-1 0 0,0 1 1 0 0,0-1 0 0 0,0 0 0 0 0,0 0-1 0 0,1-1 1 0 0,-1 0 0 0 0,1 0-1 0 0,-9-6 1 0 0,-10-8-20 0 0,0-1-1 0 0,-30-28 1 0 0,51 42 0 0 0,-23-19 25 0 0,1-2 1 0 0,1-1-1 0 0,1-1 0 0 0,1-1 0 0 0,-33-56 1 0 0,48 70-83 0 0,0-1-1 0 0,1 0 1 0 0,1 0 0 0 0,1-1 0 0 0,0 1 0 0 0,1-1-1 0 0,1 0 1 0 0,0-1 0 0 0,1 1 0 0 0,1 0 0 0 0,0-1-1 0 0,2 1 1 0 0,-1-1 0 0 0,2 1 0 0 0,4-17 0 0 0,4-6-396 0 0,3 0 1 0 0,1 2 0 0 0,1-1-1 0 0,2 2 1 0 0,2 0 0 0 0,1 2-1 0 0,2 0 1 0 0,36-44 0 0 0,85-78-3205 0 0,13 17-3966 0 0,-106 97 1170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8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40 116 8 0 0,'-1'-17'3381'0'0,"0"1"0"0"0,2-26 0 0 0,0 12-772 0 0,-1 28-2203 0 0,0-7 2655 0 0,-2 59-1063 0 0,-15 77 0 0 0,-2 25-1522 0 0,18-132-553 0 0,1 0 0 0 0,0 0 1 0 0,2 0-1 0 0,0 0 0 0 0,8 30 1 0 0,-8-45-292 0 0,0 1 1 0 0,0-1 0 0 0,1 1-1 0 0,-1-1 1 0 0,1 1 0 0 0,0-1 0 0 0,0 0-1 0 0,6 5 1 0 0,-6-6-800 0 0,0-1 1 0 0,0 0-1 0 0,0 0 0 0 0,1-1 1 0 0,-1 1-1 0 0,8 3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8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48 3204 0 0,'0'-3'2397'0'0,"1"-13"402"0"0,0-13 4560 0 0,-10 44-5709 0 0,-3 20-873 0 0,1 1-1 0 0,2 0 1 0 0,2 0-1 0 0,-5 58 1 0 0,-1 126-181 0 0,15-191-486 0 0,-2-29-108 0 0,0 0 0 0 0,0 1-1 0 0,0-1 1 0 0,0 0 0 0 0,0 1 0 0 0,0-1-1 0 0,0 0 1 0 0,0 1 0 0 0,0-1 0 0 0,0 0 0 0 0,0 1-1 0 0,0-1 1 0 0,1 0 0 0 0,-1 1 0 0 0,0-1-1 0 0,0 0 1 0 0,0 1 0 0 0,1-1 0 0 0,-1 0 0 0 0,0 1-1 0 0,0-1 1 0 0,1 0 0 0 0,-1 0 0 0 0,0 1-1 0 0,0-1 1 0 0,1 0 0 0 0,-1 0 0 0 0,0 0 0 0 0,1 0-1 0 0,-1 1 1 0 0,0-1 0 0 0,1 0 0 0 0,-1 0 0 0 0,0 0-1 0 0,1 0 1 0 0,-1 0 0 0 0,1 0 0 0 0,-1 0-1 0 0,0 0 1 0 0,1 0 0 0 0,-1 0 0 0 0,0 0 0 0 0,1 0-1 0 0,-1 0 1 0 0,0 0 0 0 0,1 0 0 0 0,-1 0-1 0 0,0-1 1 0 0,1 1 0 0 0,-1 0 0 0 0,0 0 0 0 0,1-1-1 0 0,15-8 31 0 0,-3-5-20 0 0,0-1 0 0 0,-2 0 0 0 0,0 0 0 0 0,0-2 0 0 0,9-20 0 0 0,-9 18-8 0 0,15-28 5 0 0,58-95 4 0 0,-66 113-29 0 0,2 2-1 0 0,43-46 1 0 0,-63 73 15 0 0,3-3-1 0 0,0 0-1 0 0,0 0 0 0 0,0 0 0 0 0,0 1 0 0 0,0-1 0 0 0,1 1 1 0 0,-1 0-1 0 0,1 0 0 0 0,0 0 0 0 0,6-2 0 0 0,18 1-3 0 0,-21 5 2 0 0,-3 1 2 0 0,-1-2 40 0 0,0 1 0 0 0,-1-1 0 0 0,1 1 0 0 0,0 0-1 0 0,-1 0 1 0 0,1 0 0 0 0,-1 1 0 0 0,0-1 0 0 0,1 0-1 0 0,-1 1 1 0 0,0 0 0 0 0,-1-1 0 0 0,1 1 0 0 0,0 0-1 0 0,-1 0 1 0 0,2 5 0 0 0,2 5 350 0 0,-1 1 0 0 0,4 20-1 0 0,-6-27-312 0 0,2 23 393 0 0,-1 0 0 0 0,-1-1 1 0 0,-3 33-1 0 0,0-35-297 0 0,1-1 0 0 0,1 1 0 0 0,2-1 0 0 0,7 36 0 0 0,4-28-18 0 0,-14-33-147 0 0,1 1 1 0 0,0-1-1 0 0,0 1 0 0 0,0-1 0 0 0,0 0 1 0 0,0 1-1 0 0,0-1 0 0 0,0 0 0 0 0,0 0 1 0 0,0 0-1 0 0,1 0 0 0 0,-1 0 0 0 0,0 0 1 0 0,1 0-1 0 0,-1 0 0 0 0,1 0 0 0 0,-1 0 1 0 0,1-1-1 0 0,-1 1 0 0 0,4 0 0 0 0,5-2-136 0 0,0 0-1 0 0,0-1 0 0 0,0 0 1 0 0,0-1-1 0 0,0 0 0 0 0,-1 0 1 0 0,1-1-1 0 0,-1-1 0 0 0,0 1 0 0 0,0-1 1 0 0,-1-1-1 0 0,1 0 0 0 0,-1 0 1 0 0,-1 0-1 0 0,1-1 0 0 0,7-9 1 0 0,-1 0-886 0 0,0 0 1 0 0,-1-1 0 0 0,0-1-1 0 0,-2 0 1 0 0,0 0 0 0 0,16-39 0 0 0,-22 40-240 0 0,1-1 1 0 0,-2 0 0 0 0,0 0-1 0 0,-1 0 1 0 0,-1 0 0 0 0,-1-1 0 0 0,-1-18-1 0 0,-2-7-4000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19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15 2980 0 0,'-219'-15'13181'0'0,"248"30"-14743"0"0,44 4-5424 0 0,-42-13 1777 0 0</inkml:trace>
  <inkml:trace contextRef="#ctx0" brushRef="#br0" timeOffset="1">1918 905 1132 0 0,'3'-1'2364'0'0,"2"0"-1099"0"0,1 0-1 0 0,0 1 0 0 0,-1-1 0 0 0,1 1 0 0 0,8 1 1 0 0,-14-1-1251 0 0,1 0 0 0 0,-1 0 0 0 0,0 0 0 0 0,0 0 0 0 0,0 0 0 0 0,0 0 1 0 0,0 0-1 0 0,1 0 0 0 0,-1 0 0 0 0,0 0 0 0 0,0 0 0 0 0,0 0 0 0 0,0 0 0 0 0,0 0 1 0 0,0 1-1 0 0,0-1 0 0 0,1 0 0 0 0,-1 0 0 0 0,0 0 0 0 0,0 0 0 0 0,0 0 0 0 0,0 0 1 0 0,0 0-1 0 0,0 0 0 0 0,0 1 0 0 0,0-1 0 0 0,0 0 0 0 0,1 0 0 0 0,-1 0 0 0 0,0 0 1 0 0,0 0-1 0 0,0 0 0 0 0,0 1 0 0 0,0-1 0 0 0,0 0 0 0 0,0 0 0 0 0,0 0 0 0 0,0 0 1 0 0,0 0-1 0 0,0 0 0 0 0,0 1 0 0 0,0-1 0 0 0,0 0 0 0 0,0 0 0 0 0,0 0 1 0 0,0 0-1 0 0,-1 1 0 0 0,1 8 275 0 0,-1 1 0 0 0,-1 0 1 0 0,0 0-1 0 0,0-1 1 0 0,-1 1-1 0 0,-6 15 0 0 0,-33 60 248 0 0,18-39-337 0 0,-24 49-839 0 0,-3 5-5519 0 0,36-68 837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0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124 888 1644 0 0,'-5'1'405'0'0,"-1"-1"1"0"0,1 1-1 0 0,0 0 0 0 0,-1 1 0 0 0,1-1 0 0 0,0 1 1 0 0,0 0-1 0 0,0 0 0 0 0,0 0 0 0 0,0 1 0 0 0,0 0 1 0 0,0 0-1 0 0,1 0 0 0 0,0 1 0 0 0,0-1 0 0 0,-6 7 1 0 0,6-4-206 0 0,0 0 0 0 0,0 0 0 0 0,1 0 0 0 0,-1 0 0 0 0,2 0 0 0 0,-1 1 0 0 0,1 0 0 0 0,0-1 0 0 0,0 1 0 0 0,1 0 0 0 0,-1 0 0 0 0,1 13 0 0 0,1-12-81 0 0,0 1 1 0 0,0 0-1 0 0,1 0 1 0 0,0 0-1 0 0,1-1 1 0 0,0 1-1 0 0,0-1 1 0 0,1 1-1 0 0,0-1 1 0 0,1 0-1 0 0,0 0 1 0 0,0 0-1 0 0,0 0 0 0 0,9 9 1 0 0,-9-11-53 0 0,1-1 0 0 0,-1 0 0 0 0,1 0 0 0 0,0-1 0 0 0,1 1 1 0 0,-1-1-1 0 0,1-1 0 0 0,0 1 0 0 0,0-1 0 0 0,0 0 0 0 0,0 0 0 0 0,1 0 0 0 0,-1-1 0 0 0,1 0 1 0 0,0 0-1 0 0,-1-1 0 0 0,1 0 0 0 0,14 0 0 0 0,-2-2-21 0 0,0 0-1 0 0,0-2 1 0 0,0 0 0 0 0,0-2 0 0 0,0 0-1 0 0,-1-1 1 0 0,0-1 0 0 0,0 0 0 0 0,23-14-1 0 0,-16 6-26 0 0,-1-1 0 0 0,0 0-1 0 0,-2-2 1 0 0,0-1 0 0 0,33-35-1 0 0,-31 24-10 0 0,-2 0-1 0 0,-1-2 0 0 0,-1 0 0 0 0,-2-2 0 0 0,-1 0 1 0 0,-1-1-1 0 0,-3 0 0 0 0,0-1 0 0 0,10-53 1 0 0,-6-2 47 0 0,-4-1 0 0 0,3-157 0 0 0,-16 50-143 0 0,-2 189 53 0 0,-3 17 30 0 0,-4 18 8 0 0,-54 365 1133 0 0,42-233-826 0 0,11-86-193 0 0,3 1 0 0 0,3 0 0 0 0,6 86 0 0 0,-1-145-146 0 0,1 0 0 0 0,0 0 0 0 0,0-1-1 0 0,1 1 1 0 0,1-1 0 0 0,0 0 0 0 0,1 0 0 0 0,7 13-1 0 0,-9-21-236 0 0,0 0-1 0 0,-1 0 0 0 0,1 0 1 0 0,1 0-1 0 0,-1-1 0 0 0,0 1 1 0 0,1-1-1 0 0,0 0 0 0 0,0 0 1 0 0,0 0-1 0 0,0-1 0 0 0,0 1 1 0 0,0-1-1 0 0,1 0 0 0 0,-1 0 1 0 0,1-1-1 0 0,0 1 1 0 0,-1-1-1 0 0,1 0 0 0 0,0 0 1 0 0,0-1-1 0 0,0 1 0 0 0,-1-1 1 0 0,7 0-1 0 0,11-3-2945 0 0,3-5-1039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0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213 351 524 0 0,'-38'-2'3474'0'0,"-1"2"-1"0"0,-52 6 1 0 0,88-5-3342 0 0,-1 0 0 0 0,0 0 0 0 0,0 0 0 0 0,1 1 0 0 0,-1-1 0 0 0,0 1 0 0 0,1 0 0 0 0,0 0 0 0 0,-5 3 0 0 0,8-5-113 0 0,-1 0-1 0 0,1 1 1 0 0,0-1-1 0 0,-1 1 1 0 0,1-1-1 0 0,0 0 1 0 0,-1 1-1 0 0,1-1 1 0 0,0 1-1 0 0,0-1 1 0 0,-1 1 0 0 0,1-1-1 0 0,0 1 1 0 0,0-1-1 0 0,0 1 1 0 0,0-1-1 0 0,0 1 1 0 0,0-1-1 0 0,0 1 1 0 0,0 0-1 0 0,0-1 1 0 0,0 1-1 0 0,0-1 1 0 0,0 1-1 0 0,0-1 1 0 0,0 1 0 0 0,0-1-1 0 0,0 1 1 0 0,1-1-1 0 0,-1 1 1 0 0,0-1-1 0 0,0 1 1 0 0,1-1-1 0 0,-1 0 1 0 0,0 1-1 0 0,1-1 1 0 0,-1 1-1 0 0,0-1 1 0 0,1 0-1 0 0,-1 1 1 0 0,1-1-1 0 0,-1 0 1 0 0,1 1 0 0 0,-1-1-1 0 0,0 0 1 0 0,1 0-1 0 0,-1 1 1 0 0,1-1-1 0 0,-1 0 1 0 0,1 0-1 0 0,-1 0 1 0 0,1 0-1 0 0,0 0 1 0 0,6 2 29 0 0,0 0 0 0 0,0-1 0 0 0,1 0 0 0 0,-1-1 0 0 0,0 1 0 0 0,0-1-1 0 0,1-1 1 0 0,-1 0 0 0 0,0 0 0 0 0,0 0 0 0 0,10-3 0 0 0,1 0 0 0 0,287-58 291 0 0,-208 38-224 0 0,105-43-1 0 0,-185 60-96 0 0,-1 0 0 0 0,0-1 0 0 0,0-1 1 0 0,-1-1-1 0 0,0 0 0 0 0,24-22 0 0 0,-34 28-13 0 0,0-1 0 0 0,-1 1-1 0 0,0-1 1 0 0,1 0 0 0 0,-2 0 0 0 0,1-1 0 0 0,-1 1 0 0 0,1-1 0 0 0,-1 0 0 0 0,-1 0 0 0 0,1 0 0 0 0,-1 0 0 0 0,0-1 0 0 0,-1 1 0 0 0,0 0-1 0 0,0-1 1 0 0,0 1 0 0 0,0-1 0 0 0,-1 1 0 0 0,0-1 0 0 0,-2-10 0 0 0,2 16-7 0 0,0 0 1 0 0,0 1-1 0 0,0-1 1 0 0,-1 0-1 0 0,1 0 1 0 0,0 0-1 0 0,0 0 0 0 0,-1 0 1 0 0,1 0-1 0 0,-1 1 1 0 0,1-1-1 0 0,-1 0 1 0 0,1 0-1 0 0,-1 0 0 0 0,0 0 1 0 0,0 1-1 0 0,0-1-1 0 0,1 1 1 0 0,-1 0 0 0 0,0 0 0 0 0,1 1 0 0 0,-1-1-1 0 0,0 0 1 0 0,1 0 0 0 0,-1 0 0 0 0,0 0-1 0 0,1 0 1 0 0,-1 1 0 0 0,0-1 0 0 0,1 0 0 0 0,-1 1-1 0 0,1-1 1 0 0,-1 0 0 0 0,0 2 0 0 0,-2-1-5 0 0,1 1 1 0 0,0 0 0 0 0,-1 0-1 0 0,1 0 1 0 0,0 1 0 0 0,0-1-1 0 0,1 0 1 0 0,-1 1-1 0 0,0-1 1 0 0,-2 6 0 0 0,-12 31-6 0 0,10-22 2 0 0,-9 26-33 0 0,1 1 0 0 0,2 0 0 0 0,-11 87-1 0 0,3 141 14 0 0,18-242 43 0 0,5 284 186 0 0,1-237 20 0 0,-4-74-133 0 0,19-10-73 0 0,-15 4-14 0 0,1 0-1 0 0,-1-1 1 0 0,0 1-1 0 0,0-1 1 0 0,-1 0 0 0 0,1 0-1 0 0,-1-1 1 0 0,1 1-1 0 0,-1-1 1 0 0,2-5 0 0 0,11-13-25 0 0,8-6 5 0 0,2 1 0 0 0,0 2 0 0 0,32-24 1 0 0,-43 38 19 0 0,1 1 0 0 0,0 0 0 0 0,1 1 0 0 0,0 1 0 0 0,1 1 0 0 0,0 1 0 0 0,32-10 0 0 0,-43 15 51 0 0,0 1-1 0 0,1 0 1 0 0,-1 0 0 0 0,0 1-1 0 0,1-1 1 0 0,-1 2-1 0 0,0-1 1 0 0,0 1 0 0 0,1 0-1 0 0,-1 0 1 0 0,0 1-1 0 0,0 0 1 0 0,0 1 0 0 0,0-1-1 0 0,-1 1 1 0 0,1 0 0 0 0,-1 1-1 0 0,1 0 1 0 0,-1 0-1 0 0,0 0 1 0 0,-1 1 0 0 0,1 0-1 0 0,-1 0 1 0 0,0 0 0 0 0,0 0-1 0 0,-1 1 1 0 0,1 0-1 0 0,-1 0 1 0 0,0 0 0 0 0,-1 1-1 0 0,0-1 1 0 0,0 1 0 0 0,0 0-1 0 0,2 9 1 0 0,-1 4 116 0 0,-1 0-1 0 0,0 1 1 0 0,-2-1 0 0 0,-2 40 0 0 0,2 25-308 0 0,5-58-1465 0 0,-6-26 1306 0 0,1 0 0 0 0,-1 0 0 0 0,1 0 0 0 0,-1 0 1 0 0,1 0-1 0 0,0 0 0 0 0,-1 0 0 0 0,1 0 0 0 0,0-1 0 0 0,-1 1 0 0 0,1 0 0 0 0,0 0 0 0 0,0-1 0 0 0,0 1 1 0 0,0 0-1 0 0,0-1 0 0 0,0 1 0 0 0,0-1 0 0 0,0 1 0 0 0,0-1 0 0 0,0 0 0 0 0,0 1 0 0 0,0-1 0 0 0,0 0 0 0 0,0 0 1 0 0,1 0-1 0 0,21 0-4716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383 232 496 0 0,'-6'2'1066'0'0,"-1"1"1"0"0,1 0-1 0 0,0 1 1 0 0,0 0-1 0 0,0 0 0 0 0,-7 6 1 0 0,2 0 1 0 0,0 1 0 0 0,0 0 1 0 0,-16 23-1 0 0,25-32-985 0 0,0 1 0 0 0,1-1 0 0 0,-1 0 0 0 0,1 1 0 0 0,0-1 0 0 0,0 1 0 0 0,0-1 0 0 0,0 1 0 0 0,0 0 0 0 0,0-1 1 0 0,1 1-1 0 0,-1 0 0 0 0,1-1 0 0 0,0 1 0 0 0,0 0 0 0 0,0 0 0 0 0,0-1 0 0 0,0 1 0 0 0,1 0 0 0 0,-1 0 0 0 0,2 3 0 0 0,-1-6-63 0 0,-1 1-1 0 0,1 0 1 0 0,-1-1-1 0 0,1 1 1 0 0,0 0-1 0 0,0-1 1 0 0,-1 1 0 0 0,1-1-1 0 0,0 0 1 0 0,0 1-1 0 0,0-1 1 0 0,-1 0-1 0 0,1 1 1 0 0,0-1-1 0 0,0 0 1 0 0,0 0-1 0 0,0 0 1 0 0,0 0-1 0 0,0 0 1 0 0,4 2 13 0 0,-1-2-1 0 0,0 1 1 0 0,0-1-1 0 0,1 1 1 0 0,-1-1-1 0 0,0 0 1 0 0,1-1-1 0 0,-1 1 1 0 0,0-1-1 0 0,5-1 1 0 0,40-14 108 0 0,-39 12-126 0 0,-1 0 1 0 0,1-1 0 0 0,-1 0-1 0 0,0-1 1 0 0,0 0-1 0 0,0-1 1 0 0,-1 0 0 0 0,0 0-1 0 0,0 0 1 0 0,-1-1-1 0 0,7-10 1 0 0,-9 11-11 0 0,0 0 0 0 0,-1-1 0 0 0,0 1 0 0 0,0-1 0 0 0,-1 0 0 0 0,0 0 1 0 0,-1 0-1 0 0,1 0 0 0 0,-2-1 0 0 0,1 1 0 0 0,-1-1 0 0 0,0 1 0 0 0,-1-1 0 0 0,-1-13 0 0 0,0 10 1 0 0,-1-1-1 0 0,0 1 1 0 0,-1-1 0 0 0,0 1-1 0 0,-10-21 1 0 0,11 28-9 0 0,0 1 1 0 0,-1-1-1 0 0,1 1 1 0 0,-1-1-1 0 0,0 1 1 0 0,0 0-1 0 0,-1 0 0 0 0,1 1 1 0 0,-1-1-1 0 0,0 1 1 0 0,0 0-1 0 0,0 0 0 0 0,0 0 1 0 0,-1 0-1 0 0,1 1 1 0 0,-9-4-1 0 0,9 5 1 0 0,1 1 0 0 0,-1-1 0 0 0,1 1 0 0 0,-1 0 0 0 0,0 0-1 0 0,1 1 1 0 0,-1-1 0 0 0,1 1 0 0 0,-1-1 0 0 0,1 1 0 0 0,-1 0 0 0 0,1 1 0 0 0,0-1 0 0 0,-1 1 0 0 0,1-1-1 0 0,-6 5 1 0 0,-4 3 5 0 0,0 0-1 0 0,-13 13 0 0 0,3-2 130 0 0,2 2 0 0 0,0 1 0 0 0,-21 32 0 0 0,-44 81 693 0 0,9 7-325 0 0,68-123-451 0 0,1 0 1 0 0,1 1-1 0 0,1 1 1 0 0,0-1-1 0 0,-3 29 1 0 0,9-45-41 0 0,-1 0 0 0 0,1 0-1 0 0,0 0 1 0 0,0 0 0 0 0,1-1 0 0 0,-1 1 0 0 0,1 0 0 0 0,0 0-1 0 0,0-1 1 0 0,1 1 0 0 0,0-1 0 0 0,-1 1 0 0 0,1-1 0 0 0,1 1-1 0 0,-1-1 1 0 0,1 0 0 0 0,0 0 0 0 0,5 6 0 0 0,-4-6-10 0 0,1-1 1 0 0,-1 1-1 0 0,1-1 1 0 0,0 0-1 0 0,0 0 1 0 0,0-1-1 0 0,0 1 1 0 0,0-1-1 0 0,1 0 1 0 0,-1-1-1 0 0,1 1 1 0 0,-1-1-1 0 0,1 0 1 0 0,0-1-1 0 0,7 1 1 0 0,6-1-475 0 0,1-1 1 0 0,-1-1-1 0 0,0 0 1 0 0,0-2-1 0 0,0 0 1 0 0,0-1-1 0 0,22-9 1 0 0,-18 4-1700 0 0,0 0 1 0 0,37-25 0 0 0,-22 7-2592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44 2456 0 0,'0'-44'8249'0'0,"-1"47"-7680"0"0,-6 14 45 0 0,0 0 1 0 0,1 1-1 0 0,1 0 1 0 0,-3 20 0 0 0,-8 79 792 0 0,16-115-1386 0 0,-12 121 1050 0 0,-5 47-321 0 0,10-93-411 0 0,7-75-230 0 0,3-3-90 0 0,0-1-14 0 0,0 0-1 0 0,-1 0 1 0 0,1 0 0 0 0,0-1-1 0 0,-1 1 1 0 0,1-1 0 0 0,-1 0-1 0 0,0 0 1 0 0,0 0 0 0 0,0 0-1 0 0,0 0 1 0 0,2-6 0 0 0,20-51-2 0 0,-16 39 2 0 0,17-41 4 0 0,3 1 0 0 0,3 2 0 0 0,59-87 0 0 0,-83 135-13 0 0,0 1 1 0 0,1 1-1 0 0,1 0 0 0 0,-1 0 0 0 0,1 0 0 0 0,1 1 0 0 0,0 1 0 0 0,0 0 1 0 0,14-8-1 0 0,-5 11-6 0 0,-15 3 6 0 0,-2 1 4 0 0,-1 0 0 0 0,0 0 0 0 0,0 0 0 0 0,0 0-1 0 0,0 0 1 0 0,0 0 0 0 0,1 0 0 0 0,-1 0 0 0 0,0 0-1 0 0,0 1 1 0 0,0-1 0 0 0,0 0 0 0 0,0 1 0 0 0,0-1 0 0 0,0 1-1 0 0,0-1 1 0 0,0 1 0 0 0,1 0 0 0 0,2 2 0 0 0,-1-2 15 0 0,1 1-1 0 0,-1 0 1 0 0,0 1 0 0 0,0-1-1 0 0,0 0 1 0 0,-1 1 0 0 0,1 0-1 0 0,0 0 1 0 0,-1-1-1 0 0,0 2 1 0 0,0-1 0 0 0,0 0-1 0 0,0 0 1 0 0,0 0 0 0 0,-1 1-1 0 0,1-1 1 0 0,0 6 0 0 0,3 5 169 0 0,-2 0 1 0 0,0 0-1 0 0,1 15 0 0 0,0 45 426 0 0,-3 0-1 0 0,-11 93 0 0 0,0 28-474 0 0,10-194-242 0 0,0 1 0 0 0,0-1 0 0 0,1 0 1 0 0,-1 0-1 0 0,1 0 0 0 0,-1 0 1 0 0,1 0-1 0 0,-1 0 0 0 0,1 0 0 0 0,-1 0 1 0 0,1 0-1 0 0,0 0 0 0 0,0 0 1 0 0,-1 0-1 0 0,1 0 0 0 0,1 1 0 0 0,2-2-380 0 0,-1-1 0 0 0,0 1 0 0 0,0 0 0 0 0,0-1 0 0 0,1 0-1 0 0,-1 0 1 0 0,0 0 0 0 0,0 0 0 0 0,0 0 0 0 0,5-3 0 0 0,7-7-4155 0 0,2-3-2216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3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2272 0 0,'0'-2'1942'0'0,"10"-44"5122"0"0,-9 44-6782 0 0,0 4-102 0 0,3 3-66 0 0,-1 0 0 0 0,0 1 0 0 0,-1-1-1 0 0,1 1 1 0 0,-1-1 0 0 0,0 1-1 0 0,0 0 1 0 0,-1 0 0 0 0,0 0-1 0 0,1 9 1 0 0,1 69 557 0 0,-3-69-561 0 0,-13 239 712 0 0,1 0-573 0 0,11-248-225 0 0,2-1-1 0 0,-1 1 0 0 0,0 0 0 0 0,1 0 0 0 0,0 0 1 0 0,0 0-1 0 0,1 0 0 0 0,0 0 0 0 0,0-1 1 0 0,0 1-1 0 0,5 6 0 0 0,-7-11-13 0 0,1 0 1 0 0,0-1-1 0 0,0 1 0 0 0,0 0 0 0 0,0-1 0 0 0,0 1 1 0 0,0-1-1 0 0,0 1 0 0 0,0-1 0 0 0,0 0 1 0 0,0 1-1 0 0,0-1 0 0 0,0 0 0 0 0,0 0 1 0 0,0 0-1 0 0,0 0 0 0 0,0 0 0 0 0,0 0 1 0 0,0 0-1 0 0,0 0 0 0 0,0 0 0 0 0,0 0 0 0 0,1 0 1 0 0,-1-1-1 0 0,0 1 0 0 0,1-1 0 0 0,28-14 128 0 0,-20 9-112 0 0,-1-1-1 0 0,0-1 1 0 0,0 0 0 0 0,-1 0-1 0 0,0-1 1 0 0,-1 1-1 0 0,10-15 1 0 0,39-75 76 0 0,-28 46 50 0 0,0 0 207 0 0,22-35 71 0 0,-49 86-428 0 0,-1 0 0 0 0,1 0 0 0 0,0 0 1 0 0,0 0-1 0 0,0 0 0 0 0,-1 0 1 0 0,1 0-1 0 0,0 0 0 0 0,0 0 1 0 0,0 1-1 0 0,0-1 0 0 0,1 0 0 0 0,-1 1 1 0 0,0-1-1 0 0,0 1 0 0 0,0-1 1 0 0,0 1-1 0 0,1 0 0 0 0,-1-1 1 0 0,0 1-1 0 0,0 0 0 0 0,3 0 0 0 0,-2 0 0 0 0,0 0 0 0 0,1 1 0 0 0,-1-1 0 0 0,0 1 0 0 0,0 0 0 0 0,0 0 0 0 0,0 0 0 0 0,0 0 0 0 0,0 0 1 0 0,0 0-1 0 0,3 3 0 0 0,2 2 1 0 0,-1 0 0 0 0,1 0 0 0 0,-2 1 0 0 0,1 0 0 0 0,5 8 0 0 0,1 3 10 0 0,0 0 1 0 0,2 0-1 0 0,0-2 1 0 0,1 1-1 0 0,0-2 1 0 0,2 0-1 0 0,0-1 1 0 0,21 13-1 0 0,-36-26-9 0 0,0 1 0 0 0,0-1 0 0 0,0-1-1 0 0,0 1 1 0 0,0 0 0 0 0,1-1 0 0 0,-1 1 0 0 0,0-1-1 0 0,1 1 1 0 0,-1-1 0 0 0,0 0 0 0 0,1 0 0 0 0,-1 0 0 0 0,0 0-1 0 0,1-1 1 0 0,-1 1 0 0 0,0-1 0 0 0,0 1 0 0 0,1-1-1 0 0,-1 0 1 0 0,0 0 0 0 0,0 0 0 0 0,0 0 0 0 0,0 0-1 0 0,0 0 1 0 0,0-1 0 0 0,0 1 0 0 0,0-1 0 0 0,0 1-1 0 0,-1-1 1 0 0,1 0 0 0 0,-1 1 0 0 0,3-4 0 0 0,3-5 6 0 0,0 0 0 0 0,0-1 1 0 0,-1 1-1 0 0,9-23 1 0 0,8-31 50 0 0,-14 37-80 0 0,14-28-1 0 0,-22 54 18 0 0,-1 0 0 0 0,1 0 0 0 0,0 0 0 0 0,0 0-1 0 0,0 0 1 0 0,-1 0 0 0 0,1 1 0 0 0,0-1 0 0 0,0 0 0 0 0,0 1-1 0 0,1-1 1 0 0,-1 0 0 0 0,0 1 0 0 0,0-1 0 0 0,0 1 0 0 0,0 0-1 0 0,0-1 1 0 0,1 1 0 0 0,-1 0 0 0 0,0 0 0 0 0,0 0 0 0 0,1 0-1 0 0,-1 0 1 0 0,0 0 0 0 0,0 0 0 0 0,0 0 0 0 0,1 0 0 0 0,-1 1-1 0 0,0-1 1 0 0,0 0 0 0 0,1 1 0 0 0,18 5-17 0 0,34 17 1 0 0,-35-14 29 0 0,0-1 0 0 0,32 9-1 0 0,-31-13 5 0 0,0-1 0 0 0,0-1 0 0 0,35 0 0 0 0,-45-2-8 0 0,-1-1 1 0 0,0 0-1 0 0,0 0 0 0 0,0-1 1 0 0,0 0-1 0 0,0-1 1 0 0,0 0-1 0 0,-1 0 1 0 0,1-1-1 0 0,10-6 1 0 0,-16 8-7 0 0,0 0 1 0 0,0-1 0 0 0,0 1 0 0 0,-1-1 0 0 0,1 1 0 0 0,-1-1 0 0 0,0 0 0 0 0,0 0-1 0 0,0 0 1 0 0,0 0 0 0 0,0 0 0 0 0,-1 0 0 0 0,1-1 0 0 0,-1 1 0 0 0,0 0 0 0 0,1-6-1 0 0,-1 3 2 0 0,0 0-1 0 0,-1 0 0 0 0,0-1 0 0 0,0 1 1 0 0,0 0-1 0 0,-1 0 0 0 0,0 0 0 0 0,0 0 1 0 0,-3-7-1 0 0,1 3-3 0 0,0 1 1 0 0,-1 0 0 0 0,-1-1-1 0 0,1 1 1 0 0,-1 1-1 0 0,-1-1 1 0 0,0 1-1 0 0,0 0 1 0 0,-1 0-1 0 0,1 1 1 0 0,-13-10-1 0 0,16 14-2 0 0,-1 1-1 0 0,1 0 0 0 0,-1-1 1 0 0,0 2-1 0 0,0-1 0 0 0,0 0 0 0 0,0 1 1 0 0,0 0-1 0 0,0-1 0 0 0,0 2 1 0 0,-1-1-1 0 0,1 0 0 0 0,0 1 1 0 0,-1 0-1 0 0,-7 1 0 0 0,6 0 0 0 0,0 0 1 0 0,-1 1-1 0 0,1 0 0 0 0,0 0 0 0 0,0 1 0 0 0,0-1 1 0 0,1 1-1 0 0,-1 1 0 0 0,-8 5 0 0 0,0 2-2 0 0,1 1 1 0 0,1 0-1 0 0,0 1 1 0 0,1 1-1 0 0,0-1 0 0 0,-17 30 1 0 0,20-29 12 0 0,1 1 1 0 0,0-1 0 0 0,1 1-1 0 0,1 0 1 0 0,0 0 0 0 0,1 1-1 0 0,1-1 1 0 0,0 1 0 0 0,0 17-1 0 0,2-26 1 0 0,1 0-1 0 0,1-1 1 0 0,-1 1-1 0 0,1 0 0 0 0,0-1 1 0 0,0 1-1 0 0,1-1 1 0 0,0 0-1 0 0,0 1 1 0 0,1-1-1 0 0,-1 0 1 0 0,1 0-1 0 0,1 0 0 0 0,-1-1 1 0 0,1 1-1 0 0,0-1 1 0 0,0 0-1 0 0,1 0 1 0 0,-1 0-1 0 0,1-1 0 0 0,0 1 1 0 0,0-1-1 0 0,1 0 1 0 0,7 4-1 0 0,2-1-78 0 0,0-1 1 0 0,0 0-1 0 0,1 0 0 0 0,-1-2 0 0 0,1 0 0 0 0,0-1 0 0 0,0-1 0 0 0,18 1 0 0 0,12-2-1477 0 0,76-8 1 0 0,22-15-4387 0 0,-67 7 559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129 122 600 0 0,'-14'-122'14763'0'0,"9"228"-13296"0"0,-26 149 0 0 0,20-180-1238 0 0,-16 79-44 0 0,-8 68 207 0 0,32-185-599 0 0,1-1 1 0 0,2 1 0 0 0,1-1-1 0 0,7 40 1 0 0,-6-66-323 0 0,0 1 0 0 0,1-1 0 0 0,0 1 0 0 0,1-1 0 0 0,8 15 0 0 0,-9-19-431 0 0,0 0 0 0 0,1-1 0 0 0,0 1 0 0 0,0-1 0 0 0,1 0 0 0 0,4 4 0 0 0,8 5-4813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3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269 132 2796 0 0,'2'-10'963'0'0,"-1"0"0"0"0,0-1 0 0 0,-1 1 0 0 0,0-1 0 0 0,-1 1 0 0 0,0-1-1 0 0,0 1 1 0 0,-1 0 0 0 0,-6-19 0 0 0,7 29-927 0 0,1-1-1 0 0,0 0 1 0 0,-1 1-1 0 0,1-1 1 0 0,-1 1-1 0 0,1-1 1 0 0,-1 1-1 0 0,1-1 1 0 0,-1 1-1 0 0,1-1 1 0 0,-1 1-1 0 0,1-1 1 0 0,-1 1-1 0 0,0-1 1 0 0,1 1-1 0 0,-1 0 1 0 0,0 0-1 0 0,1-1 1 0 0,-1 1-1 0 0,0 0 1 0 0,1 0-1 0 0,-1 0 1 0 0,0 0-1 0 0,0-1 1 0 0,1 1 0 0 0,-1 0-1 0 0,0 0 1 0 0,0 1-1 0 0,1-1 1 0 0,-1 0-1 0 0,0 0 1 0 0,1 0-1 0 0,-2 1 1 0 0,-1-1 8 0 0,1 1 0 0 0,-1 0 0 0 0,1 0 0 0 0,-1 0 0 0 0,1 1 0 0 0,0-1 0 0 0,-1 1 0 0 0,-1 1 0 0 0,-19 19 118 0 0,1 0 0 0 0,2 2 0 0 0,0 0 1 0 0,1 2-1 0 0,2 0 0 0 0,0 1 0 0 0,2 0 1 0 0,1 1-1 0 0,2 1 0 0 0,-14 44 0 0 0,24-67-146 0 0,0 1 0 0 0,1-1 0 0 0,-1 1 0 0 0,2 0 0 0 0,-1-1 0 0 0,1 1 0 0 0,0 0 0 0 0,0 0 0 0 0,1-1 0 0 0,-1 1 0 0 0,4 11 0 0 0,-3-15-7 0 0,1 0 0 0 0,-1 0-1 0 0,0 0 1 0 0,1 0 0 0 0,0 0 0 0 0,-1-1-1 0 0,1 1 1 0 0,0-1 0 0 0,1 1 0 0 0,-1-1-1 0 0,0 0 1 0 0,1 1 0 0 0,-1-1-1 0 0,1 0 1 0 0,0-1 0 0 0,-1 1 0 0 0,1 0-1 0 0,0-1 1 0 0,0 0 0 0 0,0 1 0 0 0,0-1-1 0 0,0-1 1 0 0,1 1 0 0 0,-1 0-1 0 0,6 0 1 0 0,-1 0-3 0 0,0-1-1 0 0,-1 0 0 0 0,1 0 1 0 0,-1 0-1 0 0,1-1 0 0 0,0 0 1 0 0,-1-1-1 0 0,0 0 1 0 0,1 0-1 0 0,-1 0 0 0 0,0-1 1 0 0,0 0-1 0 0,10-6 0 0 0,-8 2-7 0 0,0 1-1 0 0,0-1 1 0 0,-1-1-1 0 0,0 0 1 0 0,0 0-1 0 0,-1 0 0 0 0,0-1 1 0 0,8-13-1 0 0,1-7 65 0 0,-2 0-1 0 0,0-2 1 0 0,-2 0-1 0 0,-1 0 0 0 0,7-38 1 0 0,-2 16 338 0 0,-15 51-347 0 0,-4 18 7 0 0,-8 33-35 0 0,-16 85 92 0 0,24-117-126 0 0,2 0-1 0 0,0 0 1 0 0,1 1-1 0 0,1-1 1 0 0,5 32-1 0 0,-5-46-120 0 0,0 0 0 0 0,0 0 0 0 0,0 0 0 0 0,0 0 0 0 0,1-1 0 0 0,0 1 0 0 0,-1 0 0 0 0,1-1-1 0 0,0 1 1 0 0,4 3 0 0 0,-4-4-279 0 0,-1-1 0 0 0,1 1 0 0 0,-1-1-1 0 0,1 0 1 0 0,0 0 0 0 0,0 0 0 0 0,0 0-1 0 0,-1 0 1 0 0,1 0 0 0 0,0 0 0 0 0,0-1-1 0 0,0 1 1 0 0,0 0 0 0 0,0-1 0 0 0,0 0-1 0 0,1 0 1 0 0,-1 1 0 0 0,0-1 0 0 0,3-1-1 0 0,17-2-4821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271 250 208 0 0,'3'-69'7353'0'0,"-8"-90"1"0"0,5 158-7282 0 0,0 0 0 0 0,0 0 1 0 0,0-1-1 0 0,0 1 0 0 0,-1 0 0 0 0,1 0 1 0 0,0 0-1 0 0,0-1 0 0 0,-1 1 0 0 0,1 0 1 0 0,0 0-1 0 0,-1 0 0 0 0,1 0 1 0 0,-1 0-1 0 0,0 0 0 0 0,1 0 0 0 0,-2-2 1 0 0,1 4-21 0 0,1-1 0 0 0,-1 0 0 0 0,1 0 0 0 0,-1 0 0 0 0,1 0 0 0 0,-1 0 0 0 0,1 1 0 0 0,-1-1 0 0 0,1 0 0 0 0,0 0 0 0 0,-1 1 0 0 0,1-1 0 0 0,-1 0 0 0 0,1 1 0 0 0,0-1 1 0 0,-1 0-1 0 0,1 1 0 0 0,-1-1 0 0 0,1 1 0 0 0,0-1 0 0 0,0 1 0 0 0,-1-1 0 0 0,1 0 0 0 0,0 1 0 0 0,-1 0 0 0 0,-17 46 1482 0 0,-109 501 2928 0 0,99-411-4051 0 0,3-28-369 0 0,-13 70-21 0 0,24-60-5070 0 0,13-117 4428 0 0,1 12-380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5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596 94 684 0 0,'19'-35'4799'0'0,"-13"24"-2978"0"0,0 1 0 0 0,-1-1-1 0 0,5-14 1 0 0,-10 23-1028 0 0,-16 5 705 0 0,3 2-1071 0 0,1 0-1 0 0,-1 1 1 0 0,1 1-1 0 0,0 0 0 0 0,-13 10 1 0 0,1-1-14 0 0,-342 192 1771 0 0,266-155-1892 0 0,60-37-102 0 0,40-16-188 0 0,-1 0-1 0 0,1 0 0 0 0,0 1 1 0 0,0-1-1 0 0,0 0 1 0 0,-1 0-1 0 0,1 0 0 0 0,0 0 1 0 0,0 0-1 0 0,-1 0 0 0 0,1 0 1 0 0,0 0-1 0 0,0 0 1 0 0,-1 0-1 0 0,1 0 0 0 0,0 0 1 0 0,0 0-1 0 0,-1 0 1 0 0,1 0-1 0 0,0 0 0 0 0,0 0 1 0 0,0-1-1 0 0,-1 1 1 0 0,1 0-1 0 0,0 0 0 0 0,0 0 1 0 0,-1 0-1 0 0,1 0 0 0 0,0 0 1 0 0,0-1-1 0 0,0 1 1 0 0,0 0-1 0 0,-1 0 0 0 0,1 0 1 0 0,0-1-1 0 0,0 1 1 0 0,0 0-1 0 0,0 0 0 0 0,0 0 1 0 0,0-1-1 0 0,0 1 0 0 0,-1 0 1 0 0,1 0-1 0 0,0-1 1 0 0,0 1-1 0 0,0 0 0 0 0,0 0 1 0 0,0-1-1 0 0,0 1 1 0 0,4-16 34 0 0,-1 12-36 0 0,0 1 0 0 0,0-1 0 0 0,0 0-1 0 0,0 1 1 0 0,1 0 0 0 0,-1-1 0 0 0,1 1 0 0 0,0 1-1 0 0,0-1 1 0 0,0 1 0 0 0,1-1 0 0 0,-1 1 0 0 0,0 0 0 0 0,1 1-1 0 0,-1-1 1 0 0,1 1 0 0 0,0 0 0 0 0,0 0 0 0 0,-1 0-1 0 0,1 1 1 0 0,0-1 0 0 0,0 1 0 0 0,0 1 0 0 0,-1-1-1 0 0,1 0 1 0 0,0 1 0 0 0,0 0 0 0 0,-1 0 0 0 0,1 1-1 0 0,-1-1 1 0 0,1 1 0 0 0,-1 0 0 0 0,1 0 0 0 0,-1 1-1 0 0,0-1 1 0 0,0 1 0 0 0,5 5 0 0 0,1 0-2 0 0,0 1 0 0 0,-1 1 1 0 0,-1 0-1 0 0,0 0 0 0 0,0 0 0 0 0,8 15 1 0 0,34 75-5 0 0,-7-12 0 0 0,-24-56 16 0 0,32 44 1 0 0,-40-63-3 0 0,1 0 1 0 0,0 0 0 0 0,1-2 0 0 0,0 1-1 0 0,22 13 1 0 0,-12-10-3 0 0,1-2 0 0 0,0 0 0 0 0,34 11 0 0 0,-45-19-26 0 0,1-1 0 0 0,0 0-1 0 0,1-1 1 0 0,-1 0 0 0 0,1-1-1 0 0,-1-1 1 0 0,28-1 0 0 0,-35 0 4 0 0,0-2 0 0 0,-1 1 0 0 0,1-1 0 0 0,0 0 0 0 0,-1 0 0 0 0,1 0 0 0 0,-1-1 1 0 0,0 0-1 0 0,0-1 0 0 0,0 1 0 0 0,0-1 0 0 0,5-5 0 0 0,-3 2 5 0 0,0-1-1 0 0,0 0 0 0 0,-1 0 1 0 0,-1-1-1 0 0,0 0 1 0 0,11-19-1 0 0,-4-1 6 0 0,-1-2 0 0 0,-2 1-1 0 0,-1-1 1 0 0,6-37 0 0 0,-11 50 14 0 0,7-33 88 0 0,-2 0 0 0 0,4-74 0 0 0,-15 106-15 0 0,1 16-57 0 0,-1 4-19 0 0,-1-1 0 0 0,1 1 1 0 0,-1 0-1 0 0,1 0 0 0 0,-1 0 1 0 0,1 0-1 0 0,-1 1 0 0 0,1-1 1 0 0,0 1-1 0 0,0-1 0 0 0,0 1 1 0 0,0 0-1 0 0,0 0 0 0 0,0-1 1 0 0,0 2-1 0 0,1-1 0 0 0,-1 0 1 0 0,-1 3-1 0 0,-26 45 77 0 0,27-47-71 0 0,-13 29 78 0 0,0 0 1 0 0,3 1-1 0 0,0 1 1 0 0,-12 65 0 0 0,21-85-74 0 0,1 0 1 0 0,1 0 0 0 0,0 0-1 0 0,1 0 1 0 0,1 0-1 0 0,0 0 1 0 0,0 0 0 0 0,2 0-1 0 0,0 0 1 0 0,0 0 0 0 0,1-1-1 0 0,1 1 1 0 0,0-1-1 0 0,14 25 1 0 0,-13-31-9 0 0,0 1 0 0 0,0-1 0 0 0,1 0 0 0 0,0-1 0 0 0,0 1 0 0 0,1-2 0 0 0,-1 1-1 0 0,1-1 1 0 0,1 0 0 0 0,-1 0 0 0 0,0-1 0 0 0,1 0 0 0 0,0-1 0 0 0,0 0 0 0 0,0 0 0 0 0,1-1 0 0 0,10 1 0 0 0,7 0-179 0 0,1-1 0 0 0,-1-1 0 0 0,0-1 0 0 0,49-7 1 0 0,-45 2-538 0 0,1-1 0 0 0,-1-2 0 0 0,0-1 1 0 0,0-1-1 0 0,30-16 0 0 0,-35 13-1223 0 0,-1-1-1 0 0,0-1 0 0 0,27-22 0 0 0,-3-6-4657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5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334 105 2992 0 0,'-75'3'2478'0'0,"-184"3"5893"0"0,278-14-7839 0 0,35-5-273 0 0,100-12-1 0 0,-74 14-438 0 0,160-19-2053 0 0,-82 15-2355 0 0,-42 3-897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6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63 940 0 0,'0'-3'1964'0'0,"-1"-2"-1456"0"0,1 1-22 0 0,0 0-1 0 0,0 0 0 0 0,-1 1 0 0 0,0-1 1 0 0,1 0-1 0 0,-1 0 0 0 0,-1 1 0 0 0,1-1 0 0 0,0 0 1 0 0,-1 1-1 0 0,0 0 0 0 0,-3-6 0 0 0,3 8-142 0 0,-2 1-26 0 0,-1 2-231 0 0,0-1 0 0 0,0 1 0 0 0,1 1 0 0 0,-1-1 1 0 0,0 1-1 0 0,1-1 0 0 0,-1 1 0 0 0,1 0 1 0 0,0 1-1 0 0,0-1 0 0 0,0 1 0 0 0,-4 5 0 0 0,-9 12 246 0 0,-17 26-1 0 0,24-32-254 0 0,-26 37 310 0 0,-33 65-1 0 0,55-90-294 0 0,2 0 0 0 0,1 1 0 0 0,1 0 0 0 0,-10 48 0 0 0,19-71-84 0 0,0-1 0 0 0,1 0 0 0 0,-1 0 0 0 0,1 1 1 0 0,0-1-1 0 0,0 0 0 0 0,1 1 0 0 0,-1-1 0 0 0,1 0 1 0 0,0 0-1 0 0,0 1 0 0 0,0-1 0 0 0,1 0 1 0 0,0 0-1 0 0,-1 0 0 0 0,1-1 0 0 0,1 1 0 0 0,-1 0 1 0 0,0-1-1 0 0,1 1 0 0 0,5 5 0 0 0,-2-5-47 0 0,-1 0-1 0 0,1 0 0 0 0,0 0 1 0 0,0-1-1 0 0,0 1 1 0 0,0-2-1 0 0,1 1 1 0 0,-1-1-1 0 0,1 0 0 0 0,0 0 1 0 0,-1-1-1 0 0,14 2 1 0 0,9-1-387 0 0,-1-1-1 0 0,1-1 1 0 0,0-2 0 0 0,0-1 0 0 0,-1-1 0 0 0,1-1 0 0 0,-1-2 0 0 0,-1-1 0 0 0,35-14 0 0 0,-45 15 219 0 0,-1-2-1 0 0,0 0 0 0 0,0 0 0 0 0,-1-1 1 0 0,0-1-1 0 0,23-23 0 0 0,-29 24 255 0 0,0 0 0 0 0,-1 0-1 0 0,0-1 1 0 0,-1 0 0 0 0,0 0 0 0 0,0-1-1 0 0,-1 0 1 0 0,-1 0 0 0 0,0-1-1 0 0,3-13 1 0 0,-6 16 126 0 0,0 0 0 0 0,0 0 0 0 0,-1 0 0 0 0,0 0 0 0 0,-1-1 0 0 0,-1-10 0 0 0,0 15-79 0 0,1 1 0 0 0,-1-1 0 0 0,-1 1 0 0 0,1 0 0 0 0,-1 0 0 0 0,0-1 0 0 0,0 1 0 0 0,0 0 0 0 0,-1 1 0 0 0,1-1 0 0 0,-1 0 0 0 0,-1 1 1 0 0,-5-7-1 0 0,8 9-77 0 0,0 1 0 0 0,-1 0 0 0 0,1 1 1 0 0,0-1-1 0 0,-1 0 0 0 0,1 0 1 0 0,-1 0-1 0 0,1 1 0 0 0,-1-1 0 0 0,1 1 1 0 0,-1-1-1 0 0,1 1 0 0 0,-1 0 0 0 0,1 0 1 0 0,-1-1-1 0 0,0 1 0 0 0,1 0 1 0 0,-1 0-1 0 0,1 1 0 0 0,-1-1 0 0 0,0 0 1 0 0,1 0-1 0 0,-1 1 0 0 0,1-1 0 0 0,-1 1 1 0 0,1 0-1 0 0,-1-1 0 0 0,1 1 1 0 0,0 0-1 0 0,-1 0 0 0 0,-1 1 0 0 0,-4 3 24 0 0,-1 1 1 0 0,1 1-1 0 0,0-1 0 0 0,0 1 0 0 0,1 1 0 0 0,-1-1 0 0 0,2 1 0 0 0,-1 0 0 0 0,-4 9 1 0 0,1 0 0 0 0,1-1 0 0 0,1 1 1 0 0,-9 32-1 0 0,14-43-15 0 0,1 1 0 0 0,0-1 0 0 0,0 1 0 0 0,0-1 0 0 0,1 1 0 0 0,-1 0 0 0 0,2-1-1 0 0,-1 1 1 0 0,1 0 0 0 0,0-1 0 0 0,0 1 0 0 0,1-1 0 0 0,0 1 0 0 0,5 11 0 0 0,-4-13-10 0 0,0 0 0 0 0,0-1-1 0 0,1 1 1 0 0,-1-1 0 0 0,1 0 0 0 0,0 0 0 0 0,0 0 0 0 0,0-1 0 0 0,1 1-1 0 0,-1-1 1 0 0,1 0 0 0 0,0-1 0 0 0,0 1 0 0 0,0-1 0 0 0,0 0 0 0 0,0 0-1 0 0,0 0 1 0 0,8 1 0 0 0,1 0 5 0 0,1-1 0 0 0,-1-1 0 0 0,1 0 0 0 0,0 0 0 0 0,-1-2 0 0 0,1 0 0 0 0,-1 0 0 0 0,1-2 0 0 0,-1 0 0 0 0,0 0 0 0 0,23-9 0 0 0,-30 9-19 0 0,1 0-1 0 0,-1-1 1 0 0,1 0-1 0 0,-1 0 1 0 0,0-1-1 0 0,0 0 0 0 0,-1 0 1 0 0,0 0-1 0 0,0-1 1 0 0,0 0-1 0 0,0 0 1 0 0,-1 0-1 0 0,0-1 1 0 0,-1 0-1 0 0,1 0 1 0 0,-1 0-1 0 0,-1-1 1 0 0,1 1-1 0 0,-1-1 1 0 0,0 0-1 0 0,2-14 1 0 0,-3 9-3 0 0,-1 0 0 0 0,0 0 0 0 0,-1 0 0 0 0,0-1 0 0 0,-1 1 0 0 0,-1 0 0 0 0,0 0 0 0 0,-1 0 1 0 0,0 0-1 0 0,-1 1 0 0 0,0-1 0 0 0,-9-16 0 0 0,5 15 3 0 0,0-1 0 0 0,-1 2 1 0 0,0-1-1 0 0,-1 1 0 0 0,-1 1 1 0 0,0-1-1 0 0,-1 2 0 0 0,0 0 1 0 0,-21-15-1 0 0,30 24-33 0 0,-1 0 1 0 0,1 0-1 0 0,-1 0 0 0 0,0 0 1 0 0,0 1-1 0 0,1 0 0 0 0,-1 0 1 0 0,0 0-1 0 0,0 0 1 0 0,0 0-1 0 0,0 1 0 0 0,0 0 1 0 0,0 0-1 0 0,0 0 1 0 0,0 0-1 0 0,0 1 0 0 0,0-1 1 0 0,0 1-1 0 0,0 0 0 0 0,0 0 1 0 0,0 1-1 0 0,1-1 1 0 0,-1 1-1 0 0,0 0 0 0 0,1 0 1 0 0,0 0-1 0 0,-1 0 0 0 0,1 1 1 0 0,0-1-1 0 0,0 1 1 0 0,0 0-1 0 0,-5 5 0 0 0,8-6-155 0 0,-1-1 0 0 0,0 1 1 0 0,1-1-1 0 0,-1 1 0 0 0,1-1 0 0 0,-1 1 0 0 0,1 0 0 0 0,0-1 0 0 0,0 1 0 0 0,-1-1 0 0 0,1 1 0 0 0,0 0 0 0 0,1-1 0 0 0,-1 1 0 0 0,0-1 0 0 0,0 1 0 0 0,1 0 0 0 0,-1-1 0 0 0,1 1 0 0 0,-1-1 0 0 0,1 1 0 0 0,0-1 0 0 0,-1 1 0 0 0,1-1 0 0 0,0 0 0 0 0,0 1 1 0 0,0-1-1 0 0,0 0 0 0 0,0 0 0 0 0,1 0 0 0 0,-1 0 0 0 0,0 0 0 0 0,2 1 0 0 0,7 7-2821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7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596 18 804 0 0,'-8'-14'4414'0'0,"6"13"-4250"0"0,1 1 1 0 0,-1-1 0 0 0,0 1-1 0 0,0-1 1 0 0,0 1 0 0 0,0 0-1 0 0,0 0 1 0 0,0 0 0 0 0,0 0-1 0 0,0 0 1 0 0,0 0 0 0 0,0 0-1 0 0,1 1 1 0 0,-1-1 0 0 0,0 1-1 0 0,0-1 1 0 0,0 1-1 0 0,0 0 1 0 0,1 0 0 0 0,-1 0-1 0 0,0 0 1 0 0,1 0 0 0 0,-1 0-1 0 0,1 0 1 0 0,-3 2 0 0 0,-7 7 139 0 0,0-1 1 0 0,-13 17 0 0 0,14-14 102 0 0,-12 12-178 0 0,2 1 0 0 0,1 1 0 0 0,1 0 1 0 0,1 1-1 0 0,2 1 0 0 0,0 1 1 0 0,-12 36-1 0 0,24-57-202 0 0,1-1 1 0 0,0 1 0 0 0,1 0-1 0 0,-1 0 1 0 0,1 0 0 0 0,1 0-1 0 0,0 15 1 0 0,0-20-13 0 0,1 1 0 0 0,0 0 0 0 0,0 0 0 0 0,0-1 0 0 0,0 1 0 0 0,0 0 0 0 0,0-1 0 0 0,1 1 0 0 0,0-1 0 0 0,0 0 0 0 0,0 1 0 0 0,0-1 0 0 0,0 0 0 0 0,1 0 0 0 0,-1-1 0 0 0,1 1 0 0 0,6 4 0 0 0,1-1-2 0 0,0 0 1 0 0,1-1 0 0 0,-1-1-1 0 0,1 1 1 0 0,0-2 0 0 0,1 0-1 0 0,-1 0 1 0 0,1-1 0 0 0,-1 0-1 0 0,1-1 1 0 0,-1 0 0 0 0,1-1-1 0 0,0 0 1 0 0,17-4 0 0 0,-13 2 0 0 0,0-1 1 0 0,0 0-1 0 0,0-1 1 0 0,-1-1-1 0 0,1-1 1 0 0,-1 0-1 0 0,0-1 1 0 0,-1 0-1 0 0,27-19 1 0 0,-34 20-3 0 0,-1 0 1 0 0,1 0 0 0 0,-1 0 0 0 0,0-1 0 0 0,-1 0 0 0 0,0 0 0 0 0,0-1 0 0 0,0 0 0 0 0,-1 1 0 0 0,0-2-1 0 0,-1 1 1 0 0,0 0 0 0 0,0-1 0 0 0,-1 1 0 0 0,0-1 0 0 0,0 0 0 0 0,-1 1 0 0 0,0-1 0 0 0,-1-16 0 0 0,0 14-4 0 0,-1-1 1 0 0,-1 1 0 0 0,0 0-1 0 0,-1 0 1 0 0,0 0 0 0 0,0 0 0 0 0,-1 0-1 0 0,-1 1 1 0 0,1-1 0 0 0,-2 1-1 0 0,0 0 1 0 0,0 1 0 0 0,0-1 0 0 0,-1 1-1 0 0,-10-9 1 0 0,8 8-57 0 0,1 2 0 0 0,-1-1 0 0 0,-1 1 1 0 0,0 1-1 0 0,0 0 0 0 0,0 0 0 0 0,-1 1 0 0 0,0 0 0 0 0,0 1 0 0 0,-15-5 1 0 0,23 9-354 0 0,-4 3-520 0 0,7-2 859 0 0,-1 0-1 0 0,0 0 0 0 0,1 0 0 0 0,-1 0 0 0 0,1 0 0 0 0,-1 0 0 0 0,1 0 0 0 0,-1 0 0 0 0,1 0 0 0 0,-1 0 0 0 0,1 0 0 0 0,-1 0 1 0 0,1 0-1 0 0,-1 1 0 0 0,1-1 0 0 0,-1 0 0 0 0,1 0 0 0 0,-1 1 0 0 0,1-1 0 0 0,-1 0 0 0 0,1 1 0 0 0,-1-1 0 0 0,1 0 1 0 0,-1 1-1 0 0,0 1-422 0 0,-2 3 54 0 0,2 11-6778 0 0</inkml:trace>
  <inkml:trace contextRef="#ctx0" brushRef="#br0" timeOffset="1">72 276 2120 0 0,'-17'-4'1928'0'0,"2"-3"817"0"0,-6 1-905 0 0,7 0-696 0 0,9-5-440 0 0,16 1-628 0 0,3 6-56 0 0,3-3-412 0 0,6 1-404 0 0,7-2-640 0 0,-1-1-1065 0 0,7 1-547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7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19 1484 0 0,'-25'-15'6171'0'0,"24"15"-6065"0"0,1 0 0 0 0,0-1 1 0 0,-1 1-1 0 0,1 0 0 0 0,0-1 1 0 0,-1 1-1 0 0,1 0 1 0 0,0 0-1 0 0,-1-1 0 0 0,1 1 1 0 0,0 0-1 0 0,-1 0 0 0 0,1 0 1 0 0,-1 0-1 0 0,1-1 0 0 0,-1 1 1 0 0,1 0-1 0 0,0 0 0 0 0,-1 0 1 0 0,1 0-1 0 0,-1 0 1 0 0,1 0-1 0 0,-1 0 0 0 0,1 0 1 0 0,-1 0-1 0 0,0 1 0 0 0,1 3 60 0 0,-1 0 1 0 0,0 1-1 0 0,1-1 0 0 0,0 0 0 0 0,0 1 1 0 0,0-1-1 0 0,1 0 0 0 0,1 9 0 0 0,14 40 615 0 0,-5-17-367 0 0,1 7-3 0 0,-3 1-1 0 0,6 63 1 0 0,-14-92-213 0 0,0 0 0 0 0,-1 0 0 0 0,-1 0 0 0 0,0 0 0 0 0,-2 0 0 0 0,1 0 0 0 0,-2-1 0 0 0,0 1 0 0 0,0-1 0 0 0,-2 0 0 0 0,-7 15 0 0 0,11-25-58 0 0,0-1 0 0 0,0 1-1 0 0,-1-1 1 0 0,1 0 0 0 0,-1 0 0 0 0,0 0 0 0 0,-5 5 0 0 0,6-7-17 0 0,-2-4 25 0 0,3 4-145 0 0,1-1 0 0 0,0 0 0 0 0,-1-1 0 0 0,1 1 0 0 0,0 0 0 0 0,-1 0 0 0 0,1 0 0 0 0,0 0 0 0 0,-1 0 0 0 0,1 0 0 0 0,0 0 1 0 0,-1 0-1 0 0,1-1 0 0 0,0 1 0 0 0,-1 0 0 0 0,1 0 0 0 0,0 0 0 0 0,0-1 0 0 0,-1 1 0 0 0,1 0 0 0 0,0 0 0 0 0,0-1 0 0 0,-1 1 0 0 0,1 0 0 0 0,0 0 0 0 0,0-1 0 0 0,0 1 0 0 0,0 0 0 0 0,0-1 1 0 0,-1 1-1 0 0,1 0 0 0 0,0-1 0 0 0,0-9 15 0 0,0 0 1 0 0,0 0 0 0 0,1 1 0 0 0,1-1-1 0 0,-1 0 1 0 0,2 1 0 0 0,-1-1 0 0 0,1 1 0 0 0,7-15-1 0 0,1 0-16 0 0,2 0 0 0 0,22-32-1 0 0,-20 35-213 0 0,2 0 0 0 0,0 1 0 0 0,1 2 0 0 0,1 0-1 0 0,36-28 1 0 0,-36 33-900 0 0,0 1 0 0 0,31-14 0 0 0,-33 19-737 0 0,-1 1 0 0 0,1 0 0 0 0,28-5 0 0 0,-24 7-2250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410 653 1552 0 0,'-1'-4'534'0'0,"0"1"-1"0"0,0-1 1 0 0,-1 1 0 0 0,1-1-1 0 0,-1 1 1 0 0,0-1 0 0 0,0 1-1 0 0,0 0 1 0 0,0 0-1 0 0,-1 0 1 0 0,-3-3 0 0 0,3 2-189 0 0,-2 1 1 0 0,1-1-1 0 0,0 1 0 0 0,-1 0 1 0 0,1 1-1 0 0,-1-1 1 0 0,-8-2-1 0 0,7 3-237 0 0,0 0-1 0 0,0 0 1 0 0,0 1 0 0 0,0 0-1 0 0,0 0 1 0 0,0 1-1 0 0,0-1 1 0 0,0 1 0 0 0,0 1-1 0 0,-1-1 1 0 0,1 1-1 0 0,0 0 1 0 0,0 1 0 0 0,-9 2-1 0 0,-2 5-73 0 0,0 0 0 0 0,1 1 1 0 0,1 1-1 0 0,-1 0 0 0 0,2 1 0 0 0,0 1 0 0 0,0 0 0 0 0,1 1 1 0 0,1 0-1 0 0,0 1 0 0 0,1 0 0 0 0,1 1 0 0 0,0 1 1 0 0,1-1-1 0 0,1 1 0 0 0,1 1 0 0 0,0-1 0 0 0,1 1 0 0 0,-5 27 1 0 0,10-41-23 0 0,1 0 1 0 0,-1-1 0 0 0,1 1 0 0 0,0 0-1 0 0,0 0 1 0 0,0-1 0 0 0,1 1 0 0 0,-1 0 0 0 0,1 0-1 0 0,0-1 1 0 0,0 1 0 0 0,0-1 0 0 0,0 1 0 0 0,1-1-1 0 0,-1 1 1 0 0,1-1 0 0 0,0 0 0 0 0,4 5-1 0 0,-3-5-7 0 0,0 0 0 0 0,0 0 0 0 0,0-1 0 0 0,1 1 0 0 0,-1-1 0 0 0,1 0 0 0 0,0 0 0 0 0,-1 0 0 0 0,1-1 0 0 0,0 1 0 0 0,0-1 0 0 0,0 0 0 0 0,0 0 0 0 0,0 0 0 0 0,0-1 0 0 0,7 1 0 0 0,3-1-11 0 0,0-1 1 0 0,0 0-1 0 0,0-1 1 0 0,-1-1-1 0 0,1 0 1 0 0,0-1-1 0 0,-1 0 1 0 0,0-1-1 0 0,0 0 1 0 0,0-1-1 0 0,-1-1 1 0 0,0 0-1 0 0,0-1 0 0 0,-1 0 1 0 0,16-14-1 0 0,-4 0-27 0 0,0 0-1 0 0,-2-2 0 0 0,-1 0 0 0 0,-1-1 0 0 0,29-50 1 0 0,-21 24 36 0 0,-2 0 1 0 0,-3-2 0 0 0,24-85 0 0 0,-24 53 410 0 0,17-142-1 0 0,-33 187-43 0 0,-2 21-100 0 0,1-31 0 0 0,-5 48-196 0 0,-6 20 10 0 0,-25 157-14 0 0,19-95-96 0 0,-9 82 1 0 0,18-126 42 0 0,2-1 1 0 0,6 59-1 0 0,-4-86-77 0 0,0 0 1 0 0,1-1-1 0 0,0 1 1 0 0,0 0-1 0 0,1-1 0 0 0,0 1 1 0 0,0-1-1 0 0,8 13 0 0 0,-8-17-59 0 0,0 1 0 0 0,0 0-1 0 0,0 0 1 0 0,0-1-1 0 0,1 0 1 0 0,0 0-1 0 0,-1 0 1 0 0,1 0 0 0 0,0 0-1 0 0,0-1 1 0 0,1 0-1 0 0,-1 0 1 0 0,0 0-1 0 0,1 0 1 0 0,-1-1 0 0 0,6 2-1 0 0,-4-2 38 0 0,0 0 0 0 0,-1-1 0 0 0,1 0 0 0 0,0 0 0 0 0,-1 0 0 0 0,1 0 0 0 0,0-1 0 0 0,-1 0 0 0 0,1 0 0 0 0,0-1 0 0 0,-1 0 0 0 0,0 0 0 0 0,1 0 0 0 0,-1 0 0 0 0,0-1 0 0 0,0 0 0 0 0,0 0 0 0 0,-1 0 0 0 0,1-1 0 0 0,4-3 0 0 0,6-9 292 0 0,0 0 0 0 0,-1-1 0 0 0,23-35 0 0 0,-19 24 764 0 0,-8 13-99 0 0,14-16 62 0 0,-22 30-859 0 0,-2 1-60 0 0,1 1 0 0 0,-1-1-1 0 0,0 1 1 0 0,1-1-1 0 0,-1 1 1 0 0,0-1 0 0 0,1 1-1 0 0,-1-1 1 0 0,0 1 0 0 0,0-1-1 0 0,1 1 1 0 0,-1-1-1 0 0,0 1 1 0 0,0-1 0 0 0,0 1-1 0 0,0 0 1 0 0,0-1 0 0 0,0 1-1 0 0,0-1 1 0 0,0 1 0 0 0,0-1-1 0 0,0 1 1 0 0,0 0-1 0 0,-1 0 1 0 0,0 15 197 0 0,1-16-213 0 0,-19 95 1206 0 0,11-60-1025 0 0,2 1 1 0 0,1-1-1 0 0,1 1 0 0 0,2 41 1 0 0,2-74-222 0 0,0-1 1 0 0,1 1 0 0 0,-1 0-1 0 0,1-1 1 0 0,-1 1 0 0 0,1-1-1 0 0,0 1 1 0 0,0-1 0 0 0,0 0 0 0 0,0 1-1 0 0,0-1 1 0 0,1 0 0 0 0,-1 0-1 0 0,1 1 1 0 0,-1-1 0 0 0,1 0-1 0 0,0-1 1 0 0,0 1 0 0 0,0 0 0 0 0,0 0-1 0 0,0-1 1 0 0,4 3 0 0 0,-1-2-624 0 0,-1 0 1 0 0,1-1-1 0 0,0 1 1 0 0,-1-1-1 0 0,1 0 1 0 0,0 0-1 0 0,0-1 1 0 0,0 0-1 0 0,0 0 1 0 0,0 0 0 0 0,6-1-1 0 0,8-2-5383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9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46 2404 0 0,'-17'-12'1860'0'0,"1"4"-323"0"0,3-1-333 0 0,0 3-228 0 0,3 0 408 0 0,-11 1-284 0 0,-6 7-1064 0 0,20 9-1020 0 0,-1 4-3081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2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118 244 68 0 0,'-30'-21'5303'0'0,"-52"-47"1"0"0,81 67-5266 0 0,1 0 0 0 0,-1 0 0 0 0,1 0 0 0 0,-1 0 0 0 0,1 0-1 0 0,-1 0 1 0 0,1 0 0 0 0,0 0 0 0 0,-1 0 0 0 0,1 0 0 0 0,0 0 0 0 0,0 0 0 0 0,0 0 0 0 0,0-1 0 0 0,0 1-1 0 0,0 0 1 0 0,0 0 0 0 0,0 0 0 0 0,1 0 0 0 0,-1 0 0 0 0,0 0 0 0 0,1 0 0 0 0,-1-1 0 0 0,0 1 0 0 0,1 0 0 0 0,-1 0-1 0 0,1 0 1 0 0,0 1 0 0 0,-1-1 0 0 0,1 0 0 0 0,0 0 0 0 0,0 0 0 0 0,0 0 0 0 0,-1 1 0 0 0,1-1 0 0 0,0 0 0 0 0,0 1-1 0 0,0-1 1 0 0,0 0 0 0 0,0 1 0 0 0,0 0 0 0 0,0-1 0 0 0,0 1 0 0 0,0-1 0 0 0,1 1 0 0 0,-1 0 0 0 0,1 0-1 0 0,6 0 25 0 0,-1 0 0 0 0,1 1-1 0 0,0 0 1 0 0,-1 0-1 0 0,1 1 1 0 0,-1 0-1 0 0,1 1 1 0 0,-1-1-1 0 0,0 1 1 0 0,0 1-1 0 0,0-1 1 0 0,0 1-1 0 0,-1 0 1 0 0,0 1 0 0 0,0 0-1 0 0,9 8 1 0 0,-4-3 6 0 0,-1 0-1 0 0,0 1 1 0 0,-1 0 0 0 0,0 1 0 0 0,-1 0 0 0 0,0 0 0 0 0,-1 1 0 0 0,7 15 0 0 0,-12-23-14 0 0,0 1 1 0 0,-1-1-1 0 0,1 1 1 0 0,-1-1-1 0 0,-1 1 1 0 0,1 0-1 0 0,-1-1 1 0 0,1 1-1 0 0,-2 0 1 0 0,1-1-1 0 0,-1 1 1 0 0,0 0-1 0 0,0-1 1 0 0,0 1-1 0 0,-1-1 1 0 0,0 1-1 0 0,0-1 1 0 0,0 0-1 0 0,0 0 1 0 0,-1 1-1 0 0,0-2 1 0 0,0 1-1 0 0,-1 0 1 0 0,1-1-1 0 0,-1 0 1 0 0,-5 5-1 0 0,7-7 62 0 0,-3-1-9 0 0,4-1-103 0 0,1 1 1 0 0,0-1-1 0 0,-1 0 0 0 0,1 0 1 0 0,-1 1-1 0 0,1-1 1 0 0,-1 0-1 0 0,1 0 0 0 0,-1 0 1 0 0,1 0-1 0 0,-1 0 0 0 0,1 0 1 0 0,-1 1-1 0 0,1-1 1 0 0,-1 0-1 0 0,1 0 0 0 0,0-1 1 0 0,-1 1-1 0 0,1 0 1 0 0,-1 0-1 0 0,1 0 0 0 0,-1 0 1 0 0,1 0-1 0 0,-1 0 1 0 0,1-1-1 0 0,-1 1 0 0 0,1 0 1 0 0,0 0-1 0 0,-1-1 0 0 0,1 1 1 0 0,-1 0-1 0 0,1-1 1 0 0,0 1-1 0 0,-1 0 0 0 0,1-1 1 0 0,0 1-1 0 0,0-1 1 0 0,-1 1-1 0 0,1 0 0 0 0,0-1 1 0 0,0 1-1 0 0,-1-1 1 0 0,1 1-1 0 0,0-1 0 0 0,0 1 1 0 0,0-1-1 0 0,0 1 0 0 0,0-1 1 0 0,0 1-1 0 0,0-1 1 0 0,0 1-1 0 0,0 0 0 0 0,0-2 1 0 0,1-15 9 0 0,1 0 1 0 0,1 0 0 0 0,0 0-1 0 0,1 1 1 0 0,1-1-1 0 0,1 1 1 0 0,0 0-1 0 0,10-18 1 0 0,-2 7-4 0 0,2 0 1 0 0,0 1-1 0 0,36-42 0 0 0,-38 53-1 0 0,0 0-1 0 0,27-20 0 0 0,-33 29-17 0 0,0 0-1 0 0,0 1 0 0 0,1 0 1 0 0,0 0-1 0 0,0 1 0 0 0,0 0 1 0 0,11-2-1 0 0,-17 5 8 0 0,0 0 0 0 0,0 1 0 0 0,1-1 0 0 0,-1 1 0 0 0,0 0 0 0 0,0 0 0 0 0,0 0 0 0 0,0 0 0 0 0,1 1 0 0 0,-1-1 0 0 0,0 1 0 0 0,0 0 0 0 0,0 0 0 0 0,0 0 0 0 0,0 0 0 0 0,5 3 0 0 0,-4-1 0 0 0,0 0 0 0 0,0 0 1 0 0,-1 1-1 0 0,1-1 1 0 0,-1 1-1 0 0,0 0 0 0 0,0-1 1 0 0,0 1-1 0 0,0 1 0 0 0,2 4 1 0 0,0 1 2 0 0,-1 1-1 0 0,0 0 1 0 0,0 0 0 0 0,-1 1 0 0 0,-1-1-1 0 0,0 1 1 0 0,0-1 0 0 0,0 15-1 0 0,-3 5 109 0 0,0-7-385 0 0,1-1 0 0 0,2 1 0 0 0,0 0 0 0 0,6 24 0 0 0,-7-42-28 0 0,1 0 1 0 0,0 0-1 0 0,0 0 1 0 0,0 0 0 0 0,1 0-1 0 0,0-1 1 0 0,0 1-1 0 0,1-1 1 0 0,0 0-1 0 0,-1 0 1 0 0,2 0-1 0 0,-1 0 1 0 0,0-1-1 0 0,1 0 1 0 0,0 0-1 0 0,0 0 1 0 0,0 0 0 0 0,1-1-1 0 0,-1 0 1 0 0,8 3-1 0 0,12 3-2412 0 0,0 0-758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3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385 884 1716 0 0,'4'-15'1574'0'0,"-1"-1"0"0"0,2-25 0 0 0,-5 37-1381 0 0,1 0 1 0 0,-1 1 0 0 0,0-1 0 0 0,0 1-1 0 0,-1-1 1 0 0,1 1 0 0 0,-1-1 0 0 0,0 0 0 0 0,0 1-1 0 0,0 0 1 0 0,0-1 0 0 0,-1 1 0 0 0,1 0-1 0 0,-1-1 1 0 0,0 1 0 0 0,0 0 0 0 0,-4-4 0 0 0,4 5-121 0 0,1 1 0 0 0,-1 0 1 0 0,0 0-1 0 0,0 0 1 0 0,0 0-1 0 0,0 0 1 0 0,0 1-1 0 0,0-1 0 0 0,0 0 1 0 0,0 1-1 0 0,0 0 1 0 0,0-1-1 0 0,0 1 0 0 0,0 0 1 0 0,0 0-1 0 0,-4 1 1 0 0,-1 0 89 0 0,0 0 1 0 0,0 1-1 0 0,-13 4 1 0 0,0 2 75 0 0,1 1 1 0 0,1 0-1 0 0,0 2 0 0 0,0 0 1 0 0,-30 26-1 0 0,23-14-39 0 0,0 0-1 0 0,-39 50 1 0 0,59-66-171 0 0,0 1 1 0 0,0-1-1 0 0,1 1 1 0 0,-1 0-1 0 0,2 0 1 0 0,-1 1 0 0 0,1-1-1 0 0,0 1 1 0 0,1 0-1 0 0,-2 14 1 0 0,3-19-19 0 0,1-1 0 0 0,0 0 0 0 0,0 0 1 0 0,0 1-1 0 0,1-1 0 0 0,-1 0 0 0 0,1 0 1 0 0,0 1-1 0 0,-1-1 0 0 0,2 0 0 0 0,-1 0 1 0 0,0 0-1 0 0,0 0 0 0 0,1 0 0 0 0,0-1 1 0 0,0 1-1 0 0,-1 0 0 0 0,1-1 0 0 0,1 1 1 0 0,-1-1-1 0 0,0 0 0 0 0,1 1 0 0 0,-1-1 0 0 0,1 0 1 0 0,0-1-1 0 0,-1 1 0 0 0,1 0 0 0 0,0-1 1 0 0,0 0-1 0 0,0 1 0 0 0,6 0 0 0 0,-2 0 1 0 0,1 0 0 0 0,-1 0-1 0 0,0-1 1 0 0,1 0-1 0 0,-1-1 1 0 0,1 1-1 0 0,-1-2 1 0 0,1 1 0 0 0,-1-1-1 0 0,1 0 1 0 0,-1 0-1 0 0,0-1 1 0 0,1 0 0 0 0,-1 0-1 0 0,0-1 1 0 0,0 0-1 0 0,-1 0 1 0 0,1-1 0 0 0,-1 0-1 0 0,1 0 1 0 0,-1 0-1 0 0,0-1 1 0 0,-1 0 0 0 0,8-8-1 0 0,0-2-1 0 0,0 0 0 0 0,-2-1 0 0 0,0 0 0 0 0,0-1 0 0 0,-2 0-1 0 0,0 0 1 0 0,-1-1 0 0 0,7-23 0 0 0,-1 3 8 0 0,-8 24-26 0 0,-1-1-1 0 0,6-24 0 0 0,-10 31-29 0 0,0 11 9 0 0,-3 12 23 0 0,-10 25 21 0 0,2-4-23 0 0,-7 41 1 0 0,15-66 13 0 0,1-1 1 0 0,0 1-1 0 0,1 0 1 0 0,0 0-1 0 0,0 0 0 0 0,2 0 1 0 0,-1 0-1 0 0,5 14 1 0 0,-4-20 2 0 0,-1-1-1 0 0,1 1 1 0 0,0-1 0 0 0,1 1 0 0 0,-1-1 0 0 0,1 0-1 0 0,0 0 1 0 0,0 0 0 0 0,0 0 0 0 0,0 0 0 0 0,1-1-1 0 0,0 0 1 0 0,-1 0 0 0 0,1 0 0 0 0,6 3 0 0 0,-3-2 4 0 0,1 0-1 0 0,-1-1 1 0 0,1 0 0 0 0,0 0 0 0 0,1-1 0 0 0,-1 0-1 0 0,0-1 1 0 0,12 1 0 0 0,-3-1 1 0 0,0-1-1 0 0,0-1 1 0 0,0 0 0 0 0,0-2-1 0 0,0 0 1 0 0,0 0 0 0 0,-1-2-1 0 0,22-8 1 0 0,-22 5-34 0 0,0 0 0 0 0,-1-1 0 0 0,0 0 0 0 0,-1-2 0 0 0,0 1 1 0 0,0-2-1 0 0,15-15 0 0 0,-12 7-45 0 0,0-1 0 0 0,-2 0-1 0 0,0 0 1 0 0,15-32 0 0 0,-6 3-24 0 0,-3-1 0 0 0,-2-1-1 0 0,24-105 1 0 0,-29 85 142 0 0,-4 0 1 0 0,-3-1-1 0 0,-3 0 0 0 0,-11-139 1 0 0,6 186 85 0 0,1 16-89 0 0,0 1 1 0 0,-1-1 0 0 0,0 1 0 0 0,-1-1 0 0 0,-3-12 0 0 0,5 22-48 0 0,0-1 0 0 0,0 1-1 0 0,-1 0 1 0 0,1-1 0 0 0,0 1-1 0 0,0-1 1 0 0,-1 1-1 0 0,1 0 1 0 0,0-1 0 0 0,0 1-1 0 0,-1-1 1 0 0,1 1 0 0 0,0 0-1 0 0,-1 0 1 0 0,1-1-1 0 0,0 1 1 0 0,-1 0 0 0 0,1-1-1 0 0,-1 1 1 0 0,1 0 0 0 0,-1 0-1 0 0,1 0 1 0 0,0 0-1 0 0,-1-1 1 0 0,1 1 0 0 0,-1 0-1 0 0,1 0 1 0 0,-1 0 0 0 0,1 0-1 0 0,-1 0 1 0 0,1 0 0 0 0,-1 0-1 0 0,1 0 1 0 0,-1 0-1 0 0,1 0 1 0 0,0 1 0 0 0,-1-1-1 0 0,1 0 1 0 0,-1 0 0 0 0,1 0-1 0 0,-1 0 1 0 0,1 1-1 0 0,-1-1 1 0 0,-13 12 28 0 0,6-1 23 0 0,1 1 1 0 0,0 1-1 0 0,0-1 0 0 0,2 1 0 0 0,-1 0 1 0 0,2 0-1 0 0,0 1 0 0 0,-3 16 1 0 0,0-3 75 0 0,-96 450 2118 0 0,103-477-2247 0 0,-50 408 1097 0 0,49-391-1059 0 0,1-1 0 0 0,0 1 0 0 0,1-1 0 0 0,1 1 0 0 0,1-1 0 0 0,7 29 0 0 0,-8-39-24 0 0,1 1 0 0 0,0-1-1 0 0,0 0 1 0 0,0 0 0 0 0,1 0 0 0 0,0 0 0 0 0,0 0-1 0 0,0-1 1 0 0,1 0 0 0 0,-1 0 0 0 0,1 0-1 0 0,1 0 1 0 0,-1-1 0 0 0,1 0 0 0 0,-1 0 0 0 0,1 0-1 0 0,1-1 1 0 0,8 4 0 0 0,-4-3-1 0 0,0 0 0 0 0,0-1 0 0 0,0-1 1 0 0,0 0-1 0 0,1 0 0 0 0,-1-1 0 0 0,1-1 0 0 0,-1 0 0 0 0,21-2 1 0 0,-15-1-1 0 0,1-1 0 0 0,-1 0 0 0 0,0-1 0 0 0,0-1 0 0 0,28-14 0 0 0,-15 3 0 0 0,0-1-1 0 0,-2-2 1 0 0,0-1 0 0 0,-1-1 0 0 0,46-49 0 0 0,-32 26-12 0 0,48-68 0 0 0,-70 84-2 0 0,-2 0-1 0 0,0-1 1 0 0,-2-1 0 0 0,11-32 0 0 0,-25 58-2 0 0,1 1 0 0 0,-2-1 0 0 0,1 1 0 0 0,0-1 0 0 0,-1 0 0 0 0,0 1 0 0 0,0-1 0 0 0,-1-7 0 0 0,-2 8-11 0 0,-11 0 5 0 0,11 4 7 0 0,0 1 1 0 0,-1-1 0 0 0,1 1 0 0 0,0 0 0 0 0,0-1-1 0 0,0 1 1 0 0,0 1 0 0 0,0-1 0 0 0,0 0 0 0 0,1 1 0 0 0,-1-1-1 0 0,0 1 1 0 0,1 0 0 0 0,-5 3 0 0 0,-34 37 5 0 0,30-30-2 0 0,-13 17-10 0 0,0 1 1 0 0,2 1-1 0 0,2 1 0 0 0,0 1 1 0 0,2 0-1 0 0,2 1 0 0 0,-14 44 1 0 0,26-69 13 0 0,2 0 1 0 0,-1 0-1 0 0,1 1 1 0 0,0-1-1 0 0,1 1 1 0 0,0-1-1 0 0,1 1 1 0 0,0-1-1 0 0,2 18 1 0 0,0-22-1 0 0,-1 0 0 0 0,0 0-1 0 0,1 0 1 0 0,0 0 0 0 0,0-1 0 0 0,0 1-1 0 0,1 0 1 0 0,-1-1 0 0 0,1 0 0 0 0,0 0-1 0 0,1 0 1 0 0,-1 0 0 0 0,1 0 0 0 0,-1-1-1 0 0,1 1 1 0 0,0-1 0 0 0,0 0 0 0 0,1 0-1 0 0,8 4 1 0 0,3 0-173 0 0,0-1-1 0 0,0-1 1 0 0,1-1-1 0 0,-1 0 1 0 0,1-1 0 0 0,0 0-1 0 0,0-2 1 0 0,0 0-1 0 0,0-1 1 0 0,0 0-1 0 0,0-2 1 0 0,0 0 0 0 0,0 0-1 0 0,23-8 1 0 0,-3-1-1490 0 0,0-2 0 0 0,-1-1 1 0 0,-1-2-1 0 0,0-2 0 0 0,40-27 1 0 0,-22 10-3764 0 0</inkml:trace>
  <inkml:trace contextRef="#ctx0" brushRef="#br0" timeOffset="1">2358 607 1648 0 0,'-4'-3'533'0'0,"0"0"-1"0"0,0 0 1 0 0,-1 1-1 0 0,1-1 0 0 0,-1 1 1 0 0,1 0-1 0 0,-1 1 1 0 0,0-1-1 0 0,1 1 1 0 0,-1 0-1 0 0,0 0 1 0 0,0 0-1 0 0,-6 1 1 0 0,3 0-167 0 0,-1 0 1 0 0,1 1 0 0 0,0 1 0 0 0,0-1 0 0 0,0 1 0 0 0,0 1-1 0 0,-11 4 1 0 0,4-1-138 0 0,1 2 0 0 0,0 0 1 0 0,1 0-1 0 0,-1 1 0 0 0,2 1 0 0 0,-1 1 0 0 0,-18 20 0 0 0,24-24-115 0 0,0 1 1 0 0,1 1-1 0 0,0-1 1 0 0,1 1-1 0 0,0 0 1 0 0,0 1-1 0 0,1-1 1 0 0,0 1-1 0 0,1 0 1 0 0,0 0-1 0 0,1 0 1 0 0,-1 0-1 0 0,2 0 1 0 0,0 0-1 0 0,0 1 1 0 0,1-1-1 0 0,0 1 1 0 0,1-1-1 0 0,0 0 1 0 0,0 1-1 0 0,1-1 1 0 0,1 0-1 0 0,0 0 1 0 0,0 0-1 0 0,9 18 1 0 0,72 148 953 0 0,-82-171-943 0 0,-1 0 1 0 0,1 0-1 0 0,-1 0 1 0 0,1 0-1 0 0,-2 1 1 0 0,1-1-1 0 0,0 0 1 0 0,-1 0-1 0 0,0 0 0 0 0,0 1 1 0 0,-2 5-1 0 0,2-8-52 0 0,-1 1 0 0 0,0-1-1 0 0,0 0 1 0 0,0 0 0 0 0,0 0-1 0 0,-1 0 1 0 0,1 0-1 0 0,-1 0 1 0 0,0 0 0 0 0,0-1-1 0 0,0 1 1 0 0,0 0 0 0 0,0-1-1 0 0,0 0 1 0 0,-1 1 0 0 0,1-1-1 0 0,-1 0 1 0 0,-4 2 0 0 0,-4 2-134 0 0,0-1 1 0 0,-1 0-1 0 0,0-1 0 0 0,0 0 1 0 0,0-1-1 0 0,0 0 1 0 0,0-1-1 0 0,-1 0 1 0 0,1-1-1 0 0,-1-1 1 0 0,1 0-1 0 0,0 0 1 0 0,-1-1-1 0 0,1-1 1 0 0,-1 0-1 0 0,-21-7 1 0 0,22 5-727 0 0,0-1 0 0 0,0 0 0 0 0,1-1 0 0 0,-13-8 0 0 0,14 7-674 0 0,0 0 1 0 0,1-1-1 0 0,0 0 1 0 0,-13-15-1 0 0,1-5-4669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31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177 109 712 0 0,'-173'-35'14369'0'0,"170"34"-13641"0"0,6 0-87 0 0,67-8 300 0 0,106-2 1 0 0,-131 9-801 0 0,158-5 172 0 0,267-13 94 0 0,-374 12-1346 0 0,-36 0-4231 0 0,-46 2-747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31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419 106 1132 0 0,'14'-83'8712'0'0,"-12"62"-7150"0"0,-2 21-1540 0 0,0 0-1 0 0,0 0 1 0 0,-1 0-1 0 0,1-1 1 0 0,0 1 0 0 0,0 0-1 0 0,0 0 1 0 0,0 0-1 0 0,-1 0 1 0 0,1 0 0 0 0,0 0-1 0 0,0 0 1 0 0,0 0-1 0 0,0-1 1 0 0,-1 1-1 0 0,1 0 1 0 0,0 0 0 0 0,0 0-1 0 0,0 0 1 0 0,-1 0-1 0 0,1 0 1 0 0,0 0 0 0 0,0 0-1 0 0,0 0 1 0 0,-1 0-1 0 0,1 0 1 0 0,0 0 0 0 0,0 1-1 0 0,0-1 1 0 0,-1 0-1 0 0,1 0 1 0 0,0 0 0 0 0,0 0-1 0 0,0 0 1 0 0,0 0-1 0 0,-1 0 1 0 0,1 0-1 0 0,0 1 1 0 0,0-1 0 0 0,0 0-1 0 0,0 0 1 0 0,0 0-1 0 0,-1 0 1 0 0,1 1 0 0 0,-23 26 719 0 0,-115 204 2162 0 0,80-125-2205 0 0,-55 103 121 0 0,92-163-667 0 0,1 1 0 0 0,-21 83 1 0 0,37-116-176 0 0,1 1 0 0 0,1 0 0 0 0,0-1 0 0 0,1 1 0 0 0,1 0 1 0 0,0 0-1 0 0,1 0 0 0 0,5 28 0 0 0,-4-35-227 0 0,0-1 0 0 0,1 0 1 0 0,0 0-1 0 0,0-1 0 0 0,0 1 0 0 0,1 0 0 0 0,0-1 1 0 0,0 0-1 0 0,0 0 0 0 0,1 0 0 0 0,0-1 0 0 0,0 1 1 0 0,1-1-1 0 0,-1 0 0 0 0,1-1 0 0 0,0 1 0 0 0,0-1 0 0 0,1-1 1 0 0,12 7-1 0 0,-7-6-1165 0 0,0 1-1 0 0,0-1 1 0 0,21 3 0 0 0,6-2-3314 0 0</inkml:trace>
  <inkml:trace contextRef="#ctx0" brushRef="#br0" timeOffset="1">913 392 1848 0 0,'-4'-28'2320'0'0,"4"21"-1704"0"0,-1 0-1 0 0,1 0 1 0 0,-2 0-1 0 0,1 0 1 0 0,-1 0-1 0 0,0 0 1 0 0,0 1-1 0 0,-1-1 1 0 0,-5-9 0 0 0,8 15-563 0 0,-1 1 1 0 0,1-1-1 0 0,-1 0 1 0 0,0 1 0 0 0,1-1-1 0 0,-1 1 1 0 0,0-1 0 0 0,1 1-1 0 0,-1-1 1 0 0,0 1-1 0 0,0 0 1 0 0,0-1 0 0 0,0 1-1 0 0,1 0 1 0 0,-1 0-1 0 0,0-1 1 0 0,0 1 0 0 0,0 0-1 0 0,0 0 1 0 0,0 0-1 0 0,1 0 1 0 0,-1 0 0 0 0,0 0-1 0 0,0 0 1 0 0,0 0 0 0 0,0 1-1 0 0,0-1 1 0 0,0 0-1 0 0,1 1 1 0 0,-3 0 0 0 0,-23 16 799 0 0,13-5-615 0 0,1 1-1 0 0,0 0 0 0 0,1 0 1 0 0,0 2-1 0 0,1-1 1 0 0,1 1-1 0 0,-11 23 1 0 0,14-25-176 0 0,0 0 0 0 0,1 1 1 0 0,1-1-1 0 0,0 1 1 0 0,1 0-1 0 0,0 0 0 0 0,1 1 1 0 0,1-1-1 0 0,0 24 1 0 0,2-31-43 0 0,0 0 0 0 0,0 0 0 0 0,1 0 0 0 0,0 0 0 0 0,0 0 0 0 0,0 0 0 0 0,1 0 0 0 0,0-1 0 0 0,1 1 0 0 0,-1-1 0 0 0,1 0 0 0 0,0 0 0 0 0,9 9 0 0 0,-6-8-1 0 0,1 0 1 0 0,0-1-1 0 0,0 1 1 0 0,0-1-1 0 0,1-1 1 0 0,0 0-1 0 0,1 0 1 0 0,16 6-1 0 0,-8-5 36 0 0,0-1 0 0 0,0-1 1 0 0,1-1-1 0 0,-1 0 0 0 0,1-2 0 0 0,-1 0 0 0 0,1-1 0 0 0,-1 0 1 0 0,1-2-1 0 0,23-4 0 0 0,-32 3-27 0 0,-1 1 0 0 0,1-1 0 0 0,-1-1 0 0 0,0 0 0 0 0,0 0 0 0 0,-1-1 0 0 0,1 0 0 0 0,-1 0 0 0 0,0-1 0 0 0,-1 0 0 0 0,1-1 0 0 0,-1 1 0 0 0,0-1 0 0 0,-1-1 0 0 0,0 1 0 0 0,0-1 0 0 0,-1 0 0 0 0,1-1 0 0 0,-2 1 0 0 0,1-1 0 0 0,-1 0 1 0 0,-1 0-1 0 0,4-13 0 0 0,-2 0-8 0 0,-2 1 1 0 0,0-1-1 0 0,-1 0 1 0 0,-1-1-1 0 0,-1 1 1 0 0,-2 0-1 0 0,0 0 1 0 0,-1 0-1 0 0,-1 0 1 0 0,-12-37-1 0 0,11 46-16 0 0,0 0-1 0 0,-1 0 0 0 0,0 0 0 0 0,-1 1 1 0 0,-1 0-1 0 0,0 0 0 0 0,-17-19 0 0 0,17 24-12 0 0,1 0 0 0 0,-1 0 0 0 0,-1 1 0 0 0,1 0-1 0 0,-1 0 1 0 0,0 1 0 0 0,0 0 0 0 0,-1 1 0 0 0,1 0-1 0 0,-1 0 1 0 0,-15-3 0 0 0,20 6-141 0 0,-1 0 1 0 0,1 0 0 0 0,-1 1-1 0 0,1 0 1 0 0,0 0-1 0 0,-1 0 1 0 0,1 1-1 0 0,-1-1 1 0 0,1 1 0 0 0,0 1-1 0 0,0-1 1 0 0,-1 1-1 0 0,1 0 1 0 0,0 0-1 0 0,-5 3 1 0 0,7-3-183 0 0,0 0 0 0 0,0 0 0 0 0,1 0 0 0 0,-1 0-1 0 0,1 0 1 0 0,-1 1 0 0 0,1-1 0 0 0,0 1 0 0 0,0 0 0 0 0,0 0 0 0 0,0-1 0 0 0,1 1 0 0 0,-1 0 0 0 0,1 0-1 0 0,0 1 1 0 0,0-1 0 0 0,0 0 0 0 0,0 0 0 0 0,0 1 0 0 0,1-1 0 0 0,-1 0 0 0 0,1 1 0 0 0,0-1-1 0 0,0 0 1 0 0,1 5 0 0 0,2 11-3477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3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154 527 32 0 0,'5'2'984'0'0,"0"1"1"0"0,-1-1-1 0 0,1 1 0 0 0,-1 0 0 0 0,0 0 1 0 0,0 1-1 0 0,0-1 0 0 0,4 6 1 0 0,-7-7-769 0 0,0 1 0 0 0,1-1 0 0 0,-1 1 0 0 0,-1 0 0 0 0,1 0 0 0 0,0-1 0 0 0,-1 1 0 0 0,1 0 0 0 0,-1 0 0 0 0,0 0 0 0 0,0 0 0 0 0,0 0 1 0 0,0-1-1 0 0,-1 1 0 0 0,1 0 0 0 0,-2 3 0 0 0,0 7 184 0 0,-2 1 0 0 0,0-1 0 0 0,0 0 1 0 0,-1 0-1 0 0,-1 0 0 0 0,-13 21 0 0 0,-53 65 628 0 0,49-71-2330 0 0,-32 55 0 0 0,48-69-1330 0 0</inkml:trace>
  <inkml:trace contextRef="#ctx0" brushRef="#br0" timeOffset="1">658 256 2864 0 0,'70'-127'12132'0'0,"-162"249"-7692"0"0,0-1-2903 0 0,78-100-1395 0 0,2 0-1 0 0,0 1 1 0 0,1 0-1 0 0,-9 28 1 0 0,19-46-129 0 0,0-1 0 0 0,0 1 0 0 0,0-1 0 0 0,0 1 0 0 0,1-1 0 0 0,-1 1 0 0 0,1 0 0 0 0,0-1 0 0 0,0 1 0 0 0,0 0 1 0 0,1-1-1 0 0,-1 1 0 0 0,1-1 0 0 0,0 1 0 0 0,0 0 0 0 0,0-1 0 0 0,1 0 0 0 0,-1 1 0 0 0,1-1 0 0 0,0 0 0 0 0,2 4 0 0 0,-1-3 1 0 0,1 0 0 0 0,0-1 0 0 0,0 1 0 0 0,1 0 0 0 0,-1-1 0 0 0,1 0 0 0 0,-1 0 0 0 0,1-1 0 0 0,0 1 0 0 0,0-1 0 0 0,0 0 0 0 0,0 0 0 0 0,9 1 0 0 0,4 1 10 0 0,0-2 1 0 0,0 0-1 0 0,0-1 1 0 0,1-1-1 0 0,-1-1 1 0 0,0 0-1 0 0,0-1 1 0 0,0-1-1 0 0,0-1 1 0 0,-1 0-1 0 0,1-2 1 0 0,-1 0-1 0 0,-1 0 0 0 0,30-17 1 0 0,-29 13-4 0 0,-1 0 0 0 0,0 0 1 0 0,-1-2-1 0 0,0 0 0 0 0,-1-1 0 0 0,-1 0 1 0 0,0-1-1 0 0,0 0 0 0 0,-2-1 0 0 0,1 0 0 0 0,-2-1 1 0 0,0-1-1 0 0,-1 1 0 0 0,7-19 0 0 0,-13 26-19 0 0,0 0 0 0 0,-1 0-1 0 0,0 0 1 0 0,0-1 0 0 0,-1 1-1 0 0,0 0 1 0 0,-1-1 0 0 0,0 1-1 0 0,0-1 1 0 0,-1 1 0 0 0,0 0-1 0 0,-1 0 1 0 0,0-1 0 0 0,0 1-1 0 0,-1 0 1 0 0,0 1 0 0 0,-1-1-1 0 0,0 0 1 0 0,-9-14 0 0 0,5 12-23 0 0,-1-1-1 0 0,0 2 1 0 0,-1-1 0 0 0,0 1 0 0 0,0 0 0 0 0,-1 1 0 0 0,-1 1 0 0 0,1 0 0 0 0,-1 0 0 0 0,-1 1 0 0 0,1 0 0 0 0,-20-6 0 0 0,1 2-1086 0 0,-33-8 0 0 0,4 9-3448 0 0,43 12 1963 0 0,14-1 1998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32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1264 140 416 0 0,'-37'-117'15085'0'0,"36"115"-14731"0"0,1 1-268 0 0,0-1 0 0 0,0 1 0 0 0,0 0 0 0 0,0 0 0 0 0,-1-1 0 0 0,1 1 0 0 0,0 0 0 0 0,-1 0 0 0 0,1 0 0 0 0,-1 0 0 0 0,1 0 0 0 0,-2-2 0 0 0,-4-1 797 0 0,-1 13-141 0 0,-64 203 2718 0 0,1-3-2239 0 0,70-208-1221 0 0,-155 383 1085 0 0,125-322-1690 0 0,-3-1-1 0 0,-3-1 1 0 0,-84 107 0 0 0,-25-9-4325 0 0,38-61-2689 0 0,49-51 629 0 0</inkml:trace>
  <inkml:trace contextRef="#ctx0" brushRef="#br0" timeOffset="1">1 1987 4172 0 0,'4'-17'3689'0'0,"2"2"-857"0"0,-6 3-652 0 0,4 1 932 0 0,3-8-1735 0 0,-1 5-1313 0 0,0 5-1329 0 0,3-1-2035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6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9 600 0 0,'0'0'4180'0'0,"4"-8"-5711"0"0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8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0 212 0 0,'0'0'2484'0'0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6:5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11 444 0 0,'0'0'2624'0'0,"-4"-10"-2188"0"0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0:2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14 436 0 0,'0'0'4076'0'0,"0"-13"-5876"0"0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0:23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1 348 0 0,'15'4'712'0'0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0:2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5 956 0 0,'17'-2'4849'0'0,"-3"-1"-4609"0"0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0:2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3 112 0 0,'0'0'1832'0'0,"21"-3"-960"0"0,-13 12-2372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0:49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530 592 1740 0 0,'-171'-146'7682'0'0,"-83"-77"-5739"0"0,232 202-2080 0 0,-26-28 176 0 0,44 44-201 0 0,0 0 0 0 0,0 0 0 0 0,1 0 1 0 0,0 0-1 0 0,0-1 0 0 0,0 1 0 0 0,1-1 0 0 0,-3-7 0 0 0,4 8-203 0 0,0 1 1 0 0,0-1-1 0 0,1 0 0 0 0,0 0 0 0 0,-1 1 0 0 0,2-1 1 0 0,-1 0-1 0 0,1 0 0 0 0,-1 1 0 0 0,1-1 0 0 0,0 0 1 0 0,3-4-1 0 0,8-23-2299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1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1220 0 0,'28'-24'7278'0'0,"-28"24"-7104"0"0,1-1 0 0 0,-1 1-1 0 0,1-1 1 0 0,-1 1 0 0 0,1 0 0 0 0,-1-1 0 0 0,1 1-1 0 0,-1 0 1 0 0,1 0 0 0 0,0-1 0 0 0,-1 1-1 0 0,1 0 1 0 0,-1 0 0 0 0,1 0 0 0 0,-1 0-1 0 0,1 0 1 0 0,0 0 0 0 0,0 0 0 0 0,0 0-74 0 0,1 1 1 0 0,-1 0-1 0 0,0 0 1 0 0,1 0-1 0 0,-1 0 1 0 0,0 0-1 0 0,0 1 1 0 0,0-1-1 0 0,1 0 1 0 0,-2 0-1 0 0,1 1 1 0 0,0-1-1 0 0,0 1 1 0 0,0-1-1 0 0,0 0 1 0 0,-1 1-1 0 0,1 0 1 0 0,-1-1-1 0 0,1 1 1 0 0,-1-1-1 0 0,0 4 1 0 0,53 267 5224 0 0,-42-185-5113 0 0,-4 1 0 0 0,-4-1 0 0 0,-3 1 0 0 0,-4 0 0 0 0,-18 98 0 0 0,-66 640 479 0 0,85-250 231 0 0,20 1-666 0 0,-3-153-110 0 0,-6-104-103 0 0,50 1188 181 0 0,-32-488-84 0 0,-22-561 1281 0 0,-19 424-510 0 0,-25-499-962 0 0,39-366 63 0 0,-2 38-27 0 0,3-50 22 0 0,0-1 1 0 0,0 0-1 0 0,1 1 1 0 0,0-1 0 0 0,0 0-1 0 0,0 0 1 0 0,4 9-1 0 0,-2-8 13 0 0,1-1 0 0 0,-1 0 0 0 0,1-1 0 0 0,0 1 0 0 0,1-1 0 0 0,-1 0 0 0 0,1 0-1 0 0,0 0 1 0 0,0 0 0 0 0,0-1 0 0 0,1 0 0 0 0,-1 0 0 0 0,1 0 0 0 0,-1-1 0 0 0,1 0 0 0 0,0 0 0 0 0,0-1-1 0 0,9 2 1 0 0,13 2 35 0 0,0-2 0 0 0,46 1 0 0 0,-63-4-46 0 0,614 1-31 0 0,-56-2 139 0 0,799 46-59 0 0,0 27 76 0 0,-479-24-79 0 0,2353 110-87 0 0,-2736-130 17 0 0,719 28-230 0 0,-1103-61-4344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2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1336 0 0,'0'0'4022'0'0,"0"0"-3838"0"0,0-1 0 0 0,0 1 0 0 0,0-1 0 0 0,-1 1-1 0 0,1-1 1 0 0,0 1 0 0 0,0-1 0 0 0,0 1 0 0 0,0 0 0 0 0,0-1 0 0 0,0 1 0 0 0,2-5 1655 0 0,-1 4-1655 0 0,11 13 691 0 0,1 0-1 0 0,-2 1 0 0 0,0 0 1 0 0,16 24-1 0 0,33 67 477 0 0,-40-67-897 0 0,315 588 1716 0 0,-247-458-1951 0 0,132 243 25 0 0,64 123 68 0 0,-22 10-86 0 0,123 421 60 0 0,402 928 1028 0 0,39-300-469 0 0,-187-422-542 0 0,-317-604-8 0 0,-304-531-110 0 0,-17-33-159 0 0,-1 2-26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3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77 540 0 0,'-6'-31'5844'0'0,"6"27"-5107"0"0,-1 0 0 0 0,1 0 0 0 0,-1 0 0 0 0,0 0 0 0 0,0 0 0 0 0,-1 0 1 0 0,1 0-1 0 0,-1 0 0 0 0,-3-6 0 0 0,1 42 1457 0 0,-22 426 154 0 0,19-244-3370 0 0,4-202 558 0 0,-2-14-14 0 0,4 1 451 0 0,0 0 1 0 0,0-1-1 0 0,0 1 1 0 0,0 0-1 0 0,0-1 0 0 0,1 1 1 0 0,-1-1-1 0 0,1 1 1 0 0,-1-1-1 0 0,1 1 1 0 0,-1-1-1 0 0,1 1 0 0 0,0-3 1 0 0,0-10-32 0 0,0 1 0 0 0,2-1 1 0 0,-1 1-1 0 0,7-25 0 0 0,-5 31 51 0 0,-1 0-1 0 0,1 0 0 0 0,0 1 0 0 0,0-1 1 0 0,1 1-1 0 0,0 0 0 0 0,0 0 0 0 0,1 0 1 0 0,-1 1-1 0 0,1-1 0 0 0,8-5 0 0 0,8-5-56 0 0,1 1 0 0 0,1 2 0 0 0,1 0 0 0 0,-1 1 0 0 0,31-10 0 0 0,43-21-1855 0 0,-91 39 1851 0 0,0 1 0 0 0,0-1 0 0 0,-1-1 0 0 0,0 1 0 0 0,0 0 0 0 0,0-1 0 0 0,0 0 0 0 0,-1-1 0 0 0,0 1 0 0 0,0-1 0 0 0,0 1 0 0 0,-1-1 0 0 0,0 0 0 0 0,0 0 0 0 0,0-1 0 0 0,-1 1 0 0 0,0-1 0 0 0,3-12 0 0 0,-2-7 233 0 0,0 0 0 0 0,-2-1-1 0 0,-2-41 1 0 0,-1 17 1039 0 0,-1 29-742 0 0,0 17-170 0 0,2 14 735 0 0,1 92-44 0 0,-2 1-1217 0 0,20 185 1 0 0,-13-259-1480 0 0,13 37 0 0 0,4-6-3956 0 0,-10-35 1024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2660 0 0,'40'-75'14094'0'0,"-39"73"-13606"0"0,-1 2-463 0 0,0 0 0 0 0,0 0 0 0 0,0 0 1 0 0,0 0-1 0 0,1 1 0 0 0,-1-1 0 0 0,0 0 0 0 0,0 0 0 0 0,0 0 0 0 0,0 0 0 0 0,0 0 0 0 0,0 0 0 0 0,0 0 0 0 0,0 0 0 0 0,0 0 1 0 0,1 0-1 0 0,-1 0 0 0 0,0 0 0 0 0,0 0 0 0 0,0 0 0 0 0,0 0 0 0 0,0 0 0 0 0,0 0 0 0 0,0 0 0 0 0,1 0 0 0 0,-1 0 0 0 0,0 0 0 0 0,0 0 1 0 0,0 0-1 0 0,0 0 0 0 0,0 0 0 0 0,0 0 0 0 0,0 0 0 0 0,0 0 0 0 0,1 0 0 0 0,-1 0 0 0 0,0 0 0 0 0,0 0 0 0 0,0 0 0 0 0,0 0 0 0 0,0 0 1 0 0,0 0-1 0 0,0 0 0 0 0,0 0 0 0 0,0-1 0 0 0,1 1 0 0 0,-1 0 0 0 0,0 0 0 0 0,0 0 0 0 0,0 0 0 0 0,0 0 0 0 0,0 0 0 0 0,0-1 1 0 0,5 11 281 0 0,-4 4-125 0 0,-1-1 1 0 0,0 0 0 0 0,-3 27-1 0 0,-1 12-366 0 0,4-28-1060 0 0,2 0-1 0 0,6 33 0 0 0,9 10-6320 0 0,-8-45 1818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50 1352 0 0,'0'-2'2236'0'0,"-10"-46"10220"0"0,11 49-12310 0 0,0 1-1 0 0,0-1 1 0 0,0 0-1 0 0,-1 1 1 0 0,1-1-1 0 0,0 1 1 0 0,-1-1-1 0 0,1 1 1 0 0,-1-1-1 0 0,1 1 1 0 0,-1-1-1 0 0,0 1 1 0 0,0 1-1 0 0,1-1-109 0 0,3 26 349 0 0,-2 1 0 0 0,0-1 0 0 0,-2 1 0 0 0,-6 50 1 0 0,2-23-187 0 0,-2 69 114 0 0,16 217-1 0 0,-7-307-359 0 0,-3-33 20 0 0,0-3 22 0 0,1 1-1 0 0,-1 0 0 0 0,0-1 1 0 0,1 1-1 0 0,-1-1 0 0 0,0 1 1 0 0,1 0-1 0 0,-1-1 0 0 0,0 1 1 0 0,1-1-1 0 0,-1 1 0 0 0,0-1 1 0 0,0 1-1 0 0,0-1 0 0 0,1 0 1 0 0,-1 1-1 0 0,0-1 0 0 0,0 1 1 0 0,0-1-1 0 0,0-33-98 0 0,2 1 1 0 0,1 0-1 0 0,13-52 1 0 0,-15 80 99 0 0,1 0 0 0 0,0 0 1 0 0,1 0-1 0 0,0 1 0 0 0,-1-1 1 0 0,1 1-1 0 0,1-1 0 0 0,-1 1 1 0 0,1 0-1 0 0,-1 0 0 0 0,1 0 1 0 0,0 1-1 0 0,1 0 0 0 0,-1-1 0 0 0,1 1 1 0 0,-1 1-1 0 0,1-1 0 0 0,8-3 1 0 0,10-3-386 0 0,0 1 1 0 0,47-9-1 0 0,-30 8-736 0 0,-22 4 636 0 0,0 0-1 0 0,0-1 1 0 0,-1 0 0 0 0,26-14 0 0 0,-38 17 441 0 0,0-1 1 0 0,0 1 0 0 0,0-1-1 0 0,-1 0 1 0 0,1 0 0 0 0,-1-1-1 0 0,0 1 1 0 0,0-1 0 0 0,0 0-1 0 0,-1 0 1 0 0,0 0 0 0 0,0 0-1 0 0,0-1 1 0 0,-1 1 0 0 0,0-1-1 0 0,0 1 1 0 0,3-13 0 0 0,-2-8 278 0 0,0-1 1 0 0,-2 1-1 0 0,-3-43 1 0 0,0 8 1428 0 0,2 59-991 0 0,1 5-422 0 0,9 61 459 0 0,5 130 0 0 0,-8-70-592 0 0,-4-81-341 0 0,13 115-686 0 0,1-80-2414 0 0,-11-57-349 0 0,14 32-1 0 0,-12-35-1734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2012 0 0,'15'-32'5059'0'0,"-2"5"-933"0"0,25-40 0 0 0,-34 60-3780 0 0,1 0-1 0 0,1 1 1 0 0,-1-1-1 0 0,1 1 1 0 0,0 0-1 0 0,0 1 1 0 0,1-1-1 0 0,-1 1 1 0 0,1 1-1 0 0,11-6 1 0 0,-16 9-268 0 0,-1 0 1 0 0,1 0-1 0 0,0 0 1 0 0,0 1-1 0 0,0-1 1 0 0,0 1-1 0 0,0-1 1 0 0,0 1-1 0 0,0 0 1 0 0,0 0 0 0 0,0 0-1 0 0,0 0 1 0 0,0 0-1 0 0,0 0 1 0 0,0 1-1 0 0,-1-1 1 0 0,1 0-1 0 0,0 1 1 0 0,0 0-1 0 0,3 1 1 0 0,-2 0 2 0 0,-1-1 0 0 0,1 1 0 0 0,-1 0 0 0 0,0 1 0 0 0,0-1 0 0 0,0 0 0 0 0,0 0 0 0 0,0 1 0 0 0,-1 0 0 0 0,1-1 0 0 0,-1 1 0 0 0,2 3 0 0 0,1 5 98 0 0,0 1 1 0 0,-1-1 0 0 0,0 1 0 0 0,-1-1-1 0 0,1 22 1 0 0,-4 8 220 0 0,-1-1 0 0 0,-3 0 1 0 0,-1 1-1 0 0,-20 69 0 0 0,3-12 205 0 0,22-95-593 0 0,0 1 0 0 0,1 0 0 0 0,-1 0 1 0 0,1 0-1 0 0,-1 0 0 0 0,1 0 1 0 0,1 0-1 0 0,-1 0 0 0 0,0 0 0 0 0,1 0 1 0 0,0 0-1 0 0,0-1 0 0 0,1 5 0 0 0,0-6-18 0 0,-1 0 0 0 0,1 0 0 0 0,-1 0 0 0 0,1 0 0 0 0,0-1 0 0 0,-1 1 0 0 0,1-1 0 0 0,0 1-1 0 0,0-1 1 0 0,0 0 0 0 0,0 1 0 0 0,0-1 0 0 0,0 0 0 0 0,1 0 0 0 0,-1-1 0 0 0,0 1 0 0 0,1 0 0 0 0,-1-1-1 0 0,0 0 1 0 0,1 1 0 0 0,-1-1 0 0 0,5 0 0 0 0,24-1-737 0 0,0-1 0 0 0,1-1 0 0 0,-1-2 0 0 0,48-13 0 0 0,-70 15 511 0 0,151-40-4145 0 0,-51 8-1866 0 0,-17 4-2327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151 339 600 0 0,'0'-12'5933'0'0,"0"6"-5427"0"0,0-9 5778 0 0,0 15-6246 0 0,0 0 0 0 0,0 0 1 0 0,-1-1-1 0 0,1 1 0 0 0,0 0 1 0 0,0 0-1 0 0,0 0 0 0 0,0 0 0 0 0,0-1 1 0 0,0 1-1 0 0,-1 0 0 0 0,1 0 1 0 0,0 0-1 0 0,0 0 0 0 0,0 0 1 0 0,0 0-1 0 0,-1-1 0 0 0,1 1 0 0 0,0 0 1 0 0,0 0-1 0 0,0 0 0 0 0,0 0 1 0 0,-1 0-1 0 0,1 0 0 0 0,0 0 1 0 0,0 0-1 0 0,0 0 0 0 0,-1 0 0 0 0,1 0 1 0 0,0 0-1 0 0,0 0 0 0 0,0 0 1 0 0,-1 0-1 0 0,1 0 0 0 0,0 0 1 0 0,0 0-1 0 0,0 0 0 0 0,-1 0 0 0 0,1 0 1 0 0,0 1-1 0 0,0-1 0 0 0,0 0 1 0 0,0 0-1 0 0,-1 0 0 0 0,1 0 1 0 0,0 0-1 0 0,0 0 0 0 0,0 1 0 0 0,0-1 1 0 0,0 0-1 0 0,-1 0 0 0 0,1 0 1 0 0,0 0-1 0 0,0 1 0 0 0,0-1 1 0 0,0 0-1 0 0,0 0 0 0 0,0 0 0 0 0,0 1 1 0 0,-3 4-2 0 0,0-1 1 0 0,0 1 0 0 0,1 0-1 0 0,-1 0 1 0 0,1 0-1 0 0,-2 11 1 0 0,-3 3 19 0 0,-3 5-13 0 0,-65 180 200 0 0,67-178-224 0 0,1 1-1 0 0,2 0 0 0 0,1 0 0 0 0,1 1 1 0 0,0 50-1 0 0,4-73-15 0 0,0 0 0 0 0,-1 0 0 0 0,2 0 0 0 0,-1 0 0 0 0,1 0 0 0 0,-1 0 0 0 0,1 0 0 0 0,4 6 1 0 0,-5-9-2 0 0,0 0 0 0 0,0 0 0 0 0,0-1 1 0 0,1 1-1 0 0,-1-1 0 0 0,0 1 0 0 0,1-1 0 0 0,-1 1 1 0 0,1-1-1 0 0,0 0 0 0 0,-1 0 0 0 0,1 1 1 0 0,0-1-1 0 0,0-1 0 0 0,0 1 0 0 0,-1 0 1 0 0,1 0-1 0 0,0-1 0 0 0,0 1 0 0 0,0-1 1 0 0,0 1-1 0 0,0-1 0 0 0,0 0 0 0 0,1 0 0 0 0,-1 0 1 0 0,0 0-1 0 0,3-1 0 0 0,9-2-1 0 0,0 0-1 0 0,0-1 0 0 0,-1-1 1 0 0,0 0-1 0 0,0 0 0 0 0,0-2 1 0 0,0 0-1 0 0,-1 0 0 0 0,0-1 1 0 0,-1 0-1 0 0,1-1 0 0 0,-2-1 1 0 0,1 1-1 0 0,-1-2 0 0 0,-1 1 1 0 0,0-1-1 0 0,-1-1 0 0 0,0 0 1 0 0,0 0-1 0 0,-1-1 0 0 0,-1 1 1 0 0,0-1-1 0 0,-1-1 0 0 0,0 1 1 0 0,-1-1-1 0 0,2-15 0 0 0,-2 3-3 0 0,-2 0-1 0 0,0-1 1 0 0,-5-46-1 0 0,2 58-1 0 0,-1 0-1 0 0,-1 0 0 0 0,0 0 1 0 0,-1 0-1 0 0,-1 1 1 0 0,0-1-1 0 0,-1 1 0 0 0,-7-13 1 0 0,11 25 3 0 0,1 0-1 0 0,0 0 1 0 0,-1-1 0 0 0,1 1 0 0 0,-1 1 0 0 0,0-1-1 0 0,0 0 1 0 0,0 0 0 0 0,0 1 0 0 0,-2-3 0 0 0,-11 1-13 0 0,10 3 12 0 0,0 1 1 0 0,0-1 0 0 0,0 1-1 0 0,1 0 1 0 0,-1 0 0 0 0,0 1-1 0 0,1 0 1 0 0,-1-1 0 0 0,1 1-1 0 0,0 1 1 0 0,-8 4 0 0 0,4-1 0 0 0,1 0 0 0 0,0 0 0 0 0,1 0 0 0 0,-1 1 0 0 0,2 0 0 0 0,-7 9 0 0 0,5-7-1 0 0,1 1 1 0 0,1 0-1 0 0,0 0 0 0 0,0 0 0 0 0,1 1 1 0 0,0 0-1 0 0,1 0 0 0 0,0 0 1 0 0,1 0-1 0 0,-2 22 0 0 0,4-28 2 0 0,0-1 0 0 0,0 0 0 0 0,0 1 0 0 0,1-1 0 0 0,0 0 0 0 0,0 1 0 0 0,0-1 0 0 0,0 0-1 0 0,1 0 1 0 0,0 0 0 0 0,0 0 0 0 0,0 0 0 0 0,0 0 0 0 0,0 0 0 0 0,1-1 0 0 0,0 1 0 0 0,0-1 0 0 0,3 4 0 0 0,-1-4-4 0 0,-1 0 1 0 0,1 0 0 0 0,-1 0-1 0 0,1-1 1 0 0,0 1-1 0 0,0-1 1 0 0,0-1 0 0 0,0 1-1 0 0,1-1 1 0 0,-1 1 0 0 0,0-1-1 0 0,1-1 1 0 0,-1 1 0 0 0,8-1-1 0 0,12-1-2 0 0,-1-2 0 0 0,1 0 0 0 0,-1-2 0 0 0,-1 0 0 0 0,1-2 0 0 0,-1 0 0 0 0,0-2 0 0 0,0 0 1 0 0,-1-2-1 0 0,0-1 0 0 0,-1 0 0 0 0,-1-1 0 0 0,0-2 0 0 0,0 0 0 0 0,31-32 0 0 0,-38 31 3 0 0,0-1-1 0 0,-1 0 1 0 0,-1-1 0 0 0,0 0-1 0 0,-2-1 1 0 0,0 0 0 0 0,-1 0 0 0 0,-1-1-1 0 0,5-24 1 0 0,-3 4 17 0 0,-2-1 0 0 0,-2 0 1 0 0,-1-68-1 0 0,-4 104-21 0 0,-3 6 4 0 0,-5 13 3 0 0,-5 26 0 0 0,-52 378 460 0 0,57-353-359 0 0,-146 943 725 0 0,130-879-690 0 0,-6-1 1 0 0,-80 212 0 0 0,97-307-91 0 0,-33 54 0 0 0,40-77-25 0 0,0 0-1 0 0,-1-1 0 0 0,0 0 0 0 0,-1 0 1 0 0,1-1-1 0 0,-2 0 0 0 0,1 0 0 0 0,-1-1 1 0 0,-13 8-1 0 0,20-13-13 0 0,0-1 1 0 0,-1 0-1 0 0,1 0 1 0 0,-1 0-1 0 0,1 0 1 0 0,-1-1-1 0 0,1 1 0 0 0,-1 0 1 0 0,0-1-1 0 0,1 0 1 0 0,-1 0-1 0 0,0 0 0 0 0,1 0 1 0 0,-1 0-1 0 0,0 0 1 0 0,1-1-1 0 0,-1 1 1 0 0,0-1-1 0 0,1 0 0 0 0,-1 0 1 0 0,1 0-1 0 0,-1 0 1 0 0,1 0-1 0 0,0-1 0 0 0,-1 1 1 0 0,1 0-1 0 0,0-1 1 0 0,0 0-1 0 0,0 0 1 0 0,0 0-1 0 0,0 1 0 0 0,-2-6 1 0 0,-3-2-8 0 0,0-1 0 0 0,1 0 0 0 0,0 0 0 0 0,1-1 0 0 0,-8-22 0 0 0,2 0-13 0 0,2-1 1 0 0,2-1 0 0 0,1 1-1 0 0,1-1 1 0 0,1-36 0 0 0,3 8-28 0 0,17-121 0 0 0,-9 139 29 0 0,2 1 0 0 0,2 0 0 0 0,2 1 0 0 0,1 0 0 0 0,3 1 0 0 0,22-41 0 0 0,-23 53-9 0 0,2 1 0 0 0,1 1-1 0 0,2 1 1 0 0,0 0 0 0 0,2 2 0 0 0,0 0 0 0 0,2 2 0 0 0,44-33 0 0 0,-43 38-90 0 0,1 1-1 0 0,0 1 1 0 0,1 2-1 0 0,57-21 1 0 0,-64 28-766 0 0,1 1-1 0 0,39-4 1 0 0,-39 8-1006 0 0,-1 1 1 0 0,0 1-1 0 0,26 3 0 0 0,-19 1-3186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4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159 912 1176 0 0,'-15'1'1360'0'0,"0"0"0"0"0,0 1 0 0 0,1 1-1 0 0,-18 6 1 0 0,28-8-1130 0 0,0 1-1 0 0,0 0 1 0 0,0 0-1 0 0,0 0 1 0 0,0 0-1 0 0,0 1 1 0 0,1 0 0 0 0,-1 0-1 0 0,1 0 1 0 0,0 0-1 0 0,-1 0 1 0 0,2 0-1 0 0,-1 1 1 0 0,0 0-1 0 0,1-1 1 0 0,-1 1-1 0 0,1 0 1 0 0,-1 4-1 0 0,2-6-185 0 0,0 1-1 0 0,0-1 0 0 0,1 0 0 0 0,-1 0 0 0 0,1 0 0 0 0,0 0 0 0 0,-1 1 0 0 0,1-1 0 0 0,0 0 0 0 0,0 0 0 0 0,0 0 0 0 0,1 1 0 0 0,-1-1 1 0 0,1 0-1 0 0,-1 0 0 0 0,1 0 0 0 0,0 0 0 0 0,-1 0 0 0 0,1 0 0 0 0,0 0 0 0 0,0 0 0 0 0,1 0 0 0 0,-1 0 0 0 0,0 0 0 0 0,1-1 0 0 0,-1 1 1 0 0,1 0-1 0 0,-1-1 0 0 0,1 0 0 0 0,2 2 0 0 0,0 0-12 0 0,-1-1 1 0 0,2 1 0 0 0,-1-1-1 0 0,0 0 1 0 0,0 0-1 0 0,0-1 1 0 0,1 1-1 0 0,-1-1 1 0 0,1 0 0 0 0,-1 0-1 0 0,1-1 1 0 0,0 1-1 0 0,5-1 1 0 0,9-2 2 0 0,0-1 0 0 0,0-1 0 0 0,0 0 0 0 0,0-2 0 0 0,-1 0 0 0 0,0-1 0 0 0,21-10 0 0 0,-8 0-18 0 0,-1-1-1 0 0,-1-1 0 0 0,31-25 0 0 0,-44 30-14 0 0,0-1 0 0 0,-1-1 0 0 0,0 0-1 0 0,-1-1 1 0 0,-1 0 0 0 0,-1-1-1 0 0,13-25 1 0 0,-12 17-6 0 0,-2-1-1 0 0,0 0 0 0 0,-2 0 1 0 0,10-54-1 0 0,-10 20 6 0 0,-4-2 1 0 0,-2 1-1 0 0,-3 0 0 0 0,-11-92 0 0 0,-14-21 295 0 0,25 173-257 0 0,-1 2-34 0 0,0 0 1 0 0,0 0 0 0 0,1 0-1 0 0,-1 1 1 0 0,0-1 0 0 0,0 0 0 0 0,1 0-1 0 0,-1 1 1 0 0,0-1 0 0 0,0 0-1 0 0,1 1 1 0 0,-1-1 0 0 0,0 1 0 0 0,1-1-1 0 0,-1 1 1 0 0,1-1 0 0 0,-1 1-1 0 0,1-1 1 0 0,-1 1 0 0 0,1 0-1 0 0,-1-1 1 0 0,1 1 0 0 0,-1 0 0 0 0,1 0-1 0 0,0-1 1 0 0,-1 2 0 0 0,-6 25 47 0 0,5-15-27 0 0,-23 97 145 0 0,-20 200 0 0 0,40-235-108 0 0,4 0-1 0 0,3 1 1 0 0,18 126 0 0 0,-15-176-58 0 0,0 1 0 0 0,16 41 0 0 0,-19-61-58 0 0,0 0 1 0 0,1 0 0 0 0,0 0-1 0 0,0-1 1 0 0,0 1-1 0 0,1-1 1 0 0,-1 0 0 0 0,1 1-1 0 0,1-2 1 0 0,-1 1 0 0 0,1-1-1 0 0,0 1 1 0 0,0-1 0 0 0,0 0-1 0 0,0-1 1 0 0,10 5 0 0 0,-9-6-57 0 0,0-1 1 0 0,0 1-1 0 0,-1-2 0 0 0,1 1 1 0 0,0-1-1 0 0,0 0 1 0 0,0 0-1 0 0,0 0 1 0 0,0-1-1 0 0,0 0 1 0 0,0 0-1 0 0,0 0 1 0 0,-1-1-1 0 0,1 0 0 0 0,-1 0 1 0 0,1-1-1 0 0,-1 1 1 0 0,0-1-1 0 0,5-4 1 0 0,4-2-180 0 0,-1 0 0 0 0,0-1 0 0 0,0-1 1 0 0,-1 0-1 0 0,18-23 0 0 0,-8 4-44 0 0,-2-1 1 0 0,-1 0-1 0 0,-1-2 0 0 0,-1 0 1 0 0,-3-1-1 0 0,0-1 0 0 0,8-36 0 0 0,4-33 118 0 0,14-121-1 0 0,-27 103 923 0 0,9-49 1938 0 0,-19 156-1884 0 0,-4 20-66 0 0,-4 23-106 0 0,-23 235 1266 0 0,-10 136-683 0 0,32-153-676 0 0,6-246-495 0 0,0 0 1 0 0,0 1 0 0 0,0-1-1 0 0,0 1 1 0 0,0-1 0 0 0,0 1 0 0 0,0-1-1 0 0,0 1 1 0 0,0-1 0 0 0,0 1 0 0 0,0-1-1 0 0,0 1 1 0 0,1-1 0 0 0,-1 1 0 0 0,0-1-1 0 0,0 0 1 0 0,0 1 0 0 0,1-1 0 0 0,-1 1-1 0 0,0-1 1 0 0,1 0 0 0 0,-1 1 0 0 0,0-1-1 0 0,1 0 1 0 0,-1 1 0 0 0,0-1-1 0 0,1 0 1 0 0,-1 1 0 0 0,1-1 0 0 0,-1 0-1 0 0,0 0 1 0 0,1 1 0 0 0,-1-1 0 0 0,1 0-1 0 0,-1 0 1 0 0,1 0 0 0 0,-1 0 0 0 0,1 0-1 0 0,-1 0 1 0 0,1 0 0 0 0,-1 0 0 0 0,1 0-1 0 0,-1 0 1 0 0,1 0 0 0 0,-1 0-1 0 0,1 0 1 0 0,-1 0 0 0 0,1 0 0 0 0,-1 0-1 0 0,0-1 1 0 0,1 1 0 0 0,0 0 0 0 0,2-2 0 0 0,-1 1 0 0 0,1 0 0 0 0,0-1 1 0 0,-1 1-1 0 0,1-1 0 0 0,-1 0 0 0 0,3-2 1 0 0,11-15-17 0 0,-1 0 0 0 0,-1 0 0 0 0,0-1 1 0 0,11-24-1 0 0,-9 14-13 0 0,25-32 1 0 0,-29 47 24 0 0,47-57-75 0 0,-53 66 60 0 0,0-1 1 0 0,1 2 0 0 0,-1-1-1 0 0,1 1 1 0 0,1 0-1 0 0,-1 0 1 0 0,1 1-1 0 0,8-4 1 0 0,-14 7 25 0 0,1 1 1 0 0,-1-1 0 0 0,1 1-1 0 0,0-1 1 0 0,-1 1 0 0 0,1 0-1 0 0,0 0 1 0 0,-1 0 0 0 0,1 0-1 0 0,0 0 1 0 0,-1 1 0 0 0,1-1-1 0 0,0 1 1 0 0,-1 0 0 0 0,1 0-1 0 0,-1 0 1 0 0,1 0 0 0 0,-1 0-1 0 0,1 0 1 0 0,-1 1 0 0 0,0-1-1 0 0,0 1 1 0 0,0 0 0 0 0,0-1-1 0 0,0 1 1 0 0,0 0 0 0 0,0 0-1 0 0,-1 0 1 0 0,3 3 0 0 0,2 4 90 0 0,-1-1 1 0 0,0 1 0 0 0,0 0-1 0 0,-1 1 1 0 0,0-1 0 0 0,3 11 0 0 0,1 14 259 0 0,8 57 1 0 0,-13-63-261 0 0,1 0 1 0 0,2-1 0 0 0,14 44 0 0 0,-19-69-94 0 0,0 1 1 0 0,-1-1 0 0 0,1 1 0 0 0,0-1 0 0 0,1 1-1 0 0,-1-1 1 0 0,0 1 0 0 0,1-1 0 0 0,-1 0-1 0 0,1 0 1 0 0,0 0 0 0 0,0 0 0 0 0,0 0-1 0 0,0 0 1 0 0,0 0 0 0 0,0-1 0 0 0,0 1 0 0 0,1-1-1 0 0,-1 0 1 0 0,0 1 0 0 0,1-1 0 0 0,-1 0-1 0 0,1-1 1 0 0,0 1 0 0 0,-1 0 0 0 0,1-1 0 0 0,0 1-1 0 0,2-1 1 0 0,6 0 1 0 0,-1-1 0 0 0,1 0 1 0 0,-1-1-1 0 0,0 0 0 0 0,0 0 0 0 0,0-1 0 0 0,0-1 1 0 0,0 1-1 0 0,-1-2 0 0 0,13-6 0 0 0,-8 2-6 0 0,-1-1 0 0 0,0 0 0 0 0,0 0-1 0 0,-1-2 1 0 0,-1 1 0 0 0,12-15 0 0 0,-5 1-5 0 0,0-1 1 0 0,-1-1-1 0 0,-2 0 0 0 0,-1-1 1 0 0,-1-1-1 0 0,15-49 0 0 0,-22 55 7 0 0,0 0-1 0 0,3-30 0 0 0,-8 43-7 0 0,0 0 0 0 0,-1 0 0 0 0,0 0-1 0 0,-1 0 1 0 0,0 0 0 0 0,-1 0 0 0 0,-4-17 0 0 0,6 27 2 0 0,0-1 0 0 0,0 0 0 0 0,-1 1 0 0 0,1-1-1 0 0,0 1 1 0 0,-1-1 0 0 0,1 0 0 0 0,-1 1 0 0 0,1-1 0 0 0,-1 1 0 0 0,1-1 0 0 0,-1 1 0 0 0,1 0 0 0 0,-1-1 0 0 0,1 1 0 0 0,-1 0 0 0 0,1-1 0 0 0,-2 0 0 0 0,1 1 0 0 0,1 0 0 0 0,0 0 1 0 0,-1 0-1 0 0,1 0 0 0 0,0 0 0 0 0,0 0 1 0 0,-1-1-1 0 0,1 1 0 0 0,0 0 0 0 0,0 0 1 0 0,-1 0-1 0 0,1-1 0 0 0,0 1 0 0 0,0 0 1 0 0,-1 0-1 0 0,1-1 0 0 0,0 1 0 0 0,0 0 1 0 0,0 0-1 0 0,0-1 0 0 0,-1 1 1 0 0,1 0-1 0 0,0-1 0 0 0,0 1 0 0 0,0 0 1 0 0,0-1-1 0 0,0 1 0 0 0,0-1 0 0 0,-5 2-12 0 0,0 1 11 0 0,0 1 1 0 0,1-1-1 0 0,-1 1 0 0 0,0-1 0 0 0,1 1 1 0 0,0 1-1 0 0,-1-1 0 0 0,1 1 1 0 0,0-1-1 0 0,1 1 0 0 0,-1 0 0 0 0,1 0 1 0 0,0 1-1 0 0,0-1 0 0 0,0 1 0 0 0,-4 9 1 0 0,-2 3 26 0 0,1 1 1 0 0,1 0-1 0 0,0 1 0 0 0,1-1 1 0 0,1 1-1 0 0,1 0 1 0 0,1 1-1 0 0,-1 36 1 0 0,4-48-14 0 0,0 0 1 0 0,1 1-1 0 0,0-1 1 0 0,1 0-1 0 0,0 0 1 0 0,0 0-1 0 0,1-1 1 0 0,-1 1-1 0 0,2 0 1 0 0,4 8-1 0 0,-4-10-6 0 0,0-1 1 0 0,0 0-1 0 0,1 0 0 0 0,-1 0 0 0 0,1 0 0 0 0,0-1 1 0 0,0 0-1 0 0,1 0 0 0 0,-1 0 0 0 0,1-1 0 0 0,0 0 1 0 0,0 0-1 0 0,0 0 0 0 0,8 2 0 0 0,-3-2-86 0 0,1-1 0 0 0,-1 0 0 0 0,0 0 0 0 0,1-1 0 0 0,0-1 1 0 0,-1 0-1 0 0,1 0 0 0 0,-1-1 0 0 0,15-4 0 0 0,4-1-620 0 0,0-2 0 0 0,35-14 0 0 0,-37 11-212 0 0,0-2 0 0 0,-1-1 0 0 0,37-26 1 0 0,24-28-4426 0 0,-44 31 489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1 184 0 0,'-251'76'8276'0'0,"161"-47"-5855"0"0,70-22-1612 0 0,1 0 1 0 0,-29 17-1 0 0,48-23-785 0 0,0-1-1 0 0,-1 0 1 0 0,1 1-1 0 0,0-1 1 0 0,-1 1-1 0 0,1-1 1 0 0,0 1-1 0 0,-1-1 1 0 0,1 1 0 0 0,0-1-1 0 0,0 1 1 0 0,0-1-1 0 0,-1 1 1 0 0,1-1-1 0 0,0 1 1 0 0,0-1-1 0 0,0 1 1 0 0,0-1-1 0 0,0 1 1 0 0,0 0-1 0 0,0-1 1 0 0,0 1-1 0 0,0-1 1 0 0,0 1 0 0 0,1-1-1 0 0,-1 1 1 0 0,0-1-1 0 0,0 1 1 0 0,0-1-1 0 0,1 1 1 0 0,-1-1-1 0 0,0 1 1 0 0,0-1-1 0 0,1 1 1 0 0,-1-1-1 0 0,1 1 1 0 0,25 1-79 0 0,-1-2 1 0 0,1-1-1 0 0,-1 0 1 0 0,1-2-1 0 0,33-8 0 0 0,-4 1-630 0 0,94-17-4630 0 0,-70 12-133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5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113 222 600 0 0,'-34'-57'8236'0'0,"33"56"-7623"0"0,0 0-524 0 0,0 1 0 0 0,0-1 0 0 0,0 1 0 0 0,1 0 0 0 0,-1-1 0 0 0,0 1 0 0 0,0 0 0 0 0,0 0 0 0 0,0 0 0 0 0,0 0 0 0 0,0 0 0 0 0,0 0 0 0 0,0 0 0 0 0,-1 0 0 0 0,-2 4 109 0 0,0 1-1 0 0,0-1 1 0 0,1 1-1 0 0,-1 0 1 0 0,1 0-1 0 0,0 0 1 0 0,1 1-1 0 0,-1-1 0 0 0,1 1 1 0 0,-3 10-1 0 0,-12 65 972 0 0,16-80-1156 0 0,-2 18 130 0 0,1 0 0 0 0,0 0 0 0 0,2 1 0 0 0,0-1 0 0 0,1 1 0 0 0,1-1 1 0 0,5 25-1 0 0,-5-36-117 0 0,1 0 1 0 0,0 0-1 0 0,0 0 1 0 0,0-1 0 0 0,1 1-1 0 0,0-1 1 0 0,0 0 0 0 0,9 10-1 0 0,-9-13-15 0 0,0 0-1 0 0,1 1 1 0 0,-1-2 0 0 0,1 1-1 0 0,0-1 1 0 0,0 1 0 0 0,0-1-1 0 0,0-1 1 0 0,1 1 0 0 0,-1-1-1 0 0,1 0 1 0 0,-1 0 0 0 0,7 1-1 0 0,3 0-3 0 0,0-2 0 0 0,0 1 0 0 0,0-2 0 0 0,0 0-1 0 0,0-1 1 0 0,0 0 0 0 0,0-2 0 0 0,-1 1 0 0 0,1-2 0 0 0,-1 0-1 0 0,1 0 1 0 0,19-11 0 0 0,-19 8-1 0 0,-1 0 0 0 0,0-1 0 0 0,0-1 0 0 0,-1 0 1 0 0,-1-1-1 0 0,1 0 0 0 0,-1-1 0 0 0,-1 0 0 0 0,0-1 0 0 0,-1 0 0 0 0,14-21 0 0 0,-17 19-5 0 0,0 1 0 0 0,-1-1-1 0 0,-1 0 1 0 0,0-1 0 0 0,-1 0-1 0 0,0 1 1 0 0,-1-1 0 0 0,-1 0-1 0 0,0 0 1 0 0,-2-1 0 0 0,1 1-1 0 0,-3-17 1 0 0,1 18 0 0 0,-1 0 0 0 0,0 0 0 0 0,-2 1 0 0 0,1-1 0 0 0,-1 1 0 0 0,-1 0 0 0 0,-1 0 0 0 0,1 0 0 0 0,-2 1 0 0 0,0-1 0 0 0,-1 2 0 0 0,0-1 0 0 0,-11-12 0 0 0,15 20 1 0 0,0 0 1 0 0,0 0-1 0 0,-1 0 0 0 0,1 1 1 0 0,-1 0-1 0 0,0 0 0 0 0,0 0 0 0 0,0 1 1 0 0,0-1-1 0 0,0 1 0 0 0,-1 0 1 0 0,1 1-1 0 0,-1-1 0 0 0,1 1 0 0 0,-9-1 1 0 0,5 2-1 0 0,0 0 1 0 0,1 1 0 0 0,-1 0-1 0 0,1 0 1 0 0,-1 1 0 0 0,1 0-1 0 0,0 1 1 0 0,0-1-1 0 0,-12 7 1 0 0,3 0 5 0 0,0 0 0 0 0,1 2 1 0 0,0 0-1 0 0,1 1 0 0 0,0 0 0 0 0,0 1 0 0 0,1 1 1 0 0,-15 21-1 0 0,20-24 2 0 0,1 0 1 0 0,1 1 0 0 0,0 0 0 0 0,1 0-1 0 0,0 1 1 0 0,1 0 0 0 0,0 0-1 0 0,1 0 1 0 0,-3 16 0 0 0,6-24-10 0 0,1 0-1 0 0,-1 0 1 0 0,1 0 0 0 0,0 0-1 0 0,0 0 1 0 0,0 0 0 0 0,1 0 0 0 0,-1 0-1 0 0,1 0 1 0 0,1-1 0 0 0,-1 1-1 0 0,1 0 1 0 0,-1 0 0 0 0,1-1 0 0 0,1 0-1 0 0,-1 1 1 0 0,1-1 0 0 0,-1 0 0 0 0,1 0-1 0 0,0 0 1 0 0,1 0 0 0 0,-1-1-1 0 0,1 1 1 0 0,-1-1 0 0 0,1 0 0 0 0,0 0-1 0 0,0 0 1 0 0,7 3 0 0 0,0-1-107 0 0,0-1-1 0 0,1 0 1 0 0,-1-1 0 0 0,1 0 0 0 0,-1-1-1 0 0,1 0 1 0 0,0 0 0 0 0,0-2-1 0 0,0 1 1 0 0,0-2 0 0 0,0 0 0 0 0,17-3-1 0 0,-6 0-77 0 0,-1-1-1 0 0,0-2 0 0 0,0 0 0 0 0,0-1 0 0 0,31-17 1 0 0,-29 11 83 0 0,-1-1 0 0 0,-1-1 1 0 0,-1-1-1 0 0,0 0 0 0 0,25-28 1 0 0,81-110-129 0 0,-119 143 222 0 0,3-1 27 0 0,0-1-1 0 0,24-21 1 0 0,-33 34 7 0 0,0 0 0 0 0,-1 0 0 0 0,1 0 0 0 0,0 0 0 0 0,0 0 0 0 0,0 0 0 0 0,0 1 0 0 0,0-1 0 0 0,0 1 0 0 0,0-1 0 0 0,0 1 0 0 0,0 0 0 0 0,0 0 0 0 0,0-1 0 0 0,0 2 0 0 0,0-1-1 0 0,0 0 1 0 0,0 0 0 0 0,0 1 0 0 0,0-1 0 0 0,0 1 0 0 0,0-1 0 0 0,0 1 0 0 0,0 0 0 0 0,0 0 0 0 0,0 0 0 0 0,0 0 0 0 0,-1 0 0 0 0,1 0 0 0 0,0 1 0 0 0,-1-1 0 0 0,2 2 0 0 0,6 5 118 0 0,0 1-1 0 0,-1 0 1 0 0,-1 0-1 0 0,8 12 1 0 0,-12-16-89 0 0,11 17 97 0 0,-2 2-1 0 0,0-1 0 0 0,-2 2 1 0 0,0-1-1 0 0,-2 1 0 0 0,-1 1 1 0 0,8 49-1 0 0,-13-58-65 0 0,-1-1-1 0 0,0 1 0 0 0,-1 0 1 0 0,-1-1-1 0 0,-1 1 1 0 0,-5 26-1 0 0,6-36-7 0 0,-1 1 0 0 0,-1-1-1 0 0,1 0 1 0 0,-1 0 0 0 0,0 0-1 0 0,0 0 1 0 0,-1 0-1 0 0,0-1 1 0 0,-1 0 0 0 0,1 1-1 0 0,-1-1 1 0 0,0-1 0 0 0,0 1-1 0 0,-1-1 1 0 0,0 0 0 0 0,-7 5-1 0 0,10-9-55 0 0,1 0 1 0 0,-1 0-1 0 0,0-1 0 0 0,0 1 0 0 0,0-1 0 0 0,0 1 0 0 0,0-1 0 0 0,0 0 0 0 0,0 0 0 0 0,1 0 1 0 0,-1 0-1 0 0,0-1 0 0 0,0 1 0 0 0,0-1 0 0 0,0 0 0 0 0,0 0 0 0 0,1 0 0 0 0,-1 0 1 0 0,0 0-1 0 0,1-1 0 0 0,-1 1 0 0 0,1-1 0 0 0,-1 1 0 0 0,1-1 0 0 0,0 0 0 0 0,-1 0 1 0 0,-2-4-1 0 0,4 4-22 0 0,-1 0 0 0 0,1 0 1 0 0,0 1-1 0 0,0-1 1 0 0,0 0-1 0 0,1 0 0 0 0,-1 0 1 0 0,0 0-1 0 0,1 0 0 0 0,-1 0 1 0 0,1 0-1 0 0,0 0 0 0 0,0 0 1 0 0,0-1-1 0 0,0 1 1 0 0,0 0-1 0 0,0-3 0 0 0,1 1-1 0 0,1 0 0 0 0,-1 1 0 0 0,0-1 0 0 0,1 0 0 0 0,0 1 0 0 0,0-1 0 0 0,0 1 0 0 0,4-6 0 0 0,2 0-38 0 0,0-1-1 0 0,1 2 0 0 0,0-1 0 0 0,19-13 0 0 0,2 3-538 0 0,1 1 0 0 0,50-22 0 0 0,71-19-1870 0 0,-6 2 798 0 0,-134 52 1557 0 0,0-1-1 0 0,0 0 1 0 0,-1-1 0 0 0,0 0-1 0 0,-1-1 1 0 0,0 0 0 0 0,13-13-1 0 0,-18 15 259 0 0,0 1 1 0 0,-1-1-1 0 0,0 0 0 0 0,0 0 0 0 0,0 0 0 0 0,-1 0 1 0 0,0-1-1 0 0,0 1 0 0 0,0-1 0 0 0,-1 0 0 0 0,0 0 1 0 0,-1 0-1 0 0,1 0 0 0 0,-1 0 0 0 0,0-11 0 0 0,-3-26 1790 0 0,2 42-1032 0 0,-7 28-179 0 0,2 4-283 0 0,1 0 0 0 0,1 43-1 0 0,2-41-306 0 0,1-26-150 0 0,0 151 535 0 0,1-138-632 0 0,1-1 0 0 0,1 1 0 0 0,1-1 0 0 0,0 0 0 0 0,2 0 0 0 0,9 22 0 0 0,-14-37-136 0 0,0 0 0 0 0,1-1 0 0 0,-1 1 0 0 0,1 0 1 0 0,0-1-1 0 0,0 0 0 0 0,0 1 0 0 0,0-1 0 0 0,0 0 0 0 0,0 0 0 0 0,1 0 0 0 0,-1 0 0 0 0,1-1 0 0 0,-1 1 1 0 0,1-1-1 0 0,4 3 0 0 0,-4-4-174 0 0,-1 1 0 0 0,1-1-1 0 0,-1 1 1 0 0,0-1 0 0 0,1 0 0 0 0,-1 0 0 0 0,1 0 0 0 0,-1 0 0 0 0,1 0 0 0 0,-1-1 0 0 0,0 1 0 0 0,1-1-1 0 0,-1 0 1 0 0,0 1 0 0 0,1-1 0 0 0,-1 0 0 0 0,0 0 0 0 0,0-1 0 0 0,0 1 0 0 0,4-3 0 0 0,6-6-4193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80 152 0 0,'-6'-8'896'0'0,"-1"0"-1"0"0,0 0 1 0 0,0 1 0 0 0,-1 0 0 0 0,0 1-1 0 0,0-1 1 0 0,-1 2 0 0 0,1-1-1 0 0,-1 1 1 0 0,-15-7 0 0 0,23 12-878 0 0,0 0-1 0 0,0 0 1 0 0,-1-1 0 0 0,1 1 0 0 0,0 0-1 0 0,0 0 1 0 0,0 0 0 0 0,0 0-1 0 0,0 0 1 0 0,0 0 0 0 0,0 1 0 0 0,0-1-1 0 0,0 0 1 0 0,0 0 0 0 0,0 1 0 0 0,0-1-1 0 0,0 1 1 0 0,0-1 0 0 0,1 1 0 0 0,-1-1-1 0 0,0 1 1 0 0,0 0 0 0 0,0-1-1 0 0,0 1 1 0 0,1 0 0 0 0,-1-1 0 0 0,0 1-1 0 0,1 0 1 0 0,-1 0 0 0 0,1 0 0 0 0,-1 0-1 0 0,1 0 1 0 0,-1 0 0 0 0,1 0-1 0 0,-1-1 1 0 0,1 1 0 0 0,0 0 0 0 0,-1 2-1 0 0,0 0-88 0 0,1 1-1 0 0,-1-1 0 0 0,1 1 1 0 0,-1-1-1 0 0,1 1 0 0 0,0-1 1 0 0,0 1-1 0 0,1-1 0 0 0,0 7 1 0 0,4 7-1699 0 0,1 0 0 0 0,15 30 0 0 0,-7-24-496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67 2008 0 0,'3'-1'1908'0'0,"-2"1"-1591"0"0,1-1 1 0 0,-1 1 0 0 0,1-1 0 0 0,-1 0 0 0 0,0 0-1 0 0,1 0 1 0 0,-1 0 0 0 0,0 0 0 0 0,1 0 0 0 0,-1 0-1 0 0,0 0 1 0 0,0 0 0 0 0,0-1 0 0 0,0 1 0 0 0,0 0-1 0 0,-1-1 1 0 0,1 1 0 0 0,0-1 0 0 0,0 1 0 0 0,-1-1-1 0 0,1 1 1 0 0,0-3 0 0 0,-1 2-210 0 0,0 1 0 0 0,-1-1 0 0 0,1 1 0 0 0,0-1 0 0 0,0 0-1 0 0,-1 1 1 0 0,1-1 0 0 0,0 1 0 0 0,-1 0 0 0 0,0-1 0 0 0,1 1 0 0 0,-1-1 0 0 0,0 1 0 0 0,0 0 0 0 0,1-1 0 0 0,-1 1-1 0 0,0 0 1 0 0,-1 0 0 0 0,1 0 0 0 0,0 0 0 0 0,0 0 0 0 0,0 0 0 0 0,-1 0 0 0 0,1 0 0 0 0,0 0 0 0 0,-1 1 0 0 0,1-1 0 0 0,0 0-1 0 0,-1 1 1 0 0,1-1 0 0 0,-1 1 0 0 0,1 0 0 0 0,-1-1 0 0 0,1 1 0 0 0,-1 0 0 0 0,0 0 0 0 0,1 0 0 0 0,-1 0 0 0 0,-2 1-1 0 0,-9 1 10 0 0,1 0 0 0 0,-1 1-1 0 0,1 1 1 0 0,-1 0 0 0 0,1 1 0 0 0,0 0-1 0 0,1 1 1 0 0,-1 0 0 0 0,1 1-1 0 0,-20 16 1 0 0,6-2-18 0 0,0 1 0 0 0,2 1-1 0 0,-27 34 1 0 0,41-47-80 0 0,1 1 0 0 0,1 0 0 0 0,0 1-1 0 0,0-1 1 0 0,1 1 0 0 0,1 1 0 0 0,-5 14 0 0 0,9-24-15 0 0,0 0 1 0 0,0 0 0 0 0,0 0 0 0 0,1 0 0 0 0,-1 1 0 0 0,1-1-1 0 0,0 0 1 0 0,0 0 0 0 0,0 1 0 0 0,0-1 0 0 0,1 0 0 0 0,-1 0-1 0 0,1 0 1 0 0,0 0 0 0 0,0 0 0 0 0,0 0 0 0 0,0 0 0 0 0,1 0-1 0 0,-1 0 1 0 0,1 0 0 0 0,-1 0 0 0 0,1-1 0 0 0,0 1-1 0 0,0-1 1 0 0,1 1 0 0 0,-1-1 0 0 0,0 0 0 0 0,1 0 0 0 0,-1 0-1 0 0,1 0 1 0 0,0 0 0 0 0,-1-1 0 0 0,1 1 0 0 0,5 1 0 0 0,-3-1-1 0 0,1 0 0 0 0,0-1 0 0 0,-1 0 1 0 0,1 0-1 0 0,0 0 0 0 0,0-1 0 0 0,0 0 1 0 0,0 0-1 0 0,9-2 0 0 0,-3 1-1 0 0,0-2 0 0 0,0 0-1 0 0,22-8 1 0 0,-22 5-7 0 0,0 0 0 0 0,0 0 1 0 0,-1-1-1 0 0,0-1 0 0 0,0 0 1 0 0,-1-1-1 0 0,0 0 0 0 0,-1 0 0 0 0,0-1 1 0 0,9-11-1 0 0,7-14-58 0 0,35-68 1 0 0,-23 38-54 0 0,-37 64 114 0 0,0 1-1 0 0,0-1 1 0 0,0 1-1 0 0,1 0 1 0 0,-1-1-1 0 0,0 1 1 0 0,0 0-1 0 0,0-1 1 0 0,1 1-1 0 0,-1-1 1 0 0,0 1 0 0 0,1 0-1 0 0,-1 0 1 0 0,0-1-1 0 0,0 1 1 0 0,1 0-1 0 0,-1-1 1 0 0,1 1-1 0 0,-1 0 1 0 0,0 0-1 0 0,1 0 1 0 0,-1-1-1 0 0,1 1 1 0 0,-1 0-1 0 0,0 0 1 0 0,1 0-1 0 0,-1 0 1 0 0,1 0-1 0 0,-1 0 1 0 0,0 0-1 0 0,1 0 1 0 0,-1 0-1 0 0,1 0 1 0 0,-1 0 0 0 0,1 0-1 0 0,-1 0 1 0 0,0 0-1 0 0,1 0 1 0 0,-1 1-1 0 0,1-1 1 0 0,-1 0-1 0 0,0 0 1 0 0,1 0-1 0 0,-1 1 1 0 0,1-1-1 0 0,-1 0 1 0 0,0 0-1 0 0,1 1 1 0 0,-1-1-1 0 0,0 0 1 0 0,0 1-1 0 0,1-1 1 0 0,-1 0-1 0 0,0 1 1 0 0,0-1-1 0 0,1 0 1 0 0,-1 1 0 0 0,0-1-1 0 0,0 1 1 0 0,0-1-1 0 0,0 0 1 0 0,0 2-1 0 0,8 19 25 0 0,-8-21-22 0 0,11 49 293 0 0,-3 1 0 0 0,3 64-1 0 0,-7 102 379 0 0,-4-169-588 0 0,-9 300 379 0 0,3-276-365 0 0,-3 0-1 0 0,-34 129 1 0 0,33-168-7 0 0,-2 0-1 0 0,-1-1 1 0 0,-1 0 0 0 0,-2-1 0 0 0,0-1 0 0 0,-2 0-1 0 0,-2-1 1 0 0,-44 49 0 0 0,50-63 10 0 0,-1-1-1 0 0,1-1 1 0 0,-2 0 0 0 0,0-1-1 0 0,0-1 1 0 0,-1 0 0 0 0,-25 9-1 0 0,28-13-44 0 0,0-2 0 0 0,-1 0-1 0 0,0 0 1 0 0,1-2-1 0 0,-1 1 1 0 0,-1-2 0 0 0,1 0-1 0 0,0-1 1 0 0,0-1-1 0 0,-20-2 1 0 0,19 0-29 0 0,-1 0 0 0 0,1-1 1 0 0,0-1-1 0 0,0-1 0 0 0,0 0 0 0 0,1-1 0 0 0,0 0 0 0 0,1-1 1 0 0,-1-1-1 0 0,1-1 0 0 0,-20-17 0 0 0,27 20-24 0 0,0 0 0 0 0,0 0 0 0 0,1-1 0 0 0,0 0 0 0 0,1 0 0 0 0,-1-1 0 0 0,2 0 0 0 0,-1 1 0 0 0,1-2 0 0 0,0 1 0 0 0,1 0 0 0 0,0-1-1 0 0,1 1 1 0 0,0-1 0 0 0,0 0 0 0 0,1 0 0 0 0,1 0 0 0 0,-1 0 0 0 0,1 0 0 0 0,3-17 0 0 0,3-1-48 0 0,1 0 0 0 0,1 1-1 0 0,1 0 1 0 0,1 0 0 0 0,2 1 0 0 0,1 0-1 0 0,1 1 1 0 0,28-39 0 0 0,6 1-619 0 0,106-105 1 0 0,-85 102-719 0 0,95-68 1 0 0,86-42-3689 0 0,-101 73-665 0 0,-97 65 1181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6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91 1556 0 0,'1'-9'1472'0'0,"0"-1"0"0"0,-1 1-1 0 0,0 0 1 0 0,-1 0 0 0 0,0 0-1 0 0,0 0 1 0 0,-6-17 1286 0 0,-2 47-778 0 0,-4 78-686 0 0,4 1 0 0 0,5 107 0 0 0,4-187-1562 0 0,1 0 0 0 0,6 30 0 0 0,-6-43-146 0 0,1 0 0 0 0,0 0 1 0 0,0 0-1 0 0,0 0 0 0 0,1 0 0 0 0,0 0 0 0 0,1-1 0 0 0,0 0 0 0 0,0 1 0 0 0,5 5 0 0 0,-8-11 5 0 0,13 11-1107 0 0,2-7-4289 0 0,9-1 818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6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42 2156 0 0,'1'-3'2352'0'0,"-1"-4"-2097"0"0,6-24 10859 0 0,-5 42-10359 0 0,-5 163 2912 0 0,0-4-3086 0 0,2-76-242 0 0,2-91-284 0 0,2-4-67 0 0,0 0 11 0 0,0 0-1 0 0,-1 0 1 0 0,1-1 0 0 0,0 1-1 0 0,0-1 1 0 0,-1 0 0 0 0,1 1-1 0 0,-1-1 1 0 0,1 0 0 0 0,-1 0-1 0 0,0 0 1 0 0,0 0 0 0 0,0 0-1 0 0,0 0 1 0 0,1-3 0 0 0,1-2-7 0 0,24-43-41 0 0,-5 9-32 0 0,36-52 0 0 0,-51 83 61 0 0,1 1-1 0 0,-1-1 1 0 0,2 1 0 0 0,-1 1-1 0 0,1 0 1 0 0,1 0 0 0 0,-1 0 0 0 0,1 2-1 0 0,1-1 1 0 0,12-5 0 0 0,-21 10 16 0 0,1 1 0 0 0,-1 1 0 0 0,1-1 0 0 0,-1 0 0 0 0,0 1 0 0 0,1-1 0 0 0,0 1 0 0 0,-1 0 0 0 0,1-1 0 0 0,-1 1 0 0 0,1 1 0 0 0,-1-1 0 0 0,1 0 0 0 0,-1 1 0 0 0,1-1 0 0 0,-1 1 0 0 0,1 0 0 0 0,2 1 0 0 0,-1 0 12 0 0,-1 0 0 0 0,0 0 0 0 0,0 0-1 0 0,0 1 1 0 0,0-1 0 0 0,0 1 0 0 0,-1 0-1 0 0,1 0 1 0 0,-1 0 0 0 0,0 0 0 0 0,2 4 0 0 0,2 3 64 0 0,-1 1 1 0 0,0 0 0 0 0,-1 1 0 0 0,0-1 0 0 0,-1 1 0 0 0,2 18 0 0 0,1 57 253 0 0,-5-64-265 0 0,0-1 1 0 0,1 1 0 0 0,10 41 0 0 0,-11-62-105 0 0,-1 0 0 0 0,0-1 0 0 0,1 1 0 0 0,0-1 0 0 0,-1 1 0 0 0,1-1 0 0 0,0 1 0 0 0,0-1 0 0 0,0 0 1 0 0,0 1-1 0 0,0-1 0 0 0,0 0 0 0 0,0 0 0 0 0,0 1 0 0 0,0-1 0 0 0,1 0 0 0 0,-1 0 0 0 0,0 0 0 0 0,1-1 0 0 0,-1 1 0 0 0,1 0 0 0 0,-1 0 0 0 0,1-1 0 0 0,-1 1 0 0 0,1-1 0 0 0,-1 1 0 0 0,1-1 1 0 0,0 0-1 0 0,-1 0 0 0 0,1 0 0 0 0,0 0 0 0 0,-1 0 0 0 0,1 0 0 0 0,0 0 0 0 0,-1 0 0 0 0,1-1 0 0 0,-1 1 0 0 0,1 0 0 0 0,0-1 0 0 0,2-1 0 0 0,3-1-582 0 0,0 0 0 0 0,-1 0-1 0 0,1-1 1 0 0,-1 0 0 0 0,0 0-1 0 0,0-1 1 0 0,9-8 0 0 0,-9 7-978 0 0,-1-1 0 0 0,0 1 1 0 0,8-14-1 0 0,0-4-4719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14 2084 0 0,'-40'-3'2264'0'0,"8"1"-391"0"0,1 0-281 0 0,2 0-248 0 0,6 2-320 0 0,2-2-200 0 0,-3 2-184 0 0,8-2 248 0 0,-9 2-468 0 0,10 4-1144 0 0,21 5-2168 0 0,11-3-4041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7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87 1364 0 0,'0'-3'333'0'0,"1"0"-1"0"0,-1 0 0 0 0,0 0 1 0 0,1 0-1 0 0,-2 0 1 0 0,1 0-1 0 0,0 0 0 0 0,0 0 1 0 0,-1 0-1 0 0,0 0 1 0 0,0 0-1 0 0,0 0 1 0 0,0 0-1 0 0,0 1 0 0 0,0-1 1 0 0,-1 0-1 0 0,1 1 1 0 0,-1-1-1 0 0,0 1 0 0 0,1-1 1 0 0,-1 1-1 0 0,0 0 1 0 0,-1 0-1 0 0,1 0 0 0 0,0 0 1 0 0,-1 0-1 0 0,-3-2 1 0 0,2 2-151 0 0,0 0-1 0 0,-1 1 1 0 0,1-1 0 0 0,-1 1 0 0 0,0 0 0 0 0,0 0 0 0 0,1 1 0 0 0,-1-1-1 0 0,0 1 1 0 0,0 0 0 0 0,0 0 0 0 0,1 1 0 0 0,-1-1 0 0 0,0 1 0 0 0,0 0-1 0 0,-8 4 1 0 0,-3 1 71 0 0,0 2-1 0 0,0 0 0 0 0,1 1 0 0 0,0 0 1 0 0,1 1-1 0 0,0 1 0 0 0,-22 21 0 0 0,5 1 180 0 0,-49 64-1 0 0,67-79-349 0 0,2-1 0 0 0,0 1-1 0 0,1 1 1 0 0,-14 34 0 0 0,22-46-67 0 0,-1-1 0 0 0,1 1 0 0 0,1-1-1 0 0,-1 1 1 0 0,1 0 0 0 0,0 0 0 0 0,0 0 0 0 0,1 0 0 0 0,0 0 0 0 0,0 0 0 0 0,1 0 0 0 0,0 0 0 0 0,0 0 0 0 0,1-1 0 0 0,0 1 0 0 0,0 0 0 0 0,0-1 0 0 0,4 8 0 0 0,-3-10-12 0 0,-1-1 1 0 0,1 1-1 0 0,0 0 1 0 0,0-1-1 0 0,1 1 1 0 0,-1-1-1 0 0,1 0 1 0 0,-1 0-1 0 0,1-1 1 0 0,0 1-1 0 0,0-1 1 0 0,0 0-1 0 0,5 2 1 0 0,-2-1-10 0 0,0-1 0 0 0,1 0 0 0 0,-1 0 0 0 0,1-1 0 0 0,0 0 0 0 0,-1 0 0 0 0,12-1 0 0 0,-4-1-26 0 0,1-1-1 0 0,0-1 1 0 0,-1 0-1 0 0,1-1 0 0 0,-1 0 1 0 0,0-1-1 0 0,16-8 1 0 0,-21 7 7 0 0,-1 0 0 0 0,0 0 1 0 0,0-1-1 0 0,-1 0 1 0 0,0 0-1 0 0,0-1 0 0 0,0 0 1 0 0,-1 0-1 0 0,-1-1 1 0 0,1 0-1 0 0,-1 0 0 0 0,-1 0 1 0 0,0-1-1 0 0,0 0 1 0 0,5-18-1 0 0,2-9-6 0 0,-1-2 0 0 0,9-76 0 0 0,-17 86 77 0 0,-1 6 62 0 0,1 42 21 0 0,2 59-96 0 0,7 70 400 0 0,-9-130-1028 0 0,1 0 1 0 0,1-1-1 0 0,0 1 1 0 0,1-1 0 0 0,16 33-1 0 0,-19-45-144 0 0,0 0-1 0 0,0-1 1 0 0,0 1-1 0 0,1-1 1 0 0,0 0-1 0 0,-1 0 1 0 0,1 0-1 0 0,5 3 1 0 0,4 2-3975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8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24 158 720 0 0,'16'-66'9044'0'0,"-16"65"-8903"0"0,0 0-1 0 0,0-1 0 0 0,0 1 1 0 0,1 0-1 0 0,-1 0 0 0 0,0 0 1 0 0,1 0-1 0 0,-1 0 0 0 0,0 0 1 0 0,1 0-1 0 0,0 0 1 0 0,-1 0-1 0 0,1 0 0 0 0,-1 0 1 0 0,1 0-1 0 0,0 0 0 0 0,0 0 1 0 0,0 0-1 0 0,0 0-67 0 0,0 1 1 0 0,-1 0-1 0 0,1 0 0 0 0,0-1 0 0 0,-1 1 1 0 0,1 0-1 0 0,0 0 0 0 0,0 0 0 0 0,-1 0 0 0 0,1 0 1 0 0,0 0-1 0 0,-1 0 0 0 0,1 0 0 0 0,0 0 1 0 0,0 0-1 0 0,-1 1 0 0 0,1-1 0 0 0,0 0 1 0 0,-1 0-1 0 0,2 1 0 0 0,2 1 123 0 0,-1 1 0 0 0,1-1 0 0 0,-1 1 0 0 0,1 0 0 0 0,-1 0 0 0 0,0 0 0 0 0,3 4 0 0 0,0 2-46 0 0,0 0 0 0 0,-1 0 0 0 0,0 1 0 0 0,-1-1 0 0 0,0 1 0 0 0,0 0 0 0 0,-1 0-1 0 0,0 1 1 0 0,-1-1 0 0 0,0 1 0 0 0,-1-1 0 0 0,0 1 0 0 0,0-1 0 0 0,-2 1 0 0 0,-1 17 0 0 0,1-15-113 0 0,-1-1 1 0 0,-1 0-1 0 0,0 1 0 0 0,0-1 0 0 0,-1-1 0 0 0,-1 1 0 0 0,0-1 0 0 0,0 1 1 0 0,-1-1-1 0 0,-1-1 0 0 0,0 1 0 0 0,0-1 0 0 0,-10 9 0 0 0,12-15-11 0 0,1 0 1 0 0,-1 0-1 0 0,0-1 0 0 0,-9 4 0 0 0,11-5-17 0 0,-13-7-42 0 0,15 3 31 0 0,0 1-1 0 0,0 0 0 0 0,0 0 1 0 0,0-1-1 0 0,0 1 1 0 0,0 0-1 0 0,1-1 1 0 0,-1 1-1 0 0,0-1 1 0 0,1 0-1 0 0,-1 1 1 0 0,1-1-1 0 0,-1 1 1 0 0,1-1-1 0 0,0 0 1 0 0,0 1-1 0 0,0-1 0 0 0,0-2 1 0 0,0 2-3 0 0,0-9-5 0 0,0 0 0 0 0,1 0 0 0 0,1 1 0 0 0,0-1 0 0 0,6-20 0 0 0,0 5-28 0 0,15-29 0 0 0,-11 31 12 0 0,0 0-1 0 0,2 0 1 0 0,1 1-1 0 0,1 1 1 0 0,0 0-1 0 0,29-28 1 0 0,-35 42 11 0 0,0-1-1 0 0,0 1 1 0 0,1 1 0 0 0,0 0 0 0 0,0 0-1 0 0,21-8 1 0 0,-23 11 7 0 0,-1 2 0 0 0,1-1 0 0 0,0 1 0 0 0,0 1 0 0 0,0 0 0 0 0,0 0 0 0 0,0 0 0 0 0,0 1 0 0 0,0 1 0 0 0,15 1 0 0 0,-19-1 35 0 0,0 1-1 0 0,1-1 1 0 0,-1 1 0 0 0,0 0 0 0 0,0 0 0 0 0,0 0 0 0 0,0 1 0 0 0,-1-1 0 0 0,1 1 0 0 0,-1 0 0 0 0,0 1-1 0 0,0-1 1 0 0,0 1 0 0 0,0 0 0 0 0,0 0 0 0 0,-1 0 0 0 0,1 0 0 0 0,-1 1 0 0 0,-1-1 0 0 0,1 1 0 0 0,0 0-1 0 0,-1 0 1 0 0,0 0 0 0 0,0 0 0 0 0,1 7 0 0 0,1 6 10 0 0,-1-1 0 0 0,-1 1-1 0 0,0 0 1 0 0,-2 0 0 0 0,0 0 0 0 0,-3 25-1 0 0,1-30-127 0 0,0 0-405 0 0,1-1-1 0 0,1 1 1 0 0,0 0 0 0 0,2 18-1 0 0,-2-28 224 0 0,1 0 0 0 0,0 0-1 0 0,-1 0 1 0 0,1 0 0 0 0,0 0-1 0 0,0-1 1 0 0,1 1 0 0 0,-1 0-1 0 0,1-1 1 0 0,-1 1 0 0 0,1-1-1 0 0,0 1 1 0 0,0-1 0 0 0,0 0-1 0 0,0 0 1 0 0,0 0 0 0 0,1 0-1 0 0,-1 0 1 0 0,0 0 0 0 0,1-1-1 0 0,0 1 1 0 0,-1-1 0 0 0,1 0 0 0 0,3 2-1 0 0,15 3-2995 0 0,4-2-602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525 872 232 0 0,'0'-2'370'0'0,"0"0"1"0"0,-1-1-1 0 0,1 1 0 0 0,-1 0 1 0 0,0 0-1 0 0,1-1 0 0 0,-1 1 1 0 0,0 0-1 0 0,0 0 0 0 0,-1 0 0 0 0,1 0 1 0 0,0 0-1 0 0,-1 0 0 0 0,1 0 1 0 0,-1 0-1 0 0,1 1 0 0 0,-1-1 1 0 0,0 1-1 0 0,0-1 0 0 0,-3-1 1 0 0,2 2-47 0 0,-1-1 1 0 0,0 1-1 0 0,1 0 1 0 0,-1 0-1 0 0,0 0 1 0 0,1 1-1 0 0,-1-1 1 0 0,0 1-1 0 0,0 0 1 0 0,0 0-1 0 0,-6 1 1 0 0,-4 2 217 0 0,-1 0 1 0 0,1 1-1 0 0,0 1 1 0 0,1 0-1 0 0,-22 11 0 0 0,6 0-239 0 0,1 1 0 0 0,1 1-1 0 0,0 1 1 0 0,1 2 0 0 0,1 0 0 0 0,1 2-1 0 0,2 1 1 0 0,0 0 0 0 0,1 2-1 0 0,2 1 1 0 0,-21 35 0 0 0,35-53-267 0 0,0 0 0 0 0,1 1 0 0 0,1 0 0 0 0,-1 0 0 0 0,1 0 0 0 0,1 1 0 0 0,0-1 0 0 0,1 0 0 0 0,-1 16 0 0 0,2-23-30 0 0,0 1 1 0 0,0 0-1 0 0,1 0 0 0 0,-1-1 1 0 0,1 1-1 0 0,0 0 0 0 0,0-1 1 0 0,0 1-1 0 0,1-1 0 0 0,-1 1 1 0 0,1-1-1 0 0,0 0 0 0 0,0 0 1 0 0,0 1-1 0 0,0-1 0 0 0,0-1 1 0 0,1 1-1 0 0,-1 0 1 0 0,1 0-1 0 0,0-1 0 0 0,0 0 1 0 0,0 1-1 0 0,0-1 0 0 0,0-1 1 0 0,1 1-1 0 0,-1 0 0 0 0,0-1 1 0 0,1 1-1 0 0,4 0 0 0 0,3 1 2 0 0,1-1 0 0 0,0 0 0 0 0,0-1-1 0 0,0 0 1 0 0,1-1 0 0 0,-1-1 0 0 0,0 0-1 0 0,0 0 1 0 0,0-1 0 0 0,0-1 0 0 0,-1 0-1 0 0,1 0 1 0 0,-1-1 0 0 0,17-8-1 0 0,-4 0-9 0 0,-1-1 0 0 0,0-1-1 0 0,-1-1 1 0 0,0-1-1 0 0,29-28 1 0 0,-29 21-10 0 0,-1-2 1 0 0,0 0 0 0 0,-2-1-1 0 0,-1 0 1 0 0,-1-2 0 0 0,-2 0-1 0 0,-1-1 1 0 0,0 0-1 0 0,8-34 1 0 0,-1-7-26 0 0,-3 0-1 0 0,16-139 1 0 0,-25 122 113 0 0,-4 0-1 0 0,-4 0 1 0 0,-4 0 0 0 0,-16-100-1 0 0,19 184-63 0 0,-1 1-1 0 0,1 0 0 0 0,-1 0 1 0 0,1 0-1 0 0,-1 0 1 0 0,0 0-1 0 0,0 0 0 0 0,0 0 1 0 0,0 0-1 0 0,0 1 0 0 0,0-1 1 0 0,0 0-1 0 0,-1 0 0 0 0,1 1 1 0 0,-3-3-1 0 0,3 4 0 0 0,0-1 1 0 0,0 1-1 0 0,0 0 0 0 0,0-1 0 0 0,0 1 1 0 0,0 0-1 0 0,0 0 0 0 0,0-1 0 0 0,0 1 1 0 0,0 0-1 0 0,0 0 0 0 0,0 0 1 0 0,0 1-1 0 0,0-1 0 0 0,0 0 0 0 0,0 0 1 0 0,1 0-1 0 0,-1 1 0 0 0,0-1 0 0 0,0 0 1 0 0,0 1-1 0 0,0-1 0 0 0,0 1 1 0 0,0-1-1 0 0,0 1 0 0 0,1-1 0 0 0,-1 1 1 0 0,0 0-1 0 0,0 0 0 0 0,1-1 0 0 0,-1 1 1 0 0,1 0-1 0 0,-1 0 0 0 0,0-1 1 0 0,0 3-1 0 0,-6 7 97 0 0,0 0 0 0 0,1 1 0 0 0,0 0 1 0 0,1 0-1 0 0,-6 17 0 0 0,-16 64 361 0 0,23-76-410 0 0,-23 93 396 0 0,-22 181 0 0 0,44-237-460 0 0,2 0-1 0 0,3 0 1 0 0,2 0 0 0 0,2 0 0 0 0,19 88-1 0 0,-18-120-373 0 0,1 0 0 0 0,1 0-1 0 0,1-1 1 0 0,1 0 0 0 0,14 24-1 0 0,-16-33-315 0 0,0-1-1 0 0,1 0 0 0 0,0-1 0 0 0,12 11 0 0 0,-12-13-509 0 0,0 0 1 0 0,1-1-1 0 0,0 0 1 0 0,0-1-1 0 0,16 7 0 0 0,12 3-5645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9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92 720 0 0,'107'-92'12691'0'0,"-125"102"-11999"0"0,-27 20-458 0 0,-135 105 652 0 0,135-102-756 0 0,23-18-64 0 0,-24 23 1 0 0,41-34-60 0 0,0 1 1 0 0,0 0-1 0 0,1 0 0 0 0,-1 0 0 0 0,1 1 1 0 0,1 0-1 0 0,-1-1 0 0 0,1 1 1 0 0,-5 13-1 0 0,8-17-4 0 0,0 0 0 0 0,-1 1 0 0 0,1-1 0 0 0,0 0 0 0 0,0 1 0 0 0,0-1 0 0 0,1 0 0 0 0,-1 1 0 0 0,0-1 0 0 0,1 0 0 0 0,0 1-1 0 0,-1-1 1 0 0,1 0 0 0 0,0 0 0 0 0,0 0 0 0 0,0 0 0 0 0,1 0 0 0 0,-1 0 0 0 0,0 0 0 0 0,1 0 0 0 0,-1 0 0 0 0,1-1 0 0 0,3 4 0 0 0,4 3 5 0 0,1 0-1 0 0,0-1 1 0 0,13 8 0 0 0,-15-10-3 0 0,81 46-6 0 0,31 22 511 0 0,-119-73-485 0 0,-1 1 0 0 0,1 0 0 0 0,-1-1 0 0 0,1 1-1 0 0,0 0 1 0 0,-1-1 0 0 0,1 1 0 0 0,-1 0-1 0 0,1 0 1 0 0,-1 0 0 0 0,0-1 0 0 0,1 1-1 0 0,-1 0 1 0 0,0 0 0 0 0,0 0 0 0 0,0 0 0 0 0,1 0-1 0 0,-1 0 1 0 0,0 0 0 0 0,0 0 0 0 0,0-1-1 0 0,0 1 1 0 0,0 0 0 0 0,-1 0 0 0 0,1 0-1 0 0,0 0 1 0 0,0 0 0 0 0,-1 0 0 0 0,1-1-1 0 0,0 1 1 0 0,-1 0 0 0 0,1 0 0 0 0,-1 1 0 0 0,-1 0 36 0 0,1 1 0 0 0,-1-1 0 0 0,0 0 0 0 0,1 1 0 0 0,-1-1 0 0 0,0 0 0 0 0,0 0 0 0 0,-1 0 0 0 0,-3 3 0 0 0,-7 1 57 0 0,0 0 1 0 0,-1 0-1 0 0,1-1 1 0 0,-1-1-1 0 0,-21 4 1 0 0,-75 7 96 0 0,85-12-173 0 0,-161 13-12 0 0,180-16-408 0 0,0 0 0 0 0,0 0 0 0 0,0 0 0 0 0,-9-2 0 0 0,6 0-381 0 0,9 2 681 0 0,0 0-1 0 0,-1 0 1 0 0,1 0-1 0 0,0 0 1 0 0,-1 0-1 0 0,1 0 1 0 0,0 0-1 0 0,-1 0 1 0 0,1 0-1 0 0,0 0 1 0 0,-1 0-1 0 0,1 0 0 0 0,0-1 1 0 0,-1 1-1 0 0,1 0 1 0 0,0 0-1 0 0,0 0 1 0 0,-1-1-1 0 0,1 1 1 0 0,0 0-1 0 0,0 0 1 0 0,-1-1-1 0 0,1 1 1 0 0,0 0-1 0 0,0 0 1 0 0,0-1-1 0 0,0 1 0 0 0,-1 0 1 0 0,1-1-1 0 0,0 1 1 0 0,0 0-1 0 0,0-1 1 0 0,0 1-1 0 0,0 0 1 0 0,0-1-1 0 0,0 1 1 0 0,0 0-1 0 0,0-1 1 0 0,0 1-1 0 0,0 0 0 0 0,0-1 1 0 0,0 1-1 0 0,0 0 1 0 0,0-1-1 0 0,0 1 1 0 0,0 0-1 0 0,1 0 1 0 0,-1-1-1 0 0,0 1 1 0 0,0 0-1 0 0,0-1 1 0 0,1 1-1 0 0,-1 0 1 0 0,0 0-1 0 0,0-1 0 0 0,1 1 1 0 0,9-13-3395 0 0,5-1-2151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4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47 1760 0 0,'2'-4'1324'0'0,"0"0"0"0"0,0 0 0 0 0,0 0 0 0 0,0 0-1 0 0,0 0 1 0 0,-1-1 0 0 0,0 1 0 0 0,2-9 2072 0 0,-9 29-2443 0 0,-5 35-288 0 0,2 1 0 0 0,2 0 1 0 0,1 69-1 0 0,5-105-596 0 0,0 9 2 0 0,4 44 0 0 0,-3-63-65 0 0,1 0 1 0 0,0 1-1 0 0,1-1 0 0 0,-1 0 1 0 0,1 0-1 0 0,0-1 0 0 0,1 1 0 0 0,-1 0 1 0 0,1-1-1 0 0,0 1 0 0 0,0-1 1 0 0,8 9-1 0 0,-8-12-14 0 0,0 0-1 0 0,0 1 1 0 0,0-1 0 0 0,0 0 0 0 0,0-1 0 0 0,1 1-1 0 0,-1-1 1 0 0,1 1 0 0 0,-1-1 0 0 0,1 0-1 0 0,0 0 1 0 0,-1-1 0 0 0,1 1 0 0 0,0-1 0 0 0,-1 0-1 0 0,1 0 1 0 0,0 0 0 0 0,0 0 0 0 0,-1-1 0 0 0,1 1-1 0 0,0-1 1 0 0,-1 0 0 0 0,1 0 0 0 0,4-2-1 0 0,3-2-56 0 0,-1 1-1 0 0,0-1 1 0 0,0-1-1 0 0,0 1 1 0 0,0-2-1 0 0,15-13 1 0 0,-14 9 25 0 0,0 0-1 0 0,-1-2 1 0 0,0 1 0 0 0,-1-1 0 0 0,0 0 0 0 0,-1-1 0 0 0,-1 0 0 0 0,9-24 0 0 0,2-12-11 0 0,12-64 1 0 0,-14 51 131 0 0,-6 15 92 0 0,-10 45-52 0 0,0 6-18 0 0,-55 230 1448 0 0,50-206-1497 0 0,-2 3-135 0 0,2-1 0 0 0,1 2 1 0 0,2-1-1 0 0,1 47 1 0 0,2-73-90 0 0,0 0-1 0 0,-1 0 1 0 0,1 0 0 0 0,0 0-1 0 0,1 0 1 0 0,-1 0 0 0 0,1 0 0 0 0,0 0-1 0 0,3 5 1 0 0,-4-7-40 0 0,1-1 0 0 0,-1 1-1 0 0,0-1 1 0 0,1 1 0 0 0,-1-1 0 0 0,1 0 0 0 0,-1 1 0 0 0,1-1-1 0 0,0 0 1 0 0,-1 0 0 0 0,1 0 0 0 0,0-1 0 0 0,0 1 0 0 0,0 0-1 0 0,0-1 1 0 0,0 1 0 0 0,0-1 0 0 0,0 1 0 0 0,0-1 0 0 0,0 0-1 0 0,0 0 1 0 0,0 0 0 0 0,0 0 0 0 0,0 0 0 0 0,2-1 0 0 0,3 0-579 0 0,0-1 1 0 0,-1 1-1 0 0,1-2 1 0 0,-1 1 0 0 0,1-1-1 0 0,6-3 1 0 0,8-9-4330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130 194 96 0 0,'6'-56'3954'0'0,"11"-81"7153"0"0,-17 140-10254 0 0,-21 318 4196 0 0,-27 1-4113 0 0,4-52-402 0 0,44-269-535 0 0,0-1 1 0 0,0 1-1 0 0,0-1 1 0 0,-1 1-1 0 0,1-1 1 0 0,0 1-1 0 0,0-1 0 0 0,0 1 1 0 0,0-1-1 0 0,0 1 1 0 0,0-1-1 0 0,0 1 1 0 0,0-1-1 0 0,0 1 1 0 0,1-1-1 0 0,-1 1 1 0 0,0-1-1 0 0,0 1 1 0 0,0-1-1 0 0,0 1 1 0 0,1-1-1 0 0,-1 1 1 0 0,1 0-1 0 0,7-6-31 0 0,12-22-57 0 0,-18 25 75 0 0,18-28-63 0 0,5-7-16 0 0,0 2 1 0 0,39-42-1 0 0,-55 68 77 0 0,0 0-1 0 0,1 1 0 0 0,0 0 1 0 0,0 1-1 0 0,1 0 0 0 0,0 0 0 0 0,0 1 1 0 0,0 0-1 0 0,1 1 0 0 0,0 1 1 0 0,0 0-1 0 0,19-4 0 0 0,-24 7 31 0 0,-1 0-1 0 0,1 1 0 0 0,0 0 1 0 0,-1 1-1 0 0,1-1 1 0 0,0 1-1 0 0,-1 1 0 0 0,1-1 1 0 0,-1 1-1 0 0,1 0 0 0 0,-1 0 1 0 0,0 1-1 0 0,0 0 0 0 0,0 0 1 0 0,0 1-1 0 0,-1-1 1 0 0,1 1-1 0 0,-1 0 0 0 0,0 1 1 0 0,0-1-1 0 0,-1 1 0 0 0,1 0 1 0 0,-1 0-1 0 0,0 1 1 0 0,0-1-1 0 0,-1 1 0 0 0,0 0 1 0 0,0 0-1 0 0,0 0 0 0 0,0 0 1 0 0,-1 1-1 0 0,0-1 0 0 0,-1 0 1 0 0,1 1-1 0 0,-1 0 1 0 0,0-1-1 0 0,-1 1 0 0 0,0 0 1 0 0,0-1-1 0 0,0 1 0 0 0,-3 11 1 0 0,0-6 21 0 0,-1-1 1 0 0,0 1 0 0 0,0-1 0 0 0,-1 0-1 0 0,-1-1 1 0 0,0 1 0 0 0,0-1-1 0 0,-1 0 1 0 0,-1 0 0 0 0,-12 12-1 0 0,9-11 19 0 0,-1-1 0 0 0,0 0 0 0 0,-1 0 0 0 0,-1-1 0 0 0,1-1 0 0 0,-1 0 0 0 0,-23 8 0 0 0,20-9-138 0 0,0-1 1 0 0,0-1 0 0 0,-1-1-1 0 0,0-1 1 0 0,0 0 0 0 0,0-1 0 0 0,0-1-1 0 0,0-1 1 0 0,0 0 0 0 0,0-2-1 0 0,0 0 1 0 0,0-1 0 0 0,1 0 0 0 0,-34-12-1 0 0,49 14-88 0 0,0 1 1 0 0,0-1-1 0 0,0 0 0 0 0,0 0 0 0 0,0 0 0 0 0,0 0 0 0 0,0 0 0 0 0,0-1 0 0 0,0 1 1 0 0,1-1-1 0 0,-1 1 0 0 0,1-1 0 0 0,-1 1 0 0 0,1-1 0 0 0,-1 0 0 0 0,1 0 0 0 0,0 0 1 0 0,0 0-1 0 0,0 0 0 0 0,0 0 0 0 0,0 0 0 0 0,0 0 0 0 0,0-4 0 0 0,1 3-109 0 0,0 0-1 0 0,0 0 0 0 0,1 0 0 0 0,-1 0 1 0 0,1 0-1 0 0,0 0 0 0 0,0 0 0 0 0,0 0 1 0 0,0 0-1 0 0,1 1 0 0 0,-1-1 1 0 0,1 0-1 0 0,-1 1 0 0 0,1-1 0 0 0,0 1 1 0 0,0 0-1 0 0,3-3 0 0 0,37-35-5272 0 0,-16 19 763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0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88 512 0 0,'50'-20'3623'0'0,"-19"8"1243"0"0,57-32 1 0 0,-81 37-3525 0 0,-10 3-13 0 0,2 4-1269 0 0,-1 0-1 0 0,1 0 1 0 0,0 0-1 0 0,0 0 0 0 0,-1 0 1 0 0,1 0-1 0 0,0 0 1 0 0,0 1-1 0 0,-1-1 0 0 0,1 0 1 0 0,0 1-1 0 0,0-1 0 0 0,0 1 1 0 0,-2 0-1 0 0,-1 2-9 0 0,0 0 1 0 0,0 1-1 0 0,0-1 0 0 0,0 1 0 0 0,0-1 0 0 0,1 1 1 0 0,0 0-1 0 0,0 1 0 0 0,0-1 0 0 0,0 0 0 0 0,1 1 1 0 0,-1 0-1 0 0,1-1 0 0 0,0 1 0 0 0,1 0 0 0 0,-1 0 1 0 0,1 0-1 0 0,0 0 0 0 0,-1 10 0 0 0,2-5-26 0 0,1 0-1 0 0,-1 0 0 0 0,2 0 0 0 0,-1 0 1 0 0,1 0-1 0 0,1 0 0 0 0,0 0 0 0 0,0-1 1 0 0,7 14-1 0 0,19 31 65 0 0,10 19 67 0 0,-36-65-48 0 0,1 0 1 0 0,-2 0-1 0 0,1 0 1 0 0,-1 1-1 0 0,-1-1 0 0 0,1 0 1 0 0,-1 12-1 0 0,-1-15-53 0 0,-1 1 0 0 0,0 0-1 0 0,0-1 1 0 0,-1 1 0 0 0,1-1-1 0 0,-1 0 1 0 0,0 1 0 0 0,-1-1 0 0 0,1 0-1 0 0,-1 0 1 0 0,0 0 0 0 0,0 0-1 0 0,-1-1 1 0 0,0 0 0 0 0,1 1-1 0 0,-1-1 1 0 0,-1 0 0 0 0,1-1 0 0 0,0 1-1 0 0,-1-1 1 0 0,0 0 0 0 0,-7 4-1 0 0,0-1-10 0 0,-1 1 0 0 0,0-2 0 0 0,-1 1 1 0 0,1-2-1 0 0,-1 0 0 0 0,0 0 0 0 0,-26 2 0 0 0,23-5-28 0 0,0 0 1 0 0,-1-2 0 0 0,1 1-1 0 0,-23-5 1 0 0,35 4-190 0 0,-1 0 1 0 0,1-1-1 0 0,-1 1 0 0 0,1-1 0 0 0,0 0 0 0 0,0 0 0 0 0,0 0 1 0 0,0-1-1 0 0,0 0 0 0 0,1 0 0 0 0,-1 0 0 0 0,1-1 0 0 0,-1 1 1 0 0,1-1-1 0 0,1 0 0 0 0,-1 0 0 0 0,-4-6 0 0 0,7 7-52 0 0,0 1 0 0 0,0-1-1 0 0,0 1 1 0 0,0 0 0 0 0,0-1 0 0 0,1 0-1 0 0,-1 1 1 0 0,1-1 0 0 0,0 1 0 0 0,0-1-1 0 0,0 0 1 0 0,0 1 0 0 0,0-1-1 0 0,0 1 1 0 0,1-1 0 0 0,0 1 0 0 0,0-4-1 0 0,2-3-1053 0 0,1 0-1 0 0,0 0 1 0 0,6-9-1 0 0,-7 13 362 0 0,14-24-4861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1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77 1308 0 0,'18'-25'4405'0'0,"-12"17"-2364"0"0,-1 0 0 0 0,1-1 0 0 0,4-9 0 0 0,-4 10-155 0 0,-1 12-169 0 0,-2 14-274 0 0,-35 210 3155 0 0,-6 42-3203 0 0,30-221-1273 0 0,-34 263 156 0 0,41-303-487 0 0,1 0 0 0 0,0 0 0 0 0,0-1-1 0 0,1 1 1 0 0,0 0 0 0 0,0 0 0 0 0,1-1 0 0 0,0 1 0 0 0,4 7 0 0 0,-5-12-17 0 0,1-1 1 0 0,0 0-1 0 0,0 0 0 0 0,0 0 0 0 0,0 0 0 0 0,0 0 0 0 0,1 0 1 0 0,-1-1-1 0 0,1 1 0 0 0,0-1 0 0 0,0 0 0 0 0,0 0 1 0 0,0 0-1 0 0,0 0 0 0 0,0 0 0 0 0,0-1 0 0 0,1 1 1 0 0,-1-1-1 0 0,1 0 0 0 0,-1 0 0 0 0,1 0 0 0 0,-1-1 0 0 0,8 1 1 0 0,-2-1-657 0 0,0 0 1 0 0,0-1 0 0 0,-1-1-1 0 0,1 1 1 0 0,0-1 0 0 0,0-1 0 0 0,-1 0-1 0 0,1 0 1 0 0,-1 0 0 0 0,10-6-1 0 0,11-9-4825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38 152 2432 0 0,'30'-115'10905'0'0,"-24"90"-8553"0"0,-3 13 2274 0 0,-4 37-1823 0 0,-4 14-1194 0 0,-15 60 1 0 0,5-35-1075 0 0,7-22-493 0 0,-1-7-291 0 0,2 1 0 0 0,2 0-1 0 0,1 1 1 0 0,2 58 0 0 0,2-93 4 0 0,0 0 1 0 0,0 0 0 0 0,1 0-1 0 0,-1 0 1 0 0,1 0 0 0 0,-1 0-1 0 0,1 0 1 0 0,0 0 0 0 0,-1 0 0 0 0,1-1-1 0 0,0 1 1 0 0,0 0 0 0 0,0 0-1 0 0,1-1 1 0 0,-1 1 0 0 0,0-1-1 0 0,1 1 1 0 0,-1-1 0 0 0,1 0-1 0 0,-1 1 1 0 0,3 0 0 0 0,-2-1-175 0 0,-1-1 1 0 0,1 1-1 0 0,0-1 1 0 0,-1 1-1 0 0,1-1 1 0 0,0 0-1 0 0,-1 0 1 0 0,1 0-1 0 0,0 0 1 0 0,-1 0-1 0 0,1 0 1 0 0,0 0-1 0 0,-1-1 1 0 0,1 1-1 0 0,0 0 1 0 0,-1-1-1 0 0,1 1 1 0 0,-1-1-1 0 0,1 0 1 0 0,-1 0-1 0 0,1 1 1 0 0,-1-1-1 0 0,1 0 1 0 0,-1 0-1 0 0,1-2 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1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111 180 268 0 0,'-25'-39'7023'0'0,"-14"-23"748"0"0,3 2-4290 0 0,34 54-3872 0 0,-7-7-1576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1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 2996 0 0,'-111'56'8795'0'0,"110"-56"-8723"0"0,0 1 0 0 0,1-1 0 0 0,-1 1 0 0 0,0-1 0 0 0,1 1-1 0 0,-1-1 1 0 0,0 1 0 0 0,1 0 0 0 0,-1-1 0 0 0,1 1 0 0 0,-1 0 0 0 0,1-1 0 0 0,-1 1 0 0 0,1 0 0 0 0,-1 1-1 0 0,0 0 114 0 0,1-1-158 0 0,0-1 1 0 0,0 1-1 0 0,0-1 1 0 0,0 0-1 0 0,0 1 1 0 0,0-1-1 0 0,0 1 1 0 0,1-1-1 0 0,-1 1 1 0 0,0-1 0 0 0,0 1-1 0 0,0-1 1 0 0,0 0-1 0 0,1 1 1 0 0,-1-1-1 0 0,0 1 1 0 0,0-1-1 0 0,1 0 1 0 0,-1 1-1 0 0,0-1 1 0 0,1 0-1 0 0,-1 1 1 0 0,0-1-1 0 0,1 0 1 0 0,-1 0-1 0 0,0 1 1 0 0,1-1-1 0 0,-1 0 1 0 0,1 0-1 0 0,-1 0 1 0 0,1 1-1 0 0,-1-1 0 0 0,5 1 52 0 0,0 0 1 0 0,0 0 0 0 0,1 0 0 0 0,-1 0-1 0 0,0-1 1 0 0,0 0 0 0 0,0 0-1 0 0,10-1 1 0 0,0 0 11 0 0,68-4-809 0 0,112-21-1 0 0,-12-12-5622 0 0,-118 21 1682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2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45 2824 0 0,'-8'-33'14646'0'0,"1"22"-11287"0"0,9 13-2591 0 0,1 4-362 0 0,-1-1 0 0 0,1 1 0 0 0,-1 0 0 0 0,0 0 0 0 0,-1 0 0 0 0,1 0 0 0 0,-1 0 0 0 0,0 8 0 0 0,1 54 1435 0 0,-10 35-423 0 0,-34 156-1 0 0,-3 38-3119 0 0,44-283 850 0 0,0 0 0 0 0,2 20 0 0 0,0-30 427 0 0,-1 0 0 0 0,1 0 0 0 0,0-1-1 0 0,0 1 1 0 0,0 0 0 0 0,0 0 0 0 0,0-1-1 0 0,1 1 1 0 0,0-1 0 0 0,0 0 0 0 0,0 1-1 0 0,0-1 1 0 0,3 3 0 0 0,-5-5 193 0 0,1-1 1 0 0,0 1-1 0 0,0 0 0 0 0,-1-1 1 0 0,1 1-1 0 0,0-1 1 0 0,0 0-1 0 0,0 1 1 0 0,0-1-1 0 0,0 0 0 0 0,0 1 1 0 0,0-1-1 0 0,0 0 1 0 0,0 0-1 0 0,0 0 0 0 0,1 0 1 0 0,1 1-660 0 0,25-9-11593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121 155 528 0 0,'-113'-43'15053'0'0,"113"43"-15032"0"0,0 0 1 0 0,-1 0 0 0 0,1 0-1 0 0,0 0 1 0 0,-1 0 0 0 0,1 0-1 0 0,0 0 1 0 0,-1 0-1 0 0,1 0 1 0 0,0-1 0 0 0,0 1-1 0 0,-1 0 1 0 0,1 0 0 0 0,0 0-1 0 0,-1 0 1 0 0,1-1-1 0 0,0 1 1 0 0,0 0 0 0 0,-1 0-1 0 0,1 0 1 0 0,0-1 0 0 0,0 1-1 0 0,0 0 1 0 0,0 0 0 0 0,-1-1-1 0 0,1 1 1 0 0,0 0-1 0 0,0-1 1 0 0,0 1 0 0 0,0 0-1 0 0,0 0 1 0 0,0-1 0 0 0,0 1-1 0 0,-1 0 1 0 0,1-1-1 0 0,0 1 1 0 0,0 0 0 0 0,0-1-1 0 0,0 1 1 0 0,0 0 0 0 0,1-1-1 0 0,-1 1 1 0 0,0 0-1 0 0,0-1 1 0 0,0 1 0 0 0,0 0-1 0 0,0 0 1 0 0,0-1 0 0 0,0 1-1 0 0,1 0 1 0 0,-1-1 0 0 0,0 1-1 0 0,0 0 1 0 0,0 0-1 0 0,1-1 1 0 0,-1 1 0 0 0,0 0-1 0 0,0 0 1 0 0,1 0 0 0 0,-1 0-1 0 0,0-1 1 0 0,0 1-1 0 0,1 0 1 0 0,-1 0 0 0 0,1 0-1 0 0,18-10 304 0 0,33-5-149 0 0,0 3 0 0 0,96-10-1 0 0,-90 14-294 0 0,125-9-888 0 0,-18 3 161 0 0,-158 14 791 0 0,0 1 54 0 0,27 1 25 0 0,-24 2 96 0 0,-4 0-12 0 0,-4-2-31 0 0,-1-1 0 0 0,1 1 0 0 0,0 0 0 0 0,0 0 0 0 0,0 0 0 0 0,-1 0-1 0 0,1 0 1 0 0,-1 0 0 0 0,0 0 0 0 0,0 0 0 0 0,1 0 0 0 0,-1 1 0 0 0,-1-1 0 0 0,1 0 0 0 0,0 1 0 0 0,-1-1 0 0 0,1 1-1 0 0,0 4 1 0 0,0 5 320 0 0,-1-1 0 0 0,-2 21 1 0 0,2-19-121 0 0,-14 93 1009 0 0,10-81-1143 0 0,0 1 1 0 0,1-1-1 0 0,1 0 1 0 0,2 1-1 0 0,3 32 1 0 0,-3-55-136 0 0,1-1 0 0 0,-1 1 0 0 0,1-1 0 0 0,-1 1 1 0 0,1-1-1 0 0,0 1 0 0 0,0-1 0 0 0,0 0 0 0 0,0 0 1 0 0,0 1-1 0 0,1-1 0 0 0,-1 0 0 0 0,0 0 1 0 0,1 0-1 0 0,0 0 0 0 0,0 0 0 0 0,-1-1 0 0 0,1 1 1 0 0,0 0-1 0 0,0-1 0 0 0,1 0 0 0 0,-1 1 0 0 0,0-1 1 0 0,0 0-1 0 0,1 0 0 0 0,-1 0 0 0 0,0 0 0 0 0,1-1 1 0 0,-1 1-1 0 0,1-1 0 0 0,2 1 0 0 0,4-1-38 0 0,1 0 0 0 0,-1 0 0 0 0,0-1-1 0 0,1 0 1 0 0,-1-1 0 0 0,0 0 0 0 0,0-1-1 0 0,0 0 1 0 0,0 0 0 0 0,14-8 0 0 0,-2-2-135 0 0,-1 0 1 0 0,0-2-1 0 0,-1 0 0 0 0,-1-1 1 0 0,24-27-1 0 0,71-100-225 0 0,-56 66 700 0 0,-40 56-140 0 0,-16 19 455 0 0,0 2-603 0 0,0 0 0 0 0,-1 0-1 0 0,1 1 1 0 0,-1-1 0 0 0,1 0 0 0 0,-1 1 0 0 0,1-1 0 0 0,-1 0-1 0 0,1 1 1 0 0,-1-1 0 0 0,1 1 0 0 0,-1-1 0 0 0,0 1 0 0 0,1-1-1 0 0,-1 1 1 0 0,0-1 0 0 0,1 1 0 0 0,-1-1 0 0 0,0 1 0 0 0,0-1 0 0 0,1 1-1 0 0,-1-1 1 0 0,0 1 0 0 0,0 0 0 0 0,0-1 0 0 0,0 1 0 0 0,0-1-1 0 0,0 1 1 0 0,0 0 0 0 0,0-1 0 0 0,0 2 0 0 0,-1 21 488 0 0,-5 21 40 0 0,-1-9-589 0 0,3 1 0 0 0,1-1-1 0 0,1 1 1 0 0,2 0 0 0 0,5 36 0 0 0,-3-66-275 0 0,-1-1 0 0 0,0 1-1 0 0,1-1 1 0 0,0 0 0 0 0,1 0 0 0 0,-1 0 0 0 0,1 0 0 0 0,0-1-1 0 0,0 1 1 0 0,0-1 0 0 0,1 1 0 0 0,-1-1 0 0 0,6 5-1 0 0,-2-3-1000 0 0,1 0 0 0 0,0-1 0 0 0,-1 0 0 0 0,2 0-1 0 0,-1 0 1 0 0,17 5 0 0 0,7 1-5018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3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23 932 0 0,'12'-23'9120'0'0,"-12"24"-9084"0"0,0-1 0 0 0,0 0 0 0 0,0 0 0 0 0,0 0 0 0 0,0 0 0 0 0,0 0 0 0 0,0 0 0 0 0,0 0 0 0 0,0 1 0 0 0,0-1 0 0 0,0 0 0 0 0,0 0 0 0 0,0 0 0 0 0,0 0 0 0 0,0 0 0 0 0,0 0 0 0 0,0 0 0 0 0,0 1 144 0 0,1-1-144 0 0,-1 0 0 0 0,0 0 0 0 0,0 0 0 0 0,0 0 0 0 0,0 0 0 0 0,0 0 0 0 0,0 0 0 0 0,0 0 0 0 0,0 0 0 0 0,1 0 0 0 0,-1 0 0 0 0,0 0 0 0 0,0 0-1 0 0,0 0 1 0 0,0 0 0 0 0,0 0 0 0 0,0 0 0 0 0,0 0 0 0 0,1 0 0 0 0,-1 0 0 0 0,0 0 0 0 0,0 0 0 0 0,0 0 0 0 0,0 0 0 0 0,0 0 0 0 0,0 0 0 0 0,0 0 0 0 0,0 0 0 0 0,1 0 0 0 0,-1 0 0 0 0,0 0 144 0 0,0-1-144 0 0,1 22 981 0 0,-4 26 31 0 0,-49 296 1482 0 0,-1 14-1886 0 0,48-321-600 0 0,2 0 0 0 0,1 0 1 0 0,2 0-1 0 0,1 1 0 0 0,7 42 0 0 0,-6-72-38 0 0,0 0 1 0 0,0 0-1 0 0,0 0 1 0 0,1-1-1 0 0,0 1 1 0 0,0-1-1 0 0,1 1 1 0 0,-1-1-1 0 0,2 0 0 0 0,-1 0 1 0 0,10 10-1 0 0,-10-13-1 0 0,1 1-1 0 0,0 0 0 0 0,0-1 0 0 0,0 0 0 0 0,0 0 0 0 0,0 0 0 0 0,1-1 0 0 0,-1 0 1 0 0,1 0-1 0 0,0 0 0 0 0,-1-1 0 0 0,1 1 0 0 0,0-1 0 0 0,11 0 0 0 0,-2-1 3 0 0,0-1 1 0 0,0-1-1 0 0,0 0 0 0 0,-1-1 0 0 0,1 0 0 0 0,-1-2 0 0 0,1 1 0 0 0,-1-2 0 0 0,-1 0 1 0 0,1 0-1 0 0,15-11 0 0 0,-3 0-15 0 0,-2 0 0 0 0,0-2 0 0 0,-1-1 0 0 0,33-35 0 0 0,-31 26 199 0 0,-1-1-1 0 0,-1-1 1 0 0,-2-1-1 0 0,-1-1 0 0 0,-1-1 1 0 0,22-60-1 0 0,-39 90-106 0 0,-1 0-1 0 0,1-1 1 0 0,-1 1-1 0 0,0-1 1 0 0,-1 1-1 0 0,1-1 1 0 0,-1 0-1 0 0,0 1 1 0 0,-1-8 0 0 0,1 10-18 0 0,-4 3-7 0 0,-2 1-48 0 0,1 1 1 0 0,-1 0-1 0 0,1 0 0 0 0,-1 0 1 0 0,1 1-1 0 0,0-1 0 0 0,0 1 1 0 0,0 1-1 0 0,1-1 1 0 0,0 1-1 0 0,-5 6 0 0 0,-9 12 32 0 0,-16 31 0 0 0,18-29-11 0 0,5-7-12 0 0,1 0 0 0 0,0 1 0 0 0,1 0-1 0 0,-6 20 1 0 0,13-31-7 0 0,0 0-1 0 0,0 0 0 0 0,1 0 0 0 0,0 0 1 0 0,0 16-1 0 0,2-20-3 0 0,-1 0 1 0 0,1 0-1 0 0,-1 0 1 0 0,1 0-1 0 0,0 0 0 0 0,1 0 1 0 0,-1-1-1 0 0,1 1 1 0 0,-1 0-1 0 0,1-1 0 0 0,0 1 1 0 0,5 5-1 0 0,-5-7-5 0 0,1 1 1 0 0,0-1-1 0 0,0 1 0 0 0,0-1 0 0 0,1 0 0 0 0,-1 0 0 0 0,0-1 0 0 0,1 1 0 0 0,-1-1 1 0 0,1 0-1 0 0,0 1 0 0 0,-1-2 0 0 0,1 1 0 0 0,0 0 0 0 0,5 0 0 0 0,8 0-9 0 0,34-3 0 0 0,-48 2 1 0 0,24-2-315 0 0,-1-2 0 0 0,0 0 0 0 0,1-2 0 0 0,25-10 0 0 0,-26 7-945 0 0,-1-2-1 0 0,0 0 0 0 0,44-29 1 0 0,-61 35 208 0 0,0-1 1 0 0,0-1-1 0 0,0 0 1 0 0,-1 0-1 0 0,7-9 1 0 0,7-12-4350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4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40 2228 0 0,'-227'22'12995'0'0,"223"-21"-12039"0"0,44 3-455 0 0,327-35-3195 0 0,-121 5-4228 0 0,-160 16 2262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5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93 104 1940 0 0,'-63'-86'9112'0'0,"60"81"-8571"0"0,-8-7 45 0 0,10 12-617 0 0,1 0 1 0 0,-1 0-1 0 0,0 0 1 0 0,1 0 0 0 0,-1 0-1 0 0,0 0 1 0 0,1 0-1 0 0,-1 0 1 0 0,1 0-1 0 0,-1 0 1 0 0,0 0 0 0 0,1 1-1 0 0,-1-1 1 0 0,1 0-1 0 0,-1 0 1 0 0,0 1-1 0 0,1-1 1 0 0,-1 0 0 0 0,1 1-1 0 0,-1-1 1 0 0,1 0 11 0 0,0 0 1 0 0,-1 1 0 0 0,1-1 0 0 0,0 0 0 0 0,0 0-1 0 0,0 0 1 0 0,0 0 0 0 0,0 0 0 0 0,0 0-1 0 0,0 0 1 0 0,-1 0 0 0 0,1 0 0 0 0,0 0-1 0 0,0 0 1 0 0,0 0 0 0 0,0 0 0 0 0,0 1 0 0 0,0-1-1 0 0,0 0 1 0 0,0 0 0 0 0,0 0 0 0 0,0 0-1 0 0,0 0 1 0 0,0 0 0 0 0,0 0 0 0 0,0 0-1 0 0,0 1 1 0 0,0-1 0 0 0,0 0 0 0 0,0 0 0 0 0,0 0-1 0 0,0 0 1 0 0,0 0 0 0 0,0 0 0 0 0,0 1-1 0 0,0-1 1 0 0,0 0 0 0 0,0 0 0 0 0,0 0-1 0 0,0 0 1 0 0,0 0 0 0 0,0 0 0 0 0,0 0-1 0 0,0 0 1 0 0,0 1 0 0 0,0-1 0 0 0,0 0 0 0 0,0 0-1 0 0,2 4-394 0 0,0 1-133 0 0,0 5-2822 0 0,2 8-547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5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22 101 1184 0 0,'6'-55'9204'0'0,"-6"22"-6144"0"0,0 31-2626 0 0,0-8 1581 0 0,-16 327 2659 0 0,5-155-4268 0 0,11-139-1810 0 0,4 42-1 0 0,-4-65 1206 0 0,0 1-1 0 0,0-1 0 0 0,0 1 1 0 0,0-1-1 0 0,1 1 0 0 0,-1 0 1 0 0,0-1-1 0 0,0 1 0 0 0,0-1 1 0 0,1 1-1 0 0,-1-1 0 0 0,0 1 1 0 0,8 4-2996 0 0,-8-5 2995 0 0,1 0 1 0 0,-1 0-1 0 0,1 0 0 0 0,-1 0 1 0 0,1 0-1 0 0,0 0 0 0 0,-1 0 1 0 0,1 0-1 0 0,-1 0 0 0 0,1 0 1 0 0,-1 0-1 0 0,1-1 0 0 0,-1 1 1 0 0,1 0-1 0 0,0 0 0 0 0,-1 0 1 0 0,1-1-1 0 0,-1 1 0 0 0,0 0 1 0 0,2-2-201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1844 0 0,'1'2'1930'0'0,"13"47"3493"0"0,-1 31-1987 0 0,1 0-1801 0 0,-7-41-812 0 0,-2 1 1 0 0,2 66-1 0 0,-7-102-722 0 0,0-1-1 0 0,-1 0 1 0 0,1 0-1 0 0,0 1 1 0 0,-1-1-1 0 0,0 0 0 0 0,0 0 1 0 0,0 0-1 0 0,-2 6 1 0 0,-1 0 195 0 0,3-8-126 0 0,-3 3 23 0 0,4-4-187 0 0,0 0 1 0 0,0 0-1 0 0,0 1 1 0 0,-1-1 0 0 0,1 0-1 0 0,0 0 1 0 0,0 1-1 0 0,0-1 1 0 0,-1 0-1 0 0,1 0 1 0 0,0 0 0 0 0,0 1-1 0 0,0-1 1 0 0,-1 0-1 0 0,1 0 1 0 0,0 0-1 0 0,0 0 1 0 0,-1 0 0 0 0,1 0-1 0 0,0 0 1 0 0,0 1-1 0 0,-1-1 1 0 0,1 0-1 0 0,0 0 1 0 0,-1 0-1 0 0,1 0 1 0 0,0 0 0 0 0,0 0-1 0 0,-1 0 1 0 0,1 0-1 0 0,0 0 1 0 0,0 0-1 0 0,-1-1 1 0 0,-1-1 3 0 0,0-1 1 0 0,1 1-1 0 0,-1-1 1 0 0,1 1-1 0 0,-1-1 0 0 0,1 0 1 0 0,0 0-1 0 0,0 0 0 0 0,1 0 1 0 0,-1 0-1 0 0,0 0 1 0 0,1 0-1 0 0,0 0 0 0 0,0 0 1 0 0,0 0-1 0 0,0 0 0 0 0,0 0 1 0 0,0 0-1 0 0,2-5 1 0 0,2-13-12 0 0,10-31 0 0 0,-13 46 0 0 0,6-18-24 0 0,2 1 0 0 0,0 0 0 0 0,2 1 0 0 0,0-1 0 0 0,1 2 0 0 0,1 0 0 0 0,2 1 0 0 0,17-21 1 0 0,-24 32 5 0 0,1 0 1 0 0,0 1 0 0 0,1 0 0 0 0,0 0 0 0 0,0 1 0 0 0,0 1 0 0 0,23-11 0 0 0,-25 14 9 0 0,0 0-1 0 0,0 1 1 0 0,1 0 0 0 0,-1 0 0 0 0,1 1 0 0 0,0 0 0 0 0,0 0-1 0 0,-1 1 1 0 0,1 0 0 0 0,0 1 0 0 0,-1 0 0 0 0,12 2 0 0 0,-12-1 14 0 0,1 0 1 0 0,0 1 0 0 0,-1 0 0 0 0,1 1-1 0 0,-1 0 1 0 0,0 0 0 0 0,-1 0 0 0 0,1 1-1 0 0,-1 1 1 0 0,0-1 0 0 0,0 1-1 0 0,0 0 1 0 0,-1 1 0 0 0,0-1 0 0 0,0 1-1 0 0,-1 0 1 0 0,1 1 0 0 0,-2-1 0 0 0,1 1-1 0 0,-1 0 1 0 0,0 0 0 0 0,-1 1-1 0 0,0-1 1 0 0,0 1 0 0 0,-1 0 0 0 0,2 13-1 0 0,0 8-498 0 0,7 29-1728 0 0,-10-55 1411 0 0,1 1 0 0 0,0 0 0 0 0,0 0 0 0 0,0-1 0 0 0,0 0 0 0 0,1 1 0 0 0,-1-1 0 0 0,1 0 0 0 0,6 6 0 0 0,5 1-4468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6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31 695 864 0 0,'0'3'5257'0'0,"0"5"-4302"0"0,0 0 0 0 0,-1 0 0 0 0,0 0 0 0 0,-1 0 0 0 0,0-1 0 0 0,0 1 0 0 0,-4 9 0 0 0,2-5-481 0 0,1-1 1 0 0,0 1-1 0 0,-2 15 1 0 0,4-23-423 0 0,1 0 0 0 0,0 0 0 0 0,0 0 1 0 0,0 0-1 0 0,1 0 0 0 0,-1 0 0 0 0,1 0 0 0 0,0 0 1 0 0,0 0-1 0 0,0 0 0 0 0,1 0 0 0 0,-1-1 0 0 0,1 1 1 0 0,0 0-1 0 0,0-1 0 0 0,0 1 0 0 0,1-1 0 0 0,3 5 1 0 0,-2-5-32 0 0,0 0 1 0 0,0-1 0 0 0,0 1 0 0 0,0-1-1 0 0,0 1 1 0 0,0-1 0 0 0,1-1 0 0 0,-1 1 0 0 0,1-1-1 0 0,-1 1 1 0 0,1-1 0 0 0,-1 0 0 0 0,1-1-1 0 0,0 1 1 0 0,8-1 0 0 0,1-1-8 0 0,0-1 0 0 0,-1 0 0 0 0,1 0 0 0 0,-1-1 0 0 0,1-1 0 0 0,-1 0 0 0 0,0-1 0 0 0,-1-1 0 0 0,1 0 0 0 0,-1 0 0 0 0,0-1 0 0 0,-1-1 0 0 0,0 0 0 0 0,0 0 0 0 0,16-17 0 0 0,-7 4-21 0 0,-1 0-1 0 0,-1-2 1 0 0,0 0-1 0 0,-2-1 1 0 0,-1-1-1 0 0,17-36 1 0 0,-3-8-21 0 0,-3-2 0 0 0,-2 0 0 0 0,-5-2 0 0 0,-2 0 0 0 0,13-130 1 0 0,-27 177 7 0 0,-1 18 3 0 0,-1 1-1 0 0,0-1 0 0 0,-1 0 0 0 0,0 1 0 0 0,-1-9 1 0 0,-16 35-35 0 0,6 4 78 0 0,2-1 0 0 0,0 2-1 0 0,-10 40 1 0 0,6-18 66 0 0,-8 28 68 0 0,3 1 1 0 0,4 1-1 0 0,-10 146 0 0 0,24-204-153 0 0,0 1-1 0 0,1-1 1 0 0,1 0-1 0 0,1 0 0 0 0,0 0 1 0 0,1 0-1 0 0,10 25 1 0 0,-11-36-203 0 0,0 1 0 0 0,1-1 0 0 0,0 0 1 0 0,0 0-1 0 0,1 0 0 0 0,0 0 0 0 0,0-1 1 0 0,1 0-1 0 0,-1 0 0 0 0,1 0 1 0 0,1-1-1 0 0,-1 1 0 0 0,1-2 0 0 0,0 1 1 0 0,0-1-1 0 0,0 0 0 0 0,0 0 0 0 0,13 3 1 0 0,-10-4-542 0 0,1-1 1 0 0,-1 0 0 0 0,1-1 0 0 0,0 0 0 0 0,0-1 0 0 0,-1 0 0 0 0,1-1 0 0 0,0 0-1 0 0,18-4 1 0 0,5-4-3493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170 254 748 0 0,'29'-243'12201'0'0,"-28"232"-11396"0"0,-5 14-191 0 0,-5 16 0 0 0,-15 64 703 0 0,-15 103-1 0 0,16-65-875 0 0,-75 378 652 0 0,97-499-1089 0 0,1 1 1 0 0,0-1-1 0 0,0 1 1 0 0,0-1-1 0 0,-1 1 0 0 0,1-1 1 0 0,0 0-1 0 0,0 1 0 0 0,0-1 1 0 0,0 1-1 0 0,0-1 1 0 0,0 1-1 0 0,0-1 0 0 0,0 1 1 0 0,0-1-1 0 0,0 0 0 0 0,0 1 1 0 0,0-1-1 0 0,0 1 1 0 0,1-1-1 0 0,-1 1 0 0 0,0-1 1 0 0,0 0-1 0 0,0 1 0 0 0,1-1 1 0 0,-1 1-1 0 0,0-1 1 0 0,0 0-1 0 0,1 1 0 0 0,9-10 31 0 0,11-24-66 0 0,-20 32 31 0 0,24-41-70 0 0,60-75-1 0 0,-72 101 44 0 0,0 2-1 0 0,2 0 0 0 0,-1 0 1 0 0,2 2-1 0 0,0 0 0 0 0,0 0 0 0 0,31-15 1 0 0,-43 25 21 0 0,-1 1 1 0 0,1-1-1 0 0,-1 1 1 0 0,1 0-1 0 0,-1 0 1 0 0,1 0 0 0 0,0 1-1 0 0,-1-1 1 0 0,1 1-1 0 0,0 0 1 0 0,0 0-1 0 0,-1 0 1 0 0,1 1-1 0 0,0-1 1 0 0,-1 1-1 0 0,1 0 1 0 0,0 0-1 0 0,-1 0 1 0 0,1 1 0 0 0,-1-1-1 0 0,0 1 1 0 0,1 0-1 0 0,-1-1 1 0 0,0 2-1 0 0,0-1 1 0 0,0 0-1 0 0,0 1 1 0 0,2 2-1 0 0,0 0 60 0 0,-1 1-1 0 0,1 0 1 0 0,-1 0-1 0 0,-1 0 1 0 0,1 0-1 0 0,-1 1 1 0 0,0-1-1 0 0,0 1 0 0 0,-1-1 1 0 0,0 1-1 0 0,0 0 1 0 0,-1 0-1 0 0,0 0 1 0 0,1 8-1 0 0,-3 19 182 0 0,-1 0 0 0 0,-1-1 1 0 0,-2 1-1 0 0,-10 36 0 0 0,10-47-191 0 0,-4 32 94 0 0,9-54-135 0 0,0-1 0 0 0,0 1 0 0 0,0-1 0 0 0,0 1 1 0 0,0-1-1 0 0,0 1 0 0 0,0-1 0 0 0,1 1 0 0 0,-1-1 0 0 0,0 1 0 0 0,0-1 0 0 0,0 1 0 0 0,0-1 0 0 0,1 1 0 0 0,-1-1 0 0 0,0 1 0 0 0,0-1 0 0 0,1 0 0 0 0,-1 1 0 0 0,0-1 0 0 0,1 1 0 0 0,-1-1 1 0 0,0 0-1 0 0,1 1 0 0 0,-1-1 0 0 0,1 0 0 0 0,-1 0 0 0 0,1 1 0 0 0,-1-1 0 0 0,0 0 0 0 0,1 0 0 0 0,-1 1 0 0 0,1-1 0 0 0,-1 0 0 0 0,1 0 0 0 0,-1 0 0 0 0,2 0 0 0 0,15-1 22 0 0,-17 1-28 0 0,8-2 11 0 0,-1-1 0 0 0,1 0-1 0 0,-1 0 1 0 0,0-1 0 0 0,0 0-1 0 0,-1 0 1 0 0,1 0 0 0 0,-1-1 0 0 0,0 0-1 0 0,6-7 1 0 0,-3 5-9 0 0,23-23-8 0 0,-1-2-1 0 0,-1-1 0 0 0,-1-1 1 0 0,-3-2-1 0 0,0-1 1 0 0,-3 0-1 0 0,-1-2 0 0 0,-2-1 1 0 0,17-44-1 0 0,-34 75-3 0 0,0-1 0 0 0,0 0 0 0 0,-1 0 0 0 0,0 0 0 0 0,0 0 0 0 0,-1-15 0 0 0,-1 25 11 0 0,0 0 1 0 0,0-1-1 0 0,0 1 0 0 0,0-1 0 0 0,0 1 1 0 0,0-1-1 0 0,0 1 0 0 0,0 0 1 0 0,0-1-1 0 0,0 1 0 0 0,-1-1 1 0 0,1 1-1 0 0,0 0 0 0 0,0-1 0 0 0,0 1 1 0 0,-1 0-1 0 0,1-1 0 0 0,0 1 1 0 0,0 0-1 0 0,-1-1 0 0 0,1 1 1 0 0,0 0-1 0 0,-1 0 0 0 0,1-1 1 0 0,0 1-1 0 0,-1 0 0 0 0,1 0 0 0 0,-1 0 1 0 0,1-1-1 0 0,0 1 0 0 0,-1 0 1 0 0,1 0-1 0 0,-1 0 0 0 0,1 0 1 0 0,0 0-1 0 0,-1 0 0 0 0,1 0 1 0 0,-1 0-1 0 0,1 0 0 0 0,-1 0 0 0 0,1 0 1 0 0,0 0-1 0 0,-1 0 0 0 0,1 0 1 0 0,-1 0-1 0 0,1 1 0 0 0,0-1 1 0 0,-1 0-1 0 0,-18 9-50 0 0,10-2 38 0 0,0 1 0 0 0,1 0 0 0 0,0 0 0 0 0,0 1 0 0 0,1 0 0 0 0,-12 19 0 0 0,-29 62 24 0 0,43-79 1 0 0,0 1 0 0 0,1-1 0 0 0,0 1 0 0 0,0 0-1 0 0,2 0 1 0 0,-1 1 0 0 0,2-1 0 0 0,-1 0 0 0 0,2 1 0 0 0,0 17 0 0 0,1-24-4 0 0,0 1 1 0 0,0-1 0 0 0,1 1 0 0 0,0-1 0 0 0,0 0 0 0 0,0 0 0 0 0,1 0 0 0 0,0 0-1 0 0,0 0 1 0 0,0 0 0 0 0,1-1 0 0 0,0 0 0 0 0,0 0 0 0 0,0 0 0 0 0,1 0 0 0 0,0 0 0 0 0,0-1-1 0 0,0 0 1 0 0,0 0 0 0 0,1 0 0 0 0,5 3 0 0 0,7 1-1 0 0,0 0 1 0 0,1-1-1 0 0,0-1 1 0 0,0-1-1 0 0,0 0 0 0 0,39 3 1 0 0,-12-5-426 0 0,86-5 1 0 0,-80-2-877 0 0,53-11-1 0 0,-81 10-212 0 0,29-11 0 0 0,-38 10-702 0 0,0 0 0 0 0,25-15 0 0 0,-19 6-3402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7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99 2856 0 0,'-473'-8'15298'0'0,"449"5"-14590"0"0,24 3-702 0 0,0 0 0 0 0,0 0 0 0 0,0-1-1 0 0,0 1 1 0 0,0 0 0 0 0,0 0-1 0 0,0 0 1 0 0,0 0 0 0 0,0 0 0 0 0,0 0-1 0 0,0 0 1 0 0,1 0 0 0 0,-1 0 0 0 0,0 0-1 0 0,0 0 1 0 0,0 0 0 0 0,0 0-1 0 0,0 0 1 0 0,0 0 0 0 0,0 0 0 0 0,0 0-1 0 0,0 0 1 0 0,0 0 0 0 0,0 0 0 0 0,0-1-1 0 0,0 1 1 0 0,0 0 0 0 0,0 0-1 0 0,0 0 1 0 0,0 0 0 0 0,0 0 0 0 0,0 0-1 0 0,0 0 1 0 0,0 0 0 0 0,0 0 0 0 0,0 0-1 0 0,0 0 1 0 0,0 0 0 0 0,0-1-1 0 0,0 1 1 0 0,0 0 0 0 0,0 0 0 0 0,0 0-1 0 0,0 0 1 0 0,0 0 0 0 0,0 0 0 0 0,0 0-1 0 0,0 0 1 0 0,0 0 0 0 0,0 0-1 0 0,0 0 1 0 0,0 0 0 0 0,0 0 0 0 0,0-1-1 0 0,0 1 1 0 0,0 0 0 0 0,-1 0 0 0 0,1 0-1 0 0,0 0 1 0 0,0 0 0 0 0,0 0-1 0 0,0 0 1 0 0,0 0 0 0 0,0 0 0 0 0,0 0-1 0 0,0 0 1 0 0,6-3 69 0 0,15-4-115 0 0,1 2 0 0 0,0 0 0 0 0,1 2 0 0 0,28-2 0 0 0,-12 2-270 0 0,60-8-852 0 0,174-19-6803 0 0,-162 19 685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7:59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91 1360 0 0,'14'-18'2740'0'0,"-9"12"-1835"0"0,-1 0 0 0 0,1 0 1 0 0,1 1-1 0 0,5-6 1 0 0,-10 10-362 0 0,6-6 461 0 0,-6 6-866 0 0,0 1 0 0 0,-1 0-1 0 0,1-1 1 0 0,-1 1 0 0 0,1-1-1 0 0,0 1 1 0 0,-1-1-1 0 0,1 1 1 0 0,-1-1 0 0 0,1 0-1 0 0,-1 1 1 0 0,0-1 0 0 0,1 1-1 0 0,-1-1 1 0 0,1 0 0 0 0,-1 1-1 0 0,0-1 1 0 0,0 0 0 0 0,1 0-1 0 0,-1-1 1 0 0,0 1-98 0 0,-1 0 0 0 0,1 0 0 0 0,0 0 0 0 0,0 0 0 0 0,-1 0 1 0 0,1 0-1 0 0,-1 0 0 0 0,1 0 0 0 0,-1 0 0 0 0,0 0 0 0 0,1 0 0 0 0,-1 0 0 0 0,0 1 0 0 0,-1-2 1 0 0,1 1 54 0 0,-3 1-14 0 0,-3 0-63 0 0,0 1 1 0 0,1 1-1 0 0,-1-1 0 0 0,0 1 0 0 0,1 1 0 0 0,0-1 0 0 0,-1 1 0 0 0,1 0 1 0 0,0 0-1 0 0,1 1 0 0 0,-1 0 0 0 0,0 0 0 0 0,1 0 0 0 0,-6 7 0 0 0,-11 10 25 0 0,-35 44 1 0 0,30-30 2 0 0,-36 56 0 0 0,57-80-40 0 0,0 0 1 0 0,0 1 0 0 0,1-1 0 0 0,1 1 0 0 0,0 0-1 0 0,0 1 1 0 0,1-1 0 0 0,1 0 0 0 0,-2 26 0 0 0,4-37-7 0 0,0 0 0 0 0,0 0 0 0 0,0 0 0 0 0,0 0 0 0 0,1 0 0 0 0,-1 0 0 0 0,0 0 0 0 0,1 0 0 0 0,-1 1 0 0 0,0-1 0 0 0,1 0 0 0 0,-1-1 0 0 0,1 1 0 0 0,0 1 0 0 0,1 1 7 0 0,2 2 0 0 0,19 7 8 0 0,-14-13-10 0 0,-5 0-1 0 0,4 1 1 0 0,0-1 0 0 0,-1 0 1 0 0,1 0-1 0 0,-1-1 0 0 0,1 0 1 0 0,-1-1-1 0 0,9-3 0 0 0,46-28 4 0 0,-44 23 27 0 0,-1-1 1 0 0,0 0-1 0 0,-1-1 1 0 0,0-1 0 0 0,-1-1-1 0 0,-1 0 1 0 0,-1-1-1 0 0,0-1 1 0 0,-1 0 0 0 0,0 0-1 0 0,-2-1 1 0 0,0-1 0 0 0,-1 1-1 0 0,11-34 1 0 0,2-2 1014 0 0,-21 52-395 0 0,14 15 133 0 0,-11-7-647 0 0,-1 1 1 0 0,0-1-1 0 0,0 1 0 0 0,-1 0 0 0 0,1 0 1 0 0,-2 1-1 0 0,1-1 0 0 0,0 8 0 0 0,3 10 148 0 0,34 161 616 0 0,-9 1 0 0 0,9 250 0 0 0,-36-351-749 0 0,-5 0 1 0 0,-2 0-1 0 0,-33 166 1 0 0,33-234 11 0 0,-1 1 1 0 0,0-1 0 0 0,-1-1-1 0 0,-1 1 1 0 0,-1-1-1 0 0,-1-1 1 0 0,-20 31-1 0 0,26-41-135 0 0,-1-2 0 0 0,0 1-1 0 0,-1 0 1 0 0,1-1-1 0 0,-1 0 1 0 0,0 0 0 0 0,0 0-1 0 0,0 0 1 0 0,0-1-1 0 0,-1 0 1 0 0,1 0 0 0 0,-1-1-1 0 0,0 1 1 0 0,0-1-1 0 0,0 0 1 0 0,0-1 0 0 0,0 0-1 0 0,0 0 1 0 0,0 0-1 0 0,-1 0 1 0 0,1-1 0 0 0,0 0-1 0 0,0-1 1 0 0,-1 1-1 0 0,1-1 1 0 0,0 0 0 0 0,-6-3-1 0 0,-6-2-16 0 0,0 0 0 0 0,1-2 0 0 0,0 0 1 0 0,1-1-1 0 0,0 0 0 0 0,0-2 0 0 0,1 0 0 0 0,0 0 0 0 0,-17-20 0 0 0,14 14-14 0 0,2-1 0 0 0,0-1 0 0 0,1-1 0 0 0,2 0-1 0 0,-1-1 1 0 0,-16-38 0 0 0,23 41-44 0 0,1 0 0 0 0,1 0 0 0 0,1-1 0 0 0,0 0 0 0 0,2 0 0 0 0,0 0 0 0 0,1 0-1 0 0,1 0 1 0 0,1 0 0 0 0,0 0 0 0 0,1 0 0 0 0,7-24 0 0 0,0 7-66 0 0,2 0 0 0 0,2 0 0 0 0,1 2-1 0 0,1 0 1 0 0,26-42 0 0 0,-13 33-197 0 0,2 1 0 0 0,1 2-1 0 0,2 1 1 0 0,2 1 0 0 0,1 3-1 0 0,2 0 1 0 0,2 3 0 0 0,1 1-1 0 0,1 2 1 0 0,1 2 0 0 0,2 2-1 0 0,89-37 1 0 0,-15 22-1901 0 0,-84 35 1089 0 0,-30 5 1015 0 0,-2 0-365 0 0,6 3-483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0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2148 0 0,'11'-42'9792'0'0,"-7"21"-4812"0"0,-4 18-4476 0 0,3-6 133 0 0,-1 18 644 0 0,-1 18-367 0 0,0 8-980 0 0,1-1 0 0 0,1 1 0 0 0,2-1 0 0 0,2 0 0 0 0,11 36 0 0 0,-14-59-514 0 0,0 0 0 0 0,1-1 0 0 0,8 15-1 0 0,-11-22 280 0 0,0 1 0 0 0,1-1-1 0 0,-1 0 1 0 0,1 0-1 0 0,-1 0 1 0 0,1 0 0 0 0,0-1-1 0 0,0 1 1 0 0,0-1-1 0 0,0 0 1 0 0,0 1 0 0 0,1-2-1 0 0,3 3 1 0 0,-4-3 97 0 0,0 0 1 0 0,-1 0-1 0 0,1-1 1 0 0,0 1-1 0 0,0-1 0 0 0,-1 0 1 0 0,1 1-1 0 0,0-1 1 0 0,0-1-1 0 0,0 1 1 0 0,-1 0-1 0 0,1-1 1 0 0,0 1-1 0 0,0-1 0 0 0,-1 0 1 0 0,1 0-1 0 0,0 0 1 0 0,2-2-1 0 0,-1 1 109 0 0,-1-1-1 0 0,1 0 1 0 0,-1 0-1 0 0,1 0 0 0 0,-1 0 1 0 0,0-1-1 0 0,0 1 1 0 0,-1-1-1 0 0,1 0 1 0 0,2-4-1 0 0,3-8 384 0 0,-1-1 0 0 0,-1 0-1 0 0,-1 0 1 0 0,5-24 0 0 0,21-114 4850 0 0,-30 152-4963 0 0,1 0 158 0 0,-2 2-306 0 0,0 1 0 0 0,0 0 0 0 0,0-1 1 0 0,0 1-1 0 0,0 0 0 0 0,0-1 1 0 0,0 1-1 0 0,0 0 0 0 0,0 0 0 0 0,0-1 1 0 0,1 1-1 0 0,-1 0 0 0 0,0 0 0 0 0,0-1 1 0 0,0 1-1 0 0,0 0 0 0 0,1 0 1 0 0,-1-1-1 0 0,0 1 0 0 0,0 0 0 0 0,0 0 1 0 0,1 0-1 0 0,-1 0 0 0 0,0-1 0 0 0,0 1 1 0 0,1 0-1 0 0,-1 0 0 0 0,0 0 0 0 0,1 0 1 0 0,-1 0-1 0 0,0 0 0 0 0,0 0 1 0 0,1 0-1 0 0,3 4 165 0 0,0 0 0 0 0,0 1 0 0 0,-1-1 0 0 0,0 1 0 0 0,0 0 0 0 0,0 0 0 0 0,0 1 0 0 0,2 6 0 0 0,17 54 558 0 0,-15-46-619 0 0,65 181 540 0 0,-56-178-657 0 0,-15-22-16 0 0,0 0 0 0 0,-1 0 1 0 0,1-1-1 0 0,0 1 0 0 0,0 0 1 0 0,0 0-1 0 0,0-1 0 0 0,0 1 1 0 0,0-1-1 0 0,0 1 0 0 0,0-1 0 0 0,0 1 1 0 0,0-1-1 0 0,1 1 0 0 0,-1-1 1 0 0,0 0-1 0 0,0 0 0 0 0,0 0 1 0 0,0 1-1 0 0,2-1 0 0 0,0-2-18 0 0,0 1-1 0 0,0-1 0 0 0,0 0 1 0 0,-1 0-1 0 0,1 0 1 0 0,-1 0-1 0 0,1 0 1 0 0,-1-1-1 0 0,0 1 1 0 0,0-1-1 0 0,0 1 0 0 0,0-1 1 0 0,0 0-1 0 0,0 0 1 0 0,-1 0-1 0 0,2-5 1 0 0,4-9-135 0 0,8-33 1 0 0,-8 24 95 0 0,-2 12 39 0 0,5-19-74 0 0,18-38 0 0 0,-25 63 75 0 0,1 1 0 0 0,-1 0 0 0 0,2 1 1 0 0,-1-1-1 0 0,1 0 0 0 0,0 1 0 0 0,0 0 0 0 0,0 1 0 0 0,1-1 0 0 0,0 1 1 0 0,8-6-1 0 0,-11 10 15 0 0,1-1 0 0 0,0 0 1 0 0,0 1-1 0 0,-1 0 0 0 0,1 0 0 0 0,0 0 1 0 0,0 0-1 0 0,0 0 0 0 0,0 1 1 0 0,0 0-1 0 0,8 0 0 0 0,40 10-34 0 0,-45-9 37 0 0,37 10 26 0 0,-3 0 3 0 0,0-2 0 0 0,1-2 0 0 0,59 3 0 0 0,-90-10-22 0 0,0-1 0 0 0,-1 0 0 0 0,1 0 1 0 0,0-1-1 0 0,14-4 0 0 0,-22 5-6 0 0,1-1 0 0 0,-1 1 0 0 0,0 0 0 0 0,1-1 1 0 0,-1 0-1 0 0,0 0 0 0 0,0 0 0 0 0,0 0 0 0 0,0 0 0 0 0,-1-1 0 0 0,1 1 0 0 0,0-1 1 0 0,-1 1-1 0 0,0-1 0 0 0,0 0 0 0 0,0 0 0 0 0,0 0 0 0 0,2-4 0 0 0,-4 3-2 0 0,1 0-1 0 0,-1 1 1 0 0,0-1 0 0 0,0 0-1 0 0,0 0 1 0 0,0 1-1 0 0,-1-1 1 0 0,0 0-1 0 0,0 1 1 0 0,0-1-1 0 0,0 1 1 0 0,0-1 0 0 0,-1 1-1 0 0,1-1 1 0 0,-1 1-1 0 0,0 0 1 0 0,-4-6-1 0 0,3 6 11 0 0,1 1 0 0 0,0-1-1 0 0,-1 0 1 0 0,0 1 0 0 0,1 0-1 0 0,-1 0 1 0 0,0 0 0 0 0,0 0-1 0 0,0 0 1 0 0,-1 0 0 0 0,1 1-1 0 0,0 0 1 0 0,-1-1 0 0 0,1 1-1 0 0,-1 1 1 0 0,1-1 0 0 0,-1 0-1 0 0,1 1 1 0 0,-1 0 0 0 0,1 0-1 0 0,-6 0 1 0 0,3 1 8 0 0,0 1-1 0 0,0-1 1 0 0,0 1 0 0 0,0 1-1 0 0,0-1 1 0 0,0 1 0 0 0,1 0-1 0 0,-1 0 1 0 0,1 0 0 0 0,0 1-1 0 0,-6 5 1 0 0,3 0 53 0 0,-1-1 0 0 0,2 1 0 0 0,-1 1 0 0 0,1-1 0 0 0,-9 17 0 0 0,5-4 35 0 0,1 0-1 0 0,1 0 1 0 0,1 1-1 0 0,0 1 0 0 0,-5 34 1 0 0,12-50-89 0 0,-1 0-1 0 0,2 0 1 0 0,-1 0 0 0 0,1 1-1 0 0,0-1 1 0 0,1 0 0 0 0,0 0 0 0 0,0 0-1 0 0,1 0 1 0 0,0 0 0 0 0,5 12 0 0 0,-5-15-82 0 0,0-1 0 0 0,1 0 1 0 0,-1 0-1 0 0,1 0 0 0 0,0 0 1 0 0,0-1-1 0 0,0 1 0 0 0,1-1 1 0 0,-1 0-1 0 0,1 0 0 0 0,0 0 1 0 0,0 0-1 0 0,0-1 1 0 0,0 1-1 0 0,1-1 0 0 0,-1 0 1 0 0,0 0-1 0 0,1-1 0 0 0,0 1 1 0 0,8 0-1 0 0,1 0-287 0 0,-1-1-1 0 0,1 0 1 0 0,0-1-1 0 0,0 0 1 0 0,-1-1 0 0 0,1-1-1 0 0,0 0 1 0 0,-1-1-1 0 0,0-1 1 0 0,17-6-1 0 0,-10 2-384 0 0,0-1-1 0 0,0-1 0 0 0,-1-1 0 0 0,-1 0 0 0 0,31-25 1 0 0,-33 22 311 0 0,-1-1 1 0 0,-1 0-1 0 0,0-1 0 0 0,-1-1 1 0 0,-1 0-1 0 0,18-31 1 0 0,-20 27 1128 0 0,0 0 0 0 0,-1-1 1 0 0,-2 0-1 0 0,0 0 0 0 0,7-44 0 0 0,-9 40 931 0 0,-3 18-642 0 0,0 1-1 0 0,-1 0 0 0 0,0-1 1 0 0,0-9-1 0 0,8 222 3357 0 0,-6-60-3718 0 0,2-45-57 0 0,-5-98-542 0 0,0-18-114 0 0,6-17-104 0 0,1 0 0 0 0,1 0 0 0 0,14-34 0 0 0,-18 57 159 0 0,0 1 1 0 0,1-1 0 0 0,-1 1 0 0 0,2 0-1 0 0,-1 0 1 0 0,1 1 0 0 0,1 0 0 0 0,0 0-1 0 0,0 0 1 0 0,0 1 0 0 0,1 0 0 0 0,0 0-1 0 0,0 1 1 0 0,14-8 0 0 0,-20 13 23 0 0,1-1 0 0 0,-1 1 0 0 0,1 0 0 0 0,-1 0 0 0 0,1 1 0 0 0,0-1 1 0 0,-1 0-1 0 0,1 1 0 0 0,0 0 0 0 0,0-1 0 0 0,-1 1 0 0 0,1 0 0 0 0,0 1 0 0 0,0-1 0 0 0,-1 0 1 0 0,1 1-1 0 0,0-1 0 0 0,-1 1 0 0 0,4 1 0 0 0,-3 0 11 0 0,1 0 0 0 0,-1 0 0 0 0,1 1 0 0 0,-1-1 0 0 0,0 1 0 0 0,0 0 0 0 0,0 0 0 0 0,0 0 0 0 0,-1 0 0 0 0,1 0 0 0 0,2 6 0 0 0,2 3 55 0 0,-1 0 0 0 0,-1 0 1 0 0,0 0-1 0 0,-1 1 0 0 0,0 0 1 0 0,2 21-1 0 0,-1-1 33 0 0,0 2 105 0 0,11 44-1 0 0,-15-77-222 0 0,0-1-1 0 0,0 0 0 0 0,-1 1 0 0 0,1-1 0 0 0,0 0 0 0 0,0 1 0 0 0,1-1 0 0 0,-1 0 0 0 0,0 0 0 0 0,0 0 0 0 0,1 0 0 0 0,-1 0 0 0 0,0 0 0 0 0,1-1 0 0 0,-1 1 0 0 0,1 0 0 0 0,-1-1 1 0 0,1 1-1 0 0,-1-1 0 0 0,1 1 0 0 0,-1-1 0 0 0,1 0 0 0 0,0 1 0 0 0,-1-1 0 0 0,1 0 0 0 0,-1 0 0 0 0,1 0 0 0 0,0-1 0 0 0,-1 1 0 0 0,1 0 0 0 0,2-1 0 0 0,1-1-311 0 0,0 0-1 0 0,0 0 0 0 0,0-1 0 0 0,0 1 0 0 0,-1-1 1 0 0,1 0-1 0 0,-1 0 0 0 0,0-1 0 0 0,0 1 0 0 0,0-1 1 0 0,0 0-1 0 0,5-7 0 0 0,-3 2-1179 0 0,0 0 1 0 0,-1 0-1 0 0,0 0 1 0 0,0 0-1 0 0,4-15 1 0 0,-2-1-5099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0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 3012 0 0,'-266'12'13358'0'0,"244"-5"-12371"0"0,22-5-883 0 0,0-2-123 0 0,0 1 0 0 0,-1-1 1 0 0,1 0-1 0 0,0 1 1 0 0,0-1-1 0 0,0 1 0 0 0,0-1 1 0 0,0 0-1 0 0,0 1 1 0 0,0-1-1 0 0,0 1 0 0 0,0-1 1 0 0,0 1-1 0 0,0-1 0 0 0,0 0 1 0 0,0 1-1 0 0,0-1 1 0 0,0 1-1 0 0,0-1 0 0 0,0 0 1 0 0,0 1-1 0 0,0-1 1 0 0,1 1-1 0 0,-1-1 0 0 0,0 0 1 0 0,0 1-1 0 0,1 0 1 0 0,39 15-2759 0 0,-11-7-2496 0 0,-6-2-1213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1 112 952 0 0,'32'-111'17624'0'0,"-27"126"-16647"0"0,1 30-349 0 0,10 295 2133 0 0,-16-250-2442 0 0,1-1-1255 0 0,4-30-6692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42 160 24 0 0,'-5'-27'3551'0'0,"-11"-28"-1"0"0,8 31-1601 0 0,-4-28-1 0 0,11 50-1772 0 0,16 25-5292 0 0,-11-14 1438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2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1352 0 0,'3'11'1963'0'0,"0"0"0"0"0,-1 0 0 0 0,1 14 0 0 0,0 36 1835 0 0,1 7-1623 0 0,7 163 146 0 0,-11-230-2306 0 0,0 1 0 0 0,1-1 0 0 0,-2 0 0 0 0,1 0 0 0 0,0 0 0 0 0,0 0-1 0 0,0 0 1 0 0,0 1 0 0 0,-1-1 0 0 0,1 0 0 0 0,-1 0 0 0 0,1 0 0 0 0,0 0-1 0 0,-1 0 1 0 0,0 0 0 0 0,0 1 0 0 0,0-1-7 0 0,1-1-1 0 0,0 0 0 0 0,-1 0 1 0 0,1 0-1 0 0,0 0 1 0 0,-1 1-1 0 0,1-1 1 0 0,0 0-1 0 0,-1 0 0 0 0,1 0 1 0 0,0 0-1 0 0,-1 0 1 0 0,1 0-1 0 0,-1 0 1 0 0,1 0-1 0 0,0 0 0 0 0,-1 0 1 0 0,1 0-1 0 0,0 0 1 0 0,-1 0-1 0 0,1 0 1 0 0,-1 0-1 0 0,1 0 0 0 0,0-1 1 0 0,-1 1-1 0 0,1 0 1 0 0,0 0-1 0 0,-1 0 1 0 0,1-1-1 0 0,0 1 1 0 0,-1 0-1 0 0,1-1-6 0 0,-1 0-1 0 0,1 0 1 0 0,0 0-1 0 0,-1 0 1 0 0,1 1 0 0 0,0-1-1 0 0,-1 0 1 0 0,1 0 0 0 0,0 0-1 0 0,0 0 1 0 0,0 0 0 0 0,0 0-1 0 0,0 0 1 0 0,0 0-1 0 0,0 1 1 0 0,0-1 0 0 0,1 0-1 0 0,-1-1 1 0 0,0 0 0 0 0,1-18-13 0 0,0 0 0 0 0,2 1 0 0 0,0-1 0 0 0,1 1 1 0 0,1 0-1 0 0,1 0 0 0 0,0 0 0 0 0,1 0 0 0 0,18-29 0 0 0,-20 37 8 0 0,2 1-1 0 0,-1 0 0 0 0,2 0 0 0 0,-1 1 0 0 0,1 0 0 0 0,1 0 0 0 0,-1 1 0 0 0,2 0 0 0 0,-1 0 0 0 0,1 1 0 0 0,0 1 0 0 0,0 0 0 0 0,1 0 0 0 0,0 1 0 0 0,0 0 0 0 0,0 0 0 0 0,12-2 0 0 0,-16 6 62 0 0,0 0 0 0 0,0 0 0 0 0,-1 0 0 0 0,1 1 0 0 0,0 0-1 0 0,0 0 1 0 0,0 1 0 0 0,0 0 0 0 0,-1 0 0 0 0,1 1 0 0 0,-1 0 0 0 0,1 0-1 0 0,-1 0 1 0 0,1 1 0 0 0,-1 0 0 0 0,0 0 0 0 0,0 1 0 0 0,-1-1 0 0 0,1 1 0 0 0,-1 1-1 0 0,1-1 1 0 0,-1 1 0 0 0,6 7 0 0 0,-3-2 14 0 0,0 1 1 0 0,-1-1-1 0 0,0 1 0 0 0,-1 0 0 0 0,0 1 1 0 0,-1 0-1 0 0,0-1 0 0 0,-1 2 1 0 0,-1-1-1 0 0,1 0 0 0 0,1 20 1 0 0,3 18-724 0 0,4-5-3648 0 0,-12-44 4134 0 0,0-1 0 0 0,1 1 0 0 0,-1 0 0 0 0,0 0 0 0 0,1-1 0 0 0,-1 1 0 0 0,1 0 0 0 0,-1-1 0 0 0,1 1 0 0 0,-1 0 0 0 0,1-1 0 0 0,0 1-1 0 0,-1-1 1 0 0,1 1 0 0 0,0-1 0 0 0,-1 1 0 0 0,2 0 0 0 0,22 2-9504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2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223 163 1536 0 0,'2'-6'1279'0'0,"0"-10"4705"0"0,-6-4 2295 0 0,-4 33-6933 0 0,7-11-1278 0 0,1 1 0 0 0,-1 0 1 0 0,1 0-1 0 0,0-1 0 0 0,0 1 0 0 0,1 0 1 0 0,-1-1-1 0 0,0 1 0 0 0,1 0 1 0 0,0-1-1 0 0,0 1 0 0 0,-1 0 1 0 0,1-1-1 0 0,1 1 0 0 0,-1-1 0 0 0,0 0 1 0 0,1 1-1 0 0,1 2 0 0 0,0-2-31 0 0,1 0 0 0 0,-1 0 1 0 0,0 0-1 0 0,1 0 0 0 0,-1-1 0 0 0,1 0 0 0 0,0 1 0 0 0,0-1 0 0 0,0-1 0 0 0,7 3 0 0 0,-2-1-25 0 0,0-1 0 0 0,0 0 0 0 0,0-1 0 0 0,0 1 1 0 0,0-2-1 0 0,0 0 0 0 0,0 0 0 0 0,0 0 0 0 0,0-1 0 0 0,1-1 0 0 0,8-2 1 0 0,-13 3-17 0 0,1-1 0 0 0,-1-1 1 0 0,0 1-1 0 0,0-1 1 0 0,0 0-1 0 0,0 0 0 0 0,0 0 1 0 0,8-8-1 0 0,-11 9-3 0 0,0 0 0 0 0,0-1 0 0 0,0 1 0 0 0,-1 0 0 0 0,1 0 0 0 0,-1-1 0 0 0,1 1 0 0 0,-1-1 0 0 0,0 0 0 0 0,0 1 0 0 0,0-1 0 0 0,-1 0-1 0 0,1 1 1 0 0,0-1 0 0 0,-1 0 0 0 0,0 0 0 0 0,0 0 0 0 0,0 0 0 0 0,0 1 0 0 0,0-1 0 0 0,0 0 0 0 0,-2-4 0 0 0,1 0 1 0 0,-1 0 1 0 0,-1 1 0 0 0,1-1-1 0 0,-1 1 1 0 0,0 0-1 0 0,-1 0 1 0 0,1 0-1 0 0,-1 0 1 0 0,0 1-1 0 0,-1-1 1 0 0,1 1 0 0 0,-1 0-1 0 0,0 1 1 0 0,-1-1-1 0 0,1 1 1 0 0,-1 0-1 0 0,1 0 1 0 0,-1 1-1 0 0,-1-1 1 0 0,1 1 0 0 0,0 1-1 0 0,-1-1 1 0 0,1 1-1 0 0,-1 0 1 0 0,0 1-1 0 0,1 0 1 0 0,-1 0 0 0 0,0 0-1 0 0,0 1 1 0 0,0 0-1 0 0,0 0 1 0 0,0 0-1 0 0,1 1 1 0 0,-1 0-1 0 0,0 1 1 0 0,0-1 0 0 0,-11 6-1 0 0,2 0 51 0 0,0 1 0 0 0,0 0 0 0 0,0 2 0 0 0,1-1 0 0 0,1 2-1 0 0,0 0 1 0 0,0 1 0 0 0,1 0 0 0 0,1 1 0 0 0,0 1 0 0 0,1 0 0 0 0,0 0-1 0 0,1 1 1 0 0,0 0 0 0 0,2 1 0 0 0,0 0 0 0 0,0 0 0 0 0,2 1 0 0 0,-9 33 0 0 0,13-43-36 0 0,1 0 1 0 0,1 0 0 0 0,-1 0 0 0 0,1-1 0 0 0,0 1 0 0 0,1 0 0 0 0,0 0 0 0 0,0 0 0 0 0,0 0 0 0 0,1-1 0 0 0,3 10 0 0 0,-3-12-16 0 0,0 1 0 0 0,1 0 0 0 0,-1-1 1 0 0,1 0-1 0 0,1 0 0 0 0,-1 1 0 0 0,0-2 0 0 0,1 1 1 0 0,0 0-1 0 0,0-1 0 0 0,0 0 0 0 0,0 0 1 0 0,0 0-1 0 0,1 0 0 0 0,6 3 0 0 0,8 1-188 0 0,-1 0-1 0 0,2-2 0 0 0,-1 0 0 0 0,1-1 1 0 0,-1-1-1 0 0,1 0 0 0 0,27-1 1 0 0,144-14-2414 0 0,-122 3 944 0 0,79-19 1 0 0,-116 19 576 0 0,0 0 0 0 0,0-3 0 0 0,-1 0 1 0 0,48-28-1 0 0,-39 15-1283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3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343 227 5589 0 0,'6'-7'297'0'0,"-1"0"1"0"0,0-1 0 0 0,-1 0 0 0 0,0 0-1 0 0,0 0 1 0 0,0 0 0 0 0,-1-1 0 0 0,0 1 0 0 0,1-11-1 0 0,-3 15-83 0 0,-1-1-1 0 0,1 0 0 0 0,-1 0 0 0 0,-1 0 0 0 0,1 0 0 0 0,-1 0 0 0 0,1 1 0 0 0,-1-1 1 0 0,-1 0-1 0 0,1 1 0 0 0,-1-1 0 0 0,1 1 0 0 0,-1-1 0 0 0,-1 1 0 0 0,1 0 0 0 0,-1-1 1 0 0,1 1-1 0 0,-6-5 0 0 0,5 5-31 0 0,0 1 0 0 0,0-1 0 0 0,0 1 0 0 0,-1 0 0 0 0,1 0 0 0 0,-1 0 0 0 0,0 0 0 0 0,0 1 1 0 0,0-1-1 0 0,0 1 0 0 0,0 0 0 0 0,0 0 0 0 0,-1 1 0 0 0,1-1 0 0 0,-1 1 0 0 0,1 0 0 0 0,-1 0 0 0 0,1 1 0 0 0,-1-1 0 0 0,0 1 0 0 0,-7 0 1 0 0,2 2-9 0 0,1 0 1 0 0,0 0 0 0 0,0 1-1 0 0,0 0 1 0 0,0 0 0 0 0,0 1 0 0 0,0 0-1 0 0,1 1 1 0 0,0 0 0 0 0,0 0 0 0 0,0 1-1 0 0,1 0 1 0 0,-10 9 0 0 0,-2 6 121 0 0,1 0 0 0 0,1 1 0 0 0,-22 36 0 0 0,33-48-256 0 0,0 0 0 0 0,1 1-1 0 0,1 0 1 0 0,0 0 0 0 0,0 0 0 0 0,1 0 0 0 0,0 1 0 0 0,1-1-1 0 0,1 1 1 0 0,0 0 0 0 0,0 12 0 0 0,1-20-30 0 0,0-1 1 0 0,1 0-1 0 0,-1 1 1 0 0,1-1-1 0 0,0 0 0 0 0,0 0 1 0 0,0 1-1 0 0,0-1 1 0 0,0 0-1 0 0,1 0 0 0 0,-1 0 1 0 0,1 0-1 0 0,0-1 1 0 0,0 1-1 0 0,0 0 1 0 0,0-1-1 0 0,1 1 0 0 0,2 2 1 0 0,-1-2-34 0 0,1-1 1 0 0,-1 1-1 0 0,0-1 1 0 0,1 0 0 0 0,0 0-1 0 0,-1-1 1 0 0,1 1-1 0 0,0-1 1 0 0,0 0-1 0 0,0 0 1 0 0,6 0-1 0 0,4-1-196 0 0,0 0-1 0 0,1-1 1 0 0,-1-1 0 0 0,0-1-1 0 0,0 0 1 0 0,29-10-1 0 0,-29 7 35 0 0,-1 0 0 0 0,0-1 0 0 0,-1-1 0 0 0,1-1 0 0 0,-2 0 0 0 0,1 0 0 0 0,-1-1 0 0 0,-1-1 0 0 0,0 0 0 0 0,0-1-1 0 0,9-12 1 0 0,-9 8 347 0 0,0-1 0 0 0,0 0-1 0 0,-2 0 1 0 0,0-1 0 0 0,-1 0-1 0 0,-1 0 1 0 0,-1-1 0 0 0,6-24-1 0 0,-3 16 1782 0 0,-11 40-1515 0 0,-28 194 2845 0 0,19-116-2639 0 0,-40 379 754 0 0,-11 81-943 0 0,53-480-995 0 0,-11 69-4915 0 0,17-132 2606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3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1 204 2052 0 0,'9'-155'12577'0'0,"-6"106"-7815"0"0,-3 53-4363 0 0,-3 90 1136 0 0,0 38-831 0 0,4-110-649 0 0,1 0 0 0 0,1-1-1 0 0,10 42 1 0 0,-11-56-89 0 0,0-1 0 0 0,1 0 0 0 0,0 0 1 0 0,0 0-1 0 0,0 0 0 0 0,1 0 0 0 0,-1 0 0 0 0,1-1 0 0 0,1 0 0 0 0,-1 0 1 0 0,1 0-1 0 0,0 0 0 0 0,0-1 0 0 0,0 0 0 0 0,1 0 0 0 0,0 0 0 0 0,-1 0 0 0 0,1-1 1 0 0,0 0-1 0 0,13 4 0 0 0,-9-5-173 0 0,0 1-1 0 0,0-2 1 0 0,0 1 0 0 0,0-1 0 0 0,1-1 0 0 0,-1 0-1 0 0,0 0 1 0 0,0-1 0 0 0,0 0 0 0 0,0-1-1 0 0,0 0 1 0 0,0-1 0 0 0,13-5 0 0 0,-10 3 37 0 0,-1-1 1 0 0,1 0 0 0 0,-1-1 0 0 0,0-1-1 0 0,-1 1 1 0 0,0-2 0 0 0,0 0 0 0 0,-1 0-1 0 0,0-1 1 0 0,-1 0 0 0 0,10-13 0 0 0,-8 7 198 0 0,-2 0 1 0 0,0 0-1 0 0,0-1 0 0 0,-2 0 1 0 0,0 0-1 0 0,-1-1 1 0 0,7-32-1 0 0,10-80 3334 0 0,-23 127-2231 0 0,-6 21-728 0 0,-3 14-323 0 0,0 0 1 0 0,2 0-1 0 0,2 1 0 0 0,1 0 1 0 0,1 0-1 0 0,2 48 1 0 0,2-76-359 0 0,-1 1 1 0 0,0 0 0 0 0,1-1-1 0 0,0 1 1 0 0,0 0 0 0 0,1-1 0 0 0,0 1-1 0 0,0-1 1 0 0,0 0 0 0 0,0 0-1 0 0,1 1 1 0 0,0-2 0 0 0,0 1-1 0 0,0 0 1 0 0,1-1 0 0 0,0 1-1 0 0,0-1 1 0 0,0 0 0 0 0,0 0-1 0 0,0-1 1 0 0,1 1 0 0 0,0-1-1 0 0,-1 0 1 0 0,1 0 0 0 0,1 0 0 0 0,-1-1-1 0 0,0 0 1 0 0,0 0 0 0 0,1 0-1 0 0,-1-1 1 0 0,1 0 0 0 0,0 0-1 0 0,-1 0 1 0 0,1-1 0 0 0,0 1-1 0 0,10-2 1 0 0,43-6-4988 0 0,-25 0 847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4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1270 200 0 0,'5'-8'1102'0'0,"-1"-1"0"0"0,0 1 0 0 0,0-1 0 0 0,-1 0 0 0 0,0 0 0 0 0,1-11 0 0 0,-3 17-846 0 0,-1 0 0 0 0,1-1 1 0 0,-1 1-1 0 0,0 0 0 0 0,0-1 1 0 0,-1 1-1 0 0,1 0 0 0 0,-1 0 1 0 0,0-1-1 0 0,1 1 0 0 0,-1 0 0 0 0,-1 0 1 0 0,1 0-1 0 0,0 0 0 0 0,-1 0 1 0 0,1 0-1 0 0,-1 1 0 0 0,0-1 1 0 0,0 0-1 0 0,0 1 0 0 0,-4-4 1 0 0,2 2 34 0 0,-1 0 0 0 0,1 1 1 0 0,-1 0-1 0 0,1 0 1 0 0,-1 0-1 0 0,0 0 0 0 0,0 1 1 0 0,0 0-1 0 0,0 0 1 0 0,-6-1-1 0 0,7 2-203 0 0,0 1-1 0 0,1-1 1 0 0,-1 1 0 0 0,0 0 0 0 0,0 0-1 0 0,1 1 1 0 0,-1-1 0 0 0,0 1 0 0 0,1 0-1 0 0,-1 0 1 0 0,1 0 0 0 0,-1 0 0 0 0,1 0-1 0 0,-1 1 1 0 0,1 0 0 0 0,-5 2 0 0 0,-7 7 21 0 0,0 0 0 0 0,1 1 0 0 0,1 1 0 0 0,0 0 0 0 0,0 0 0 0 0,1 2 0 0 0,1-1 0 0 0,1 1 0 0 0,0 1 0 0 0,1 0 1 0 0,0 0-1 0 0,1 1 0 0 0,1 0 0 0 0,-9 35 0 0 0,15-48-106 0 0,0 1 0 0 0,0-1 0 0 0,0 1 0 0 0,1-1 0 0 0,0 1 0 0 0,0-1 0 0 0,0 0 0 0 0,0 1 0 0 0,1-1 0 0 0,0 1 0 0 0,0-1 0 0 0,0 0 0 0 0,0 1 0 0 0,1-1 0 0 0,-1 0 0 0 0,1 0 0 0 0,0 0 0 0 0,1 0 0 0 0,-1 0 1 0 0,0-1-1 0 0,1 1 0 0 0,0-1 0 0 0,0 0 0 0 0,0 1 0 0 0,0-1 0 0 0,1-1 0 0 0,-1 1 0 0 0,1 0 0 0 0,0-1 0 0 0,0 0 0 0 0,0 0 0 0 0,0 0 0 0 0,0 0 0 0 0,0 0 0 0 0,0-1 0 0 0,0 0 0 0 0,8 1 0 0 0,-1 0-78 0 0,-1 0 0 0 0,1-1 0 0 0,-1 0-1 0 0,1-1 1 0 0,0 0 0 0 0,0-1 0 0 0,-1 0 0 0 0,1 0-1 0 0,-1-1 1 0 0,1-1 0 0 0,-1 0 0 0 0,0 0 0 0 0,0-1-1 0 0,0 0 1 0 0,0-1 0 0 0,14-9 0 0 0,-14 6 48 0 0,0 1 0 0 0,0-2 0 0 0,-1 0 0 0 0,0 0 0 0 0,-1 0 0 0 0,0-1 0 0 0,0 0 0 0 0,-1-1-1 0 0,0 0 1 0 0,-1 0 0 0 0,0 0 0 0 0,-1-1 0 0 0,6-19 0 0 0,-8 21 15 0 0,6-16 564 0 0,6-36 1 0 0,-15 60-142 0 0,0 2-389 0 0,1 0-1 0 0,-1 1 1 0 0,1-1 0 0 0,-1 1-1 0 0,1-1 1 0 0,-1 1 0 0 0,0-1-1 0 0,1 1 1 0 0,-1-1 0 0 0,0 1-1 0 0,1-1 1 0 0,-1 1 0 0 0,0-1-1 0 0,0 1 1 0 0,1 0 0 0 0,-1-1 0 0 0,0 1-1 0 0,0-1 1 0 0,0 1 0 0 0,0 0-1 0 0,0-1 1 0 0,0 1 0 0 0,0 0-1 0 0,0 0 1 0 0,0 16 200 0 0,0-16-215 0 0,-2 76 661 0 0,0-50-620 0 0,1 0-1 0 0,1 1 1 0 0,1-1 0 0 0,2 0 0 0 0,11 51 0 0 0,-13-74-130 0 0,1 0 0 0 0,-1-1 0 0 0,1 1-1 0 0,0 0 1 0 0,0-1 0 0 0,0 1 0 0 0,1-1 0 0 0,-1 1 0 0 0,1-1 0 0 0,0 0-1 0 0,0 0 1 0 0,0 0 0 0 0,0-1 0 0 0,0 1 0 0 0,1-1 0 0 0,-1 1-1 0 0,1-1 1 0 0,-1 0 0 0 0,1-1 0 0 0,0 1 0 0 0,0-1 0 0 0,4 2 0 0 0,-2-2-139 0 0,-1 0 0 0 0,0 0 1 0 0,1-1-1 0 0,-1 0 0 0 0,1 0 0 0 0,0 0 1 0 0,-1-1-1 0 0,0 1 0 0 0,1-1 1 0 0,-1-1-1 0 0,1 1 0 0 0,-1-1 1 0 0,0 0-1 0 0,0 0 0 0 0,0 0 0 0 0,6-4 1 0 0,6-7-164 0 0,0 0 0 0 0,0 0 0 0 0,-2-2 0 0 0,0 0 0 0 0,0 0 0 0 0,-2-2 0 0 0,0 0 0 0 0,0 0 0 0 0,18-38 0 0 0,-5 1 100 0 0,-2-2 0 0 0,21-73 1 0 0,-9 3 288 0 0,27-173 0 0 0,-17-135 3012 0 0,-44 175 2007 0 0,-5 237-4109 0 0,-2 30-45 0 0,-3 38 99 0 0,-51 643 3675 0 0,44-471-4152 0 0,10-139-962 0 0,2 1 1 0 0,16 151-1 0 0,-12-223 144 0 0,0 1 1 0 0,1-1-1 0 0,0 0 1 0 0,1 1-1 0 0,0-1 1 0 0,0 0-1 0 0,1-1 1 0 0,0 1-1 0 0,0-1 1 0 0,1 1 0 0 0,0-1-1 0 0,0 0 1 0 0,12 11-1 0 0,-13-15-95 0 0,0 1 0 0 0,1-1-1 0 0,0 0 1 0 0,-1 0 0 0 0,1-1-1 0 0,0 1 1 0 0,0-1 0 0 0,1 0 0 0 0,-1-1-1 0 0,0 1 1 0 0,1-1 0 0 0,-1 0 0 0 0,1 0-1 0 0,-1-1 1 0 0,1 0 0 0 0,-1 0-1 0 0,1 0 1 0 0,-1 0 0 0 0,1-1 0 0 0,-1 0-1 0 0,1 0 1 0 0,7-3 0 0 0,15-7-3356 0 0,1-3-1570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4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9 120 488 0 0,'24'-95'12484'0'0,"-20"71"-6438"0"0,-7 36-5314 0 0,-8 34-269 0 0,2 1-1 0 0,3 0 1 0 0,1 1-1 0 0,2-1 0 0 0,6 68 1 0 0,-3-110-628 0 0,0 0 1 0 0,1 0-1 0 0,0 0 1 0 0,0 0 0 0 0,1 0-1 0 0,-1-1 1 0 0,1 1-1 0 0,0 0 1 0 0,1-1-1 0 0,-1 1 1 0 0,1-1 0 0 0,0 0-1 0 0,0 0 1 0 0,0 0-1 0 0,0 0 1 0 0,1 0-1 0 0,3 3 1 0 0,-3-5-124 0 0,1 1 0 0 0,-1-1 0 0 0,0 1 0 0 0,1-1 0 0 0,-1-1 0 0 0,1 1 0 0 0,0-1 0 0 0,0 0 0 0 0,-1 0 0 0 0,1 0 0 0 0,0 0 0 0 0,0-1 0 0 0,0 0 0 0 0,0 0 0 0 0,0 0 0 0 0,0-1 0 0 0,6-1 0 0 0,2-1-602 0 0,0-1 0 0 0,-1 0-1 0 0,0-1 1 0 0,0-1 0 0 0,0 0 0 0 0,0 0-1 0 0,-1-1 1 0 0,0 0 0 0 0,10-10 0 0 0,5-6-2185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4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3 223 4508 0 0,'10'-18'761'0'0,"3"-7"3734"0"0,17-47 2644 0 0,-31 77-6782 0 0,0-1-1 0 0,0 1 1 0 0,0-1 0 0 0,-1 0-1 0 0,-3 8 1 0 0,-1 3 165 0 0,-4 16 22 0 0,1 1 0 0 0,2 0 0 0 0,-4 46 0 0 0,10-73-529 0 0,1-1 0 0 0,0 0-1 0 0,0 0 1 0 0,0 1 0 0 0,0-1-1 0 0,1 0 1 0 0,-1 0 0 0 0,1 0 0 0 0,0 0-1 0 0,1 0 1 0 0,-1 0 0 0 0,1 0-1 0 0,-1 0 1 0 0,1 0 0 0 0,1 0-1 0 0,-1-1 1 0 0,0 1 0 0 0,1-1-1 0 0,-1 0 1 0 0,1 1 0 0 0,0-1-1 0 0,0-1 1 0 0,1 1 0 0 0,-1 0 0 0 0,0-1-1 0 0,1 0 1 0 0,0 1 0 0 0,-1-1-1 0 0,1-1 1 0 0,0 1 0 0 0,0-1-1 0 0,0 1 1 0 0,7 0 0 0 0,1 1-10 0 0,-1-1 1 0 0,1-1-1 0 0,0 0 0 0 0,0-1 1 0 0,-1 0-1 0 0,1 0 1 0 0,0-2-1 0 0,0 1 1 0 0,-1-1-1 0 0,1-1 1 0 0,-1 0-1 0 0,0-1 0 0 0,0 0 1 0 0,0-1-1 0 0,0 0 1 0 0,10-7-1 0 0,-9 5-29 0 0,0-1-1 0 0,-1 0 0 0 0,0-1 1 0 0,0-1-1 0 0,-1 1 1 0 0,0-2-1 0 0,-1 1 1 0 0,0-1-1 0 0,-1-1 1 0 0,0 0-1 0 0,-1 0 0 0 0,0 0 1 0 0,6-16-1 0 0,-10 21 20 0 0,-1-1 0 0 0,0 1-1 0 0,-1 0 1 0 0,0-1-1 0 0,0 1 1 0 0,-1-1 0 0 0,1 1-1 0 0,-2-1 1 0 0,1 1-1 0 0,-1-1 1 0 0,0 1 0 0 0,-1 0-1 0 0,1-1 1 0 0,-1 1-1 0 0,-1 0 1 0 0,0 0 0 0 0,0 0-1 0 0,0 1 1 0 0,-1-1-1 0 0,-6-9 1 0 0,5 9 2 0 0,-1 0 0 0 0,1 0-1 0 0,-1 1 1 0 0,-1 0 0 0 0,1 0 0 0 0,-1 0-1 0 0,0 1 1 0 0,0 0 0 0 0,-1 1 0 0 0,1-1 0 0 0,-1 1-1 0 0,0 1 1 0 0,0-1 0 0 0,0 2 0 0 0,-1-1-1 0 0,1 1 1 0 0,-11-2 0 0 0,13 4-43 0 0,0 0 0 0 0,-1 0 0 0 0,1 0-1 0 0,-1 1 1 0 0,1-1 0 0 0,0 2 0 0 0,-1-1 0 0 0,1 1 0 0 0,0 0 0 0 0,0 0 0 0 0,0 1-1 0 0,0-1 1 0 0,0 1 0 0 0,1 1 0 0 0,-1-1 0 0 0,1 1 0 0 0,0 0 0 0 0,-5 5-1 0 0,6-5-277 0 0,0 0 0 0 0,0 0 0 0 0,1 1-1 0 0,0-1 1 0 0,0 1 0 0 0,0-1-1 0 0,1 1 1 0 0,-1 0 0 0 0,1 0-1 0 0,1 0 1 0 0,-1 1 0 0 0,-2 9 0 0 0,4-12 17 0 0,0 0 1 0 0,0 0 0 0 0,0 0-1 0 0,0-1 1 0 0,0 1 0 0 0,0 0-1 0 0,1 0 1 0 0,-1 0 0 0 0,1 0-1 0 0,0-1 1 0 0,0 1 0 0 0,0 0-1 0 0,2 3 1 0 0,8 8-4475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95 656 0 0,'63'-67'15927'0'0,"-62"67"-15858"0"0,0 0 0 0 0,0 0 0 0 0,-1 0 0 0 0,1 0 0 0 0,0 1 0 0 0,0-1 0 0 0,0 0 0 0 0,-1 1 0 0 0,1-1-1 0 0,0 1 1 0 0,0-1 0 0 0,-1 1 0 0 0,1-1 0 0 0,0 1 0 0 0,-1-1 0 0 0,1 1 0 0 0,-1 0 0 0 0,1-1 0 0 0,0 1 0 0 0,-1 0 0 0 0,0-1 0 0 0,1 1 0 0 0,-1 0 0 0 0,1 0 0 0 0,-1 0 0 0 0,0 0 0 0 0,6 24 906 0 0,-6 26-201 0 0,-1-1-1 0 0,-3 1 0 0 0,-2-1 1 0 0,-14 57-1 0 0,18-89-610 0 0,2-15-106 0 0,-2 4 50 0 0,7-16 31 0 0,20-53-442 0 0,40-71 0 0 0,-53 113 267 0 0,1-1 1 0 0,0 2-1 0 0,2 0 0 0 0,0 0 0 0 0,1 2 0 0 0,1 0 0 0 0,21-17 0 0 0,-32 30 23 0 0,0 0 0 0 0,0 0-1 0 0,0 1 1 0 0,0-1-1 0 0,1 1 1 0 0,0 1-1 0 0,-1-1 1 0 0,1 1-1 0 0,12-2 1 0 0,-16 4 13 0 0,0-1 0 0 0,0 1 0 0 0,0 0 1 0 0,1 0-1 0 0,-1 0 0 0 0,0 1 0 0 0,0-1 0 0 0,0 1 1 0 0,0 0-1 0 0,0-1 0 0 0,0 1 0 0 0,0 1 0 0 0,0-1 1 0 0,0 0-1 0 0,0 1 0 0 0,0-1 0 0 0,-1 1 0 0 0,1 0 0 0 0,-1 0 1 0 0,1 0-1 0 0,-1 0 0 0 0,0 0 0 0 0,3 4 0 0 0,0 2 47 0 0,0 0 0 0 0,-1 0 0 0 0,0 0 0 0 0,0 1-1 0 0,-1-1 1 0 0,0 1 0 0 0,0 0 0 0 0,-1 0-1 0 0,0 0 1 0 0,-1 1 0 0 0,1 11 0 0 0,-2 14 329 0 0,-6 59 1 0 0,1-44-243 0 0,1 33-252 0 0,4-81-167 0 0,12-15-5296 0 0,-11 11 5090 0 0,0 0-1 0 0,1 0 1 0 0,-1 0-1 0 0,-1-1 1 0 0,1 1 0 0 0,0 0-1 0 0,0-1 1 0 0,-1 1-1 0 0,0-1 1 0 0,1 1-1 0 0,-1-1 1 0 0,0 1 0 0 0,0-5-1 0 0,0-2-1869 0 0,3-11-4110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55 2992 0 0,'-91'-9'6278'0'0,"-80"-9"2946"0"0,60 4-7441 0 0,88 9-6293 0 0,4 0-2484 0 0,2 2 625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05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0 1080 0 0,'-63'18'5237'0'0,"-36"12"2909"0"0,88-23-6299 0 0,16-2-755 0 0,22-2-368 0 0,238-18-1073 0 0,-88 4-6485 0 0,-159 10 5634 0 0,60-5-6139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1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1012 0 0,'-5'13'5159'0'0,"-14"40"1272"0"0,18-52-5906 0 0,-1 8-322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29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581 239 508 0 0,'8'10'4975'0'0,"-5"4"-2502"0"0,-2-9-1839 0 0,0-1 1 0 0,0 1 0 0 0,0-1 0 0 0,-1 1-1 0 0,0-1 1 0 0,1 1 0 0 0,-2-1 0 0 0,1 1 0 0 0,-2 8-1 0 0,1-11-279 0 0,1-1-267 0 0,0 1 0 0 0,-1-1 0 0 0,1 1 0 0 0,-1-1 1 0 0,1 1-1 0 0,-1-1 0 0 0,0 1 0 0 0,0-1 0 0 0,1 1 0 0 0,-1-1 0 0 0,0 0 0 0 0,0 1 0 0 0,0-1 1 0 0,-1 0-1 0 0,1 0 0 0 0,0 0 0 0 0,0 0 0 0 0,-2 1 0 0 0,1-1 104 0 0,2-1-185 0 0,0 0 0 0 0,0 1 0 0 0,0-1 0 0 0,-1 0 0 0 0,1 1 0 0 0,0-1 0 0 0,0 0 0 0 0,-1 0 0 0 0,1 0 0 0 0,0 1 0 0 0,-1-1 0 0 0,1 0 0 0 0,0 0 1 0 0,0 0-1 0 0,-1 0 0 0 0,1 1 0 0 0,0-1 0 0 0,-1 0 0 0 0,1 0 0 0 0,0 0 0 0 0,-1 0 0 0 0,1 0 0 0 0,0 0 0 0 0,-1 0 0 0 0,1 0 0 0 0,0 0 1 0 0,-1 0-1 0 0,1 0 0 0 0,-1 0 0 0 0,1 0 0 0 0,0 0 0 0 0,0-1 0 0 0,-1 1 0 0 0,0 0 0 0 0,-14-4 120 0 0,14 4-130 0 0,0-1 11 0 0,-1 0 0 0 0,0-1 0 0 0,1 1 0 0 0,-1 0 0 0 0,1-1 0 0 0,0 1 0 0 0,-1 0 0 0 0,1-1 0 0 0,0 0 0 0 0,0 1 0 0 0,0-1 0 0 0,0 0 0 0 0,0 0 0 0 0,0 0 0 0 0,0-2 0 0 0,-9-30-4 0 0,9 28 3 0 0,-3-11 0 0 0,1 0 1 0 0,1-1 0 0 0,1 0-1 0 0,1 1 1 0 0,1-23 0 0 0,0 29-12 0 0,1 1 0 0 0,0-1 1 0 0,0 1-1 0 0,1-1 0 0 0,0 1 1 0 0,0 0-1 0 0,1 0 0 0 0,1 0 1 0 0,10-16-1 0 0,-14 23-1 0 0,1 1 0 0 0,0 0 0 0 0,-1 0 0 0 0,1-1 0 0 0,0 1 1 0 0,0 1-1 0 0,0-1 0 0 0,0 0 0 0 0,1 0 0 0 0,-1 1 0 0 0,0-1 0 0 0,1 1 0 0 0,-1 0 1 0 0,1 0-1 0 0,-1 0 0 0 0,1 0 0 0 0,0 0 0 0 0,-1 1 0 0 0,1-1 0 0 0,0 1 0 0 0,-1-1 0 0 0,1 1 1 0 0,0 0-1 0 0,0 0 0 0 0,-1 0 0 0 0,1 1 0 0 0,0-1 0 0 0,0 1 0 0 0,-1-1 0 0 0,1 1 0 0 0,0 0 1 0 0,-1 0-1 0 0,1 0 0 0 0,-1 0 0 0 0,1 1 0 0 0,-1-1 0 0 0,0 1 0 0 0,0-1 0 0 0,1 1 1 0 0,-1 0-1 0 0,0 0 0 0 0,2 2 0 0 0,5 7-4 0 0,0 0 1 0 0,0 0 0 0 0,-1 0-1 0 0,0 1 1 0 0,-1 1-1 0 0,0-1 1 0 0,-1 1-1 0 0,-1 0 1 0 0,0 1-1 0 0,5 22 1 0 0,1 9 14 0 0,6 89 0 0 0,-12-75-2 0 0,-3 0 0 0 0,-3 1 0 0 0,-2-1 0 0 0,-3 0 0 0 0,-16 71 0 0 0,13-94 125 0 0,0-1 0 0 0,-3-1 0 0 0,0 0 0 0 0,-3 0 0 0 0,-1-1-1 0 0,-1-1 1 0 0,-1-1 0 0 0,-2 0 0 0 0,-42 48 0 0 0,51-66 21 0 0,-1-1 1 0 0,-1-1-1 0 0,0 0 1 0 0,0-1-1 0 0,-1 0 1 0 0,-30 15-1 0 0,37-22-98 0 0,-1 0 0 0 0,0 0 0 0 0,0 0 0 0 0,0-1 1 0 0,0 0-1 0 0,-1-1 0 0 0,1 1 0 0 0,0-2 0 0 0,-1 1 0 0 0,1-1 0 0 0,-1-1 0 0 0,1 1 0 0 0,0-1 1 0 0,-1-1-1 0 0,-14-4 0 0 0,6 0-23 0 0,1-2 1 0 0,0 1-1 0 0,0-2 0 0 0,-23-16 1 0 0,-52-50 42 0 0,59 48-42 0 0,-14-14-538 0 0,39 33-2032 0 0,33 8-1262 0 0,-6 4-1994 0 0,10-2 645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2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377 154 1576 0 0,'40'-153'12773'0'0,"-40"154"-12753"0"0,0 0 1 0 0,0 1 0 0 0,0-1-1 0 0,0 0 1 0 0,0 1 0 0 0,1-1-1 0 0,-1 0 1 0 0,0 1 0 0 0,1-1-1 0 0,-1 0 1 0 0,2 3 0 0 0,0 2 24 0 0,2 25 172 0 0,-1-1 0 0 0,-2 34 1 0 0,0-10-19 0 0,-17 940 2065 0 0,10-870-2082 0 0,-26 323 379 0 0,-4 260-122 0 0,36-691-428 0 0,0 6 44 0 0,1-1-1 0 0,0 0 1 0 0,1 0-1 0 0,1 0 1 0 0,2 0-1 0 0,8 27 1 0 0,-13-47-46 0 0,1 1 0 0 0,0-1 0 0 0,-1 0 0 0 0,1 0 0 0 0,0 0 0 0 0,0 0 0 0 0,0 0 1 0 0,-1 0-1 0 0,1 0 0 0 0,0 0 0 0 0,0 0 0 0 0,1 0 0 0 0,-1 0 0 0 0,0 0 0 0 0,0-1 0 0 0,0 1 0 0 0,0 0 0 0 0,1-1 1 0 0,-1 1-1 0 0,0-1 0 0 0,1 0 0 0 0,-1 1 0 0 0,0-1 0 0 0,1 0 0 0 0,-1 0 0 0 0,0 0 0 0 0,1 0 0 0 0,-1 0 1 0 0,0 0-1 0 0,1 0 0 0 0,-1 0 0 0 0,1-1 0 0 0,-1 1 0 0 0,0 0 0 0 0,0-1 0 0 0,1 1 0 0 0,-1-1 0 0 0,0 1 0 0 0,2-2 1 0 0,3-1 6 0 0,1-1 0 0 0,-1 0 0 0 0,0 0 0 0 0,0-1 1 0 0,0 1-1 0 0,5-7 0 0 0,5-5 5 0 0,-2-2 0 0 0,0 0 0 0 0,0-1 0 0 0,-2 0 0 0 0,-1-1 0 0 0,0 0 0 0 0,-1-1 0 0 0,-1 0 0 0 0,-2 0 0 0 0,0-1 0 0 0,5-25 0 0 0,-7 20 21 0 0,-1 0 0 0 0,-1 0 0 0 0,-2 0 0 0 0,0-1 0 0 0,-2 1 0 0 0,-1-1 0 0 0,-1 1 0 0 0,-1 0 0 0 0,-9-27 0 0 0,4 26 31 0 0,-1 1 0 0 0,-2-1 0 0 0,-1 1 0 0 0,-1 1 0 0 0,-1 1 0 0 0,-1 0 0 0 0,-1 1 0 0 0,-1 0 0 0 0,-2 2 0 0 0,-27-26 0 0 0,-24-14 113 0 0,-148-99 0 0 0,183 136-167 0 0,20 15-38 0 0,9 6 11 0 0,1 0-1 0 0,0 0 1 0 0,0-1-1 0 0,0 0 1 0 0,-10-11-1 0 0,15 15-41 0 0,0-1 0 0 0,0 0 0 0 0,0 0 0 0 0,0 1 0 0 0,0-1-1 0 0,0 0 1 0 0,1 0 0 0 0,-1 0 0 0 0,1 0 0 0 0,-1 0 0 0 0,1 0 0 0 0,0 0 0 0 0,-1 0 0 0 0,1 0 0 0 0,0 0 0 0 0,1 0-1 0 0,-1 0 1 0 0,0 0 0 0 0,0 0 0 0 0,1 0 0 0 0,0 0 0 0 0,-1 0 0 0 0,1 0 0 0 0,0 1 0 0 0,0-1 0 0 0,0 0 0 0 0,1-2 0 0 0,9-13-687 0 0,1 0 1 0 0,1 1 0 0 0,0 0 0 0 0,1 1 0 0 0,28-23-1 0 0,88-58-4233 0 0,-118 87 4381 0 0,46-28-2752 0 0,5-1-1140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34 912 2236 0 0,'-6'9'1251'0'0,"1"-1"-1"0"0,0 0 1 0 0,1 1 0 0 0,-5 13-1 0 0,8-19-1108 0 0,0 0-1 0 0,0 0 1 0 0,1 0-1 0 0,-1 0 0 0 0,1 0 1 0 0,0 0-1 0 0,0 0 1 0 0,0 1-1 0 0,0-1 1 0 0,0 0-1 0 0,1 0 0 0 0,-1 0 1 0 0,1 0-1 0 0,0 0 1 0 0,0 0-1 0 0,0 0 1 0 0,3 5-1 0 0,-3-6-74 0 0,0 0 1 0 0,0-1-1 0 0,1 1 1 0 0,-1-1-1 0 0,1 1 1 0 0,-1-1-1 0 0,1 1 1 0 0,0-1-1 0 0,-1 0 1 0 0,1 0-1 0 0,0 0 1 0 0,0 0-1 0 0,0 0 0 0 0,0 0 1 0 0,0 0-1 0 0,0-1 1 0 0,0 1-1 0 0,0-1 1 0 0,0 1-1 0 0,0-1 1 0 0,0 0-1 0 0,0 0 1 0 0,0 0-1 0 0,0 0 0 0 0,0 0 1 0 0,0 0-1 0 0,0-1 1 0 0,3 0-1 0 0,3-1 29 0 0,0 0 1 0 0,-1-1-1 0 0,1 0 0 0 0,0-1 0 0 0,12-8 0 0 0,5-4-31 0 0,0-2 0 0 0,-2 0-1 0 0,0-2 1 0 0,-2 0 0 0 0,0-2 0 0 0,-1 0 0 0 0,-1-1-1 0 0,-2-1 1 0 0,0-1 0 0 0,17-34 0 0 0,-16 22-62 0 0,-1-1 0 0 0,-3-1 0 0 0,-1 0 1 0 0,-1-1-1 0 0,-3 0 0 0 0,9-79 0 0 0,-8 14 308 0 0,-5-170-1 0 0,-5 274-304 0 0,0-1-1 0 0,0 1 1 0 0,0 0 0 0 0,0 0-1 0 0,0-1 1 0 0,0 1 0 0 0,0 0-1 0 0,0 0 1 0 0,-1 0 0 0 0,1-1-1 0 0,0 1 1 0 0,-1 0 0 0 0,1 0 0 0 0,-1 0-1 0 0,1 0 1 0 0,-1 0 0 0 0,-1-2-1 0 0,1 3-2 0 0,0 1 0 0 0,1-1 0 0 0,-1 1-1 0 0,0 0 1 0 0,1-1 0 0 0,-1 1 0 0 0,1 0-1 0 0,-1 0 1 0 0,1-1 0 0 0,-1 1 0 0 0,1 0-1 0 0,-1 0 1 0 0,1 0 0 0 0,0 0 0 0 0,0-1-1 0 0,-1 1 1 0 0,1 1 0 0 0,-14 54 30 0 0,-36 306 95 0 0,47-304-111 0 0,2 0-1 0 0,3 1 0 0 0,3-2 0 0 0,15 77 1 0 0,-16-114-4 0 0,1 0 0 0 0,2 0-1 0 0,0-1 1 0 0,0 0 0 0 0,2 0 0 0 0,14 23 0 0 0,-19-36-38 0 0,0 0 1 0 0,0 0-1 0 0,1-1 0 0 0,0 1 1 0 0,0-1-1 0 0,0 0 0 0 0,0 0 1 0 0,1-1-1 0 0,0 0 0 0 0,0 0 1 0 0,0 0-1 0 0,0-1 0 0 0,1 1 0 0 0,-1-2 1 0 0,1 1-1 0 0,0-1 0 0 0,0 0 1 0 0,0 0-1 0 0,0-1 0 0 0,0 0 1 0 0,10 1-1 0 0,-4-3-271 0 0,0 0-1 0 0,1-1 1 0 0,-1-1-1 0 0,-1 0 1 0 0,1 0-1 0 0,0-1 1 0 0,-1-1-1 0 0,0 0 1 0 0,0-1-1 0 0,13-8 1 0 0,-5 1-844 0 0,-1 0 0 0 0,0-2 0 0 0,0 0 1 0 0,28-32-1 0 0,-8 0-2362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1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0 345 872 0 0,'7'-75'4506'0'0,"-4"-108"-1"0"0,-4 105-2150 0 0,0 70-1758 0 0,-2 20-381 0 0,-1 24 42 0 0,3 538 2582 0 0,16-289-2332 0 0,-13-233 616 0 0,10-78-856 0 0,1-30-155 0 0,23-64 0 0 0,-29 99-121 0 0,2 0 0 0 0,1 1 0 0 0,0 0 0 0 0,2 0 0 0 0,0 1-1 0 0,16-19 1 0 0,-25 35 5 0 0,0-1-1 0 0,0 1 0 0 0,0 0 1 0 0,0 0-1 0 0,1 1 1 0 0,-1-1-1 0 0,1 1 0 0 0,0-1 1 0 0,0 1-1 0 0,-1 0 0 0 0,1 1 1 0 0,1-1-1 0 0,-1 1 1 0 0,0 0-1 0 0,5-1 0 0 0,-6 2 4 0 0,1-1 0 0 0,-1 2 0 0 0,1-1 0 0 0,0 0 0 0 0,-1 1 0 0 0,1-1 0 0 0,0 1-1 0 0,-1 0 1 0 0,1 0 0 0 0,-1 1 0 0 0,0-1 0 0 0,1 1 0 0 0,-1 0 0 0 0,0-1 0 0 0,0 1 0 0 0,0 1 0 0 0,0-1-1 0 0,3 4 1 0 0,2 2 14 0 0,0 0 0 0 0,0 1 0 0 0,-1 0 0 0 0,-1 0 0 0 0,0 1 0 0 0,0-1 0 0 0,-1 2 0 0 0,5 11 0 0 0,2 11 51 0 0,10 45 0 0 0,-16-53-50 0 0,1-1 0 0 0,0 0 0 0 0,2 0-1 0 0,16 30 1 0 0,-24-52-7 0 0,1 1 0 0 0,0 0 0 0 0,0-1-1 0 0,0 1 1 0 0,0-1 0 0 0,0 0-1 0 0,0 0 1 0 0,0 0 0 0 0,1 0 0 0 0,-1 0-1 0 0,1 0 1 0 0,0-1 0 0 0,0 1 0 0 0,-1-1-1 0 0,1 1 1 0 0,0-1 0 0 0,6 1-1 0 0,-4-1 5 0 0,1-1 0 0 0,-1 1-1 0 0,0-1 1 0 0,1 0-1 0 0,-1-1 1 0 0,0 0 0 0 0,1 1-1 0 0,-1-2 1 0 0,9-2-1 0 0,1-2 14 0 0,0 0 0 0 0,-1-1-1 0 0,0-1 1 0 0,0 0-1 0 0,-1-1 1 0 0,14-12 0 0 0,-8 4-22 0 0,-1 0 0 0 0,-1-2 0 0 0,0-1 0 0 0,-1 0 1 0 0,-1 0-1 0 0,-2-2 0 0 0,0 0 0 0 0,-1 0 0 0 0,-1-1 0 0 0,-1-1 1 0 0,12-41-1 0 0,-20 58-6 0 0,0 0 1 0 0,-1 0-1 0 0,0-1 1 0 0,0 1-1 0 0,-1 0 1 0 0,0-1-1 0 0,0 1 1 0 0,0 0 0 0 0,-3-10-1 0 0,3 15-12 0 0,-2 1 23 0 0,1 1-7 0 0,1 0 0 0 0,-1-1 0 0 0,0 1 0 0 0,1 0-1 0 0,-1-1 1 0 0,0 1 0 0 0,0 0 0 0 0,1 0 0 0 0,-1 0 0 0 0,0 0-1 0 0,0 0 1 0 0,1 0 0 0 0,-1 0 0 0 0,0 0 0 0 0,0 0 0 0 0,1 0 0 0 0,-1 0-1 0 0,0 0 1 0 0,-1 1 0 0 0,-3 5 23 0 0,-1 0-1 0 0,1 1 1 0 0,0 0 0 0 0,0 0-1 0 0,1 0 1 0 0,0 1 0 0 0,0 0 0 0 0,1-1-1 0 0,0 1 1 0 0,-3 12 0 0 0,-2 12 70 0 0,-6 44 0 0 0,11-56-72 0 0,1 1 0 0 0,1-1 0 0 0,1 1 0 0 0,5 35 0 0 0,-4-48-10 0 0,0 1 1 0 0,1-1-1 0 0,0 0 0 0 0,1 0 1 0 0,0 0-1 0 0,0 0 0 0 0,1 0 1 0 0,0-1-1 0 0,0 0 1 0 0,1 1-1 0 0,0-2 0 0 0,0 1 1 0 0,12 12-1 0 0,-12-16 3 0 0,-1 0-1 0 0,1 0 0 0 0,0 0 1 0 0,0-1-1 0 0,1 0 1 0 0,-1 0-1 0 0,0 0 0 0 0,1-1 1 0 0,-1 1-1 0 0,1-1 1 0 0,-1-1-1 0 0,1 1 0 0 0,0-1 1 0 0,-1 0-1 0 0,1 0 1 0 0,-1 0-1 0 0,12-3 0 0 0,1-1-116 0 0,1 0-1 0 0,-1-2 0 0 0,35-14 1 0 0,-33 10-487 0 0,0 0 0 0 0,0-2 0 0 0,-1 0 0 0 0,0-1-1 0 0,18-16 1 0 0,-25 17-942 0 0,0 0 0 0 0,-1 0 0 0 0,0-1 0 0 0,12-20-1 0 0,-1-4-4393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1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55 340 0 0,'-101'21'4250'0'0,"-141"36"4146"0"0,211-45-6727 0 0,40-11-1593 0 0,0 0-1 0 0,0-1 1 0 0,-1-1-1 0 0,1 1 0 0 0,0-1 1 0 0,0-1-1 0 0,-1 0 1 0 0,1 0-1 0 0,9-4 0 0 0,9-1-78 0 0,146-40-2038 0 0,3-5-4217 0 0,-84 26 1555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2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71 1692 0 0,'0'0'3159'0'0,"-3"0"-1939"0"0,-28 6 4378 0 0,29-4-5197 0 0,-2 3 682 0 0,6-4-1050 0 0,0 0-1 0 0,0-1 1 0 0,0 1 0 0 0,0-1-1 0 0,0 0 1 0 0,0 1 0 0 0,0-1-1 0 0,0 0 1 0 0,0 0 0 0 0,0 0-1 0 0,0 0 1 0 0,0-1-1 0 0,0 1 1 0 0,-1-1 0 0 0,1 1-1 0 0,0-1 1 0 0,0 1 0 0 0,0-1-1 0 0,2-1 1 0 0,13-5 286 0 0,-15 7-272 0 0,0-1-1 0 0,-1 1 0 0 0,1-1 0 0 0,-1 0 0 0 0,1 1 1 0 0,-1-1-1 0 0,0 0 0 0 0,1 0 0 0 0,-1 0 0 0 0,0 0 1 0 0,0-1-1 0 0,1 1 0 0 0,-1 0 0 0 0,0 0 0 0 0,0-1 1 0 0,0 1-1 0 0,-1-1 0 0 0,1 1 0 0 0,0 0 1 0 0,0-1-1 0 0,-1 0 0 0 0,1 1 0 0 0,-1-1 0 0 0,1 1 1 0 0,-1-1-1 0 0,0 0 0 0 0,0 1 0 0 0,0-1 0 0 0,0 0 1 0 0,0 1-1 0 0,0-1 0 0 0,0 0 0 0 0,0 1 0 0 0,-1-1 1 0 0,1 0-1 0 0,0 1 0 0 0,-1-1 0 0 0,0 1 1 0 0,1-1-1 0 0,-1 1 0 0 0,0-1 0 0 0,0 1 0 0 0,0 0 1 0 0,-1-3-1 0 0,1 3-38 0 0,0 0 1 0 0,1 0 0 0 0,-1 1-1 0 0,0-1 1 0 0,0 0-1 0 0,1 0 1 0 0,-1 0 0 0 0,0 1-1 0 0,0-1 1 0 0,0 0-1 0 0,0 1 1 0 0,0-1 0 0 0,0 1-1 0 0,0-1 1 0 0,0 1-1 0 0,0 0 1 0 0,0-1 0 0 0,0 1-1 0 0,0 0 1 0 0,-1 0-1 0 0,1 0 1 0 0,0 0 0 0 0,0 0-1 0 0,0 0 1 0 0,0 0-1 0 0,0 0 1 0 0,0 0-1 0 0,-1 0 1 0 0,1 1 0 0 0,0-1-1 0 0,0 0 1 0 0,0 1-1 0 0,0-1 1 0 0,0 1 0 0 0,0-1-1 0 0,0 1 1 0 0,0 0-1 0 0,0-1 1 0 0,0 1 0 0 0,1 0-1 0 0,-1 0 1 0 0,0-1-1 0 0,0 2 1 0 0,-3 2-3 0 0,1-1-1 0 0,0 1 1 0 0,0 0 0 0 0,0 0-1 0 0,1 0 1 0 0,-1 0 0 0 0,-3 9-1 0 0,2 0 1 0 0,3-11-4 0 0,0 0 1 0 0,0 0-1 0 0,0 1 0 0 0,1-1 0 0 0,-1 0 1 0 0,1 1-1 0 0,0-1 0 0 0,0 0 0 0 0,0 1 1 0 0,0-1-1 0 0,0 0 0 0 0,0 3 1 0 0,3 10 9 0 0,4 2 0 0 0,-6-16-8 0 0,0 1-1 0 0,0-1 1 0 0,1 0 0 0 0,-1 0-1 0 0,1 1 1 0 0,-1-1 0 0 0,1 0-1 0 0,-1 0 1 0 0,1 0-1 0 0,-1-1 1 0 0,1 1 0 0 0,0 0-1 0 0,-1-1 1 0 0,1 1-1 0 0,0-1 1 0 0,3 1 0 0 0,0-1 8 0 0,0 1 0 0 0,0-1 0 0 0,0 0 0 0 0,1-1 0 0 0,8-1 0 0 0,-3-1 21 0 0,0 0 0 0 0,0-1 0 0 0,0 0 0 0 0,18-10 0 0 0,-25 12-74 0 0,0 0 1 0 0,0-1-1 0 0,-1 0 0 0 0,0 0 1 0 0,1 0-1 0 0,-1 0 0 0 0,0 0 1 0 0,-1-1-1 0 0,1 1 0 0 0,0-1 1 0 0,-1 0-1 0 0,0 0 1 0 0,0 0-1 0 0,0 0 0 0 0,0 0 1 0 0,-1 0-1 0 0,0 0 0 0 0,0-1 1 0 0,0 1-1 0 0,1-5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3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525 111 1500 0 0,'-2'0'590'0'0,"0"0"0"0"0,-1-1 0 0 0,1 1 0 0 0,0 0 0 0 0,-1-1 0 0 0,1 1 0 0 0,0-1 0 0 0,0 0-1 0 0,-5-2 986 0 0,-8-8 539 0 0,3 4-1107 0 0,0-1 0 0 0,-18-14 0 0 0,20 13-703 0 0,-1 1 0 0 0,-1 0 0 0 0,0 1 0 0 0,-15-7 0 0 0,22 12-277 0 0,-1 0 0 0 0,1 0 0 0 0,-1 1 1 0 0,1 0-1 0 0,-1 0 0 0 0,1 1 0 0 0,-1-1 0 0 0,0 1 1 0 0,1 1-1 0 0,-1-1 0 0 0,1 1 0 0 0,-1 0 1 0 0,1 0-1 0 0,-1 0 0 0 0,1 1 0 0 0,0 0 0 0 0,-1 0 1 0 0,1 0-1 0 0,0 1 0 0 0,0-1 0 0 0,1 1 1 0 0,-8 6-1 0 0,-11 9 0 0 0,2 0 1 0 0,0 1-1 0 0,1 1 1 0 0,-31 41-1 0 0,38-43-15 0 0,1 0-1 0 0,1 0 1 0 0,1 1-1 0 0,0 0 1 0 0,1 1-1 0 0,2 0 1 0 0,-6 21-1 0 0,11-35-7 0 0,1 0-1 0 0,0 0 1 0 0,0 0-1 0 0,1 0 1 0 0,-1 0-1 0 0,1 0 1 0 0,1 1-1 0 0,-1-1 1 0 0,1 0-1 0 0,0 0 0 0 0,1 0 1 0 0,-1 0-1 0 0,1-1 1 0 0,0 1-1 0 0,1 0 1 0 0,-1-1-1 0 0,6 9 1 0 0,-5-10 1 0 0,1 0 0 0 0,-1 0 0 0 0,1 0-1 0 0,0 0 1 0 0,0-1 0 0 0,1 1 0 0 0,-1-1 0 0 0,1 0 0 0 0,0-1 0 0 0,0 1 0 0 0,-1-1 0 0 0,2 0 0 0 0,-1 0-1 0 0,0 0 1 0 0,0-1 0 0 0,0 0 0 0 0,1 0 0 0 0,-1 0 0 0 0,10 0 0 0 0,3-1 25 0 0,-1 0 0 0 0,1-2 1 0 0,0 0-1 0 0,0 0 0 0 0,-1-2 1 0 0,1 0-1 0 0,-1-1 0 0 0,0-1 1 0 0,0-1-1 0 0,-1 0 1 0 0,0-1-1 0 0,0-1 0 0 0,-1 0 1 0 0,0-1-1 0 0,-1-1 0 0 0,0 0 1 0 0,0-1-1 0 0,-1 0 0 0 0,-1-1 1 0 0,0-1-1 0 0,-1 0 0 0 0,-1 0 1 0 0,0-1-1 0 0,0 0 0 0 0,6-17 1 0 0,-2-2 586 0 0,-5 13 3 0 0,14-26-1 0 0,-22 45-564 0 0,5 26 90 0 0,-8 198 57 0 0,2 174-151 0 0,5-275-27 0 0,-1 257 211 0 0,-4-363-212 0 0,-2-1 0 0 0,0 1 0 0 0,-1-1 0 0 0,0 1 0 0 0,-1-1 0 0 0,-7 16 0 0 0,10-27-18 0 0,-1 1-1 0 0,1-1 1 0 0,-1 0-1 0 0,0 0 1 0 0,0 0 0 0 0,0 0-1 0 0,0 0 1 0 0,0-1 0 0 0,-1 1-1 0 0,1 0 1 0 0,-1-1-1 0 0,0 0 1 0 0,0 0 0 0 0,0 0-1 0 0,0 0 1 0 0,0 0-1 0 0,0 0 1 0 0,0-1 0 0 0,-1 0-1 0 0,1 1 1 0 0,-1-1-1 0 0,1-1 1 0 0,-1 1 0 0 0,1 0-1 0 0,-1-1 1 0 0,1 0-1 0 0,-1 1 1 0 0,1-2 0 0 0,-1 1-1 0 0,-5-1 1 0 0,-4-2-8 0 0,0-1 0 0 0,-1 0 0 0 0,2-1 0 0 0,-1 0 0 0 0,0-1 0 0 0,1 0 0 0 0,0-1 0 0 0,0-1 0 0 0,1 0 0 0 0,0 0 0 0 0,-16-17 0 0 0,10 7 1 0 0,0 0 0 0 0,2-1 0 0 0,0 0 0 0 0,1-1 0 0 0,-20-38 0 0 0,27 45 1 0 0,1-1 0 0 0,0-1 0 0 0,1 1 1 0 0,1-1-1 0 0,0 1 0 0 0,-2-19 0 0 0,5 22 1 0 0,1 0-1 0 0,0 1 1 0 0,0-1-1 0 0,1 1 1 0 0,1-1 0 0 0,0 1-1 0 0,0 0 1 0 0,1 0-1 0 0,7-19 1 0 0,2 4-45 0 0,1 0-1 0 0,1 2 1 0 0,2 0 0 0 0,0 0-1 0 0,1 1 1 0 0,1 1 0 0 0,0 1-1 0 0,28-21 1 0 0,19-12-282 0 0,99-61 0 0 0,10 18-2507 0 0,-109 63 526 0 0,72-49 0 0 0,-118 69 2071 0 0,-1-1 0 0 0,0 0 0 0 0,-2-2 0 0 0,0 0 0 0 0,0 0 1 0 0,-2-2-1 0 0,0 0 0 0 0,13-22 0 0 0,-18 24 735 0 0,0-1 0 0 0,-1 0 0 0 0,-1-1 0 0 0,-1 0 0 0 0,6-26 0 0 0,5-11 2057 0 0,-17 53-2393 0 0,5-6 950 0 0,0 24-677 0 0,0 0-1 0 0,-2 0 0 0 0,0 0 0 0 0,-1 0 0 0 0,0 32 1 0 0,3 23-99 0 0,0-36-250 0 0,-3-12-180 0 0,1 0 1 0 0,1-1 0 0 0,1 0 0 0 0,1 0-1 0 0,15 36 1 0 0,-19-55-241 0 0,0 0 0 0 0,0 0 1 0 0,0-1-1 0 0,0 1 0 0 0,0-1 0 0 0,0 1 0 0 0,1-1 1 0 0,0 0-1 0 0,-1 0 0 0 0,1 0 0 0 0,0 0 0 0 0,0 0 1 0 0,0-1-1 0 0,0 1 0 0 0,0-1 0 0 0,0 0 0 0 0,0 0 1 0 0,1 0-1 0 0,-1 0 0 0 0,0-1 0 0 0,1 1 0 0 0,-1-1 1 0 0,0 0-1 0 0,1 0 0 0 0,-1 0 0 0 0,0 0 0 0 0,1-1 1 0 0,-1 1-1 0 0,0-1 0 0 0,1 0 0 0 0,-1 0 0 0 0,0 0 1 0 0,0-1-1 0 0,4-1 0 0 0,6-5-3878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4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1188 0 0,'17'-126'12176'0'0,"-17"124"-11829"0"0,1 0 94 0 0,-1 2-406 0 0,-1-1 0 0 0,1 1 0 0 0,0 0 0 0 0,0-1 0 0 0,0 1 0 0 0,0 0 0 0 0,0-1-1 0 0,0 1 1 0 0,0 0 0 0 0,0-1 0 0 0,1 1 0 0 0,-1 0 0 0 0,0-1 0 0 0,0 1 0 0 0,0 0 0 0 0,0 0-1 0 0,0-1 1 0 0,0 1 0 0 0,1 0 0 0 0,-1-1 0 0 0,0 1 0 0 0,0 0 0 0 0,0 0 0 0 0,1 0 0 0 0,-1-1-1 0 0,0 1 1 0 0,0 0 0 0 0,1 0 0 0 0,-1 0 0 0 0,0-1 0 0 0,1 1 0 0 0,4 5 278 0 0,1 0 1 0 0,-1 0-1 0 0,0 0 1 0 0,-1 1-1 0 0,1 0 0 0 0,-1 0 1 0 0,0 0-1 0 0,4 11 1 0 0,25 62 790 0 0,-20-47-874 0 0,75 161 442 0 0,-70-161-414 0 0,-18-32-255 0 0,0 1 1 0 0,1-1-1 0 0,-1 1 1 0 0,0-1 0 0 0,1 0-1 0 0,-1 1 1 0 0,0-1-1 0 0,1 1 1 0 0,-1-1-1 0 0,1 0 1 0 0,-1 1-1 0 0,1-1 1 0 0,-1 0-1 0 0,1 0 1 0 0,-1 1-1 0 0,1-1 1 0 0,-1 0 0 0 0,1 0-1 0 0,-1 0 1 0 0,1 0-1 0 0,0 1 1 0 0,-1-1-1 0 0,1 0 1 0 0,-1 0-1 0 0,1 0 1 0 0,-1 0-1 0 0,1 0 1 0 0,-1-1-1 0 0,1 1 1 0 0,0 0 0 0 0,-1 0-1 0 0,1 0 1 0 0,-1 0-1 0 0,1-1 1 0 0,-1 1-1 0 0,1 0 1 0 0,-1 0-1 0 0,1-1 1 0 0,-1 1-1 0 0,1 0 1 0 0,-1-1-1 0 0,0 1 1 0 0,1-1-1 0 0,-1 1 1 0 0,1-1 0 0 0,18-17 34 0 0,-6 0-46 0 0,-1 0 0 0 0,-1-1 0 0 0,16-34 0 0 0,15-27-31 0 0,-26 55 30 0 0,0-1-27 0 0,20-24-1 0 0,-31 44 20 0 0,1 0 0 0 0,-1 0 0 0 0,1 1 0 0 0,0-1 1 0 0,0 1-1 0 0,1 1 0 0 0,0-1 0 0 0,13-6 1 0 0,-15 9 12 0 0,0 1 1 0 0,0 0-1 0 0,0-1 1 0 0,0 2-1 0 0,1-1 1 0 0,-1 1-1 0 0,0-1 1 0 0,1 1-1 0 0,-1 1 1 0 0,0-1-1 0 0,1 1 1 0 0,-1 0-1 0 0,6 2 0 0 0,9 3 27 0 0,39 18-1 0 0,-18-6-21 0 0,83 28 61 0 0,-119-44-57 0 0,0-1 1 0 0,0 1-1 0 0,1-1 1 0 0,-1 0-1 0 0,0-1 1 0 0,1 1-1 0 0,-1-1 1 0 0,0 0 0 0 0,1 0-1 0 0,-1-1 1 0 0,0 1-1 0 0,1-1 1 0 0,-1-1-1 0 0,8-2 1 0 0,-10 4-8 0 0,-1-2 1 0 0,1 1-1 0 0,0 0 1 0 0,-1-1-1 0 0,1 1 1 0 0,-1-1-1 0 0,0 1 0 0 0,1-1 1 0 0,-1 0-1 0 0,0 0 1 0 0,0 0-1 0 0,0-1 1 0 0,0 1-1 0 0,-1 0 1 0 0,1-1-1 0 0,-1 1 0 0 0,1-1 1 0 0,-1 1-1 0 0,0-1 1 0 0,2-5-1 0 0,-1 0 0 0 0,0 0 0 0 0,-1-1 1 0 0,0 1-1 0 0,0 0 0 0 0,0-10 0 0 0,-2 12-7 0 0,0 0 0 0 0,0 1 1 0 0,0-1-1 0 0,-1 0 0 0 0,0 1 0 0 0,0-1 0 0 0,0 1 1 0 0,-1 0-1 0 0,0 0 0 0 0,-3-5 0 0 0,6 9 10 0 0,-1 1 0 0 0,0-1 1 0 0,1 1-1 0 0,-1-1 0 0 0,0 1 0 0 0,1 0 0 0 0,-1-1 0 0 0,0 1 1 0 0,0 0-1 0 0,1 0 0 0 0,-1-1 0 0 0,0 1 0 0 0,0 0 0 0 0,0 0 0 0 0,1 0 1 0 0,-1 0-1 0 0,0 0 0 0 0,0 0 0 0 0,0 0 0 0 0,1 0 0 0 0,-2 1 1 0 0,-2-1-1 0 0,1 0 0 0 0,-1 0 0 0 0,1 1 0 0 0,0-1 1 0 0,-1 1-1 0 0,1 0 0 0 0,0 0 0 0 0,-1 0 1 0 0,1 1-1 0 0,0-1 0 0 0,0 1 0 0 0,0 0 0 0 0,0-1 1 0 0,0 1-1 0 0,1 1 0 0 0,-4 1 0 0 0,-5 6 8 0 0,1 1 1 0 0,-11 13-1 0 0,21-24-9 0 0,-12 16 7 0 0,1 0 0 0 0,0 0 0 0 0,2 1-1 0 0,0 0 1 0 0,1 0 0 0 0,0 1 0 0 0,-5 20 0 0 0,9-22-7 0 0,0-1 0 0 0,1 0 1 0 0,1 1-1 0 0,0 0 0 0 0,1 0 1 0 0,1-1-1 0 0,0 1 1 0 0,1 0-1 0 0,4 17 0 0 0,-4-29-46 0 0,0 1-1 0 0,0-1 1 0 0,0 0-1 0 0,1 0 1 0 0,0 0-1 0 0,0 0 1 0 0,0 0-1 0 0,0-1 1 0 0,0 1-1 0 0,1 0 0 0 0,0-1 1 0 0,0 0-1 0 0,0 0 1 0 0,0 0-1 0 0,5 4 1 0 0,-3-3-125 0 0,1-1 1 0 0,-1-1-1 0 0,0 1 1 0 0,1-1-1 0 0,0 0 1 0 0,-1 0-1 0 0,1 0 1 0 0,0-1-1 0 0,0 0 1 0 0,7 0-1 0 0,1 0-800 0 0,0-1-1 0 0,0-1 1 0 0,-1-1 0 0 0,1 1 0 0 0,-1-2-1 0 0,1 0 1 0 0,-1-1 0 0 0,0 0-1 0 0,15-7 1 0 0,5-7-4675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4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1500 0 0,'40'-113'14187'0'0,"-31"131"-12877"0"0,-7-11-1026 0 0,-1 0 0 0 0,0 1 0 0 0,0-1 0 0 0,-1 1 0 0 0,0-1 0 0 0,-1 11 0 0 0,0 14 492 0 0,14 217 1056 0 0,-12-226-1764 0 0,-1-14 35 0 0,0 1 0 0 0,1-1 0 0 0,0 1 1 0 0,4 15-1 0 0,-4-23-41 0 0,2-4-12 0 0,2-1-30 0 0,0-1 0 0 0,0 0 0 0 0,-1 0 0 0 0,1 0 0 0 0,-1-1 0 0 0,0 0 0 0 0,6-8-1 0 0,26-45 30 0 0,-19 30-47 0 0,-8 13-1 0 0,22-35-22 0 0,1 2-1 0 0,42-46 1 0 0,-73 92 10 0 0,1 0 0 0 0,0 0 1 0 0,0 0-1 0 0,0 0 0 0 0,0 0 0 0 0,0 1 1 0 0,0-1-1 0 0,0 1 0 0 0,0 0 0 0 0,1 0 0 0 0,-1-1 1 0 0,1 2-1 0 0,-1-1 0 0 0,1 0 0 0 0,-1 0 0 0 0,4 0 1 0 0,-3 2 21 0 0,0-1 1 0 0,0 1 0 0 0,0 0 0 0 0,0-1-1 0 0,0 1 1 0 0,-1 1 0 0 0,1-1 0 0 0,0 0-1 0 0,0 1 1 0 0,-1-1 0 0 0,1 1 0 0 0,-1 0-1 0 0,0 0 1 0 0,1 0 0 0 0,-1 0 0 0 0,0 0-1 0 0,0 1 1 0 0,0-1 0 0 0,-1 0 0 0 0,1 1-1 0 0,-1 0 1 0 0,1-1 0 0 0,-1 1 0 0 0,0 0-1 0 0,0 0 1 0 0,0 0 0 0 0,0-1 0 0 0,0 1-1 0 0,0 6 1 0 0,1-2 23 0 0,4 25 83 0 0,-1-1 1 0 0,-2 1-1 0 0,-1 0 1 0 0,-4 58-1 0 0,1-22 61 0 0,1 1-221 0 0,4-46 19 0 0,-1-19 9 0 0,-1-3-7 0 0,-1 1-164 0 0,3-4-279 0 0,1 0 40 0 0,-1 0 0 0 0,0 0 0 0 0,0-1 0 0 0,0 0-1 0 0,-1 0 1 0 0,1 0 0 0 0,-1 0 0 0 0,1 0 0 0 0,-1-1 0 0 0,0 1 0 0 0,0-1 0 0 0,-1 0-1 0 0,1 0 1 0 0,-1 0 0 0 0,3-6 0 0 0,3-15-4899 0 0,2-4-2826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4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1 2804 0 0,'-250'3'10042'0'0,"3"0"-3868"0"0,219 1-6258 0 0,27-1-1132 0 0,1-3 1139 0 0,0 0 0 0 0,0 1 0 0 0,0-1 0 0 0,0 0 0 0 0,-1 1 0 0 0,1-1 1 0 0,0 0-1 0 0,0 1 0 0 0,0-1 0 0 0,0 0 0 0 0,0 1 0 0 0,0-1 0 0 0,0 0 0 0 0,0 1 1 0 0,0-1-1 0 0,0 0 0 0 0,0 1 0 0 0,0-1 0 0 0,0 0 0 0 0,1 1 0 0 0,-1-1 1 0 0,0 0-1 0 0,0 1 0 0 0,0-1 0 0 0,0 0 0 0 0,0 0 0 0 0,1 1 0 0 0,-1-1 0 0 0,0 0 1 0 0,0 0-1 0 0,1 1 0 0 0,-1-1 0 0 0,0 0 0 0 0,0 0 0 0 0,1 0 0 0 0,-1 1 1 0 0,1-1-1 0 0,20 7-4791 0 0,-1-1-2659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212 215 1248 0 0,'-46'-17'9015'0'0,"27"15"-5827"0"0,12 5-2120 0 0,13 2-683 0 0,22 5 270 0 0,-13-10-523 0 0,1 1 0 0 0,0-2 0 0 0,0 0 0 0 0,-1-1 1 0 0,1-1-1 0 0,-1 0 0 0 0,22-7 0 0 0,-32 8-115 0 0,1-1 0 0 0,-1 1 0 0 0,1-1 0 0 0,-1 0 0 0 0,0 0 0 0 0,0-1 0 0 0,0 1 0 0 0,0-1 0 0 0,-1 0-1 0 0,6-6 1 0 0,-8 7-11 0 0,0 0-1 0 0,0 0 0 0 0,0 0 0 0 0,0 0 0 0 0,-1-1 1 0 0,0 1-1 0 0,0 0 0 0 0,0-1 0 0 0,0 1 0 0 0,0 0 0 0 0,0-1 1 0 0,-1 1-1 0 0,0-1 0 0 0,0 0 0 0 0,0 1 0 0 0,0-1 1 0 0,0 1-1 0 0,-1-1 0 0 0,0-3 0 0 0,0 3-6 0 0,0 0 1 0 0,0 0-1 0 0,0 1 0 0 0,-1-1 0 0 0,1 0 1 0 0,-1 1-1 0 0,0-1 0 0 0,0 1 0 0 0,0-1 0 0 0,-1 1 1 0 0,1 0-1 0 0,-1 0 0 0 0,0 0 0 0 0,0 0 1 0 0,0 1-1 0 0,0-1 0 0 0,-5-2 0 0 0,3 2 1 0 0,-1 0 0 0 0,1 1-1 0 0,-1 0 1 0 0,0 0 0 0 0,0 0-1 0 0,0 1 1 0 0,0 0 0 0 0,0 0-1 0 0,0 1 1 0 0,-10-1 0 0 0,3 2 4 0 0,-1 1 0 0 0,0 0 0 0 0,1 0 0 0 0,0 1 0 0 0,-1 1 0 0 0,1 0 0 0 0,1 1 0 0 0,-1 0 0 0 0,-19 12 1 0 0,21-9-2 0 0,1 0 1 0 0,-1 1 0 0 0,1 0 0 0 0,1 1 0 0 0,0 0 0 0 0,0 0 0 0 0,1 1 0 0 0,0 0-1 0 0,1 0 1 0 0,0 1 0 0 0,1 0 0 0 0,-8 22 0 0 0,12-28-2 0 0,0 0 0 0 0,1 1 0 0 0,-1-1 0 0 0,1 1 0 0 0,1 0 0 0 0,-1-1 0 0 0,1 1 0 0 0,0 0 0 0 0,1-1 0 0 0,0 1 0 0 0,0-1-1 0 0,2 8 1 0 0,-2-9 2 0 0,2 0-1 0 0,-1 0 0 0 0,0 0 0 0 0,1 0 0 0 0,0-1 1 0 0,0 1-1 0 0,1-1 0 0 0,-1 0 0 0 0,1 1 0 0 0,0-1 0 0 0,0-1 1 0 0,0 1-1 0 0,1-1 0 0 0,-1 0 0 0 0,1 0 0 0 0,6 3 1 0 0,7 3-20 0 0,0-2 0 0 0,1 0 1 0 0,-1-1-1 0 0,1-1 1 0 0,1 0-1 0 0,-1-2 0 0 0,1 0 1 0 0,-1-2-1 0 0,26 0 1 0 0,12-3-596 0 0,110-20 1 0 0,-125 14 189 0 0,0-2 0 0 0,0-1 0 0 0,-1-3 1 0 0,-1-1-1 0 0,0-2 0 0 0,-1-2 0 0 0,39-25 0 0 0,-64 35 310 0 0,-2-1 0 0 0,1 0 0 0 0,-1 0 0 0 0,19-22 0 0 0,-26 26 134 0 0,0-1-1 0 0,0 0 0 0 0,-1 0 1 0 0,0 0-1 0 0,0 0 1 0 0,0-1-1 0 0,-1 0 1 0 0,0 0-1 0 0,-1 0 0 0 0,3-14 1 0 0,-4 19 32 0 0,-1 0 1 0 0,1 1 0 0 0,-1-1 0 0 0,0 0-1 0 0,0 0 1 0 0,0 0 0 0 0,-1 0-1 0 0,1 0 1 0 0,-1 0 0 0 0,0 0 0 0 0,1 0-1 0 0,-1 1 1 0 0,-1-1 0 0 0,1 0-1 0 0,0 1 1 0 0,-1-1 0 0 0,1 1 0 0 0,-1-1-1 0 0,0 1 1 0 0,1-1 0 0 0,-1 1-1 0 0,0 0 1 0 0,-1 0 0 0 0,1 0-1 0 0,0 0 1 0 0,0 1 0 0 0,-1-1 0 0 0,1 1-1 0 0,-6-3 1 0 0,3 2 68 0 0,-1 0 1 0 0,1 0-1 0 0,-1 1 0 0 0,1 0 0 0 0,-1 0 1 0 0,0 0-1 0 0,0 1 0 0 0,1 0 1 0 0,-1 0-1 0 0,0 0 0 0 0,0 1 1 0 0,1 0-1 0 0,-1 0 0 0 0,-8 3 0 0 0,-5 3 17 0 0,0 1-1 0 0,1 1 0 0 0,0 1 0 0 0,0 1 0 0 0,1 0 0 0 0,0 1 0 0 0,1 1 0 0 0,1 1 0 0 0,0 0 0 0 0,0 1 0 0 0,2 0 0 0 0,0 1 1 0 0,1 0-1 0 0,0 1 0 0 0,1 1 0 0 0,1 0 0 0 0,-12 32 0 0 0,20-45-129 0 0,0 0-1 0 0,1 0 1 0 0,-1 0 0 0 0,1 1-1 0 0,0-1 1 0 0,1 0 0 0 0,0 1-1 0 0,-1-1 1 0 0,2 0 0 0 0,-1 1-1 0 0,1-1 1 0 0,-1 0 0 0 0,1 1-1 0 0,1-1 1 0 0,-1 0 0 0 0,1 0 0 0 0,0 0-1 0 0,0 0 1 0 0,1 0 0 0 0,-1 0-1 0 0,1-1 1 0 0,4 7 0 0 0,-2-6-7 0 0,0-1 0 0 0,0 1 0 0 0,0-1 0 0 0,1 1 0 0 0,0-2 1 0 0,0 1-1 0 0,0 0 0 0 0,0-1 0 0 0,0 0 0 0 0,0-1 0 0 0,1 0 1 0 0,-1 0-1 0 0,1 0 0 0 0,0 0 0 0 0,0-1 0 0 0,0 0 1 0 0,7-1-1 0 0,-2 0-32 0 0,0 0 1 0 0,1-1 0 0 0,-1-1 0 0 0,0 0-1 0 0,0 0 1 0 0,0-1 0 0 0,0-1 0 0 0,0 0 0 0 0,-1-1-1 0 0,1 0 1 0 0,-1-1 0 0 0,-1 0 0 0 0,1 0-1 0 0,-1-1 1 0 0,0-1 0 0 0,0 0 0 0 0,-1 0-1 0 0,0-1 1 0 0,-1 0 0 0 0,12-17 0 0 0,6-13-13 0 0,38-78 1 0 0,-62 114 39 0 0,-1 0 37 0 0,4 17 82 0 0,-4-11-92 0 0,-1 0-1 0 0,1 0 1 0 0,0 0-1 0 0,-1 0 1 0 0,0 0 0 0 0,0 0-1 0 0,0 0 1 0 0,0 0 0 0 0,-1 5-1 0 0,0 7 163 0 0,-28 326 2626 0 0,20-263-2535 0 0,-19 128 218 0 0,-11 118 38 0 0,35-283-569 0 0,0-13-1302 0 0,2 1 0 0 0,2 28 0 0 0,5-37-6417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6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13 141 2884 0 0,'-5'-31'6792'0'0,"-2"-54"-1"0"0,19 120-5506 0 0,9 85-262 0 0,0 5-693 0 0,-16-104-281 0 0,1-1-1 0 0,1 0 1 0 0,18 37-1 0 0,-23-52-43 0 0,0 0 0 0 0,1-1 1 0 0,0 1-1 0 0,0-1 0 0 0,1 0 0 0 0,-1 0 0 0 0,1 0 1 0 0,0 0-1 0 0,0-1 0 0 0,0 0 0 0 0,0 1 1 0 0,1-1-1 0 0,-1-1 0 0 0,1 1 0 0 0,0-1 0 0 0,0 0 1 0 0,0 0-1 0 0,8 2 0 0 0,-5-3-10 0 0,-1 0 1 0 0,1 0-1 0 0,-1-1 1 0 0,1-1-1 0 0,0 1 0 0 0,-1-1 1 0 0,1 0-1 0 0,-1-1 1 0 0,0 1-1 0 0,1-2 1 0 0,-1 1-1 0 0,11-6 0 0 0,-3 0 0 0 0,-1 0-1 0 0,-1-1 0 0 0,1-1 0 0 0,-1 0 1 0 0,-1-1-1 0 0,0 0 0 0 0,-1-1 0 0 0,0 0 1 0 0,0-1-1 0 0,10-17 0 0 0,3-9-16 0 0,-1-1 1 0 0,24-59-1 0 0,17-53 453 0 0,-56 142-327 0 0,-3 14 287 0 0,-2 16-2 0 0,-8 75 180 0 0,3-65-635 0 0,0 0 1 0 0,2 0-1 0 0,5 45 1 0 0,-4-70-121 0 0,1 0 0 0 0,-1 1 0 0 0,1-1 0 0 0,0 0 0 0 0,0 0 0 0 0,0 0 0 0 0,1 0 0 0 0,-1 0 0 0 0,1-1 0 0 0,1 1 0 0 0,-1-1 0 0 0,1 0 0 0 0,-1 0 0 0 0,1 0 0 0 0,0 0 0 0 0,1-1 0 0 0,-1 1 0 0 0,1-1 0 0 0,-1 0 0 0 0,1 0 0 0 0,9 3 0 0 0,-1-1-958 0 0,0-1 1 0 0,0 0-1 0 0,1 0 1 0 0,0-2-1 0 0,-1 0 0 0 0,1 0 1 0 0,21-1-1 0 0,5-1-4043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6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79 2052 0 0,'1'-6'697'0'0,"1"4"-291"0"0,-1-1 0 0 0,0 0-1 0 0,0 1 1 0 0,-1-1 0 0 0,1 0-1 0 0,0 0 1 0 0,-1 0 0 0 0,0 0 0 0 0,0 0-1 0 0,0 0 1 0 0,0 1 0 0 0,0-1-1 0 0,0 0 1 0 0,-1 0 0 0 0,1 0-1 0 0,-1 0 1 0 0,0 0 0 0 0,0 1 0 0 0,0-1-1 0 0,-3-4 1 0 0,3 6-294 0 0,0 0 1 0 0,0 0-1 0 0,0 0 1 0 0,0 1-1 0 0,0-1 0 0 0,0 0 1 0 0,-1 0-1 0 0,1 1 0 0 0,0-1 1 0 0,-1 1-1 0 0,1-1 0 0 0,0 1 1 0 0,-1 0-1 0 0,1-1 1 0 0,-1 1-1 0 0,1 0 0 0 0,0 0 1 0 0,-1 0-1 0 0,1 0 0 0 0,-2 1 1 0 0,-27 4 1016 0 0,18-2-760 0 0,-1 2 1 0 0,1 0-1 0 0,0 0 0 0 0,0 1 1 0 0,1 1-1 0 0,0 0 0 0 0,-20 16 1 0 0,10-5-8 0 0,1 1-1 0 0,-30 38 1 0 0,38-42-259 0 0,0 1-1 0 0,1 1 0 0 0,-12 26 1 0 0,19-35-79 0 0,0 1 0 0 0,1-1 1 0 0,0 1-1 0 0,1 0 1 0 0,0 0-1 0 0,0 0 1 0 0,1 0-1 0 0,0 0 0 0 0,1 15 1 0 0,0-21-21 0 0,0 0 1 0 0,1 0-1 0 0,-1 0 0 0 0,1 0 1 0 0,-1 0-1 0 0,1-1 0 0 0,0 1 1 0 0,0 0-1 0 0,1-1 1 0 0,-1 1-1 0 0,0 0 0 0 0,1-1 1 0 0,0 0-1 0 0,-1 1 1 0 0,1-1-1 0 0,0 0 0 0 0,0 0 1 0 0,0 0-1 0 0,0 0 0 0 0,1 0 1 0 0,-1 0-1 0 0,1-1 1 0 0,-1 1-1 0 0,1-1 0 0 0,-1 1 1 0 0,1-1-1 0 0,0 0 0 0 0,-1 0 1 0 0,1-1-1 0 0,0 1 1 0 0,5 0-1 0 0,0 0 6 0 0,0-1 1 0 0,0 1-1 0 0,0-2 1 0 0,0 1-1 0 0,0-1 1 0 0,0-1-1 0 0,-1 1 1 0 0,1-1-1 0 0,0 0 1 0 0,11-6-1 0 0,-6 2-13 0 0,-1-1 1 0 0,0 0-1 0 0,-1-1 0 0 0,0 0 0 0 0,0-1 0 0 0,17-18 1 0 0,51-69-33 0 0,-20 21 21 0 0,-57 71 14 0 0,0 0-3 0 0,0 1 0 0 0,1-1 0 0 0,-1 1 0 0 0,1 0 0 0 0,-1 0-1 0 0,1 0 1 0 0,0 0 0 0 0,4-2 0 0 0,-6 5 4 0 0,0 0 1 0 0,0 0-1 0 0,-1 0 0 0 0,1 0 1 0 0,0 1-1 0 0,0-1 0 0 0,-1 0 0 0 0,1 0 1 0 0,0 1-1 0 0,-1-1 0 0 0,1 1 0 0 0,0-1 1 0 0,-1 1-1 0 0,1-1 0 0 0,-1 1 1 0 0,1-1-1 0 0,-1 1 0 0 0,1-1 0 0 0,-1 1 1 0 0,1 0-1 0 0,-1-1 0 0 0,1 1 1 0 0,0 1-1 0 0,3 21 69 0 0,-3-21-67 0 0,6 67 105 0 0,-5-38-77 0 0,1-1 1 0 0,2 0 0 0 0,16 56-1 0 0,-20-83-121 0 0,1 0 1 0 0,0 0-1 0 0,0-1 0 0 0,0 1 0 0 0,0 0 1 0 0,0-1-1 0 0,1 1 0 0 0,-1-1 0 0 0,1 0 1 0 0,5 4-1 0 0,-2-1-441 0 0,-5-4 432 0 0,0-1 1 0 0,0 1-1 0 0,0-1 0 0 0,0 1 1 0 0,0-1-1 0 0,0 1 0 0 0,0-1 1 0 0,1 0-1 0 0,-1 1 0 0 0,0-1 1 0 0,0 0-1 0 0,0 0 0 0 0,0 0 1 0 0,0 0-1 0 0,0 0 0 0 0,2 0 1 0 0,0 0-202 0 0,2 0-205 0 0,-1 0 0 0 0,1 0 0 0 0,0 0 0 0 0,-1-1 0 0 0,1 0 0 0 0,-1 0 1 0 0,1 0-1 0 0,-1 0 0 0 0,0 0 0 0 0,1-1 0 0 0,-1 0 0 0 0,0 0 0 0 0,0 0 1 0 0,4-4-1 0 0,-2 3-947 0 0,17-9-3573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7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58 200 1580 0 0,'12'-108'7795'0'0,"-1"17"-1587"0"0,-18 146-3080 0 0,0 81 0 0 0,11 90-1610 0 0,-1 22-819 0 0,-44 157 53 0 0,12-186-3135 0 0,27-204 1234 0 0,1 0 0 0 0,1 21 1 0 0,0-31-114 0 0,1 0-1 0 0,0 0 1 0 0,0 0 0 0 0,0 0 0 0 0,1-1 0 0 0,3 8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7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40 2172 0 0,'0'-3'2555'0'0,"0"2"-2377"0"0,-1-35 9494 0 0,-3 46-6390 0 0,-29 160 1305 0 0,25-108-4485 0 0,3 0 1 0 0,4 79-1 0 0,1-136-521 0 0,0 1 0 0 0,1-1 0 0 0,0 0 0 0 0,0 1 0 0 0,0-1 0 0 0,1 0 0 0 0,-1 0 0 0 0,1 0-1 0 0,0 0 1 0 0,1 0 0 0 0,-1 0 0 0 0,1-1 0 0 0,0 1 0 0 0,7 7 0 0 0,-10-12 185 0 0,1 1 1 0 0,0 0-1 0 0,0-1 0 0 0,0 1 1 0 0,0-1-1 0 0,0 1 1 0 0,0-1-1 0 0,0 1 1 0 0,0-1-1 0 0,0 0 0 0 0,0 1 1 0 0,0-1-1 0 0,0 0 1 0 0,0 0-1 0 0,0 0 0 0 0,2 0 1 0 0,-1 0-568 0 0,25-7-8490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7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1600 0 0,'24'-26'13396'0'0,"-24"26"-13343"0"0,-1 15 1729 0 0,-7 24-510 0 0,1 0 0 0 0,3 1 0 0 0,0 78 0 0 0,4-107-1205 0 0,0 0 5 0 0,1-1 1 0 0,0 1-1 0 0,1-1 0 0 0,-1 1 0 0 0,6 13 0 0 0,-6-21-58 0 0,0-1 0 0 0,0 1 0 0 0,0-1 0 0 0,1 1 0 0 0,-1-1 0 0 0,1 1 0 0 0,0-1 0 0 0,-1 0 1 0 0,1 0-1 0 0,0 0 0 0 0,0 0 0 0 0,1 0 0 0 0,-1 0 0 0 0,0-1 0 0 0,1 1 0 0 0,-1-1 0 0 0,1 1 0 0 0,-1-1 1 0 0,1 0-1 0 0,-1 0 0 0 0,1 0 0 0 0,0 0 0 0 0,0-1 0 0 0,-1 1 0 0 0,1-1 0 0 0,4 1 0 0 0,0-1-6 0 0,-1 0 0 0 0,1-1-1 0 0,0 1 1 0 0,0-1 0 0 0,0-1-1 0 0,-1 1 1 0 0,1-1 0 0 0,0 0-1 0 0,-1-1 1 0 0,0 1-1 0 0,12-8 1 0 0,-8 4 6 0 0,0-1-1 0 0,-1-1 1 0 0,0 1-1 0 0,0-2 1 0 0,0 1 0 0 0,10-15-1 0 0,-8 8-11 0 0,0 0-1 0 0,-1-1 1 0 0,-1-1 0 0 0,-1 0-1 0 0,0 0 1 0 0,-1 0-1 0 0,-1-1 1 0 0,-1 0 0 0 0,4-20-1 0 0,-8 31-3 0 0,0 0-1 0 0,-1 0 1 0 0,0 0 0 0 0,0-1-1 0 0,-1 1 1 0 0,0 0 0 0 0,0 0 0 0 0,0 0-1 0 0,-1-1 1 0 0,0 2 0 0 0,-1-1-1 0 0,0 0 1 0 0,0 0 0 0 0,0 1-1 0 0,0 0 1 0 0,-1-1 0 0 0,0 1-1 0 0,-1 1 1 0 0,0-1 0 0 0,1 1-1 0 0,-2-1 1 0 0,1 1 0 0 0,0 1-1 0 0,-1-1 1 0 0,0 1 0 0 0,0 0-1 0 0,0 0 1 0 0,-1 1 0 0 0,1 0-1 0 0,-10-3 1 0 0,0-1-16 0 0,10 4 1 0 0,-1 1 0 0 0,1-1-1 0 0,0 1 1 0 0,-1 0 0 0 0,0 1-1 0 0,1 0 1 0 0,-1 0 0 0 0,0 0 0 0 0,-13 1-1 0 0,12 0-192 0 0,0 1-1 0 0,-1 1 1 0 0,1-1-1 0 0,0 1 1 0 0,-11 5-1 0 0,17-6-14 0 0,0 0-1 0 0,0 0 1 0 0,0 0 0 0 0,0 0-1 0 0,0 0 1 0 0,0 0-1 0 0,1 1 1 0 0,-1-1 0 0 0,1 1-1 0 0,-1-1 1 0 0,1 1 0 0 0,-3 3-1 0 0,3-3-70 0 0,1-1-1 0 0,-1 1 1 0 0,1-1 0 0 0,0 1-1 0 0,-1-1 1 0 0,1 1 0 0 0,0-1-1 0 0,0 1 1 0 0,0-1-1 0 0,0 1 1 0 0,0-1 0 0 0,0 1-1 0 0,0-1 1 0 0,1 1 0 0 0,-1-1-1 0 0,0 1 1 0 0,1-1 0 0 0,-1 1-1 0 0,1-1 1 0 0,1 3-1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8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80 134 2340 0 0,'0'-8'9453'0'0,"-7"23"-8437"0"0,0 1-1 0 0,1-1 1 0 0,0 1 0 0 0,1 1 0 0 0,1-1-1 0 0,-3 30 1 0 0,0-11-349 0 0,0 27 2 0 0,6-47-547 0 0,-1 1 0 0 0,0-1 0 0 0,-1 0 0 0 0,-6 20 0 0 0,5 2 242 0 0,3-37-355 0 0,1 0 0 0 0,0 1 0 0 0,0-1 0 0 0,0 0 0 0 0,-1 1 0 0 0,1-1 1 0 0,0 0-1 0 0,0 1 0 0 0,0-1 0 0 0,0 1 0 0 0,0-1 0 0 0,0 0 0 0 0,0 1 0 0 0,0-1 1 0 0,0 1-1 0 0,0-1 0 0 0,0 0 0 0 0,0 1 0 0 0,0-1 0 0 0,0 0 0 0 0,0 1 1 0 0,0-1-1 0 0,0 1 0 0 0,0-1 0 0 0,0 0 0 0 0,1 1 0 0 0,-1-1 0 0 0,0 0 1 0 0,0 1-1 0 0,0-1 0 0 0,1 0 0 0 0,-1 1 0 0 0,1-1 0 0 0,10-6 67 0 0,14-18-65 0 0,12-22-91 0 0,44-76 1 0 0,13-17-82 0 0,-93 138 158 0 0,80-95-137 0 0,-72 86 124 0 0,1 1 0 0 0,0 0-1 0 0,1 0 1 0 0,0 1-1 0 0,1 0 1 0 0,23-11 0 0 0,-34 18 15 0 0,1 1 0 0 0,0 0 0 0 0,0-1 0 0 0,-1 1 0 0 0,1 0 0 0 0,0 0 0 0 0,0 0 0 0 0,0 0 0 0 0,-1 0 0 0 0,1 0 0 0 0,0 0 0 0 0,0 1 0 0 0,-1-1 0 0 0,1 1 0 0 0,0-1 0 0 0,0 1 0 0 0,-1 0 0 0 0,1 0 0 0 0,-1-1 0 0 0,1 1 0 0 0,-1 0 0 0 0,2 2 0 0 0,1 0 6 0 0,0 0-1 0 0,-1 0 0 0 0,1 1 0 0 0,-1-1 1 0 0,0 1-1 0 0,5 7 0 0 0,-3-1 25 0 0,0 1 0 0 0,0 0 0 0 0,-1-1 0 0 0,-1 2 0 0 0,0-1 0 0 0,-1 0 0 0 0,3 18 0 0 0,-1 85 168 0 0,-4-104-189 0 0,-5 147 59 0 0,-2-92-3701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338 120 492 0 0,'-121'-41'9473'0'0,"-41"-16"-2439"0"0,146 50-8762 0 0,5 1-672 0 0,-17-3-8067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8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2504 0 0,'-72'34'5692'0'0,"65"-30"-5084"0"0,-1 1 1 0 0,1 0-1 0 0,0 0 1 0 0,0 0-1 0 0,1 0 1 0 0,-1 1-1 0 0,-5 8 1 0 0,12-14-565 0 0,-1 1 1 0 0,1-1-1 0 0,0 1 1 0 0,-1-1-1 0 0,1 1 0 0 0,0 0 1 0 0,0-1-1 0 0,-1 1 1 0 0,1-1-1 0 0,0 1 1 0 0,0 0-1 0 0,0-1 0 0 0,0 1 1 0 0,0 0-1 0 0,0-1 1 0 0,0 1-1 0 0,0 0 0 0 0,0-1 1 0 0,0 1-1 0 0,1-1 1 0 0,-1 1-1 0 0,0 0 1 0 0,0-1-1 0 0,0 1 0 0 0,1-1 1 0 0,-1 1-1 0 0,0-1 1 0 0,1 1-1 0 0,-1 0 1 0 0,1-1-1 0 0,-1 0 0 0 0,0 1 1 0 0,1-1-1 0 0,-1 1 1 0 0,1-1-1 0 0,-1 1 1 0 0,1-1-1 0 0,-1 0 0 0 0,1 1 1 0 0,0-1-1 0 0,-1 0 1 0 0,1 0-1 0 0,-1 0 1 0 0,2 1-1 0 0,29 9 508 0 0,42-2-867 0 0,-1-3-1 0 0,92-5 0 0 0,-71-1-2074 0 0,-24 0-1581 0 0,8-2-1932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9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1056 0 0,'61'-45'10171'0'0,"-59"43"-9702"0"0,5 1 104 0 0,0 0-6 0 0,-1 13 367 0 0,-4 1-572 0 0,0 0 0 0 0,-1 0 0 0 0,0 1 0 0 0,-1-1 1 0 0,-3 24-1 0 0,-15 73 448 0 0,13-85-701 0 0,-21 81 236 0 0,14-64-961 0 0,-10 73 0 0 0,22-110 260 0 0,-1 0-1 0 0,1 0 1 0 0,0 0-1 0 0,1 1 0 0 0,-1-1 1 0 0,3 9-1 0 0,-2-12-264 0 0,-1 0 0 0 0,1 1 0 0 0,0-1 0 0 0,0 0 0 0 0,1 0 0 0 0,-1 0 0 0 0,0 0 0 0 0,1 0 0 0 0,2 3 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9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66 224 0 0,'61'-65'14838'0'0,"-65"65"-14675"0"0,1 1 0 0 0,0 0 0 0 0,0-1 0 0 0,0 2 0 0 0,-1-1 0 0 0,1 0 0 0 0,0 0 0 0 0,0 1 0 0 0,1 0 0 0 0,-6 3 0 0 0,-29 25 862 0 0,25-20-715 0 0,2-2-100 0 0,-13 10 232 0 0,-21 23-1 0 0,39-36-398 0 0,0 0-1 0 0,1 0 1 0 0,0 1-1 0 0,0-1 1 0 0,1 1-1 0 0,-1 0 1 0 0,1 0-1 0 0,0 0 1 0 0,1 0-1 0 0,-4 10 0 0 0,6-13-33 0 0,0 0-1 0 0,0-1 1 0 0,-1 1-1 0 0,2 0 0 0 0,-1-1 1 0 0,0 1-1 0 0,1 0 1 0 0,-1-1-1 0 0,1 1 1 0 0,-1 0-1 0 0,1-1 0 0 0,0 1 1 0 0,0-1-1 0 0,1 1 1 0 0,-1-1-1 0 0,0 0 0 0 0,1 1 1 0 0,0-1-1 0 0,-1 0 1 0 0,1 0-1 0 0,4 3 0 0 0,2 2 12 0 0,1 0 0 0 0,0 0 0 0 0,18 9 0 0 0,-20-12-12 0 0,112 55-14 0 0,-76-40 479 0 0,65 41 0 0 0,-106-59-397 0 0,-1-1 1 0 0,0 1-1 0 0,0 0 1 0 0,1 0-1 0 0,-1 0 1 0 0,0-1-1 0 0,0 1 1 0 0,0 1-1 0 0,0-1 1 0 0,0 0-1 0 0,0 0 1 0 0,0 0-1 0 0,0 0 1 0 0,0 1-1 0 0,-1-1 1 0 0,1 0-1 0 0,0 1 1 0 0,-1-1-1 0 0,1 1 1 0 0,-1-1 0 0 0,0 0-1 0 0,1 1 1 0 0,-1-1-1 0 0,0 1 1 0 0,0-1-1 0 0,0 1 1 0 0,0-1-1 0 0,0 1 1 0 0,0-1-1 0 0,-1 1 1 0 0,1-1-1 0 0,0 1 1 0 0,-1-1-1 0 0,1 1 1 0 0,-1-1-1 0 0,1 0 1 0 0,-1 1-1 0 0,0-1 1 0 0,0 0-1 0 0,1 0 1 0 0,-1 1-1 0 0,0-1 1 0 0,0 0 0 0 0,0 0-1 0 0,0 0 1 0 0,0 0-1 0 0,-2 1 1 0 0,-3 3 10 0 0,-1 0 0 0 0,1 0 0 0 0,-1-1 0 0 0,0 0 0 0 0,0 0 0 0 0,0 0 0 0 0,-14 4 0 0 0,6-4-198 0 0,0 0 0 0 0,0-1 0 0 0,-1-1 0 0 0,1 0 0 0 0,-1-1 0 0 0,0-1 0 0 0,1 0 1 0 0,-1-1-1 0 0,-16-4 0 0 0,19 2-750 0 0,1 0 0 0 0,0-1 0 0 0,0 0 0 0 0,-20-11-1 0 0,21 9-666 0 0,0 0-1 0 0,1-1 1 0 0,0-1-1 0 0,0 0 1 0 0,-10-11-1 0 0,-7-11-6813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39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99 2796 0 0,'0'-20'4793'0'0,"-2"-46"3539"0"0,2 64-7935 0 0,2-9-2370 0 0,8 34-4907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38 512 2048 0 0,'-2'1'2857'0'0,"-34"17"6177"0"0,39-18-8586 0 0,31-13 102 0 0,0-2 0 0 0,-1 0 0 0 0,46-31 0 0 0,-59 34-425 0 0,53-32 440 0 0,-2-3 0 0 0,-3-3 0 0 0,106-100 0 0 0,-73 36 845 0 0,-101 113-1404 0 0,1 1 0 0 0,-1 0-1 0 0,0 0 1 0 0,1-1 0 0 0,-1 1 0 0 0,1 0 0 0 0,-1-1 0 0 0,1 1-1 0 0,-1 0 1 0 0,0-1 0 0 0,1 1 0 0 0,-1-1 0 0 0,0 1 0 0 0,0-1 0 0 0,1 1-1 0 0,-1 0 1 0 0,0-1 0 0 0,0 1 0 0 0,0-1 0 0 0,1 1 0 0 0,-1-1-1 0 0,0 1 1 0 0,0-1 0 0 0,0 1 0 0 0,0-1 0 0 0,0 1 0 0 0,0-1-1 0 0,0 0 1 0 0,0 1 0 0 0,0-1 0 0 0,0 1 0 0 0,-1-1 0 0 0,1 1 0 0 0,0-1-1 0 0,0 1 1 0 0,0-1 0 0 0,0 1 0 0 0,-1 0 0 0 0,1-1 0 0 0,0 1-1 0 0,-1-1 1 0 0,1 1 0 0 0,0 0 0 0 0,-1-1 0 0 0,0 0 0 0 0,0 1-2 0 0,0-1 0 0 0,0 1 1 0 0,0-1-1 0 0,-1 1 1 0 0,1-1-1 0 0,0 1 0 0 0,-1 0 1 0 0,1 0-1 0 0,0-1 1 0 0,-1 1-1 0 0,1 0 0 0 0,0 0 1 0 0,-1 1-1 0 0,-1-1 1 0 0,-8 3-6 0 0,1 0 0 0 0,-1 1 1 0 0,1 0-1 0 0,0 1 1 0 0,0 0-1 0 0,1 0 1 0 0,-1 1-1 0 0,1 1 0 0 0,1-1 1 0 0,-1 1-1 0 0,1 1 1 0 0,0 0-1 0 0,1 0 0 0 0,-9 11 1 0 0,15-16-1 0 0,-1 0 1 0 0,1 1-1 0 0,0-1 1 0 0,-1 1-1 0 0,2-1 1 0 0,-1 1-1 0 0,0-1 1 0 0,1 1-1 0 0,-1-1 0 0 0,1 1 1 0 0,0-1-1 0 0,0 1 1 0 0,1 0-1 0 0,-1-1 1 0 0,1 1-1 0 0,0-1 1 0 0,-1 1-1 0 0,2-1 0 0 0,-1 0 1 0 0,0 1-1 0 0,1-1 1 0 0,-1 0-1 0 0,1 0 1 0 0,0 0-1 0 0,4 5 1 0 0,5 7 6 0 0,2 0-1 0 0,0 0 1 0 0,23 18 0 0 0,-24-21-10 0 0,101 99 51 0 0,-111-109-30 0 0,-1-1 0 0 0,0 0 1 0 0,0 1-1 0 0,0-1 0 0 0,0 0 0 0 0,0 1 1 0 0,0-1-1 0 0,0 1 0 0 0,0-1 0 0 0,-1 1 1 0 0,1 0-1 0 0,-1-1 0 0 0,1 1 0 0 0,-1 0 1 0 0,0 0-1 0 0,1-1 0 0 0,-1 1 0 0 0,0 0 1 0 0,0-1-1 0 0,0 1 0 0 0,0 0 0 0 0,-1 0 1 0 0,1-1-1 0 0,0 1 0 0 0,-1 0 0 0 0,1-1 1 0 0,-1 1-1 0 0,0 0 0 0 0,1-1 0 0 0,-1 1 1 0 0,0-1-1 0 0,0 1 0 0 0,-1 1 0 0 0,-1 0 48 0 0,1-1 0 0 0,-1 1 0 0 0,1 0 0 0 0,-1-1 0 0 0,0 1 0 0 0,0-1 0 0 0,0 0 0 0 0,0 0-1 0 0,-1 0 1 0 0,1-1 0 0 0,-1 1 0 0 0,1-1 0 0 0,-1 0 0 0 0,1 1 0 0 0,-7 0 0 0 0,-7-1 7 0 0,0 0-1 0 0,1-1 1 0 0,-1-1 0 0 0,1-1 0 0 0,-23-4-1 0 0,-87-25-555 0 0,66 14-1995 0 0,59 17 2308 0 0,0 0-1 0 0,1 0 1 0 0,-1 0-1 0 0,0 0 1 0 0,1 0-1 0 0,-1 0 0 0 0,0 0 1 0 0,1-1-1 0 0,-1 1 1 0 0,0 0-1 0 0,1 0 0 0 0,-1-1 1 0 0,0 1-1 0 0,1 0 1 0 0,-1-1-1 0 0,1 1 0 0 0,-1-1 1 0 0,1 1-1 0 0,-1-1 1 0 0,1 1-1 0 0,-1-1 0 0 0,1 1 1 0 0,-1-1-1 0 0,1 0 1 0 0,0 1-1 0 0,-1-1 0 0 0,1 0 1 0 0,0 1-1 0 0,-1-1 1 0 0,1 0-1 0 0,0 1 1 0 0,0-1-1 0 0,0-1 0 0 0,0 1-195 0 0,1 0 0 0 0,-1 0-1 0 0,1-1 1 0 0,-1 1 0 0 0,1 0-1 0 0,0 0 1 0 0,-1 0 0 0 0,1 0-1 0 0,0 0 1 0 0,0 0 0 0 0,0 0-1 0 0,0 0 1 0 0,0 0-1 0 0,0 0 1 0 0,1 0 0 0 0,14-10-5370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1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93 1260 0 0,'11'-7'1183'0'0,"-1"1"-36"0"0,0 0 0 0 0,0 0 0 0 0,-1-1 1 0 0,1-1-1 0 0,-2 0 0 0 0,1 0 0 0 0,-1 0 1 0 0,10-14 955 0 0,-18 21-2056 0 0,-1 1-1 0 0,1-1 1 0 0,-1 1-1 0 0,1-1 1 0 0,0 1 0 0 0,-1 0-1 0 0,1-1 1 0 0,-1 1 0 0 0,1-1-1 0 0,-1 1 1 0 0,1 0-1 0 0,-1 0 1 0 0,1-1 0 0 0,-1 1-1 0 0,1 0 1 0 0,-1 0-1 0 0,1-1 1 0 0,-1 1 0 0 0,0 0-1 0 0,1 0 1 0 0,-1 0 0 0 0,1 0-1 0 0,-1 0 1 0 0,1 0-1 0 0,-2 0 1 0 0,-14 9 340 0 0,1 1 0 0 0,0 0 0 0 0,1 1 0 0 0,-18 17 0 0 0,-51 58 348 0 0,63-64-618 0 0,2 0 0 0 0,-18 29 0 0 0,30-43-95 0 0,1 0 0 0 0,1 0 0 0 0,0 1 0 0 0,0 0 0 0 0,1 0 0 0 0,0 0 0 0 0,0 0 0 0 0,1 0 0 0 0,0 1 0 0 0,-1 14 0 0 0,3-21-18 0 0,0 0 1 0 0,1 0-1 0 0,-1 0 0 0 0,1 0 1 0 0,-1 0-1 0 0,1 0 0 0 0,0 0 1 0 0,0 0-1 0 0,0 0 0 0 0,0 0 1 0 0,1 0-1 0 0,-1 0 0 0 0,1-1 1 0 0,0 1-1 0 0,0-1 0 0 0,0 1 1 0 0,0-1-1 0 0,3 3 1 0 0,-1-2-3 0 0,0 0 1 0 0,0 0 0 0 0,1 0-1 0 0,0-1 1 0 0,-1 0 0 0 0,1 0 0 0 0,0 0-1 0 0,0-1 1 0 0,0 1 0 0 0,7 0 0 0 0,-2 0-5 0 0,-1-1 0 0 0,1-1 0 0 0,0 0 1 0 0,0 0-1 0 0,-1-1 0 0 0,1 0 0 0 0,0 0 0 0 0,-1-1 1 0 0,1-1-1 0 0,-1 0 0 0 0,14-6 0 0 0,-12 3-2 0 0,-1-1 0 0 0,1 0 0 0 0,-1-1 0 0 0,-1 0 0 0 0,1 0 0 0 0,-1-1 0 0 0,-1-1 0 0 0,0 1 0 0 0,0-1 0 0 0,-1-1 0 0 0,6-11 0 0 0,6-15 38 0 0,29-78-1 0 0,-19 40 391 0 0,-27 72-350 0 0,-3 19 12 0 0,-2 12 8 0 0,-11 41 1 0 0,0 2-3 0 0,10-46-38 0 0,2 0 1 0 0,1 40-1 0 0,1-57-271 0 0,1 0 0 0 0,0 0 1 0 0,0-1-1 0 0,1 1 0 0 0,0 0 1 0 0,0-1-1 0 0,1 0 0 0 0,0 1 1 0 0,0-1-1 0 0,1 0 0 0 0,0-1 1 0 0,7 11-1 0 0,-9-15-154 0 0,1 1 0 0 0,0-1-1 0 0,-1 0 1 0 0,1 0-1 0 0,0 0 1 0 0,0 0 0 0 0,0 0-1 0 0,1 0 1 0 0,3 0 0 0 0,16 6-5023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89 253 1608 0 0,'39'-106'7378'0'0,"12"-38"1284"0"0,-51 142-7654 0 0,1 3-919 0 0,0 0 0 0 0,-1 0 1 0 0,1 0-1 0 0,0 0 1 0 0,-1 0-1 0 0,1 0 0 0 0,-1 0 1 0 0,0 1-1 0 0,1-1 1 0 0,-1 0-1 0 0,0 0 0 0 0,0 3 1 0 0,-6 54 966 0 0,-25 96 0 0 0,-29 58-224 0 0,-20 92-2645 0 0,77-289 504 0 0,-2 32-1 0 0,8-15-1806 0 0,-2-29 2283 0 0,-1 0 0 0 0,1 0 0 0 0,0 0-1 0 0,1 0 1 0 0,-1 0 0 0 0,0 0 0 0 0,3 3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2484 0 0,'56'-95'13156'0'0,"-46"81"-10900"0"0,-9 14-2207 0 0,-1 0 0 0 0,0 0-1 0 0,0 0 1 0 0,1 0 0 0 0,-1 0-1 0 0,0 0 1 0 0,0 0 0 0 0,0 0-1 0 0,1 1 1 0 0,-1-1 0 0 0,0 0-1 0 0,0 0 1 0 0,0 0 0 0 0,1 0-1 0 0,-1 1 1 0 0,0-1-1 0 0,0 0 1 0 0,0 0 0 0 0,0 0-1 0 0,1 1 1 0 0,-1-1 0 0 0,0 0-1 0 0,0 0 1 0 0,0 1 0 0 0,0-1-1 0 0,0 0 1 0 0,0 0 0 0 0,0 1-1 0 0,0-1 1 0 0,0 0 0 0 0,0 0-1 0 0,0 1 1 0 0,0-1 0 0 0,0 1-1 0 0,0 32 1396 0 0,-5 3-683 0 0,-13 48 0 0 0,-3 17-409 0 0,18-79-385 0 0,1-10-547 0 0,0 1 1 0 0,1-1-1 0 0,1 16 1 0 0,3-28-967 0 0,-2 1 1425 0 0,0-1 0 0 0,0 0 0 0 0,-1 0 0 0 0,1 0 0 0 0,0 1 1 0 0,0-1-1 0 0,-1 0 0 0 0,1 0 0 0 0,0 0 0 0 0,-1 0 0 0 0,1 0 0 0 0,0-1 0 0 0,0 1 0 0 0,-1 0 0 0 0,1 0 1 0 0,0 0-1 0 0,-1-1 0 0 0,2 0 0 0 0,3-5-1582 0 0,-1-1-1 0 0,0-1 1 0 0,0 1 0 0 0,3-10 0 0 0,1-6-4100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1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176 160 1028 0 0,'-15'-18'2759'0'0,"-1"0"0"0"0,0 1 0 0 0,-2 1-1 0 0,-34-25 1 0 0,7 6-787 0 0,31 20-3207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2216 0 0,'-108'49'6102'0'0,"75"-36"-3398"0"0,-49 26-1 0 0,82-38-2643 0 0,-1-1 0 0 0,0 1 1 0 0,0 0-1 0 0,1-1 0 0 0,-1 1 1 0 0,0 0-1 0 0,1-1 0 0 0,-1 1 1 0 0,0 0-1 0 0,1-1 1 0 0,-1 1-1 0 0,1 0 0 0 0,0 0 1 0 0,-2 1-1 0 0,3-1-40 0 0,-1-1 1 0 0,0 1-1 0 0,0-1 1 0 0,0 0-1 0 0,0 1 1 0 0,0-1-1 0 0,0 1 1 0 0,1-1-1 0 0,-1 0 1 0 0,0 1-1 0 0,0-1 1 0 0,0 1-1 0 0,1-1 1 0 0,-1 0-1 0 0,0 1 0 0 0,1-1 1 0 0,-1 0-1 0 0,0 0 1 0 0,1 1-1 0 0,-1-1 1 0 0,0 0-1 0 0,1 0 1 0 0,-1 0-1 0 0,1 1 1 0 0,-1-1-1 0 0,0 0 1 0 0,1 0-1 0 0,-1 0 1 0 0,1 0-1 0 0,-1 0 0 0 0,0 0 1 0 0,1 0-1 0 0,-1 0 1 0 0,1 0-1 0 0,-1 0 1 0 0,1 0-1 0 0,-1 0 1 0 0,0 0-1 0 0,1 0 1 0 0,-1 0-1 0 0,1 0 1 0 0,0-1-1 0 0,246-14 816 0 0,-83 3-861 0 0,30 3-1790 0 0,-65 6-4904 0 0,-85 3 1336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2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289 178 2812 0 0,'63'-44'7766'0'0,"73"-77"2980"0"0,-138 116-10473 0 0,2 5-268 0 0,0-1-1 0 0,0 1 1 0 0,0 0-1 0 0,0 0 1 0 0,0-1-1 0 0,0 1 1 0 0,0 0 0 0 0,0-1-1 0 0,-1 1 1 0 0,1 0-1 0 0,0 0 1 0 0,0-1 0 0 0,0 1-1 0 0,0 0 1 0 0,0 0-1 0 0,0-1 1 0 0,0 1 0 0 0,-1 0-1 0 0,1 0 1 0 0,0-1-1 0 0,0 1 1 0 0,0 0 0 0 0,-1 0-1 0 0,1 0 1 0 0,0 0-1 0 0,0-1 1 0 0,-1 1 0 0 0,1 0-1 0 0,0 0 1 0 0,0 0-1 0 0,-1 0 1 0 0,1 0 0 0 0,0 0-1 0 0,0 0 1 0 0,-1 0-1 0 0,1-1 1 0 0,0 1-1 0 0,-1 0 1 0 0,1 0 0 0 0,-20 4 49 0 0,0 0 0 0 0,1 1 1 0 0,0 1-1 0 0,0 1 0 0 0,0 0 1 0 0,-27 16-1 0 0,4 2-36 0 0,-63 48 0 0 0,93-64-21 0 0,0 1 1 0 0,-17 18 0 0 0,25-24-1 0 0,1 1 1 0 0,-1-1-1 0 0,1 1 1 0 0,0 0-1 0 0,0 0 0 0 0,1 0 1 0 0,0 0-1 0 0,-1 1 1 0 0,-1 10-1 0 0,4-13 4 0 0,0 0 1 0 0,0 1-1 0 0,0-1 1 0 0,1 1-1 0 0,0-1 1 0 0,0 0-1 0 0,0 0 1 0 0,0 1-1 0 0,0-1 0 0 0,0 0 1 0 0,1 0-1 0 0,0 0 1 0 0,-1 0-1 0 0,1 0 1 0 0,0-1-1 0 0,0 1 1 0 0,3 2-1 0 0,4 3 3 0 0,-1 0 1 0 0,2-1-1 0 0,-1 0 0 0 0,1 0 0 0 0,0-1 1 0 0,0 0-1 0 0,22 8 0 0 0,2 2-5 0 0,21 10-6 0 0,-30-16-2 0 0,23 15 1 0 0,-25-11 4 0 0,-8-6-7 0 0,0 1 0 0 0,0 1 0 0 0,24 22 0 0 0,-37-31 55 0 0,-1 1 0 0 0,1-1 0 0 0,-1 1 0 0 0,0-1 0 0 0,0 1 0 0 0,0 0 0 0 0,0 0 0 0 0,0-1 0 0 0,0 1 0 0 0,0 0 0 0 0,-1 0 0 0 0,1 0 0 0 0,-1 0 0 0 0,1 0 0 0 0,-1 0 0 0 0,0 0 0 0 0,0 0 0 0 0,0 0 0 0 0,0 0 0 0 0,0 0-1 0 0,0 0 1 0 0,-1 0 0 0 0,1 0 0 0 0,-1 0 0 0 0,1 0 0 0 0,-1 0 0 0 0,0 0 0 0 0,1 0 0 0 0,-1 0 0 0 0,0 0 0 0 0,0-1 0 0 0,-3 4 0 0 0,0 0 162 0 0,0 1 0 0 0,-1-1 0 0 0,0 0 0 0 0,0 0 0 0 0,0-1 0 0 0,0 0 0 0 0,-1 1 0 0 0,-6 2 0 0 0,-3 1-71 0 0,0-1-1 0 0,0-1 1 0 0,-1 0 0 0 0,1-1-1 0 0,-1-1 1 0 0,0 0-1 0 0,-1-2 1 0 0,1 1-1 0 0,0-2 1 0 0,-1 0-1 0 0,1-1 1 0 0,-1-1 0 0 0,1 0-1 0 0,-1-1 1 0 0,1-1-1 0 0,0-1 1 0 0,0 0-1 0 0,0-1 1 0 0,1-1-1 0 0,-22-10 1 0 0,20 8-777 0 0,-39-23-6390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2068 0 0,'-17'4'7733'0'0,"1"3"-5605"0"0,13 5-2316 0 0,14-5-4308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969 118 1220 0 0,'2'-9'818'0'0,"-1"1"0"0"0,1-1 1 0 0,-2 0-1 0 0,1 1 0 0 0,-1-1 0 0 0,-1 0 0 0 0,1 0 0 0 0,-1 1 0 0 0,-1-1 0 0 0,-4-14 1 0 0,6 23-801 0 0,0-1 1 0 0,-1 1-1 0 0,1-1 1 0 0,0 1 0 0 0,-1-1-1 0 0,1 1 1 0 0,-1-1-1 0 0,1 1 1 0 0,-1-1-1 0 0,1 1 1 0 0,-1 0 0 0 0,1-1-1 0 0,-1 1 1 0 0,1 0-1 0 0,-1-1 1 0 0,1 1 0 0 0,-1 0-1 0 0,0 0 1 0 0,1 0-1 0 0,-1-1 1 0 0,1 1 0 0 0,-1 0-1 0 0,0 0 1 0 0,1 0-1 0 0,-1 0 1 0 0,0 0 0 0 0,1 0-1 0 0,-1 0 1 0 0,0 1-1 0 0,1-1 1 0 0,-1 0-1 0 0,0 0 1 0 0,-20 11 209 0 0,4 5-106 0 0,1 1 1 0 0,1 1-1 0 0,1 0 1 0 0,-20 33-1 0 0,-40 88 261 0 0,37-67-184 0 0,3-1 137 0 0,2 1 0 0 0,4 2 0 0 0,3 0 0 0 0,4 2 1 0 0,3 1-1 0 0,3 0 0 0 0,3 1 0 0 0,4 0 0 0 0,3 1 0 0 0,8 111 0 0 0,48 234 554 0 0,-6-91-350 0 0,-42-301-495 0 0,-2 1 0 0 0,-1-1-1 0 0,-2 1 1 0 0,-1-1 0 0 0,-1 1 0 0 0,-2-1-1 0 0,-11 36 1 0 0,12-52-26 0 0,-1 0-1 0 0,0-1 0 0 0,-1 0 1 0 0,0-1-1 0 0,-1 1 1 0 0,-1-2-1 0 0,-1 1 1 0 0,1-1-1 0 0,-2 0 1 0 0,0-1-1 0 0,-1 0 0 0 0,0-1 1 0 0,0-1-1 0 0,-1 0 1 0 0,-1 0-1 0 0,-16 8 1 0 0,22-14-47 0 0,0 0 1 0 0,0-1 0 0 0,0 0 0 0 0,-1 0-1 0 0,1-1 1 0 0,-1 0 0 0 0,0-1-1 0 0,1 0 1 0 0,-1 0 0 0 0,0-1 0 0 0,0 0-1 0 0,0 0 1 0 0,0-1 0 0 0,-15-3 0 0 0,13 1-205 0 0,0-1 1 0 0,0 0-1 0 0,1-1 1 0 0,0 0-1 0 0,0 0 1 0 0,0-1 0 0 0,1-1-1 0 0,0 1 1 0 0,0-2-1 0 0,1 1 1 0 0,-10-11-1 0 0,3 0-289 0 0,0 0-1 0 0,1-1 0 0 0,2 0 1 0 0,0-1-1 0 0,0 0 0 0 0,2-1 0 0 0,1-1 1 0 0,0 1-1 0 0,2-1 0 0 0,1-1 1 0 0,0 1-1 0 0,2-1 0 0 0,0 0 0 0 0,0-43 1 0 0,4 26 387 0 0,3-1 1 0 0,1 1-1 0 0,1 1 0 0 0,3-1 1 0 0,1 1-1 0 0,2 0 1 0 0,28-65-1 0 0,-24 69 570 0 0,1 1-1 0 0,2 1 0 0 0,2 1 1 0 0,1 1-1 0 0,32-38 1 0 0,-34 48-118 0 0,1 1 0 0 0,1 1 1 0 0,1 0-1 0 0,0 2 0 0 0,2 0 1 0 0,0 2-1 0 0,41-20 0 0 0,-20 17-129 0 0,1 2-1 0 0,1 3 1 0 0,0 1-1 0 0,56-6 0 0 0,4-2-316 0 0,-86 16-591 0 0,0-2 0 0 0,33-13 0 0 0,-42 13-444 0 0,0 0 0 0 0,0 0 0 0 0,11-9 0 0 0,-4-1-1570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5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72 126 1320 0 0,'31'-126'12258'0'0,"-32"128"-12151"0"0,-1 0 0 0 0,1 0 0 0 0,0 0-1 0 0,-1 0 1 0 0,1 1 0 0 0,0-1 0 0 0,0 0 0 0 0,0 0 0 0 0,0 1 0 0 0,0 4 0 0 0,0-4 89 0 0,1-2-189 0 0,-57 181 2212 0 0,47-142-2088 0 0,2 1 0 0 0,-5 68-1 0 0,13-100-110 0 0,0 0-1 0 0,0-1 0 0 0,1 1 0 0 0,0 0 1 0 0,1-1-1 0 0,4 16 0 0 0,-5-21-150 0 0,1 0 1 0 0,-1 0-1 0 0,1 0 0 0 0,-1 0 0 0 0,1 0 0 0 0,0-1 0 0 0,0 1 0 0 0,0-1 0 0 0,5 5 0 0 0,-5-6-170 0 0,-1 1-1 0 0,1-1 1 0 0,0 0-1 0 0,0 0 0 0 0,0 0 1 0 0,0 0-1 0 0,1 0 1 0 0,-1-1-1 0 0,0 1 1 0 0,0 0-1 0 0,0-1 0 0 0,1 0 1 0 0,-1 1-1 0 0,0-1 1 0 0,5-1-1 0 0,16-1-3451 0 0,-5-6-1659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35 2308 0 0,'-6'-9'1772'0'0,"-2"1"685"0"0,-5-5-925 0 0,0 9-208 0 0,-3 8-836 0 0,5 9-192 0 0,3 1-216 0 0,6 7-712 0 0,6-2-3128 0 0,-2-6 299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96 672 0 0,'4'8'1749'0'0,"0"1"-1"0"0,-1-1 1 0 0,0 1-1 0 0,3 16 1 0 0,-2-11-667 0 0,-1-1 1 0 0,7 15-1 0 0,-9-26-978 0 0,1 2 47 0 0,-1 0-1 0 0,1 0 1 0 0,0-1 0 0 0,0 1 0 0 0,0-1-1 0 0,0 0 1 0 0,0 1 0 0 0,1-1-1 0 0,0 0 1 0 0,0 0 0 0 0,0-1 0 0 0,5 5-1 0 0,-3-5-68 0 0,0 1-1 0 0,0-1 0 0 0,1 0 1 0 0,-1-1-1 0 0,1 1 0 0 0,-1-1 0 0 0,1 0 1 0 0,0-1-1 0 0,-1 1 0 0 0,1-1 1 0 0,0 0-1 0 0,7-2 0 0 0,-10 2-60 0 0,1-1 0 0 0,-1 0-1 0 0,0 1 1 0 0,1-2 0 0 0,-1 1 0 0 0,0 0 0 0 0,0-1-1 0 0,0 1 1 0 0,0-1 0 0 0,0 0 0 0 0,0 0 0 0 0,0 0-1 0 0,-1 0 1 0 0,1 0 0 0 0,-1-1 0 0 0,0 0 0 0 0,1 1-1 0 0,-1-1 1 0 0,0 0 0 0 0,-1 0 0 0 0,1 0 0 0 0,0 0-1 0 0,-1 0 1 0 0,0 0 0 0 0,1 0 0 0 0,-1-1 0 0 0,-1 1-1 0 0,1 0 1 0 0,0-5 0 0 0,1-3-12 0 0,-1 0 0 0 0,0 0 1 0 0,-1 0-1 0 0,0 0 0 0 0,-1 0 0 0 0,0 0 0 0 0,-4-17 1 0 0,3 20-11 0 0,0 0 1 0 0,-1 0 0 0 0,0 0 0 0 0,0 0 0 0 0,0 1 0 0 0,-1 0 0 0 0,0-1 0 0 0,0 1 0 0 0,-11-11 0 0 0,14 17-1 0 0,-1-1-1 0 0,0 1 1 0 0,0 1 0 0 0,0-1 0 0 0,1 0 0 0 0,-1 0-1 0 0,0 1 1 0 0,0-1 0 0 0,0 1 0 0 0,0 0 0 0 0,0-1-1 0 0,0 1 1 0 0,0 0 0 0 0,0 0 0 0 0,0 0 0 0 0,-1 1-1 0 0,1-1 1 0 0,-3 1 0 0 0,-1 0 5 0 0,1 1 1 0 0,-1-1-1 0 0,0 1 1 0 0,1 0-1 0 0,-8 5 1 0 0,-1 1 3 0 0,2 1 1 0 0,-1 1-1 0 0,1 0 1 0 0,1 1-1 0 0,0 0 1 0 0,0 1-1 0 0,1 0 0 0 0,-12 20 1 0 0,7-8 9 0 0,1 2 0 0 0,1 0 0 0 0,-16 46 0 0 0,25-61-62 0 0,1 0 1 0 0,0 1-1 0 0,1-1 1 0 0,0 1-1 0 0,1 0 1 0 0,0-1-1 0 0,1 1 0 0 0,1 0 1 0 0,-1 0-1 0 0,2-1 1 0 0,2 15-1 0 0,-2-20 5 0 0,0 0 0 0 0,0 0-1 0 0,0 0 1 0 0,1 0 0 0 0,0 0 0 0 0,0-1 0 0 0,0 1-1 0 0,1-1 1 0 0,0 0 0 0 0,0 0 0 0 0,0 0 0 0 0,1 0-1 0 0,-1-1 1 0 0,1 1 0 0 0,0-1 0 0 0,1-1-1 0 0,-1 1 1 0 0,1-1 0 0 0,-1 0 0 0 0,1 0 0 0 0,10 3-1 0 0,-1-2-426 0 0,-1 0 0 0 0,1-1 1 0 0,0-1-1 0 0,0-1 0 0 0,0 0 0 0 0,0 0 0 0 0,25-4 0 0 0,-11-1-1460 0 0,1-1 0 0 0,53-18 0 0 0,-36 7-1410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303 884 1440 0 0,'5'-12'1562'0'0,"1"-1"-1"0"0,4-21 1 0 0,-9 29-1223 0 0,0 1-1 0 0,0-1 1 0 0,-1 1 0 0 0,1-1-1 0 0,-1 1 1 0 0,0-1 0 0 0,0 1-1 0 0,-1 0 1 0 0,0-1 0 0 0,0 1-1 0 0,-1-7 1 0 0,1 10-278 0 0,1 0 0 0 0,-1 1 0 0 0,1-1-1 0 0,-1 0 1 0 0,1 0 0 0 0,-1 0 0 0 0,0 1 0 0 0,1-1 0 0 0,-1 0 0 0 0,0 1 0 0 0,0-1 0 0 0,0 0-1 0 0,1 1 1 0 0,-1-1 0 0 0,0 1 0 0 0,0-1 0 0 0,0 1 0 0 0,0 0 0 0 0,0-1 0 0 0,0 1-1 0 0,0 0 1 0 0,0 0 0 0 0,0 0 0 0 0,0-1 0 0 0,0 1 0 0 0,-1 0 0 0 0,-1 1 52 0 0,0-1 0 0 0,0 0 1 0 0,1 0-1 0 0,-1 1 0 0 0,0 0 1 0 0,0-1-1 0 0,-4 3 0 0 0,-5 4 267 0 0,-1 0 0 0 0,2 1 0 0 0,-1 0 0 0 0,1 1-1 0 0,0 0 1 0 0,-16 19 0 0 0,-50 70 1109 0 0,58-72-1204 0 0,1 1-1 0 0,-17 35 1 0 0,31-53-246 0 0,-1 0 0 0 0,2 1 0 0 0,-1-1 0 0 0,2 1 1 0 0,-1 0-1 0 0,1-1 0 0 0,0 1 0 0 0,1 0 0 0 0,1 0 0 0 0,-1 0 0 0 0,3 16 0 0 0,-2-22-22 0 0,1-1 0 0 0,-1 1 0 0 0,1-1 0 0 0,0 1 0 0 0,1-1 0 0 0,-1 0 0 0 0,0 0 0 0 0,1 1-1 0 0,0-1 1 0 0,0 0 0 0 0,0 0 0 0 0,0-1 0 0 0,0 1 0 0 0,1 0 0 0 0,-1-1 0 0 0,1 1 0 0 0,3 2 0 0 0,-1-3-2 0 0,-1 1 0 0 0,0-1 0 0 0,1 0 1 0 0,0-1-1 0 0,-1 1 0 0 0,1-1 1 0 0,0 0-1 0 0,0 0 0 0 0,0 0 1 0 0,-1 0-1 0 0,8-1 0 0 0,0-1 2 0 0,1 0 0 0 0,-1 0 0 0 0,0-1-1 0 0,0-1 1 0 0,0 0 0 0 0,0-1 0 0 0,0 0 0 0 0,-1-1 0 0 0,14-7-1 0 0,-9 2-4 0 0,0 0 0 0 0,0-1 1 0 0,-1-1-1 0 0,-1-1 0 0 0,0 0 0 0 0,0-1 0 0 0,14-20 0 0 0,-12 12-14 0 0,-1-2 0 0 0,-1 1 0 0 0,-1-2 0 0 0,14-37 0 0 0,-7 2-24 0 0,-2-1 1 0 0,-4-1 0 0 0,12-104-1 0 0,-9-109 6 0 0,-18 210 24 0 0,-2 1 1 0 0,-16-81-1 0 0,18 142-4 0 0,1-1 1 0 0,-1 1-1 0 0,0 0 0 0 0,0 0 0 0 0,0 0 0 0 0,-1 0 0 0 0,1 0 0 0 0,-1 0 0 0 0,0 0 0 0 0,1 0 0 0 0,-4-3 0 0 0,4 5 0 0 0,0 1 0 0 0,0-1 0 0 0,0 1-1 0 0,0-1 1 0 0,0 1 0 0 0,0-1-1 0 0,0 1 1 0 0,0-1 0 0 0,0 1-1 0 0,0 0 1 0 0,0 0 0 0 0,0-1-1 0 0,0 1 1 0 0,0 0 0 0 0,0 0 0 0 0,0 0-1 0 0,0 0 1 0 0,0 0 0 0 0,0 0-1 0 0,0 1 1 0 0,0-1 0 0 0,0 0-1 0 0,0 0 1 0 0,0 1 0 0 0,0-1-1 0 0,0 1 1 0 0,0-1 0 0 0,0 1-1 0 0,0-1 1 0 0,0 1 0 0 0,0 0 0 0 0,0-1-1 0 0,1 1 1 0 0,-1 0 0 0 0,0 0-1 0 0,0-1 1 0 0,0 3 0 0 0,-8 7 2 0 0,1 0 1 0 0,0 0-1 0 0,1 1 1 0 0,0 0-1 0 0,-7 16 1 0 0,-23 61 176 0 0,7-1 136 0 0,3 1 0 0 0,4 1-1 0 0,-20 165 1 0 0,40-216-231 0 0,2 0-1 0 0,2 0 0 0 0,1-1 0 0 0,10 58 1 0 0,-6-69-628 0 0,1 0 0 0 0,16 41 0 0 0,-14-49-681 0 0,-1-1 1 0 0,2 1 0 0 0,0-1-1 0 0,15 17 1 0 0,-5-12-3097 0 0,1-3-1904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49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1 332 0 0,'1'2'5763'0'0,"-1"0"-5595"0"0,0 0 1 0 0,0 0 0 0 0,0 0-1 0 0,0 0 1 0 0,0 0 0 0 0,0 0 0 0 0,-1 0-1 0 0,1 0 1 0 0,-1 0 0 0 0,1 0-1 0 0,-1 0 1 0 0,0-1 0 0 0,0 1 0 0 0,0 0-1 0 0,0 0 1 0 0,0-1 0 0 0,-2 3-1 0 0,-27 34 1065 0 0,19-26-881 0 0,-48 55 610 0 0,-131 114 0 0 0,4-34-6603 0 0,118-97 1046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0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38 902 1444 0 0,'-4'5'580'0'0,"0"0"0"0"0,0 1-1 0 0,0-1 1 0 0,1 1 0 0 0,0 0 0 0 0,0 0-1 0 0,1 0 1 0 0,-1 0 0 0 0,1 0-1 0 0,1 0 1 0 0,-1 0 0 0 0,1 1 0 0 0,0-1-1 0 0,1 1 1 0 0,-1-1 0 0 0,2 10 0 0 0,0-2-78 0 0,0 0 0 0 0,1 0 0 0 0,0 0 0 0 0,2 0 0 0 0,-1 0 0 0 0,8 17 0 0 0,-10-28-447 0 0,0-1-1 0 0,0 0 1 0 0,1 0 0 0 0,-1 1-1 0 0,0-1 1 0 0,1 0 0 0 0,-1 0 0 0 0,1 0-1 0 0,-1 0 1 0 0,1-1 0 0 0,0 1-1 0 0,0 0 1 0 0,0-1 0 0 0,0 1-1 0 0,0-1 1 0 0,0 0 0 0 0,0 0-1 0 0,1 0 1 0 0,-1 0 0 0 0,3 1 0 0 0,-1-1-9 0 0,0-1 1 0 0,0 1 0 0 0,0-1 0 0 0,0 0 0 0 0,0 0-1 0 0,0-1 1 0 0,0 1 0 0 0,0-1 0 0 0,0 0 0 0 0,0 0-1 0 0,5-2 1 0 0,6-3 5 0 0,-1-1 0 0 0,0-1 1 0 0,0 0-1 0 0,-1-1 0 0 0,16-12 0 0 0,-4 0-38 0 0,-2 0 0 0 0,0-1 0 0 0,-2-1 0 0 0,0-1 0 0 0,-2-1 0 0 0,0-1 0 0 0,-2 0-1 0 0,-1-1 1 0 0,-1-1 0 0 0,-1-1 0 0 0,-2 0 0 0 0,17-58 0 0 0,-14 15-8 0 0,-3 0-1 0 0,-3-1 0 0 0,-4 0 1 0 0,-2-1-1 0 0,-4 1 0 0 0,-3-1 1 0 0,-16-84-1 0 0,11 114-38 0 0,0 59 112 0 0,7-6 4 0 0,0-1 0 0 0,0 0 1 0 0,1 1-1 0 0,0-1 0 0 0,0 0 0 0 0,1 1 1 0 0,1 11-1 0 0,-1 9 177 0 0,-3 157 619 0 0,8 0 1 0 0,42 271-1 0 0,-15-317-909 0 0,-27-121-363 0 0,2-1-1 0 0,0 0 1 0 0,1 0 0 0 0,1 0-1 0 0,13 19 1 0 0,1-11-1337 0 0,-7-16-594 0 0,2-8-4051 0 0,3-5 927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1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263 386 1200 0 0,'-27'-9'1780'0'0,"0"0"0"0"0,0 1 0 0 0,-1 2 0 0 0,0 1 0 0 0,-28-2 0 0 0,44 6-1264 0 0,6 0-314 0 0,1 1 0 0 0,-1 0 0 0 0,1 0 0 0 0,-1 0 0 0 0,1 1 0 0 0,-8 2 1 0 0,12-3-193 0 0,1 0 0 0 0,-1 0 0 0 0,1 0 1 0 0,-1 0-1 0 0,1 0 0 0 0,-1 0 1 0 0,1 0-1 0 0,-1 1 0 0 0,1-1 1 0 0,0 0-1 0 0,-1 0 0 0 0,1 0 0 0 0,-1 1 1 0 0,1-1-1 0 0,0 0 0 0 0,-1 0 1 0 0,1 1-1 0 0,0-1 0 0 0,-1 0 0 0 0,1 1 1 0 0,0-1-1 0 0,-1 1 0 0 0,1-1 1 0 0,0 0-1 0 0,0 1 0 0 0,-1-1 0 0 0,1 1 1 0 0,0-1-1 0 0,0 0 0 0 0,0 1 1 0 0,0-1-1 0 0,0 1 0 0 0,0-1 0 0 0,0 1 1 0 0,-1-1-1 0 0,1 1 0 0 0,1-1 1 0 0,-1 1-1 0 0,0-1 0 0 0,0 1 1 0 0,0-1-1 0 0,0 1 0 0 0,0-1 0 0 0,0 0 1 0 0,0 1-1 0 0,1-1 0 0 0,-1 1 1 0 0,0-1-1 0 0,0 0 0 0 0,1 1 0 0 0,-1-1 1 0 0,0 1-1 0 0,0-1 0 0 0,1 0 1 0 0,-1 1-1 0 0,0-1 0 0 0,1 0 0 0 0,-1 0 1 0 0,1 1-1 0 0,-1-1 0 0 0,0 0 1 0 0,1 1-1 0 0,25 16 245 0 0,-12-13-214 0 0,-1 0 0 0 0,1-1-1 0 0,0-1 1 0 0,-1 0 0 0 0,1-1 0 0 0,0-1-1 0 0,21-1 1 0 0,99-18 98 0 0,-131 18-134 0 0,199-45 95 0 0,-171 37-96 0 0,0-2 1 0 0,0-2-1 0 0,-2 0 1 0 0,38-24-1 0 0,-56 30-7 0 0,0-1 0 0 0,-1 0 0 0 0,0 0 0 0 0,0-1 0 0 0,-1-1-1 0 0,0 1 1 0 0,12-19 0 0 0,-17 21 3 0 0,0-1 1 0 0,0 1-1 0 0,0 0 0 0 0,-1-1 0 0 0,0 0 0 0 0,-1 0 0 0 0,0 0 0 0 0,0 0 1 0 0,0 0-1 0 0,-1 0 0 0 0,-1 0 0 0 0,1-1 0 0 0,-2-10 0 0 0,0 15 0 0 0,0-1 0 0 0,0 1 0 0 0,-1 0 0 0 0,0-1 0 0 0,0 1 0 0 0,-4-7 0 0 0,6 11 0 0 0,-1-3 2 0 0,-13 10 29 0 0,14-6-28 0 0,-1-1-1 0 0,0 0 1 0 0,0 0 0 0 0,0 1-1 0 0,1-1 1 0 0,-1 0 0 0 0,0 1-1 0 0,0-1 1 0 0,1 1 0 0 0,-1-1-1 0 0,0 1 1 0 0,1-1 0 0 0,-1 1-1 0 0,0-1 1 0 0,1 1 0 0 0,-1 0-1 0 0,1-1 1 0 0,-1 1 0 0 0,1 0-1 0 0,-1-1 1 0 0,1 1 0 0 0,0 0-1 0 0,-1 0 1 0 0,1 1 0 0 0,-6 15 97 0 0,2 0 0 0 0,0 0 0 0 0,1 0 0 0 0,-1 19 1 0 0,2 73 522 0 0,2-54-382 0 0,2 122 375 0 0,39 279 1 0 0,-31-361-26 0 0,20-252-161 0 0,-26 142-443 0 0,0 2 0 0 0,1-1 0 0 0,0 0 0 0 0,1 1-1 0 0,1 0 1 0 0,0 0 0 0 0,1 1 0 0 0,0 0 0 0 0,1 0 0 0 0,0 1 0 0 0,1 0 0 0 0,0 0 0 0 0,12-9 0 0 0,-20 19 6 0 0,-1 0 0 0 0,1 0 1 0 0,0 0-1 0 0,0 0 0 0 0,0 1 0 0 0,0-1 0 0 0,0 0 1 0 0,0 1-1 0 0,1 0 0 0 0,-1-1 0 0 0,0 1 0 0 0,0 0 1 0 0,0 0-1 0 0,0 0 0 0 0,0 0 0 0 0,0 0 0 0 0,1 1 0 0 0,-1-1 1 0 0,0 1-1 0 0,2 0 0 0 0,2 1-3 0 0,-1 0 0 0 0,0 1 0 0 0,0-1-1 0 0,0 1 1 0 0,0 0 0 0 0,7 5 0 0 0,-6-2 11 0 0,0-1-1 0 0,0 1 1 0 0,-1 1-1 0 0,0-1 1 0 0,0 1-1 0 0,0 0 1 0 0,-1 0-1 0 0,0 0 1 0 0,5 12-1 0 0,0 7 43 0 0,9 42 0 0 0,-15-50-32 0 0,1-1 1 0 0,1 0 0 0 0,1 0-1 0 0,0 0 1 0 0,1-1-1 0 0,10 17 1 0 0,-15-30-12 0 0,1 0 1 0 0,-1 0-1 0 0,0-1 1 0 0,1 1-1 0 0,-1-1 1 0 0,1 0-1 0 0,0 1 1 0 0,0-1-1 0 0,0-1 0 0 0,0 1 1 0 0,0 0-1 0 0,0-1 1 0 0,7 3-1 0 0,-3-3 2 0 0,-1 1 0 0 0,1-1 0 0 0,0 0 0 0 0,0 0 0 0 0,0-1 1 0 0,11-1-1 0 0,1-1-12 0 0,-1-2 1 0 0,0 0 0 0 0,0-1-1 0 0,25-10 1 0 0,-15 4-197 0 0,-1-1-1 0 0,0-2 1 0 0,-1-1 0 0 0,-1-1-1 0 0,-1-1 1 0 0,31-27-1 0 0,-43 33 126 0 0,0 0 1 0 0,-1-1-1 0 0,-1 0 0 0 0,0-1 0 0 0,-1 0 0 0 0,0-1 0 0 0,-1 0 0 0 0,0 0 0 0 0,-2-1 0 0 0,1 0 0 0 0,-2 0 0 0 0,0 0 0 0 0,4-23 0 0 0,-8 33 92 0 0,0-1 1 0 0,-1 1-1 0 0,0-1 1 0 0,0 1-1 0 0,-1-1 1 0 0,1 1-1 0 0,-1-1 1 0 0,0 1-1 0 0,-1-1 1 0 0,1 1-1 0 0,-1 0 1 0 0,0 0-1 0 0,0 0 1 0 0,-1 0-1 0 0,1 0 1 0 0,-1 1-1 0 0,0-1 1 0 0,-1 1-1 0 0,1-1 1 0 0,-9-6-1 0 0,11 10 11 0 0,-1 0 0 0 0,0 0 1 0 0,1 0-1 0 0,-1 0 0 0 0,0 1 0 0 0,0-1 0 0 0,0 0 0 0 0,0 1 0 0 0,1 0 1 0 0,-1 0-1 0 0,0-1 0 0 0,0 1 0 0 0,0 0 0 0 0,0 0 0 0 0,0 1 0 0 0,0-1 0 0 0,0 0 1 0 0,-3 2-1 0 0,0-1 23 0 0,0 1 0 0 0,1-1-1 0 0,-1 1 1 0 0,1 0 0 0 0,-1 1 0 0 0,-4 3 0 0 0,2-1 18 0 0,0 2 1 0 0,1-1-1 0 0,-1 1 1 0 0,1 0-1 0 0,0 0 0 0 0,1 1 1 0 0,0 0-1 0 0,-7 15 1 0 0,0 1 81 0 0,-13 48 0 0 0,19-52-108 0 0,1 0 0 0 0,1 0 0 0 0,1 1 0 0 0,1 0 0 0 0,0 24 0 0 0,2-36-33 0 0,0 1-1 0 0,1-1 1 0 0,0 0-1 0 0,1 0 1 0 0,-1 0-1 0 0,2 0 1 0 0,0-1-1 0 0,0 1 1 0 0,0-1-1 0 0,1 1 0 0 0,0-1 1 0 0,1 0-1 0 0,-1-1 1 0 0,9 11-1 0 0,-10-15 1 0 0,0 0-1 0 0,0-1 1 0 0,0 1-1 0 0,1 0 1 0 0,-1-1-1 0 0,1 0 1 0 0,-1 0-1 0 0,1 0 0 0 0,0 0 1 0 0,0-1-1 0 0,0 1 1 0 0,0-1-1 0 0,0 0 1 0 0,5 1-1 0 0,-2-2-38 0 0,0 0-1 0 0,0 0 1 0 0,-1 0-1 0 0,1 0 1 0 0,0-1-1 0 0,0-1 0 0 0,13-3 1 0 0,-5-1-294 0 0,1 0 0 0 0,-2-1 0 0 0,1-1 0 0 0,-1 0 0 0 0,0-1 0 0 0,18-15 0 0 0,-19 13-95 0 0,-1-1 1 0 0,0-1 0 0 0,0 0 0 0 0,-2-1-1 0 0,0 0 1 0 0,0 0 0 0 0,12-26-1 0 0,-9 10 64 0 0,0-1-1 0 0,16-65 0 0 0,-5 17 1492 0 0,-23 76-970 0 0,-1 3-137 0 0,0-1-1 0 0,0 1 1 0 0,0 0-1 0 0,0 0 0 0 0,0-1 1 0 0,0 1-1 0 0,1 0 0 0 0,-1-1 1 0 0,0 1-1 0 0,0 0 0 0 0,0 0 1 0 0,0-1-1 0 0,0 1 0 0 0,1 0 1 0 0,-1 0-1 0 0,0 0 1 0 0,0-1-1 0 0,1 1 0 0 0,-1 0 1 0 0,0 0-1 0 0,0 0 0 0 0,1 0 1 0 0,-1 0-1 0 0,0-1 0 0 0,0 1 1 0 0,1 0-1 0 0,-1 0 0 0 0,0 0 1 0 0,1 0-1 0 0,-1 0 0 0 0,0 0 1 0 0,0 0-1 0 0,1 0 1 0 0,7 25 603 0 0,-1 1 0 0 0,-1-1 1 0 0,-1 1-1 0 0,2 35 0 0 0,-1-12-272 0 0,31 275 548 0 0,-33-295-755 0 0,1 25 1337 0 0,4-78-1278 0 0,27-190 105 0 0,-26 172-324 0 0,2 0 0 0 0,1 1 0 0 0,21-41-1 0 0,-28 71-6 0 0,0 0-1 0 0,0 0 1 0 0,1 0-1 0 0,0 1 0 0 0,1 0 1 0 0,15-15-1 0 0,-21 24 18 0 0,0-1-1 0 0,0 1 1 0 0,0 0 0 0 0,0 0-1 0 0,0 0 1 0 0,0 1-1 0 0,0-1 1 0 0,1 0 0 0 0,-1 1-1 0 0,0-1 1 0 0,1 1-1 0 0,-1 0 1 0 0,0 0 0 0 0,4 0-1 0 0,-4 0 7 0 0,-1 0 0 0 0,0 0 1 0 0,0 1-1 0 0,0-1 0 0 0,0 0 1 0 0,0 1-1 0 0,0-1 0 0 0,0 0 1 0 0,0 1-1 0 0,0-1 0 0 0,0 1 0 0 0,0 0 1 0 0,0-1-1 0 0,0 1 0 0 0,-1 0 1 0 0,1-1-1 0 0,0 1 0 0 0,0 0 1 0 0,-1 0-1 0 0,2 1 0 0 0,0 1 15 0 0,3 2 64 0 0,0 1 0 0 0,0 0-1 0 0,-1 0 1 0 0,1 0-1 0 0,-2 1 1 0 0,1-1-1 0 0,5 14 1 0 0,14 53 389 0 0,-18-53-393 0 0,24 104 295 0 0,5 16-149 0 0,-33-138-245 0 0,-1-1-1 0 0,0 1 1 0 0,0-1 0 0 0,1 1-1 0 0,-1-1 1 0 0,1 1-1 0 0,-1-1 1 0 0,1 0-1 0 0,0 1 1 0 0,0-1-1 0 0,-1 0 1 0 0,1 0 0 0 0,0 1-1 0 0,0-1 1 0 0,0 0-1 0 0,0 0 1 0 0,1 0-1 0 0,-1 0 1 0 0,0 0-1 0 0,0 0 1 0 0,1 0 0 0 0,-1-1-1 0 0,0 1 1 0 0,1 0-1 0 0,-1-1 1 0 0,0 1-1 0 0,1-1 1 0 0,-1 0 0 0 0,1 1-1 0 0,-1-1 1 0 0,1 0-1 0 0,-1 0 1 0 0,1 0-1 0 0,0 0 1 0 0,-1 0-1 0 0,1 0 1 0 0,-1 0 0 0 0,1 0-1 0 0,-1-1 1 0 0,0 1-1 0 0,1-1 1 0 0,-1 1-1 0 0,1-1 1 0 0,-1 0-1 0 0,0 1 1 0 0,1-1 0 0 0,-1 0-1 0 0,2-1 1 0 0,8-6-907 0 0,0 1 0 0 0,-1-2 1 0 0,0 0-1 0 0,13-14 0 0 0,-17 16-18 0 0,24-27-4086 0 0,4-8-2565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2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1 339 844 0 0,'8'-93'12195'0'0,"-4"111"-10961"0"0,14 114 1709 0 0,-14-91-2596 0 0,16 72 0 0 0,-10-73-253 0 0,-4-13-12 0 0,15 42 0 0 0,-18-63-63 0 0,0 1-1 0 0,0-1 0 0 0,0 1 0 0 0,1-1 0 0 0,0 0 0 0 0,0 0 1 0 0,1-1-1 0 0,-1 1 0 0 0,1-1 0 0 0,1 0 0 0 0,6 5 0 0 0,-9-7-9 0 0,1-1 0 0 0,-1-1 0 0 0,1 1 0 0 0,-1 0 0 0 0,1-1 0 0 0,-1 1 0 0 0,1-1 0 0 0,0 0 0 0 0,0-1-1 0 0,0 1 1 0 0,0 0 0 0 0,-1-1 0 0 0,1 0 0 0 0,5 0 0 0 0,-2-1 2 0 0,-1 0 0 0 0,0-1 1 0 0,0 0-1 0 0,0 1 0 0 0,-1-2 0 0 0,1 1 1 0 0,0-1-1 0 0,6-4 0 0 0,1-1 8 0 0,-1-1-1 0 0,-1 0 0 0 0,1-1 1 0 0,-2-1-1 0 0,1 1 0 0 0,13-21 1 0 0,12-24 4 0 0,-3-1-1 0 0,45-104 1 0 0,-76 156-22 0 0,0 0-1 0 0,0-1-1 0 0,0 1 0 0 0,0-1 1 0 0,0 1-1 0 0,1 0 1 0 0,0 0-1 0 0,0 0 0 0 0,0 0 1 0 0,5-5-1 0 0,-6 8 1 0 0,0 1 0 0 0,0-1 0 0 0,0 0 0 0 0,0 1 0 0 0,0 0 0 0 0,0-1 0 0 0,0 1 0 0 0,0 0 0 0 0,0 0 0 0 0,0 0 0 0 0,0 0 0 0 0,0 0 0 0 0,0 0 0 0 0,0 1 0 0 0,0-1 0 0 0,0 1 0 0 0,0 0 0 0 0,2 0 0 0 0,22 9 33 0 0,44 23 1 0 0,-42-19 5 0 0,47 17 0 0 0,-63-27-20 0 0,1-1-1 0 0,0 0 0 0 0,0-1 1 0 0,0-1-1 0 0,-1 0 0 0 0,1-1 1 0 0,0 0-1 0 0,0-1 0 0 0,0 0 1 0 0,0-1-1 0 0,15-4 0 0 0,-18 3-10 0 0,0 0 0 0 0,-1-1 0 0 0,1 0 0 0 0,-1-1 0 0 0,0 0 0 0 0,0 0 0 0 0,-1-1 0 0 0,0 0 0 0 0,0 0 0 0 0,0-1 0 0 0,-1 0 0 0 0,0 0 0 0 0,0-1 0 0 0,9-13 0 0 0,8-20-21 0 0,23-54 0 0 0,-17 33 13 0 0,-28 53-7 0 0,-2 7 5 0 0,1 0-1 0 0,-1 0 0 0 0,1 0 1 0 0,-1 1-1 0 0,1-1 0 0 0,0 0 1 0 0,0 0-1 0 0,0 0 1 0 0,0 1-1 0 0,0-1 0 0 0,0 0 1 0 0,2-1-1 0 0,-2 1 0 0 0,0 0 1 0 0,0 0-1 0 0,1 1 0 0 0,-1-1 1 0 0,0 1-1 0 0,1-1 0 0 0,-1 1 1 0 0,1-1-1 0 0,0 1 0 0 0,-1 0 0 0 0,1-1 1 0 0,0 1-1 0 0,0 0 0 0 0,-1 0 1 0 0,1 1-1 0 0,0-1 0 0 0,0 0 1 0 0,0 1-1 0 0,0-1 0 0 0,0 1 0 0 0,0-1 1 0 0,0 1-1 0 0,4 0 0 0 0,6 3 1 0 0,1 0 0 0 0,0 1 0 0 0,-1 1-1 0 0,0 0 1 0 0,14 8 0 0 0,-10-5 13 0 0,0 0 0 0 0,33 9 0 0 0,-27-12 8 0 0,0-1 1 0 0,1-1-1 0 0,-1-1 1 0 0,0-1-1 0 0,1 0 1 0 0,-1-2-1 0 0,1-1 1 0 0,-1-1-1 0 0,0-1 1 0 0,40-12-1 0 0,-57 14-15 0 0,0 0-1 0 0,0 0 0 0 0,0 0 0 0 0,-1-1 0 0 0,1 0 0 0 0,0 0 0 0 0,-1 0 0 0 0,0-1 1 0 0,0 1-1 0 0,0-1 0 0 0,0 0 0 0 0,0 0 0 0 0,-1-1 0 0 0,0 1 0 0 0,0-1 1 0 0,0 0-1 0 0,0 1 0 0 0,-1-1 0 0 0,0 0 0 0 0,0 0 0 0 0,0-1 0 0 0,1-6 0 0 0,-3 11-3 0 0,1 0 0 0 0,-1-1 0 0 0,0 1 0 0 0,0 0-1 0 0,1-1 1 0 0,-1 1 0 0 0,0 0 0 0 0,0-1-1 0 0,-1 1 1 0 0,1-1 0 0 0,0 1 0 0 0,0 0 0 0 0,-1-1-1 0 0,1 1 1 0 0,0 0 0 0 0,-1-1 0 0 0,0 1-1 0 0,1 0 1 0 0,-1 0 0 0 0,0 0 0 0 0,1-1 0 0 0,-1 1-1 0 0,0 0 1 0 0,0 0 0 0 0,0 0 0 0 0,0 0-1 0 0,0 0 1 0 0,0 1 0 0 0,0-1 0 0 0,0 0-1 0 0,-1 0 1 0 0,1 1 0 0 0,0-1 0 0 0,0 0 0 0 0,-1 1-1 0 0,-1-1 1 0 0,-1 0 1 0 0,1 1 0 0 0,0-1 0 0 0,-1 1 0 0 0,1 0 0 0 0,-1-1 0 0 0,1 2 0 0 0,0-1 0 0 0,-1 0 0 0 0,1 1 0 0 0,-1-1 0 0 0,-4 3 0 0 0,-1 1 12 0 0,-1 1-1 0 0,1 0 1 0 0,1 0 0 0 0,-1 1 0 0 0,1 1-1 0 0,0-1 1 0 0,0 1 0 0 0,-9 12 0 0 0,-5 6 126 0 0,-21 36 0 0 0,34-47-80 0 0,-2 2-1 0 0,0 1 0 0 0,1 0 0 0 0,0 1 0 0 0,2 0 0 0 0,0 1 0 0 0,1 0 0 0 0,1 0-1 0 0,1 0 1 0 0,-4 28 0 0 0,9-43-46 0 0,-1 1 1 0 0,1-1-1 0 0,0 0 0 0 0,0 0 0 0 0,0 0 0 0 0,1 0 0 0 0,-1 0 1 0 0,1 0-1 0 0,0 0 0 0 0,0 0 0 0 0,1 0 0 0 0,-1 0 0 0 0,1 0 1 0 0,0-1-1 0 0,0 1 0 0 0,0-1 0 0 0,0 1 0 0 0,0-1 0 0 0,1 0 0 0 0,0 0 1 0 0,0 0-1 0 0,4 4 0 0 0,-1-3 1 0 0,0-1-1 0 0,0 1 1 0 0,0-2 0 0 0,0 1-1 0 0,1 0 1 0 0,-1-1 0 0 0,1 0-1 0 0,-1-1 1 0 0,1 0 0 0 0,0 0 0 0 0,-1 0-1 0 0,14-1 1 0 0,5-1-508 0 0,0-1 0 0 0,1-1 0 0 0,-1-1 0 0 0,32-10 0 0 0,45-21-7978 0 0,-58 17 873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3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367 271 1008 0 0,'-19'-41'4738'0'0,"-19"-70"1"0"0,-3-5-219 0 0,40 113-4328 0 0,-3 4-32 0 0,-2 0-113 0 0,0 1-1 0 0,0 0 1 0 0,0 0 0 0 0,0 1 0 0 0,0-1-1 0 0,0 1 1 0 0,1 1 0 0 0,-1-1 0 0 0,1 1-1 0 0,0 0 1 0 0,0 0 0 0 0,1 1 0 0 0,-1-1-1 0 0,1 1 1 0 0,-4 6 0 0 0,-7 8 90 0 0,1 0 0 0 0,-21 40 0 0 0,31-51-123 0 0,0 0 1 0 0,1 0-1 0 0,0 0 0 0 0,0 0 0 0 0,1 0 1 0 0,0 1-1 0 0,1-1 0 0 0,0 1 0 0 0,0 0 1 0 0,0-1-1 0 0,1 1 0 0 0,1 0 0 0 0,2 14 1 0 0,-1-14-7 0 0,1 1 0 0 0,0-1 0 0 0,0 1 0 0 0,1-1 0 0 0,1 0 0 0 0,-1-1 0 0 0,1 1 0 0 0,1-1 0 0 0,0 0 0 0 0,0 0 0 0 0,12 11 0 0 0,24 20 56 0 0,61 42 0 0 0,19 17 80 0 0,-119-95-81 0 0,21 23 656 0 0,-23-25-636 0 0,0 1 1 0 0,0-1-1 0 0,0 1 0 0 0,0-1 0 0 0,0 1 0 0 0,0 0 1 0 0,-1 0-1 0 0,1-1 0 0 0,-1 1 0 0 0,1 0 0 0 0,-1 0 1 0 0,0 0-1 0 0,1-1 0 0 0,-1 1 0 0 0,0 0 0 0 0,0 0 1 0 0,-1 3-1 0 0,0-1 21 0 0,0 0 1 0 0,-1 0-1 0 0,0 0 0 0 0,1-1 1 0 0,-1 1-1 0 0,0-1 0 0 0,-1 1 1 0 0,1-1-1 0 0,0 0 1 0 0,-1 0-1 0 0,0 0 0 0 0,0 0 1 0 0,0 0-1 0 0,0-1 0 0 0,0 1 1 0 0,0-1-1 0 0,-8 4 1 0 0,-10 2 2 0 0,0-1 0 0 0,-1-1 0 0 0,0 0 0 0 0,0-2 1 0 0,0-1-1 0 0,0 0 0 0 0,-1-2 0 0 0,1 0 0 0 0,-1-2 1 0 0,1 0-1 0 0,-1-2 0 0 0,1 0 0 0 0,0-2 1 0 0,-28-9-1 0 0,47 14-185 0 0,0-1 0 0 0,0-1 0 0 0,0 1 1 0 0,0 0-1 0 0,1-1 0 0 0,-1 1 0 0 0,0-1 0 0 0,0 0 0 0 0,1 0 1 0 0,-1 0-1 0 0,1 0 0 0 0,0 0 0 0 0,0-1 0 0 0,0 1 1 0 0,-4-6-1 0 0,6 6-107 0 0,-1 0-1 0 0,0 0 1 0 0,1 0 0 0 0,-1-1 0 0 0,1 1-1 0 0,0 0 1 0 0,0 0 0 0 0,0-1 0 0 0,0 1-1 0 0,0 0 1 0 0,0-1 0 0 0,1 1 0 0 0,-1 0 0 0 0,1 0-1 0 0,-1 0 1 0 0,1-1 0 0 0,0 1 0 0 0,0 0-1 0 0,0 0 1 0 0,0 0 0 0 0,1 0 0 0 0,-1 0-1 0 0,3-2 1 0 0,4-7-1626 0 0,1 1 0 0 0,1 0 0 0 0,-1 1-1 0 0,19-14 1 0 0,-7 8-3889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306 124 432 0 0,'16'-11'4067'0'0,"28"-21"-1"0"0,-37 26-3034 0 0,-5 4-817 0 0,-1 1 0 0 0,0 0 1 0 0,1-1-1 0 0,-1 1 0 0 0,0-1 0 0 0,0 1 0 0 0,0-1 1 0 0,0 1-1 0 0,-1-1 0 0 0,1 0 0 0 0,0 1 1 0 0,-1-1-1 0 0,1 0 0 0 0,-1 0 0 0 0,1 0 1 0 0,-1 1-1 0 0,0-1 0 0 0,0 0 0 0 0,0 0 0 0 0,0 0 1 0 0,0 0-1 0 0,0 1 0 0 0,0-1 0 0 0,-1 0 1 0 0,1 0-1 0 0,-1 0 0 0 0,1 1 0 0 0,-1-1 0 0 0,0 0 1 0 0,0 0-1 0 0,-1-2 0 0 0,0 3-131 0 0,1 0 0 0 0,-1 1-1 0 0,1-1 1 0 0,-1 0 0 0 0,1 1-1 0 0,-1-1 1 0 0,0 1 0 0 0,1-1-1 0 0,-1 1 1 0 0,0 0 0 0 0,1 0-1 0 0,-1 0 1 0 0,0 0 0 0 0,1 0-1 0 0,-1 0 1 0 0,0 0 0 0 0,-2 1 0 0 0,-29 8 440 0 0,19-4-386 0 0,0 2 0 0 0,1 0 1 0 0,0 0-1 0 0,0 1 0 0 0,1 1 0 0 0,-22 19 0 0 0,4 1 12 0 0,-32 40-1 0 0,46-49-104 0 0,1 0 0 0 0,1 0 0 0 0,-18 36 0 0 0,26-44-31 0 0,1 1-1 0 0,0-1 0 0 0,1 1 0 0 0,0 0 0 0 0,1 0 0 0 0,0 0 1 0 0,2 1-1 0 0,-2 16 0 0 0,3-26-4 0 0,0 1 0 0 0,0-1 0 0 0,1 0 0 0 0,0 1 0 0 0,-1-1 0 0 0,1 0 0 0 0,1 0 0 0 0,-1 1 0 0 0,1-1 0 0 0,-1 0 0 0 0,1-1 0 0 0,0 1 0 0 0,0 0 0 0 0,1 0 0 0 0,-1-1 0 0 0,1 0 0 0 0,5 6 0 0 0,-3-5-6 0 0,0 0 0 0 0,0-1 1 0 0,0 0-1 0 0,1 0 0 0 0,-1 0 0 0 0,1-1 0 0 0,-1 1 0 0 0,1-2 1 0 0,0 1-1 0 0,0 0 0 0 0,9 0 0 0 0,-2-1-8 0 0,0 0-1 0 0,1 0 1 0 0,-1-2 0 0 0,0 0-1 0 0,0 0 1 0 0,0-1 0 0 0,0-1-1 0 0,0 0 1 0 0,0-1 0 0 0,-1 0-1 0 0,14-7 1 0 0,-11 3-4 0 0,-1-1 1 0 0,0 0 0 0 0,0-1-1 0 0,-1-1 1 0 0,0 0 0 0 0,-1-1-1 0 0,0 0 1 0 0,17-24-1 0 0,-15 15-2 0 0,-2 0-1 0 0,0 0 0 0 0,-1-1 1 0 0,-1 0-1 0 0,10-36 1 0 0,28-144 27 0 0,-47 194-8 0 0,5-15-28 0 0,-6 22 21 0 0,0 1-1 0 0,0 0 0 0 0,0 0 0 0 0,0-1 0 0 0,0 1 1 0 0,0 0-1 0 0,0 0 0 0 0,0-1 0 0 0,0 1 1 0 0,0 0-1 0 0,1 0 0 0 0,-1-1 0 0 0,0 1 0 0 0,0 0 1 0 0,0 0-1 0 0,0 0 0 0 0,1 0 0 0 0,-1-1 1 0 0,0 1-1 0 0,0 0 0 0 0,0 0 0 0 0,1 0 0 0 0,-1 0 1 0 0,0 0-1 0 0,0-1 0 0 0,1 1 0 0 0,-1 0 0 0 0,0 0 1 0 0,0 0-1 0 0,1 0 0 0 0,-1 0 0 0 0,0 0 1 0 0,0 0-1 0 0,1 0 0 0 0,-1 0 0 0 0,0 0 0 0 0,0 0 1 0 0,1 0-1 0 0,-1 0 0 0 0,0 0 0 0 0,0 0 1 0 0,1 0-1 0 0,-1 1 0 0 0,0-1 0 0 0,0 0 0 0 0,1 0 1 0 0,-1 0-1 0 0,0 0 0 0 0,0 0 0 0 0,0 1 1 0 0,1-1-1 0 0,-1 0 0 0 0,0 0 0 0 0,0 0 0 0 0,0 1 1 0 0,0-1-1 0 0,1 0 0 0 0,-1 0 0 0 0,0 0 0 0 0,0 1 1 0 0,0-1-1 0 0,0 0 0 0 0,2 4 8 0 0,-1-1 0 0 0,1 1-1 0 0,-1 0 1 0 0,0-1 0 0 0,0 1 0 0 0,-1 0 0 0 0,1-1-1 0 0,-1 1 1 0 0,0 4 0 0 0,1-4 0 0 0,15 123 211 0 0,-12-108-489 0 0,1 0 1 0 0,0 0-1 0 0,2-1 0 0 0,13 28 0 0 0,-18-42-151 0 0,0 0 0 0 0,1-1-1 0 0,0 1 1 0 0,0-1 0 0 0,0 1-1 0 0,0-1 1 0 0,0 0 0 0 0,7 5 0 0 0,16 4-6230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63 2368 0 0,'-6'-41'9187'0'0,"4"28"-8115"0"0,0 8 1033 0 0,-2 2-624 0 0,2 14-377 0 0,2 35 227 0 0,3 0 0 0 0,11 65 1 0 0,-10-89-1244 0 0,1-1 0 0 0,1 0 0 0 0,1 0 0 0 0,1-1 0 0 0,1 0 0 0 0,1-1 0 0 0,18 29 0 0 0,-24-42-69 0 0,0-1 1 0 0,1 0-1 0 0,-1 0 0 0 0,1-1 0 0 0,0 1 0 0 0,0-1 0 0 0,1 0 0 0 0,-1-1 0 0 0,1 1 0 0 0,0-1 1 0 0,0 0-1 0 0,0 0 0 0 0,11 3 0 0 0,-12-5-14 0 0,-1 0 0 0 0,1-1 1 0 0,-1 1-1 0 0,1-1 0 0 0,-1 1 1 0 0,1-1-1 0 0,-1-1 0 0 0,1 1 0 0 0,-1-1 1 0 0,1 0-1 0 0,-1 0 0 0 0,1 0 0 0 0,-1 0 1 0 0,1-1-1 0 0,-1 0 0 0 0,0 0 0 0 0,0 0 1 0 0,0 0-1 0 0,0-1 0 0 0,7-5 0 0 0,-3 0-7 0 0,-1 0 0 0 0,1-1 0 0 0,-2 0 0 0 0,1 0 0 0 0,-1 0 0 0 0,0-1 0 0 0,-1 0 0 0 0,0 0 0 0 0,-1-1 0 0 0,0 1 0 0 0,-1-1 0 0 0,0 0 0 0 0,3-17 0 0 0,-1-13-1 0 0,-1-1 0 0 0,-3-52 0 0 0,-1 65 0 0 0,0 26-27 0 0,-2 4 35 0 0,1 0 0 0 0,0 0 0 0 0,0 0 0 0 0,-1 0 0 0 0,1 0 0 0 0,0 0 0 0 0,0 0 0 0 0,0 0 0 0 0,0 1 0 0 0,1-1 0 0 0,-1 0 0 0 0,0 1 0 0 0,0-1 0 0 0,1 1 0 0 0,-1-1 0 0 0,1 1 0 0 0,-1 1 0 0 0,-14 49 816 0 0,2 1 1 0 0,-13 105 0 0 0,11 111 835 0 0,14-239-1539 0 0,-3 307 812 0 0,-20 274-44 0 0,21-586-848 0 0,-1 0-1 0 0,-2-1 1 0 0,0 1 0 0 0,-2-1-1 0 0,-1 0 1 0 0,0-1-1 0 0,-18 30 1 0 0,20-42-23 0 0,1-1-1 0 0,-2-1 1 0 0,1 1-1 0 0,-1-1 1 0 0,-1-1 0 0 0,1 1-1 0 0,-17 11 1 0 0,18-16-5 0 0,-1 1 0 0 0,0-1 0 0 0,0 0 0 0 0,0 0 0 0 0,-1-1 0 0 0,1 0 0 0 0,-1-1 0 0 0,1 0 0 0 0,-1 0 0 0 0,0-1 0 0 0,-12 1 0 0 0,4-3-11 0 0,1 0-1 0 0,-1 0 1 0 0,0-2-1 0 0,1 0 1 0 0,0-1-1 0 0,0-1 1 0 0,0 0-1 0 0,0-1 1 0 0,1-1 0 0 0,0 0-1 0 0,-27-19 1 0 0,28 17-9 0 0,0-1 1 0 0,1-1-1 0 0,1 0 1 0 0,-1-1 0 0 0,2 0-1 0 0,0-1 1 0 0,0 0 0 0 0,1 0-1 0 0,1-2 1 0 0,0 1 0 0 0,-11-28-1 0 0,14 26-29 0 0,2 0 0 0 0,0 0-1 0 0,1-1 1 0 0,1 1-1 0 0,0 0 1 0 0,2-1 0 0 0,0 0-1 0 0,0 1 1 0 0,1-1-1 0 0,1 1 1 0 0,7-27 0 0 0,0 11-214 0 0,1 0 0 0 0,2 0 1 0 0,1 1-1 0 0,28-49 0 0 0,-15 38-243 0 0,3 1 1 0 0,0 2-1 0 0,3 1 0 0 0,1 2 1 0 0,2 1-1 0 0,48-38 0 0 0,83-48-3607 0 0,7 17-5017 0 0,-106 68 1076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7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1110 848 0 0,'8'13'1514'0'0,"1"0"0"0"0,0 0 0 0 0,0-1 0 0 0,1-1 0 0 0,17 16 0 0 0,-22-23-1391 0 0,0-1 0 0 0,0 1-1 0 0,1-1 1 0 0,-1 0 0 0 0,0 0 0 0 0,1-1-1 0 0,0 1 1 0 0,0-1 0 0 0,0-1 0 0 0,0 1 0 0 0,0-1-1 0 0,0 0 1 0 0,0 0 0 0 0,0-1 0 0 0,0 1-1 0 0,10-2 1 0 0,12-4-35 0 0,0-1-1 0 0,-1-2 0 0 0,1 0 1 0 0,-1-2-1 0 0,-1-1 1 0 0,0-1-1 0 0,41-27 0 0 0,-33 17-83 0 0,-2-2-1 0 0,-1-1 0 0 0,0-1 0 0 0,-3-2 0 0 0,0-1 0 0 0,-1-1 0 0 0,-2-1 0 0 0,-2-2 0 0 0,0 0 1 0 0,-2-1-1 0 0,31-73 0 0 0,-21 32-17 0 0,-3-1-1 0 0,22-100 1 0 0,9-165 92 0 0,-53 300-62 0 0,-6 39-18 0 0,-4 19-9 0 0,-5 45 156 0 0,-2 92 1 0 0,3-34 118 0 0,5-88-207 0 0,-20 253 351 0 0,20 0-139 0 0,5-255-304 0 0,1 0 0 0 0,9 46 0 0 0,-10-69-294 0 0,0 1 0 0 0,0-1-1 0 0,1 1 1 0 0,0-1 0 0 0,0 0-1 0 0,1 0 1 0 0,-1 0 0 0 0,1 0-1 0 0,1-1 1 0 0,0 0 0 0 0,0 0-1 0 0,0 0 1 0 0,0 0-1 0 0,1-1 1 0 0,6 6 0 0 0,3-5-2455 0 0,0-3-737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7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10 238 1272 0 0,'6'-53'4144'0'0,"1"-59"-1"0"0,-4 39-872 0 0,3 140-2281 0 0,-13 154 638 0 0,1-113-1210 0 0,-1 21-84 0 0,-4 190 141 0 0,11-308-464 0 0,0-3-1 0 0,-1 0-1 0 0,2 0 1 0 0,-1 0 0 0 0,1 0 0 0 0,1 0-1 0 0,2 12 1 0 0,-2-17 6 0 0,1-4-1 0 0,1 0-15 0 0,0-1 1 0 0,-1 1-1 0 0,1-1 1 0 0,-1 0-1 0 0,1 0 1 0 0,-1 0-1 0 0,0 0 0 0 0,0-1 1 0 0,0 0-1 0 0,0 1 1 0 0,0-1-1 0 0,0 0 1 0 0,-1 0-1 0 0,1 0 1 0 0,2-7-1 0 0,8-11-20 0 0,14-33 0 0 0,-12 22 5 0 0,26-54-37 0 0,18-33 0 0 0,-46 98 36 0 0,0 0-1 0 0,1 1 1 0 0,22-25 0 0 0,-35 43 15 0 0,0 0 0 0 0,1 0 0 0 0,0 1 1 0 0,-1-1-1 0 0,1 0 0 0 0,0 1 0 0 0,0-1 0 0 0,0 1 0 0 0,0 0 0 0 0,0 0 0 0 0,0 0 0 0 0,0 0 1 0 0,0 0-1 0 0,1 0 0 0 0,-1 0 0 0 0,0 1 0 0 0,1-1 0 0 0,-1 1 0 0 0,0 0 0 0 0,1-1 0 0 0,-1 1 0 0 0,0 0 1 0 0,1 0-1 0 0,-1 1 0 0 0,1-1 0 0 0,-1 0 0 0 0,0 1 0 0 0,1 0 0 0 0,2 1 0 0 0,-1 0 6 0 0,0 1 0 0 0,0 0-1 0 0,0 0 1 0 0,0 0-1 0 0,0 1 1 0 0,0-1 0 0 0,-1 1-1 0 0,0 0 1 0 0,0 0 0 0 0,0 0-1 0 0,0 1 1 0 0,3 8 0 0 0,6 16 71 0 0,-1 1 0 0 0,-2 0 0 0 0,-1 1 1 0 0,7 50-1 0 0,1 5 29 0 0,-13-73-90 0 0,1 0 0 0 0,0 0 1 0 0,1 0-1 0 0,0 0 0 0 0,11 18 0 0 0,-13-25-6 0 0,1-1 0 0 0,-1 0 0 0 0,1-1 0 0 0,0 1 0 0 0,1-1 0 0 0,-1 1-1 0 0,1-1 1 0 0,0-1 0 0 0,0 1 0 0 0,0-1 0 0 0,0 0 0 0 0,1 0 0 0 0,-1 0 0 0 0,11 3 0 0 0,-1-2 3 0 0,-1 0 0 0 0,0-2 0 0 0,1 1 1 0 0,-1-2-1 0 0,1 0 0 0 0,-1-1 0 0 0,1 0 0 0 0,0-1 1 0 0,-1-1-1 0 0,1 0 0 0 0,-1-1 0 0 0,0-1 0 0 0,0 0 0 0 0,18-8 1 0 0,-17 5-15 0 0,0-1 0 0 0,-1 0 1 0 0,1-2-1 0 0,-2 1 0 0 0,1-2 1 0 0,-2 1-1 0 0,1-2 0 0 0,-1 0 1 0 0,-1 0-1 0 0,0-1 1 0 0,-1 0-1 0 0,10-18 0 0 0,-9 12-7 0 0,-1 0 0 0 0,-1 0 0 0 0,-1-1 1 0 0,-1 0-1 0 0,-1 0 0 0 0,0 0 0 0 0,-2-1 0 0 0,0 0 0 0 0,-2 0 0 0 0,0 0 0 0 0,-1-1 0 0 0,-1 1 0 0 0,-1 0 0 0 0,-7-36 0 0 0,7 53 9 0 0,0 1 1 0 0,0-1-1 0 0,-1 1 0 0 0,0 0 0 0 0,0 0 0 0 0,0 0 1 0 0,0 0-1 0 0,0 0 0 0 0,-3-3 0 0 0,4 5 0 0 0,0 1 1 0 0,1 0-1 0 0,-1-1 1 0 0,0 1-1 0 0,0 0 1 0 0,1-1-1 0 0,-1 1 1 0 0,0 0-1 0 0,0 0 1 0 0,0 0-1 0 0,1 0 1 0 0,-1 0-1 0 0,0 0 1 0 0,0 0-1 0 0,0 0 1 0 0,1 0-1 0 0,-1 0 1 0 0,0 1-1 0 0,0-1 1 0 0,0 0-1 0 0,1 0 1 0 0,-1 1-1 0 0,0-1 1 0 0,0 0-1 0 0,1 1 1 0 0,-1-1-1 0 0,0 1 1 0 0,0 0-1 0 0,-14 10 9 0 0,10-6 2 0 0,0 0 1 0 0,0 0-1 0 0,1 1 1 0 0,-1-1-1 0 0,1 1 1 0 0,1 0-1 0 0,-1 0 1 0 0,1 1-1 0 0,0-1 1 0 0,-4 14-1 0 0,0 4 31 0 0,-5 39-1 0 0,10-53-25 0 0,1 0-1 0 0,0 0 0 0 0,1 0 0 0 0,0 0 0 0 0,1 0 1 0 0,0 0-1 0 0,0 0 0 0 0,1 0 0 0 0,0 0 1 0 0,1 0-1 0 0,0 0 0 0 0,1-1 0 0 0,6 13 0 0 0,-6-15-3 0 0,0 0 0 0 0,1-1 0 0 0,0 0 0 0 0,0 0 0 0 0,0 0 0 0 0,0-1 0 0 0,1 0-1 0 0,0 0 1 0 0,0 0 0 0 0,1-1 0 0 0,-1 1 0 0 0,1-2 0 0 0,0 1 0 0 0,0-1-1 0 0,0 0 1 0 0,0 0 0 0 0,15 3 0 0 0,1-2-97 0 0,1 0 0 0 0,0-2 0 0 0,-1 0 0 0 0,1-2-1 0 0,0-1 1 0 0,0 0 0 0 0,-1-2 0 0 0,1-1 0 0 0,42-12 0 0 0,-46 9-916 0 0,0 0 0 0 0,26-16 0 0 0,-29 13-1122 0 0,0 0 1 0 0,26-23-1 0 0,-21 14-3252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356 133 2692 0 0,'-321'25'11409'0'0,"307"-25"-10910"0"0,-6 1 735 0 0,41-8-566 0 0,-17 6-630 0 0,405-83 688 0 0,8 34-5510 0 0,-346 42 751 0 0,-8 0-2012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52 700 0 0,'70'-45'8762'0'0,"-69"43"-8428"0"0,2 1-74 0 0,-3 1-230 0 0,1-1 0 0 0,-1 1 0 0 0,1 0 1 0 0,0-1-1 0 0,-1 1 0 0 0,1 0 0 0 0,0 0 1 0 0,-1-1-1 0 0,1 1 0 0 0,0 0 0 0 0,-1 0 1 0 0,1 0-1 0 0,0 0 0 0 0,-1 0 0 0 0,1 0 1 0 0,0 0-1 0 0,-1 0 0 0 0,1 0 0 0 0,0 0 1 0 0,-1 1-1 0 0,1-1 0 0 0,-1 0 0 0 0,1 0 1 0 0,0 1-1 0 0,-1-1 0 0 0,1 0 0 0 0,-1 1 1 0 0,1-1-1 0 0,1 1 0 0 0,-1 1 22 0 0,0-1 1 0 0,1 1-1 0 0,-1 0 0 0 0,0 0 1 0 0,0 0-1 0 0,0 0 0 0 0,0 0 1 0 0,-1 0-1 0 0,2 4 0 0 0,1 5 149 0 0,-1 1 0 0 0,1 23 0 0 0,-11 401 1363 0 0,-5-252-1314 0 0,9-145 30 0 0,4-36-178 0 0,2-4-67 0 0,1-1-29 0 0,0 0 1 0 0,0 0-1 0 0,0-1 0 0 0,-1 1 0 0 0,1-1 1 0 0,-1 0-1 0 0,0 0 0 0 0,0 0 1 0 0,0 0-1 0 0,3-5 0 0 0,18-42 42 0 0,-13 28-46 0 0,35-81-74 0 0,-28 61 54 0 0,2 0 1 0 0,43-70-1 0 0,-60 109 17 0 0,0 0-1 0 0,-1 1 1 0 0,1-1-1 0 0,0 1 1 0 0,0 0-1 0 0,1 0 1 0 0,-1 0 0 0 0,0 0-1 0 0,1 0 1 0 0,-1 0-1 0 0,1 1 1 0 0,0-1 0 0 0,0 1-1 0 0,-1 0 1 0 0,1-1-1 0 0,0 1 1 0 0,0 1 0 0 0,0-1-1 0 0,0 0 1 0 0,0 1-1 0 0,5-1 1 0 0,-3 2 3 0 0,-1-1 0 0 0,1 1 0 0 0,0 0 0 0 0,0 1 0 0 0,-1-1 0 0 0,1 1 0 0 0,-1 0 0 0 0,1 0 0 0 0,-1 0 0 0 0,0 1 0 0 0,0 0 0 0 0,0-1 0 0 0,4 5 0 0 0,16 15 21 0 0,-1 1 1 0 0,-2 1 0 0 0,0 1-1 0 0,21 35 1 0 0,-3-7 18 0 0,-18-21 99 0 0,-19-30-68 0 0,-1-2-71 0 0,0 0-1 0 0,0-1 0 0 0,0 1 1 0 0,1 0-1 0 0,-1-1 1 0 0,0 1-1 0 0,0-1 0 0 0,0 0 1 0 0,0 1-1 0 0,0-1 1 0 0,0 0-1 0 0,0 1 0 0 0,0-1 1 0 0,-1 0-1 0 0,1 0 0 0 0,0 0 1 0 0,0 0-1 0 0,-1 0 1 0 0,1 0-1 0 0,0 0 0 0 0,-1 0 1 0 0,1 0-1 0 0,0-2 0 0 0,11-34 2 0 0,-8 23-5 0 0,0 3-4 0 0,63-162-72 0 0,-57 152 74 0 0,1 0 1 0 0,1 1-1 0 0,1 0 0 0 0,0 1 0 0 0,30-33 1 0 0,-40 49 6 0 0,0 0 1 0 0,0 0 0 0 0,1 0-1 0 0,-1 0 1 0 0,1 0 0 0 0,-1 1 0 0 0,1 0-1 0 0,0-1 1 0 0,0 1 0 0 0,0 1-1 0 0,0-1 1 0 0,0 0 0 0 0,1 1-1 0 0,-1 0 1 0 0,0 0 0 0 0,1 1-1 0 0,-1-1 1 0 0,0 1 0 0 0,1 0 0 0 0,-1 0-1 0 0,1 0 1 0 0,-1 0 0 0 0,1 1-1 0 0,-1 0 1 0 0,0 0 0 0 0,0 0-1 0 0,1 0 1 0 0,-1 1 0 0 0,0 0-1 0 0,0 0 1 0 0,0 0 0 0 0,0 0 0 0 0,-1 0-1 0 0,1 1 1 0 0,-1 0 0 0 0,4 3-1 0 0,1 1 9 0 0,0 1 0 0 0,-1-1 0 0 0,0 2 0 0 0,-1-1 0 0 0,0 1 0 0 0,0 0 0 0 0,-1 0 0 0 0,0 1 0 0 0,0-1 0 0 0,-1 1 0 0 0,3 11 0 0 0,2 14 50 0 0,-1 0 1 0 0,2 35-1 0 0,-5-33-807 0 0,13 50 1 0 0,-17-84 337 0 0,-1 0 1 0 0,1 0 0 0 0,1 0 0 0 0,-1 0 0 0 0,0-1-1 0 0,1 1 1 0 0,-1 0 0 0 0,1 0 0 0 0,0-1-1 0 0,0 1 1 0 0,0-1 0 0 0,0 0 0 0 0,0 0 0 0 0,4 3-1 0 0,8 4-4686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236 173 2504 0 0,'-3'0'3445'0'0,"-1"2"-2829"0"0,-1 0 1 0 0,1 0 0 0 0,0 1 0 0 0,-1-1 0 0 0,1 1 0 0 0,0 0 0 0 0,1 0 0 0 0,-6 5 0 0 0,3-2-206 0 0,0 1 0 0 0,0 0 0 0 0,-8 12 0 0 0,14-18-398 0 0,0-1 0 0 0,-1 1 0 0 0,1-1 0 0 0,0 1 1 0 0,0-1-1 0 0,0 1 0 0 0,0 0 0 0 0,0-1 1 0 0,0 1-1 0 0,0-1 0 0 0,0 1 0 0 0,0-1 1 0 0,0 1-1 0 0,0 0 0 0 0,0-1 0 0 0,0 1 1 0 0,0-1-1 0 0,0 1 0 0 0,0-1 0 0 0,1 1 0 0 0,-1-1 1 0 0,0 1-1 0 0,1-1 0 0 0,-1 1 0 0 0,0-1 1 0 0,1 1-1 0 0,-1-1 0 0 0,0 1 0 0 0,1-1 1 0 0,-1 0-1 0 0,1 1 0 0 0,-1-1 0 0 0,0 0 1 0 0,2 1-1 0 0,19 9 262 0 0,-15-9-269 0 0,-1-1 1 0 0,1 1 0 0 0,0-1-1 0 0,-1 0 1 0 0,1 0 0 0 0,0-1-1 0 0,-1 1 1 0 0,1-1 0 0 0,-1-1-1 0 0,1 1 1 0 0,-1-1 0 0 0,0 0-1 0 0,0 0 1 0 0,0-1 0 0 0,0 1-1 0 0,0-1 1 0 0,0 0 0 0 0,0 0-1 0 0,-1-1 1 0 0,0 1 0 0 0,0-1-1 0 0,0 0 1 0 0,0 0 0 0 0,0-1-1 0 0,-1 1 1 0 0,0-1 0 0 0,0 0-1 0 0,0 1 1 0 0,0-1 0 0 0,-1-1-1 0 0,0 1 1 0 0,0 0 0 0 0,0 0-1 0 0,-1-1 1 0 0,0 1 0 0 0,0-1-1 0 0,0 0 1 0 0,-1 1 0 0 0,1-1-1 0 0,-1 1 1 0 0,-1-1 0 0 0,1 0-1 0 0,-1 1 1 0 0,0-1 0 0 0,-2-6-1 0 0,0 4-14 0 0,-16-42 18 0 0,17 46-17 0 0,0 0 0 0 0,0 1 0 0 0,0 0-1 0 0,0-1 1 0 0,-1 1 0 0 0,1 0 0 0 0,-1 0 0 0 0,0 0-1 0 0,0 1 1 0 0,-6-5 0 0 0,7 6 16 0 0,-1 0 1 0 0,0 0-1 0 0,1 0 1 0 0,-1 1-1 0 0,0-1 0 0 0,0 1 1 0 0,1 0-1 0 0,-1 0 1 0 0,0 0-1 0 0,0 0 0 0 0,0 0 1 0 0,0 0-1 0 0,1 1 0 0 0,-1 0 1 0 0,0-1-1 0 0,0 1 1 0 0,1 0-1 0 0,-1 0 0 0 0,1 0 1 0 0,-1 1-1 0 0,-2 1 1 0 0,-5 4 62 0 0,0 0-1 0 0,1 0 1 0 0,0 1 0 0 0,1 0 0 0 0,-1 0 0 0 0,2 1 0 0 0,-10 12 0 0 0,-43 72 421 0 0,58-89-477 0 0,-11 17 63 0 0,2 2 0 0 0,0 0-1 0 0,1 0 1 0 0,1 1-1 0 0,-6 30 1 0 0,12-43-60 0 0,2-1 0 0 0,0 1 0 0 0,0-1 0 0 0,1 1 1 0 0,0-1-1 0 0,2 18 0 0 0,0-22-16 0 0,-1 0 0 0 0,1 0 0 0 0,0 0 1 0 0,0 0-1 0 0,0 0 0 0 0,1-1 0 0 0,0 1 1 0 0,0-1-1 0 0,0 0 0 0 0,1 0 0 0 0,0 0 1 0 0,5 6-1 0 0,-3-6-161 0 0,0 0 0 0 0,1-1 0 0 0,-1 0 0 0 0,1 0 0 0 0,0 0 0 0 0,0-1 0 0 0,1 0-1 0 0,-1 0 1 0 0,1 0 0 0 0,-1-1 0 0 0,1-1 0 0 0,0 1 0 0 0,0-1 0 0 0,9 0 0 0 0,2 0-843 0 0,0-2 0 0 0,0 0 0 0 0,0 0-1 0 0,33-9 1 0 0,-13 0-1730 0 0,-2-3-808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97 122 2356 0 0,'21'-92'7901'0'0,"-18"79"-6886"0"0,-1 21 297 0 0,0 20-201 0 0,-17 71 507 0 0,-42 153 0 0 0,37-172-1314 0 0,5-41 93 0 0,2-47-385 0 0,13 7-12 0 0,-1-1-1 0 0,0 0 0 0 0,1 1 0 0 0,-1-1 0 0 0,1 0 1 0 0,-1 1-1 0 0,1-1 0 0 0,0 0 0 0 0,0 0 1 0 0,0 1-1 0 0,0-1 0 0 0,0 0 0 0 0,0 0 0 0 0,1-1 1 0 0,5-30-22 0 0,-4 28 18 0 0,8-40-20 0 0,30-76-1 0 0,-33 106 21 0 0,-1 0-1 0 0,2 0 1 0 0,0 1-1 0 0,1 0 1 0 0,0 1-1 0 0,1 0 1 0 0,1 0-1 0 0,19-18 1 0 0,-27 29 1 0 0,1-1 0 0 0,-1 1 0 0 0,0-1 0 0 0,1 1 0 0 0,0 0 0 0 0,-1 0 0 0 0,1 1 0 0 0,0-1 0 0 0,0 1 0 0 0,0 0 0 0 0,0 0 0 0 0,0 0 0 0 0,0 0 0 0 0,1 1 0 0 0,-1-1 0 0 0,0 1 0 0 0,0 0 0 0 0,0 1 0 0 0,0-1 0 0 0,1 1 0 0 0,-1-1 0 0 0,0 1 0 0 0,7 3 0 0 0,-3 0 4 0 0,-1-1 0 0 0,0 1 0 0 0,1 1-1 0 0,-1 0 1 0 0,-1-1 0 0 0,1 2 0 0 0,-1-1-1 0 0,0 1 1 0 0,0 0 0 0 0,0 1 0 0 0,4 6 0 0 0,8 13 19 0 0,-2 0 1 0 0,0 1 0 0 0,20 50 0 0 0,-29-58 3 0 0,0 1 0 0 0,-1 0 1 0 0,-1 0-1 0 0,-1 0 0 0 0,-1 1 1 0 0,1 30-1 0 0,-5-46-9 0 0,1-1-1 0 0,0 1 1 0 0,-1-1 0 0 0,0 1-1 0 0,-2 6 1 0 0,2-9 6 0 0,-1-3-15 0 0,1 0-6 0 0,-1 0-1 0 0,1-1 1 0 0,0 1-1 0 0,0 0 0 0 0,0 0 1 0 0,0-1-1 0 0,1 1 1 0 0,-1 0-1 0 0,0-1 1 0 0,0 1-1 0 0,1-1 0 0 0,-1 1 1 0 0,1-1-1 0 0,-1 1 1 0 0,1-1-1 0 0,0 1 1 0 0,0-1-1 0 0,0 1 1 0 0,0-1-1 0 0,0 0 0 0 0,0 1 1 0 0,0-3-1 0 0,7-46-46 0 0,-3 27 29 0 0,2-10-1 0 0,1 0-1 0 0,1 1 0 0 0,2-1 1 0 0,1 2-1 0 0,1 0 1 0 0,2 0-1 0 0,2 1 0 0 0,0 1 1 0 0,27-36-1 0 0,-37 56 15 0 0,1 1 0 0 0,0 0 1 0 0,0 0-1 0 0,1 1 0 0 0,0 0 0 0 0,0 0 0 0 0,0 1 0 0 0,1 0 0 0 0,0 1 0 0 0,1-1 0 0 0,-1 2 0 0 0,1-1 0 0 0,13-3 1 0 0,-19 7 3 0 0,0 1 1 0 0,0-1-1 0 0,0 1 1 0 0,0 0-1 0 0,0 0 0 0 0,0 0 1 0 0,0 1-1 0 0,0-1 1 0 0,-1 1-1 0 0,1 0 1 0 0,0 0-1 0 0,0 0 1 0 0,0 1-1 0 0,-1 0 1 0 0,1-1-1 0 0,-1 1 1 0 0,1 0-1 0 0,-1 0 1 0 0,0 1-1 0 0,0-1 1 0 0,5 5-1 0 0,-1 1 7 0 0,0-1 1 0 0,-1 1-1 0 0,0 1 0 0 0,0-1 0 0 0,0 1 0 0 0,7 17 1 0 0,3 15 78 0 0,20 77-1 0 0,0 3-653 0 0,-36-120 537 0 0,4 9-709 0 0,0 0 1 0 0,0 0-1 0 0,10 15 1 0 0,-12-22-19 0 0,1 0 0 0 0,-1 0 1 0 0,1 0-1 0 0,-1 0 0 0 0,1 0 0 0 0,0-1 1 0 0,0 1-1 0 0,5 2 0 0 0,4 1-4128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73 169 1248 0 0,'-8'-166'12022'0'0,"7"164"-10924"0"0,-6 120 1817 0 0,-11 215-117 0 0,11-145-2225 0 0,0 87-22 0 0,5-257-458 0 0,1-15-39 0 0,-1-4-49 0 0,0 0-2 0 0,1 0 0 0 0,-1-1-1 0 0,1 1 1 0 0,-1-1-1 0 0,1 0 1 0 0,0 0 0 0 0,-1 1-1 0 0,1-1 1 0 0,0 0-1 0 0,0 0 1 0 0,0 0 0 0 0,1 0-1 0 0,-1 0 1 0 0,0 0-1 0 0,1 0 1 0 0,-1 0 0 0 0,1-1-1 0 0,0 1 1 0 0,0 0 0 0 0,0 0-1 0 0,0-4 1 0 0,4-58-80 0 0,-3 57 67 0 0,0-8 0 0 0,2 1 0 0 0,0 0 1 0 0,1 0-1 0 0,0 0 0 0 0,1 1 0 0 0,0-1 0 0 0,1 1 0 0 0,1 0 1 0 0,14-20-1 0 0,-15 24-4 0 0,1 0 1 0 0,0 1 0 0 0,0 1-1 0 0,1-1 1 0 0,0 1-1 0 0,0 0 1 0 0,1 1-1 0 0,0 0 1 0 0,0 0 0 0 0,0 1-1 0 0,1 0 1 0 0,0 1-1 0 0,14-5 1 0 0,-20 8 9 0 0,0 1 0 0 0,0-1 0 0 0,-1 1 0 0 0,1 0 0 0 0,0 0 0 0 0,0 0 1 0 0,0 1-1 0 0,-1-1 0 0 0,1 1 0 0 0,0 0 0 0 0,0 0 0 0 0,-1 1 0 0 0,1-1 0 0 0,-1 1 0 0 0,7 3 0 0 0,0 1-9 0 0,0 1-1 0 0,0 0 0 0 0,12 13 1 0 0,-15-14 25 0 0,0 2 1 0 0,-1-1 0 0 0,0 1-1 0 0,-1 0 1 0 0,1 0 0 0 0,-1 0 0 0 0,-1 1-1 0 0,0-1 1 0 0,0 1 0 0 0,-1 1 0 0 0,0-1-1 0 0,-1 0 1 0 0,1 1 0 0 0,0 11-1 0 0,-3-15-2 0 0,1 0-1 0 0,-1 1 0 0 0,0-1 1 0 0,0 0-1 0 0,-1 1 0 0 0,0-1 1 0 0,0 0-1 0 0,0 0 0 0 0,-1 0 0 0 0,0 0 1 0 0,0 0-1 0 0,-1 0 0 0 0,0 0 1 0 0,0-1-1 0 0,0 1 0 0 0,0-1 1 0 0,-1 0-1 0 0,0 0 0 0 0,0 0 0 0 0,0-1 1 0 0,-1 1-1 0 0,-7 5 0 0 0,-3-1-1 0 0,0-1 1 0 0,0 0-1 0 0,0-1 0 0 0,-1-1 0 0 0,0-1 0 0 0,0 0 0 0 0,-1-1 1 0 0,1-1-1 0 0,-1 0 0 0 0,0-1 0 0 0,-31-1 0 0 0,29-4-518 0 0,15 1 365 0 0,3 2 52 0 0,0-1 0 0 0,0 1 0 0 0,0 0 0 0 0,1-1 0 0 0,-1 1 0 0 0,0-1 0 0 0,0 1 0 0 0,1-1 0 0 0,-1 1 0 0 0,0-1 0 0 0,1 0 0 0 0,-1 1 0 0 0,0-1 0 0 0,1 0 0 0 0,-1 1 0 0 0,1-1 0 0 0,-1 0 0 0 0,1 0 0 0 0,0 0 0 0 0,-1 1 0 0 0,1-1 1 0 0,0 0-1 0 0,-1 0 0 0 0,1 0 0 0 0,0 0 0 0 0,0 0 0 0 0,0 0 0 0 0,0 1 0 0 0,0-1 0 0 0,0 0 0 0 0,0 0 0 0 0,0 0 0 0 0,0 0 0 0 0,1-1 0 0 0,-1-2-352 0 0,1 1 0 0 0,0 0 0 0 0,0-1 0 0 0,0 1 0 0 0,1 0 0 0 0,3-6 0 0 0,24-25-4011 0 0,-19 23 1854 0 0,7-8-2339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2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2 119 52 0 0,'4'-2'1077'0'0,"0"1"1"0"0,-1 0-1 0 0,1 0 1 0 0,0 0-1 0 0,-1 0 1 0 0,1 0-1 0 0,7 1 0 0 0,-10 0-891 0 0,0 0 0 0 0,1 0 0 0 0,-1 1-1 0 0,0-1 1 0 0,0 1 0 0 0,1-1-1 0 0,-1 1 1 0 0,0 0 0 0 0,0-1-1 0 0,0 1 1 0 0,0 0 0 0 0,0 0 0 0 0,0 0-1 0 0,0 0 1 0 0,0 0 0 0 0,0 0-1 0 0,0 0 1 0 0,-1 0 0 0 0,1 0-1 0 0,0 0 1 0 0,-1 0 0 0 0,1 0-1 0 0,-1 1 1 0 0,1-1 0 0 0,-1 0 0 0 0,1 3-1 0 0,2 6 622 0 0,0-2-204 0 0,0 1-1 0 0,0-1 1 0 0,8 15-1 0 0,-9-20-513 0 0,-1-1 0 0 0,1 1 0 0 0,0-1 0 0 0,0 0 1 0 0,0 0-1 0 0,0 0 0 0 0,0 0 0 0 0,0 0 0 0 0,1 0 0 0 0,-1-1 0 0 0,0 1 0 0 0,1-1 0 0 0,-1 1 0 0 0,1-1 0 0 0,0 0 0 0 0,-1 0 0 0 0,6 1 0 0 0,-3-1-45 0 0,3 0 61 0 0,-1 1-1 0 0,1-1 1 0 0,-1-1 0 0 0,1 1 0 0 0,14-2 0 0 0,-17-1-90 0 0,0 1-1 0 0,0-1 1 0 0,-1 0 0 0 0,1 0 0 0 0,-1 0 0 0 0,1-1 0 0 0,-1 0 0 0 0,0 1 0 0 0,0-1-1 0 0,0-1 1 0 0,-1 1 0 0 0,1-1 0 0 0,-1 1 0 0 0,1-1 0 0 0,-1 0 0 0 0,-1 0-1 0 0,1-1 1 0 0,0 1 0 0 0,-1 0 0 0 0,0-1 0 0 0,2-6 0 0 0,-1 4-13 0 0,-1 0 1 0 0,0-1-1 0 0,0 1 0 0 0,-1 0 1 0 0,0-1-1 0 0,0 1 1 0 0,0 0-1 0 0,-1-1 1 0 0,-1 1-1 0 0,1-1 0 0 0,-1 1 1 0 0,0-1-1 0 0,-1 1 1 0 0,-4-12-1 0 0,5 17-1 0 0,0 0-1 0 0,0 0 0 0 0,0 0 1 0 0,-1 0-1 0 0,1 0 1 0 0,-1 0-1 0 0,1 0 1 0 0,-1 0-1 0 0,0 1 1 0 0,0-1-1 0 0,1 1 0 0 0,-1-1 1 0 0,0 1-1 0 0,-1 0 1 0 0,1 0-1 0 0,0 0 1 0 0,0 0-1 0 0,0 0 1 0 0,-1 0-1 0 0,1 1 1 0 0,0-1-1 0 0,-1 1 0 0 0,1-1 1 0 0,0 1-1 0 0,-1 0 1 0 0,1 0-1 0 0,-1 0 1 0 0,-3 1-1 0 0,0 0 9 0 0,0 0-1 0 0,0 0 0 0 0,0 0 1 0 0,0 1-1 0 0,0 0 1 0 0,1 0-1 0 0,-1 0 1 0 0,1 1-1 0 0,-1 0 1 0 0,-6 5-1 0 0,-1 3 39 0 0,0 1 0 0 0,0 0 0 0 0,1 1 0 0 0,1 0 1 0 0,0 1-1 0 0,1 0 0 0 0,-13 24 0 0 0,16-25-22 0 0,1 1 0 0 0,0 0-1 0 0,0 0 1 0 0,2 0 0 0 0,0 1 0 0 0,0 0 0 0 0,1 0 0 0 0,1-1 0 0 0,0 18 0 0 0,2-25-12 0 0,0 0 1 0 0,1 0 0 0 0,-1 0 0 0 0,2 0 0 0 0,-1 0 0 0 0,1-1 0 0 0,0 1 0 0 0,0-1 0 0 0,0 1 0 0 0,1-1 0 0 0,0 0 0 0 0,1 0 0 0 0,6 10 0 0 0,-6-12-114 0 0,0 0 1 0 0,0 0-1 0 0,0-1 0 0 0,0 1 0 0 0,1-1 0 0 0,-1 0 0 0 0,1 0 0 0 0,0 0 1 0 0,0-1-1 0 0,0 0 0 0 0,0 0 0 0 0,0 0 0 0 0,0-1 0 0 0,1 1 1 0 0,-1-1-1 0 0,1 0 0 0 0,8 0 0 0 0,-5-1-412 0 0,-1 0 0 0 0,0-1 1 0 0,1 0-1 0 0,-1 0 0 0 0,0-1 0 0 0,0 0 0 0 0,0 0 0 0 0,11-6 1 0 0,-11 5-751 0 0,0-1 1 0 0,-1 0 0 0 0,1-1-1 0 0,11-9 1 0 0,2-6-4093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2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1452 0 0,'6'-16'1960'0'0,"-4"10"-1090"0"0,0 0 0 0 0,0 1 0 0 0,1-1 0 0 0,0 1 0 0 0,0 0 0 0 0,7-9 1075 0 0,7 18-879 0 0,-14-1-875 0 0,0-1 0 0 0,0 1 0 0 0,-1 0 0 0 0,1 0 0 0 0,-1 0 0 0 0,1 0 0 0 0,-1 0 0 0 0,0 0 0 0 0,0 1 0 0 0,-1-1 0 0 0,1 1 0 0 0,1 6 0 0 0,0-4 32 0 0,13 32 519 0 0,-2 2 0 0 0,-2 0 0 0 0,-1 0 0 0 0,-2 1 0 0 0,-2 0 0 0 0,-1 1 0 0 0,-3 0 0 0 0,-2 61 0 0 0,-1-100-662 0 0,0 0 0 0 0,0 0 1 0 0,-1 0-1 0 0,1 0 0 0 0,-1 0 1 0 0,0 0-1 0 0,0 0 1 0 0,0-1-1 0 0,0 1 0 0 0,0 0 1 0 0,-1-1-1 0 0,1 1 0 0 0,-1-1 1 0 0,0 1-1 0 0,1-1 1 0 0,-1 0-1 0 0,0 1 0 0 0,-1-1 1 0 0,1 0-1 0 0,0-1 0 0 0,-3 3 1 0 0,4-4-66 0 0,0 0-1 0 0,1 1 1 0 0,-1-1 0 0 0,0 0 0 0 0,0 0 0 0 0,0 0 0 0 0,1 0 0 0 0,-1 0 0 0 0,0 0-1 0 0,0 0 1 0 0,1 0 0 0 0,-1 0 0 0 0,0-1 0 0 0,0 1 0 0 0,1 0 0 0 0,-1 0-1 0 0,0-1 1 0 0,0 1 0 0 0,1 0 0 0 0,-1-1 0 0 0,0 1 0 0 0,1-1 0 0 0,-1 1-1 0 0,1-1 1 0 0,-1 1 0 0 0,0-1 0 0 0,1 0 0 0 0,-1 0 0 0 0,-12-19 132 0 0,11 12-143 0 0,0 0 0 0 0,0 1 0 0 0,1-1 0 0 0,0 0 0 0 0,0 0 0 0 0,1 0 0 0 0,0 0 0 0 0,1 0 0 0 0,0 0 0 0 0,0 0 0 0 0,0 1 0 0 0,1-1 0 0 0,0 0 1 0 0,1 1-1 0 0,-1-1 0 0 0,7-10 0 0 0,4-6-213 0 0,0 0 0 0 0,2 2 0 0 0,26-32 1 0 0,-19 28-742 0 0,1 1 0 0 0,1 1 1 0 0,1 1-1 0 0,36-24 1 0 0,-29 25-3486 0 0,56-28 0 0 0,-48 29-2150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3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187 642 940 0 0,'-3'-72'6345'0'0,"-2"-17"-1332"0"0,5 87-4377 0 0,-2 3-489 0 0,-2 3-107 0 0,0 0 1 0 0,1 0-1 0 0,0 0 0 0 0,0 0 0 0 0,0 0 0 0 0,1 1 0 0 0,-1 0 1 0 0,1-1-1 0 0,0 1 0 0 0,0 0 0 0 0,1 0 0 0 0,-3 9 0 0 0,-1 11 67 0 0,-2 30 0 0 0,6-44-84 0 0,0-1 0 0 0,1 0 0 0 0,0 1 0 0 0,1-1 0 0 0,0 1 0 0 0,1-1-1 0 0,0 0 1 0 0,0 0 0 0 0,1 0 0 0 0,1 0 0 0 0,4 10 0 0 0,-5-14-7 0 0,1 1 1 0 0,0-1-1 0 0,0 0 0 0 0,1 0 1 0 0,0 0-1 0 0,0-1 0 0 0,0 0 1 0 0,1 0-1 0 0,-1 0 0 0 0,1 0 1 0 0,0-1-1 0 0,1 0 0 0 0,-1 0 1 0 0,1-1-1 0 0,13 5 0 0 0,-11-4-6 0 0,1-2 0 0 0,-1 1 0 0 0,1-2 0 0 0,0 1 0 0 0,-1-1 0 0 0,1 0 0 0 0,0-1 0 0 0,0-1 0 0 0,-1 1 0 0 0,1-1 0 0 0,0-1 0 0 0,-1 0 0 0 0,19-6 0 0 0,-21 5-11 0 0,0 0 0 0 0,0 0 0 0 0,0-1 0 0 0,-1 0-1 0 0,1-1 1 0 0,-1 1 0 0 0,0-1 0 0 0,0 0-1 0 0,-1 0 1 0 0,0-1 0 0 0,0 0 0 0 0,0 0-1 0 0,0 0 1 0 0,-1-1 0 0 0,0 1 0 0 0,-1-1-1 0 0,1 0 1 0 0,2-10 0 0 0,-2 3-3 0 0,0 0-1 0 0,-1 0 1 0 0,-1-1-1 0 0,0 0 1 0 0,-1 1-1 0 0,-1-1 1 0 0,0 0-1 0 0,-1 1 1 0 0,0-1-1 0 0,-1 0 1 0 0,-1 1-1 0 0,0 0 1 0 0,-2 0-1 0 0,1 0 1 0 0,-1 0-1 0 0,-1 0 1 0 0,-14-22-1 0 0,17 31 3 0 0,-1-1-1 0 0,0 1 0 0 0,0 0 1 0 0,0 1-1 0 0,-1-1 0 0 0,1 1 1 0 0,-1 0-1 0 0,-1 0 1 0 0,1 0-1 0 0,0 1 0 0 0,-1-1 1 0 0,0 1-1 0 0,1 1 0 0 0,-1-1 1 0 0,0 1-1 0 0,-1 0 0 0 0,1 0 1 0 0,0 1-1 0 0,0 0 1 0 0,-1 0-1 0 0,1 0 0 0 0,-1 1 1 0 0,1 0-1 0 0,0 0 0 0 0,-1 1 1 0 0,-6 1-1 0 0,3 0 3 0 0,0 1 0 0 0,1 0-1 0 0,-1 0 1 0 0,1 1 0 0 0,-1 0 0 0 0,1 1 0 0 0,0 0-1 0 0,1 0 1 0 0,-1 1 0 0 0,1 0 0 0 0,0 1 0 0 0,1-1-1 0 0,0 2 1 0 0,0-1 0 0 0,-11 16 0 0 0,15-18 4 0 0,0 0 0 0 0,0 0 0 0 0,0 0 1 0 0,1 0-1 0 0,0 1 0 0 0,0-1 1 0 0,0 1-1 0 0,1 0 0 0 0,-1-1 0 0 0,1 1 1 0 0,1 0-1 0 0,-1 0 0 0 0,1 7 0 0 0,1-9 1 0 0,-1 0-1 0 0,1 0 0 0 0,0 0 0 0 0,0-1 0 0 0,0 1 0 0 0,0 0 0 0 0,1-1 1 0 0,-1 1-1 0 0,1-1 0 0 0,0 1 0 0 0,0-1 0 0 0,0 0 0 0 0,1 0 0 0 0,-1 0 0 0 0,1 0 1 0 0,0 0-1 0 0,0 0 0 0 0,0-1 0 0 0,0 1 0 0 0,0-1 0 0 0,4 2 0 0 0,9 4 11 0 0,1 0-1 0 0,1-1 1 0 0,-1-1-1 0 0,1 0 1 0 0,1-2-1 0 0,-1 0 1 0 0,0-1 0 0 0,1-1-1 0 0,0 0 1 0 0,0-2-1 0 0,-1 0 1 0 0,30-5-1 0 0,-19 1-9 0 0,-1-1 1 0 0,0-1-1 0 0,0-2 0 0 0,-1-1 1 0 0,0-1-1 0 0,0-2 0 0 0,39-22 1 0 0,-39 17-9 0 0,-1-2-1 0 0,0-1 1 0 0,-2 0 0 0 0,0-2 0 0 0,-2-1 0 0 0,34-43 0 0 0,-31 31 73 0 0,-1-2-1 0 0,-2-1 1 0 0,-2 0 0 0 0,23-59-1 0 0,21-67 1935 0 0,-63 161-1911 0 0,-8 21-11 0 0,-220 531 2661 0 0,167-385-2092 0 0,-39 171 0 0 0,-16 178 24 0 0,2-8-197 0 0,99-452-422 0 0,-27 70 0 0 0,34-106-19 0 0,-1-1 1 0 0,0 0-1 0 0,-1 0 1 0 0,-1-1-1 0 0,0 0 1 0 0,-1-1-1 0 0,0 0 1 0 0,-15 13-1 0 0,21-22 4 0 0,-1-1-1 0 0,0 1 1 0 0,0-1-1 0 0,0 0 1 0 0,0-1-1 0 0,-1 0 1 0 0,1 0-1 0 0,-1 0 1 0 0,0 0-1 0 0,0-1 1 0 0,0 0-1 0 0,0-1 1 0 0,0 0-1 0 0,-1 0 1 0 0,1 0-1 0 0,0-1 0 0 0,-1 0 1 0 0,1 0-1 0 0,0-1 1 0 0,0 0-1 0 0,0 0 1 0 0,-1-1-1 0 0,-9-3 1 0 0,7 1-3 0 0,0-1 1 0 0,0 0-1 0 0,1 0 1 0 0,0-1-1 0 0,0 0 1 0 0,0 0-1 0 0,0-1 1 0 0,1 0-1 0 0,0-1 1 0 0,1 0-1 0 0,0 0 1 0 0,0-1-1 0 0,1 1 1 0 0,0-1-1 0 0,-5-10 1 0 0,5 6-6 0 0,0 1 0 0 0,2-1-1 0 0,-1 0 1 0 0,1 0 0 0 0,1-1 0 0 0,1 1 0 0 0,0-1-1 0 0,-1-24 1 0 0,4 18-11 0 0,0 1 1 0 0,1-1-1 0 0,1 0 0 0 0,1 1 1 0 0,10-28-1 0 0,1 7-30 0 0,2 0-1 0 0,2 2 1 0 0,2 0-1 0 0,48-67 1 0 0,-32 57 10 0 0,2 2 1 0 0,3 1 0 0 0,1 3 0 0 0,2 1-1 0 0,1 3 1 0 0,80-51 0 0 0,-47 41-89 0 0,3 4 0 0 0,1 3 1 0 0,141-48-1 0 0,-122 58-825 0 0,138-26-1 0 0,-7 26-3423 0 0,-155 28 1137 0 0,-27 5-2250 0 0,-16 0-1844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4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35 992 0 0,'-14'-19'5731'0'0,"6"9"-3466"0"0,1 4 423 0 0,9 33-1236 0 0,10 48 1 0 0,-3-18-571 0 0,4 81 604 0 0,-9 185 0 0 0,1 4-1007 0 0,-5-319-496 0 0,2 19 47 0 0,9 49 1 0 0,-10-70-120 0 0,0-1 1 0 0,0 1-1 0 0,1-1 1 0 0,0 0-1 0 0,0 1 1 0 0,1-1-1 0 0,-1 0 1 0 0,1 0-1 0 0,0 0 1 0 0,0-1-1 0 0,1 1 1 0 0,0-1-1 0 0,-1 0 1 0 0,10 8-1 0 0,-11-11-55 0 0,0 0-1 0 0,0-1 1 0 0,0 1 0 0 0,0 0-1 0 0,0-1 1 0 0,0 1-1 0 0,1-1 1 0 0,-1 0-1 0 0,0 0 1 0 0,0 0 0 0 0,0 0-1 0 0,1 0 1 0 0,-1 0-1 0 0,0 0 1 0 0,0-1-1 0 0,0 1 1 0 0,0-1-1 0 0,0 0 1 0 0,1 1 0 0 0,-1-1-1 0 0,2-2 1 0 0,1 1-427 0 0,1-1 1 0 0,-2 0 0 0 0,1 0 0 0 0,0-1-1 0 0,-1 0 1 0 0,8-6 0 0 0,3-10-2799 0 0,0-1-1319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218 189 2020 0 0,'-23'13'1553'0'0,"1"1"-1"0"0,1 1 0 0 0,-35 31 1 0 0,45-36-1237 0 0,0 2 0 0 0,0-1 0 0 0,1 1 0 0 0,1 1 0 0 0,0 0 0 0 0,1 0 0 0 0,-10 22 0 0 0,16-32-279 0 0,1 0 0 0 0,0 0 0 0 0,0 0 0 0 0,0 0-1 0 0,1 0 1 0 0,-1 0 0 0 0,0 0 0 0 0,1 0 0 0 0,0 0 0 0 0,0 0 0 0 0,0 1-1 0 0,0-1 1 0 0,1 0 0 0 0,-1 0 0 0 0,1 0 0 0 0,-1 0 0 0 0,1 0-1 0 0,0 0 1 0 0,0 0 0 0 0,1-1 0 0 0,-1 1 0 0 0,3 4 0 0 0,-2-5-15 0 0,1 1 1 0 0,-1-1 0 0 0,1 0 0 0 0,0 1 0 0 0,0-1 0 0 0,0 0 0 0 0,0 0 0 0 0,0-1 0 0 0,0 1 0 0 0,0-1 0 0 0,1 0 0 0 0,-1 1 0 0 0,1-2 0 0 0,-1 1 0 0 0,0 0 0 0 0,1-1 0 0 0,0 1 0 0 0,-1-1 0 0 0,6 0-1 0 0,12-1 22 0 0,0-1 0 0 0,0-1 0 0 0,0-1-1 0 0,-1-1 1 0 0,27-9 0 0 0,98-45 53 0 0,-107 42-79 0 0,-1-2-1 0 0,-1-1 1 0 0,-1-2-1 0 0,45-36 1 0 0,-66 46-15 0 0,0-1 1 0 0,-1 0-1 0 0,0-1 0 0 0,-1 0 1 0 0,0-1-1 0 0,-2-1 1 0 0,1 0-1 0 0,-2 0 1 0 0,0-1-1 0 0,-1 0 1 0 0,-1 0-1 0 0,5-19 0 0 0,-11 32-3 0 0,7-26 10 0 0,-7 29-11 0 0,-1-1 1 0 0,0 1-1 0 0,1 0 1 0 0,-1-1-1 0 0,0 1 0 0 0,0 0 1 0 0,1-1-1 0 0,-1 1 0 0 0,0 0 1 0 0,0-1-1 0 0,-1 1 0 0 0,1 0 1 0 0,0-1-1 0 0,-1-2 0 0 0,0 5-1 0 0,0 0 0 0 0,-1 0-1 0 0,1 0 1 0 0,0 0 0 0 0,0 1-1 0 0,1-1 1 0 0,-1 0 0 0 0,0 0-1 0 0,0 1 1 0 0,0-1 0 0 0,1 0-1 0 0,-1 1 1 0 0,1-1-1 0 0,-1 0 1 0 0,1 1 0 0 0,0-1-1 0 0,-1 2 1 0 0,-3 31-14 0 0,3-24 13 0 0,-12 149 471 0 0,11 235 0 0 0,7-301-272 0 0,4 1 0 0 0,24 109 1 0 0,-33-202-192 0 0,0-1 1 0 0,0 1-1 0 0,0 0 0 0 0,1 0 1 0 0,-1 0-1 0 0,0 0 0 0 0,1 0 1 0 0,-1 0-1 0 0,0 0 0 0 0,1 0 1 0 0,-1-1-1 0 0,1 1 1 0 0,0 0-1 0 0,-1 0 0 0 0,1 0 1 0 0,0-1-1 0 0,-1 1 0 0 0,1-1 1 0 0,0 1-1 0 0,0 0 0 0 0,-1-1 1 0 0,2 1-1 0 0,-1-1 1 0 0,0 0-1 0 0,0 0 1 0 0,0 0 0 0 0,0 0 0 0 0,0 0-1 0 0,0 0 1 0 0,-1 0 0 0 0,1 0-1 0 0,0 0 1 0 0,0-1 0 0 0,0 1 0 0 0,0 0-1 0 0,0-1 1 0 0,-1 1 0 0 0,1 0-1 0 0,0-1 1 0 0,0 1 0 0 0,1-2 0 0 0,2-1 4 0 0,-1-1 1 0 0,1 1-1 0 0,-1-1 1 0 0,0 0 0 0 0,0 0-1 0 0,0 0 1 0 0,4-9 0 0 0,14-34 10 0 0,23-45-17 0 0,-38 80-10 0 0,1 1-1 0 0,1 0 1 0 0,0 0 0 0 0,0 1 0 0 0,14-14 0 0 0,-19 22 5 0 0,-1 0 0 0 0,0 0 0 0 0,1 0 1 0 0,0 0-1 0 0,-1 0 0 0 0,1 1 1 0 0,0-1-1 0 0,0 1 0 0 0,-1 0 0 0 0,1 0 1 0 0,0 0-1 0 0,0 0 0 0 0,0 1 1 0 0,1-1-1 0 0,-1 1 0 0 0,0-1 0 0 0,0 1 1 0 0,0 0-1 0 0,0 1 0 0 0,0-1 1 0 0,0 0-1 0 0,0 1 0 0 0,0 0 0 0 0,0-1 1 0 0,0 1-1 0 0,0 1 0 0 0,3 0 1 0 0,1 2 6 0 0,-1 0 0 0 0,1 0 0 0 0,-1 1 0 0 0,0 0 0 0 0,-1 0 0 0 0,1 0 0 0 0,-1 0 0 0 0,0 1 0 0 0,-1 0 0 0 0,6 8 0 0 0,8 18 158 0 0,-1 1 0 0 0,23 68 0 0 0,-18-44-67 0 0,-21-54-83 0 0,0 0 0 0 0,1 1 0 0 0,-1-1-1 0 0,1 0 1 0 0,0 0 0 0 0,0 0 0 0 0,0 0 0 0 0,1 0 0 0 0,-1-1-1 0 0,0 1 1 0 0,1-1 0 0 0,0 1 0 0 0,0-1 0 0 0,0 0 0 0 0,0 0-1 0 0,0 0 1 0 0,0 0 0 0 0,0-1 0 0 0,0 1 0 0 0,1-1 0 0 0,-1 0-1 0 0,1 0 1 0 0,-1 0 0 0 0,1 0 0 0 0,-1-1 0 0 0,1 0 0 0 0,0 1-1 0 0,-1-1 1 0 0,1 0 0 0 0,-1-1 0 0 0,1 1 0 0 0,0-1 0 0 0,-1 1-1 0 0,5-3 1 0 0,2 0 6 0 0,0 0 0 0 0,0-1 1 0 0,0 0-1 0 0,0-1 0 0 0,-1 0 0 0 0,0-1 0 0 0,0 0 0 0 0,-1 0 0 0 0,1-1 0 0 0,10-11 0 0 0,-9 6-7 0 0,0 0 0 0 0,-1 0 0 0 0,-1-1 0 0 0,0 0-1 0 0,12-28 1 0 0,-15 31 102 0 0,-2-1 0 0 0,1 0 0 0 0,-1 1 0 0 0,0-1 0 0 0,-1 0 0 0 0,-1-1-1 0 0,0 1 1 0 0,0-21 0 0 0,-2 23 173 0 0,1 6-242 0 0,0 0 0 0 0,0 0 0 0 0,-1 1 0 0 0,1-1 0 0 0,-1 0 1 0 0,1 1-1 0 0,-1-1 0 0 0,0 0 0 0 0,0 1 0 0 0,-2-4 0 0 0,2 4 75 0 0,-3 2-61 0 0,2 1-54 0 0,0 0 1 0 0,0-1 0 0 0,0 1 0 0 0,0 0 0 0 0,0 0-1 0 0,0 0 1 0 0,0 0 0 0 0,1 0 0 0 0,-1 1-1 0 0,0-1 1 0 0,1 1 0 0 0,-1-1 0 0 0,1 1 0 0 0,-1-1-1 0 0,1 1 1 0 0,0 0 0 0 0,0 0 0 0 0,0-1 0 0 0,0 1-1 0 0,0 0 1 0 0,0 0 0 0 0,-1 4 0 0 0,-1 3 4 0 0,0 0 1 0 0,1 0 0 0 0,-1 0-1 0 0,2 0 1 0 0,0 0 0 0 0,0 1-1 0 0,0-1 1 0 0,1 1 0 0 0,1-1-1 0 0,-1 0 1 0 0,2 1 0 0 0,-1-1-1 0 0,6 17 1 0 0,-5-20-1 0 0,1 0-1 0 0,0 0 1 0 0,0 0-1 0 0,0 0 1 0 0,0 0 0 0 0,1-1-1 0 0,0 0 1 0 0,0 0-1 0 0,1 0 1 0 0,-1 0 0 0 0,1 0-1 0 0,0-1 1 0 0,0 0-1 0 0,1 0 1 0 0,-1-1 0 0 0,1 1-1 0 0,0-1 1 0 0,0 0-1 0 0,0-1 1 0 0,9 4 0 0 0,1-3-103 0 0,0 0 1 0 0,0-1-1 0 0,0 0 1 0 0,0-2-1 0 0,0 0 1 0 0,0 0-1 0 0,0-1 0 0 0,24-6 1 0 0,6-3-2081 0 0,71-26 0 0 0,-56 14-2100 0 0,0-2-2178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458 110 1132 0 0,'1'0'199'0'0,"6"-10"1073"0"0,0 1 0 0 0,0-1 0 0 0,-1 0 0 0 0,0 0 1 0 0,0-1-1 0 0,6-18 0 0 0,-12 28-1236 0 0,0 0 0 0 0,0 0 1 0 0,0 1-1 0 0,0-1 1 0 0,0 0-1 0 0,0 0 1 0 0,0 0-1 0 0,-1 1 0 0 0,1-1 1 0 0,0 0-1 0 0,0 0 1 0 0,-1 1-1 0 0,1-1 0 0 0,0 0 1 0 0,-1 1-1 0 0,1-1 1 0 0,-1 0-1 0 0,1 1 0 0 0,-1-1 1 0 0,1 1-1 0 0,-1-1 1 0 0,1 1-1 0 0,-1-1 1 0 0,0 1-1 0 0,1-1 0 0 0,-1 1 1 0 0,0-1-1 0 0,1 1 1 0 0,-1 0-1 0 0,0-1 0 0 0,0 1 1 0 0,1 0-1 0 0,-1 0 1 0 0,0 0-1 0 0,0-1 1 0 0,1 1-1 0 0,-1 0 0 0 0,0 0 1 0 0,0 0-1 0 0,0 0 1 0 0,1 0-1 0 0,-1 1 0 0 0,0-1 1 0 0,0 0-1 0 0,1 0 1 0 0,-2 1-1 0 0,-19 3 82 0 0,1 2 0 0 0,1 0 0 0 0,-1 1 1 0 0,1 1-1 0 0,0 1 0 0 0,1 1 0 0 0,0 0 0 0 0,0 2 0 0 0,1 0 0 0 0,1 0 0 0 0,0 2 0 0 0,1 0 0 0 0,-19 22 1 0 0,30-31-112 0 0,0 0 1 0 0,0 0 0 0 0,0 0 0 0 0,1 1 0 0 0,0-1 0 0 0,0 1 0 0 0,0 0 0 0 0,1 0 0 0 0,0 0 0 0 0,0 0-1 0 0,1 0 1 0 0,-1 0 0 0 0,2 1 0 0 0,-1-1 0 0 0,0 0 0 0 0,1 1 0 0 0,0-1 0 0 0,1 0 0 0 0,-1 1 0 0 0,1-1-1 0 0,1 0 1 0 0,-1 0 0 0 0,1 0 0 0 0,0 0 0 0 0,0 0 0 0 0,1 0 0 0 0,-1 0 0 0 0,2 0 0 0 0,-1-1-1 0 0,0 0 1 0 0,8 9 0 0 0,9 9 44 0 0,37 31-1 0 0,-33-33-41 0 0,28 33 0 0 0,-49-51-6 0 0,-1 0 0 0 0,1 0 1 0 0,-1 1-1 0 0,0-1 0 0 0,0 1 0 0 0,0-1 1 0 0,0 1-1 0 0,-1 0 0 0 0,1 0 0 0 0,-1 0 1 0 0,0 0-1 0 0,0 0 0 0 0,-1 0 0 0 0,1 0 1 0 0,-1 6-1 0 0,0-6 1 0 0,-1 0 0 0 0,0 0 0 0 0,0-1 1 0 0,0 1-1 0 0,0 0 0 0 0,-1-1 0 0 0,1 1 0 0 0,-1-1 1 0 0,0 0-1 0 0,0 0 0 0 0,0 1 0 0 0,-1-1 0 0 0,1 0 1 0 0,-1-1-1 0 0,1 1 0 0 0,-1 0 0 0 0,-5 3 0 0 0,-7 4 4 0 0,0 0 0 0 0,-1-1 0 0 0,0-1 0 0 0,-1 0 0 0 0,0-1 0 0 0,0-1 0 0 0,-1-1 0 0 0,1 0 0 0 0,-1-2 0 0 0,0 1 0 0 0,-1-2 0 0 0,1-1 0 0 0,-30-1 0 0 0,43 0-86 0 0,0 0 1 0 0,0-1-1 0 0,1 0 0 0 0,-1 0 0 0 0,0 0 0 0 0,0 0 0 0 0,1-1 0 0 0,-1 0 1 0 0,1 0-1 0 0,0 0 0 0 0,-1 0 0 0 0,-3-4 0 0 0,6 5-111 0 0,0-1 1 0 0,1 0-1 0 0,-1 1 0 0 0,0-1 0 0 0,1 0 1 0 0,0 0-1 0 0,-1 0 0 0 0,1-1 1 0 0,0 1-1 0 0,0 0 0 0 0,0 0 0 0 0,0-1 1 0 0,1 1-1 0 0,-1 0 0 0 0,1-1 1 0 0,-1 1-1 0 0,1 0 0 0 0,0-1 0 0 0,0 1 1 0 0,0-1-1 0 0,0 1 0 0 0,0-1 1 0 0,1 1-1 0 0,-1 0 0 0 0,2-5 0 0 0,6-16-2476 0 0,2-1-651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2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53 504 1128 0 0,'38'-8'4817'0'0,"-37"8"-4734"0"0,0 0 0 0 0,-1 0 0 0 0,1 0 0 0 0,-1 0 0 0 0,1 0 0 0 0,0 0 0 0 0,-1 0 0 0 0,1 0 0 0 0,-1 0 0 0 0,1 0 0 0 0,0 0 0 0 0,-1 0 0 0 0,1 1 0 0 0,-1-1 0 0 0,1 0 0 0 0,-1 0 0 0 0,1 1 0 0 0,-1-1 0 0 0,1 0 0 0 0,-1 1 0 0 0,1-1 0 0 0,-1 1 0 0 0,1-1 0 0 0,-1 0 0 0 0,0 1 0 0 0,1-1 0 0 0,-1 1 0 0 0,0-1 0 0 0,1 1 0 0 0,-1-1 0 0 0,0 1 0 0 0,1-1 0 0 0,-1 1 0 0 0,0 0 0 0 0,0-1 0 0 0,0 1 0 0 0,0 0 0 0 0,0 21 1133 0 0,-85 214 2856 0 0,82-226-4024 0 0,0 0 0 0 0,1 0 0 0 0,0 0 1 0 0,0 1-1 0 0,1-1 0 0 0,1 1 0 0 0,-1-1 0 0 0,2 0 1 0 0,0 1-1 0 0,3 18 0 0 0,-2-24-35 0 0,-1-1 0 0 0,1 1 0 0 0,0-1 0 0 0,0 1 0 0 0,0-1 0 0 0,1 0 0 0 0,-1 1 0 0 0,1-1 0 0 0,0-1 0 0 0,0 1 0 0 0,1 0 0 0 0,-1-1 0 0 0,1 1 0 0 0,0-1 0 0 0,0 0 0 0 0,0-1 1 0 0,0 1-1 0 0,0-1 0 0 0,0 1 0 0 0,1-1 0 0 0,-1 0 0 0 0,1-1 0 0 0,0 1 0 0 0,9 1 0 0 0,-2-1-4 0 0,0 0 1 0 0,0-1-1 0 0,0 0 1 0 0,0-1-1 0 0,0 0 1 0 0,0-1-1 0 0,0 0 0 0 0,0-1 1 0 0,17-5-1 0 0,-22 5-4 0 0,-1 0-1 0 0,0-1 0 0 0,0 1 0 0 0,0-2 0 0 0,0 1 0 0 0,0-1 0 0 0,-1 0 1 0 0,1 0-1 0 0,-1 0 0 0 0,0-1 0 0 0,-1 0 0 0 0,1 0 0 0 0,-1 0 0 0 0,0 0 1 0 0,0-1-1 0 0,0 1 0 0 0,-1-1 0 0 0,4-10 0 0 0,-2 3-3 0 0,-1 0 0 0 0,0 0 0 0 0,-2-1 0 0 0,1 1-1 0 0,-1-1 1 0 0,-1 1 0 0 0,-1-1 0 0 0,0 0 0 0 0,0 0 0 0 0,-2 1 0 0 0,1-1-1 0 0,-6-18 1 0 0,3 16 0 0 0,-1 1 0 0 0,0 0 1 0 0,-1 0-1 0 0,-1 0 0 0 0,0 1 0 0 0,-1 0 0 0 0,-1 0 0 0 0,0 1 0 0 0,-1 0 0 0 0,-14-15 0 0 0,19 24-2 0 0,0 0-1 0 0,1 0 0 0 0,-1 1 0 0 0,-1-1 0 0 0,1 1 1 0 0,0 0-1 0 0,-1 1 0 0 0,0-1 0 0 0,1 1 1 0 0,-1 0-1 0 0,0 1 0 0 0,0-1 0 0 0,0 1 0 0 0,0 1 1 0 0,0-1-1 0 0,-1 1 0 0 0,1 0 0 0 0,0 0 1 0 0,0 0-1 0 0,0 1 0 0 0,0 0 0 0 0,0 1 0 0 0,0-1 1 0 0,-9 4-1 0 0,9-2 2 0 0,-1 0 0 0 0,1 0 0 0 0,-1 0 0 0 0,1 1 0 0 0,0-1 0 0 0,0 2 0 0 0,1-1 0 0 0,-1 1 0 0 0,1-1 0 0 0,0 1 0 0 0,0 1 0 0 0,1-1 0 0 0,-1 1 0 0 0,1 0 0 0 0,0 0 0 0 0,1 0 0 0 0,0 0 0 0 0,0 1 0 0 0,0 0 0 0 0,-3 12 0 0 0,5-15 0 0 0,0 0 1 0 0,0 0-1 0 0,1 0 0 0 0,0 0 1 0 0,0 0-1 0 0,0 0 1 0 0,0 0-1 0 0,1 0 0 0 0,-1 0 1 0 0,1 0-1 0 0,0 0 1 0 0,0 0-1 0 0,1-1 0 0 0,-1 1 1 0 0,1 0-1 0 0,0-1 1 0 0,3 6-1 0 0,-1-5 0 0 0,0 1-1 0 0,0 0 0 0 0,0-1 1 0 0,1 0-1 0 0,0 0 1 0 0,0-1-1 0 0,0 1 0 0 0,0-1 1 0 0,0 0-1 0 0,9 3 1 0 0,2 0-6 0 0,0-1 0 0 0,0 0 0 0 0,0-2 0 0 0,1 1 1 0 0,-1-2-1 0 0,1-1 0 0 0,24 0 0 0 0,-23-1-4 0 0,1-1-1 0 0,-1-1 0 0 0,1 0 1 0 0,-1-2-1 0 0,0 0 0 0 0,0-1 0 0 0,0-1 1 0 0,0 0-1 0 0,-1-1 0 0 0,0-1 1 0 0,-1-1-1 0 0,0-1 0 0 0,0 0 1 0 0,-1-1-1 0 0,0 0 0 0 0,-1-1 0 0 0,12-14 1 0 0,0-4 14 0 0,-2-1 0 0 0,-1-1 0 0 0,-1-1 0 0 0,-2-1 0 0 0,29-70 0 0 0,55-193 30 0 0,-93 263-33 0 0,-10 30 6 0 0,5-14 126 0 0,-7 15-39 0 0,-4 10-6 0 0,-3 9 95 0 0,2 1 1 0 0,0-1-1 0 0,0 1 0 0 0,-4 28 0 0 0,4-16-45 0 0,-6 18 38 0 0,-47 220 377 0 0,51-216-490 0 0,2 1 1 0 0,2 0-1 0 0,4 66 1 0 0,1-105-45 0 0,0 0-1 0 0,1 0 1 0 0,1 0 0 0 0,0 0 0 0 0,0 0-1 0 0,1 0 1 0 0,1-1 0 0 0,0 0 0 0 0,8 14-1 0 0,-10-21-57 0 0,0 0 0 0 0,1-1-1 0 0,0 1 1 0 0,0 0-1 0 0,0-1 1 0 0,0 0-1 0 0,1 0 1 0 0,0-1 0 0 0,-1 1-1 0 0,1-1 1 0 0,1 0-1 0 0,-1 0 1 0 0,0 0-1 0 0,1-1 1 0 0,-1 0 0 0 0,1 0-1 0 0,0-1 1 0 0,0 1-1 0 0,0-1 1 0 0,-1 0-1 0 0,1-1 1 0 0,9 0 0 0 0,-7 0-139 0 0,-1 0 1 0 0,1-1 0 0 0,-1 0 0 0 0,0-1-1 0 0,0 0 1 0 0,1 0 0 0 0,-1 0 0 0 0,0-1-1 0 0,-1 0 1 0 0,12-6 0 0 0,-8 2-7 0 0,-1 0 0 0 0,0 0 1 0 0,0-1-1 0 0,0 0 0 0 0,-1 0 1 0 0,9-13-1 0 0,-3 1 47 0 0,-1 0-1 0 0,0-2 0 0 0,-2 0 1 0 0,-1 0-1 0 0,15-45 1 0 0,-4-4 1104 0 0,-20 69-434 0 0,-3 2-504 0 0,1 0 0 0 0,0 0 1 0 0,0 1-1 0 0,0-1 0 0 0,-1 0 0 0 0,1 1 0 0 0,0-1 0 0 0,0 1 0 0 0,0 0 0 0 0,0-1 0 0 0,0 1 0 0 0,0 0 0 0 0,0 0 0 0 0,0-1 0 0 0,0 1 0 0 0,1 0 0 0 0,-1 0 1 0 0,0 0-1 0 0,0 0 0 0 0,1 0 0 0 0,-1 0 0 0 0,0 0 0 0 0,0 2 0 0 0,-14 32 257 0 0,12-27-194 0 0,-5 11 11 0 0,1 1 1 0 0,1 0-1 0 0,-4 23 1 0 0,9-34-78 0 0,0-1 0 0 0,0 0 0 0 0,1 0 0 0 0,0 1 0 0 0,0-1 0 0 0,1 0 1 0 0,0 0-1 0 0,0 0 0 0 0,1 1 0 0 0,4 12 0 0 0,-4-17-17 0 0,1 0-1 0 0,-1 0 1 0 0,1-1 0 0 0,0 1-1 0 0,0-1 1 0 0,0 0 0 0 0,0 0-1 0 0,1 0 1 0 0,-1 0 0 0 0,1-1-1 0 0,-1 1 1 0 0,1-1 0 0 0,0 0-1 0 0,0 0 1 0 0,0 0 0 0 0,0-1-1 0 0,1 1 1 0 0,-1-1 0 0 0,0 0-1 0 0,0-1 1 0 0,1 1 0 0 0,4 0-1 0 0,7 0-38 0 0,-1 0 0 0 0,1-1 0 0 0,0-1 0 0 0,29-5 0 0 0,-30 3-123 0 0,1-1 0 0 0,-1 0 0 0 0,-1-1 0 0 0,1-1 0 0 0,-1-1 0 0 0,0 0 0 0 0,0 0 0 0 0,-1-1 0 0 0,0-1 0 0 0,0 0 0 0 0,16-17 0 0 0,-15 11 68 0 0,-1 1-1 0 0,0-2 1 0 0,-2 0-1 0 0,1 0 1 0 0,-2-1-1 0 0,0 0 1 0 0,-1-1-1 0 0,11-33 1 0 0,13-67 929 0 0,-26 88-332 0 0,-6 28 124 0 0,-14 29-277 0 0,6 8-232 0 0,2 0 0 0 0,2 1 0 0 0,0-1 0 0 0,3 1 1 0 0,1-1-1 0 0,6 41 0 0 0,-6-69-187 0 0,0 0 1 0 0,1 0 0 0 0,0 0-1 0 0,0 1 1 0 0,1-2-1 0 0,-1 1 1 0 0,2 0-1 0 0,-1-1 1 0 0,1 1 0 0 0,0-1-1 0 0,0 0 1 0 0,1 0-1 0 0,-1-1 1 0 0,1 1 0 0 0,1-1-1 0 0,-1 0 1 0 0,1 0-1 0 0,0-1 1 0 0,0 0-1 0 0,0 0 1 0 0,7 4 0 0 0,-6-5-562 0 0,1 0 1 0 0,-1-1 0 0 0,0 0-1 0 0,1 0 1 0 0,0 0 0 0 0,-1-1-1 0 0,1 0 1 0 0,0-1 0 0 0,-1 1-1 0 0,1-2 1 0 0,0 1 0 0 0,14-3-1 0 0,3-3-4360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208 185 1080 0 0,'-2'-22'1652'0'0,"-11"-138"9700"0"0,13 157-10865 0 0,-7 10 619 0 0,4 0-791 0 0,0 0-1 0 0,1 0 1 0 0,0 1-1 0 0,1-1 0 0 0,0 0 1 0 0,-1 9-1 0 0,-1 5 229 0 0,-44 317 3371 0 0,-8 40-2776 0 0,30-247-963 0 0,-15 95-2380 0 0,39-219 1751 0 0,1 0 1 0 0,-1 0 0 0 0,1 0 0 0 0,1 0-1 0 0,1 13 1 0 0,8 4-2565 0 0,-8-22 2313 0 0,-1 0 0 0 0,1-1 1 0 0,0 1-1 0 0,0 0 0 0 0,-1 0 0 0 0,1-1 0 0 0,0 1 0 0 0,5 2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3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62 2768 0 0,'8'-19'3978'0'0,"-6"15"-3008"0"0,0 0-1 0 0,-1-1 0 0 0,2 1 0 0 0,-1 0 0 0 0,0 0 0 0 0,1 0 0 0 0,-1 0 1 0 0,7-5 779 0 0,-10 14-1246 0 0,0 0 1 0 0,1 1-1 0 0,-1-1 1 0 0,1 1-1 0 0,1 7 0 0 0,-1 10 153 0 0,-23 117 1348 0 0,13-88-1927 0 0,-6 70-1 0 0,15-107-439 0 0,1 35-1213 0 0,0-47 1191 0 0,0-1-1 0 0,1 1 0 0 0,-1 0 0 0 0,1 0 1 0 0,0 0-1 0 0,0 0 0 0 0,0-1 0 0 0,0 1 0 0 0,1 0 1 0 0,-1-1-1 0 0,1 1 0 0 0,-1-1 0 0 0,4 4 1 0 0,8 2-4723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4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62 108 1332 0 0,'9'-52'13599'0'0,"-14"73"-11796"0"0,1-7-1110 0 0,-24 131 2569 0 0,25-125-3125 0 0,2-1 0 0 0,0 0 1 0 0,1 1-1 0 0,1-1 1 0 0,6 31-1 0 0,-6-44-114 0 0,0 0 0 0 0,1 0 0 0 0,0 0 0 0 0,1 0 0 0 0,-1 0 0 0 0,1 0 0 0 0,0-1 0 0 0,1 1 0 0 0,-1-1 0 0 0,1 0 0 0 0,0 0 0 0 0,0-1 0 0 0,1 1 0 0 0,-1-1 0 0 0,9 7 0 0 0,-7-7-11 0 0,1 0 1 0 0,0-1 0 0 0,0 1 0 0 0,0-1-1 0 0,1-1 1 0 0,-1 1 0 0 0,1-1 0 0 0,-1-1-1 0 0,1 1 1 0 0,0-1 0 0 0,12 0 0 0 0,-11-1-15 0 0,1 0 0 0 0,0-1 1 0 0,0 0-1 0 0,-1 0 0 0 0,1-1 1 0 0,-1-1-1 0 0,0 0 0 0 0,1 0 1 0 0,-1 0-1 0 0,0-1 0 0 0,-1-1 1 0 0,1 0-1 0 0,-1 0 0 0 0,0 0 1 0 0,0-1-1 0 0,-1 0 0 0 0,1-1 1 0 0,-1 1-1 0 0,-1-1 0 0 0,10-13 1 0 0,-9 7 2 0 0,0 0 0 0 0,-1-1 0 0 0,0 1 1 0 0,-1-1-1 0 0,-1 0 0 0 0,0-1 0 0 0,-1 1 0 0 0,-1-1 1 0 0,0 0-1 0 0,-1 1 0 0 0,-1-1 0 0 0,0 0 0 0 0,-1 0 1 0 0,0 1-1 0 0,-7-27 0 0 0,6 31-2 0 0,-1 1 1 0 0,0 0-1 0 0,-1 0 1 0 0,0 0-1 0 0,0 0 0 0 0,-1 1 1 0 0,0 0-1 0 0,-1 0 0 0 0,1 0 1 0 0,-14-13-1 0 0,13 15-1 0 0,-1 1 0 0 0,1 0 0 0 0,-1 1 1 0 0,1 0-1 0 0,-1 0 0 0 0,-1 0 0 0 0,1 1 0 0 0,0 0 0 0 0,-1 1 0 0 0,1-1 0 0 0,-1 1 0 0 0,0 1 0 0 0,0 0 1 0 0,-13-1-1 0 0,7 2-19 0 0,-1 0 0 0 0,0 1 0 0 0,1 1 0 0 0,-1 0 0 0 0,1 1 0 0 0,0 0-1 0 0,-16 7 1 0 0,22-7-193 0 0,1 0-1 0 0,0 0 1 0 0,0 0-1 0 0,0 1 1 0 0,0 1-1 0 0,1-1 1 0 0,-1 1-1 0 0,1 0 1 0 0,0 0-1 0 0,1 1 1 0 0,-1 0-1 0 0,1 0 0 0 0,1 0 1 0 0,-9 14-1 0 0,12-18-116 0 0,-1 1-1 0 0,1 0 0 0 0,0 0 1 0 0,0 1-1 0 0,1-1 1 0 0,-1 0-1 0 0,1 0 0 0 0,-1 0 1 0 0,1 0-1 0 0,0 1 0 0 0,0-1 1 0 0,1 0-1 0 0,0 5 0 0 0,-1-6-118 0 0,1 0 0 0 0,0 0 0 0 0,-1 0-1 0 0,1-1 1 0 0,0 1 0 0 0,0 0-1 0 0,0-1 1 0 0,0 1 0 0 0,0 0-1 0 0,0-1 1 0 0,1 1 0 0 0,-1-1 0 0 0,0 0-1 0 0,1 1 1 0 0,1 0 0 0 0,7 4-3895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4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23 1836 0 0,'5'-7'1034'0'0,"9"-8"5370"0"0,-14 15-6321 0 0,0 0 0 0 0,1-1 0 0 0,-1 1 0 0 0,1 0-1 0 0,-1 0 1 0 0,1 0 0 0 0,-1 0 0 0 0,0 0 0 0 0,1 0 0 0 0,-1 0 0 0 0,1 0-1 0 0,-1 0 1 0 0,1 0 0 0 0,-1 0 0 0 0,0 0 0 0 0,1 1 0 0 0,-1-1 0 0 0,1 0-1 0 0,-1 0 1 0 0,0 0 0 0 0,1 0 0 0 0,-1 1 0 0 0,0-1 0 0 0,1 0 0 0 0,-1 0-1 0 0,0 1 1 0 0,1-1 0 0 0,-1 0 0 0 0,0 1 0 0 0,1-1 0 0 0,-1 0 0 0 0,0 1-1 0 0,0-1 1 0 0,0 1 0 0 0,1-1 0 0 0,-1 0 0 0 0,0 1 0 0 0,0-1 0 0 0,0 1-1 0 0,2 3 162 0 0,-1 1-1 0 0,0-1 0 0 0,0 0 0 0 0,-1 1 1 0 0,1-1-1 0 0,-1 0 0 0 0,0 1 0 0 0,0-1 1 0 0,-1 1-1 0 0,-1 6 0 0 0,1 5 314 0 0,-6 53 1364 0 0,-28 127-1 0 0,18-116-1507 0 0,-1-6 173 0 0,17-71-302 0 0,2-5-239 0 0,3-19-17 0 0,1 0-1 0 0,1 0 1 0 0,10-23 0 0 0,30-62-29 0 0,-40 94 5 0 0,13-28-17 0 0,38-61 1 0 0,-49 89-3 0 0,1 0 0 0 0,0 0 0 0 0,1 1 0 0 0,0 1 0 0 0,1-1 0 0 0,0 2 0 0 0,0 0 0 0 0,23-14 0 0 0,-30 20 7 0 0,0 1 1 0 0,0 0-1 0 0,0 1 1 0 0,0-1-1 0 0,1 0 1 0 0,-1 1-1 0 0,0 0 1 0 0,1 0-1 0 0,-1 1 1 0 0,1-1-1 0 0,-1 1 0 0 0,1 0 1 0 0,-1 0-1 0 0,1 0 1 0 0,-1 1-1 0 0,0-1 1 0 0,1 1-1 0 0,-1 0 1 0 0,0 1-1 0 0,1-1 1 0 0,-1 1-1 0 0,0 0 1 0 0,0 0-1 0 0,0 0 0 0 0,0 0 1 0 0,0 1-1 0 0,-1-1 1 0 0,5 5-1 0 0,-3-2 5 0 0,0 0 0 0 0,-1 0 0 0 0,0 1 0 0 0,0-1 0 0 0,0 1 0 0 0,-1-1-1 0 0,0 1 1 0 0,0 0 0 0 0,-1 1 0 0 0,1-1 0 0 0,-1 0 0 0 0,0 1 0 0 0,-1-1 0 0 0,0 1-1 0 0,0 0 1 0 0,0-1 0 0 0,-1 1 0 0 0,0 9 0 0 0,-3 8 18 0 0,-1 0 0 0 0,-1-1 0 0 0,-15 43 0 0 0,-34 66 37 0 0,31-79-55 0 0,-1-1-175 0 0,23-49-98 0 0,4-3-499 0 0,-1-1 505 0 0,1 1 0 0 0,-1-1-1 0 0,0 0 1 0 0,1 1 0 0 0,-1-1 0 0 0,0 0 0 0 0,1 0 0 0 0,-1-1 0 0 0,0 1 0 0 0,0 0 0 0 0,0-1 0 0 0,0 1 0 0 0,0-1-1 0 0,0 0 1 0 0,1-2 0 0 0,25-32-6293 0 0,-15 13 306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4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1409 24 1508 0 0,'-75'-4'5276'0'0,"-112"-9"5178"0"0,98 7-9438 0 0,85 6-1713 0 0,0 0-280 0 0,1 0 604 0 0,-14 0-1486 0 0,1 3-4316 0 0,-5 4 406 0 0</inkml:trace>
  <inkml:trace contextRef="#ctx0" brushRef="#br0" timeOffset="1">169 376 148 0 0,'-158'77'14901'0'0,"157"-77"-14849"0"0,1 1 1 0 0,-1-1 0 0 0,1 0-1 0 0,-1 0 1 0 0,1 0 0 0 0,-1 0 0 0 0,1 1-1 0 0,-1-1 1 0 0,1 0 0 0 0,0 0-1 0 0,-1 1 1 0 0,1-1 0 0 0,-1 0-1 0 0,1 1 1 0 0,0-1 0 0 0,-1 1-1 0 0,1-1 1 0 0,0 0 0 0 0,0 1 0 0 0,-1-1-1 0 0,1 1 1 0 0,0-1 0 0 0,0 1-1 0 0,-1-1 1 0 0,1 1 0 0 0,0-1-1 0 0,0 1 1 0 0,0 0 0 0 0,0-1-22 0 0,1 1 1 0 0,0-1 0 0 0,-1 1-1 0 0,1-1 1 0 0,0 1-1 0 0,-1-1 1 0 0,1 0 0 0 0,0 1-1 0 0,-1-1 1 0 0,1 0-1 0 0,0 1 1 0 0,0-1 0 0 0,-1 0-1 0 0,1 0 1 0 0,0 0-1 0 0,0 0 1 0 0,0 0 0 0 0,-1 0-1 0 0,1 0 1 0 0,0 0-1 0 0,0 0 1 0 0,0 0 0 0 0,-1 0-1 0 0,3-1 1 0 0,310-39 730 0 0,54-5-5072 0 0,-221 29-1791 0 0,-82 9 787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7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161 533 832 0 0,'-15'5'3607'0'0,"-93"21"4169"0"0,105-26-7284 0 0,-16 5 692 0 0,17-5-760 0 0,-10 0 350 0 0,12-1-762 0 0,-1 0-1 0 0,1 0 1 0 0,0 1 0 0 0,0-1 0 0 0,0 0 0 0 0,0 0 0 0 0,0 0 0 0 0,0 0-1 0 0,0 0 1 0 0,0 0 0 0 0,0 0 0 0 0,0 0 0 0 0,0 0 0 0 0,0 0 0 0 0,1 0-1 0 0,-1 0 1 0 0,0 0 0 0 0,1 1 0 0 0,-1-1 0 0 0,1 0 0 0 0,-1 0 0 0 0,1 0-1 0 0,0 0 1 0 0,-1 1 0 0 0,1-1 0 0 0,-1 0 0 0 0,3 0 0 0 0,26-30 58 0 0,-20 21-34 0 0,183-180 116 0 0,-16 17-16 0 0,-136 133-116 0 0,31-35 32 0 0,-62 56-60 0 0,-10 18 2 0 0,1 1 6 0 0,0-1-1 0 0,0 1 1 0 0,-1 0-1 0 0,1 0 1 0 0,0-1-1 0 0,0 1 1 0 0,0 0-1 0 0,-1 0 0 0 0,1-1 1 0 0,0 1-1 0 0,0 0 1 0 0,-1 0-1 0 0,1 0 1 0 0,0-1-1 0 0,0 1 1 0 0,-1 0-1 0 0,1 0 0 0 0,0 0 1 0 0,0 0-1 0 0,-1 0 1 0 0,1 0-1 0 0,0 0 1 0 0,-1 0-1 0 0,1 0 1 0 0,0 0-1 0 0,-1 0 1 0 0,1 0-1 0 0,-1 0 0 0 0,-6 2-12 0 0,-1 1-1 0 0,1 1 0 0 0,0 0 0 0 0,0 0 0 0 0,0 0 0 0 0,0 0 0 0 0,1 1 0 0 0,-1 1 0 0 0,-5 6 0 0 0,-53 58-59 0 0,62-65 69 0 0,-16 17-15 0 0,-29 49 0 0 0,42-61 14 0 0,0 0 1 0 0,1 1 0 0 0,1 0-1 0 0,-1 0 1 0 0,2 1 0 0 0,0-1-1 0 0,-3 19 1 0 0,6-27 5 0 0,0 1-1 0 0,0 0 0 0 0,0 0 1 0 0,1-1-1 0 0,-1 1 1 0 0,1 0-1 0 0,0-1 1 0 0,0 1-1 0 0,1-1 1 0 0,-1 1-1 0 0,1-1 0 0 0,-1 0 1 0 0,1 1-1 0 0,0-1 1 0 0,0 0-1 0 0,1 0 1 0 0,-1 0-1 0 0,1-1 0 0 0,-1 1 1 0 0,1 0-1 0 0,0-1 1 0 0,0 0-1 0 0,0 0 1 0 0,0 0-1 0 0,5 3 1 0 0,8 3 0 0 0,0-1 0 0 0,1 0 0 0 0,32 8 0 0 0,-47-14-1 0 0,225 44 95 0 0,-71-18-72 0 0,-134-22 18 0 0,-9-4 99 0 0,-1 2 0 0 0,0 0 0 0 0,0 0 0 0 0,0 1 0 0 0,0 0 0 0 0,-1 1 0 0 0,1 1 0 0 0,12 7 0 0 0,-24-12-97 0 0,1 0 0 0 0,0 0 0 0 0,-1 0-1 0 0,1 0 1 0 0,-1 0 0 0 0,1 0 0 0 0,-1 0 0 0 0,0 0 0 0 0,1 0 0 0 0,-1 0 0 0 0,0 0 0 0 0,0 0-1 0 0,0 0 1 0 0,0 1 0 0 0,1-1 0 0 0,-2 0 0 0 0,1 0 0 0 0,0 0 0 0 0,0 0 0 0 0,0 0 0 0 0,0 0-1 0 0,-1 0 1 0 0,1 0 0 0 0,0 0 0 0 0,-1 0 0 0 0,1 0 0 0 0,-2 2 0 0 0,-13 24 727 0 0,4-17-581 0 0,-1 0-1 0 0,1-1 0 0 0,-1 0 0 0 0,-1-1 1 0 0,1 0-1 0 0,-2-1 0 0 0,1 0 0 0 0,-1-1 0 0 0,-20 6 1 0 0,0-2-19 0 0,0-1 1 0 0,-67 7-1 0 0,50-13-228 0 0,-103-7-1 0 0,136 0-761 0 0,14 2 610 0 0,4 2 136 0 0,-1 0 0 0 0,0 0 0 0 0,1 0 0 0 0,-1-1 0 0 0,1 1 0 0 0,-1 0 0 0 0,1-1 0 0 0,-1 1 1 0 0,1 0-1 0 0,-1-1 0 0 0,1 1 0 0 0,-1-1 0 0 0,1 1 0 0 0,-1 0 0 0 0,1-1 0 0 0,0 1 0 0 0,-1-1 0 0 0,1 0 1 0 0,0 1-1 0 0,-1-1 0 0 0,1 1 0 0 0,0-1 0 0 0,0 1 0 0 0,-1-1 0 0 0,1 0 0 0 0,0 1 0 0 0,0-1 1 0 0,0 1-1 0 0,0-1 0 0 0,0 0 0 0 0,0 1 0 0 0,0-1 0 0 0,0 0 0 0 0,0 1 0 0 0,0-1 0 0 0,0 1 1 0 0,1-1-1 0 0,-1 0 0 0 0,0 1 0 0 0,0-1 0 0 0,1 1 0 0 0,-1-1 0 0 0,1 0 0 0 0,15-23-2515 0 0,17-8-3549 0 0,-12 15 300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8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152 724 424 0 0,'3'0'2176'0'0,"23"-6"2988"0"0,-23 6-4207 0 0,3 8 1188 0 0,-5-7-2046 0 0,0 0 0 0 0,-1-1 0 0 0,1 1 0 0 0,0 0 0 0 0,-1-1 1 0 0,1 1-1 0 0,-1 0 0 0 0,1 0 0 0 0,-1-1 0 0 0,1 1 0 0 0,-1 0 0 0 0,1 0 0 0 0,-1 0 0 0 0,0 0 0 0 0,1 1 0 0 0,0 6 136 0 0,1 0-1 0 0,-1 0 0 0 0,1 0 1 0 0,1 0-1 0 0,0 0 1 0 0,0 0-1 0 0,1-1 1 0 0,-1 0-1 0 0,2 1 1 0 0,-1-1-1 0 0,1-1 1 0 0,0 1-1 0 0,8 7 0 0 0,-11-12-213 0 0,0-1 0 0 0,0 0-1 0 0,0 1 1 0 0,1-1 0 0 0,-1 0-1 0 0,0-1 1 0 0,1 1 0 0 0,-1 0-1 0 0,0-1 1 0 0,1 1 0 0 0,-1-1-1 0 0,1 1 1 0 0,-1-1 0 0 0,1 0-1 0 0,-1 0 1 0 0,4-1 0 0 0,31-7 110 0 0,-33 6-114 0 0,0 1-8 0 0,-1 0-1 0 0,1 0 0 0 0,-1-1 0 0 0,0 1 0 0 0,0-1 0 0 0,0 0 0 0 0,0 0 0 0 0,0 0 0 0 0,0 0 0 0 0,0-1 0 0 0,-1 1 0 0 0,1-1 0 0 0,-1 1 0 0 0,0-1 0 0 0,1 0 0 0 0,-1 0 0 0 0,-1 0 0 0 0,1 0 0 0 0,0 0 0 0 0,-1-1 0 0 0,0 1 0 0 0,1 0 0 0 0,-1-1 0 0 0,0 1 0 0 0,-1-1 0 0 0,1 1 0 0 0,-1-1 0 0 0,0 0 0 0 0,0 1 0 0 0,0-1 0 0 0,0-4 0 0 0,-1-3 0 0 0,0 1 0 0 0,-1-1 0 0 0,0 1 0 0 0,-1 0 1 0 0,0-1-1 0 0,-1 1 0 0 0,0 0 0 0 0,-10-18 0 0 0,10 20-7 0 0,-1-1-1 0 0,0 2 1 0 0,-1-1 0 0 0,0 0-1 0 0,0 1 1 0 0,0 0 0 0 0,-1 1 0 0 0,0 0-1 0 0,-1 0 1 0 0,1 0 0 0 0,-1 1-1 0 0,0 0 1 0 0,0 0 0 0 0,-1 1-1 0 0,-12-5 1 0 0,0 6-1 0 0,15 4 1 0 0,0-1 1 0 0,0 1 0 0 0,0 0 0 0 0,0 0-1 0 0,1 0 1 0 0,-1 1 0 0 0,0 0 0 0 0,0 0-1 0 0,1 0 1 0 0,-1 1 0 0 0,1 0 0 0 0,-7 5-1 0 0,4-2 7 0 0,0 1-1 0 0,1 0 1 0 0,-1 0-1 0 0,2 1 1 0 0,-1 0-1 0 0,-9 15 1 0 0,3-1 7 0 0,1 1 0 0 0,2 0 1 0 0,0 1-1 0 0,2 0 1 0 0,-7 31-1 0 0,11-38 6 0 0,1-1 1 0 0,0 0-1 0 0,2 1 1 0 0,0-1-1 0 0,0 1 1 0 0,2-1-1 0 0,0 1 1 0 0,1-1-1 0 0,6 25 1 0 0,-6-33-12 0 0,1 0 1 0 0,0 0-1 0 0,0-1 0 0 0,0 1 1 0 0,1-1-1 0 0,0 0 0 0 0,0 0 1 0 0,1-1-1 0 0,0 1 0 0 0,0-1 1 0 0,1 0-1 0 0,0 0 0 0 0,0-1 1 0 0,0 0-1 0 0,0 0 0 0 0,1 0 1 0 0,0-1-1 0 0,0 0 1 0 0,0 0-1 0 0,0 0 0 0 0,12 3 1 0 0,-4-4-78 0 0,0 1 0 0 0,0-2-1 0 0,0 0 1 0 0,1-1 0 0 0,-1 0 0 0 0,0-2 0 0 0,1 0 0 0 0,-1 0 0 0 0,0-1 0 0 0,19-5 0 0 0,2-3-308 0 0,0-2 0 0 0,-1-1 0 0 0,36-18-1 0 0,-38 15-78 0 0,0-1-1 0 0,-1-2 1 0 0,-1-2-1 0 0,-1 0 1 0 0,-1-2 0 0 0,0-1-1 0 0,-2-2 1 0 0,-1 0-1 0 0,-2-2 1 0 0,0-1-1 0 0,-2 0 1 0 0,-1-2-1 0 0,27-52 1 0 0,-31 45 459 0 0,-1 0 0 0 0,-2-2 1 0 0,-1 0-1 0 0,-2 0 0 0 0,6-51 1 0 0,-12 46 809 0 0,-1 0 0 0 0,-3 0 0 0 0,-1 0 0 0 0,-12-75 0 0 0,10 100-210 0 0,1 10-269 0 0,-1 0 0 0 0,0 0 0 0 0,0 0 0 0 0,-5-11 0 0 0,6 18 63 0 0,-10 10 635 0 0,10-5-925 0 0,0 0 0 0 0,0 0 1 0 0,0 1-1 0 0,0-1 0 0 0,0 0 1 0 0,0 0-1 0 0,0 1 0 0 0,1-1 1 0 0,-1 1-1 0 0,1-1 0 0 0,0 1 1 0 0,0-1-1 0 0,0 3 0 0 0,-1 7 319 0 0,-6 54 1040 0 0,3 0 1 0 0,5 68 0 0 0,22 131 511 0 0,-17-215-1851 0 0,2 0 0 0 0,3-1 0 0 0,31 90 0 0 0,-40-133-177 0 0,1 0 0 0 0,0-1-1 0 0,0 1 1 0 0,0-1 0 0 0,1 0-1 0 0,6 8 1 0 0,-9-11-91 0 0,1 0 1 0 0,0-1-1 0 0,0 1 1 0 0,1 0-1 0 0,-1-1 1 0 0,0 1-1 0 0,0-1 0 0 0,1 1 1 0 0,-1-1-1 0 0,1 0 1 0 0,-1 0-1 0 0,1 0 1 0 0,0-1-1 0 0,-1 1 0 0 0,1-1 1 0 0,0 1-1 0 0,-1-1 1 0 0,1 0-1 0 0,0 0 1 0 0,2 0-1 0 0,3-1-478 0 0,0 0-1 0 0,0-1 1 0 0,0 0-1 0 0,-1 0 1 0 0,1-1-1 0 0,-1 0 1 0 0,0 0-1 0 0,0-1 1 0 0,0 1 0 0 0,7-6-1 0 0,5-7-4440 0 0,0-4-2708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150 143 3356 0 0,'-135'27'15425'0'0,"132"-27"-14906"0"0,-8 6 771 0 0,48-12-1113 0 0,0-2 1 0 0,53-18-1 0 0,-7 1-636 0 0,198-38-3166 0 0,-90 28-3953 0 0,-102 22 522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6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72 454 1792 0 0,'-3'0'1920'0'0,"-51"8"6506"0"0,53-8-8224 0 0,1 0-168 0 0,-1 0 0 0 0,0 0 0 0 0,0 0 0 0 0,0 0 0 0 0,1 0-1 0 0,-1 0 1 0 0,0 0 0 0 0,0 0 0 0 0,0-1 0 0 0,1 1-1 0 0,-1 0 1 0 0,0 0 0 0 0,1-1 0 0 0,-1 1 0 0 0,0-1 0 0 0,0 1-1 0 0,0-1 1 0 0,22-25 264 0 0,26-26 0 0 0,18-21-126 0 0,-53 57-138 0 0,-1 0 0 0 0,0-1 0 0 0,-1 0 1 0 0,-1 0-1 0 0,9-27 0 0 0,-13 29-20 0 0,-1 1-1 0 0,-1-1 0 0 0,0 1 0 0 0,-1-1 1 0 0,-1 0-1 0 0,0 0 0 0 0,-1 0 1 0 0,-3-16-1 0 0,3 25-2 0 0,-1-16-59 0 0,0 20 19 0 0,-2 12 20 0 0,1 20-13 0 0,1-1 0 0 0,4 54 0 0 0,1-17 7 0 0,25 349 26 0 0,-2-180 373 0 0,-27-232-300 0 0,14-29-24 0 0,17-113-28 0 0,7-23-42 0 0,-27 126 22 0 0,2 1 1 0 0,18-34-1 0 0,-27 59-10 0 0,2 1-1 0 0,-1 0 1 0 0,1 0-1 0 0,0 1 1 0 0,1 0-1 0 0,0 0 1 0 0,0 0-1 0 0,1 1 1 0 0,0 0-1 0 0,0 1 1 0 0,1 0-1 0 0,10-7 1 0 0,-15 11-1 0 0,0 1 0 0 0,1-1 0 0 0,-1 1 0 0 0,0-1 1 0 0,0 1-1 0 0,1 0 0 0 0,-1 1 0 0 0,1-1 0 0 0,-1 1 0 0 0,1 0 0 0 0,-1 0 0 0 0,1 0 1 0 0,-1 1-1 0 0,9 1 0 0 0,-6 0 8 0 0,0 1 1 0 0,0 0-1 0 0,-1 0 1 0 0,1 0-1 0 0,-1 1 0 0 0,0 0 1 0 0,0 0-1 0 0,8 7 1 0 0,-1 2 17 0 0,0 0 0 0 0,-1 1 0 0 0,-1 0 0 0 0,0 1 0 0 0,-1 0 0 0 0,12 25 0 0 0,-6-4 41 0 0,-2 2-1 0 0,19 74 0 0 0,-21-64-134 0 0,22 56-1 0 0,-32-100-110 0 0,-1 0 0 0 0,1 0 0 0 0,0 0 0 0 0,1 0-1 0 0,-1-1 1 0 0,1 1 0 0 0,-1-1 0 0 0,1 1 0 0 0,0-1 0 0 0,0 0 0 0 0,6 4 0 0 0,-6-5-308 0 0,0-1 0 0 0,-1 1 1 0 0,1-1-1 0 0,0 0 0 0 0,0 0 1 0 0,0 0-1 0 0,0 0 0 0 0,0-1 1 0 0,0 1-1 0 0,0-1 0 0 0,5 0 1 0 0,12 0-4008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7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1003 492 0 0,'0'-6'808'0'0,"0"-1"-1"0"0,-1 0 1 0 0,1 0 0 0 0,-1 0-1 0 0,-1 1 1 0 0,1-1 0 0 0,-1 0 0 0 0,0 1-1 0 0,-1 0 1 0 0,0-1 0 0 0,-6-11-1 0 0,8 18-734 0 0,0-1 0 0 0,0 0 0 0 0,0 0 0 0 0,0 0-1 0 0,0 0 1 0 0,0 0 0 0 0,-1 1 0 0 0,1-1 0 0 0,0 1 0 0 0,0-1-1 0 0,0 1 1 0 0,-1-1 0 0 0,1 1 0 0 0,0 0 0 0 0,0-1-1 0 0,-1 1 1 0 0,1 0 0 0 0,0 0 0 0 0,-1 0 0 0 0,1 0 0 0 0,0 0-1 0 0,-1 0 1 0 0,1 0 0 0 0,0 1 0 0 0,-3 0 0 0 0,0 0 34 0 0,1 0 0 0 0,-1 1 0 0 0,0-1 0 0 0,1 1 0 0 0,-1 0 0 0 0,1 0 0 0 0,-5 3 0 0 0,-5 7 106 0 0,0 0 0 0 0,1 1 0 0 0,0 1 0 0 0,1 0 0 0 0,1 0-1 0 0,-10 19 1 0 0,-45 98 504 0 0,48-92-546 0 0,-15 53 0 0 0,28-80-141 0 0,1 1 1 0 0,0 0 0 0 0,1 0-1 0 0,1 0 1 0 0,0 0 0 0 0,1 1-1 0 0,0-1 1 0 0,4 20 0 0 0,-4-31-19 0 0,0 1 0 0 0,1-1 1 0 0,-1 0-1 0 0,1 0 0 0 0,0 1 0 0 0,-1-1 1 0 0,1 0-1 0 0,0 0 0 0 0,1 0 0 0 0,-1 0 0 0 0,0 0 1 0 0,0 0-1 0 0,1 0 0 0 0,-1-1 0 0 0,1 1 1 0 0,0 0-1 0 0,-1-1 0 0 0,1 1 0 0 0,0-1 1 0 0,0 0-1 0 0,0 1 0 0 0,2 0 0 0 0,0-1-4 0 0,-1 0 0 0 0,0-1 0 0 0,0 0-1 0 0,0 1 1 0 0,1-1 0 0 0,-1 0-1 0 0,0 0 1 0 0,0-1 0 0 0,0 1 0 0 0,1-1-1 0 0,-1 1 1 0 0,0-1 0 0 0,0 0-1 0 0,3-2 1 0 0,6-2 1 0 0,-1 0 0 0 0,0-1 0 0 0,-1-1-1 0 0,1 0 1 0 0,-1 0 0 0 0,-1-1 0 0 0,12-11 0 0 0,-8 4-4 0 0,-1-1 1 0 0,0 0 0 0 0,-1-1-1 0 0,-1 0 1 0 0,-1 0-1 0 0,0-2 1 0 0,10-31-1 0 0,30-140 55 0 0,-43 160-45 0 0,-5 22-14 0 0,5-20-13 0 0,-2 21 25 0 0,-1 8 34 0 0,3 17 111 0 0,0 30 174 0 0,-3-4-184 0 0,1 0 0 0 0,3 0 0 0 0,1-1 0 0 0,21 65 1 0 0,-25-98-122 0 0,0 1 1 0 0,1-1-1 0 0,0 1 1 0 0,1-1-1 0 0,10 14 1 0 0,-13-21-27 0 0,-1 1 0 0 0,1-1 1 0 0,0 0-1 0 0,0-1 0 0 0,0 1 0 0 0,1 0 1 0 0,-1-1-1 0 0,1 0 0 0 0,-1 0 0 0 0,1 0 1 0 0,0 0-1 0 0,0-1 0 0 0,0 1 0 0 0,0-1 0 0 0,0 0 1 0 0,0 0-1 0 0,0 0 0 0 0,0-1 0 0 0,0 1 1 0 0,6-1-1 0 0,2-1-133 0 0,0-1 1 0 0,-1 0-1 0 0,1 0 0 0 0,-1-1 1 0 0,0-1-1 0 0,0 0 1 0 0,0 0-1 0 0,0-1 0 0 0,11-8 1 0 0,-6 4-282 0 0,-1-2 0 0 0,-1 0 0 0 0,0-1 1 0 0,0-1-1 0 0,16-19 0 0 0,-10 6-155 0 0,-1 0-1 0 0,-1-1 1 0 0,-2-1 0 0 0,0-1-1 0 0,-2 0 1 0 0,16-48 0 0 0,-9 7 229 0 0,-3 0 0 0 0,-4-2 0 0 0,-2 0 0 0 0,3-93 0 0 0,-13 54 1328 0 0,-5 0 1 0 0,-19-124-1 0 0,-4 72 1891 0 0,25 160-2716 0 0,-2 13 6 0 0,1-1 0 0 0,0 0 1 0 0,0 0-1 0 0,0 1 1 0 0,2-1-1 0 0,-1 1 0 0 0,1-1 1 0 0,0 1-1 0 0,2 10 1 0 0,0 14 205 0 0,15 660 1833 0 0,-15-656-2216 0 0,10 106 138 0 0,-8-114-269 0 0,1-1 0 0 0,16 51 0 0 0,-18-70-190 0 0,1 0 0 0 0,0 0 0 0 0,1 0 0 0 0,0-1 0 0 0,1 1 1 0 0,0-1-1 0 0,8 9 0 0 0,-12-15-114 0 0,1 0 0 0 0,1 0 0 0 0,-1 0 0 0 0,0 0 0 0 0,1-1 0 0 0,-1 1 0 0 0,1-1 0 0 0,0 0 0 0 0,0 0-1 0 0,0-1 1 0 0,0 1 0 0 0,0-1 0 0 0,0 0 0 0 0,0 0 0 0 0,0 0 0 0 0,1 0 0 0 0,-1-1 0 0 0,0 0 0 0 0,1 0 0 0 0,6-1 0 0 0,8-2-3610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7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38 166 348 0 0,'-9'-87'11744'0'0,"9"80"-11006"0"0,-1 0 0 0 0,0 0 0 0 0,-1 0 0 0 0,0 0 0 0 0,-4-10 0 0 0,6 15-251 0 0,-1 0-335 0 0,0 0 0 0 0,1 0 0 0 0,-1 1 1 0 0,0-1-1 0 0,0 0 0 0 0,0 0 0 0 0,0 0 0 0 0,0 1 0 0 0,-1-1 0 0 0,-1-2 1 0 0,1 2 789 0 0,0 21-821 0 0,2 1 0 0 0,1-1 0 0 0,0 1 0 0 0,5 22 0 0 0,2 40 294 0 0,6 430 272 0 0,-13-465-1479 0 0,2 0 0 0 0,13 61 0 0 0,-15-105 61 0 0,0 1 0 0 0,1-1 0 0 0,-1 0 0 0 0,1 0 0 0 0,-1 0 0 0 0,1 0 0 0 0,0 0 0 0 0,3 4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8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97 148 1072 0 0,'-22'-126'14876'0'0,"12"105"-10687"0"0,9 32-2443 0 0,1 15 167 0 0,0-23-1395 0 0,0 10 1598 0 0,0-3-1807 0 0,0-8 681 0 0,1 17-1487 0 0,-4-21-458 0 0,1-1-1 0 0,-1 1 1 0 0,1 0 0 0 0,-1 0-1 0 0,0 0 1 0 0,0 0 0 0 0,0 0-1 0 0,0 1 1 0 0,0-1 0 0 0,-1 1-1 0 0,1 0 1 0 0,0 0 0 0 0,-1 0-1 0 0,1 1 1 0 0,0-1 0 0 0,-1 1-1 0 0,1 0 1 0 0,-7 0 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24 1464 0 0,'-23'-23'14710'0'0,"25"32"-14761"0"0,5 13 804 0 0,28 82 1615 0 0,37 182 1 0 0,-50-132-1508 0 0,1 230-1 0 0,-44 158-110 0 0,6-339-694 0 0,13 216-1 0 0,14-307-62 0 0,-9-97 24 0 0,0 1 0 0 0,1-1 0 0 0,1 0 0 0 0,1 0 0 0 0,7 15 0 0 0,-11-28-13 0 0,-1 0 1 0 0,0 0-1 0 0,1 0 1 0 0,-1 0-1 0 0,1 0 1 0 0,0 0-1 0 0,-1 0 1 0 0,1 0-1 0 0,0-1 1 0 0,0 1-1 0 0,0-1 1 0 0,1 0 0 0 0,-1 1-1 0 0,0-1 1 0 0,0 0-1 0 0,1 0 1 0 0,3 1-1 0 0,-2-1 1 0 0,1-1-1 0 0,0 1 1 0 0,0-1-1 0 0,-1 0 1 0 0,1 0-1 0 0,0 0 1 0 0,-1-1-1 0 0,10-1 1 0 0,-3-1 0 0 0,1-1 1 0 0,-1 0 0 0 0,0-1-1 0 0,0 0 1 0 0,-1-1 0 0 0,18-11 0 0 0,-14 6-7 0 0,-1-1 0 0 0,0 0 1 0 0,0-1-1 0 0,-1 0 0 0 0,-1-1 1 0 0,0 0-1 0 0,-1 0 0 0 0,10-21 0 0 0,-9 12 7 0 0,-1 0 0 0 0,-1 0-1 0 0,-1-1 1 0 0,-1 0 0 0 0,5-33-1 0 0,-6 11 16 0 0,-2 0-1 0 0,-2 0 0 0 0,-2-1 1 0 0,-3 1-1 0 0,-15-90 1 0 0,10 97-44 0 0,-2 0 1 0 0,-1 1-1 0 0,-2-1 1 0 0,-1 2-1 0 0,-39-70 1 0 0,36 80 23 0 0,-1 1 1 0 0,-1 0-1 0 0,-1 2 1 0 0,-1 0-1 0 0,-1 1 1 0 0,-1 1-1 0 0,-1 1 1 0 0,-28-18-1 0 0,-117-58-10 0 0,53 33 51 0 0,115 64-44 0 0,0-1 1 0 0,0 1-1 0 0,0-1 0 0 0,1 0 1 0 0,-1 0-1 0 0,0 1 0 0 0,0-1 1 0 0,1 0-1 0 0,-1 0 0 0 0,1 0 1 0 0,-1 0-1 0 0,1 0 0 0 0,-1 0 1 0 0,1 0-1 0 0,-1 0 0 0 0,1 0 1 0 0,0 0-1 0 0,0 0 0 0 0,-1 0 1 0 0,1 0-1 0 0,0 0 0 0 0,0 0 1 0 0,0 0-1 0 0,0 0 0 0 0,1-2 1 0 0,-1 1 4 0 0,0-1-1 0 0,1 1 1 0 0,0-1 0 0 0,-1 1 0 0 0,1 0-1 0 0,0-1 1 0 0,0 1 0 0 0,1 0 0 0 0,1-3 0 0 0,11-12-246 0 0,2 2 1 0 0,0-1 0 0 0,0 2 0 0 0,1 0-1 0 0,37-21 1 0 0,2 0-2229 0 0,107-48 0 0 0,-8 22-6848 0 0,-111 45 2940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8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20 196 0 0,'-7'10'10235'0'0,"-16"27"345"0"0,22-36-10284 0 0,15 6 348 0 0,7-6-629 0 0,1-1-1 0 0,-1-1 1 0 0,28-5-1 0 0,70-17-3302 0 0,-73 13 708 0 0,-25 5-1131 0 0,31-12 0 0 0,-16 4-2604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0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1048 2288 0 0,'-8'17'3255'0'0,"7"-15"-3016"0"0,-1 1 0 0 0,1 0 0 0 0,0-1 0 0 0,-1 1 0 0 0,1 0 0 0 0,0 0 0 0 0,1-1 0 0 0,-1 1 0 0 0,1 0 1 0 0,-1 0-1 0 0,1 0 0 0 0,0 0 0 0 0,0 0 0 0 0,0 0 0 0 0,0 0 0 0 0,0 0 0 0 0,1 0 0 0 0,0 0 0 0 0,-1-1 0 0 0,1 1 1 0 0,0 0-1 0 0,2 3 0 0 0,-2-4-179 0 0,0 0 1 0 0,1-1 0 0 0,-1 1-1 0 0,1 0 1 0 0,-1 0 0 0 0,1-1-1 0 0,0 0 1 0 0,0 1-1 0 0,0-1 1 0 0,0 0 0 0 0,0 0-1 0 0,0 1 1 0 0,0-2 0 0 0,0 1-1 0 0,0 0 1 0 0,0 0 0 0 0,0-1-1 0 0,1 1 1 0 0,-1-1 0 0 0,0 0-1 0 0,5 1 1 0 0,2-1 47 0 0,1 0 0 0 0,-1-1 0 0 0,16-2 1 0 0,-2-2-57 0 0,0 0 0 0 0,0-2 0 0 0,0-1 0 0 0,-1 0 0 0 0,0-2 1 0 0,0 0-1 0 0,-1-2 0 0 0,-1 0 0 0 0,28-22 0 0 0,-27 16-36 0 0,0 0-1 0 0,-2-2 0 0 0,0 0 1 0 0,-2-1-1 0 0,0-1 0 0 0,-1 0 1 0 0,-2-2-1 0 0,13-25 1 0 0,2-13 1 0 0,-3-2 1 0 0,34-128-1 0 0,8-140 36 0 0,-53 250-50 0 0,-11 48-26 0 0,-3 23 10 0 0,1 1-1 0 0,-1-1 0 0 0,7-18 1 0 0,-8 28 30 0 0,-1 4 1 0 0,-31 124 103 0 0,6 0 0 0 0,-15 186 0 0 0,39-286-88 0 0,2 0 0 0 0,0 0 0 0 0,2 0 0 0 0,1 0 0 0 0,2 0-1 0 0,0 0 1 0 0,2-1 0 0 0,14 40 0 0 0,-16-56-68 0 0,0 1 0 0 0,1-1 0 0 0,0 1 0 0 0,1-2-1 0 0,0 1 1 0 0,0-1 0 0 0,1 0 0 0 0,0-1 0 0 0,14 13-1 0 0,-14-16-114 0 0,0 0-1 0 0,0 0 0 0 0,1 0 0 0 0,-1-1 1 0 0,1-1-1 0 0,0 1 0 0 0,0-1 0 0 0,0-1 1 0 0,0 0-1 0 0,1 0 0 0 0,-1-1 0 0 0,1 0 1 0 0,11 0-1 0 0,-7-1-515 0 0,0-1 0 0 0,0-1 0 0 0,0 0 0 0 0,0-1 1 0 0,-1 0-1 0 0,1-1 0 0 0,-1-1 0 0 0,14-6 0 0 0,12-10-2669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0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162 284 2028 0 0,'42'-273'9168'0'0,"-43"262"-8613"0"0,-4 13-97 0 0,-8 14 70 0 0,-1 18 72 0 0,2 0 0 0 0,-16 65 0 0 0,16-51-305 0 0,-31 124 498 0 0,-24 217 0 0 0,61-329-608 0 0,4 115 1 0 0,2-172-166 0 0,0 0 0 0 0,0 1 1 0 0,1-1-1 0 0,-1 0 0 0 0,1 0 1 0 0,0 0-1 0 0,0 0 0 0 0,0 0 0 0 0,0 0 1 0 0,0 0-1 0 0,1-1 0 0 0,2 5 0 0 0,-4-6-13 0 0,1-1 0 0 0,0 1 0 0 0,-1 0 0 0 0,1-1 0 0 0,0 1 0 0 0,-1-1 0 0 0,1 0 0 0 0,0 1 0 0 0,0-1 0 0 0,-1 0 0 0 0,1 1 0 0 0,0-1 0 0 0,0 0 0 0 0,0 0 0 0 0,0 1-1 0 0,-1-1 1 0 0,1 0 0 0 0,2 0 0 0 0,-1 0-3 0 0,-1-1-1 0 0,1 1 0 0 0,0-1 0 0 0,0 1 0 0 0,0-1 1 0 0,0 0-1 0 0,-1 0 0 0 0,1 0 0 0 0,0 0 0 0 0,-1 0 1 0 0,3-1-1 0 0,4-5 5 0 0,0-1-1 0 0,0 1 1 0 0,-1-1 0 0 0,0-1 0 0 0,-1 1-1 0 0,7-11 1 0 0,31-62 24 0 0,-28 50-27 0 0,-1 1 4 0 0,71-121 37 0 0,-73 131-50 0 0,1 0 1 0 0,1 1 0 0 0,1 1-1 0 0,0 0 1 0 0,21-17 0 0 0,-32 32-4 0 0,-1-1 0 0 0,1 1 1 0 0,0 0-1 0 0,0 0 0 0 0,0 1 0 0 0,0 0 1 0 0,0-1-1 0 0,9-1 0 0 0,-12 4 5 0 0,1-1 0 0 0,-1 1 1 0 0,0 0-1 0 0,1-1 0 0 0,-1 1 0 0 0,1 1 0 0 0,-1-1 0 0 0,0 0 0 0 0,1 0 0 0 0,-1 1 0 0 0,0 0 1 0 0,1-1-1 0 0,-1 1 0 0 0,0 0 0 0 0,0 0 0 0 0,0 0 0 0 0,1 0 0 0 0,-1 1 0 0 0,0-1 0 0 0,-1 0 1 0 0,1 1-1 0 0,0 0 0 0 0,2 1 0 0 0,1 4 12 0 0,0 0-1 0 0,0 1 1 0 0,0-1 0 0 0,-1 1-1 0 0,0 0 1 0 0,0 0 0 0 0,-1 1 0 0 0,0-1-1 0 0,-1 0 1 0 0,2 12 0 0 0,2 14 208 0 0,0 45 1 0 0,-5-59-138 0 0,2 78 228 0 0,-3-53-196 0 0,2-1-1 0 0,12 66 0 0 0,-14-106-98 0 0,1 0-1 0 0,0 1 1 0 0,1-1 0 0 0,-1 0 0 0 0,1 0 0 0 0,0 0-1 0 0,0-1 1 0 0,0 1 0 0 0,0 0 0 0 0,1-1 0 0 0,-1 1-1 0 0,1-1 1 0 0,0 0 0 0 0,0 0 0 0 0,0 0 0 0 0,0 0-1 0 0,5 3 1 0 0,-3-4-2 0 0,-1 0-1 0 0,1 0 1 0 0,0 0 0 0 0,0 0-1 0 0,0-1 1 0 0,0 1 0 0 0,1-1-1 0 0,-1-1 1 0 0,0 1-1 0 0,1-1 1 0 0,-1 0 0 0 0,7-1-1 0 0,1 0 0 0 0,-1-1-1 0 0,0-1 0 0 0,0 0 1 0 0,0-1-1 0 0,-1 0 0 0 0,1-1 1 0 0,-1 0-1 0 0,0 0 0 0 0,0-2 0 0 0,-1 1 1 0 0,12-10-1 0 0,-5 0-6 0 0,-1 0-1 0 0,-1-1 1 0 0,0 0 0 0 0,-1-1-1 0 0,-1 0 1 0 0,-1-2 0 0 0,14-29-1 0 0,-6 4 11 0 0,-2-1-1 0 0,17-65 0 0 0,-32 103-12 0 0,-1-1 0 0 0,-1 0 1 0 0,1 0-1 0 0,-1 0 0 0 0,-1 0 0 0 0,0-1 0 0 0,0 1 0 0 0,-1 0 0 0 0,0 0 0 0 0,-2-11 0 0 0,2 20-2 0 0,1-1 1 0 0,-1 0 0 0 0,1 1-1 0 0,-1-1 1 0 0,1 1 0 0 0,-1-1-1 0 0,1 0 1 0 0,-1 1 0 0 0,1 0 0 0 0,-1-1-1 0 0,1 1 1 0 0,-1-1 0 0 0,0 1-1 0 0,1 0 1 0 0,-1-1 0 0 0,0 1-1 0 0,0 0 1 0 0,1-1 0 0 0,-1 1-1 0 0,0 0 1 0 0,1 0 0 0 0,-1 0-1 0 0,0 0 1 0 0,0 0 0 0 0,1 0-1 0 0,-1 0 1 0 0,0 0 0 0 0,0 0-1 0 0,1 0 1 0 0,-1 0 0 0 0,0 1-1 0 0,-1-1 1 0 0,0 1-1 0 0,0-1 0 0 0,0 1 0 0 0,0 0 0 0 0,0 0 0 0 0,0 0 0 0 0,0 0 0 0 0,0 0 0 0 0,0 1 0 0 0,0-1 0 0 0,-2 3 0 0 0,-3 4-1 0 0,1 1-1 0 0,0 0 0 0 0,0 1 1 0 0,1 0-1 0 0,0 0 0 0 0,1 0 1 0 0,0 0-1 0 0,1 1 0 0 0,-3 13 1 0 0,1 0 12 0 0,1 1 0 0 0,2-1 1 0 0,0 28-1 0 0,2-42 3 0 0,0 1 0 0 0,1-1 0 0 0,0 0 0 0 0,1 1 0 0 0,0-1-1 0 0,1 0 1 0 0,0 0 0 0 0,1 0 0 0 0,0 0 0 0 0,0-1 0 0 0,8 13 0 0 0,-8-16-3 0 0,0 0 1 0 0,1-1-1 0 0,0 0 0 0 0,0 1 1 0 0,0-2-1 0 0,0 1 1 0 0,1-1-1 0 0,0 0 0 0 0,0 0 1 0 0,0 0-1 0 0,0-1 1 0 0,1 0-1 0 0,-1 0 1 0 0,1-1-1 0 0,0 0 0 0 0,0 0 1 0 0,12 2-1 0 0,-4-2-176 0 0,1-1 0 0 0,-1-1-1 0 0,1 0 1 0 0,0-1 0 0 0,-1 0 0 0 0,25-6 0 0 0,-28 4-522 0 0,0-1 0 0 0,0 0 1 0 0,16-9-1 0 0,-19 9-364 0 0,-1-1-1 0 0,0 0 1 0 0,-1 0 0 0 0,1-1-1 0 0,7-8 1 0 0,11-17-5769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1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19 1712 0 0,'-137'26'5623'0'0,"-137"33"2604"0"0,269-58-8013 0 0,0 1 1 0 0,0-1-1 0 0,0 1 0 0 0,1 1 1 0 0,-1-1-1 0 0,0 1 0 0 0,1-1 1 0 0,-7 7-1 0 0,11-9-210 0 0,0 0 0 0 0,0-1 0 0 0,0 1 1 0 0,0 0-1 0 0,0 0 0 0 0,1 0 0 0 0,-1 0 0 0 0,0 0 0 0 0,0 0 0 0 0,0 0 1 0 0,0 0-1 0 0,0 0 0 0 0,0 0 0 0 0,0 0 0 0 0,0 0 0 0 0,0 0 0 0 0,0 0 1 0 0,1 1-1 0 0,-1-1 0 0 0,0 0 0 0 0,0 0 0 0 0,0 0 0 0 0,0 0 0 0 0,0 0 1 0 0,0 0-1 0 0,0 0 0 0 0,0 0 0 0 0,0 0 0 0 0,0 0 0 0 0,0 0 0 0 0,0 0 1 0 0,0 0-1 0 0,0 0 0 0 0,1 0 0 0 0,-1 0 0 0 0,0 1 0 0 0,0-1 1 0 0,0 0-1 0 0,0 0 0 0 0,0 0 0 0 0,0 0 0 0 0,0 0 0 0 0,0 0 0 0 0,0 0 1 0 0,0 0-1 0 0,0 0 0 0 0,0 0 0 0 0,0 1 0 0 0,0-1 0 0 0,0 0 0 0 0,0 0 1 0 0,0 0-1 0 0,0 0 0 0 0,0 0 0 0 0,0 0 0 0 0,0 0 0 0 0,0 0 0 0 0,-1 0 1 0 0,1 0-1 0 0,0 0 0 0 0,0 0 0 0 0,0 1 0 0 0,0-1 0 0 0,15 2 103 0 0,1-1 0 0 0,-1 0-1 0 0,1-1 1 0 0,-1-1 0 0 0,24-4-1 0 0,-21 3-83 0 0,353-55-2527 0 0,-126 8-4819 0 0,-136 28 1135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9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0 496 496 0 0,'54'-178'10835'0'0,"-53"176"-10685"0"0,5-1 40 0 0,-1 2-61 0 0,2 12 61 0 0,1 13 44 0 0,-2 0-1 0 0,-1 0 1 0 0,-1 1-1 0 0,2 46 1 0 0,6 33 131 0 0,-10-89-314 0 0,1-1 1 0 0,1 0 0 0 0,1 0-1 0 0,0-1 1 0 0,8 16 0 0 0,-11-25-36 0 0,0 0 0 0 0,1 0 0 0 0,-1 0 0 0 0,1 0 0 0 0,0-1 0 0 0,1 1 0 0 0,-1-1 0 0 0,0 0 0 0 0,1 0 0 0 0,0 0 0 0 0,0 0 0 0 0,0 0 0 0 0,0-1 0 0 0,0 0 0 0 0,0 0 0 0 0,6 2 0 0 0,-3-2 0 0 0,0-1 0 0 0,-1 0 0 0 0,1 0 0 0 0,0 0 0 0 0,0-1 0 0 0,0 0 0 0 0,-1 0 0 0 0,1-1 0 0 0,0 0 0 0 0,9-2-1 0 0,-3-1-3 0 0,0 0 0 0 0,0-1 0 0 0,0-1 0 0 0,-1 1 0 0 0,1-2 0 0 0,-2 0 0 0 0,1-1 0 0 0,-1 0 0 0 0,0 0 0 0 0,17-18 0 0 0,-15 11-4 0 0,-1 0 1 0 0,-1-1-1 0 0,-1-1 0 0 0,12-22 1 0 0,26-73 56 0 0,-22 47-57 0 0,-25 63 52 0 0,0 2-54 0 0,-1 0 0 0 0,1 0 0 0 0,-1 0 0 0 0,1 0 0 0 0,0 1 0 0 0,-1-1 0 0 0,1 0 0 0 0,-1 0 0 0 0,1 1 0 0 0,-1-1 0 0 0,1 0 0 0 0,-1 1 0 0 0,1-1 0 0 0,-1 0 0 0 0,1 1 0 0 0,-1-1 0 0 0,1 1 0 0 0,-1-1 0 0 0,0 1 0 0 0,1-1 0 0 0,-1 1 0 0 0,0-1 0 0 0,1 1 0 0 0,-1-1 0 0 0,0 1 0 0 0,1 1 0 0 0,4 20 160 0 0,-4-14-59 0 0,3 9 39 0 0,-1-1 1 0 0,2 0-1 0 0,10 25 0 0 0,-13-36-120 0 0,0-1 1 0 0,0 0-1 0 0,1 1 0 0 0,-1-1 1 0 0,1-1-1 0 0,0 1 0 0 0,0 0 1 0 0,1-1-1 0 0,-1 1 0 0 0,1-1 1 0 0,0 0-1 0 0,0 0 0 0 0,0-1 1 0 0,0 1-1 0 0,0-1 0 0 0,0 0 1 0 0,1 0-1 0 0,4 2 0 0 0,-2-2-15 0 0,0-1 0 0 0,-1 0 0 0 0,1 0 0 0 0,0 0 0 0 0,0-1 0 0 0,-1 0 0 0 0,1-1 0 0 0,0 1 0 0 0,0-1 0 0 0,-1 0 0 0 0,1-1 0 0 0,0 0 0 0 0,-1 0 0 0 0,0 0 0 0 0,1-1 0 0 0,-1 0 0 0 0,0 0 0 0 0,0 0 0 0 0,-1-1 0 0 0,10-7 0 0 0,-9 5 1 0 0,0 1 0 0 0,0-1 0 0 0,-1 0 0 0 0,0-1 0 0 0,0 1 0 0 0,0-1 0 0 0,-1 0 0 0 0,0 0 0 0 0,0-1 0 0 0,-1 1 0 0 0,0-1 0 0 0,-1 1 0 0 0,1-1 0 0 0,-1 0 0 0 0,-1 0 0 0 0,2-15 0 0 0,-3 0-9 0 0,-1-1 0 0 0,-1 1 1 0 0,-1 0-1 0 0,-1 0 0 0 0,-1 1 1 0 0,-13-35-1 0 0,-5-4 4 0 0,-33-58 0 0 0,54 114-24 0 0,1 4 14 0 0,1 0 1 0 0,0 0-1 0 0,-1 0 0 0 0,1 1 0 0 0,-1-1 0 0 0,1 0 1 0 0,-1 0-1 0 0,1 0 0 0 0,-1 1 0 0 0,1-1 0 0 0,-1 0 1 0 0,0 1-1 0 0,0-1 0 0 0,-1 0 0 0 0,1 2-9 0 0,1 0 11 0 0,-1-1 0 0 0,1 1 1 0 0,-1 0-1 0 0,1-1 1 0 0,0 1-1 0 0,-1 0 1 0 0,1-1-1 0 0,0 1 1 0 0,-1 0-1 0 0,1 0 1 0 0,0-1-1 0 0,0 1 1 0 0,0 0-1 0 0,0 0 1 0 0,0-1-1 0 0,0 1 0 0 0,0 0 1 0 0,0 0-1 0 0,0-1 1 0 0,0 1-1 0 0,0 0 1 0 0,0 0-1 0 0,1-1 1 0 0,-1 1-1 0 0,0 0 1 0 0,1-1-1 0 0,-1 1 1 0 0,0 0-1 0 0,1-1 1 0 0,-1 1-1 0 0,1 0 1 0 0,-1-1-1 0 0,1 1 0 0 0,-1-1 1 0 0,1 1-1 0 0,-1-1 1 0 0,1 1-1 0 0,1 0 1 0 0,-1 0-3 0 0,4 3-88 0 0,-1 1 1 0 0,1-1-1 0 0,1-1 0 0 0,-1 1 1 0 0,0-1-1 0 0,1 0 0 0 0,0 0 1 0 0,0-1-1 0 0,-1 1 0 0 0,2-1 1 0 0,-1-1-1 0 0,0 1 0 0 0,0-1 1 0 0,7 0-1 0 0,11 2-610 0 0,0-2 1 0 0,32-3-1 0 0,-4-2-928 0 0,0-3 0 0 0,-1-3 0 0 0,0-1 0 0 0,74-28-1 0 0,-79 21-842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9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63 1128 0 0,'25'-63'8479'0'0,"-26"80"-7989"0"0,-1 0 0 0 0,-7 30 0 0 0,0-3-38 0 0,-10 80 625 0 0,-4 12-129 0 0,-8 236 1 0 0,33-216-197 0 0,12-168-726 0 0,-10 7-22 0 0,0 0-1 0 0,0-1 0 0 0,-1 1 0 0 0,0-1 0 0 0,0 0 0 0 0,-1 1 0 0 0,1-1 0 0 0,1-7 0 0 0,4-10-5 0 0,9-14 1 0 0,1 2 1 0 0,40-60-1 0 0,-50 84 7 0 0,0 0 0 0 0,1 1-1 0 0,0 0 1 0 0,1 0 0 0 0,0 1 0 0 0,0 1 0 0 0,1-1 0 0 0,0 2 0 0 0,0 0 0 0 0,1 0 0 0 0,0 1 0 0 0,13-5 0 0 0,-21 9 38 0 0,0 1-1 0 0,1 0 1 0 0,-1 0 0 0 0,0 0-1 0 0,1 0 1 0 0,-1 1 0 0 0,1 0 0 0 0,-1 0-1 0 0,1 0 1 0 0,-1 1 0 0 0,1-1-1 0 0,-1 1 1 0 0,0 0 0 0 0,1 0-1 0 0,-1 1 1 0 0,0-1 0 0 0,5 3-1 0 0,-3 0 66 0 0,-1 0-1 0 0,1 0 1 0 0,-1 0 0 0 0,0 0-1 0 0,0 1 1 0 0,0 0-1 0 0,-1 0 1 0 0,0 0-1 0 0,0 1 1 0 0,4 7 0 0 0,2 6 104 0 0,-1 0 0 0 0,-1 0 0 0 0,-1 0 0 0 0,-1 1 1 0 0,-1 0-1 0 0,4 29 0 0 0,-5-22-105 0 0,-2-11-64 0 0,0 0-1 0 0,1-1 1 0 0,0 1 0 0 0,1-1 0 0 0,1 0 0 0 0,7 16 0 0 0,-11-29-55 0 0,1 1 0 0 0,0-1 0 0 0,-1 1 0 0 0,1-1 0 0 0,0 0 1 0 0,0 0-1 0 0,0 0 0 0 0,1 0 0 0 0,-1 0 0 0 0,0 0 0 0 0,1 0 0 0 0,-1-1 1 0 0,1 0-1 0 0,-1 1 0 0 0,1-1 0 0 0,0 0 0 0 0,0 0 0 0 0,2 1 1 0 0,1-1-56 0 0,0-1 1 0 0,-1 1 0 0 0,1-1 0 0 0,0 0 0 0 0,-1 0-1 0 0,1-1 1 0 0,0 0 0 0 0,10-2 0 0 0,-2-2-146 0 0,-1 0 0 0 0,0 0 0 0 0,0-1 0 0 0,0 0 0 0 0,-1-2 0 0 0,21-14 0 0 0,-24 14 138 0 0,0 0 0 0 0,-1-1 1 0 0,0 0-1 0 0,0 0 0 0 0,-1-1 0 0 0,-1 0 1 0 0,0 0-1 0 0,0 0 0 0 0,0-1 1 0 0,-2 0-1 0 0,6-16 0 0 0,-4 6 134 0 0,-1-1 0 0 0,-1 1 0 0 0,0-1 0 0 0,-2 0 0 0 0,-1-25 1 0 0,3 10 299 0 0,-3 34-317 0 0,-1 0-4 0 0,2 43 535 0 0,3-1 1 0 0,1 1-1 0 0,20 70 0 0 0,-25-107-652 0 0,1 1-1 0 0,-1-1 1 0 0,1 0-1 0 0,0 0 1 0 0,0 0-1 0 0,0 0 1 0 0,0 0-1 0 0,0 0 1 0 0,1 0-1 0 0,-1-1 1 0 0,1 1-1 0 0,0-1 1 0 0,0 0-1 0 0,0 0 1 0 0,3 2-1 0 0,-3-3-340 0 0,-1 0 0 0 0,0 0 0 0 0,1 0 0 0 0,-1-1 0 0 0,1 1-1 0 0,-1-1 1 0 0,1 0 0 0 0,-1 0 0 0 0,1 0 0 0 0,-1 0 0 0 0,1 0 0 0 0,0 0 0 0 0,-1-1-1 0 0,1 1 1 0 0,-1-1 0 0 0,0 1 0 0 0,1-1 0 0 0,-1 0 0 0 0,1 0 0 0 0,-1 0 0 0 0,0-1 0 0 0,4-2-1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2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68 1524 0 0,'-79'-59'8415'0'0,"78"59"-8369"0"0,0-1 0 0 0,0 0-1 0 0,0 1 1 0 0,1-1 0 0 0,-1 0 0 0 0,0 1 0 0 0,0 0 0 0 0,0-1 0 0 0,0 1-1 0 0,0-1 1 0 0,0 1 0 0 0,0 0 0 0 0,0 0 0 0 0,-2-1 0 0 0,0 1 65 0 0,0-1 177 0 0,0 2-62 0 0,-11 5-48 0 0,12-5-195 0 0,1 0 0 0 0,0 0-1 0 0,0 0 1 0 0,1 0 0 0 0,-1 1 0 0 0,0-1 0 0 0,0 0 0 0 0,1 0 0 0 0,-1 1 0 0 0,0-1 0 0 0,1 0 0 0 0,-1 1 0 0 0,1-1 0 0 0,0 1 0 0 0,-1-1-1 0 0,1 1 1 0 0,0-1 0 0 0,0 1 0 0 0,0-1 0 0 0,0 2 0 0 0,1 6-1174 0 0,0 0 0 0 0,0 0 1 0 0,4 16-1 0 0,1-4-2713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8 1200 0 0,'18'0'9194'0'0,"-18"0"-9047"0"0,0-1-1 0 0,-1 0 1 0 0,1 1-1 0 0,-1-1 1 0 0,1 1-1 0 0,0-1 0 0 0,-1 1 1 0 0,1-1-1 0 0,-1 1 1 0 0,0 0-1 0 0,1-1 1 0 0,-1 1-1 0 0,1 0 1 0 0,-1-1-1 0 0,0 1 0 0 0,1 0 1 0 0,-1 0-1 0 0,0-1 1 0 0,0 1-1 0 0,-5 2 81 0 0,0-1-1 0 0,0 2 1 0 0,0-1 0 0 0,0 0-1 0 0,1 1 1 0 0,-1 0-1 0 0,1 1 1 0 0,0-1 0 0 0,0 1-1 0 0,0 0 1 0 0,0 0-1 0 0,1 0 1 0 0,-6 8 0 0 0,-9 9 361 0 0,-24 39 0 0 0,21-27-324 0 0,2 1 0 0 0,-25 57 0 0 0,39-77-226 0 0,0 1 0 0 0,2 0 0 0 0,-1 0 0 0 0,2 0 0 0 0,0 1 0 0 0,1-1 0 0 0,1 1 0 0 0,0-1 0 0 0,2 24 0 0 0,0-33-25 0 0,0 0 0 0 0,0 0 1 0 0,0 0-1 0 0,1 0 0 0 0,0-1 0 0 0,0 1 1 0 0,0-1-1 0 0,1 1 0 0 0,0-1 0 0 0,0 0 1 0 0,0 0-1 0 0,1 0 0 0 0,0 0 0 0 0,0-1 1 0 0,5 6-1 0 0,-2-5-25 0 0,0 0 0 0 0,0-1 0 0 0,0 0 0 0 0,0 0 1 0 0,1 0-1 0 0,-1-1 0 0 0,1 0 0 0 0,0 0 0 0 0,16 2 0 0 0,-1-1-230 0 0,1-2-1 0 0,0-1 1 0 0,-1-1-1 0 0,1-1 1 0 0,0-1 0 0 0,41-9-1 0 0,-39 5-411 0 0,-1 0-1 0 0,0-1 1 0 0,-1-2-1 0 0,0 0 0 0 0,0-2 1 0 0,-1-1-1 0 0,0 0 1 0 0,-1-2-1 0 0,0-1 0 0 0,-2 0 1 0 0,1-2-1 0 0,-2 0 1 0 0,0-1-1 0 0,-2-1 1 0 0,0 0-1 0 0,0-2 0 0 0,23-39 1 0 0,-16 12-2400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0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77 235 3072 0 0,'-25'-138'4916'0'0,"22"128"-4490"0"0,0-5 283 0 0,-1 0 0 0 0,0 0 1 0 0,-12-24-1 0 0,14 36 84 0 0,0 5-281 0 0,0 0-391 0 0,0 0 1 0 0,0 1-1 0 0,1-1 1 0 0,-1 0-1 0 0,1 1 1 0 0,0-1 0 0 0,0 0-1 0 0,-1 1 1 0 0,2 0-1 0 0,-1-1 1 0 0,0 1-1 0 0,0-1 1 0 0,1 1-1 0 0,0 0 1 0 0,-1 2-1 0 0,1 51 1488 0 0,1-29-1039 0 0,4 72 274 0 0,3-1-1 0 0,5 1 1 0 0,26 96 0 0 0,-20-124-683 0 0,4 19 229 0 0,-23-90-385 0 0,0 1 0 0 0,0 0 0 0 0,1 0 0 0 0,-1-1 0 0 0,0 1 0 0 0,0 0 0 0 0,1-1 0 0 0,-1 1 0 0 0,1 0 0 0 0,-1-1 0 0 0,0 1 0 0 0,1-1 0 0 0,-1 1 0 0 0,1-1 0 0 0,-1 1 0 0 0,1-1 0 0 0,0 1 0 0 0,-1-1 0 0 0,1 1 0 0 0,-1-1 0 0 0,1 0 0 0 0,0 1 0 0 0,-1-1 0 0 0,1 0 0 0 0,0 0 0 0 0,-1 1 0 0 0,1-1 0 0 0,0 0 0 0 0,0 0 0 0 0,-1 0 0 0 0,1 0 0 0 0,0 0 0 0 0,0 0 0 0 0,1 0 0 0 0,-1 0-3 0 0,1-1 1 0 0,0 1-1 0 0,-1 0 1 0 0,1-1-1 0 0,-1 1 1 0 0,1-1-1 0 0,0 1 1 0 0,-1-1-1 0 0,1 0 1 0 0,-1 1-1 0 0,0-1 1 0 0,1 0-1 0 0,-1 0 1 0 0,2-2-1 0 0,9-12-87 0 0,-1-2-1 0 0,-1 1 1 0 0,-1-1 0 0 0,0-1-1 0 0,12-33 1 0 0,1-3-37 0 0,-6 19 66 0 0,-3 5-37 0 0,26-42 0 0 0,-35 64 70 0 0,1 1 0 0 0,1 0-1 0 0,-1 0 1 0 0,1 0 0 0 0,0 1 0 0 0,1 0 0 0 0,-1 0 0 0 0,1 0 0 0 0,0 1 0 0 0,12-6-1 0 0,-17 10 25 0 0,0 1 0 0 0,0-1 0 0 0,0 1 0 0 0,0-1-1 0 0,0 1 1 0 0,0 0 0 0 0,0-1 0 0 0,0 1 0 0 0,1 0-1 0 0,-1 1 1 0 0,0-1 0 0 0,0 0 0 0 0,0 0-1 0 0,0 1 1 0 0,0 0 0 0 0,0-1 0 0 0,0 1 0 0 0,0 0-1 0 0,0 0 1 0 0,0 0 0 0 0,0 0 0 0 0,0 0-1 0 0,-1 0 1 0 0,1 1 0 0 0,0-1 0 0 0,-1 1 0 0 0,1-1-1 0 0,1 3 1 0 0,3 2 71 0 0,-1 1-1 0 0,0 0 1 0 0,0 0-1 0 0,0 0 1 0 0,5 12 0 0 0,-3-1 191 0 0,1 1 1 0 0,-2 1-1 0 0,7 33 1 0 0,3 63 442 0 0,-16-108-677 0 0,1 2 25 0 0,0 0 0 0 0,1 1-1 0 0,0-1 1 0 0,1 0 0 0 0,4 11-1 0 0,-6-19-41 0 0,0 1 0 0 0,0 0 0 0 0,1-1-1 0 0,-1 0 1 0 0,1 1 0 0 0,0-1 0 0 0,0 0-1 0 0,0 0 1 0 0,0 0 0 0 0,0 0-1 0 0,0 0 1 0 0,1 0 0 0 0,-1-1 0 0 0,0 1-1 0 0,1-1 1 0 0,-1 1 0 0 0,1-1 0 0 0,0 0-1 0 0,0 0 1 0 0,-1 0 0 0 0,1-1 0 0 0,0 1-1 0 0,5 0 1 0 0,4-1-143 0 0,0 0-1 0 0,-1 0 0 0 0,1-1 1 0 0,0-1-1 0 0,0 0 1 0 0,-1-1-1 0 0,1 0 1 0 0,-1-1-1 0 0,14-6 1 0 0,7-4-2050 0 0,56-37 0 0 0,-58 31-1452 0 0,26-25-1 0 0,-9 5-3550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5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1195 1460 0 0,'-6'-1'2225'0'0,"-9"0"-811"0"0,0-1 470 0 0,1 1-1 0 0,-20 1 1 0 0,32 0-1389 0 0,-1 3-235 0 0,3-3-248 0 0,-1 0 0 0 0,1 1 1 0 0,0-1-1 0 0,0 0 0 0 0,0 0 1 0 0,-1 0-1 0 0,1 0 0 0 0,0 0 1 0 0,0 0-1 0 0,0 1 0 0 0,-1-1 1 0 0,1 0-1 0 0,0 0 0 0 0,0 0 1 0 0,0 1-1 0 0,0-1 0 0 0,-1 0 1 0 0,1 0-1 0 0,0 0 0 0 0,0 1 1 0 0,0-1-1 0 0,0 0 0 0 0,0 0 1 0 0,0 1-1 0 0,0-1 0 0 0,0 0 1 0 0,0 0-1 0 0,0 1 0 0 0,0-1 0 0 0,0 0 1 0 0,0 0-1 0 0,0 1 0 0 0,0-1 1 0 0,1 1 17 0 0,1 0 0 0 0,-1 0 1 0 0,1 0-1 0 0,0-1 1 0 0,-1 1-1 0 0,1-1 0 0 0,0 1 1 0 0,-1-1-1 0 0,1 0 0 0 0,0 1 1 0 0,-1-1-1 0 0,1 0 0 0 0,0 0 1 0 0,0 0-1 0 0,1-1 0 0 0,29-5 64 0 0,-27 5-65 0 0,24-8 7 0 0,0-1-1 0 0,-1-2 0 0 0,0 0 0 0 0,26-18 0 0 0,-31 17-37 0 0,-1-1 0 0 0,-1-2 0 0 0,0 0 0 0 0,-1-1 1 0 0,-1-1-1 0 0,-1-1 0 0 0,0-1 0 0 0,-2 0 0 0 0,16-25 0 0 0,-15 19 5 0 0,-2-1 0 0 0,-1-1-1 0 0,-2 0 1 0 0,0-1 0 0 0,-2 0-1 0 0,-1-1 1 0 0,7-44 0 0 0,-4-17 90 0 0,-3-1 1 0 0,-4-1 0 0 0,-8-108 0 0 0,2 195-84 0 0,-1-12-15 0 0,-1 15-8 0 0,-3 9-2 0 0,1 3 36 0 0,1 1 1 0 0,0-1-1 0 0,0 1 0 0 0,1 0 1 0 0,1 0-1 0 0,-3 14 0 0 0,2-8 34 0 0,-7 31 129 0 0,-21 95 391 0 0,-18 190 0 0 0,47-296-510 0 0,1 1-1 0 0,7 61 1 0 0,-4-85-50 0 0,0 0 0 0 0,0-1 0 0 0,2 1 0 0 0,0-1 0 0 0,0 1 1 0 0,1-1-1 0 0,0-1 0 0 0,1 1 0 0 0,1-1 0 0 0,15 21 0 0 0,-17-26-37 0 0,1 0 0 0 0,1-1 0 0 0,-1 0-1 0 0,1 0 1 0 0,0 0 0 0 0,0-1 0 0 0,0 0-1 0 0,1-1 1 0 0,0 1 0 0 0,-1-1 0 0 0,1-1-1 0 0,0 0 1 0 0,0 0 0 0 0,0 0-1 0 0,1-1 1 0 0,-1 0 0 0 0,12-1 0 0 0,-1 0-209 0 0,0-1 0 0 0,0-1 0 0 0,0-1 0 0 0,0-1 0 0 0,0 0 0 0 0,26-11 1 0 0,-25 8-12 0 0,-1-2 0 0 0,0-1 0 0 0,0 0 0 0 0,-1-1 0 0 0,-1-1 0 0 0,1-1 0 0 0,-2-1 0 0 0,27-27 0 0 0,-23 17 10 0 0,0 0 0 0 0,-2-1 1 0 0,-1-1-1 0 0,-2 0 0 0 0,19-41 1 0 0,-12 14 20 0 0,-3-1 1 0 0,15-62 0 0 0,11-107 311 0 0,-4-118 2782 0 0,-41 314-2000 0 0,-35 445 2217 0 0,-1-52-2449 0 0,31-298-573 0 0,2-44 63 0 0,2 1 1 0 0,1 38-1 0 0,1-60-11 0 0,0-3-128 0 0,-1 0 1 0 0,1 0-1 0 0,0 0 0 0 0,0 0 0 0 0,0 0 0 0 0,0-1 1 0 0,0 1-1 0 0,0 0 0 0 0,0-1 0 0 0,-1 1 0 0 0,1 0 1 0 0,0-1-1 0 0,0 1 0 0 0,-1-1 0 0 0,1 1 0 0 0,0-1 0 0 0,0 1 1 0 0,-1-1-1 0 0,1 0 0 0 0,0 1 0 0 0,-1-1 0 0 0,1 0 1 0 0,-1 1-1 0 0,1-1 0 0 0,-1 0 0 0 0,0 0 0 0 0,1 0 1 0 0,0-1-1 0 0,11-29 11 0 0,-9 23-10 0 0,12-33 13 0 0,42-103-14 0 0,-54 140-11 0 0,0-1 0 0 0,-1 0 0 0 0,1 1 0 0 0,1-1 0 0 0,-1 1 0 0 0,1 0 0 0 0,0 0 0 0 0,0 1 0 0 0,0-1 0 0 0,0 1 0 0 0,0 0 0 0 0,1 0 0 0 0,0 0 0 0 0,6-3 0 0 0,-9 6 7 0 0,0-1 0 0 0,0 1 0 0 0,1-1 0 0 0,-1 1 0 0 0,0 0 0 0 0,1 0 0 0 0,-1 0 1 0 0,0 0-1 0 0,0 0 0 0 0,1 0 0 0 0,-1 1 0 0 0,0-1 0 0 0,0 1 0 0 0,1-1 0 0 0,-1 1 0 0 0,0 0 0 0 0,0 0 0 0 0,0 0 0 0 0,4 3 1 0 0,0 0 0 0 0,0 0 0 0 0,-1 0 0 0 0,1 1 0 0 0,-1 0 0 0 0,5 6 1 0 0,0 3 6 0 0,-1 1 1 0 0,0 0-1 0 0,-1 0 1 0 0,-1 1 0 0 0,0-1-1 0 0,-1 2 1 0 0,6 27-1 0 0,-7-24 10 0 0,1 0-1 0 0,1 0 1 0 0,1-1 0 0 0,17 30-1 0 0,-22-45-4 0 0,0 1 0 0 0,1-1 0 0 0,-1 0 0 0 0,1 0 0 0 0,0 0 0 0 0,0-1 0 0 0,1 1 0 0 0,-1-1 0 0 0,1 0 0 0 0,-1 0 0 0 0,9 3 0 0 0,-4-2 2 0 0,0-1 0 0 0,0-1 0 0 0,1 1-1 0 0,-1-2 1 0 0,1 1 0 0 0,11 0-1 0 0,-3-2-2 0 0,1-1-1 0 0,-1 0 1 0 0,1-1-1 0 0,-1-1 1 0 0,1-1-1 0 0,23-8 1 0 0,-25 5-10 0 0,0 0 1 0 0,0-1-1 0 0,-1 0 1 0 0,0-2-1 0 0,0 0 1 0 0,-1-1-1 0 0,0 0 1 0 0,-1-1-1 0 0,-1-1 1 0 0,0 0-1 0 0,0-1 1 0 0,-2 0-1 0 0,19-28 1 0 0,-25 34-1 0 0,0-1 0 0 0,-1 1 0 0 0,0-1-1 0 0,-1 0 1 0 0,1 0 0 0 0,-2 0 0 0 0,1-1 0 0 0,-1 1 0 0 0,-1-1 0 0 0,0 0 0 0 0,0 1-1 0 0,-1-1 1 0 0,0 0 0 0 0,0 1 0 0 0,-3-12 0 0 0,3 20 0 0 0,0 0 0 0 0,-1 0 1 0 0,1 1-1 0 0,0-1 0 0 0,0 0 1 0 0,-1 1-1 0 0,1-1 0 0 0,-1 0 1 0 0,1 1-1 0 0,0-1 0 0 0,-1 1 0 0 0,1-1 1 0 0,-1 0-1 0 0,0 1 0 0 0,1-1 1 0 0,-1 1-1 0 0,1 0 0 0 0,-1-1 0 0 0,0 1 1 0 0,1-1-1 0 0,-1 1 0 0 0,0 0 1 0 0,1 0-1 0 0,-1-1 0 0 0,0 1 0 0 0,0 0 1 0 0,1 0-1 0 0,-1 0 0 0 0,0 0 1 0 0,0 0-1 0 0,1 0 0 0 0,-1 0 0 0 0,0 0 1 0 0,0 0-1 0 0,1 0 0 0 0,-1 0 1 0 0,0 0-1 0 0,1 0 0 0 0,-2 1 0 0 0,-1 0 4 0 0,0 0 0 0 0,1 0 0 0 0,-1 0 0 0 0,1 0 0 0 0,-1 0 0 0 0,1 1-1 0 0,-1-1 1 0 0,1 1 0 0 0,-4 3 0 0 0,-2 6 147 0 0,0-1 0 0 0,1 1 1 0 0,0 1-1 0 0,0 0 0 0 0,2-1 0 0 0,-1 2 1 0 0,2-1-1 0 0,-1 1 0 0 0,-3 22 0 0 0,3-13 13 0 0,2 0 0 0 0,1 0-1 0 0,1 1 1 0 0,0-1 0 0 0,4 24-1 0 0,-2-37-129 0 0,0 0 0 0 0,1 0 0 0 0,0-1 1 0 0,0 1-1 0 0,1-1 0 0 0,0 0 0 0 0,1 0 0 0 0,-1 0 0 0 0,2 0 0 0 0,-1 0 0 0 0,1-1 0 0 0,0 0 0 0 0,1 0 0 0 0,0 0 1 0 0,0-1-1 0 0,0 0 0 0 0,14 11 0 0 0,-10-11-17 0 0,-1-1-1 0 0,1 0 1 0 0,0 0 0 0 0,0-1 0 0 0,0 0 0 0 0,1-1 0 0 0,0 0-1 0 0,-1 0 1 0 0,1-1 0 0 0,0-1 0 0 0,0 0 0 0 0,0 0 0 0 0,0-1-1 0 0,11-1 1 0 0,2-2-397 0 0,-1-1 0 0 0,1 0-1 0 0,-1-2 1 0 0,0-1 0 0 0,-1-1-1 0 0,0 0 1 0 0,0-2 0 0 0,-1-1 0 0 0,32-20-1 0 0,-36 19-934 0 0,0-1 0 0 0,-1-1-1 0 0,0 0 1 0 0,-1-1 0 0 0,-1-1 0 0 0,20-27-1 0 0,-8 2-4019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6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532 135 2472 0 0,'-519'23'13210'0'0,"518"-23"-13167"0"0,1 0 0 0 0,-1 1 0 0 0,1-1 0 0 0,-1 0 0 0 0,1 0 0 0 0,0 0-1 0 0,-1 0 1 0 0,1 0 0 0 0,-1 0 0 0 0,1 0 0 0 0,-1 0 0 0 0,1 0 0 0 0,-1 0 0 0 0,1 0 0 0 0,0 0 0 0 0,-1 0 0 0 0,1 0-1 0 0,-1-1 1 0 0,1 1 0 0 0,-1 0 0 0 0,1 0 0 0 0,0 0 0 0 0,-1-1 0 0 0,1 1 0 0 0,0 0 0 0 0,-1 0 0 0 0,0-1 0 0 0,16-7 407 0 0,10 0-338 0 0,1 2 1 0 0,38-6 0 0 0,-26 5-77 0 0,412-62-2156 0 0,-147 36-4991 0 0,-174 20 1038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175 198 1988 0 0,'-12'-120'10672'0'0,"12"119"-10604"0"0,0 0-1 0 0,0 0 1 0 0,0 1-1 0 0,0-1 1 0 0,0 0-1 0 0,-1 0 1 0 0,1 1-1 0 0,0-1 1 0 0,0 0-1 0 0,0 1 1 0 0,-1-1-1 0 0,1 0 1 0 0,0 0-1 0 0,-1 1 1 0 0,1-1-1 0 0,-1 0 1 0 0,1 1-1 0 0,0-1 1 0 0,-1 1-1 0 0,1-1 1 0 0,-2 0-1 0 0,1 1-49 0 0,1 0 0 0 0,-1 0 0 0 0,1 0 0 0 0,-1 0 0 0 0,1 0 0 0 0,-1 0 0 0 0,1 1 0 0 0,-1-1 0 0 0,1 0 0 0 0,-1 0 0 0 0,1 1 0 0 0,0-1 0 0 0,-1 0 0 0 0,1 1 0 0 0,-1-1 1 0 0,1 0-1 0 0,0 1 0 0 0,-1-1 0 0 0,1 0 0 0 0,0 1 0 0 0,-1-1 0 0 0,1 1 0 0 0,-17 30 279 0 0,-44 139 865 0 0,53-141-1067 0 0,2 0 0 0 0,0 0 0 0 0,3 0 0 0 0,-2 34 0 0 0,5-56-75 0 0,1 1 1 0 0,-1-1 0 0 0,1 0 0 0 0,0 0 0 0 0,1 1-1 0 0,0-1 1 0 0,0 0 0 0 0,0 0 0 0 0,1-1 0 0 0,0 1 0 0 0,0-1-1 0 0,1 1 1 0 0,0-1 0 0 0,8 11 0 0 0,-6-11-5 0 0,1 0-1 0 0,-1 0 1 0 0,1-1 0 0 0,0 0-1 0 0,1 0 1 0 0,-1-1 0 0 0,1 1 0 0 0,0-2-1 0 0,0 1 1 0 0,0-1 0 0 0,0 0-1 0 0,10 2 1 0 0,5-1 2 0 0,-1 0 0 0 0,1-2 0 0 0,0 0 0 0 0,0-1 0 0 0,-1-2 0 0 0,1 0 0 0 0,28-6 0 0 0,-32 4-8 0 0,0-1 0 0 0,0-1 0 0 0,-1-1 1 0 0,1-1-1 0 0,-2 0 0 0 0,1-2 1 0 0,-1 0-1 0 0,31-21 0 0 0,-37 20-9 0 0,0 0 0 0 0,-1-1 0 0 0,0 0 0 0 0,-1-1 0 0 0,0 0 0 0 0,-1 0 0 0 0,0-1 0 0 0,-1 0 0 0 0,0 0 0 0 0,-1-1 0 0 0,-1 0 0 0 0,0 0 0 0 0,-1 0 0 0 0,0-1 0 0 0,-2 1 0 0 0,1-1 0 0 0,0-19 0 0 0,-2 21-3 0 0,-1 0 0 0 0,0 0 0 0 0,-1 0 0 0 0,0 0 0 0 0,-1 1 0 0 0,-1-1 0 0 0,0 0 0 0 0,0 1 0 0 0,-1-1 0 0 0,-1 1 0 0 0,0 0 1 0 0,0 1-1 0 0,-2-1 0 0 0,1 1 0 0 0,-1 0 0 0 0,-1 1 0 0 0,0-1 0 0 0,0 1 0 0 0,-20-17 0 0 0,21 22-1 0 0,1 1 0 0 0,-1 0 0 0 0,0 0 0 0 0,0 0 0 0 0,-1 1 0 0 0,1 0 0 0 0,-1 0 1 0 0,1 1-1 0 0,-1-1 0 0 0,0 2 0 0 0,-10-2 0 0 0,6 3 0 0 0,1-1 1 0 0,-1 2-1 0 0,0 0 1 0 0,1 0-1 0 0,-1 1 1 0 0,-22 7-1 0 0,7 1-1 0 0,0 1 0 0 0,1 1 0 0 0,0 2 0 0 0,1 0 0 0 0,-32 26 0 0 0,31-20 5 0 0,1 0 0 0 0,0 2 0 0 0,-28 34-1 0 0,41-43 2 0 0,2 1 0 0 0,0 0 0 0 0,1 0-1 0 0,0 1 1 0 0,1 0 0 0 0,0 0-1 0 0,2 1 1 0 0,-6 20 0 0 0,10-32-8 0 0,1 0 0 0 0,0 1 0 0 0,1-1 0 0 0,-1 0 0 0 0,1 1 0 0 0,0-1 0 0 0,0 1 0 0 0,0-1 0 0 0,1 1 0 0 0,0-1 0 0 0,-1 0 0 0 0,2 1 0 0 0,-1-1 0 0 0,0 0 0 0 0,1 0 0 0 0,0 0 0 0 0,0 0 0 0 0,0 0 0 0 0,5 7 0 0 0,-3-7-63 0 0,1 1 0 0 0,-1-1 0 0 0,1 0 0 0 0,0 0-1 0 0,0 0 1 0 0,0 0 0 0 0,1-1 0 0 0,0 0 0 0 0,-1 0 0 0 0,1-1 0 0 0,0 1 0 0 0,0-1 0 0 0,8 1-1 0 0,12 2-306 0 0,0-1 0 0 0,1-1 0 0 0,0-2-1 0 0,-1 0 1 0 0,1-2 0 0 0,0-1 0 0 0,-1-1-1 0 0,43-11 1 0 0,-24 2-85 0 0,-1-2 0 0 0,0-2 0 0 0,-1-2 0 0 0,44-24 0 0 0,-30 7 339 0 0,-2-3 0 0 0,101-89 0 0 0,-49 36 1866 0 0,-106 90-1730 0 0,0 0-1 0 0,0 1 1 0 0,0-1-1 0 0,0 0 0 0 0,0 0 1 0 0,1 0-1 0 0,-1 1 0 0 0,0-1 1 0 0,1 1-1 0 0,-1-1 1 0 0,0 1-1 0 0,1-1 0 0 0,-1 1 1 0 0,0 0-1 0 0,1 0 0 0 0,-1 0 1 0 0,1 0-1 0 0,-1 0 1 0 0,0 0-1 0 0,1 0 0 0 0,-1 0 1 0 0,3 1-1 0 0,-2 0 17 0 0,0 0 0 0 0,-1 0 1 0 0,1 0-1 0 0,0 0 0 0 0,-1 1 0 0 0,1-1 0 0 0,-1 0 0 0 0,1 1 0 0 0,-1 0 1 0 0,0-1-1 0 0,1 1 0 0 0,-1 0 0 0 0,1 2 0 0 0,3 6 156 0 0,-1 1 0 0 0,0-1-1 0 0,0 1 1 0 0,2 14 0 0 0,3 20 311 0 0,-2 0 1 0 0,-2 0-1 0 0,-2 0 0 0 0,-2 1 1 0 0,-2 0-1 0 0,-8 57 1 0 0,8-94-270 0 0,-1-1 1 0 0,-1 0-1 0 0,1 1 1 0 0,-1-1-1 0 0,-1 0 1 0 0,-5 11-1 0 0,7-16-155 0 0,1 0 0 0 0,-1-1 0 0 0,0 1 0 0 0,0-1 0 0 0,0 1-1 0 0,0-1 1 0 0,0 0 0 0 0,-1 1 0 0 0,1-1 0 0 0,-1 0-1 0 0,1-1 1 0 0,-1 1 0 0 0,0 0 0 0 0,0-1 0 0 0,0 0-1 0 0,0 1 1 0 0,0-1 0 0 0,0 0 0 0 0,0 0 0 0 0,0-1 0 0 0,0 1-1 0 0,-4-1 1 0 0,0 0-31 0 0,1-1 0 0 0,-1 0 1 0 0,0 0-1 0 0,1-1 0 0 0,-1 0 0 0 0,1 0 0 0 0,-1-1 0 0 0,1 1 0 0 0,0-2 0 0 0,0 1 1 0 0,0 0-1 0 0,1-1 0 0 0,-1 0 0 0 0,1-1 0 0 0,0 1 0 0 0,-9-11 0 0 0,14 14-40 0 0,-1 0 0 0 0,0 0 0 0 0,1-1 0 0 0,-1 1 0 0 0,1 0 0 0 0,0 0 0 0 0,-1-1-1 0 0,1 1 1 0 0,0 0 0 0 0,0-1 0 0 0,0 1 0 0 0,0 0 0 0 0,0-1 0 0 0,0 1 0 0 0,0 0 0 0 0,0-1-1 0 0,0 1 1 0 0,1 0 0 0 0,-1 0 0 0 0,1-1 0 0 0,-1 1 0 0 0,1 0 0 0 0,-1 0 0 0 0,1 0 0 0 0,0-1 0 0 0,-1 1-1 0 0,2-1 1 0 0,26-27-29 0 0,-24 25 9 0 0,9-8-177 0 0,1 1 0 0 0,1 1 1 0 0,0 0-1 0 0,20-9 0 0 0,68-27-1473 0 0,-73 34 1174 0 0,95-33-1777 0 0,-77 29 883 0 0,82-39 0 0 0,-121 50 1501 0 0,0 0-1 0 0,-1-1 1 0 0,0 0 0 0 0,0 0 0 0 0,-1-1 0 0 0,1 0-1 0 0,-1 0 1 0 0,-1 0 0 0 0,1-1 0 0 0,-2-1 0 0 0,1 1-1 0 0,-1-1 1 0 0,0 1 0 0 0,-1-1 0 0 0,7-17 0 0 0,-7 4 1322 0 0,-5 22-1416 0 0,1 0 0 0 0,0 0 0 0 0,0 0 0 0 0,0 0 0 0 0,0 0 1 0 0,0 0-1 0 0,-1 0 0 0 0,1 0 0 0 0,0 0 0 0 0,0 0 0 0 0,0 0 0 0 0,0 0 0 0 0,-1 0 0 0 0,1 0 0 0 0,0 0 0 0 0,0 0 0 0 0,0 0 0 0 0,0 0 0 0 0,-1 0 0 0 0,1 0 0 0 0,0 0 0 0 0,0 0 0 0 0,0 0 0 0 0,0 0 0 0 0,0 1 0 0 0,-1-1 1 0 0,1 0-1 0 0,0 0 0 0 0,0 0 0 0 0,0 0 0 0 0,0 0 0 0 0,0 0 0 0 0,0 1 0 0 0,0-1 0 0 0,0 0 0 0 0,-1 0 0 0 0,1 0 0 0 0,0 0 0 0 0,0 0 0 0 0,0 1 0 0 0,0-1 0 0 0,0 0 0 0 0,0 0 0 0 0,0 0 0 0 0,0 0 0 0 0,0 1 0 0 0,0-1 1 0 0,0 0-1 0 0,-16 34 540 0 0,3 17 163 0 0,-13 103 0 0 0,19-99-533 0 0,4-38-168 0 0,2-1 0 0 0,0 1 0 0 0,1 0-1 0 0,1 0 1 0 0,0-1 0 0 0,1 1 0 0 0,9 31-1 0 0,-11-46-138 0 0,1 0-1 0 0,0 0 0 0 0,0 0 0 0 0,0 0 1 0 0,0 0-1 0 0,0-1 0 0 0,1 1 1 0 0,-1 0-1 0 0,1-1 0 0 0,-1 1 0 0 0,1-1 1 0 0,1 2-1 0 0,-1-2-393 0 0,-1 0 0 0 0,1 0-1 0 0,0 0 1 0 0,0 0 0 0 0,0 0 0 0 0,-1 0 0 0 0,1 0 0 0 0,0-1 0 0 0,0 1 0 0 0,0-1 0 0 0,0 1-1 0 0,0-1 1 0 0,0 0 0 0 0,0 0 0 0 0,0 0 0 0 0,4 0 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225 173 1276 0 0,'-16'-28'2529'0'0,"-31"-49"1956"0"0,41 69-4195 0 0,0 1 1 0 0,0 0-1 0 0,0 0 0 0 0,-1 0 1 0 0,0 1-1 0 0,0 0 1 0 0,-10-6-1 0 0,16 11-280 0 0,-1 0 0 0 0,1 0 0 0 0,-1 0-1 0 0,0 1 1 0 0,1-1 0 0 0,-1 0 0 0 0,0 1 0 0 0,0-1 0 0 0,1 1 0 0 0,-1 0-1 0 0,0 0 1 0 0,0-1 0 0 0,0 1 0 0 0,0 0 0 0 0,1 0 0 0 0,-1 1 0 0 0,0-1-1 0 0,0 0 1 0 0,0 1 0 0 0,0-1 0 0 0,1 1 0 0 0,-1-1 0 0 0,0 1 0 0 0,1 0-1 0 0,-1 0 1 0 0,0 0 0 0 0,1 0 0 0 0,-1 0 0 0 0,1 0 0 0 0,0 0 0 0 0,-1 0-1 0 0,1 1 1 0 0,-1 1 0 0 0,-4 3-795 0 0,1 2 0 0 0,0-1 1 0 0,1 0-1 0 0,0 1 0 0 0,-5 11 0 0 0,9-18 533 0 0,-10 19-3331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8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813 256 1036 0 0,'2'-2'2225'0'0,"0"-3"-1454"0"0,1 1-1 0 0,-1-1 1 0 0,0 1-1 0 0,0-1 1 0 0,0 0-1 0 0,-1 0 1 0 0,1 1-1 0 0,-1-1 1 0 0,0 0 0 0 0,0-8-1 0 0,-2 11-651 0 0,1 0 0 0 0,-1 0 1 0 0,1 1-1 0 0,-1-1 0 0 0,0 0 0 0 0,0 0 1 0 0,0 1-1 0 0,0-1 0 0 0,0 1 0 0 0,0-1 0 0 0,0 1 1 0 0,0-1-1 0 0,-1 1 0 0 0,1 0 0 0 0,-3-3 0 0 0,3 4-84 0 0,0-1-5 0 0,0 1 1 0 0,0-1-1 0 0,1 1 0 0 0,-1-1 0 0 0,0 1 0 0 0,0-1 0 0 0,0 1 1 0 0,0 0-1 0 0,0-1 0 0 0,0 1 0 0 0,0 0 0 0 0,0 0 1 0 0,0 0-1 0 0,0 0 0 0 0,0 0 0 0 0,0 0 0 0 0,0 0 0 0 0,0 0 1 0 0,-2 1-1 0 0,3-1 38 0 0,-7 0 34 0 0,0 0 0 0 0,0 0 0 0 0,0 1 0 0 0,0 0 0 0 0,0 0 0 0 0,1 1 0 0 0,-1 0 0 0 0,0 0 0 0 0,-11 6 0 0 0,3 0 47 0 0,0 0 0 0 0,-22 18 0 0 0,12-7-19 0 0,1 2 0 0 0,1 1 1 0 0,1 1-1 0 0,1 0 0 0 0,-19 29 0 0 0,26-32-74 0 0,1 0-1 0 0,1 1 1 0 0,1 0 0 0 0,1 1-1 0 0,1 0 1 0 0,1 1 0 0 0,-7 30-1 0 0,14-48-35 0 0,-1 1 1 0 0,2 0-1 0 0,-1-1 0 0 0,1 1 0 0 0,0 0 0 0 0,0 0 1 0 0,0-1-1 0 0,1 1 0 0 0,0 0 0 0 0,0-1 0 0 0,1 1 1 0 0,1 5-1 0 0,-1-7-10 0 0,0-1 1 0 0,0 0 0 0 0,-1 0 0 0 0,2 0-1 0 0,-1-1 1 0 0,0 1 0 0 0,1 0-1 0 0,-1-1 1 0 0,1 1 0 0 0,0-1-1 0 0,-1 0 1 0 0,1 0 0 0 0,0 0-1 0 0,1 0 1 0 0,-1-1 0 0 0,0 1-1 0 0,0-1 1 0 0,1 0 0 0 0,-1 0-1 0 0,4 1 1 0 0,6 0-2 0 0,-1 0 0 0 0,1 0 0 0 0,-1-1 0 0 0,1-1 0 0 0,-1 0 0 0 0,1-1 0 0 0,-1 0-1 0 0,1-1 1 0 0,-1 0 0 0 0,1-1 0 0 0,-1-1 0 0 0,0 1 0 0 0,0-2 0 0 0,-1 0 0 0 0,0 0 0 0 0,1-1 0 0 0,-2-1 0 0 0,18-12 0 0 0,-9 3-10 0 0,-1-1 1 0 0,0 0-1 0 0,-1-1 1 0 0,-1-1-1 0 0,0-1 0 0 0,-2 0 1 0 0,0-1-1 0 0,16-33 1 0 0,-2-9-1 0 0,-19 39-55 0 0,2 0 1 0 0,17-26-1 0 0,-27 47 32 0 0,12 29-12 0 0,-12-4 65 0 0,0 0 0 0 0,-2-1 0 0 0,-4 35 0 0 0,0-9 95 0 0,-78 697 987 0 0,78-715-992 0 0,-1 1 0 0 0,-1-1-1 0 0,-1 0 1 0 0,-2-1 0 0 0,-22 47-1 0 0,26-63-33 0 0,-1 0-1 0 0,0-1 0 0 0,-1 0 0 0 0,0-1 0 0 0,0 0 0 0 0,-1 0 1 0 0,-1 0-1 0 0,0-1 0 0 0,0-1 0 0 0,-1 0 0 0 0,0 0 0 0 0,0-1 0 0 0,-1-1 1 0 0,1 1-1 0 0,-18 5 0 0 0,8-6-8 0 0,-1 0 1 0 0,0-1 0 0 0,0-1-1 0 0,-1-2 1 0 0,1 0-1 0 0,-1-1 1 0 0,1-1-1 0 0,-29-4 1 0 0,13-1 46 0 0,1-2 0 0 0,-1-2 1 0 0,2-1-1 0 0,-39-16 0 0 0,62 20-62 0 0,0 1 0 0 0,1-2 0 0 0,-1 0-1 0 0,1 0 1 0 0,1-1 0 0 0,-1-1 0 0 0,1 0-1 0 0,1 0 1 0 0,0-1 0 0 0,-16-19 0 0 0,21 22-50 0 0,1 0 0 0 0,-1 0 0 0 0,1 0 1 0 0,1-1-1 0 0,-1 1 0 0 0,1-1 1 0 0,1 0-1 0 0,-1 0 0 0 0,2 0 1 0 0,-1 0-1 0 0,1 0 0 0 0,0 0 0 0 0,0-1 1 0 0,1 1-1 0 0,0 0 0 0 0,1-1 1 0 0,0 1-1 0 0,0 0 0 0 0,4-12 0 0 0,2 1-8 0 0,0 0-1 0 0,1 0 1 0 0,2 1-1 0 0,0 0 0 0 0,0 0 1 0 0,2 2-1 0 0,0-1 0 0 0,27-27 1 0 0,8-2-134 0 0,73-55 0 0 0,214-130-1545 0 0,16 24-2146 0 0,-229 137 2124 0 0,-86 50 1263 0 0,158-102-1509 0 0,-172 107 1813 0 0,-1-2 1 0 0,-1 0-1 0 0,-1-1 1 0 0,0-1-1 0 0,-1 0 0 0 0,25-39 1 0 0,-35 45 245 0 0,-1-1-1 0 0,0 0 1 0 0,5-19 0 0 0,-6 17 129 0 0,-4 13-188 0 0,-1 0-1 0 0,1 0 1 0 0,-1 0 0 0 0,1 0-1 0 0,-1 0 1 0 0,0 0-1 0 0,-1 0 1 0 0,1 0-1 0 0,0-1 1 0 0,-1 1 0 0 0,0 0-1 0 0,1 0 1 0 0,-3-3-1 0 0,2 4 35 0 0,-1 4-23 0 0,-1 0 0 0 0,0 0 0 0 0,0 0 0 0 0,1 1 0 0 0,-1-1 0 0 0,1 1-1 0 0,0-1 1 0 0,0 1 0 0 0,0 0 0 0 0,0 0 0 0 0,0 0 0 0 0,-1 4 0 0 0,-5 11 125 0 0,2 1-1 0 0,0 1 1 0 0,0-1 0 0 0,2 1 0 0 0,1-1 0 0 0,-2 35-1 0 0,4-25-112 0 0,2 0-1 0 0,1 0 0 0 0,1-1 1 0 0,7 32-1 0 0,-7-49-117 0 0,0-1 1 0 0,0 0-1 0 0,1 1 1 0 0,0-2-1 0 0,1 1 1 0 0,0 0-1 0 0,1-1 1 0 0,0 0-1 0 0,12 14 1 0 0,-13-18-292 0 0,0 0 0 0 0,0-1 1 0 0,0 1-1 0 0,0-1 0 0 0,1-1 0 0 0,0 1 1 0 0,6 2-1 0 0,-7-3-333 0 0,1-1 0 0 0,-1 0 0 0 0,1-1 1 0 0,-1 0-1 0 0,1 0 0 0 0,0 0 0 0 0,-1 0 1 0 0,1-1-1 0 0,6 0 0 0 0,9-2-3805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0 120 548 0 0,'38'-120'14446'0'0,"-37"123"-13985"0"0,1 8-119 0 0,0 0 1 0 0,0 0-1 0 0,-1 0 0 0 0,-1 0 1 0 0,0 0-1 0 0,0 1 0 0 0,-4 16 1 0 0,2 6-9 0 0,-6 57 95 0 0,-1 32 2042 0 0,10-128-2417 0 0,1 1 0 0 0,0-1 0 0 0,-1 1 0 0 0,1-1 0 0 0,5-5 0 0 0,-1-3-20 0 0,5-9-22 0 0,1 0 0 0 0,1 1 0 0 0,0 0 1 0 0,2 1-1 0 0,0 1 0 0 0,2 1 0 0 0,0 0 0 0 0,0 1 0 0 0,37-27 0 0 0,-43 37-27 0 0,-1 1-1 0 0,1 0 1 0 0,1 1-1 0 0,12-5 0 0 0,-22 10 15 0 0,1-1-1 0 0,-1 1 0 0 0,1 0 0 0 0,-1 0 1 0 0,0 0-1 0 0,1 0 0 0 0,-1 0 1 0 0,1 0-1 0 0,-1 0 0 0 0,1 1 0 0 0,-1-1 1 0 0,0 1-1 0 0,1 0 0 0 0,-1 0 1 0 0,0 0-1 0 0,0 0 0 0 0,0 0 0 0 0,1 0 1 0 0,-1 1-1 0 0,0-1 0 0 0,3 4 0 0 0,-1-2-1 0 0,0 2-1 0 0,0-1 0 0 0,0 0 0 0 0,0 1 0 0 0,-1 0 0 0 0,1 0 1 0 0,3 8-1 0 0,-3-4 12 0 0,-1 1 0 0 0,0 0 1 0 0,0 0-1 0 0,-1 0 1 0 0,0 0-1 0 0,-1 0 0 0 0,1 19 1 0 0,-3 5 53 0 0,-6 35-1 0 0,-1 26 2 0 0,8-80-63 0 0,-1-13 12 0 0,1 1 0 0 0,-1-1 0 0 0,1 1 0 0 0,0-1 0 0 0,0 1 0 0 0,0-1 0 0 0,0 1 0 0 0,1-1 0 0 0,-1 0 0 0 0,1 1 0 0 0,-1-1 0 0 0,1 1 0 0 0,0-1 0 0 0,0 0 0 0 0,0 1 0 0 0,0-1 0 0 0,0 0 0 0 0,1 0 0 0 0,-1 0 0 0 0,0 0 0 0 0,1 0 0 0 0,3 3 0 0 0,1-3 13 0 0,16 0 19 0 0,-12-3-113 0 0,0-1 1 0 0,-1 0-1 0 0,1 0 1 0 0,-1-1-1 0 0,0 0 1 0 0,0-1-1 0 0,0 0 1 0 0,-1 0-1 0 0,1-1 1 0 0,10-7-1 0 0,5-6-702 0 0,0-1-1 0 0,22-22 1 0 0,-16 10-1516 0 0,41-50-1 0 0,-56 59-1077 0 0,24-41-1 0 0,-18 21-2215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 2956 0 0,'-36'0'3021'0'0,"11"0"-713"0"0,2 0-532 0 0,2 0 708 0 0,-10 0-940 0 0,7 4-156 0 0,14 5-1300 0 0,25-1-1096 0 0,1-4-164 0 0,1-2-752 0 0,8 0-1676 0 0,5 0-1857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4780 0 0,'14'9'3853'0'0,"1"-5"1335"0"0,4 4-2147 0 0,-2-1-1805 0 0,-2-3-1136 0 0,-1 4-1208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43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9 244 0 0,'0'0'5368'0'0,"13"5"-2360"0"0,-12-4-2983 0 0,-1 0 1 0 0,0 0-1 0 0,1 0 0 0 0,-1 0 1 0 0,1 0-1 0 0,0-1 0 0 0,-1 1 1 0 0,1 0-1 0 0,0-1 0 0 0,-1 1 1 0 0,1 0-1 0 0,0-1 0 0 0,0 1 1 0 0,-1-1-1 0 0,1 1 1 0 0,0-1-1 0 0,0 1 0 0 0,0-1 1 0 0,0 0-1 0 0,0 1 0 0 0,0-1 1 0 0,0 0-1 0 0,0 0 0 0 0,0 0 1 0 0,0 0-1 0 0,0 0 0 0 0,0 0 1 0 0,-1 0-1 0 0,1 0 0 0 0,2 0 1 0 0,0-1 62 0 0,8-9 76 0 0,-13-5 124 0 0,1 13-166 0 0,-1 3-97 0 0,-17 11 19 0 0,17-10-48 0 0,1-1 20 0 0,0 0 1 0 0,-1 1-1 0 0,1-1 1 0 0,0 0-1 0 0,0 1 0 0 0,0-1 1 0 0,0 1-1 0 0,0 0 1 0 0,0 1-1 0 0,25-10 153 0 0,-22 6-25 0 0,6-12 385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5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1 380 0 0,'0'0'15043'0'0,"0"2"-15013"0"0,10 59 133 0 0,7 73-102 0 0,-9-4-1 0 0,-1 31 10 0 0,-7-158-80 0 0,0-1 3 0 0,-3 9 108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53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1 166 672 0 0,'4'-11'8721'0'0,"-3"5"-8184"0"0,0-16 6751 0 0,-1 15-5870 0 0,-1 1-1401 0 0,0 3-24 0 0,1 4-43 0 0,10 95 86 0 0,-7 189-1 0 0,-10-121 2203 0 0,7-162-1663 0 0,2-19-238 0 0,11-56-208 0 0,2 2 0 0 0,4 0 0 0 0,3 1 0 0 0,39-86-1 0 0,-52 134-139 0 0,1 0-1 0 0,2 1 1 0 0,-1 1-1 0 0,2 0 1 0 0,1 0-1 0 0,0 1 1 0 0,18-17-1 0 0,-30 35 10 0 0,-1-1 0 0 0,1 0 0 0 0,0 0 0 0 0,0 1 0 0 0,0-1-1 0 0,0 1 1 0 0,0-1 0 0 0,1 1 0 0 0,-1 0 0 0 0,0 0 0 0 0,1 0-1 0 0,-1 0 1 0 0,0 0 0 0 0,1 1 0 0 0,-1-1 0 0 0,1 1-1 0 0,-1 0 1 0 0,1-1 0 0 0,-1 1 0 0 0,1 0 0 0 0,-1 1 0 0 0,1-1-1 0 0,-1 0 1 0 0,1 1 0 0 0,-1-1 0 0 0,1 1 0 0 0,-1 0 0 0 0,1 0-1 0 0,-1 0 1 0 0,0 0 0 0 0,1 0 0 0 0,-1 0 0 0 0,0 1 0 0 0,0-1-1 0 0,2 3 1 0 0,1 0 3 0 0,-1 1-1 0 0,1 1 0 0 0,-1-1 0 0 0,0 1 0 0 0,-1-1 1 0 0,1 1-1 0 0,-1 0 0 0 0,0 1 0 0 0,-1-1 0 0 0,0 0 1 0 0,0 1-1 0 0,2 6 0 0 0,3 38 24 0 0,-1 0-1 0 0,-2 71 1 0 0,3 27 40 0 0,-7-148-87 0 0,0 0 0 0 0,0 0-1 0 0,0 0 1 0 0,0 1-1 0 0,1-1 1 0 0,-1 0-1 0 0,0 0 1 0 0,0 0 0 0 0,0 0-1 0 0,1 0 1 0 0,-1 0-1 0 0,1 0 1 0 0,-1 0-1 0 0,1 0 1 0 0,-1-1 0 0 0,1 1-1 0 0,-1 0 1 0 0,1 0-1 0 0,0 0 1 0 0,0 0-1 0 0,-1-1 1 0 0,1 1 0 0 0,0 0-1 0 0,0-1 1 0 0,0 1-1 0 0,0-1 1 0 0,0 1-1 0 0,-1-1 1 0 0,1 1 0 0 0,0-1-1 0 0,0 1 1 0 0,0-1-1 0 0,1 0 1 0 0,-1 0-1 0 0,0 0 1 0 0,0 1 0 0 0,0-1-1 0 0,0 0 1 0 0,0 0-1 0 0,0 0 1 0 0,0-1-1 0 0,0 1 1 0 0,0 0 0 0 0,2-1-1 0 0,0 0-326 0 0,1 0 0 0 0,-1-1 0 0 0,1 1 0 0 0,-1-1-1 0 0,0 0 1 0 0,0 0 0 0 0,1 0 0 0 0,-2-1 0 0 0,1 1 0 0 0,0-1 0 0 0,3-3 0 0 0,-3 2-855 0 0,0-1 1 0 0,-1 1 0 0 0,1-1 0 0 0,-1 0 0 0 0,0 0 0 0 0,3-10 0 0 0,-2-5-5137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5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21 1648 0 0,'-25'-4'2124'0'0,"4"2"-415"0"0,2 0-309 0 0,0 0-232 0 0,0 0-220 0 0,3 0 356 0 0,-12-2-464 0 0,5 1-556 0 0,2 3-716 0 0,4 5-4000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0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1 888 0 0,'0'0'790'0'0,"-18"20"3647"0"0,16-17-4015 0 0,0 1 0 0 0,0 0 0 0 0,0-1 0 0 0,1 1 0 0 0,-1 0 0 0 0,1 0 0 0 0,0 0 0 0 0,0 0 0 0 0,-1 7 0 0 0,2-10-299 0 0,0 0-78 0 0,0 1-1 0 0,0-1 1 0 0,0 0 0 0 0,0 0-1 0 0,0 0 1 0 0,0 0 0 0 0,1 0-1 0 0,-1 0 1 0 0,0 0-1 0 0,1 0 1 0 0,-1 0 0 0 0,0 0-1 0 0,1 0 1 0 0,-1 0 0 0 0,1 0-1 0 0,0 0 1 0 0,-1 0-1 0 0,1 0 1 0 0,0-1 0 0 0,-1 1-1 0 0,1 0 1 0 0,0 0 0 0 0,0-1-1 0 0,0 1 1 0 0,0-1-1 0 0,0 1 1 0 0,0-1 0 0 0,0 1-1 0 0,0-1 1 0 0,0 1 0 0 0,0-1-1 0 0,0 0 1 0 0,0 1-1 0 0,0-1 1 0 0,0 0 0 0 0,0 0-1 0 0,0 0 1 0 0,0 0 0 0 0,2 0-1 0 0,0 0 27 0 0,0 0 4 0 0,7 0 136 0 0,-7 0 244 0 0,-3 0-405 0 0,0 0 1 0 0,1 0 0 0 0,-1 0 0 0 0,0 0-1 0 0,1 0 1 0 0,-1 0 0 0 0,0 0 0 0 0,1-1 0 0 0,-1 1-1 0 0,0 0 1 0 0,1 0 0 0 0,-1 0 0 0 0,0 0 0 0 0,1-1-1 0 0,-1 1 1 0 0,0 0 0 0 0,1 0 0 0 0,-1-1-1 0 0,0 1 1 0 0,0 0 0 0 0,1-1 0 0 0,-1 1 0 0 0,0-1-45 0 0,-1 1 0 0 0,1 0 0 0 0,-1-1 0 0 0,1 1 0 0 0,-1 0 0 0 0,1 0 0 0 0,-1 0 1 0 0,1-1-1 0 0,-1 1 0 0 0,1 0 0 0 0,-1 0 0 0 0,1 0 0 0 0,-1 0 0 0 0,1 0 0 0 0,-1 0 1 0 0,1 0-1 0 0,-1 0 0 0 0,1 0 0 0 0,-1 0 0 0 0,1 0 0 0 0,-1 0 0 0 0,1 1 0 0 0,-1-1 0 0 0,1 0 1 0 0,-1 0-1 0 0,0 1 0 0 0,-17 12 97 0 0,-10 20-3 0 0,20-22-90 0 0,6-8-10 0 0,0 1 0 0 0,0-1-1 0 0,0 1 1 0 0,0-1 0 0 0,0 1-1 0 0,1 0 1 0 0,-1 0 0 0 0,1-1-1 0 0,-1 7 1 0 0,0 1-70 0 0,2-11 70 0 0,0 1-1 0 0,0 0 1 0 0,0 0-1 0 0,0-1 1 0 0,0 1-1 0 0,0 0 1 0 0,0 0 0 0 0,1-1-1 0 0,-1 1 1 0 0,0 0-1 0 0,0-1 1 0 0,1 1 0 0 0,-1 0-1 0 0,0-1 1 0 0,1 1-1 0 0,-1 0 1 0 0,1-1-1 0 0,-1 1 1 0 0,1-1 0 0 0,-1 1-1 0 0,1-1 1 0 0,-1 1-1 0 0,1-1 1 0 0,-1 1-1 0 0,1-1 1 0 0,0 1 0 0 0,-1-1-1 0 0,1 0 1 0 0,1 1-1 0 0,0 0 26 0 0,1-2-17 0 0,3-1-1 0 0,0-1-1 0 0,1 0 1 0 0,-1 0-1 0 0,0 0 1 0 0,-1-1-1 0 0,1 0 1 0 0,-1 0-1 0 0,1-1 1 0 0,-1 1-1 0 0,0-1 1 0 0,-1 0 0 0 0,1 0-1 0 0,-1-1 1 0 0,0 1-1 0 0,-1-1 1 0 0,1 0-1 0 0,-1 0 1 0 0,0 0-1 0 0,0-1 1 0 0,-1 1-1 0 0,3-12 1 0 0,-5 17-8 0 0,0 0 0 0 0,0 0 0 0 0,0 0 0 0 0,1 0 1 0 0,-1 0-1 0 0,-1 0 0 0 0,1 0 0 0 0,0 0 0 0 0,0 0 0 0 0,0-1 0 0 0,0 1 0 0 0,-1 0 0 0 0,1 0 1 0 0,-1-1-1 0 0,1 2 0 0 0,-1-1-1 0 0,1 1 1 0 0,0 0 0 0 0,-1-1 0 0 0,1 1 0 0 0,0 0 0 0 0,-1 0 0 0 0,1-1 0 0 0,0 1 0 0 0,-1 0-1 0 0,1 0 1 0 0,0 0 0 0 0,-1 0 0 0 0,1 0 0 0 0,0-1 0 0 0,-1 1 0 0 0,1 0 0 0 0,-1 0 0 0 0,1 0-1 0 0,-1 0 1 0 0,1 0 0 0 0,0 0 0 0 0,-1 0 0 0 0,1 0 0 0 0,-1 1 0 0 0,-2-1-2 0 0,1 1 0 0 0,0 0 0 0 0,0 0-1 0 0,0 0 1 0 0,0 1 0 0 0,0-1 0 0 0,0 0 0 0 0,0 1 0 0 0,0-1 0 0 0,0 1 0 0 0,-2 3 0 0 0,2-2-80 0 0,0 0 0 0 0,0-1 0 0 0,0 1 0 0 0,1 0 0 0 0,-1 0 0 0 0,-1 6 0 0 0,2-8-48 0 0,1 0-1 0 0,0-1 1 0 0,-1 1-1 0 0,1 0 0 0 0,0 0 1 0 0,0 0-1 0 0,0 0 1 0 0,0 0-1 0 0,0 0 1 0 0,0 0-1 0 0,0 0 0 0 0,0 0 1 0 0,0 0-1 0 0,1 0 1 0 0,-1 0-1 0 0,0 0 0 0 0,0 0 1 0 0,1-1-1 0 0,-1 1 1 0 0,1 0-1 0 0,-1 0 1 0 0,1 0-1 0 0,-1 0 0 0 0,1-1 1 0 0,0 1-1 0 0,0 1 1 0 0,25-5-7945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280 583 1352 0 0,'-207'22'8986'0'0,"197"-19"-8724"0"0,0 0 0 0 0,0 0 0 0 0,0 1 0 0 0,-15 8 0 0 0,25-12-254 0 0,-1 0 0 0 0,1 0 1 0 0,-1 0-1 0 0,1 1 0 0 0,0-1 0 0 0,-1 0 0 0 0,1 0 0 0 0,-1 1 0 0 0,1-1 0 0 0,0 0 0 0 0,-1 1 0 0 0,1-1 0 0 0,0 0 0 0 0,-1 1 0 0 0,1-1 0 0 0,0 0 0 0 0,0 1 0 0 0,-1-1 0 0 0,1 1 0 0 0,0-1 0 0 0,0 0 0 0 0,0 1 0 0 0,0-1 0 0 0,0 1 0 0 0,-1-1 0 0 0,1 1 0 0 0,0-1 0 0 0,0 1 0 0 0,0-1 0 0 0,0 0 1 0 0,0 1-1 0 0,0-1 0 0 0,0 1 0 0 0,1-1 0 0 0,-1 1 0 0 0,0-1 0 0 0,0 1 0 0 0,0-1 0 0 0,0 0 0 0 0,0 1 0 0 0,1-1 0 0 0,-1 1 0 0 0,0-1 0 0 0,0 0 0 0 0,1 1 0 0 0,14 11 123 0 0,-6-11-105 0 0,0 0 0 0 0,-1-1 0 0 0,1 0 0 0 0,0-1 0 0 0,0 0 0 0 0,-1 0 0 0 0,1-1 0 0 0,-1 0 0 0 0,17-6 0 0 0,-11 4 3 0 0,38-11-2 0 0,-1-2-1 0 0,0-3 0 0 0,-2-2 0 0 0,71-41 0 0 0,-95 46-25 0 0,0 0 0 0 0,-1-1 0 0 0,-1-2-1 0 0,-1 0 1 0 0,-1-1 0 0 0,-1-1 0 0 0,-1-1 0 0 0,-1-1-1 0 0,27-46 1 0 0,-13 6 172 0 0,36-106-1 0 0,-63 151-214 0 0,-10 27-53 0 0,-14 31 23 0 0,-5 14 98 0 0,-3 7 171 0 0,-31 100 1 0 0,53-142-219 0 0,0 0 1 0 0,2 0 0 0 0,0 1 0 0 0,1-1 0 0 0,1 1 0 0 0,0-1 0 0 0,2 1-1 0 0,0 0 1 0 0,1-1 0 0 0,6 26 0 0 0,-6-38-137 0 0,0 0 0 0 0,0 0 0 0 0,0 0 0 0 0,1-1 0 0 0,0 1 0 0 0,0-1-1 0 0,0 0 1 0 0,1 1 0 0 0,0-2 0 0 0,0 1 0 0 0,0 0 0 0 0,1-1 0 0 0,8 7 0 0 0,-9-8-173 0 0,1 0 1 0 0,-1-1-1 0 0,1 0 0 0 0,0 0 1 0 0,-1 0-1 0 0,1 0 0 0 0,0-1 0 0 0,0 0 1 0 0,0 0-1 0 0,0 0 0 0 0,0 0 1 0 0,0-1-1 0 0,1 0 0 0 0,-1 0 1 0 0,0-1-1 0 0,0 1 0 0 0,6-2 0 0 0,13-5-2044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2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1 147 720 0 0,'46'-139'7877'0'0,"-42"131"-7093"0"0,1 12-65 0 0,-2 15-66 0 0,-25 174 2051 0 0,3-32-1934 0 0,7 66-330 0 0,12-226-437 0 0,0-1 1 0 0,-1 0-1 0 0,1 1 0 0 0,0-1 1 0 0,0 1-1 0 0,0-1 1 0 0,0 1-1 0 0,0-1 1 0 0,0 0-1 0 0,0 1 0 0 0,0-1 1 0 0,0 1-1 0 0,0-1 1 0 0,1 1-1 0 0,-1-1 1 0 0,0 0-1 0 0,0 1 0 0 0,0-1 1 0 0,0 1-1 0 0,1-1 1 0 0,-1 0-1 0 0,0 1 1 0 0,0-1-1 0 0,1 0 0 0 0,-1 1 1 0 0,0-1-1 0 0,0 0 1 0 0,1 1-1 0 0,-1-1 1 0 0,0 0-1 0 0,1 0 0 0 0,-1 1 1 0 0,1-1-1 0 0,-1 0 1 0 0,0 0-1 0 0,1 0 1 0 0,-1 0-1 0 0,1 1 1 0 0,-1-1-1 0 0,0 0 0 0 0,1 0 1 0 0,-1 0-1 0 0,1 0 1 0 0,-1 0-1 0 0,1 0 1 0 0,-1 0-1 0 0,0 0 0 0 0,1 0 1 0 0,-1 0-1 0 0,1-1 1 0 0,-1 1-1 0 0,0 0 1 0 0,1 0-1 0 0,-1 0 0 0 0,1 0 1 0 0,-1-1-1 0 0,0 1 1 0 0,1 0-1 0 0,-1 0 1 0 0,0-1-1 0 0,1 1 0 0 0,-1 0 1 0 0,0 0-1 0 0,1-1 1 0 0,-1 1-1 0 0,1-1 1 0 0,21-20 64 0 0,-5-1-49 0 0,20-33 0 0 0,1 0-42 0 0,-19 28 4 0 0,-9 12-37 0 0,1 1 0 0 0,1 0 0 0 0,16-16 0 0 0,-27 29 50 0 0,0 0 0 0 0,0 1 0 0 0,0-1 0 0 0,0 0 1 0 0,0 0-1 0 0,0 1 0 0 0,0-1 0 0 0,0 0 0 0 0,0 1 0 0 0,0-1 1 0 0,0 1-1 0 0,1-1 0 0 0,-1 1 0 0 0,0 0 0 0 0,0 0 1 0 0,0-1-1 0 0,1 1 0 0 0,-1 0 0 0 0,0 0 0 0 0,0 0 0 0 0,1 0 1 0 0,-1 0-1 0 0,0 1 0 0 0,0-1 0 0 0,1 0 0 0 0,0 1 1 0 0,0 0 7 0 0,0 1 1 0 0,0-1 0 0 0,0 1 0 0 0,0-1 0 0 0,0 1 0 0 0,-1 0 0 0 0,1-1 0 0 0,0 1 0 0 0,-1 0 0 0 0,0 0 0 0 0,1 0 0 0 0,1 4 0 0 0,1 3 44 0 0,0 1 0 0 0,-1 0 0 0 0,0-1 0 0 0,0 1 1 0 0,2 15-1 0 0,-4-6-27 0 0,1-1 1 0 0,2 0 0 0 0,-1 0 0 0 0,2 0-1 0 0,7 17 1 0 0,-10-31-17 0 0,0 0 0 0 0,0 0 0 0 0,0 0-1 0 0,0 0 1 0 0,1 0 0 0 0,-1-1 0 0 0,1 1-1 0 0,0-1 1 0 0,0 0 0 0 0,1 0 0 0 0,-1 0-1 0 0,1-1 1 0 0,-1 1 0 0 0,1-1 0 0 0,0 1-1 0 0,0-1 1 0 0,0 0 0 0 0,0-1 0 0 0,0 1-1 0 0,0-1 1 0 0,0 0 0 0 0,1 0 0 0 0,-1 0-1 0 0,1 0 1 0 0,-1-1 0 0 0,7 0 0 0 0,1-1 17 0 0,0 0 0 0 0,1-1 1 0 0,-1-1-1 0 0,0 1 1 0 0,-1-2-1 0 0,1 0 0 0 0,-1 0 1 0 0,1-1-1 0 0,-1-1 0 0 0,-1 0 1 0 0,1 0-1 0 0,13-12 1 0 0,-12 9-9 0 0,0-1 0 0 0,-1 0 0 0 0,0 0 0 0 0,-1-2 1 0 0,-1 1-1 0 0,1-1 0 0 0,-2 0 0 0 0,0-1 1 0 0,12-25-1 0 0,-18 35-14 0 0,-1 0 0 0 0,1 0 0 0 0,-1 0 1 0 0,0 0-1 0 0,0-1 0 0 0,0 1 0 0 0,-1 0 0 0 0,1 0 0 0 0,-1-1 1 0 0,0 1-1 0 0,0-1 0 0 0,0 1 0 0 0,0 0 0 0 0,0-1 1 0 0,-1 1-1 0 0,1 0 0 0 0,-1 0 0 0 0,0-1 0 0 0,0 1 1 0 0,0 0-1 0 0,-1 0 0 0 0,-2-5 0 0 0,3 8 0 0 0,0-1 0 0 0,1 1-1 0 0,-1-1 1 0 0,0 1 0 0 0,0 0 0 0 0,0-1-1 0 0,1 1 1 0 0,-1 0 0 0 0,0 0-1 0 0,0 0 1 0 0,0 0 0 0 0,0-1 0 0 0,0 1-1 0 0,0 0 1 0 0,1 1 0 0 0,-1-1 0 0 0,0 0-1 0 0,0 0 1 0 0,0 0 0 0 0,0 0 0 0 0,0 1-1 0 0,1-1 1 0 0,-2 1 0 0 0,-17 7-10 0 0,13-4 20 0 0,0 1 0 0 0,-1-1 0 0 0,2 1 0 0 0,-1 0 0 0 0,1 1 0 0 0,-1-1 0 0 0,1 1 0 0 0,1 0-1 0 0,-1 1 1 0 0,1-1 0 0 0,0 1 0 0 0,1-1 0 0 0,-5 14 0 0 0,6-17-6 0 0,1 1 1 0 0,0 0-1 0 0,0-1 1 0 0,0 1-1 0 0,0 0 0 0 0,1 0 1 0 0,0 0-1 0 0,-1 0 0 0 0,1 0 1 0 0,1 0-1 0 0,-1 0 1 0 0,1 0-1 0 0,-1-1 0 0 0,1 1 1 0 0,0 0-1 0 0,1 0 1 0 0,-1-1-1 0 0,0 1 0 0 0,1 0 1 0 0,0-1-1 0 0,0 0 0 0 0,0 1 1 0 0,0-1-1 0 0,1 0 1 0 0,-1 0-1 0 0,1 0 0 0 0,5 4 1 0 0,0-1-81 0 0,0-1 1 0 0,1-1-1 0 0,-1 0 1 0 0,1 0-1 0 0,0 0 1 0 0,-1-1-1 0 0,1-1 1 0 0,1 1-1 0 0,-1-1 1 0 0,0-1-1 0 0,1 0 1 0 0,-1 0-1 0 0,0-1 1 0 0,17-1-1 0 0,-9-1-977 0 0,-2 0-1 0 0,1-1 0 0 0,0-1 1 0 0,-1 0-1 0 0,1-1 0 0 0,-1 0 1 0 0,28-16-1 0 0,-19 8-2653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2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7 244 0 0,'-29'6'1942'0'0,"-163"34"5842"0"0,180-35-7124 0 0,18-2-212 0 0,24-3-214 0 0,142-34-2845 0 0,-113 21-15 0 0,5-1-1045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353 149 496 0 0,'0'0'1870'0'0,"10"-5"970"0"0,-1-2-1643 0 0,-6 6-932 0 0,0-1 0 0 0,0 0 0 0 0,-1 0 0 0 0,1 0-1 0 0,-1 0 1 0 0,1 0 0 0 0,-1-1 0 0 0,0 1 0 0 0,0-1 0 0 0,0 1 0 0 0,0-1-1 0 0,-1 0 1 0 0,1 0 0 0 0,-1 0 0 0 0,1 0 0 0 0,-1 0 0 0 0,0 0 0 0 0,0 0-1 0 0,0 0 1 0 0,0-6 0 0 0,-1 6-206 0 0,-1 0-1 0 0,1 0 0 0 0,-1 1 1 0 0,1-1-1 0 0,-1 0 1 0 0,0 1-1 0 0,0-1 1 0 0,0 1-1 0 0,-1-1 0 0 0,1 1 1 0 0,-1-1-1 0 0,1 1 1 0 0,-1 0-1 0 0,0 0 1 0 0,1-1-1 0 0,-1 1 1 0 0,0 1-1 0 0,-1-1 0 0 0,1 0 1 0 0,0 0-1 0 0,0 1 1 0 0,-1-1-1 0 0,1 1 1 0 0,-1 0-1 0 0,1 0 0 0 0,-1 0 1 0 0,0 0-1 0 0,1 0 1 0 0,-6 0-1 0 0,0-1-34 0 0,-1 0 0 0 0,1 1 1 0 0,-1 0-1 0 0,1 1 0 0 0,-1 0 0 0 0,1 0 0 0 0,-1 1 0 0 0,-15 2 0 0 0,11 2-18 0 0,1-1 0 0 0,-1 1 0 0 0,1 1-1 0 0,0 0 1 0 0,1 1 0 0 0,0 0 0 0 0,0 1-1 0 0,0 0 1 0 0,1 1 0 0 0,0 0 0 0 0,-12 15-1 0 0,7-6-26 0 0,0 1 0 0 0,1 0 0 0 0,1 1 1 0 0,1 1-1 0 0,-15 33 0 0 0,23-44 6 0 0,1 0 0 0 0,0 1 0 0 0,0-1 0 0 0,1 1 0 0 0,0-1 0 0 0,0 1 0 0 0,2 0 0 0 0,-1 0 0 0 0,2 13 0 0 0,-1-21 16 0 0,0 0 1 0 0,1-1-1 0 0,-1 1 0 0 0,1 0 1 0 0,0 0-1 0 0,0 0 1 0 0,0 0-1 0 0,0-1 1 0 0,0 1-1 0 0,1 0 0 0 0,-1-1 1 0 0,1 1-1 0 0,0-1 1 0 0,0 0-1 0 0,-1 0 1 0 0,1 1-1 0 0,1-1 1 0 0,-1 0-1 0 0,0-1 0 0 0,0 1 1 0 0,1 0-1 0 0,-1-1 1 0 0,1 1-1 0 0,0-1 1 0 0,-1 0-1 0 0,1 0 0 0 0,0 0 1 0 0,0 0-1 0 0,0 0 1 0 0,-1 0-1 0 0,1-1 1 0 0,0 0-1 0 0,0 1 1 0 0,0-1-1 0 0,0 0 0 0 0,0-1 1 0 0,6 0-1 0 0,7-1 18 0 0,1-1-1 0 0,0-1 1 0 0,-1 0 0 0 0,0-1-1 0 0,0-1 1 0 0,0-1-1 0 0,-1 0 1 0 0,0-1-1 0 0,0-1 1 0 0,-1 0-1 0 0,0 0 1 0 0,19-19 0 0 0,-3 0 32 0 0,-1-2 1 0 0,-1-1 0 0 0,45-67-1 0 0,-62 81 95 0 0,-7 10-122 0 0,0 1 0 0 0,1-1 0 0 0,0 1 0 0 0,-1 0 0 0 0,12-9 0 0 0,-16 14-25 0 0,1 1 1 0 0,-1 0-1 0 0,1 0 1 0 0,-1 0-1 0 0,0-1 1 0 0,1 1-1 0 0,-1 0 1 0 0,1 0-1 0 0,-1 0 1 0 0,1 0-1 0 0,-1 0 1 0 0,0 0-1 0 0,1 0 1 0 0,-1 0-1 0 0,1 0 1 0 0,-1 0-1 0 0,1 0 1 0 0,-1 0-1 0 0,1 0 0 0 0,-1 0 1 0 0,0 0-1 0 0,1 1 1 0 0,-1-1-1 0 0,1 0 1 0 0,-1 0-1 0 0,0 0 1 0 0,1 1-1 0 0,-1-1 1 0 0,0 0-1 0 0,1 0 1 0 0,-1 1-1 0 0,0-1 1 0 0,1 0-1 0 0,-1 1 1 0 0,0-1-1 0 0,0 0 1 0 0,1 1-1 0 0,-1-1 1 0 0,0 1-1 0 0,0-1 1 0 0,0 0-1 0 0,1 1 1 0 0,-1-1-1 0 0,0 1 1 0 0,0-1-1 0 0,0 1 1 0 0,0-1-1 0 0,0 0 1 0 0,0 1-1 0 0,0-1 1 0 0,0 1-1 0 0,4 27 45 0 0,-4-26-28 0 0,3 52 60 0 0,-3 0 0 0 0,-11 94 1 0 0,-31 107 255 0 0,32-203-262 0 0,-3 20 111 0 0,-2-1-1 0 0,-4-1 0 0 0,-32 80 0 0 0,48-142 19 0 0,-1-1-1 0 0,0 0 1 0 0,0 1-1 0 0,0-1 1 0 0,-1-1 0 0 0,0 1-1 0 0,0-1 1 0 0,-1 0-1 0 0,-6 6 1 0 0,10-11-153 0 0,-1 1 0 0 0,1 0 1 0 0,-1-1-1 0 0,1 1 0 0 0,-1-1 0 0 0,0 0 0 0 0,0 0 0 0 0,0 0 1 0 0,0 0-1 0 0,0 0 0 0 0,0-1 0 0 0,0 0 0 0 0,0 1 1 0 0,0-1-1 0 0,0 0 0 0 0,0 0 0 0 0,0-1 0 0 0,0 1 0 0 0,0 0 1 0 0,0-1-1 0 0,0 0 0 0 0,0 0 0 0 0,0 0 0 0 0,0 0 1 0 0,1 0-1 0 0,-1-1 0 0 0,-3-2 0 0 0,-2 0-36 0 0,1-1 0 0 0,0 0 0 0 0,1-1 0 0 0,-1 1-1 0 0,1-1 1 0 0,0-1 0 0 0,1 1 0 0 0,-1-1 0 0 0,1 0 0 0 0,0 0 0 0 0,1-1-1 0 0,0 1 1 0 0,0-1 0 0 0,1 0 0 0 0,0 0 0 0 0,0 0 0 0 0,1 0 0 0 0,0-1-1 0 0,0 1 1 0 0,1-1 0 0 0,0 1 0 0 0,1-1 0 0 0,0 0 0 0 0,0 1 0 0 0,1-1-1 0 0,0 1 1 0 0,0-1 0 0 0,1 1 0 0 0,0-1 0 0 0,0 1 0 0 0,1 0 0 0 0,7-14-1 0 0,5-5-166 0 0,1 2-1 0 0,2 0 0 0 0,0 1 0 0 0,1 1 0 0 0,38-36 0 0 0,-1 10-838 0 0,70-48-1 0 0,183-94-4111 0 0,-65 45 431 0 0,-222 132 4227 0 0,0-2-1 0 0,37-33 0 0 0,-53 43 786 0 0,0-1 1 0 0,0 1-1 0 0,-1-1 0 0 0,0-1 0 0 0,0 1 1 0 0,-1-1-1 0 0,0 1 0 0 0,0-1 1 0 0,-1-1-1 0 0,0 1 0 0 0,0 0 0 0 0,2-17 1 0 0,-4 9 516 0 0,-6 27 181 0 0,-6 29 61 0 0,9-28-877 0 0,-19 147 1235 0 0,19-138-1441 0 0,2 1 1 0 0,0 0-1 0 0,1-1 0 0 0,2 1 1 0 0,6 28-1 0 0,-8-45-171 0 0,0-1-1 0 0,1 1 1 0 0,-1-1 0 0 0,1 0 0 0 0,0 1-1 0 0,0-1 1 0 0,1 0 0 0 0,-1 0 0 0 0,5 4-1 0 0,-6-7-162 0 0,1 1 1 0 0,-1-1-1 0 0,1 1 0 0 0,0-1 0 0 0,0 0 0 0 0,-1 0 0 0 0,1 0 0 0 0,0 0 1 0 0,0 0-1 0 0,0 0 0 0 0,0-1 0 0 0,0 1 0 0 0,0-1 0 0 0,1 1 0 0 0,-1-1 1 0 0,0 0-1 0 0,0 0 0 0 0,0 1 0 0 0,0-2 0 0 0,0 1 0 0 0,3 0 1 0 0,9-5-3077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3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49 1128 0 0,'-7'-11'2112'0'0,"2"1"-412"0"0,-2 1 645 0 0,-3-3-917 0 0,3 5-208 0 0,-4 11-744 0 0,11 6-460 0 0,6 6-564 0 0,1-4-80 0 0,-2-2-348 0 0,2 4-1632 0 0,1-2-653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4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1412 0 0,'0'0'5863'0'0,"2"1"-5058"0"0,0-1-707 0 0,-1 0 0 0 0,0 1 0 0 0,0-1-1 0 0,0 1 1 0 0,1-1 0 0 0,-1 1 0 0 0,0 0 0 0 0,0-1 0 0 0,0 1-1 0 0,0 0 1 0 0,0 0 0 0 0,0 0 0 0 0,0 0 0 0 0,0 0 0 0 0,-1 0 0 0 0,1 0-1 0 0,0 0 1 0 0,0 0 0 0 0,-1 0 0 0 0,1 0 0 0 0,-1 1 0 0 0,1-1-1 0 0,-1 0 1 0 0,1 0 0 0 0,-1 1 0 0 0,0 0 0 0 0,3 4 54 0 0,7 23 1333 0 0,9 40 1 0 0,-3-10-770 0 0,-11-43-579 0 0,-2-4-24 0 0,1 0 1 0 0,0 0 0 0 0,7 12 0 0 0,-10-23-106 0 0,0-1 0 0 0,0 1 0 0 0,0 0 0 0 0,1 0 0 0 0,-1-1 0 0 0,0 1 0 0 0,0 0 0 0 0,1-1 0 0 0,-1 1 0 0 0,0-1 0 0 0,1 0 0 0 0,-1 1 0 0 0,0-1 0 0 0,1 0 0 0 0,-1 0 0 0 0,1 0 0 0 0,-1 0 0 0 0,0 0 0 0 0,1 0 0 0 0,-1 0 0 0 0,1-1 0 0 0,-1 1 0 0 0,0 0 0 0 0,2-1 0 0 0,6-3 8 0 0,0 0 0 0 0,0 0 0 0 0,0-1-1 0 0,-1 0 1 0 0,1 0 0 0 0,-1-1-1 0 0,14-14 1 0 0,52-58-13 0 0,-37 36-1 0 0,-29 33-4 0 0,0 1-30 0 0,0-1 0 0 0,1 1 1 0 0,13-10-1 0 0,-19 16 23 0 0,-1 0 1 0 0,1 0-1 0 0,0 1 0 0 0,0-1 0 0 0,0 1 0 0 0,0 0 0 0 0,0 0 1 0 0,0 0-1 0 0,1 0 0 0 0,-1 0 0 0 0,0 1 0 0 0,0 0 0 0 0,1-1 0 0 0,-1 1 1 0 0,0 0-1 0 0,1 1 0 0 0,5 0 0 0 0,22 9-8 0 0,52 23-1 0 0,1 1 174 0 0,-82-33-150 0 0,-1-1-1 0 0,1 1 0 0 0,0-1 0 0 0,-1 0 1 0 0,1 1-1 0 0,0-1 0 0 0,-1 0 0 0 0,1 0 1 0 0,0-1-1 0 0,-1 1 0 0 0,1 0 0 0 0,0 0 1 0 0,-1-1-1 0 0,1 1 0 0 0,0-1 0 0 0,-1 1 1 0 0,1-1-1 0 0,-1 0 0 0 0,1 0 0 0 0,-1 0 1 0 0,0 0-1 0 0,1 0 0 0 0,-1 0 0 0 0,0 0 1 0 0,1 0-1 0 0,-1 0 0 0 0,0 0 0 0 0,0-1 1 0 0,0 1-1 0 0,0 0 0 0 0,0-1 0 0 0,1-2 1 0 0,0 0-2 0 0,-1 0 1 0 0,1 0-1 0 0,0-1 0 0 0,-1 1 1 0 0,0-1-1 0 0,0 1 1 0 0,0-1-1 0 0,-1 1 1 0 0,1-1-1 0 0,-1-6 0 0 0,-6-19-2 0 0,5 28-5 0 0,1 1-1 0 0,0 0 0 0 0,-1 0 0 0 0,1-1 1 0 0,-1 1-1 0 0,1 0 0 0 0,-1 0 1 0 0,0 0-1 0 0,1 0 0 0 0,-1 0 0 0 0,0 0 1 0 0,0 0-1 0 0,0 0 0 0 0,0 0 0 0 0,0 0 1 0 0,0 0-1 0 0,0 0 0 0 0,0 1 0 0 0,-2-2 1 0 0,-1 2-1 0 0,-1 0 1 0 0,1 0 0 0 0,-1 0-1 0 0,1 1 1 0 0,-1 0-1 0 0,1 0 1 0 0,0 0 0 0 0,-1 0-1 0 0,1 1 1 0 0,0 0-1 0 0,0-1 1 0 0,0 2 0 0 0,0-1-1 0 0,0 0 1 0 0,1 1 0 0 0,-1 0-1 0 0,-4 4 1 0 0,-10 9 89 0 0,-30 35 1 0 0,32-32-16 0 0,-27 41 0 0 0,37-51-60 0 0,1 1 0 0 0,0 0 0 0 0,1 0 0 0 0,0 1 0 0 0,0-1 0 0 0,-3 20 0 0 0,7-27-4 0 0,-1 1-1 0 0,1-1 0 0 0,-1 0 1 0 0,1 0-1 0 0,0 0 1 0 0,1 0-1 0 0,-1 0 0 0 0,0 0 1 0 0,1 0-1 0 0,0 0 1 0 0,0 0-1 0 0,-1 0 0 0 0,2 0 1 0 0,-1 0-1 0 0,0-1 1 0 0,1 1-1 0 0,3 5 0 0 0,-3-6-28 0 0,1 1 0 0 0,0 0 0 0 0,0-1-1 0 0,0 1 1 0 0,0-1 0 0 0,1 0 0 0 0,-1 0-1 0 0,0-1 1 0 0,1 1 0 0 0,0 0 0 0 0,-1-1 0 0 0,6 1-1 0 0,5 1-254 0 0,0-1 0 0 0,1-1 1 0 0,-1 0-1 0 0,0-1 0 0 0,0-1 0 0 0,23-3 0 0 0,-11-1-154 0 0,0-1 0 0 0,-1-1-1 0 0,0-1 1 0 0,-1-1 0 0 0,0-1 0 0 0,0-2 0 0 0,-1 0 0 0 0,0-1-1 0 0,-1-2 1 0 0,-1 0 0 0 0,0-1 0 0 0,-2-1 0 0 0,1-1 0 0 0,-2 0-1 0 0,20-27 1 0 0,53-89 1879 0 0,-47 65 1018 0 0,-43 67-1861 0 0,-3 25 95 0 0,-72 207 2309 0 0,56-176-2617 0 0,17-52-229 0 0,4-2-124 0 0,1-2-30 0 0,0 0-1 0 0,0 1 0 0 0,0-1 0 0 0,-1 0 1 0 0,1-1-1 0 0,-1 1 0 0 0,1-1 0 0 0,-1 0 1 0 0,5-5-1 0 0,29-36 30 0 0,-14 15-23 0 0,-12 16-10 0 0,60-63-2 0 0,-61 67-21 0 0,0 0 0 0 0,0 1-1 0 0,1 0 1 0 0,0 1 0 0 0,21-10 0 0 0,-29 15 22 0 0,0 1-1 0 0,0 0 1 0 0,0 0-1 0 0,0 0 1 0 0,0 0-1 0 0,0 1 1 0 0,1-1 0 0 0,-1 1-1 0 0,0 0 1 0 0,0 0-1 0 0,1 0 1 0 0,-1 0-1 0 0,0 0 1 0 0,0 1 0 0 0,0 0-1 0 0,0-1 1 0 0,1 1-1 0 0,-1 0 1 0 0,0 1-1 0 0,0-1 1 0 0,-1 1-1 0 0,5 1 1 0 0,-4 0 57 0 0,0 0 0 0 0,0 0 1 0 0,0-1-1 0 0,0 2 0 0 0,-1-1 0 0 0,1 0 0 0 0,-1 1 0 0 0,0-1 0 0 0,0 1 1 0 0,0-1-1 0 0,0 1 0 0 0,-1 0 0 0 0,1 0 0 0 0,-1 0 0 0 0,0 0 1 0 0,0 0-1 0 0,0 4 0 0 0,2 30 358 0 0,-3 39-1 0 0,0-45-290 0 0,0-31-158 0 0,0 0 1 0 0,1 1-1 0 0,-1-1 0 0 0,0 1 0 0 0,1-1 0 0 0,-1 0 1 0 0,0 0-1 0 0,1 1 0 0 0,0-1 0 0 0,-1 0 0 0 0,1 0 1 0 0,0 0-1 0 0,0 1 0 0 0,-1-1 0 0 0,1 0 0 0 0,0 0 1 0 0,0 0-1 0 0,0 0 0 0 0,0-1 0 0 0,0 1 0 0 0,1 0 1 0 0,-1 0-1 0 0,0-1 0 0 0,0 1 0 0 0,0 0 0 0 0,1-1 1 0 0,-1 0-1 0 0,2 1 0 0 0,3 1-268 0 0,-1-1 0 0 0,1 0-1 0 0,0 0 1 0 0,-1 0 0 0 0,8-1 0 0 0,18-2-2216 0 0,-1-1 1 0 0,37-9-1 0 0,-66 12 2441 0 0,43-10-5048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5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15 924 0 0,'12'-12'6833'0'0,"-8"9"-6074"0"0,-3 4-681 0 0,0 0 0 0 0,0 0 0 0 0,0 0 0 0 0,0-1 0 0 0,0 1 0 0 0,0 0 0 0 0,0 0 0 0 0,-1 0 0 0 0,1 1 0 0 0,0-1 0 0 0,0 0 0 0 0,-1 0 0 0 0,1 0 0 0 0,-1 1 0 0 0,1-1 0 0 0,-1 0 0 0 0,0 0 0 0 0,1 1 0 0 0,-1-1 0 0 0,0 0 0 0 0,0 1 0 0 0,0-1 0 0 0,0 0 0 0 0,0 1 0 0 0,0 1 0 0 0,-5 45 970 0 0,4-39-830 0 0,-20 110 915 0 0,-1-1-1369 0 0,17-37-4668 0 0,6-71 2445 0 0,3-3-481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55 1740 0 0,'0'-14'1712'0'0,"0"4"777"0"0,-2-7-973 0 0,2 3-228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6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0 936 0 0,'8'19'2800'0'0,"-2"0"-1"0"0,5 20 0 0 0,9 84-689 0 0,-14-81-1186 0 0,0 13 926 0 0,-3 62-1 0 0,-4-108-605 0 0,-3-13-986 0 0,-2-14-279 0 0,7 4 34 0 0,0-1 0 0 0,1 1-1 0 0,0-1 1 0 0,2 1-1 0 0,-1 0 1 0 0,2 0 0 0 0,11-24-1 0 0,-7 19-22 0 0,2 0 0 0 0,0 0-1 0 0,1 1 1 0 0,22-25 0 0 0,-23 31-3 0 0,1 0 0 0 0,0 1 0 0 0,0 0 0 0 0,1 1 1 0 0,1 1-1 0 0,0 0 0 0 0,0 1 0 0 0,18-8 0 0 0,-24 12-2 0 0,1 1 0 0 0,0 0 1 0 0,-1 1-1 0 0,1 0 0 0 0,0 0 0 0 0,0 0 0 0 0,1 1 0 0 0,-1 1 0 0 0,0 0 0 0 0,0 0 0 0 0,0 0 0 0 0,0 1 0 0 0,0 1 0 0 0,0 0 0 0 0,17 5 1 0 0,-21-5 11 0 0,-1 0 0 0 0,0 0-1 0 0,0 1 1 0 0,0-1 0 0 0,0 1 0 0 0,0 0 0 0 0,-1 0 0 0 0,1 0 0 0 0,-1 0 0 0 0,0 1 0 0 0,0 0 0 0 0,0-1 0 0 0,0 1 0 0 0,-1 0 0 0 0,0 0 0 0 0,1 0 0 0 0,-1 1 0 0 0,-1-1 0 0 0,1 1 0 0 0,-1-1 0 0 0,0 1 0 0 0,0-1 0 0 0,0 1 0 0 0,0 0 0 0 0,-1-1 0 0 0,0 9 0 0 0,-1 10 7 0 0,-1 0 0 0 0,-1 0 1 0 0,-1-1-1 0 0,-9 29 0 0 0,4-14 13 0 0,7-31-141 0 0,1-1 0 0 0,0 1 0 0 0,0 0 0 0 0,1 0 0 0 0,-1 0 0 0 0,1 0 0 0 0,1 0 0 0 0,-1-1 0 0 0,3 12 0 0 0,-2-14-103 0 0,0-1 1 0 0,0 0-1 0 0,1 1 0 0 0,-1-1 1 0 0,0 0-1 0 0,1 0 0 0 0,0 0 1 0 0,-1 0-1 0 0,1 0 0 0 0,0 0 1 0 0,0 0-1 0 0,0-1 0 0 0,0 1 1 0 0,0-1-1 0 0,1 1 0 0 0,-1-1 1 0 0,0 0-1 0 0,1 0 1 0 0,-1 0-1 0 0,1 0 0 0 0,-1-1 1 0 0,1 1-1 0 0,-1 0 0 0 0,4-1 1 0 0,15 2-3073 0 0,1-3-1292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6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7 196 0 0,'0'0'3304'0'0,"0"-1"-3245"0"0,0 1 0 0 0,-1 0 1 0 0,1-1-1 0 0,0 1 1 0 0,-1-1-1 0 0,1 1 0 0 0,-1-1 1 0 0,1 1-1 0 0,-1 0 0 0 0,1-1 1 0 0,-1 1-1 0 0,1 0 1 0 0,-1-1-1 0 0,1 1 0 0 0,-1 0 1 0 0,1 0-1 0 0,-2-1 0 0 0,-30 12-2179 0 0,24-8 1304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71 420 0 0,'0'-3'400'0'0,"0"1"0"0"0,0-1 0 0 0,0 1 0 0 0,-1-1-1 0 0,1 0 1 0 0,-1 1 0 0 0,0-1 0 0 0,0 1 0 0 0,0 0 0 0 0,0-1 0 0 0,0 1 0 0 0,0 0 0 0 0,0-1-1 0 0,-1 1 1 0 0,1 0 0 0 0,-1 0 0 0 0,0 0 0 0 0,-2-2 0 0 0,1 2-219 0 0,-1-1 1 0 0,1 1-1 0 0,-1 0 1 0 0,0 0-1 0 0,1 0 1 0 0,-1 0-1 0 0,0 1 1 0 0,0 0-1 0 0,0-1 1 0 0,-6 0-1 0 0,1 1-157 0 0,0 0 0 0 0,0 1-1 0 0,0 0 1 0 0,0 0-1 0 0,0 1 1 0 0,0 0 0 0 0,0 0-1 0 0,0 1 1 0 0,1 0 0 0 0,-11 5-1 0 0,1 1 11 0 0,1 2 1 0 0,1 0-1 0 0,-1 1 0 0 0,2 1 0 0 0,0 0 0 0 0,0 1 0 0 0,1 0 0 0 0,1 2 1 0 0,0-1-1 0 0,1 2 0 0 0,0-1 0 0 0,1 2 0 0 0,1-1 0 0 0,1 1 1 0 0,1 1-1 0 0,0 0 0 0 0,-8 26 0 0 0,15-41-28 0 0,0 1 0 0 0,1-1 0 0 0,-1 0 0 0 0,0 1 0 0 0,1-1 0 0 0,0 1 0 0 0,0-1 0 0 0,0 0 0 0 0,0 1-1 0 0,1-1 1 0 0,-1 1 0 0 0,1-1 0 0 0,0 0 0 0 0,0 1 0 0 0,0-1 0 0 0,0 0 0 0 0,0 0 0 0 0,1 0 0 0 0,0 0 0 0 0,-1 0 0 0 0,1 0 0 0 0,0 0 0 0 0,4 3 0 0 0,-3-3-3 0 0,1-1 0 0 0,-1 1 0 0 0,1-1 0 0 0,0 0 0 0 0,0 0-1 0 0,0 0 1 0 0,0 0 0 0 0,0-1 0 0 0,0 0 0 0 0,1 0 0 0 0,-1 0 0 0 0,0 0 0 0 0,1-1 0 0 0,-1 1 0 0 0,1-1 0 0 0,-1 0 0 0 0,9-2 0 0 0,0 0-22 0 0,0-1 0 0 0,0-1 0 0 0,0 0 0 0 0,-1 0 0 0 0,1-1 0 0 0,-1-1 0 0 0,-1 0 0 0 0,1-1-1 0 0,-1 0 1 0 0,0-1 0 0 0,0 0 0 0 0,-1-1 0 0 0,0 0 0 0 0,-1-1 0 0 0,15-18 0 0 0,-7 7 216 0 0,-2-2-1 0 0,0 0 1 0 0,-2 0 0 0 0,0-1 0 0 0,-2-1-1 0 0,16-47 1 0 0,-25 55 311 0 0,-11 24 139 0 0,-11 27 237 0 0,-51 133 390 0 0,-75 267 0 0 0,138-407-1319 0 0,-15 63-471 0 0,21-78-223 0 0,0 0 0 0 0,1 0 0 0 0,0 0 0 0 0,1 0 1 0 0,1 16-1 0 0,4-8-4262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9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71 1848 0 0,'2'-14'2418'0'0,"0"1"-1"0"0,6-19 1338 0 0,-10 34-3691 0 0,1 0 0 0 0,-1 0 1 0 0,1 0-1 0 0,-1 0 0 0 0,1 0 0 0 0,0 1 1 0 0,0-1-1 0 0,0 0 0 0 0,0 1 1 0 0,0 3-1 0 0,-9 24 188 0 0,-24 92 415 0 0,30-104-583 0 0,1 1-1 0 0,1-1 1 0 0,0 1-1 0 0,2 31 1 0 0,0-48-78 0 0,0 1 0 0 0,0-1 0 0 0,1 1 0 0 0,-1-1 0 0 0,1 1 0 0 0,-1-1 0 0 0,1 1 0 0 0,0-1 0 0 0,0 0 0 0 0,0 1 0 0 0,0-1 0 0 0,1 0 0 0 0,-1 0 0 0 0,0 0 0 0 0,1 0 0 0 0,0 0 0 0 0,-1 0 0 0 0,1 0 0 0 0,0-1 0 0 0,0 1 0 0 0,0-1 0 0 0,0 1 0 0 0,0-1 0 0 0,0 0 0 0 0,1 1 0 0 0,-1-1 0 0 0,0-1 0 0 0,1 1 0 0 0,-1 0 0 0 0,0 0 0 0 0,1-1 0 0 0,-1 1 0 0 0,1-1 0 0 0,-1 0 0 0 0,1 0 0 0 0,-1 0 0 0 0,1 0 0 0 0,-1 0 0 0 0,1-1 0 0 0,-1 1 0 0 0,1-1 0 0 0,-1 1 0 0 0,5-3 0 0 0,3-1-23 0 0,0-1-1 0 0,-1 0 1 0 0,0 0 0 0 0,0-1 0 0 0,0 0 0 0 0,0 0 0 0 0,-1-1-1 0 0,0-1 1 0 0,-1 1 0 0 0,8-10 0 0 0,9-14 26 0 0,28-47 0 0 0,-33 47-4 0 0,66-120-117 0 0,-85 149 94 0 0,0 4 14 0 0,-126 322 821 0 0,121-312-1140 0 0,3-7-83 0 0,0 0 0 0 0,0 0 0 0 0,0 0-1 0 0,1 0 1 0 0,-1 0 0 0 0,1 1-1 0 0,1-1 1 0 0,-1 0 0 0 0,1 8-1 0 0,6-2-2642 0 0,-5-9 2328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82 636 0 0,'3'-3'498'0'0,"-1"0"1"0"0,1 0-1 0 0,-1-1 1 0 0,0 1-1 0 0,0 0 0 0 0,0-1 1 0 0,-1 0-1 0 0,1 1 0 0 0,-1-1 1 0 0,0 0-1 0 0,0 0 1 0 0,0 1-1 0 0,0-1 0 0 0,-1 0 1 0 0,1 0-1 0 0,-1 0 1 0 0,0-7-1 0 0,-1 10-453 0 0,1 0 0 0 0,-1 1-1 0 0,1-1 1 0 0,-1 0 0 0 0,0 1 0 0 0,1-1 0 0 0,-1 1 0 0 0,0-1 0 0 0,1 1 0 0 0,-1-1-1 0 0,0 1 1 0 0,0-1 0 0 0,1 1 0 0 0,-1 0 0 0 0,0-1 0 0 0,0 1 0 0 0,0 0-1 0 0,0 0 1 0 0,1-1 0 0 0,-1 1 0 0 0,0 0 0 0 0,0 0 0 0 0,0 0 0 0 0,0 0 0 0 0,0 0-1 0 0,1 0 1 0 0,-3 1 0 0 0,-21 3 495 0 0,23-4-541 0 0,-9 3 105 0 0,0 0 0 0 0,1 1 0 0 0,-1 0-1 0 0,1 1 1 0 0,-1 0 0 0 0,1 0 0 0 0,1 1-1 0 0,-10 8 1 0 0,-8 9 28 0 0,-25 28 1 0 0,39-39-91 0 0,-8 10-3 0 0,1 0 0 0 0,-26 39 0 0 0,40-52-15 0 0,-1 0-1 0 0,1 1 1 0 0,0-1-1 0 0,1 1 0 0 0,0 0 1 0 0,1 0-1 0 0,0 0 1 0 0,0 1-1 0 0,1-1 0 0 0,-1 15 1 0 0,3-23-21 0 0,0-1 1 0 0,1 0-1 0 0,-1 1 1 0 0,0-1-1 0 0,0 1 1 0 0,1-1-1 0 0,-1 0 1 0 0,1 0-1 0 0,-1 1 1 0 0,1-1 0 0 0,-1 0-1 0 0,1 0 1 0 0,0 0-1 0 0,0 1 1 0 0,0-1-1 0 0,0 0 1 0 0,-1 0-1 0 0,1 0 1 0 0,0 0-1 0 0,1-1 1 0 0,-1 1-1 0 0,0 0 1 0 0,0 0-1 0 0,0-1 1 0 0,0 1-1 0 0,1 0 1 0 0,-1-1-1 0 0,0 1 1 0 0,1-1-1 0 0,-1 0 1 0 0,0 1-1 0 0,1-1 1 0 0,-1 0-1 0 0,3 0 1 0 0,0 0 1 0 0,1 1 0 0 0,0-1 0 0 0,0-1 0 0 0,0 1 0 0 0,0-1 0 0 0,0 0 0 0 0,-1 0 0 0 0,6-2 0 0 0,1-2 1 0 0,0 0-1 0 0,0-1 1 0 0,0 0 0 0 0,-1-1-1 0 0,0-1 1 0 0,-1 1-1 0 0,0-1 1 0 0,14-16 0 0 0,5-9 31 0 0,25-39 1 0 0,-42 56-33 0 0,7-11-14 0 0,-12 17-33 0 0,1 0 0 0 0,14-17 0 0 0,-19 25 9 0 0,5-2-61 0 0,-13 80-20 0 0,2-50 178 0 0,2 0 0 0 0,2 41 0 0 0,0-60-109 0 0,1 0 1 0 0,0-1-1 0 0,0 1 0 0 0,1 0 0 0 0,0 0 0 0 0,0-1 1 0 0,1 1-1 0 0,-1-1 0 0 0,1 0 0 0 0,1 1 0 0 0,-1-1 1 0 0,1-1-1 0 0,0 1 0 0 0,7 7 0 0 0,-8-11-335 0 0,0 1 0 0 0,0-1 1 0 0,0 0-1 0 0,0 1 0 0 0,1-2 0 0 0,-1 1 0 0 0,0 0 0 0 0,1-1 0 0 0,0 1 1 0 0,-1-1-1 0 0,1 0 0 0 0,0 0 0 0 0,0-1 0 0 0,-1 1 0 0 0,1-1 0 0 0,0 0 1 0 0,0 0-1 0 0,7 0 0 0 0,4-3-2460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9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320 102 1168 0 0,'-13'-85'6925'0'0,"13"85"-6877"0"0,0-1 1 0 0,0 0 0 0 0,0 1-1 0 0,0-1 1 0 0,-1 0 0 0 0,1 0-1 0 0,0 1 1 0 0,0-1 0 0 0,-1 0-1 0 0,1 1 1 0 0,0-1-1 0 0,-1 0 1 0 0,1 1 0 0 0,0-1-1 0 0,-1 0 1 0 0,1 1 0 0 0,-1-1-1 0 0,1 1 1 0 0,-1-1 0 0 0,0 1-1 0 0,1-1 1 0 0,-1 1-1 0 0,1 0 1 0 0,-1-1 0 0 0,0 1-1 0 0,1 0 1 0 0,-1-1 0 0 0,0 1-1 0 0,1 0 1 0 0,-1 0 0 0 0,0 0-1 0 0,0-1 1 0 0,1 1 0 0 0,-1 0-1 0 0,0 0 1 0 0,0 0-1 0 0,1 0 1 0 0,-1 0 0 0 0,0 0-1 0 0,0 1 1 0 0,1-1 0 0 0,-1 0-1 0 0,0 0 1 0 0,1 0 0 0 0,-1 1-1 0 0,0-1 1 0 0,1 0-1 0 0,-1 1 1 0 0,0-1 0 0 0,1 1-1 0 0,-1-1 1 0 0,1 1 0 0 0,-1-1-1 0 0,0 1 1 0 0,-4 3 137 0 0,0 0-1 0 0,0 0 1 0 0,1 0-1 0 0,-8 9 1 0 0,-3 10 179 0 0,0 0 1 0 0,1 1-1 0 0,2 1 1 0 0,0 0-1 0 0,2 0 0 0 0,-10 37 1 0 0,-29 165 234 0 0,46-210-566 0 0,-16 92 110 0 0,-36 186 37 0 0,48-269-579 0 0,-6 38-603 0 0,12-58 199 0 0,1 0 0 0 0,0 1-1 0 0,0-1 1 0 0,0 0 0 0 0,0 0 0 0 0,1 0-1 0 0,0 0 1 0 0,2 6 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38 2124 0 0,'7'-15'2716'0'0,"-6"13"-2232"0"0,1 0-1 0 0,-1 0 1 0 0,0 0-1 0 0,0 0 1 0 0,-1 0 0 0 0,1 0-1 0 0,0-1 1 0 0,0-3-1 0 0,-1 18 568 0 0,0-1-647 0 0,0 1-1 0 0,-1-1 1 0 0,-3 21 0 0 0,-15 30-24 0 0,14-47-496 0 0,0-1 0 0 0,0 1-1 0 0,2 0 1 0 0,0 0 0 0 0,0 1 0 0 0,2-1 0 0 0,0 1 0 0 0,1 17-1 0 0,0-31-166 0 0,0 0-1 0 0,1 0 0 0 0,-1 0 1 0 0,1 0-1 0 0,0 0 1 0 0,-1 0-1 0 0,1 0 0 0 0,0 0 1 0 0,0 0-1 0 0,0-1 0 0 0,1 1 1 0 0,-1 0-1 0 0,0-1 1 0 0,1 1-1 0 0,-1-1 0 0 0,0 1 1 0 0,1-1-1 0 0,0 1 0 0 0,1 0 1 0 0,8 3-2833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0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 1776 0 0,'5'-7'6231'0'0,"-50"140"-1684"0"0,30-95-3944 0 0,1 1-1 0 0,-13 63 0 0 0,27-96-574 0 0,-1-1 0 0 0,1 1 1 0 0,-1-1-1 0 0,2 1 0 0 0,-1-1 0 0 0,1 1 0 0 0,-1-1 0 0 0,1 1 0 0 0,3 6 0 0 0,-3-10-19 0 0,-1 0 1 0 0,1 0-1 0 0,0 0 0 0 0,0-1 1 0 0,0 1-1 0 0,0 0 0 0 0,0-1 0 0 0,0 1 1 0 0,1-1-1 0 0,-1 1 0 0 0,1-1 1 0 0,-1 0-1 0 0,1 1 0 0 0,-1-1 0 0 0,1 0 1 0 0,-1 0-1 0 0,1 0 0 0 0,0 0 1 0 0,0-1-1 0 0,0 1 0 0 0,-1 0 0 0 0,1-1 1 0 0,0 1-1 0 0,0-1 0 0 0,0 0 1 0 0,0 1-1 0 0,0-1 0 0 0,0 0 1 0 0,0 0-1 0 0,0 0 0 0 0,4-1 0 0 0,1-1 3 0 0,0 1 1 0 0,0-1-1 0 0,0 0 0 0 0,0-1 0 0 0,0 0 0 0 0,-1 0 0 0 0,1 0 0 0 0,-1-1 0 0 0,0 0 1 0 0,9-7-1 0 0,-6 3-3 0 0,0 0 1 0 0,-1-1-1 0 0,0 0 0 0 0,-1 0 1 0 0,0 0-1 0 0,9-17 1 0 0,-11 17-3 0 0,0-1 0 0 0,0 1 0 0 0,-1-1 1 0 0,-1 0-1 0 0,0 0 0 0 0,0-1 0 0 0,0 1 0 0 0,-2-1 1 0 0,1 1-1 0 0,-1-1 0 0 0,-1 0 0 0 0,0 1 1 0 0,0-1-1 0 0,-1 0 0 0 0,-1 1 0 0 0,-4-18 0 0 0,4 22-7 0 0,0 1-1 0 0,-1 0 0 0 0,1 0 0 0 0,-1 0 0 0 0,-1 0 0 0 0,1 1 0 0 0,0-1 1 0 0,-1 1-1 0 0,0 0 0 0 0,0 0 0 0 0,-1 0 0 0 0,1 1 0 0 0,-1-1 0 0 0,1 1 1 0 0,-1 0-1 0 0,0 1 0 0 0,0-1 0 0 0,0 1 0 0 0,-1 0 0 0 0,1 0 0 0 0,0 0 1 0 0,-10-1-1 0 0,7 2-115 0 0,-1 0 1 0 0,1 0 0 0 0,-1 1-1 0 0,1 0 1 0 0,-1 1 0 0 0,1 0-1 0 0,0 0 1 0 0,-1 0 0 0 0,1 1-1 0 0,0 1 1 0 0,0-1 0 0 0,0 1 0 0 0,0 1-1 0 0,-13 7 1 0 0,8 0-1143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0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 1696 0 0,'1'0'249'0'0,"0"-1"0"0"0,0 1-1 0 0,0-1 1 0 0,0 1 0 0 0,0-1 0 0 0,0 1 0 0 0,0 0-1 0 0,1 0 1 0 0,-1 0 0 0 0,0-1 0 0 0,0 1-1 0 0,0 0 1 0 0,0 0 0 0 0,0 0 0 0 0,0 1-1 0 0,0-1 1 0 0,0 0 0 0 0,0 0 0 0 0,1 1-1 0 0,-1-1 1 0 0,0 0 0 0 0,0 1 0 0 0,1 0 0 0 0,-1 1-90 0 0,0 0 1 0 0,0-1-1 0 0,-1 1 1 0 0,1 0-1 0 0,-1 0 0 0 0,1 0 1 0 0,-1-1-1 0 0,0 1 1 0 0,0 0-1 0 0,1 0 1 0 0,-1 0-1 0 0,-1 0 1 0 0,1 0-1 0 0,0 2 1 0 0,-5 31 835 0 0,-1 0 1 0 0,-2-1-1 0 0,-16 45 1 0 0,6-23-365 0 0,15-44-509 0 0,-55 166 1067 0 0,57-176-1000 0 0,19-25-106 0 0,107-162 55 0 0,-108 163-136 0 0,1 1-1 0 0,2 0 1 0 0,0 2 0 0 0,1 0 0 0 0,44-30 0 0 0,-63 47-3 0 0,1 1 1 0 0,-1 0 0 0 0,0-1 0 0 0,0 1-1 0 0,1 0 1 0 0,-1 0 0 0 0,0 0 0 0 0,1 0-1 0 0,-1 1 1 0 0,1-1 0 0 0,-1 1 0 0 0,1-1 0 0 0,0 1-1 0 0,-1 0 1 0 0,1 0 0 0 0,-1 0 0 0 0,1 0-1 0 0,-1 0 1 0 0,1 1 0 0 0,-1-1 0 0 0,1 1 0 0 0,-1 0-1 0 0,1 0 1 0 0,-1 0 0 0 0,4 2 0 0 0,-3-1 54 0 0,0 0 0 0 0,-1 1 0 0 0,0-1 0 0 0,0 1 0 0 0,1 0 0 0 0,-2 0 0 0 0,1 0 0 0 0,0 0 1 0 0,0 0-1 0 0,-1 0 0 0 0,0 0 0 0 0,0 0 0 0 0,0 1 0 0 0,0-1 0 0 0,0 0 0 0 0,0 1 0 0 0,-1-1 1 0 0,0 7-1 0 0,-1 12 250 0 0,-1-1 1 0 0,0 1-1 0 0,-2-1 1 0 0,-1 1-1 0 0,-14 39 1 0 0,6-20-105 0 0,0 7-37 0 0,-16 50 60 0 0,28-97-221 0 0,1-1 1 0 0,-1 1-1 0 0,1 0 0 0 0,0 0 0 0 0,-1 0 0 0 0,1-1 1 0 0,0 1-1 0 0,0 0 0 0 0,0 0 0 0 0,0 0 1 0 0,0 0-1 0 0,-1 0 0 0 0,1 0 0 0 0,1-1 0 0 0,-1 1 1 0 0,0 0-1 0 0,0 0 0 0 0,0 0 0 0 0,0 0 0 0 0,1 0 1 0 0,0 1-1 0 0,-1-2-73 0 0,1 1-1 0 0,-1-1 1 0 0,1 0-1 0 0,-1 1 1 0 0,1-1 0 0 0,0 0-1 0 0,-1 0 1 0 0,1 1 0 0 0,-1-1-1 0 0,1 0 1 0 0,0 0-1 0 0,-1 0 1 0 0,1 0 0 0 0,0 0-1 0 0,-1 0 1 0 0,1 0 0 0 0,0 0-1 0 0,-1 0 1 0 0,1 0-1 0 0,0 0 1 0 0,0-1 0 0 0,3 0-336 0 0,0 0 0 0 0,-1 0 0 0 0,0-1 0 0 0,1 0 0 0 0,-1 1 1 0 0,0-1-1 0 0,0 0 0 0 0,0-1 0 0 0,3-2 0 0 0,16-25-5683 0 0,-11 13 335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1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28 388 0 0,'-35'-7'5765'0'0,"-21"-4"283"0"0,54 10-5686 0 0,1 1-378 0 0,1 0-1 0 0,0 0 1 0 0,-1 0-1 0 0,1 0 1 0 0,-1 0-1 0 0,1 0 1 0 0,0 0-1 0 0,-1 0 1 0 0,1-1-1 0 0,0 1 1 0 0,-1 0-1 0 0,1 0 1 0 0,0 0-1 0 0,-1-1 1 0 0,1 1-1 0 0,0 0 1 0 0,0 0-1 0 0,-1-1 1 0 0,1 1-1 0 0,0 0 1 0 0,0-1-1 0 0,-1 1 1 0 0,1 0-1 0 0,0-1 1 0 0,0 1-1 0 0,0 0 1 0 0,0-1-1 0 0,-1 1 0 0 0,1 0 1 0 0,0-1-1 0 0,0 1 1 0 0,0-1-1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39 2116 0 0,'-65'28'7011'0'0,"55"-21"-5844"0"0,11-2-327 0 0,1-4-798 0 0,-1 0 1 0 0,0-1 0 0 0,1 1 0 0 0,-1-1 0 0 0,0 1 0 0 0,1-1-1 0 0,-1 0 1 0 0,1 0 0 0 0,-1 0 0 0 0,1 0 0 0 0,-1 0 0 0 0,2 0-1 0 0,243-32 218 0 0,-84-1-5357 0 0,-95 16 648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271 509 1324 0 0,'6'-7'1178'0'0,"-2"2"-584"0"0,0 1 0 0 0,-1 0 1 0 0,1-1-1 0 0,-1 1 0 0 0,0-1 1 0 0,0 0-1 0 0,0 0 0 0 0,-1 0 1 0 0,0-1-1 0 0,0 1 0 0 0,0 0 1 0 0,-1-1-1 0 0,2-7 0 0 0,-4 12-576 0 0,1 0-1 0 0,0 1 0 0 0,0-1 1 0 0,0 0-1 0 0,0 1 1 0 0,-1-1-1 0 0,1 0 0 0 0,0 1 1 0 0,-1-1-1 0 0,1 1 1 0 0,0-1-1 0 0,-1 0 0 0 0,1 1 1 0 0,-1-1-1 0 0,1 1 1 0 0,-1-1-1 0 0,1 1 0 0 0,-1-1 1 0 0,1 1-1 0 0,-1 0 0 0 0,1-1 1 0 0,-1 1-1 0 0,0 0 1 0 0,1-1-1 0 0,-1 1 0 0 0,0 0 1 0 0,1 0-1 0 0,-1-1 1 0 0,0 1-1 0 0,1 0 0 0 0,-1 0 1 0 0,0 0-1 0 0,0 0 1 0 0,1 0-1 0 0,-1 0 0 0 0,0 0 1 0 0,1 0-1 0 0,-1 0 0 0 0,0 1 1 0 0,1-1-1 0 0,-1 0 1 0 0,0 0-1 0 0,0 1 0 0 0,-28 8 90 0 0,20-3-94 0 0,0-1 0 0 0,1 1 0 0 0,-1 0-1 0 0,1 1 1 0 0,1 0 0 0 0,-13 14 0 0 0,-34 51 31 0 0,27-33-44 0 0,-34 68-1 0 0,52-88 6 0 0,1 1-1 0 0,0 0 0 0 0,1 0 0 0 0,2 0 0 0 0,0 1 0 0 0,-2 21 0 0 0,6-39-3 0 0,1 0 0 0 0,0 0 1 0 0,0 0-1 0 0,0 0 0 0 0,0 0 1 0 0,0 0-1 0 0,0 0 1 0 0,1 0-1 0 0,0 0 0 0 0,-1 0 1 0 0,1 0-1 0 0,0 0 0 0 0,1 0 1 0 0,-1-1-1 0 0,0 1 0 0 0,1 0 1 0 0,0-1-1 0 0,-1 1 0 0 0,1-1 1 0 0,0 0-1 0 0,4 4 0 0 0,-3-4-6 0 0,0 0-1 0 0,0-1 1 0 0,0 1-1 0 0,0-1 0 0 0,0 0 1 0 0,1 0-1 0 0,-1 0 1 0 0,0 0-1 0 0,1-1 0 0 0,-1 1 1 0 0,1-1-1 0 0,-1 0 1 0 0,1 0-1 0 0,-1 0 0 0 0,0 0 1 0 0,1-1-1 0 0,-1 0 1 0 0,7-1-1 0 0,2-2-48 0 0,-1-1 1 0 0,0 0-1 0 0,0 0 1 0 0,0-1-1 0 0,0 0 1 0 0,-1-1-1 0 0,0 0 0 0 0,-1-1 1 0 0,1 0-1 0 0,-1 0 1 0 0,-1-1-1 0 0,9-11 0 0 0,5-10-234 0 0,-1 0-1 0 0,31-58 1 0 0,-26 34 20 0 0,-2 0-1 0 0,22-80 1 0 0,17-119-103 0 0,-52 173 697 0 0,8-32 485 0 0,-21 233 1159 0 0,-15 55-1290 0 0,-3 48-418 0 0,18-165-219 0 0,10 107 1 0 0,-5-141-657 0 0,12 46 1 0 0,-12-60-209 0 0,1-1-1 0 0,0 1 1 0 0,0-1 0 0 0,1 0-1 0 0,0-1 1 0 0,12 17 0 0 0,0-8-2978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4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149 100 2164 0 0,'-1'2'5302'0'0,"-10"22"-4167"0"0,1 0 1 0 0,1 1-1 0 0,-9 41 1 0 0,8-32-771 0 0,7-21-282 0 0,0 0 0 0 0,0 0 0 0 0,1 0 0 0 0,1 0 0 0 0,0 0 0 0 0,1 1-1 0 0,1-1 1 0 0,3 25 0 0 0,-3-34-67 0 0,0 0-1 0 0,0-1 1 0 0,0 1 0 0 0,0-1-1 0 0,1 1 1 0 0,-1-1-1 0 0,1 1 1 0 0,0-1-1 0 0,0 0 1 0 0,0 0 0 0 0,1 0-1 0 0,-1 0 1 0 0,1 0-1 0 0,-1 0 1 0 0,1-1 0 0 0,0 1-1 0 0,0-1 1 0 0,0 0-1 0 0,1 0 1 0 0,-1 0-1 0 0,0 0 1 0 0,1 0 0 0 0,-1-1-1 0 0,1 0 1 0 0,0 1-1 0 0,-1-1 1 0 0,1-1 0 0 0,0 1-1 0 0,0-1 1 0 0,-1 1-1 0 0,1-1 1 0 0,0 0-1 0 0,0 0 1 0 0,7-2 0 0 0,-2 1-3 0 0,0 0 1 0 0,0-1-1 0 0,0-1 1 0 0,0 0-1 0 0,0 0 1 0 0,0 0 0 0 0,0-1-1 0 0,-1-1 1 0 0,0 1-1 0 0,0-1 1 0 0,0-1-1 0 0,-1 1 1 0 0,0-1-1 0 0,8-8 1 0 0,-6 4 4 0 0,-1 0 1 0 0,0 0-1 0 0,0-1 0 0 0,-1 0 0 0 0,0 0 1 0 0,-1 0-1 0 0,0-1 0 0 0,-1 0 1 0 0,6-23-1 0 0,-8 24-9 0 0,0-1 1 0 0,-1 1-1 0 0,-1-1 1 0 0,0 0-1 0 0,-1 1 1 0 0,0-1-1 0 0,0 0 0 0 0,-1 0 1 0 0,-1 1-1 0 0,-6-23 1 0 0,6 26-12 0 0,-1 0 0 0 0,-1 0 0 0 0,1 0 0 0 0,-2 1 0 0 0,1 0 0 0 0,-1-1-1 0 0,0 2 1 0 0,0-1 0 0 0,-1 0 0 0 0,1 1 0 0 0,-2 0 0 0 0,1 1 0 0 0,-1-1 0 0 0,1 1 0 0 0,-16-8 0 0 0,13 8-3 0 0,-1 1 1 0 0,-1 0-1 0 0,1 1 0 0 0,0 0 1 0 0,-1 1-1 0 0,0 0 1 0 0,1 0-1 0 0,-1 1 0 0 0,0 1 1 0 0,0 0-1 0 0,0 0 0 0 0,-12 3 1 0 0,15-2-43 0 0,-1 0 0 0 0,1 1 0 0 0,-1 0 1 0 0,1 1-1 0 0,0-1 0 0 0,0 2 1 0 0,0-1-1 0 0,0 1 0 0 0,1 0 0 0 0,-1 1 1 0 0,1 0-1 0 0,0 0 0 0 0,1 0 0 0 0,-1 1 1 0 0,-8 11-1 0 0,13-15-104 0 0,0 0 1 0 0,0 1 0 0 0,0 0-1 0 0,1-1 1 0 0,-1 1-1 0 0,1 0 1 0 0,0 0-1 0 0,0 0 1 0 0,0 0 0 0 0,0 0-1 0 0,1 0 1 0 0,-1 0-1 0 0,1 0 1 0 0,-1 0-1 0 0,1 0 1 0 0,1 4 0 0 0,-1-4-215 0 0,1-1 0 0 0,-1 1 1 0 0,1-1-1 0 0,0 1 0 0 0,0-1 1 0 0,0 1-1 0 0,0-1 0 0 0,1 0 1 0 0,-1 0-1 0 0,0 1 0 0 0,1-1 1 0 0,2 2-1 0 0,9 9-3247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131 112 1116 0 0,'0'0'1654'0'0,"0"22"2674"0"0,-3-15-4065 0 0,1 0 0 0 0,0 0 0 0 0,0 1 0 0 0,1 0 0 0 0,0-1-1 0 0,0 1 1 0 0,1-1 0 0 0,0 1 0 0 0,0 0 0 0 0,1-1 0 0 0,3 16 0 0 0,-4-22-206 0 0,1 0-48 0 0,-1-1 1 0 0,1 1-1 0 0,-1-1 1 0 0,1 1-1 0 0,0-1 1 0 0,-1 1 0 0 0,1-1-1 0 0,-1 0 1 0 0,1 1-1 0 0,0-1 1 0 0,-1 0-1 0 0,1 1 1 0 0,0-1 0 0 0,0 0-1 0 0,-1 0 1 0 0,1 0-1 0 0,0 0 1 0 0,-1 0-1 0 0,2 0 1 0 0,1-1 5 0 0,1 0 1 0 0,-1 0 0 0 0,0 0-1 0 0,0-1 1 0 0,0 1-1 0 0,0-1 1 0 0,0 0-1 0 0,0 0 1 0 0,-1 0-1 0 0,1-1 1 0 0,0 1-1 0 0,-1 0 1 0 0,0-1-1 0 0,0 0 1 0 0,1 1-1 0 0,-2-1 1 0 0,3-4-1 0 0,-1 1 2 0 0,0 0-1 0 0,-1 0 0 0 0,0 0 0 0 0,0-1 1 0 0,0 1-1 0 0,-1-1 0 0 0,0 1 1 0 0,1-13-1 0 0,-2 11 0 0 0,0 1 1 0 0,0 0-1 0 0,0 0 0 0 0,-1-1 1 0 0,0 1-1 0 0,-1 0 0 0 0,0 0 1 0 0,0 0-1 0 0,0 0 0 0 0,-1 0 1 0 0,0 1-1 0 0,0-1 0 0 0,-1 1 1 0 0,0-1-1 0 0,0 1 0 0 0,0 1 1 0 0,-9-10-1 0 0,12 14-11 0 0,0 1 0 0 0,0-1 1 0 0,0 0-1 0 0,-1 1 0 0 0,1-1 0 0 0,0 1 1 0 0,0-1-1 0 0,-1 1 0 0 0,1 0 0 0 0,0 0 1 0 0,-1-1-1 0 0,1 1 0 0 0,0 0 0 0 0,-1 0 1 0 0,1 0-1 0 0,0 1 0 0 0,-1-1 0 0 0,1 0 0 0 0,0 0 1 0 0,-2 1-1 0 0,-24 13 60 0 0,19-8-55 0 0,0 1 0 0 0,1 1 0 0 0,0 0 0 0 0,0 0 0 0 0,0 0 1 0 0,1 1-1 0 0,1 0 0 0 0,-1 0 0 0 0,-3 10 0 0 0,3-5 0 0 0,0-1 0 0 0,1 1 0 0 0,1 0 0 0 0,0 1 0 0 0,-3 27 0 0 0,7-35-3 0 0,-1-1 1 0 0,1 0-1 0 0,0 1 0 0 0,1-1 0 0 0,-1 0 0 0 0,2 0 1 0 0,-1 1-1 0 0,0-1 0 0 0,1 0 0 0 0,0 0 1 0 0,1 0-1 0 0,-1-1 0 0 0,1 1 0 0 0,0-1 1 0 0,0 1-1 0 0,1-1 0 0 0,0 0 0 0 0,0 0 1 0 0,0 0-1 0 0,0-1 0 0 0,7 6 0 0 0,-5-6-8 0 0,1 1-1 0 0,0-1 1 0 0,0-1-1 0 0,0 1 0 0 0,0-1 1 0 0,1 0-1 0 0,-1-1 1 0 0,1 1-1 0 0,0-2 1 0 0,0 1-1 0 0,-1-1 1 0 0,1 0-1 0 0,0-1 0 0 0,0 0 1 0 0,0 0-1 0 0,12-2 1 0 0,-4-1 10 0 0,0 0 0 0 0,-1-2 1 0 0,1 0-1 0 0,-1 0 0 0 0,0-2 1 0 0,0 1-1 0 0,0-2 0 0 0,20-14 1 0 0,7-9 108 0 0,50-49 0 0 0,-16 14-143 0 0,-74 64 30 0 0,0 0 0 0 0,1 0 0 0 0,-1 1 0 0 0,0-1 0 0 0,1 1 0 0 0,-1 0 0 0 0,1-1 0 0 0,0 1 0 0 0,-1 0 0 0 0,1 1 0 0 0,0-1 0 0 0,-1 0 0 0 0,1 1 0 0 0,0 0 0 0 0,0-1 0 0 0,0 1 0 0 0,0 0-1 0 0,-1 0 1 0 0,7 2 0 0 0,-5 0 36 0 0,1 0 0 0 0,-1 1 0 0 0,0 0-1 0 0,0-1 1 0 0,0 2 0 0 0,0-1-1 0 0,-1 0 1 0 0,1 1 0 0 0,-1-1-1 0 0,0 1 1 0 0,0 0 0 0 0,0 0-1 0 0,0 1 1 0 0,-1-1 0 0 0,0 0 0 0 0,0 1-1 0 0,0 0 1 0 0,0-1 0 0 0,-1 1-1 0 0,0 0 1 0 0,0 0 0 0 0,0 0-1 0 0,0 0 1 0 0,-1 0 0 0 0,0 7-1 0 0,0-3 10 0 0,-1 0 0 0 0,0 0 0 0 0,-1 0-1 0 0,0 0 1 0 0,0 0 0 0 0,-1-1 0 0 0,0 1-1 0 0,0-1 1 0 0,-1 0 0 0 0,0 0-1 0 0,-1 0 1 0 0,0 0 0 0 0,-9 11 0 0 0,3-8-19 0 0,0 0 0 0 0,-1-1 0 0 0,0 0 0 0 0,-1-1 0 0 0,0 0 0 0 0,0-1 0 0 0,-1-1 0 0 0,0 0 0 0 0,0-1 0 0 0,-17 5 0 0 0,8-4-396 0 0,0-1-1 0 0,0-1 1 0 0,0-1-1 0 0,0-2 0 0 0,0 0 1 0 0,-26-1-1 0 0,10-7-4340 0 0,25 0 195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5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119 135 800 0 0,'-39'-18'3603'0'0,"21"10"-1774"0"0,0-1 0 0 0,-23-15 0 0 0,39 23-1336 0 0,2 0-481 0 0,0 1 1 0 0,0 0-1 0 0,0-1 0 0 0,0 1 0 0 0,0 0 1 0 0,0 0-1 0 0,0-1 0 0 0,0 1 0 0 0,0 0 1 0 0,0 0-1 0 0,0 0 0 0 0,1-1 1 0 0,-1 1-1 0 0,0 0 0 0 0,0 0 0 0 0,0 0 1 0 0,0-1-1 0 0,1 1 0 0 0,-1 0 1 0 0,0 0-1 0 0,0 0 0 0 0,0 0 0 0 0,1-1 1 0 0,-1 1-1 0 0,0 0 0 0 0,0 0 0 0 0,1 0 1 0 0,-1 0-1 0 0,0 0 0 0 0,0 0 1 0 0,1 0-1 0 0,-1 0 0 0 0,0 0 0 0 0,0 0 1 0 0,1 0-1 0 0,-1 0 0 0 0,0 0 1 0 0,0 0-1 0 0,1 0 0 0 0,-1 0 0 0 0,0 0 1 0 0,0 0-1 0 0,1 0 0 0 0,10 4 168 0 0,-10-4-176 0 0,10 6 164 0 0,0 0 0 0 0,0 1 0 0 0,0 0 0 0 0,-1 0 0 0 0,0 1 0 0 0,0 1 1 0 0,14 17-1 0 0,-12-12-63 0 0,0 1 0 0 0,-2 0 0 0 0,0 0 0 0 0,14 30 0 0 0,-20-33-47 0 0,0 1 0 0 0,-1-1 0 0 0,0 1 0 0 0,-1 0-1 0 0,-1 0 1 0 0,0 0 0 0 0,-1 24 0 0 0,0-27-2 0 0,0-9-46 0 0,0 0 1 0 0,1 0-1 0 0,-1 0 1 0 0,0 0-1 0 0,0-1 1 0 0,0 1-1 0 0,0 0 1 0 0,0 0-1 0 0,-1 0 1 0 0,1 0-1 0 0,0 0 1 0 0,0 0-1 0 0,0-1 1 0 0,-1 1-1 0 0,1 0 1 0 0,-1 0-1 0 0,1 0 1 0 0,0-1-1 0 0,-1 1 1 0 0,1 0-1 0 0,-1 0 1 0 0,0-1-1 0 0,1 1 1 0 0,-1 0-1 0 0,0-1 1 0 0,1 1-1 0 0,-1-1 1 0 0,0 1-1 0 0,1-1 1 0 0,-1 1-1 0 0,0-1 1 0 0,0 0-1 0 0,0 1 1 0 0,0-1-1 0 0,1 0 1 0 0,-1 1-1 0 0,0-1 1 0 0,-2 0-1 0 0,3-2-4 0 0,-1 1-1 0 0,0-1 1 0 0,0 1 0 0 0,1-1-1 0 0,-1 0 1 0 0,1 1-1 0 0,-1-1 1 0 0,1 0 0 0 0,0 1-1 0 0,0-1 1 0 0,0 0-1 0 0,0 0 1 0 0,0 1-1 0 0,0-1 1 0 0,0-2 0 0 0,2-21-3 0 0,1-1 1 0 0,2 0 0 0 0,0 1-1 0 0,1 0 1 0 0,2 0 0 0 0,1 1-1 0 0,11-24 1 0 0,-15 37-16 0 0,1 0 0 0 0,0 0 0 0 0,1 0 1 0 0,0 1-1 0 0,1 0 0 0 0,0 0 0 0 0,1 1 0 0 0,-1 0 0 0 0,2 1 0 0 0,-1 0 0 0 0,1 0 0 0 0,1 1 1 0 0,-1 0-1 0 0,1 1 0 0 0,0 0 0 0 0,17-6 0 0 0,-20 10-3 0 0,-1 0 1 0 0,1 1-1 0 0,0 0 0 0 0,0 0 1 0 0,0 1-1 0 0,0 0 0 0 0,0 0 1 0 0,0 1-1 0 0,-1 0 0 0 0,1 0 1 0 0,0 1-1 0 0,0 0 0 0 0,-1 1 1 0 0,1-1-1 0 0,-1 1 0 0 0,0 1 1 0 0,0-1-1 0 0,0 1 0 0 0,0 1 1 0 0,-1-1-1 0 0,1 1 0 0 0,-1 0 1 0 0,0 0-1 0 0,6 9 0 0 0,-4-5 8 0 0,1 0-1 0 0,-2 1 1 0 0,0 0 0 0 0,0 1-1 0 0,-1-1 1 0 0,0 1 0 0 0,0 1-1 0 0,-2-1 1 0 0,1 1-1 0 0,-1-1 1 0 0,-1 1 0 0 0,0 1-1 0 0,-1-1 1 0 0,1 23 0 0 0,-4 6 32 0 0,0-23-475 0 0,0-1 0 0 0,4 33-1 0 0,-2-49 246 0 0,-1 1 1 0 0,0-1-1 0 0,1 1 0 0 0,-1 0 1 0 0,1-1-1 0 0,0 1 0 0 0,0-1 1 0 0,-1 1-1 0 0,1-1 0 0 0,0 0 1 0 0,0 1-1 0 0,0-1 0 0 0,0 0 1 0 0,1 0-1 0 0,-1 0 0 0 0,0 0 0 0 0,0 0 1 0 0,1 0-1 0 0,-1 0 0 0 0,0 0 1 0 0,1 0-1 0 0,-1 0 0 0 0,1-1 1 0 0,0 1-1 0 0,-1-1 0 0 0,1 1 1 0 0,-1-1-1 0 0,1 0 0 0 0,0 1 1 0 0,-1-1-1 0 0,1 0 0 0 0,0 0 0 0 0,1 0 1 0 0,12-1-2452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74 2376 0 0,'2'-10'7631'0'0,"-19"38"-6119"0"0,1 1-561 0 0,-20 58 0 0 0,32-74-845 0 0,0 0-1 0 0,1 1 1 0 0,0-1-1 0 0,1 0 1 0 0,1 1 0 0 0,0-1-1 0 0,1 21 1 0 0,0-30-89 0 0,1 0 1 0 0,0 1-1 0 0,0-1 1 0 0,0 0-1 0 0,0 0 0 0 0,0 1 1 0 0,1-1-1 0 0,0 0 0 0 0,0 0 1 0 0,0-1-1 0 0,0 1 1 0 0,1 0-1 0 0,-1-1 0 0 0,1 1 1 0 0,0-1-1 0 0,0 0 1 0 0,0 0-1 0 0,1 0 0 0 0,-1 0 1 0 0,1-1-1 0 0,-1 1 0 0 0,1-1 1 0 0,0 0-1 0 0,0 0 1 0 0,0-1-1 0 0,0 1 0 0 0,6 1 1 0 0,-4-2-1 0 0,1 0 0 0 0,-1 0-1 0 0,1 0 1 0 0,0-1 0 0 0,-1 0 0 0 0,1 0 0 0 0,-1-1 0 0 0,1 0-1 0 0,-1 0 1 0 0,1 0 0 0 0,-1-1 0 0 0,1 0 0 0 0,-1-1 0 0 0,0 1 0 0 0,0-1-1 0 0,0 0 1 0 0,9-6 0 0 0,-7 1-3 0 0,0 1 0 0 0,0-1 0 0 0,0 0-1 0 0,-1 0 1 0 0,0-1 0 0 0,-1 0 0 0 0,0 0 0 0 0,0-1 0 0 0,-1 0-1 0 0,-1 0 1 0 0,1 0 0 0 0,-1 0 0 0 0,-1-1 0 0 0,0 1 0 0 0,-1-1-1 0 0,0 0 1 0 0,0 0 0 0 0,-1 0 0 0 0,-1 0 0 0 0,0-12-1 0 0,-1 13-9 0 0,0 1-1 0 0,0 0 1 0 0,-1 0-1 0 0,0 0 1 0 0,0 0-1 0 0,-1 0 1 0 0,0 1-1 0 0,-1-1 0 0 0,0 1 1 0 0,-9-15-1 0 0,8 17-5 0 0,0 0-1 0 0,0 1 0 0 0,0-1 1 0 0,0 1-1 0 0,-1 0 0 0 0,0 1 1 0 0,0-1-1 0 0,0 1 0 0 0,0 0 0 0 0,-1 1 1 0 0,0-1-1 0 0,1 1 0 0 0,-1 1 1 0 0,-12-4-1 0 0,9 4-10 0 0,0 0 0 0 0,0 1 0 0 0,1-1 0 0 0,-1 2 0 0 0,0 0 0 0 0,-18 1 0 0 0,24 0-189 0 0,0 0 0 0 0,0-1 0 0 0,0 1 0 0 0,0 1 0 0 0,0-1-1 0 0,0 0 1 0 0,1 1 0 0 0,-1 0 0 0 0,0 0 0 0 0,1 0 0 0 0,-1 0-1 0 0,1 1 1 0 0,0-1 0 0 0,0 1 0 0 0,0 0 0 0 0,0 0 0 0 0,0 0 0 0 0,-3 6-1 0 0,6-8-9 0 0,0 0 0 0 0,0 0 0 0 0,-1 0 0 0 0,1 0 0 0 0,0 0 0 0 0,0 0 0 0 0,1 0 0 0 0,-1 0 0 0 0,0 0 0 0 0,0 0 0 0 0,0 0 0 0 0,1 0-1 0 0,-1 0 1 0 0,0 0 0 0 0,1 0 0 0 0,-1 0 0 0 0,1 0 0 0 0,0 0 0 0 0,-1 0 0 0 0,1 0 0 0 0,0 0 0 0 0,-1-1 0 0 0,1 1 0 0 0,0 0 0 0 0,1 0 0 0 0,6 6-3283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1896 0 0,'17'-28'3426'0'0,"-11"18"-1887"0"0,0 1-1 0 0,0 0 0 0 0,13-13 649 0 0,-18 22-2140 0 0,0 0-1 0 0,-1 1 1 0 0,1-1-1 0 0,-1 0 1 0 0,1 0 0 0 0,0 1-1 0 0,-1-1 1 0 0,1 0-1 0 0,-1 1 1 0 0,1-1-1 0 0,-1 1 1 0 0,1-1-1 0 0,-1 0 1 0 0,0 1 0 0 0,1-1-1 0 0,-1 1 1 0 0,0-1-1 0 0,1 1 1 0 0,-1 0-1 0 0,0-1 1 0 0,1 1 0 0 0,-5 73 2207 0 0,-17 98 1 0 0,1-26-1635 0 0,18-125-566 0 0,-6 91 182 0 0,8-96-209 0 0,0-1 0 0 0,1 0 0 0 0,1 0-1 0 0,1 0 1 0 0,4 18 0 0 0,-5-29-138 0 0,-1 0 0 0 0,1 0 1 0 0,0 0-1 0 0,0 0 0 0 0,0 0 0 0 0,0 0 0 0 0,0-1 1 0 0,1 1-1 0 0,0-1 0 0 0,0 0 0 0 0,0 0 0 0 0,0 0 1 0 0,0 0-1 0 0,1 0 0 0 0,-1-1 0 0 0,1 1 0 0 0,-1-1 1 0 0,1 0-1 0 0,5 2 0 0 0,-4-2-650 0 0,0-1 1 0 0,0 0-1 0 0,1 0 0 0 0,-1 0 0 0 0,0-1 1 0 0,0 1-1 0 0,0-1 0 0 0,1 0 0 0 0,-1-1 1 0 0,6 0-1 0 0,9-4-4980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6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143 105 2332 0 0,'-46'-12'4612'0'0,"31"7"-3009"0"0,0 1 0 0 0,0 0 0 0 0,-1 2 0 0 0,-19-2 0 0 0,96-5-1110 0 0,135-17-2544 0 0,-65 4-2076 0 0,-90 15 1898 0 0,19-3-2412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6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139 543 896 0 0,'-118'32'7794'0'0,"117"-32"-7755"0"0,1 1 1 0 0,-1-1-1 0 0,1 0 0 0 0,-1 0 0 0 0,0 1 0 0 0,1-1 1 0 0,-1 0-1 0 0,1 0 0 0 0,-1 0 0 0 0,0 0 0 0 0,1 0 1 0 0,-1 0-1 0 0,0 0 0 0 0,1 0 0 0 0,-1 0 0 0 0,0 0 1 0 0,1 0-1 0 0,-1 0 0 0 0,1 0 0 0 0,-1 0 0 0 0,0-1 1 0 0,1 1-1 0 0,-1 0 0 0 0,1-1 0 0 0,-1 1 0 0 0,1 0 1 0 0,-1-1-1 0 0,1 1 0 0 0,-1 0 0 0 0,1-1 0 0 0,-1 1 1 0 0,0-2-1 0 0,1 2-14 0 0,0-1 0 0 0,0 0 1 0 0,0 0-1 0 0,0 0 0 0 0,0 1 0 0 0,0-1 1 0 0,0 0-1 0 0,1 0 0 0 0,-1 1 0 0 0,0-1 1 0 0,0 0-1 0 0,1 0 0 0 0,-1 1 0 0 0,0-1 1 0 0,1 0-1 0 0,-1 1 0 0 0,1-1 0 0 0,-1 0 1 0 0,2 0-1 0 0,54-55 299 0 0,65-50-1 0 0,1-1-151 0 0,-106 92-149 0 0,93-93 128 0 0,-91 88-125 0 0,-1-2-1 0 0,0 0 1 0 0,20-36-1 0 0,-36 57-27 0 0,0-1-1 0 0,-1 1 1 0 0,1 0-1 0 0,0-1 0 0 0,-1 1 1 0 0,1-1-1 0 0,-1 1 1 0 0,1-1-1 0 0,-1 1 0 0 0,0-1 1 0 0,1 1-1 0 0,-1-1 1 0 0,0 0-1 0 0,0 1 1 0 0,0-1-1 0 0,0 1 0 0 0,0-1 1 0 0,-1 1-1 0 0,1-1 1 0 0,0 1-1 0 0,-1-1 0 0 0,1 1 1 0 0,-1-1-1 0 0,0 1 1 0 0,0-2-1 0 0,0 1-1 0 0,-2 2-40 0 0,0 0 40 0 0,1 0 1 0 0,0 1-1 0 0,-1-1 0 0 0,1 0 1 0 0,0 1-1 0 0,-1 0 0 0 0,1-1 0 0 0,0 1 1 0 0,-1 0-1 0 0,1 0 0 0 0,0 0 1 0 0,0 0-1 0 0,0 1 0 0 0,0-1 1 0 0,0 1-1 0 0,0-1 0 0 0,1 1 0 0 0,-4 2 1 0 0,2 0-15 0 0,1 0 0 0 0,-1 1 0 0 0,1-1 0 0 0,-1 0 0 0 0,1 1 0 0 0,0 0 0 0 0,1-1 0 0 0,-3 9-1 0 0,2 0-5 0 0,0-1 0 0 0,0 1-1 0 0,2 0 1 0 0,-1 0-1 0 0,2 0 1 0 0,2 20 0 0 0,3-8 25 0 0,17 47 0 0 0,-15-50 263 0 0,-1-1 0 0 0,9 44 0 0 0,-16-61-175 0 0,1-1 0 0 0,-1 1 0 0 0,0 0 0 0 0,0-1 0 0 0,-1 1 0 0 0,1-1 0 0 0,-1 1 0 0 0,1 0 0 0 0,-1-1 0 0 0,0 1 0 0 0,0-1 0 0 0,-1 0 0 0 0,1 1 0 0 0,-1-1 0 0 0,0 0 0 0 0,0 0 0 0 0,-3 4 0 0 0,1-2 10 0 0,0-1-1 0 0,0 0 1 0 0,-1 0-1 0 0,0-1 1 0 0,0 1-1 0 0,0-1 1 0 0,0 0-1 0 0,0 0 1 0 0,-11 3-1 0 0,2-1 7 0 0,0-1 0 0 0,-1-1 0 0 0,0 0 0 0 0,1-1 0 0 0,-1 0 0 0 0,0-1 0 0 0,-25-2 0 0 0,29-1-42 0 0,-1 1 0 0 0,-22-7 1 0 0,30 7-241 0 0,1-1 1 0 0,-1 1-1 0 0,0-1 1 0 0,1 1-1 0 0,-1-1 1 0 0,1 0-1 0 0,-1-1 1 0 0,1 1-1 0 0,0-1 1 0 0,0 1-1 0 0,-5-6 1 0 0,8 7 66 0 0,0 0 0 0 0,-1 0 1 0 0,1 1-1 0 0,0-1 1 0 0,0 0-1 0 0,-1 0 1 0 0,1 0-1 0 0,0 0 1 0 0,0 0-1 0 0,0 0 0 0 0,0 0 1 0 0,0 0-1 0 0,0 0 1 0 0,1 0-1 0 0,-1 0 1 0 0,0 1-1 0 0,0-1 0 0 0,1 0 1 0 0,-1 0-1 0 0,0 0 1 0 0,1 0-1 0 0,-1 0 1 0 0,1 1-1 0 0,-1-1 1 0 0,1 0-1 0 0,0 0 0 0 0,-1 1 1 0 0,1-1-1 0 0,0 0 1 0 0,-1 1-1 0 0,2-2 1 0 0,25-18-3796 0 0,-27 20 3797 0 0,23-15-3328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37 1868 0 0,'4'-7'936'0'0,"-3"7"-686"0"0,0-1 0 0 0,0 0 0 0 0,0 0 0 0 0,-1 0 0 0 0,1 1 0 0 0,0-1 0 0 0,-1 0 0 0 0,1 0 0 0 0,0 0-1 0 0,-1 0 1 0 0,0 0 0 0 0,1 0 0 0 0,-1-1 0 0 0,0 1 0 0 0,1 0 0 0 0,-1 0 0 0 0,0 0 0 0 0,0 0 0 0 0,0 0 0 0 0,0 0 0 0 0,0-1 0 0 0,0 1 0 0 0,0 0-1 0 0,0 0 1 0 0,0 0 0 0 0,-1-2 0 0 0,0 3-171 0 0,0 0 1 0 0,0 0-1 0 0,0 0 0 0 0,-1 0 0 0 0,1 0 0 0 0,0 0 0 0 0,0 0 0 0 0,0 0 1 0 0,0 0-1 0 0,0 1 0 0 0,0-1 0 0 0,0 0 0 0 0,0 1 0 0 0,0-1 0 0 0,0 0 1 0 0,0 1-1 0 0,0 0 0 0 0,0-1 0 0 0,0 1 0 0 0,-21 12 572 0 0,1 2-429 0 0,0 1 0 0 0,1 0 1 0 0,0 2-1 0 0,2 0 0 0 0,0 2 1 0 0,1-1-1 0 0,1 2 0 0 0,1 0 1 0 0,1 1-1 0 0,-19 39 0 0 0,32-57-204 0 0,-1 1-1 0 0,0-1 1 0 0,1 0-1 0 0,0 1 1 0 0,0-1-1 0 0,1 1 1 0 0,-1-1-1 0 0,1 1 0 0 0,0-1 1 0 0,0 8-1 0 0,1-10-9 0 0,-1 0 0 0 0,1 0-1 0 0,-1 0 1 0 0,1 0 0 0 0,0 0 0 0 0,0 0-1 0 0,0-1 1 0 0,0 1 0 0 0,0 0-1 0 0,0 0 1 0 0,0-1 0 0 0,0 1-1 0 0,1-1 1 0 0,-1 1 0 0 0,1-1-1 0 0,-1 0 1 0 0,1 0 0 0 0,0 1 0 0 0,-1-1-1 0 0,1 0 1 0 0,0 0 0 0 0,0-1-1 0 0,-1 1 1 0 0,1 0 0 0 0,4 0-1 0 0,-1 1 3 0 0,0-2-1 0 0,0 1 1 0 0,-1 0-1 0 0,1-1 1 0 0,0 0-1 0 0,0 0 1 0 0,0-1-1 0 0,0 1 0 0 0,0-1 1 0 0,0 0-1 0 0,-1 0 1 0 0,7-3-1 0 0,-3 1 1 0 0,0-1 0 0 0,1 0 0 0 0,-1-1 0 0 0,-1 0 0 0 0,1 0-1 0 0,6-7 1 0 0,5-5-1 0 0,-1-2 0 0 0,-1 0 0 0 0,25-36 0 0 0,60-97-85 0 0,-101 151 7 0 0,-8 66-127 0 0,5-50 204 0 0,0 1 0 0 0,1-1 0 0 0,0 1 0 0 0,3 24 0 0 0,-1-36-1 0 0,-1 1-1 0 0,2-1 1 0 0,-1 1 0 0 0,0-1 0 0 0,1 0-1 0 0,0 0 1 0 0,0 1 0 0 0,0-1 0 0 0,0 0-1 0 0,1-1 1 0 0,-1 1 0 0 0,1 0 0 0 0,0-1 0 0 0,0 0-1 0 0,1 0 1 0 0,-1 1 0 0 0,1-2 0 0 0,-1 1-1 0 0,1 0 1 0 0,5 2 0 0 0,0-1-191 0 0,1 0 0 0 0,0 0-1 0 0,0-1 1 0 0,0 0 0 0 0,1-1 0 0 0,-1 0-1 0 0,0 0 1 0 0,1-1 0 0 0,18-1 0 0 0,-11-1-1120 0 0,0 0-1 0 0,0-2 1 0 0,0 0 0 0 0,34-11 0 0 0,-15 1-2621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7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103 111 1552 0 0,'21'-110'10597'0'0,"-29"117"-9581"0"0,1 4-687 0 0,2-1-1 0 0,-1 1 1 0 0,1 1 0 0 0,1-1-1 0 0,0 1 1 0 0,1 0 0 0 0,-3 16-1 0 0,-1 1 19 0 0,-13 43-87 0 0,3 1 0 0 0,4 0-1 0 0,-6 88 1 0 0,19-153-437 0 0,0-1 1 0 0,1 1 0 0 0,-1 0 0 0 0,1 0 0 0 0,1 0 0 0 0,0-1-1 0 0,0 1 1 0 0,0-1 0 0 0,1 1 0 0 0,0-1 0 0 0,0 0 0 0 0,6 8-1 0 0,-7-11-209 0 0,1 0-1 0 0,0-1 1 0 0,0 0 0 0 0,0 1-1 0 0,1-1 1 0 0,-1 0-1 0 0,1-1 1 0 0,-1 1-1 0 0,1 0 1 0 0,0-1-1 0 0,0 0 1 0 0,0 0-1 0 0,0 0 1 0 0,1-1-1 0 0,-1 1 1 0 0,0-1-1 0 0,1 0 1 0 0,-1 0-1 0 0,1-1 1 0 0,-1 1-1 0 0,1-1 1 0 0,5 0 0 0 0,12-2-3211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83 936 0 0,'4'-7'1291'0'0,"0"-1"0"0"0,0 0 0 0 0,0 0 0 0 0,-1 0 0 0 0,0 0 0 0 0,-1 0 0 0 0,3-13 0 0 0,-5 21-1255 0 0,0 0 0 0 0,0 0 0 0 0,0 0 0 0 0,0-1 0 0 0,0 1 0 0 0,0 0-1 0 0,0 0 1 0 0,0 0 0 0 0,0-1 0 0 0,0 1 0 0 0,0 0 0 0 0,0 0 0 0 0,0 0-1 0 0,0-1 1 0 0,0 1 0 0 0,0 0 0 0 0,0 0 0 0 0,0 0 0 0 0,0-1 0 0 0,0 1-1 0 0,0 0 1 0 0,0 0 0 0 0,0 0 0 0 0,-1 0 0 0 0,1-1 0 0 0,0 1 0 0 0,0 0-1 0 0,0 0 1 0 0,0 0 0 0 0,0 0 0 0 0,-1 0 0 0 0,1-1 0 0 0,0 1 0 0 0,0 0 0 0 0,0 0-1 0 0,-1 0 1 0 0,1 0 0 0 0,0 0 0 0 0,0 0 0 0 0,0 0 0 0 0,0 0 0 0 0,-1 0-1 0 0,1 0 1 0 0,0 0 0 0 0,0 0 0 0 0,0 0 0 0 0,-1 0 0 0 0,1 0 0 0 0,0 0-1 0 0,0 0 1 0 0,-1 0 0 0 0,-11 9 1034 0 0,-10 16 150 0 0,9-6-670 0 0,0 1 0 0 0,2 0-1 0 0,0 1 1 0 0,-15 43 0 0 0,-18 93 216 0 0,42-151-739 0 0,1-1 3 0 0,0 0 1 0 0,0-1-1 0 0,0 1 0 0 0,1 0 0 0 0,-1 0 0 0 0,2 5 1 0 0,-1-8-106 0 0,0-1 1 0 0,0 1 0 0 0,1-1 0 0 0,-1 1 0 0 0,1-1-1 0 0,-1 0 1 0 0,1 1 0 0 0,0-1 0 0 0,-1 0 0 0 0,1 1-1 0 0,0-1 1 0 0,0 0 0 0 0,0 0 0 0 0,0 0 0 0 0,0 0-1 0 0,0 0 1 0 0,0 0 0 0 0,0 0 0 0 0,0 0-1 0 0,3 1 1 0 0,-3-1-57 0 0,0-1 0 0 0,0 0-1 0 0,0 0 1 0 0,1 1 0 0 0,-1-1 0 0 0,0 0-1 0 0,0 0 1 0 0,1 0 0 0 0,-1 0 0 0 0,0-1-1 0 0,0 1 1 0 0,0 0 0 0 0,1 0-1 0 0,-1-1 1 0 0,0 1 0 0 0,0-1 0 0 0,0 1-1 0 0,2-1 1 0 0,18-12-2276 0 0,-16 10 1308 0 0,-1-1 0 0 0,0 1 1 0 0,0-1-1 0 0,7-8 0 0 0,3-7-3716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8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195 143 2264 0 0,'-24'-24'2721'0'0,"-1"1"-1"0"0,-38-27 1 0 0,23 19-1597 0 0,37 28-1479 0 0,-11-7 474 0 0,-11 8-9029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 1412 0 0,'-28'11'2889'0'0,"6"-2"-50"0"0,-35 18 0 0 0,57-27-2821 0 0,-1 0 0 0 0,1 0 0 0 0,0 0-1 0 0,0 1 1 0 0,-1-1 0 0 0,1 0 0 0 0,0 0 0 0 0,0 0 0 0 0,0 0 0 0 0,-1 0-1 0 0,1 1 1 0 0,0-1 0 0 0,0 0 0 0 0,0 0 0 0 0,-1 0 0 0 0,1 1 0 0 0,0-1-1 0 0,0 0 1 0 0,0 0 0 0 0,0 1 0 0 0,0-1 0 0 0,-1 0 0 0 0,1 0 0 0 0,0 1 0 0 0,0-1-1 0 0,0 0 1 0 0,0 0 0 0 0,0 1 0 0 0,0-1 0 0 0,0 0 0 0 0,0 0 0 0 0,0 1-1 0 0,0-1 1 0 0,0 0 0 0 0,0 0 0 0 0,0 1 0 0 0,0-1 0 0 0,1 0 0 0 0,-1 0-1 0 0,0 1 1 0 0,0-1 0 0 0,0 0 0 0 0,0 0 0 0 0,0 1 0 0 0,0-1 0 0 0,1 0 0 0 0,-1 0-1 0 0,0 0 1 0 0,0 1 0 0 0,0-1 0 0 0,1 0 0 0 0,-1 0 0 0 0,11 6 212 0 0,7-3-119 0 0,-1-1 0 0 0,1 0 0 0 0,0-2 0 0 0,-1 0 0 0 0,34-5 0 0 0,-35 4-74 0 0,182-26-1194 0 0,-67 1-3412 0 0,-76 12 840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8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64 1952 0 0,'-3'-1'1744'0'0,"-1"0"-1114"0"0,-1 0 0 0 0,1-1 0 0 0,-1 0 0 0 0,1 0 0 0 0,-1 0 0 0 0,1 0 0 0 0,0-1 0 0 0,0 0 1 0 0,0 1-1 0 0,0-2 0 0 0,1 1 0 0 0,-1 0 0 0 0,1-1 0 0 0,0 1 0 0 0,0-1 0 0 0,-4-6 0 0 0,6 8-286 0 0,1 2-306 0 0,-1-1 1 0 0,0 0-1 0 0,0 0 0 0 0,1 1 1 0 0,-1-1-1 0 0,0 1 1 0 0,0-1-1 0 0,0 0 1 0 0,0 1-1 0 0,1-1 0 0 0,-1 1 1 0 0,0 0-1 0 0,0-1 1 0 0,0 1-1 0 0,0 0 0 0 0,0 0 1 0 0,0-1-1 0 0,-2 1 1 0 0,1-1-1 0 0,-6 2-6 0 0,1 0-1 0 0,-1 0 0 0 0,1 1 0 0 0,-1-1 0 0 0,1 2 1 0 0,0-1-1 0 0,0 1 0 0 0,0 0 0 0 0,-12 8 1 0 0,18-11-31 0 0,-7 4 4 0 0,0 0 0 0 0,0 1 0 0 0,1 0 0 0 0,-1 0 0 0 0,1 1 0 0 0,1 0 0 0 0,-1 0 0 0 0,1 0 0 0 0,0 1 1 0 0,0 0-1 0 0,1 0 0 0 0,0 1 0 0 0,0-1 0 0 0,1 1 0 0 0,0 0 0 0 0,0 0 0 0 0,1 1 0 0 0,0-1 0 0 0,0 1 0 0 0,1 0 0 0 0,0-1 0 0 0,1 1 1 0 0,0 0-1 0 0,0 0 0 0 0,1 0 0 0 0,0 0 0 0 0,1 0 0 0 0,0 0 0 0 0,0 0 0 0 0,4 13 0 0 0,4 6 57 0 0,1 0-1 0 0,2-1 1 0 0,16 30 0 0 0,5 12 187 0 0,-33-68-244 0 0,-1-1-1 0 0,1 1 0 0 0,0 0 1 0 0,0 0-1 0 0,-1-1 0 0 0,1 1 1 0 0,-1 0-1 0 0,1 0 0 0 0,-1-1 1 0 0,1 1-1 0 0,-1-1 0 0 0,1 1 1 0 0,-1 0-1 0 0,0-1 0 0 0,1 1 1 0 0,-1-1-1 0 0,0 1 0 0 0,1-1 1 0 0,-1 0-1 0 0,0 1 0 0 0,1-1 1 0 0,-1 0-1 0 0,0 1 0 0 0,0-1 1 0 0,0 0-1 0 0,1 0 0 0 0,-1 0 1 0 0,0 0-1 0 0,0 0 0 0 0,0 0 1 0 0,0 0-1 0 0,-24 1-217 0 0,1-1 0 0 0,0-1 1 0 0,0-1-1 0 0,-1-2 0 0 0,2 0 1 0 0,-1-1-1 0 0,0-2 0 0 0,-39-16 1 0 0,61 22-29 0 0,0 0-1 0 0,0 0 1 0 0,0 0 0 0 0,0 0 0 0 0,1-1 0 0 0,-1 1 0 0 0,0 0 0 0 0,0-1 0 0 0,1 0 0 0 0,-3-2-1 0 0,4 3 41 0 0,-1 0-1 0 0,1 1 0 0 0,0-1 1 0 0,-1 0-1 0 0,1 0 0 0 0,0 0 1 0 0,0 0-1 0 0,-1 0 0 0 0,1 1 1 0 0,0-1-1 0 0,0 0 0 0 0,0 0 1 0 0,0 0-1 0 0,0 0 0 0 0,1 0 1 0 0,-1 0-1 0 0,0 0 0 0 0,0 0 1 0 0,0 1-1 0 0,1-1 1 0 0,-1 0-1 0 0,0 0 0 0 0,1 0 1 0 0,-1 1-1 0 0,1-1 0 0 0,-1 0 1 0 0,1 0-1 0 0,0 1 0 0 0,0-2 1 0 0,12-11-3404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9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739 125 1492 0 0,'2'-6'694'0'0,"-1"0"-1"0"0,0-1 1 0 0,0 1-1 0 0,0 0 1 0 0,-1-1-1 0 0,0 1 1 0 0,0-1-1 0 0,-3-10 1 0 0,3 14-518 0 0,-1 0 1 0 0,0 0-1 0 0,0 0 1 0 0,0 0-1 0 0,0 0 1 0 0,-1 0 0 0 0,1 1-1 0 0,-1-1 1 0 0,1 0-1 0 0,-1 1 1 0 0,0-1-1 0 0,0 1 1 0 0,0 0 0 0 0,-1-1-1 0 0,1 1 1 0 0,0 0-1 0 0,-1 1 1 0 0,0-1-1 0 0,-2-1 1 0 0,2 2-66 0 0,0 0 0 0 0,0 0 0 0 0,1 0 1 0 0,-1 1-1 0 0,0-1 0 0 0,0 1 0 0 0,0 0 0 0 0,0 0 0 0 0,0 0 0 0 0,0 0 0 0 0,0 0 1 0 0,0 1-1 0 0,0-1 0 0 0,0 1 0 0 0,0 0 0 0 0,1 0 0 0 0,-1 0 0 0 0,-5 3 0 0 0,0 1 160 0 0,-1-1-1 0 0,1 2 0 0 0,0-1 0 0 0,-9 10 0 0 0,7-5-53 0 0,1 0-1 0 0,0 1 0 0 0,0 1 0 0 0,1-1 0 0 0,0 1 0 0 0,2 0 0 0 0,-1 1 1 0 0,1 0-1 0 0,1 0 0 0 0,0 0 0 0 0,1 1 0 0 0,-4 19 0 0 0,0 19 488 0 0,2-1-1 0 0,0 55 0 0 0,5-68-364 0 0,-4 76 216 0 0,-5 0 0 0 0,-43 193 1 0 0,39-256-454 0 0,-2-1 1 0 0,-2 0-1 0 0,-27 51 0 0 0,27-68-34 0 0,-1 0 1 0 0,-1-2-1 0 0,-2 0 0 0 0,-1-2 0 0 0,-32 31 1 0 0,43-47-90 0 0,3-4-382 0 0,1 0 1 0 0,-1 0 0 0 0,0-1-1 0 0,-1 0 1 0 0,0-1-1 0 0,0 0 1 0 0,-19 9-1 0 0,27-16 52 0 0,0 0-1 0 0,1 1 0 0 0,-1-1 0 0 0,0 0 0 0 0,0 0 0 0 0,0 0 0 0 0,1 0 1 0 0,-1 0-1 0 0,0 0 0 0 0,0-1 0 0 0,0 1 0 0 0,1-1 0 0 0,-1 1 0 0 0,0-1 0 0 0,0 0 1 0 0,1 1-1 0 0,-1-1 0 0 0,1 0 0 0 0,-1 0 0 0 0,1 0 0 0 0,-1 0 0 0 0,1-1 1 0 0,-1 1-1 0 0,1 0 0 0 0,0-1 0 0 0,0 1 0 0 0,0-1 0 0 0,0 1 0 0 0,0-1 0 0 0,0 1 1 0 0,-1-4-1 0 0,-4-8-5215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9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1 400 1060 0 0,'4'-30'2619'0'0,"-2"9"-1165"0"0,1 0 0 0 0,1 0 1 0 0,10-28-1 0 0,-11 42-1339 0 0,0 0 1 0 0,0 0-1 0 0,1 1 0 0 0,0-1 1 0 0,0 1-1 0 0,0 0 0 0 0,1 0 1 0 0,0 1-1 0 0,0-1 1 0 0,0 1-1 0 0,1 0 0 0 0,0 1 1 0 0,10-7-1 0 0,0 2-46 0 0,1 1 1 0 0,0 0-1 0 0,0 1 1 0 0,1 1-1 0 0,34-7 0 0 0,98-7-254 0 0,-84 13-135 0 0,1-1 49 0 0,-1-4-1 0 0,-1-2 1 0 0,69-24-1 0 0,-116 30 784 0 0,-15 6-444 0 0,0 1-1 0 0,0-1 0 0 0,0 1 0 0 0,0 0 1 0 0,0 0-1 0 0,1 0 0 0 0,-1 0 0 0 0,0 1 1 0 0,6-1-1 0 0,-8 1-28 0 0,-1 0-1 0 0,1 1 1 0 0,0-1-1 0 0,0 0 1 0 0,-1 1 0 0 0,1-1-1 0 0,0 0 1 0 0,0 1-1 0 0,-1-1 1 0 0,1 1-1 0 0,0-1 1 0 0,-1 1 0 0 0,1 0-1 0 0,-1-1 1 0 0,1 1-1 0 0,-1-1 1 0 0,1 1 0 0 0,-1 0-1 0 0,1 0 1 0 0,-1-1-1 0 0,0 1 1 0 0,1 0-1 0 0,-1 0 1 0 0,0-1 0 0 0,0 1-1 0 0,0 0 1 0 0,1 0-1 0 0,-1 0 1 0 0,0-1 0 0 0,0 1-1 0 0,0 0 1 0 0,0 0-1 0 0,-1 1 1 0 0,0 36 915 0 0,0-27-700 0 0,0 2-42 0 0,0 0 0 0 0,2 0 1 0 0,-1 0-1 0 0,2 0 1 0 0,0 0-1 0 0,0 0 1 0 0,2 0-1 0 0,6 19 0 0 0,-7-26-154 0 0,-1-1-1 0 0,1 0 0 0 0,0 0 1 0 0,0 0-1 0 0,1 0 0 0 0,0 0 1 0 0,-1-1-1 0 0,2 1 0 0 0,-1-1 1 0 0,0 0-1 0 0,1 0 0 0 0,0-1 1 0 0,0 1-1 0 0,0-1 0 0 0,0 0 1 0 0,0-1-1 0 0,1 1 0 0 0,-1-1 1 0 0,1 0-1 0 0,0 0 0 0 0,6 0 1 0 0,-2 0-32 0 0,1-1 1 0 0,-1 0-1 0 0,1-1 1 0 0,-1 0-1 0 0,1-1 1 0 0,-1 0-1 0 0,0-1 1 0 0,1 0-1 0 0,-1 0 1 0 0,0-1-1 0 0,0-1 1 0 0,0 0-1 0 0,-1 0 1 0 0,13-7-1 0 0,11-10-96 0 0,-1 0 0 0 0,46-43 0 0 0,-3 4 18 0 0,-74 59 48 0 0,0 1-1 0 0,0-1 1 0 0,0 0-1 0 0,0 0 1 0 0,0 0 0 0 0,1 0-1 0 0,-1 1 1 0 0,0-1 0 0 0,1 1-1 0 0,-1-1 1 0 0,0 1 0 0 0,1 0-1 0 0,-1-1 1 0 0,1 1 0 0 0,-1 0-1 0 0,0 0 1 0 0,1 0-1 0 0,-1 0 1 0 0,1 0 0 0 0,-1 0-1 0 0,1 0 1 0 0,-1 0 0 0 0,2 1-1 0 0,-1 0 43 0 0,-1 0 0 0 0,0 1 0 0 0,0-1 0 0 0,1 0 0 0 0,-1 0 0 0 0,0 1 1 0 0,0-1-1 0 0,0 1 0 0 0,-1-1 0 0 0,1 1 0 0 0,0-1 0 0 0,0 1 0 0 0,-1-1 0 0 0,1 1 0 0 0,-1 0 0 0 0,0-1 0 0 0,1 1 0 0 0,-1 0 0 0 0,0 0 0 0 0,0 1 0 0 0,1 14 392 0 0,-1 0 1 0 0,0 1-1 0 0,-1-1 0 0 0,-1 0 1 0 0,-1 0-1 0 0,-7 24 0 0 0,-40 96 1781 0 0,18-61-450 0 0,-70 114-1 0 0,76-148-1116 0 0,-3-1 1 0 0,-1-1-1 0 0,-70 70 1 0 0,91-104-553 0 0,1 1 0 0 0,-1-2-1 0 0,0 1 1 0 0,0-1 0 0 0,-1 0 0 0 0,1-1 0 0 0,-1 0 0 0 0,0 0 0 0 0,0-1 0 0 0,0-1 0 0 0,-1 0 0 0 0,1 0 0 0 0,-1-1 0 0 0,1 0 0 0 0,-1-1 0 0 0,-14-1 0 0 0,-1-1-422 0 0,-1-1 0 0 0,1-2 0 0 0,0 0 0 0 0,1-2 0 0 0,-36-14 1 0 0,56 19-288 0 0,0 0 1 0 0,0 0 0 0 0,0-1-1 0 0,0 1 1 0 0,1-1 0 0 0,-1 0-1 0 0,-7-8 1 0 0,11 10 200 0 0,0 0 0 0 0,0 0 0 0 0,0-1-1 0 0,0 1 1 0 0,0 0 0 0 0,0-1 0 0 0,1 1 0 0 0,-1 0 0 0 0,1-1 0 0 0,-1 1-1 0 0,1-1 1 0 0,0 1 0 0 0,-1-1 0 0 0,1 1 0 0 0,0-1 0 0 0,0 0 0 0 0,0 1 0 0 0,0-1-1 0 0,0 1 1 0 0,0-1 0 0 0,1 1 0 0 0,-1-1 0 0 0,0 1 0 0 0,1-1 0 0 0,-1 1-1 0 0,1-1 1 0 0,0 1 0 0 0,-1 0 0 0 0,1-1 0 0 0,0 1 0 0 0,2-3 0 0 0,12-14-7482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2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34 3152 0 0,'11'-4'1566'0'0,"9"-5"3093"0"0,38-10 1136 0 0,-58 19-5727 0 0,1-1 1 0 0,0 1-1 0 0,-1 0 0 0 0,1 0 1 0 0,-1 0-1 0 0,1 0 0 0 0,-1 0 0 0 0,1 0 1 0 0,-1 0-1 0 0,1 0 0 0 0,0 0 1 0 0,-1 0-1 0 0,1 0 0 0 0,-1 0 0 0 0,1 1 1 0 0,-1-1-1 0 0,1 0 0 0 0,-1 0 1 0 0,1 0-1 0 0,-1 1 0 0 0,1-1 1 0 0,-1 0-1 0 0,1 1 0 0 0,-1-1 0 0 0,1 0 1 0 0,-1 1-1 0 0,1-1 0 0 0,-1 1 1 0 0,0-1-1 0 0,1 1 0 0 0,-1-1 0 0 0,0 1 1 0 0,0-1-1 0 0,1 1 0 0 0,-1-1 1 0 0,0 1-1 0 0,0-1 0 0 0,0 1 1 0 0,1-1-1 0 0,-1 1 0 0 0,0 0 0 0 0,0-1 1 0 0,0 1-1 0 0,0-1 0 0 0,0 1 1 0 0,0 0-1 0 0,-5 28 1157 0 0,-9 4-606 0 0,-19 14-12 0 0,-6-3-372 0 0,12-19-278 0 0,-8 6-1299 0 0,-2-1 0 0 0,-72 43 0 0 0,-26-4-6812 0 0,75-45 1713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97 719 36 0 0,'-9'2'1244'0'0,"0"1"0"0"0,0 0 0 0 0,1 0-1 0 0,-1 1 1 0 0,-14 10 0 0 0,20-12-1067 0 0,1 0 1 0 0,0 0-1 0 0,-1 0 1 0 0,1 1-1 0 0,0-1 1 0 0,0 1-1 0 0,0-1 0 0 0,1 1 1 0 0,-1 0-1 0 0,1 0 1 0 0,-1 0-1 0 0,1 0 1 0 0,0 0-1 0 0,0 0 0 0 0,0 0 1 0 0,0 0-1 0 0,1 0 1 0 0,-1 0-1 0 0,1 1 1 0 0,0 4-1 0 0,0-2-50 0 0,0-1-1 0 0,1 1 1 0 0,-1-1 0 0 0,1 1-1 0 0,1-1 1 0 0,-1 0 0 0 0,1 1-1 0 0,0-1 1 0 0,0 0 0 0 0,0 0 0 0 0,0 0-1 0 0,1 0 1 0 0,0 0 0 0 0,0-1-1 0 0,1 1 1 0 0,-1-1 0 0 0,5 5-1 0 0,-4-6-67 0 0,0 0 0 0 0,0 0 0 0 0,0-1 0 0 0,1 1 0 0 0,-1-1 0 0 0,0 0 0 0 0,1 0 0 0 0,-1 0-1 0 0,1-1 1 0 0,0 1 0 0 0,0-1 0 0 0,0 0 0 0 0,-1-1 0 0 0,1 1 0 0 0,0-1 0 0 0,0 0 0 0 0,0 0 0 0 0,0-1-1 0 0,8-1 1 0 0,1-1-21 0 0,1 0-1 0 0,-1-2 1 0 0,0 0-1 0 0,-1 0 1 0 0,1-1-1 0 0,-1-1 1 0 0,0 0 0 0 0,-1 0-1 0 0,0-2 1 0 0,0 1-1 0 0,14-14 1 0 0,-12 6-25 0 0,1 1 1 0 0,-2-2-1 0 0,0 0 0 0 0,-2 0 1 0 0,1-1-1 0 0,-2-1 1 0 0,9-21-1 0 0,-4 2-28 0 0,-1-1-1 0 0,16-76 0 0 0,-4-75 1 0 0,-17-74 16 0 0,-11 230-8 0 0,2 34 7 0 0,0 0 0 0 0,0-1 0 0 0,0 1-1 0 0,0 0 1 0 0,0 0 0 0 0,0 0 0 0 0,0 0-1 0 0,0-1 1 0 0,0 1 0 0 0,0 0 0 0 0,0 0 0 0 0,0 0-1 0 0,0-1 1 0 0,0 1 0 0 0,0 0 0 0 0,0 0 0 0 0,0 0-1 0 0,0 0 1 0 0,-1-1 0 0 0,1 1 0 0 0,0 0 0 0 0,0 0-1 0 0,0 0 1 0 0,0 0 0 0 0,0 0 0 0 0,0 0-1 0 0,-1-1 1 0 0,1 1 0 0 0,0 0 0 0 0,0 0 0 0 0,0 0-1 0 0,0 0 1 0 0,-1 0 0 0 0,1 0 0 0 0,0 0 0 0 0,0 0-1 0 0,0 0 1 0 0,-1 0 0 0 0,-6 12-8 0 0,0 8 31 0 0,2 0 0 0 0,0-1 0 0 0,1 2-1 0 0,1-1 1 0 0,0 21 0 0 0,-1 6 30 0 0,-6 42 78 0 0,4 142 0 0 0,9-181-112 0 0,1 1 0 0 0,3-1 0 0 0,2 0 0 0 0,20 64-1 0 0,-23-99-174 0 0,-1 1 1 0 0,2-1-1 0 0,0 0 0 0 0,0-1 0 0 0,2 0 0 0 0,11 16 0 0 0,-15-24-229 0 0,0-1 1 0 0,0 1 0 0 0,0-1-1 0 0,1 0 1 0 0,0-1 0 0 0,11 7-1 0 0,-12-8-215 0 0,0-1 0 0 0,0 1 0 0 0,0-1 0 0 0,1-1 0 0 0,-1 1 0 0 0,0-1 0 0 0,1 0 0 0 0,0 0 0 0 0,10 0 0 0 0,5-2-2917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5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94 223 2100 0 0,'-28'-147'7747'0'0,"14"81"-4610"0"0,14 66-3099 0 0,0 0 0 0 0,0-1 0 0 0,0 1-1 0 0,0 0 1 0 0,0-1 0 0 0,0 1 0 0 0,0 0 0 0 0,0-1 0 0 0,0 1 0 0 0,0 0 0 0 0,0-1 0 0 0,0 1-1 0 0,0 0 1 0 0,0-1 0 0 0,-1 1 0 0 0,1 0 0 0 0,0-1 0 0 0,0 1 0 0 0,0 0 0 0 0,-1 0 0 0 0,1-1-1 0 0,0 1 1 0 0,0 0 0 0 0,-1 0 0 0 0,1-1 0 0 0,0 1 0 0 0,0 0 0 0 0,-1 0 0 0 0,1 0 0 0 0,0-1-1 0 0,-1 1 1 0 0,1 0 0 0 0,0 0 0 0 0,-1 0 0 0 0,1 0 0 0 0,-8 10 561 0 0,-3 19 21 0 0,-2 71-87 0 0,4-1 1 0 0,5 1 0 0 0,4 0 0 0 0,4 0-1 0 0,18 99 1 0 0,-21-190-500 0 0,1-1-1 0 0,0 1 1 0 0,0-1-1 0 0,7 14 1 0 0,-9-21-31 0 0,1 0 0 0 0,-1-1 0 0 0,1 1 0 0 0,-1 0 0 0 0,1-1 0 0 0,0 1 0 0 0,-1-1 0 0 0,1 1 0 0 0,0-1 0 0 0,-1 1-1 0 0,1-1 1 0 0,0 1 0 0 0,0-1 0 0 0,0 0 0 0 0,-1 1 0 0 0,1-1 0 0 0,0 0 0 0 0,0 0 0 0 0,0 1 0 0 0,0-1 0 0 0,0 0 0 0 0,-1 0 0 0 0,1 0 0 0 0,0 0 0 0 0,0 0 0 0 0,0 0 0 0 0,0-1 0 0 0,0 1-1 0 0,-1 0 1 0 0,1 0 0 0 0,0-1 0 0 0,0 1 0 0 0,0 0 0 0 0,0-1 0 0 0,1 0 0 0 0,2-1 1 0 0,0 0 0 0 0,0 0 0 0 0,-1-1 0 0 0,1 0 0 0 0,6-5 0 0 0,10-15-19 0 0,0-1 1 0 0,23-38-1 0 0,13-17-26 0 0,-56 79 41 0 0,8-11-7 0 0,1 1-1 0 0,0 0 0 0 0,0 1 0 0 0,0-1 1 0 0,2 2-1 0 0,10-9 0 0 0,-19 17 9 0 0,0-1-1 0 0,0 0 1 0 0,0 1-1 0 0,-1-1 1 0 0,1 1-1 0 0,0 0 1 0 0,0-1-1 0 0,0 1 1 0 0,0 0-1 0 0,0 0 1 0 0,0 0-1 0 0,0 1 1 0 0,0-1-1 0 0,-1 0 1 0 0,1 1-1 0 0,0-1 1 0 0,0 1-1 0 0,0-1 1 0 0,-1 1-1 0 0,1 0 0 0 0,2 1 1 0 0,2 2 20 0 0,0-1 0 0 0,0 1 1 0 0,-1 0-1 0 0,9 9 0 0 0,-7-5 21 0 0,-1 0-1 0 0,1 0 1 0 0,-2 0-1 0 0,1 1 1 0 0,-1 0-1 0 0,6 15 1 0 0,19 63 144 0 0,-15-41-131 0 0,-11-36-112 0 0,0 0 0 0 0,0 0 1 0 0,1 0-1 0 0,0-1 0 0 0,12 17 0 0 0,-14-23-119 0 0,0 1 1 0 0,0-1-1 0 0,1 1 1 0 0,-1-1-1 0 0,1 0 0 0 0,0-1 1 0 0,0 1-1 0 0,0-1 1 0 0,0 1-1 0 0,1-1 0 0 0,-1 0 1 0 0,0-1-1 0 0,1 1 0 0 0,-1-1 1 0 0,9 2-1 0 0,4-2-977 0 0,-1 0 1 0 0,1 0-1 0 0,0-2 0 0 0,0 0 1 0 0,-1-1-1 0 0,1-1 0 0 0,16-4 1 0 0,3-5-3649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5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246 151 1848 0 0,'2'-16'1984'0'0,"-1"0"-1"0"0,-2-29 1 0 0,1 40-1653 0 0,-1 0-1 0 0,0 1 1 0 0,0-1 0 0 0,0 1-1 0 0,-1-1 1 0 0,1 1 0 0 0,-1-1-1 0 0,0 1 1 0 0,0 0 0 0 0,-1 0-1 0 0,0 0 1 0 0,1 0 0 0 0,-7-6-1 0 0,8 10-250 0 0,0-1 0 0 0,0 0-1 0 0,0 0 1 0 0,-1 1-1 0 0,1-1 1 0 0,0 1 0 0 0,0-1-1 0 0,-1 1 1 0 0,1-1-1 0 0,0 1 1 0 0,-1 0 0 0 0,1 0-1 0 0,0-1 1 0 0,-1 1-1 0 0,1 0 1 0 0,-1 0 0 0 0,1 1-1 0 0,0-1 1 0 0,-1 0-1 0 0,1 0 1 0 0,-2 1 0 0 0,-1 0 48 0 0,1 0 0 0 0,-1 1 0 0 0,0-1 0 0 0,1 1 0 0 0,-1 0 0 0 0,-4 3 0 0 0,-2 3 118 0 0,1 0 0 0 0,-1 1 1 0 0,1 1-1 0 0,1 0 0 0 0,0 0 0 0 0,1 0 0 0 0,-13 22 0 0 0,6-4 149 0 0,-23 61-1 0 0,31-69-279 0 0,0-1 0 0 0,-5 40 1 0 0,10-51-92 0 0,0 0 0 0 0,1 1 0 0 0,0-1 0 0 0,0 0 1 0 0,1 1-1 0 0,0-1 0 0 0,1 0 0 0 0,0 0 0 0 0,5 15 1 0 0,-6-20-16 0 0,1 1 0 0 0,-1-1 1 0 0,1 0-1 0 0,0 0 1 0 0,1 1-1 0 0,-1-2 0 0 0,0 1 1 0 0,1 0-1 0 0,-1 0 1 0 0,1-1-1 0 0,0 1 0 0 0,0-1 1 0 0,0 0-1 0 0,0 0 0 0 0,1 0 1 0 0,5 2-1 0 0,-4-2-1 0 0,0-1-1 0 0,1 1 0 0 0,-1-2 1 0 0,0 1-1 0 0,1 0 1 0 0,-1-1-1 0 0,0 0 0 0 0,0 0 1 0 0,1-1-1 0 0,8-1 1 0 0,-2-1-5 0 0,-1 0 0 0 0,-1-1 0 0 0,1 0 1 0 0,0-1-1 0 0,-1 0 0 0 0,0-1 0 0 0,0 0 1 0 0,-1 0-1 0 0,1-1 0 0 0,10-10 0 0 0,-6 1-10 0 0,-1 0 1 0 0,0 0-1 0 0,-2-1 0 0 0,0-1 0 0 0,0 0 0 0 0,-2 0 0 0 0,8-21 0 0 0,41-141-52 0 0,-52 163 105 0 0,-6 17-43 0 0,0 0-1 0 0,0 0 0 0 0,0 0 0 0 0,0 0 0 0 0,1 0 0 0 0,-1 0 0 0 0,0 0 1 0 0,0 0-1 0 0,0 0 0 0 0,0 0 0 0 0,0 0 0 0 0,0 0 0 0 0,1 0 0 0 0,-1 0 0 0 0,0 0 1 0 0,0 1-1 0 0,0-1 0 0 0,0 0 0 0 0,0 0 0 0 0,0 0 0 0 0,0 0 0 0 0,1 0 1 0 0,-1 0-1 0 0,0 0 0 0 0,0 0 0 0 0,0 1 0 0 0,0-1 0 0 0,0 0 0 0 0,0 0 1 0 0,0 0-1 0 0,0 0 0 0 0,0 0 0 0 0,0 0 0 0 0,0 1 0 0 0,0-1 0 0 0,0 0 1 0 0,0 0-1 0 0,0 0 0 0 0,0 0 0 0 0,0 0 0 0 0,0 0 0 0 0,0 1 0 0 0,0-1 1 0 0,0 0-1 0 0,0 0 0 0 0,0 0 0 0 0,0 0 0 0 0,0 0 0 0 0,0 1 0 0 0,0-1 0 0 0,0 0 1 0 0,0 39 253 0 0,-1-25-194 0 0,1 9 15 0 0,4 91 208 0 0,-3-101-275 0 0,1-1 0 0 0,1 1-1 0 0,0-1 1 0 0,0 1 0 0 0,1-1 0 0 0,10 20-1 0 0,-12-28-72 0 0,0 0 0 0 0,1 0-1 0 0,0-1 1 0 0,-1 1 0 0 0,1-1-1 0 0,1 1 1 0 0,-1-1 0 0 0,0 0-1 0 0,1 0 1 0 0,6 4-1 0 0,-7-6-209 0 0,-1 0 0 0 0,1 1 0 0 0,0-1 0 0 0,0 0 0 0 0,0-1 0 0 0,0 1 0 0 0,0 0-1 0 0,0-1 1 0 0,-1 0 0 0 0,1 1 0 0 0,1-1 0 0 0,3-1 0 0 0,31-7-2563 0 0,-8-4-2016 0 0,-9-1-299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75 212 1056 0 0,'29'-212'16618'0'0,"-30"216"-15954"0"0,-15 69 2212 0 0,-9 94 0 0 0,8-42-1626 0 0,-23 261 332 0 0,38-354-1551 0 0,0 85 206 0 0,2-107-400 0 0,1 1 0 0 0,1 0 0 0 0,0-1 0 0 0,0 1 0 0 0,1-1 0 0 0,0 0 0 0 0,1 1-1 0 0,6 12 1 0 0,-8-21-59 0 0,-1 0-1 0 0,1 0 1 0 0,-1 0-1 0 0,1 0 0 0 0,0 0 1 0 0,0 0-1 0 0,0-1 1 0 0,0 1-1 0 0,0-1 0 0 0,0 1 1 0 0,0-1-1 0 0,1 0 0 0 0,-1 0 1 0 0,0 0-1 0 0,1 0 1 0 0,-1 0-1 0 0,1 0 0 0 0,-1-1 1 0 0,1 1-1 0 0,-1-1 1 0 0,1 0-1 0 0,-1 0 0 0 0,4 0 1 0 0,-3 0-498 0 0,0 0 0 0 0,0-1 1 0 0,0 1-1 0 0,0-1 0 0 0,0 0 0 0 0,0 0 1 0 0,0 0-1 0 0,-1 0 0 0 0,1 0 0 0 0,0 0 1 0 0,-1-1-1 0 0,4-2 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6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189 114 640 0 0,'-7'0'1183'0'0,"-29"-4"3899"0"0,0 3 1 0 0,-58 4-1 0 0,78-1-3394 0 0,22-3-1502 0 0,120-22 100 0 0,96-18-581 0 0,-76 7-6074 0 0,-124 28 2222 0 0,-2-2-1868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8:56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319 202 3472 0 0,'-125'17'5143'0'0,"-65"6"1227"0"0,186-23-5285 0 0,5-1-1021 0 0,0 0-1 0 0,1 1 1 0 0,-1-1-1 0 0,0 0 0 0 0,0 0 1 0 0,1 1-1 0 0,-1-1 1 0 0,0 1-1 0 0,1-1 1 0 0,2 0-1 0 0,215-43 566 0 0,-141 31-598 0 0,513-78-2902 0 0,-208 37-3694 0 0,-190 23 977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4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1 524 0 0,'12'7'3328'0'0,"-7"-5"-2913"0"0,-1 0 0 0 0,1 0 1 0 0,-1 1-1 0 0,1 0 1 0 0,-1-1-1 0 0,0 1 0 0 0,5 5 1 0 0,-8-7-422 0 0,2 2 221 0 0,-1-1-932 0 0,10 5-3546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4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36 0 0,'0'0'2430'0'0,"-10"-1"-476"0"0,142 33-3441 0 0,-105-28 958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5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4 432 0 0,'0'0'2040'0'0,"-12"5"-592"0"0,25-14-3924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9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15 119 196 0 0,'-14'-106'11080'0'0,"14"103"-10642"0"0,0-7 2009 0 0,51 227 3905 0 0,-18 6-3682 0 0,4 228-1406 0 0,-36-432-1171 0 0,17 340 321 0 0,22 256-2317 0 0,-27-533-3179 0 0,-12-72 3236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9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1 245 748 0 0,'2'-22'1692'0'0,"1"0"-1"0"0,1 1 0 0 0,1-1 1 0 0,10-26-1 0 0,-13 42-1481 0 0,1 0-1 0 0,0 0 0 0 0,0 0 0 0 0,1 0 1 0 0,0 0-1 0 0,0 1 0 0 0,0-1 0 0 0,1 1 0 0 0,-1 0 1 0 0,1 1-1 0 0,1-1 0 0 0,-1 1 0 0 0,0 0 0 0 0,1 0 1 0 0,0 1-1 0 0,0 0 0 0 0,0 0 0 0 0,8-3 1 0 0,2 2 22 0 0,-1 0 0 0 0,1 1 0 0 0,0 0 0 0 0,0 2 0 0 0,0 0 0 0 0,0 1 0 0 0,0 0 0 0 0,-1 1 0 0 0,30 6 0 0 0,-20-1-2 0 0,1 0 1 0 0,-1 2-1 0 0,0 1 1 0 0,-1 1 0 0 0,27 16-1 0 0,-40-21-68 0 0,-2 1-1 0 0,1 1 1 0 0,-1-1-1 0 0,0 2 1 0 0,0-1-1 0 0,-1 1 1 0 0,0 1-1 0 0,-1-1 1 0 0,1 1-1 0 0,7 14 1 0 0,-12-17-87 0 0,0 0 0 0 0,0 0 0 0 0,0 0 0 0 0,-1 1 0 0 0,0-1 1 0 0,-1 1-1 0 0,1 0 0 0 0,-1-1 0 0 0,0 1 0 0 0,-1 0 0 0 0,0 0 0 0 0,0-1 1 0 0,0 1-1 0 0,-1 0 0 0 0,0 0 0 0 0,0-1 0 0 0,-1 1 0 0 0,-3 10 1 0 0,-3 1-156 0 0,-1-1 1 0 0,0-1 0 0 0,-1 1 0 0 0,-1-2 0 0 0,0 1 0 0 0,-1-2 0 0 0,-1 1 0 0 0,0-2 0 0 0,-1 0 0 0 0,-1 0 0 0 0,0-1 0 0 0,0-1 0 0 0,-1-1 0 0 0,-1 0 0 0 0,0-1 0 0 0,0-1-1 0 0,0 0 1 0 0,-37 9 0 0 0,52-16-237 0 0,-1 0-1 0 0,1-1 0 0 0,-1 0 0 0 0,1 1 1 0 0,-1-1-1 0 0,0 0 0 0 0,1 0 0 0 0,-1-1 1 0 0,0 1-1 0 0,1 0 0 0 0,-6-2 0 0 0,7 1-24 0 0,0 0-1 0 0,-1 1 1 0 0,1-1-1 0 0,0 0 0 0 0,0 0 1 0 0,-1 0-1 0 0,1 0 1 0 0,0 0-1 0 0,0 0 0 0 0,0 0 1 0 0,0 0-1 0 0,0-1 1 0 0,1 1-1 0 0,-1 0 0 0 0,0-1 1 0 0,0 1-1 0 0,1 0 1 0 0,-1-1-1 0 0,0-2 0 0 0,-2-12-5207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09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2900 0 0,'60'-85'10247'0'0,"-36"60"-6915"0"0,-21 28-2328 0 0,-2-3-939 0 0,0 0 0 0 0,0 1 0 0 0,-1-1 0 0 0,1 0 1 0 0,0 1-1 0 0,-1-1 0 0 0,1 1 0 0 0,0-1 0 0 0,-1 1 0 0 0,1-1 1 0 0,-1 1-1 0 0,1 0 0 0 0,-1-1 0 0 0,1 1 0 0 0,-1 0 0 0 0,1 0 0 0 0,4 17 800 0 0,-1 0-1 0 0,-1 0 1 0 0,3 32-1 0 0,-4 61 310 0 0,-2-87-1029 0 0,-3 141 366 0 0,0-39-430 0 0,15 155 0 0 0,-9-256-530 0 0,1-1 1 0 0,1 1-1 0 0,1-1 0 0 0,0 0 1 0 0,13 27-1 0 0,-16-44 57 0 0,0-1 0 0 0,0 1 0 0 0,1-1 0 0 0,0 1 1 0 0,0-1-1 0 0,1-1 0 0 0,0 1 0 0 0,0 0 0 0 0,0-1 0 0 0,0 0 0 0 0,1-1 0 0 0,0 1 0 0 0,0-1 1 0 0,0 0-1 0 0,1 0 0 0 0,-1-1 0 0 0,1 0 0 0 0,0 0 0 0 0,0 0 0 0 0,0-1 0 0 0,13 2 0 0 0,-7-2-1498 0 0,0-1 0 0 0,22-2 0 0 0,-3-2-2762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0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349 133 2068 0 0,'2'-8'904'0'0,"-1"0"1"0"0,0 0-1 0 0,-1-1 0 0 0,0 1 0 0 0,0 0 1 0 0,-1-1-1 0 0,-2-13 0 0 0,2 20-700 0 0,0-1 0 0 0,1 0 0 0 0,-1 1-1 0 0,0-1 1 0 0,0 1 0 0 0,0-1 0 0 0,-1 1 0 0 0,1-1-1 0 0,-1 1 1 0 0,1 0 0 0 0,-1 0 0 0 0,0 0 0 0 0,0 0-1 0 0,0 0 1 0 0,0 0 0 0 0,0 0 0 0 0,0 0 0 0 0,0 1-1 0 0,-1-1 1 0 0,1 1 0 0 0,0 0 0 0 0,-1 0 0 0 0,0 0-1 0 0,1 0 1 0 0,-1 0 0 0 0,1 0 0 0 0,-1 1-1 0 0,0-1 1 0 0,-2 1 0 0 0,-2-1-21 0 0,1 1-1 0 0,-1 1 1 0 0,1 0-1 0 0,-1-1 1 0 0,1 2 0 0 0,0-1-1 0 0,0 1 1 0 0,-1 0-1 0 0,1 0 1 0 0,-8 5-1 0 0,3-1 14 0 0,1 1-1 0 0,0 0 1 0 0,0 0-1 0 0,0 1 0 0 0,-8 9 1 0 0,-2 5 26 0 0,2 0-1 0 0,0 1 1 0 0,1 0 0 0 0,-14 29 0 0 0,25-40-172 0 0,0 0 0 0 0,1 1 0 0 0,0-1 0 0 0,1 1 0 0 0,0 0 0 0 0,-3 26 0 0 0,6-34-35 0 0,1 1 0 0 0,0 0 0 0 0,0 0 1 0 0,1-1-1 0 0,-1 1 0 0 0,1 0 0 0 0,0-1 0 0 0,3 8 0 0 0,-3-10-8 0 0,1 0 0 0 0,-1 0 0 0 0,1 0 0 0 0,0 0 0 0 0,0 0 0 0 0,0 0 0 0 0,0 0 0 0 0,0-1-1 0 0,1 1 1 0 0,-1-1 0 0 0,1 0 0 0 0,-1 0 0 0 0,1 0 0 0 0,6 4 0 0 0,-5-4-3 0 0,1 0 0 0 0,-1 0 0 0 0,1-1 0 0 0,0 1 0 0 0,0-1-1 0 0,0 0 1 0 0,0-1 0 0 0,0 1 0 0 0,0-1 0 0 0,0 0 0 0 0,0 0 0 0 0,0 0 0 0 0,0-1 0 0 0,0 0 0 0 0,0 0 0 0 0,0 0 0 0 0,-1 0 0 0 0,1-1 0 0 0,0 0-1 0 0,-1 0 1 0 0,1 0 0 0 0,-1 0 0 0 0,1-1 0 0 0,4-3 0 0 0,0-2-7 0 0,1 0 0 0 0,-1 0 1 0 0,0 0-1 0 0,-1-1 0 0 0,0 0 0 0 0,-1-1 0 0 0,1 0 0 0 0,9-19 1 0 0,0-7 21 0 0,-2-1 0 0 0,-1 0 0 0 0,-2-1 0 0 0,9-52 0 0 0,-21 89-17 0 0,1-1 1 0 0,-1 0 0 0 0,0 1-1 0 0,0-1 1 0 0,1 0-1 0 0,-1 1 1 0 0,1-1-1 0 0,-1 1 1 0 0,1-1-1 0 0,0 1 1 0 0,0-1-1 0 0,0 1 1 0 0,0 0-1 0 0,0-1 1 0 0,0 1 0 0 0,1-2-1 0 0,-1 3 18 0 0,-1 0 0 0 0,1 0 0 0 0,-1 0 0 0 0,1 0-1 0 0,0 1 1 0 0,-1-1 0 0 0,1 0 0 0 0,-1 0 0 0 0,1 0 0 0 0,-1 0-1 0 0,1 1 1 0 0,-1-1 0 0 0,1 0 0 0 0,-1 1 0 0 0,1-1 0 0 0,-1 0 0 0 0,0 1-1 0 0,1-1 1 0 0,-1 0 0 0 0,1 1 0 0 0,-1-1 0 0 0,0 1 0 0 0,1-1-1 0 0,-1 1 1 0 0,0-1 0 0 0,0 1 0 0 0,1-1 0 0 0,-1 1 0 0 0,0 0 0 0 0,4 7 169 0 0,-1 0 1 0 0,0 1 0 0 0,0-1 0 0 0,2 13 0 0 0,9 84 514 0 0,-11-66-1433 0 0,3 0 1 0 0,19 73-1 0 0,-23-108 395 0 0,-1 0 1 0 0,1 0-1 0 0,-1 0 0 0 0,1-1 1 0 0,0 1-1 0 0,1-1 0 0 0,-1 1 1 0 0,0-1-1 0 0,1 0 0 0 0,4 4 1 0 0,-5-6-118 0 0,-1 1 1 0 0,1-1 0 0 0,0 0-1 0 0,0 0 1 0 0,-1 0-1 0 0,1 0 1 0 0,0 0 0 0 0,0-1-1 0 0,0 1 1 0 0,0-1 0 0 0,0 1-1 0 0,0-1 1 0 0,1 0-1 0 0,-1 1 1 0 0,0-1 0 0 0,0 0-1 0 0,0 0 1 0 0,0-1-1 0 0,0 1 1 0 0,0 0 0 0 0,4-2-1 0 0,8-4-4136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0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1588 0 0,'5'-33'3219'0'0,"-3"19"-1600"0"0,0 1-1 0 0,0-1 1 0 0,6-13-1 0 0,-8 25-1520 0 0,0 1-1 0 0,1-1 1 0 0,0 1 0 0 0,-1-1-1 0 0,1 1 1 0 0,0-1-1 0 0,0 1 1 0 0,0 0 0 0 0,0 0-1 0 0,0-1 1 0 0,0 1 0 0 0,0 0-1 0 0,0 0 1 0 0,1 0 0 0 0,-1 0-1 0 0,0 0 1 0 0,1 0-1 0 0,-1 1 1 0 0,0-1 0 0 0,1 0-1 0 0,-1 1 1 0 0,1-1 0 0 0,-1 1-1 0 0,1-1 1 0 0,-1 1-1 0 0,1 0 1 0 0,0 0 0 0 0,-1 0-1 0 0,1 0 1 0 0,-1 0 0 0 0,1 0-1 0 0,0 0 1 0 0,-1 0 0 0 0,1 0-1 0 0,-1 1 1 0 0,1-1-1 0 0,-1 1 1 0 0,1-1 0 0 0,-1 1-1 0 0,1 0 1 0 0,1 0 0 0 0,4 3 206 0 0,-1 0 1 0 0,1 0-1 0 0,-1 1 1 0 0,1 0-1 0 0,-1 0 0 0 0,9 11 1 0 0,2 6 52 0 0,0 1 1 0 0,-2 0-1 0 0,-1 1 0 0 0,-1 1 0 0 0,-1 0 1 0 0,-1 0-1 0 0,-1 2 0 0 0,-2-1 1 0 0,0 1-1 0 0,-2 0 0 0 0,5 53 1 0 0,-9-61-224 0 0,-2 0 0 0 0,-3 32 1 0 0,2-43-100 0 0,0-1 0 0 0,-1 1 0 0 0,0-1 0 0 0,0 0 0 0 0,0 0 0 0 0,-1 0 0 0 0,0 0 1 0 0,0 0-1 0 0,-6 8 0 0 0,5-12-7 0 0,3-3-28 0 0,0 1 1 0 0,0-1 0 0 0,0 1-1 0 0,1-1 1 0 0,-1 0 0 0 0,0 1-1 0 0,0-1 1 0 0,0 0 0 0 0,-1 0-1 0 0,1 1 1 0 0,0-1 0 0 0,0 0-1 0 0,0 0 1 0 0,0 0 0 0 0,0 0-1 0 0,0 0 1 0 0,0-1 0 0 0,0 1-1 0 0,0 0 1 0 0,0 0 0 0 0,0-1-1 0 0,0 1 1 0 0,0-1 0 0 0,0 1-1 0 0,0 0 1 0 0,1-1 0 0 0,-1 0-1 0 0,0 1 1 0 0,0-1-1 0 0,0 0 1 0 0,0 1 0 0 0,1-1-1 0 0,-1 0 1 0 0,0 0 0 0 0,1 0-1 0 0,-1 1 1 0 0,1-1 0 0 0,-1 0-1 0 0,1 0 1 0 0,-1 0 0 0 0,1 0-1 0 0,0 0 1 0 0,-1 0 0 0 0,1 0-1 0 0,0-2 1 0 0,-1 0-3 0 0,-6-17-14 0 0,1 0 0 0 0,1 0 0 0 0,1 0 1 0 0,1 0-1 0 0,1-1 0 0 0,0 0 0 0 0,2 1 0 0 0,0-1 1 0 0,2 0-1 0 0,0 1 0 0 0,1 0 0 0 0,1-1 0 0 0,1 1 1 0 0,1 0-1 0 0,0 1 0 0 0,2 0 0 0 0,0 0 0 0 0,1 0 1 0 0,15-21-1 0 0,-21 35 8 0 0,1 0 1 0 0,0 1-1 0 0,0-1 1 0 0,0 1-1 0 0,1 0 1 0 0,-1 0 0 0 0,1 0-1 0 0,0 1 1 0 0,0-1-1 0 0,1 1 1 0 0,-1 0-1 0 0,0 1 1 0 0,1-1-1 0 0,0 1 1 0 0,0 0-1 0 0,7-1 1 0 0,-8 3 3 0 0,1-1 0 0 0,-1 1 0 0 0,0 0 1 0 0,0 0-1 0 0,0 1 0 0 0,0-1 0 0 0,0 1 0 0 0,1 0 0 0 0,-1 1 0 0 0,-1-1 0 0 0,1 1 1 0 0,0 0-1 0 0,0 0 0 0 0,-1 1 0 0 0,1-1 0 0 0,-1 1 0 0 0,0 0 0 0 0,1 0 1 0 0,4 6-1 0 0,1 1 31 0 0,-1 1 0 0 0,0 0 0 0 0,-1 1 0 0 0,0 0 0 0 0,0 0 0 0 0,-1 1 0 0 0,-1 0 0 0 0,0 0 0 0 0,-1 1 0 0 0,6 26 1 0 0,0 12 111 0 0,7 85 1 0 0,-15-98-137 0 0,0-4 55 0 0,-1-14-474 0 0,5 31 0 0 0,-6-51 281 0 0,-1 0 0 0 0,0 0 0 0 0,0 0 0 0 0,1-1 0 0 0,-1 1 0 0 0,0 0 0 0 0,1 0 0 0 0,-1-1 0 0 0,1 1 1 0 0,-1 0-1 0 0,1-1 0 0 0,-1 1 0 0 0,1 0 0 0 0,-1-1 0 0 0,1 1 0 0 0,0-1 0 0 0,-1 1 0 0 0,1-1 0 0 0,0 1 0 0 0,0-1 0 0 0,-1 0 0 0 0,1 1 0 0 0,0-1 0 0 0,0 0 0 0 0,0 1 0 0 0,-1-1 0 0 0,1 0 0 0 0,0 0 0 0 0,0 0 0 0 0,0 0 0 0 0,0 0 0 0 0,-1 0 0 0 0,1 0 0 0 0,2 0 0 0 0,21-8-3093 0 0,-23 7 2970 0 0,18-8-4267 0 0,2-3-2233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1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135 124 2912 0 0,'-4'1'7022'0'0,"3"-1"-6789"0"0,-1 0 1 0 0,1 1-1 0 0,-1-1 1 0 0,1 1 0 0 0,-1-1-1 0 0,1 1 1 0 0,-1 0-1 0 0,1-1 1 0 0,-1 1 0 0 0,1 0-1 0 0,0 0 1 0 0,-1 0-1 0 0,1 0 1 0 0,0 0 0 0 0,0 1-1 0 0,0-1 1 0 0,0 0-1 0 0,0 0 1 0 0,0 1 0 0 0,0-1-1 0 0,0 1 1 0 0,1-1-1 0 0,-1 1 1 0 0,1-1 0 0 0,-1 1-1 0 0,0 2 1 0 0,-1 2 172 0 0,0 1-1 0 0,0 0 1 0 0,1 0 0 0 0,0-1 0 0 0,0 1-1 0 0,1 9 1 0 0,0-14-358 0 0,0 1 0 0 0,1-1 0 0 0,-1 0 0 0 0,1 0 0 0 0,-1 0-1 0 0,1 0 1 0 0,0 0 0 0 0,0 0 0 0 0,0 0 0 0 0,0 0 0 0 0,0 0 0 0 0,0 0 0 0 0,0-1 0 0 0,1 1-1 0 0,-1 0 1 0 0,1-1 0 0 0,-1 1 0 0 0,1-1 0 0 0,0 1 0 0 0,-1-1 0 0 0,1 0 0 0 0,0 0 0 0 0,0 0 0 0 0,0 0-1 0 0,0 0 1 0 0,0 0 0 0 0,0 0 0 0 0,0-1 0 0 0,0 1 0 0 0,0-1 0 0 0,0 0 0 0 0,1 1 0 0 0,-1-1-1 0 0,0 0 1 0 0,3 0 0 0 0,6 0 4 0 0,1-1-1 0 0,-1 0 1 0 0,1 0-1 0 0,-1-1 1 0 0,0-1-1 0 0,1 0 1 0 0,-1 0-1 0 0,-1-1 1 0 0,13-6-1 0 0,-18 7-43 0 0,-1 0 0 0 0,1 0-1 0 0,-1 0 1 0 0,1 0-1 0 0,-1-1 1 0 0,0 1-1 0 0,-1-1 1 0 0,1 0-1 0 0,-1 0 1 0 0,1-1-1 0 0,-1 1 1 0 0,0-1-1 0 0,-1 1 1 0 0,1-1-1 0 0,-1 0 1 0 0,0 0-1 0 0,0 0 1 0 0,-1 0-1 0 0,1-1 1 0 0,-1 1-1 0 0,0 0 1 0 0,0-8-1 0 0,-1 5 0 0 0,0 0 0 0 0,0 1 0 0 0,-1-1-1 0 0,0 1 1 0 0,0-1 0 0 0,-1 1 0 0 0,-2-8-1 0 0,2 11-8 0 0,1 0 0 0 0,-1 0 1 0 0,0 1-1 0 0,0-1 0 0 0,0 0 0 0 0,0 1 0 0 0,-1 0 0 0 0,1-1 0 0 0,-1 1 0 0 0,0 0 0 0 0,0 0 0 0 0,0 1 0 0 0,-6-5 0 0 0,6 6-1 0 0,1 0 1 0 0,-1 0-1 0 0,1 0 1 0 0,-1 1-1 0 0,0-1 1 0 0,1 1-1 0 0,-1 0 1 0 0,1-1-1 0 0,-1 1 1 0 0,0 1-1 0 0,1-1 1 0 0,-1 0-1 0 0,0 0 1 0 0,1 1-1 0 0,-1 0 1 0 0,1-1-1 0 0,-1 1 1 0 0,-2 2-1 0 0,-5 1-8 0 0,1 0-1 0 0,0 1 1 0 0,-10 7 0 0 0,2 2 5 0 0,0 0 1 0 0,1 1-1 0 0,0 1 1 0 0,1 1-1 0 0,1 0 1 0 0,1 0-1 0 0,1 2 1 0 0,0-1-1 0 0,1 2 1 0 0,1-1-1 0 0,1 2 1 0 0,-13 40-1 0 0,20-54-12 0 0,1-1 0 0 0,-1 1 0 0 0,1-1 0 0 0,1 1-1 0 0,-1-1 1 0 0,1 1 0 0 0,0-1 0 0 0,1 1 0 0 0,0-1 0 0 0,0 1-1 0 0,0-1 1 0 0,1 0 0 0 0,-1 1 0 0 0,2-1 0 0 0,4 11-1 0 0,-4-13-219 0 0,0 1-1 0 0,0 0 1 0 0,0-1-1 0 0,0 0 1 0 0,1 0-1 0 0,0 0 0 0 0,0 0 1 0 0,0 0-1 0 0,1-1 1 0 0,-1 0-1 0 0,1 0 1 0 0,0 0-1 0 0,-1 0 0 0 0,1-1 1 0 0,0 0-1 0 0,1 0 1 0 0,-1 0-1 0 0,11 1 1 0 0,-3 0-1391 0 0,1-1 1 0 0,0 0 0 0 0,0-2 0 0 0,25-1 0 0 0,-1-4-4359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1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27 2568 0 0,'-8'-14'5678'0'0,"7"13"-5457"0"0,1 0-1 0 0,-1 0 0 0 0,0 0 1 0 0,1 1-1 0 0,-1-1 1 0 0,0 0-1 0 0,0 0 0 0 0,0 0 1 0 0,0 1-1 0 0,0-1 1 0 0,0 1-1 0 0,0-1 1 0 0,0 1-1 0 0,0-1 0 0 0,0 1 1 0 0,0-1-1 0 0,0 1 1 0 0,0 0-1 0 0,0 0 0 0 0,0-1 1 0 0,0 1-1 0 0,0 0 1 0 0,-1 0-1 0 0,-1 1 1 0 0,1-1-65 0 0,1 1 0 0 0,-1 0 1 0 0,0-1-1 0 0,1 1 1 0 0,-1 0-1 0 0,1 0 1 0 0,-1 0-1 0 0,1 1 0 0 0,0-1 1 0 0,-1 0-1 0 0,1 0 1 0 0,0 1-1 0 0,0-1 0 0 0,-1 3 1 0 0,-2 1 70 0 0,1 0 1 0 0,0 1 0 0 0,1-1-1 0 0,-1 1 1 0 0,1 0-1 0 0,0 0 1 0 0,0 0-1 0 0,-1 12 1 0 0,3-4 114 0 0,0 0 1 0 0,2 0-1 0 0,-1 0 0 0 0,1 0 0 0 0,1 0 1 0 0,1-1-1 0 0,0 1 0 0 0,10 22 0 0 0,7 6 586 0 0,33 51-1 0 0,-23-42-414 0 0,-25-40-480 0 0,-1-5 99 0 0,-1 1-1 0 0,0 0 1 0 0,-1 1 0 0 0,1-1 0 0 0,2 12 0 0 0,-6-17-96 0 0,1 1 0 0 0,-1-1 0 0 0,0 1 1 0 0,0-1-1 0 0,0 1 0 0 0,0-1 0 0 0,0 1 1 0 0,0-1-1 0 0,-1 0 0 0 0,1 1 0 0 0,-1-1 0 0 0,0 1 1 0 0,0-1-1 0 0,0 0 0 0 0,0 0 0 0 0,0 1 0 0 0,0-1 1 0 0,-1 0-1 0 0,1 0 0 0 0,-1 0 0 0 0,1 0 0 0 0,-4 2 1 0 0,-3 4-42 0 0,-1-1 0 0 0,-1-1 1 0 0,1 1-1 0 0,-1-2 0 0 0,0 1 1 0 0,0-1-1 0 0,-1-1 0 0 0,1 0 0 0 0,-1 0 1 0 0,0-1-1 0 0,-12 2 0 0 0,-3-1-830 0 0,0-1-1 0 0,0 0 0 0 0,-47-3 1 0 0,49-2-692 0 0,1-1 0 0 0,-37-8 0 0 0,46 7-449 0 0,1-1 0 0 0,-1 0 0 0 0,-13-7 0 0 0,1-5-4992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6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1 652 0 0,'0'0'3230'0'0,"0"1"-3019"0"0,1 0 0 0 0,0 0 0 0 0,-1 1 0 0 0,1-1 0 0 0,0 0 0 0 0,-1 0 0 0 0,1 0 0 0 0,0 0 0 0 0,0 0 0 0 0,0-1 0 0 0,0 1 0 0 0,1 1 0 0 0,0-1-426 0 0,12-1-1988 0 0,0-5 400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2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1 697 1476 0 0,'3'1'1752'0'0,"72"19"6737"0"0,-70-20-8311 0 0,1 0 1 0 0,-1 0-1 0 0,1-1 1 0 0,0 0-1 0 0,-1 0 0 0 0,1 0 1 0 0,-1-1-1 0 0,0 1 0 0 0,1-1 1 0 0,4-3-1 0 0,9-5-90 0 0,0 0 1 0 0,-1-1-1 0 0,-1-1 0 0 0,0 0 0 0 0,0-2 0 0 0,-1 0 1 0 0,-1 0-1 0 0,0-2 0 0 0,-1 0 0 0 0,-1 0 0 0 0,0-1 1 0 0,11-22-1 0 0,-16 24-76 0 0,-1 0-1 0 0,0 0 1 0 0,-1-1 0 0 0,-1 0 0 0 0,0 0 0 0 0,-1 0-1 0 0,-1-1 1 0 0,0 0 0 0 0,-2 1 0 0 0,0-1 0 0 0,0 0-1 0 0,-2 0 1 0 0,0 0 0 0 0,-1 1 0 0 0,-7-29 0 0 0,7 37-12 0 0,0-1 0 0 0,-1 1 0 0 0,0 1 1 0 0,-1-1-1 0 0,0 0 0 0 0,0 1 0 0 0,0 0 0 0 0,-1 0 1 0 0,-9-10-1 0 0,12 15 0 0 0,-1-1 0 0 0,1 1-1 0 0,-1 0 1 0 0,0-1 0 0 0,0 1 0 0 0,0 1 0 0 0,0-1 0 0 0,0 0 0 0 0,0 1 0 0 0,-1 0 0 0 0,1-1 0 0 0,0 1 0 0 0,-1 1 0 0 0,1-1 0 0 0,-1 0-1 0 0,1 1 1 0 0,-1 0 0 0 0,1 0 0 0 0,-1 0 0 0 0,1 0 0 0 0,-1 0 0 0 0,1 1 0 0 0,-1-1 0 0 0,1 1 0 0 0,-5 2 0 0 0,-1 0-4 0 0,0 1 1 0 0,0 0 0 0 0,0 0 0 0 0,1 1-1 0 0,-15 10 1 0 0,19-12 1 0 0,0 1 0 0 0,0-1 1 0 0,0 1-1 0 0,1 0 0 0 0,-1 1 0 0 0,1-1 0 0 0,0 0 1 0 0,0 1-1 0 0,0 0 0 0 0,1 0 0 0 0,-3 6 0 0 0,4-6 1 0 0,2 20 12 0 0,1-20-11 0 0,0-1 0 0 0,-1-3 0 0 0,-1 0 0 0 0,1 0 0 0 0,-1 0 0 0 0,1-1 0 0 0,-1 1 0 0 0,1 0 0 0 0,0 0 0 0 0,0 0 0 0 0,-1 0 1 0 0,1-1-1 0 0,0 1 0 0 0,0 0 0 0 0,0-1 0 0 0,0 1 0 0 0,0 0 0 0 0,-1-1 0 0 0,1 1 0 0 0,2 0 0 0 0,0 0 1 0 0,5 4 1 0 0,0-1-1 0 0,0 0 1 0 0,1 0 0 0 0,-1-1 0 0 0,1 0 0 0 0,0-1 0 0 0,0 0-1 0 0,0 0 1 0 0,10 0 0 0 0,13 0-13 0 0,40-3 0 0 0,-23 0 17 0 0,130-6 38 0 0,-113 5 81 0 0,-61 2-82 0 0,-5 1-38 0 0,1-1 0 0 0,0 0 0 0 0,-1 1 0 0 0,1-1 0 0 0,-1 0 0 0 0,1 0 0 0 0,0 1 0 0 0,0-1 0 0 0,-1 0 0 0 0,1 0 0 0 0,0 0 0 0 0,-1 0 0 0 0,1 0 0 0 0,0 0 0 0 0,-1 0 0 0 0,2-1 0 0 0,0 1 14 0 0,-1 0 0 0 0,0 0 0 0 0,0 0 1 0 0,0 0-1 0 0,0 0 0 0 0,1 0 0 0 0,-1 0 0 0 0,0 0 1 0 0,0 0-1 0 0,0 1 0 0 0,0-1 0 0 0,0 0 0 0 0,1 1 1 0 0,-1-1-1 0 0,0 1 0 0 0,1 0 0 0 0,0 1 50 0 0,0 1 1 0 0,0-1-1 0 0,-1 1 1 0 0,1 0-1 0 0,0-1 0 0 0,-1 1 1 0 0,0 0-1 0 0,0 0 1 0 0,0 0-1 0 0,0 0 0 0 0,0 0 1 0 0,0 0-1 0 0,-1 0 1 0 0,1 4-1 0 0,1 51 691 0 0,-2-51-645 0 0,-4 73 427 0 0,2-57-470 0 0,0 0-1 0 0,2 0 1 0 0,0 1-1 0 0,2-1 1 0 0,7 38 0 0 0,-9-58-64 0 0,1 0 1 0 0,0-1 0 0 0,0 1 0 0 0,0-1-1 0 0,1 1 1 0 0,-1-1 0 0 0,0 1-1 0 0,1-1 1 0 0,0 0 0 0 0,-1 0 0 0 0,1 0-1 0 0,0 0 1 0 0,0 0 0 0 0,0 0 0 0 0,1 0-1 0 0,-1 0 1 0 0,3 1 0 0 0,0-1 1 0 0,-1 0 1 0 0,0-1 0 0 0,1 1 0 0 0,-1-1-1 0 0,1 0 1 0 0,-1-1 0 0 0,1 1-1 0 0,-1-1 1 0 0,9 0 0 0 0,5-1 13 0 0,0-2 1 0 0,0 0-1 0 0,0-1 0 0 0,19-7 1 0 0,-36 10-23 0 0,23-7 8 0 0,-1-2 1 0 0,0-1-1 0 0,-1 0 1 0 0,0-2-1 0 0,-1 0 1 0 0,0-2-1 0 0,-1 0 1 0 0,-1-1-1 0 0,-1-1 1 0 0,0-1-1 0 0,-1 0 1 0 0,-1-2-1 0 0,17-25 1 0 0,-14 16 0 0 0,-1-1 0 0 0,-1-1 0 0 0,-2-1 0 0 0,-1 0 0 0 0,-1 0 0 0 0,-2-1 0 0 0,-2-1 0 0 0,11-68 0 0 0,-14 44 20 0 0,-6 24-68 0 0,0 31 33 0 0,-2 5-6 0 0,-2 2 7 0 0,-1-1 0 0 0,1 1 0 0 0,1 0 0 0 0,-1 1 0 0 0,1-1 0 0 0,-1 1 0 0 0,1 0 0 0 0,1 0 0 0 0,-1 0 0 0 0,1 0 0 0 0,-3 8 0 0 0,-4 14-3 0 0,-5 28 1 0 0,9-35-3 0 0,1-3 6 0 0,1-1 0 0 0,1 1-1 0 0,0 0 1 0 0,1 19 0 0 0,1-27 2 0 0,1-1 1 0 0,0 1-1 0 0,0-1 0 0 0,0 1 1 0 0,1-1-1 0 0,1 0 1 0 0,-1 0-1 0 0,1 0 0 0 0,9 15 1 0 0,-11-20 3 0 0,1 0-1 0 0,0-1 1 0 0,0 1 0 0 0,0-1 0 0 0,1 0 0 0 0,-1 1 0 0 0,1-1 0 0 0,-1 0-1 0 0,1 0 1 0 0,0-1 0 0 0,-1 1 0 0 0,1-1 0 0 0,0 1 0 0 0,0-1 0 0 0,6 2-1 0 0,-4-2 3 0 0,0 0-1 0 0,1-1 1 0 0,-1 1-1 0 0,0-1 0 0 0,1 0 1 0 0,-1-1-1 0 0,0 1 1 0 0,10-3-1 0 0,0-2 3 0 0,0 0 0 0 0,0 0 0 0 0,-1-2 0 0 0,0 0 0 0 0,20-13 0 0 0,76-58 14 0 0,24-16-9 0 0,-129 90-15 0 0,0 1-1 0 0,1 0 1 0 0,0 0 0 0 0,-1 1 0 0 0,1 0-1 0 0,0 0 1 0 0,0 0 0 0 0,0 1-1 0 0,1-1 1 0 0,10 1 0 0 0,-7 1 4 0 0,-1 1 0 0 0,1 1 1 0 0,-1 0-1 0 0,0 0 0 0 0,1 1 0 0 0,-1 0 1 0 0,0 0-1 0 0,-1 1 0 0 0,1 0 0 0 0,-1 1 1 0 0,1 0-1 0 0,-1 0 0 0 0,13 13 0 0 0,-11-10 5 0 0,-1 1 1 0 0,0 0-1 0 0,-1 0 0 0 0,0 1 0 0 0,-1 0 0 0 0,0 0 0 0 0,0 1 0 0 0,-1 0 0 0 0,-1 0 0 0 0,7 20 0 0 0,-10-25 38 0 0,-1 0 0 0 0,0 0 0 0 0,0 1-1 0 0,-1-1 1 0 0,1 0 0 0 0,-2 1 0 0 0,1-1 0 0 0,0 0-1 0 0,-1 0 1 0 0,-1 1 0 0 0,1-1 0 0 0,-1 0 0 0 0,0 0-1 0 0,0 0 1 0 0,0 0 0 0 0,-1-1 0 0 0,0 1 0 0 0,0-1-1 0 0,-1 1 1 0 0,-6 7 0 0 0,4-6-23 0 0,-1 1-1 0 0,0-1 1 0 0,-1 0 0 0 0,1 0-1 0 0,-1-1 1 0 0,-1 0-1 0 0,1-1 1 0 0,-1 1 0 0 0,0-2-1 0 0,0 1 1 0 0,-1-1 0 0 0,-9 3-1 0 0,7-4-27 0 0,0 1 0 0 0,0-2 0 0 0,0 1 0 0 0,-1-2 0 0 0,1 0 0 0 0,0 0 0 0 0,-1-1 0 0 0,1 0 0 0 0,0-1 0 0 0,-1-1 0 0 0,1 0 0 0 0,-22-7 0 0 0,23 5-516 0 0,0 0 1 0 0,-21-13-1 0 0,9-1-2585 0 0,20 15 2066 0 0,1 0 0 0 0,0 0 0 0 0,0 0 1 0 0,0 0-1 0 0,0 0 0 0 0,-1-5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5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79 1404 0 0,'0'-3'1343'0'0,"-2"-48"5101"0"0,2 48-5913 0 0,-1-6 681 0 0,-1-4 518 0 0,3 28-926 0 0,27 192 2653 0 0,12 149-582 0 0,-38 374-1426 0 0,-4-657-1419 0 0,-3 77 114 0 0,4-142-395 0 0,-2 16 635 0 0,3-24-466 0 0,0 0 1 0 0,0 0-1 0 0,0 1 1 0 0,0-1-1 0 0,0 0 1 0 0,0 0-1 0 0,0 0 1 0 0,0 1 0 0 0,0-1-1 0 0,0 0 1 0 0,0 0-1 0 0,0 1 1 0 0,0-1-1 0 0,0 0 1 0 0,0 0-1 0 0,0 0 1 0 0,-4 3-1631 0 0,3-3 1631 0 0,1 0-1 0 0,0 0 1 0 0,0 0-1 0 0,0 0 1 0 0,-1-1-1 0 0,1 1 1 0 0,0 0-1 0 0,0 0 1 0 0,-1 0-1 0 0,1 0 1 0 0,0 0 0 0 0,0 0-1 0 0,0 0 1 0 0,-1 0-1 0 0,-1-3-916 0 0,1 2 816 0 0,1 0-1 0 0,-1 0 0 0 0,1 0 1 0 0,-1 0-1 0 0,1 0 0 0 0,0 0 0 0 0,-1 0 1 0 0,1 0-1 0 0,0 0 0 0 0,0 0 1 0 0,-1 0-1 0 0,1 0 0 0 0,0-1 0 0 0,0 1 1 0 0,0-1-1 0 0,0-3-603 0 0,-4-13-3285 0 0,2-4-1984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1 427 1716 0 0,'0'-3'1452'0'0,"0"-9"-498"0"0,1-1 0 0 0,0 1 0 0 0,1 0 0 0 0,1-1 0 0 0,-1 1 0 0 0,2 1 0 0 0,5-14 0 0 0,-7 21-833 0 0,0 2 0 0 0,0-1 0 0 0,0 0 0 0 0,0 0 0 0 0,1 0 0 0 0,-1 1 1 0 0,1 0-1 0 0,-1-1 0 0 0,1 1 0 0 0,0 0 0 0 0,0 0 0 0 0,4-1 0 0 0,-4 1 61 0 0,1 3-18 0 0,1-1-126 0 0,-1 1 1 0 0,1 0-1 0 0,-1 0 0 0 0,1 0 1 0 0,-1 0-1 0 0,0 1 0 0 0,1 0 1 0 0,-1 0-1 0 0,0 0 0 0 0,0 1 1 0 0,0-1-1 0 0,-1 1 1 0 0,7 5-1 0 0,-4-1 21 0 0,0-1 0 0 0,-1 1-1 0 0,1 0 1 0 0,-1 0 0 0 0,-1 1 0 0 0,0-1 0 0 0,4 9-1 0 0,-2 0 92 0 0,0 1-1 0 0,-1 0 0 0 0,0 0 0 0 0,-2 0 1 0 0,0 1-1 0 0,-1-1 0 0 0,0 19 0 0 0,-1-6 148 0 0,-2 30 973 0 0,0-58-770 0 0,-6-20-408 0 0,6 10-79 0 0,1 0 0 0 0,-1-1 0 0 0,1 1 0 0 0,1-1 1 0 0,0 1-1 0 0,0-1 0 0 0,4-14 0 0 0,-2 9-3 0 0,-1 5-10 0 0,0 0 0 0 0,0 0-1 0 0,1 1 1 0 0,0-1 0 0 0,8-14 0 0 0,-9 19-1 0 0,0 1 1 0 0,1 0 0 0 0,-1 0-1 0 0,1-1 1 0 0,-1 2-1 0 0,1-1 1 0 0,0 0 0 0 0,0 1-1 0 0,0-1 1 0 0,1 1-1 0 0,-1 0 1 0 0,0 0 0 0 0,1 0-1 0 0,-1 0 1 0 0,1 1-1 0 0,6-2 1 0 0,10 0-1 0 0,0 0-1 0 0,1 2 1 0 0,-1 0 0 0 0,0 2 0 0 0,37 5-1 0 0,35 0-1 0 0,-59-6 18 0 0,50-7-1 0 0,-70 5-12 0 0,0-1-1 0 0,0 0 1 0 0,0-1 0 0 0,-1 0-1 0 0,1-1 1 0 0,20-11 0 0 0,-28 12-3 0 0,0 1 1 0 0,-1 0-1 0 0,0-1 1 0 0,1 0-1 0 0,-1 0 1 0 0,-1 0-1 0 0,1 0 0 0 0,0-1 1 0 0,-1 1-1 0 0,0-1 1 0 0,5-10-1 0 0,-5 6 3 0 0,0 1-1 0 0,0-1 1 0 0,-1 0-1 0 0,0 0 1 0 0,0 0 0 0 0,0-17-1 0 0,-2 8 1 0 0,0 1 0 0 0,-2-1 0 0 0,0 1 0 0 0,-1 0 0 0 0,-1 0 0 0 0,0 0 0 0 0,-9-20 0 0 0,12 34-23 0 0,1 2 15 0 0,-1 0 0 0 0,1 0 1 0 0,0-1-1 0 0,-1 1 1 0 0,1 0-1 0 0,-1 0 1 0 0,0 0-1 0 0,1 0 0 0 0,-1 0 1 0 0,0 0-1 0 0,0 0 1 0 0,0 0-1 0 0,-1-1 1 0 0,1 2 2 0 0,-1-1 0 0 0,1 1 0 0 0,0 0 0 0 0,0 0 0 0 0,0 0 1 0 0,-1 0-1 0 0,1 0 0 0 0,0 0 0 0 0,0 0 0 0 0,-1 0 0 0 0,1 1 1 0 0,0-1-1 0 0,0 0 0 0 0,-1 1 0 0 0,1-1 0 0 0,0 1 1 0 0,0-1-1 0 0,0 1 0 0 0,0-1 0 0 0,0 1 0 0 0,0 0 0 0 0,0 0 1 0 0,0-1-1 0 0,0 1 0 0 0,0 0 0 0 0,0 0 0 0 0,1 0 0 0 0,-1 0 1 0 0,0 0-1 0 0,0 1 0 0 0,-23 38-41 0 0,20-33 38 0 0,-14 31-6 0 0,2 1 0 0 0,1 0 0 0 0,2 1 1 0 0,2 0-1 0 0,1 1 0 0 0,2 1 0 0 0,-2 48 0 0 0,9-81 12 0 0,1 1 0 0 0,0 0 0 0 0,0 0 0 0 0,1 0 0 0 0,0 0 0 0 0,1 0 0 0 0,0 0 0 0 0,7 18 0 0 0,-7-24 1 0 0,-1 0 0 0 0,2 0 1 0 0,-1 0-1 0 0,0-1 0 0 0,1 1 0 0 0,0 0 1 0 0,0-1-1 0 0,0 0 0 0 0,0 0 0 0 0,1 0 1 0 0,-1 0-1 0 0,1 0 0 0 0,-1-1 0 0 0,1 1 1 0 0,0-1-1 0 0,0 0 0 0 0,0 0 0 0 0,0-1 0 0 0,1 1 1 0 0,-1-1-1 0 0,8 2 0 0 0,1-2-2 0 0,0 0-1 0 0,1 0 1 0 0,-1-1-1 0 0,1-1 1 0 0,-1 0-1 0 0,0-1 1 0 0,16-4-1 0 0,1-2 2 0 0,-1-1 0 0 0,29-14 0 0 0,-35 13-7 0 0,-1-1-1 0 0,0-1 0 0 0,-1-1 1 0 0,0-1-1 0 0,-1-1 0 0 0,-1-1 0 0 0,0 0 1 0 0,-1-2-1 0 0,26-32 0 0 0,-31 34 2 0 0,-2-2 0 0 0,0 1-1 0 0,-1-1 1 0 0,0-1-1 0 0,-2 0 1 0 0,0 0-1 0 0,-2-1 1 0 0,0 1-1 0 0,-1-2 1 0 0,0 1-1 0 0,-2 0 1 0 0,1-22 0 0 0,-4 32 7 0 0,0-1 1 0 0,-1 1-1 0 0,0 0 0 0 0,0 0 1 0 0,-1 1-1 0 0,0-1 1 0 0,-1 0-1 0 0,0 1 1 0 0,-1-1-1 0 0,0 1 1 0 0,0 0-1 0 0,-10-14 1 0 0,14 22-3 0 0,-1 1 1 0 0,1-1 0 0 0,-1 0-1 0 0,0 1 1 0 0,0-1-1 0 0,1 1 1 0 0,-1-1-1 0 0,0 1 1 0 0,0-1 0 0 0,0 1-1 0 0,1 0 1 0 0,-1-1-1 0 0,0 1 1 0 0,0 0-1 0 0,0-1 1 0 0,-1 1 0 0 0,0 0-2 0 0,-1-2-8 0 0,2 3 9 0 0,1-1 1 0 0,-1 0-1 0 0,1 0 1 0 0,-1 0-1 0 0,1 1 1 0 0,-1-1 0 0 0,1 0-1 0 0,-1 0 1 0 0,1 0-1 0 0,0 0 1 0 0,-1 0-1 0 0,1 0 1 0 0,-1 0 0 0 0,1 0-1 0 0,-1 0 1 0 0,1 0-1 0 0,-1 0 1 0 0,1 0-1 0 0,-1 0 1 0 0,1 0 0 0 0,-1-1-1 0 0,0 1 1 0 0,0 0-1 0 0,0-1 1 0 0,1 1-1 0 0,-1 0 0 0 0,0 0 1 0 0,0-1-1 0 0,1 1 1 0 0,-1 0-1 0 0,0 0 1 0 0,0 0-1 0 0,0 0 1 0 0,1 0-1 0 0,-1 0 1 0 0,0 0-1 0 0,0 1 1 0 0,0-1-1 0 0,1 0 0 0 0,-1 0 1 0 0,0 1-1 0 0,0-1 1 0 0,-1 1-3 0 0,0 0 0 0 0,0-1 1 0 0,0 1-1 0 0,0 0 0 0 0,1 0 0 0 0,-1 0 0 0 0,0 0 1 0 0,1 0-1 0 0,-1 1 0 0 0,1-1 0 0 0,-1 0 0 0 0,1 1 1 0 0,0-1-1 0 0,0 1 0 0 0,-1-1 0 0 0,0 4 1 0 0,0-1-1 0 0,0-1 1 0 0,0 1 0 0 0,1-1 0 0 0,0 1 0 0 0,-1 0 0 0 0,2 0 0 0 0,-1 0 0 0 0,0 0 0 0 0,1 0 0 0 0,-1 6 0 0 0,2-7 1 0 0,-1-1 0 0 0,1 1 0 0 0,0 0-1 0 0,0 0 1 0 0,0 0 0 0 0,0-1 0 0 0,0 1 0 0 0,0-1 0 0 0,3 5 0 0 0,0-2 0 0 0,1 1 1 0 0,0-1-1 0 0,0 1 0 0 0,0-2 0 0 0,0 1 1 0 0,1 0-1 0 0,-1-1 0 0 0,1 0 0 0 0,0-1 1 0 0,1 1-1 0 0,12 4 0 0 0,6 2 15 0 0,48 10-1 0 0,-48-15 5 0 0,143 37-9 0 0,-164-41-10 0 0,-1 1 0 0 0,1 0 1 0 0,-1 0-1 0 0,1 0 0 0 0,-1 0 0 0 0,0 1 1 0 0,5 4-1 0 0,-5-4 2 0 0,-1-2-1 0 0,0 1 0 0 0,-1 0 1 0 0,1-1-1 0 0,-1 1 0 0 0,0 0 1 0 0,0 0-1 0 0,0 0 1 0 0,0 0-1 0 0,0 0 0 0 0,0 1 1 0 0,0-1-1 0 0,-1 0 1 0 0,1 0-1 0 0,-1 0 0 0 0,0 1 1 0 0,1-1-1 0 0,-1 3 1 0 0,-5 40 6 0 0,2-29-5 0 0,-3 13 22 0 0,-1 0 1 0 0,-2 0-1 0 0,-1 0 1 0 0,-22 45-1 0 0,-1 2 11 0 0,23-54-32 0 0,6-13 1 0 0,0 0-1 0 0,0 0 1 0 0,-4 18-1 0 0,4-15 1 0 0,3-11-3 0 0,1 0 0 0 0,0 0 1 0 0,-1 0-1 0 0,1 0 0 0 0,0 0 1 0 0,-1 0-1 0 0,1 0 1 0 0,0 0-1 0 0,0 0 0 0 0,0 0 1 0 0,0 0-1 0 0,0 0 0 0 0,0 0 1 0 0,0 0-1 0 0,0 0 0 0 0,0 0 1 0 0,1 0-1 0 0,-1 1 0 0 0,0-1 1 0 0,1 0-1 0 0,-1-1 1 0 0,1 3-1 0 0,0-2 3 0 0,1 1 7 0 0,15 10 7 0 0,-15-12-15 0 0,0 1-3 0 0,1 0 13 0 0,21 8-3 0 0,-21-9-2 0 0,-1 1-20 0 0,-1 0 7 0 0,-1-1 7 0 0,0 0 0 0 0,1 0-1 0 0,-1 0 1 0 0,1 0 0 0 0,-1 0 0 0 0,0 0-1 0 0,1 0 1 0 0,-1 0 0 0 0,1 1 0 0 0,-1-1 0 0 0,0 0-1 0 0,1 0 1 0 0,-1 1 0 0 0,0-1 0 0 0,1 0-1 0 0,-1 0 1 0 0,0 1 0 0 0,1-1 0 0 0,-1 0 0 0 0,0 1-1 0 0,0-1 1 0 0,0 0 0 0 0,1 1 0 0 0,-1-1 0 0 0,0 1-1 0 0,0-1 1 0 0,0 0 0 0 0,0 1 0 0 0,1-1-1 0 0,-1 1 1 0 0,0-1 0 0 0,0 0 0 0 0,0 1 0 0 0,0-1-1 0 0,0 1 1 0 0,0-1 0 0 0,0 1 0 0 0,0-1-1 0 0,-1 0 1 0 0,1 1 0 0 0,0-1 0 0 0,0 1 0 0 0,-1 1 6 0 0,-23 2 19 0 0,18-3-25 0 0,0 0 1 0 0,0 0 0 0 0,-1 0 0 0 0,-9-1-1 0 0,-7-2-116 0 0,-38-9 1 0 0,54 10-387 0 0,0-1 0 0 0,0 0 1 0 0,-1-1-1 0 0,2 0 0 0 0,-1 0 1 0 0,0-1-1 0 0,0 1 1 0 0,1-1-1 0 0,-12-10 0 0 0,5-3-4466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8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104 713 968 0 0,'-29'27'3923'0'0,"17"-17"-2511"0"0,0 1-1 0 0,-15 20 1 0 0,7-8 896 0 0,16-19-554 0 0,15-11-1210 0 0,40-34-246 0 0,-2-3 0 0 0,-2-1 1 0 0,-2-3-1 0 0,-2-1 0 0 0,-3-3 0 0 0,-1-1 1 0 0,-3-2-1 0 0,40-81 0 0 0,-56 96-209 0 0,-2 0-1 0 0,-2-2 1 0 0,20-84-1 0 0,-36 95 3 0 0,0 29-80 0 0,-1 0-6 0 0,-9-4-8 0 0,8 6 2 0 0,0 0 0 0 0,1 1-1 0 0,-1-1 1 0 0,0 0 0 0 0,1 0-1 0 0,-1 1 1 0 0,0-1 0 0 0,1 1 0 0 0,-1 0-1 0 0,1-1 1 0 0,-1 1 0 0 0,1 0-1 0 0,-1 0 1 0 0,1 0 0 0 0,0 0 0 0 0,-2 1-1 0 0,-22 23-16 0 0,22-22 14 0 0,-9 11-10 0 0,1 1 0 0 0,0 0-1 0 0,1 1 1 0 0,-16 31 0 0 0,21-34 10 0 0,0-1 0 0 0,0 1 0 0 0,1-1 0 0 0,1 1 0 0 0,0 0 0 0 0,1 1 0 0 0,-1 20 0 0 0,3-29 5 0 0,0 0 1 0 0,1 0 0 0 0,0 0-1 0 0,0-1 1 0 0,1 1-1 0 0,-1 0 1 0 0,1 0-1 0 0,0-1 1 0 0,0 1-1 0 0,1-1 1 0 0,0 1 0 0 0,-1-1-1 0 0,1 0 1 0 0,0 0-1 0 0,1 0 1 0 0,-1-1-1 0 0,1 1 1 0 0,0-1 0 0 0,0 0-1 0 0,0 0 1 0 0,0 0-1 0 0,9 4 1 0 0,8 4 7 0 0,1-1 0 0 0,0-1 0 0 0,37 9-1 0 0,-38-12-6 0 0,8 3 26 0 0,49 16-73 0 0,-69-22 82 0 0,0 1 0 0 0,-1 0 1 0 0,1 1-1 0 0,-1 0 0 0 0,0 0 0 0 0,7 7 1 0 0,-13-10 9 0 0,0 0 1 0 0,0 0-1 0 0,0 0 1 0 0,0 0-1 0 0,-1 0 1 0 0,1 1-1 0 0,-1-1 1 0 0,1 0-1 0 0,-1 1 0 0 0,0-1 1 0 0,0 1-1 0 0,0 0 1 0 0,-1-1-1 0 0,1 1 1 0 0,0 0-1 0 0,-1-1 1 0 0,0 4-1 0 0,0-1-3 0 0,0 0-1 0 0,-1 0 1 0 0,0 0-1 0 0,0-1 0 0 0,0 1 1 0 0,0 0-1 0 0,-1-1 1 0 0,0 1-1 0 0,-2 4 0 0 0,-4 4 11 0 0,1-1-1 0 0,-2 0 1 0 0,0 0-1 0 0,0 0 1 0 0,-17 14-1 0 0,5-7-25 0 0,0-2 1 0 0,-1 0-1 0 0,-1-1 0 0 0,0-2 1 0 0,-1 0-1 0 0,0-1 0 0 0,-1-2 1 0 0,-1 0-1 0 0,1-2 0 0 0,-2-1 1 0 0,-53 10-1 0 0,67-16-8 0 0,-7-3-6 0 0,11 0-10 0 0,-4-1-103 0 0,-1-1-1 0 0,-17-6 0 0 0,29 9-48 0 0,0-1-1 0 0,1 0 1 0 0,-1 0-1 0 0,0 1 1 0 0,1-1-1 0 0,-1 0 0 0 0,0-1 1 0 0,1 1-1 0 0,-1 0 1 0 0,1 0-1 0 0,0-1 1 0 0,0 1-1 0 0,-1 0 0 0 0,1-1 1 0 0,0 1-1 0 0,0-1 1 0 0,0 0-1 0 0,0 1 1 0 0,1-1-1 0 0,-1 0 1 0 0,0 0-1 0 0,1 0 0 0 0,-1 1 1 0 0,1-1-1 0 0,-1 0 1 0 0,1 0-1 0 0,0-2 1 0 0,0-1-606 0 0,1 0 1 0 0,0 1-1 0 0,-1-1 1 0 0,2 1-1 0 0,-1-1 1 0 0,0 1-1 0 0,1-1 1 0 0,0 1-1 0 0,2-4 1 0 0,5-7-3881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8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0 231 2764 0 0,'0'0'1887'0'0,"4"1"-362"0"0,-1 0-1214 0 0,-1-1-1 0 0,1 1 1 0 0,-1 0 0 0 0,1 0-1 0 0,-1 1 1 0 0,1-1-1 0 0,-1 0 1 0 0,0 1 0 0 0,0-1-1 0 0,0 1 1 0 0,1 0 0 0 0,-1 0-1 0 0,-1 0 1 0 0,1 0 0 0 0,0 0-1 0 0,2 4 1 0 0,12 19 821 0 0,-11-17-868 0 0,0 0 0 0 0,0 0 0 0 0,1-1 0 0 0,0 1 1 0 0,0-1-1 0 0,1-1 0 0 0,0 1 0 0 0,14 10 0 0 0,-12-13-144 0 0,0 1 0 0 0,0-1 0 0 0,1-1 0 0 0,-1 0-1 0 0,1 0 1 0 0,0-1 0 0 0,-1 0 0 0 0,1 0 0 0 0,0-2 0 0 0,0 1 0 0 0,18-2 0 0 0,-21 1-95 0 0,0-1 1 0 0,0 0-1 0 0,1-1 1 0 0,-1 0-1 0 0,0 0 1 0 0,-1 0-1 0 0,1-1 1 0 0,0 0-1 0 0,-1 0 1 0 0,0-1-1 0 0,1 0 1 0 0,-1 0-1 0 0,-1 0 1 0 0,1-1-1 0 0,-1 0 1 0 0,0 0-1 0 0,7-8 1 0 0,-7 6-15 0 0,-1-1 1 0 0,0 0-1 0 0,0 0 1 0 0,0-1 0 0 0,-1 1-1 0 0,-1-1 1 0 0,1 0 0 0 0,-1 1-1 0 0,-1-1 1 0 0,0 0 0 0 0,0 0-1 0 0,-1 0 1 0 0,0 0 0 0 0,-2-17-1 0 0,-2-1 10 0 0,-1 0 0 0 0,-1 0-1 0 0,-15-41 1 0 0,20 66-20 0 0,0-1-1 0 0,1 1 1 0 0,-1 0 0 0 0,0 0-1 0 0,-1 0 1 0 0,1 1 0 0 0,0-1-1 0 0,0 0 1 0 0,-1 0 0 0 0,1 1-1 0 0,-1-1 1 0 0,1 1 0 0 0,-1-1-1 0 0,0 1 1 0 0,-2-2 0 0 0,3 2-2 0 0,-1 1 1 0 0,1 0-1 0 0,-1-1 1 0 0,1 1-1 0 0,0 0 0 0 0,-1-1 1 0 0,1 1-1 0 0,-1 0 1 0 0,1 0-1 0 0,-1 0 1 0 0,1 1-1 0 0,0-1 0 0 0,-1 0 1 0 0,1 0-1 0 0,-1 1 1 0 0,1-1-1 0 0,0 1 1 0 0,-1-1-1 0 0,1 1 0 0 0,0 0 1 0 0,0-1-1 0 0,-1 1 1 0 0,1 0-1 0 0,-2 1 1 0 0,-9 8-8 0 0,1 1 1 0 0,-1 0 0 0 0,2 1-1 0 0,0 0 1 0 0,0 1 0 0 0,1 0-1 0 0,-13 25 1 0 0,7-8 2 0 0,1 1 0 0 0,-15 53 0 0 0,24-68 12 0 0,1 1 1 0 0,1 0-1 0 0,0 1 1 0 0,1-1-1 0 0,1 0 1 0 0,1 1-1 0 0,1-1 1 0 0,0 1-1 0 0,4 19 1 0 0,-3-29-233 0 0,0 0 0 0 0,1 0 1 0 0,0 0-1 0 0,0 0 0 0 0,0-1 0 0 0,1 1 1 0 0,1-1-1 0 0,-1 0 0 0 0,7 8 0 0 0,-6-10-359 0 0,0-1 0 0 0,-1 1 0 0 0,2-1 0 0 0,-1 0 1 0 0,0 0-1 0 0,1 0 0 0 0,0-1 0 0 0,0 0 0 0 0,0 0 0 0 0,0-1 0 0 0,0 1 0 0 0,12 2 0 0 0,11 1-4292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9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110 141 2092 0 0,'0'0'6541'0'0,"-1"2"-5812"0"0,-3 8-318 0 0,0 1 0 0 0,1-1 0 0 0,0 0 0 0 0,1 1 0 0 0,-2 12 0 0 0,-4 18 181 0 0,-59 201 1066 0 0,67-241-1641 0 0,0-1-1 0 0,0 1 1 0 0,0 0 0 0 0,0-1-1 0 0,-1 1 1 0 0,1-1 0 0 0,0 1-1 0 0,0-1 1 0 0,-1 1 0 0 0,1-1 0 0 0,0 1-1 0 0,-1-1 1 0 0,1 1 0 0 0,-1-1-1 0 0,1 0 1 0 0,0 1 0 0 0,-1-1-1 0 0,1 0 1 0 0,-1 1 0 0 0,1-1-1 0 0,-1 0 1 0 0,0 1 0 0 0,1-1-10 0 0,-1 0-1 0 0,1 0 1 0 0,0 0 0 0 0,-1 0-1 0 0,1-1 1 0 0,0 1 0 0 0,0 0 0 0 0,0 0-1 0 0,-1 0 1 0 0,1 0 0 0 0,0 0-1 0 0,0-1 1 0 0,-1 1 0 0 0,1 0 0 0 0,0 0-1 0 0,0 0 1 0 0,0-1 0 0 0,0 1-1 0 0,-1 0 1 0 0,1 0 0 0 0,0-1 0 0 0,0 1-1 0 0,0 0 1 0 0,0 0 0 0 0,0-1-1 0 0,0 1 1 0 0,0 0 0 0 0,0 0 0 0 0,0-1-1 0 0,0 1 1 0 0,0 0 0 0 0,0-1-1 0 0,0 1 1 0 0,0 0 0 0 0,0 0 0 0 0,0-1-1 0 0,0 1 1 0 0,0 0 0 0 0,0 0-1 0 0,0-1 1 0 0,0 1 0 0 0,0 0-1 0 0,0 0 1 0 0,1-1 0 0 0,-1 1 0 0 0,0 0-1 0 0,19-78 75 0 0,28-78-1 0 0,-36 129-71 0 0,1-1-1 0 0,0 2 0 0 0,2-1 1 0 0,1 2-1 0 0,2 0 0 0 0,24-30 1 0 0,-36 50-3 0 0,-1 1-1 0 0,1-1 1 0 0,0 0 0 0 0,0 1 0 0 0,0 0 0 0 0,1 1 0 0 0,0-1 0 0 0,-1 1 0 0 0,1 0 0 0 0,0 0-1 0 0,0 1 1 0 0,1 0 0 0 0,-1 0 0 0 0,1 0 0 0 0,-1 1 0 0 0,1 0 0 0 0,-1 0 0 0 0,1 0-1 0 0,-1 1 1 0 0,1 0 0 0 0,0 1 0 0 0,-1-1 0 0 0,1 1 0 0 0,-1 1 0 0 0,1-1 0 0 0,-1 1 0 0 0,0 0-1 0 0,1 0 1 0 0,-1 1 0 0 0,0 0 0 0 0,-1 0 0 0 0,1 1 0 0 0,0-1 0 0 0,-1 1 0 0 0,0 0 0 0 0,0 0-1 0 0,0 1 1 0 0,0 0 0 0 0,7 10 0 0 0,-5-5 31 0 0,-1 0 1 0 0,0 0-1 0 0,0 1 0 0 0,-1-1 0 0 0,-1 1 1 0 0,1 1-1 0 0,1 11 0 0 0,14 84 98 0 0,-13-58-174 0 0,-6-44-59 0 0,-1-1 1 0 0,1 0-1 0 0,0 0 0 0 0,1 0 0 0 0,-1 0 0 0 0,1 0 1 0 0,0 0-1 0 0,0 0 0 0 0,0-1 0 0 0,0 1 0 0 0,1-1 1 0 0,-1 1-1 0 0,1-1 0 0 0,0 0 0 0 0,0 0 0 0 0,0 0 1 0 0,1 0-1 0 0,-1-1 0 0 0,5 4 0 0 0,-2-4-415 0 0,-1 0 0 0 0,0 0 0 0 0,0 0 0 0 0,1 0 0 0 0,-1-1 1 0 0,1 0-1 0 0,-1 0 0 0 0,1-1 0 0 0,0 0 0 0 0,-1 0 0 0 0,1 0 0 0 0,0 0 0 0 0,-1-1 0 0 0,8-2 0 0 0,12-4-3059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9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98 160 128 0 0,'10'-63'5194'0'0,"4"-18"898"0"0,-12 65-3846 0 0,-6 21-861 0 0,-10 28 126 0 0,-20 110 1418 0 0,-29 274 1 0 0,54-269-2553 0 0,9-123-350 0 0,2-1 0 0 0,0 0 0 0 0,2 1 0 0 0,6 23 0 0 0,-9-44-152 0 0,1 0 1 0 0,-1 0 0 0 0,1 0 0 0 0,0 0-1 0 0,0 0 1 0 0,0 0 0 0 0,1-1 0 0 0,-1 1-1 0 0,1-1 1 0 0,0 0 0 0 0,0 0-1 0 0,0 0 1 0 0,0 0 0 0 0,5 3 0 0 0,-5-4-349 0 0,-1-1 0 0 0,1 1 0 0 0,-1-1 0 0 0,1 0 0 0 0,-1 0 1 0 0,1 0-1 0 0,0 0 0 0 0,0-1 0 0 0,-1 1 0 0 0,1-1 0 0 0,0 0 1 0 0,0 0-1 0 0,0 0 0 0 0,0 0 0 0 0,-1 0 0 0 0,1 0 1 0 0,0-1-1 0 0,0 1 0 0 0,0-1 0 0 0,-1 0 0 0 0,1 0 0 0 0,4-2 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1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130 160 2696 0 0,'-130'-19'13493'0'0,"145"13"-12950"0"0,-9 2-453 0 0,29-6 204 0 0,61-10 1 0 0,-30 7-512 0 0,193-38-3478 0 0,-147 30-1248 0 0,-29 5-1209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7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1488 0 0,'6'4'5903'0'0,"-48"-4"-5399"0"0,71 6-4214 0 0,-10-6 1929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7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 0 0,'0'0'3168'0'0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0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319 394 468 0 0,'0'0'1838'0'0,"19"-12"3283"0"0,-14 4-4848 0 0,0 1 0 0 0,-1 0 1 0 0,0-1-1 0 0,0 0 1 0 0,0 0-1 0 0,-1-1 0 0 0,0 1 1 0 0,-1 0-1 0 0,0-1 0 0 0,0 0 1 0 0,-1 1-1 0 0,0-1 0 0 0,-1 0 1 0 0,0-10-1 0 0,-2-17-147 0 0,-2 0 0 0 0,-9-42 1 0 0,4 32 95 0 0,7 35-227 0 0,-2-12-93 0 0,4 22 91 0 0,0 0-1 0 0,-1 0 1 0 0,1 1 0 0 0,0-1 0 0 0,1 0-1 0 0,-1 0 1 0 0,0 1 0 0 0,0-1 0 0 0,0 0-1 0 0,0 0 1 0 0,1 1 0 0 0,-1-1-1 0 0,0 0 1 0 0,0 1 0 0 0,1-1 0 0 0,-1 0-1 0 0,1 1 1 0 0,-1-1 0 0 0,1 1 0 0 0,-1-1-1 0 0,1 1 1 0 0,0-2 0 0 0,0 2 5 0 0,0 0 0 0 0,0 0 1 0 0,-1 0-1 0 0,1 0 0 0 0,0 0 1 0 0,0 0-1 0 0,-1 0 0 0 0,1 0 1 0 0,0 1-1 0 0,0-1 0 0 0,-1 0 1 0 0,1 0-1 0 0,0 1 0 0 0,-1-1 1 0 0,1 0-1 0 0,0 1 0 0 0,-1-1 1 0 0,1 1-1 0 0,-1-1 0 0 0,1 1 1 0 0,-1-1-1 0 0,1 1 0 0 0,0 0 1 0 0,17 18-29 0 0,-13-13 49 0 0,13 14-73 0 0,0 0 0 0 0,-1 2 0 0 0,-1 0 0 0 0,-1 1 0 0 0,-1 0 0 0 0,-1 1-1 0 0,15 38 1 0 0,-22-43 54 0 0,-1 0-1 0 0,-1 1 1 0 0,-1-1-1 0 0,-1 1 1 0 0,0 0-1 0 0,-2 25 1 0 0,-16 118 18 0 0,13-142 65 0 0,-1-1-1 0 0,-12 33 1 0 0,13-43-47 0 0,0-1-1 0 0,-1-1 1 0 0,-1 1-1 0 0,0 0 1 0 0,0-1 0 0 0,0 0-1 0 0,-12 13 1 0 0,14-19-41 0 0,1 0 0 0 0,-1 0 0 0 0,0 0 1 0 0,1-1-1 0 0,-1 1 0 0 0,0-1 0 0 0,0 1 1 0 0,0-1-1 0 0,0 0 0 0 0,0 0 0 0 0,0-1 0 0 0,-1 1 1 0 0,1 0-1 0 0,0-1 0 0 0,0 0 0 0 0,0 0 0 0 0,-1 0 1 0 0,1 0-1 0 0,0 0 0 0 0,0-1 0 0 0,-4 0 1 0 0,-8-3-3 0 0,0-1 0 0 0,0 0 0 0 0,-17-9 0 0 0,-2 0 53 0 0,21 9-40 0 0,-1 1 0 0 0,0 1 0 0 0,0 0 0 0 0,0 0 0 0 0,-27 0 0 0 0,31 3-1 0 0,0 1 1 0 0,0 0-1 0 0,0 0 1 0 0,0 2-1 0 0,1-1 0 0 0,-1 1 1 0 0,1 0-1 0 0,-1 1 1 0 0,-11 6-1 0 0,14-6-131 0 0,-1 0 0 0 0,1 1 0 0 0,0 0 0 0 0,-9 8 0 0 0,13-10-233 0 0,1-1 1 0 0,0 1 0 0 0,-1-1 0 0 0,1 1 0 0 0,1 0 0 0 0,-1 0 0 0 0,0 0 0 0 0,-1 4-1 0 0,3-7 224 0 0,0 1 0 0 0,0-1-1 0 0,0 0 1 0 0,0 1-1 0 0,0-1 1 0 0,0 1-1 0 0,0-1 1 0 0,0 1-1 0 0,0-1 1 0 0,0 1-1 0 0,0-1 1 0 0,0 0 0 0 0,1 1-1 0 0,-1-1 1 0 0,0 1-1 0 0,0-1 1 0 0,0 1-1 0 0,1-1 1 0 0,-1 0-1 0 0,0 1 1 0 0,0-1-1 0 0,1 0 1 0 0,-1 1 0 0 0,1 0-1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1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88 828 0 0,'31'-64'8339'0'0,"-19"40"-5746"0"0,-11 26-2472 0 0,-1 0 0 0 0,1 0-1 0 0,-1-1 1 0 0,0 1-1 0 0,0 0 1 0 0,1 0 0 0 0,-1 0-1 0 0,0 0 1 0 0,-1-1 0 0 0,1 4-1 0 0,-53 331 3994 0 0,-15 106-3147 0 0,52-318-853 0 0,-21 183 38 0 0,25 0-101 0 0,14-270-42 0 0,10 67 0 0 0,-12-102-8 0 0,0-1 1 0 0,1 1-1 0 0,-1-1 1 0 0,0 0-1 0 0,1 1 0 0 0,-1-1 1 0 0,1 0-1 0 0,-1 1 0 0 0,1-1 1 0 0,0 0-1 0 0,0 0 1 0 0,-1 0-1 0 0,1 1 0 0 0,0-1 1 0 0,0 0-1 0 0,0 0 0 0 0,0 0 1 0 0,0 0-1 0 0,0 0 1 0 0,0-1-1 0 0,1 1 0 0 0,-1 0 1 0 0,0 0-1 0 0,0-1 0 0 0,1 1 1 0 0,-1-1-1 0 0,0 1 1 0 0,1-1-1 0 0,-1 0 0 0 0,1 1 1 0 0,-1-1-1 0 0,0 0 0 0 0,1 0 1 0 0,-1 0-1 0 0,1 0 1 0 0,-1 0-1 0 0,1 0 0 0 0,-1-1 1 0 0,0 1-1 0 0,1 0 0 0 0,-1-1 1 0 0,0 1-1 0 0,1-1 1 0 0,-1 1-1 0 0,2-2 0 0 0,4-1 24 0 0,0 0-1 0 0,0-1 0 0 0,0 0 0 0 0,0-1 1 0 0,0 0-1 0 0,9-9 0 0 0,-1-1-13 0 0,0-1-1 0 0,-1 0 1 0 0,-1-1-1 0 0,-1-1 1 0 0,15-27-1 0 0,-21 33-23 0 0,-1 1-1 0 0,0-1 1 0 0,-1 0-1 0 0,0 0 1 0 0,0 0 0 0 0,-2 0-1 0 0,1 0 1 0 0,-2-1-1 0 0,0 0 1 0 0,0-21 0 0 0,-2 28 13 0 0,0 0 0 0 0,0 0 0 0 0,0 1 0 0 0,-1-1 0 0 0,0 0 0 0 0,0 0 0 0 0,0 1 0 0 0,-1-1 0 0 0,0 1 0 0 0,0 0 0 0 0,0-1 0 0 0,-8-7 0 0 0,4 6 1 0 0,0 0-1 0 0,-1 0 0 0 0,1 1 1 0 0,-1 0-1 0 0,-1 1 0 0 0,1 0 1 0 0,-11-5-1 0 0,-13-3 2 0 0,0 2 0 0 0,0 1 0 0 0,-52-9 0 0 0,78 18-1 0 0,-82-14-7 0 0,50 10 0 0 0,1-1 0 0 0,-36-12 0 0 0,72 18-7 0 0,0-1-1 0 0,0 1 1 0 0,0 0-1 0 0,0 0 1 0 0,0-1-1 0 0,1 1 0 0 0,-1-1 1 0 0,0 1-1 0 0,0 0 1 0 0,1-1-1 0 0,-1 1 1 0 0,0-1-1 0 0,1 0 1 0 0,-1 1-1 0 0,0-1 1 0 0,1 0-1 0 0,-1 1 0 0 0,1-1 1 0 0,-1 0-1 0 0,1 1 1 0 0,-1-1-1 0 0,1 0 1 0 0,0 0-1 0 0,-1 0 1 0 0,1 0-1 0 0,0 1 0 0 0,0-1 1 0 0,-1 0-1 0 0,1 0 1 0 0,0 0-1 0 0,0 0 1 0 0,0 0-1 0 0,0 0 1 0 0,0 1-1 0 0,0-1 0 0 0,1 0 1 0 0,-1 0-1 0 0,0 0 1 0 0,0 0-1 0 0,0 0 1 0 0,1 1-1 0 0,-1-1 1 0 0,1 0-1 0 0,-1 0 0 0 0,0 0 1 0 0,1 1-1 0 0,0-1 1 0 0,-1 0-1 0 0,1 1 1 0 0,-1-1-1 0 0,2 0 1 0 0,3-6-223 0 0,1 1 0 0 0,0-1 0 0 0,13-9 0 0 0,51-34-2272 0 0,2 4-1 0 0,81-40 1 0 0,-89 52-593 0 0,-8 3-861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8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1 107 748 0 0,'8'-18'720'0'0,"-1"2"-208"0"0,0 6-112 0 0,-2-1-80 0 0,2 3-80 0 0,-2-2-36 0 0,0 3-36 0 0,0 0 72 0 0,9-2-92 0 0,3 4-160 0 0,7 2-492 0 0,-10 1-500 0 0,3 2 316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153 210 2012 0 0,'44'-72'10786'0'0,"-44"74"-10622"0"0,0 0 0 0 0,-1 0 0 0 0,1 0-1 0 0,-1 0 1 0 0,1 0 0 0 0,-1-1 0 0 0,0 1 0 0 0,1 0 0 0 0,-1 0 0 0 0,-1 1 0 0 0,1-2 23 0 0,-64 115 2588 0 0,-4 8-1881 0 0,58-101-781 0 0,1 1-1 0 0,0 0 1 0 0,-7 34 0 0 0,15-50-91 0 0,0 0-1 0 0,1 0 1 0 0,0 0 0 0 0,0 1 0 0 0,1-1 0 0 0,0 0-1 0 0,1 1 1 0 0,0-1 0 0 0,2 9 0 0 0,-2-13-46 0 0,0 0 0 0 0,1 0 1 0 0,-1 0-1 0 0,1-1 0 0 0,0 1 1 0 0,0-1-1 0 0,0 1 0 0 0,1-1 1 0 0,-1 0-1 0 0,1 0 0 0 0,0 0 1 0 0,0 0-1 0 0,0 0 0 0 0,0 0 1 0 0,1-1-1 0 0,-1 0 0 0 0,0 0 1 0 0,1 0-1 0 0,7 3 0 0 0,-1-1-150 0 0,-1-2 0 0 0,1 1 1 0 0,0-1-1 0 0,1 0 0 0 0,-1-1 0 0 0,0 0 0 0 0,11-1 0 0 0,7-2-641 0 0,36-5 0 0 0,-25 0-23 0 0,-1-1-1 0 0,-1-2 1 0 0,1-1 0 0 0,-2-3-1 0 0,0 0 1 0 0,0-3 0 0 0,65-41 0 0 0,-72 38 790 0 0,-1-1 1 0 0,-1-2 0 0 0,-1-1-1 0 0,0-1 1 0 0,28-38 0 0 0,-33 38 732 0 0,-11 14-153 0 0,-1-1-1 0 0,0 1 1 0 0,-1-1 0 0 0,10-21-1 0 0,-18 33-506 0 0,1-1 0 0 0,-1 1 0 0 0,0-1-1 0 0,0 1 1 0 0,1-1 0 0 0,-1 1 0 0 0,0 0 0 0 0,0-1-1 0 0,1 1 1 0 0,-1-1 0 0 0,1 1 0 0 0,-1 0-1 0 0,0-1 1 0 0,1 1 0 0 0,-1 0 0 0 0,1 0-1 0 0,-1-1 1 0 0,1 1 0 0 0,-1 0 0 0 0,1 0-1 0 0,-1 0 1 0 0,1-1 0 0 0,-1 1 0 0 0,1 0-1 0 0,0 0 13 0 0,-1 0-1 0 0,0 0 1 0 0,0 1-1 0 0,1-1 1 0 0,-1 0-1 0 0,0 0 1 0 0,1 0-1 0 0,-1 1 1 0 0,0-1-1 0 0,1 0 1 0 0,-1 0-1 0 0,0 1 1 0 0,0-1-1 0 0,0 0 1 0 0,1 0-1 0 0,-1 1 1 0 0,0-1-1 0 0,0 0 1 0 0,0 1-1 0 0,1-1 1 0 0,-1 0-1 0 0,0 1 1 0 0,0-1-1 0 0,0 0 1 0 0,0 1-1 0 0,0-1 1 0 0,0 1-1 0 0,0-1 0 0 0,0 0 1 0 0,0 1-1 0 0,0-1 1 0 0,0 0-1 0 0,0 1 1 0 0,0-1-1 0 0,0 0 1 0 0,0 1-1 0 0,0-1 1 0 0,-1 0-1 0 0,1 1 1 0 0,0-1-1 0 0,-4 23 265 0 0,1 0-1 0 0,0 0 1 0 0,2 0-1 0 0,1-1 0 0 0,1 1 1 0 0,1 0-1 0 0,5 26 1 0 0,-5-41-272 0 0,0 1 0 0 0,1-1-1 0 0,0 1 1 0 0,1-1 0 0 0,0 0 0 0 0,0 0 0 0 0,1-1 0 0 0,0 1 0 0 0,8 9 0 0 0,-8-12-8 0 0,0 0 0 0 0,0-1 0 0 0,1 1 0 0 0,-1-1 0 0 0,1 0 0 0 0,0-1 0 0 0,0 1 0 0 0,1-1 1 0 0,-1 0-1 0 0,1-1 0 0 0,0 0 0 0 0,-1 0 0 0 0,10 2 0 0 0,-1-2-1 0 0,0 0 0 0 0,-1-1 0 0 0,1-1 0 0 0,0 0 0 0 0,0-1 0 0 0,0-1 0 0 0,-1 0 0 0 0,1-1 0 0 0,-1 0 0 0 0,0-1 0 0 0,0-1 0 0 0,14-6 1 0 0,-20 7-16 0 0,-1 1 0 0 0,0-1 0 0 0,0 0 0 0 0,-1-1 0 0 0,0 0 0 0 0,1 0 0 0 0,-1 0 0 0 0,-1 0 0 0 0,1-1 0 0 0,-1 0 0 0 0,0-1 0 0 0,-1 1 0 0 0,1-1 0 0 0,-1 0 0 0 0,0 0 0 0 0,-1 0 1 0 0,0 0-1 0 0,0-1 0 0 0,0 1 0 0 0,-1-1 0 0 0,0 0 0 0 0,-1 1 0 0 0,1-16 0 0 0,-1 9-5 0 0,-2 0 0 0 0,0 0-1 0 0,0 0 1 0 0,-2 0 0 0 0,0 0 0 0 0,0 0 0 0 0,-1 0 0 0 0,-1 1 0 0 0,0 0-1 0 0,-1 0 1 0 0,0 0 0 0 0,-1 0 0 0 0,-1 1 0 0 0,1 1 0 0 0,-2-1 0 0 0,0 1-1 0 0,0 0 1 0 0,-1 1 0 0 0,-1 0 0 0 0,1 1 0 0 0,-1 0 0 0 0,-1 1 0 0 0,0 0-1 0 0,0 1 1 0 0,-1 0 0 0 0,-15-6 0 0 0,4 5-10 0 0,1 2 0 0 0,-1 0 0 0 0,-48-5 1 0 0,65 11 5 0 0,-7 2 2 0 0,5 0 1 0 0,12 1 12 0 0,11 0-1 0 0,39-6-25 0 0,67-11 0 0 0,32-2 9 0 0,-110 16 0 0 0,1 1-1 0 0,-1 1 0 0 0,71 15 1 0 0,-92-12 4 0 0,-1 1 0 0 0,1 0 0 0 0,-1 2-1 0 0,0 0 1 0 0,-1 1 0 0 0,0 1 0 0 0,0 1 0 0 0,-1 0 0 0 0,18 16 0 0 0,-28-20 89 0 0,-1 1 0 0 0,1-1 0 0 0,-2 1 0 0 0,1 1 1 0 0,-1-1-1 0 0,0 1 0 0 0,-1 0 0 0 0,1 1 0 0 0,-2-1 0 0 0,0 1 0 0 0,0 0 0 0 0,-1 0 0 0 0,0 0 1 0 0,0 0-1 0 0,-1 1 0 0 0,-1-1 0 0 0,0 1 0 0 0,0-1 0 0 0,-1 1 0 0 0,0-1 0 0 0,-1 1 1 0 0,0-1-1 0 0,-1 1 0 0 0,0-1 0 0 0,-1 0 0 0 0,-4 13 0 0 0,6-22 73 0 0,1-1-154 0 0,-1 0-1 0 0,1-1 1 0 0,-1 1 0 0 0,1-1-1 0 0,-1 1 1 0 0,1-1 0 0 0,-1 1-1 0 0,1-1 1 0 0,-1 1-1 0 0,1-1 1 0 0,0 0 0 0 0,-1 1-1 0 0,1-1 1 0 0,0 0 0 0 0,0 1-1 0 0,0-1 1 0 0,-1 0 0 0 0,1 1-1 0 0,0-1 1 0 0,0 0-1 0 0,0 1 1 0 0,0-1 0 0 0,0 0-1 0 0,0 1 1 0 0,0-1 0 0 0,0 0-1 0 0,0 0 1 0 0,1 1 0 0 0,-1-2-1 0 0,4-24 39 0 0,-4 26-43 0 0,8-35 2 0 0,2 0 0 0 0,1 1 1 0 0,1 0-1 0 0,3 1 0 0 0,0 0 1 0 0,30-45-1 0 0,-36 65-11 0 0,0 1 0 0 0,0 0 0 0 0,2 1 0 0 0,-1 0-1 0 0,1 0 1 0 0,1 1 0 0 0,0 1 0 0 0,1 0 0 0 0,16-9 0 0 0,-25 15 10 0 0,1 0-1 0 0,0 1 0 0 0,0 0 1 0 0,1 0-1 0 0,-1 0 1 0 0,0 0-1 0 0,1 1 1 0 0,-1 0-1 0 0,1 0 1 0 0,-1 1-1 0 0,1-1 1 0 0,0 1-1 0 0,-1 1 0 0 0,1-1 1 0 0,-1 1-1 0 0,1 0 1 0 0,-1 0-1 0 0,1 0 1 0 0,-1 1-1 0 0,0 0 1 0 0,1 0-1 0 0,-1 0 0 0 0,0 0 1 0 0,0 1-1 0 0,-1 0 1 0 0,1 0-1 0 0,-1 1 1 0 0,5 3-1 0 0,-3-1 74 0 0,0 1 0 0 0,0-1 0 0 0,-1 1 1 0 0,0 0-1 0 0,-1 0 0 0 0,0 1 0 0 0,0-1 0 0 0,0 1 0 0 0,-1 0 0 0 0,0 0 0 0 0,-1 0 0 0 0,0 0 0 0 0,0 0 0 0 0,0 1 0 0 0,0 15 1 0 0,-2 8 49 0 0,-1-1 1 0 0,-11 64-1 0 0,6-61-325 0 0,-1 47-1 0 0,7-78 7 0 0,0 0-1 0 0,0 0 1 0 0,0 0 0 0 0,1 0-1 0 0,-1 0 1 0 0,1 0-1 0 0,0 0 1 0 0,-1 0 0 0 0,1 0-1 0 0,1 0 1 0 0,-1 0 0 0 0,0 0-1 0 0,1 0 1 0 0,-1-1 0 0 0,1 1-1 0 0,0-1 1 0 0,0 1-1 0 0,0-1 1 0 0,0 0 0 0 0,0 0-1 0 0,1 1 1 0 0,-1-2 0 0 0,4 4-1 0 0,-3-4-429 0 0,1 0-1 0 0,-1 1 1 0 0,0-1-1 0 0,1 0 1 0 0,-1 0-1 0 0,1-1 1 0 0,0 1 0 0 0,-1-1-1 0 0,1 0 1 0 0,-1 0-1 0 0,1 0 1 0 0,0 0-1 0 0,3-1 1 0 0,16-3-4809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19 166 2264 0 0,'5'-166'17014'0'0,"6"175"-15499"0"0,-9-5-1299 0 0,0 0 0 0 0,0 0 0 0 0,-1 1 0 0 0,1-1 0 0 0,-1 1 0 0 0,0-1 0 0 0,0 1 0 0 0,0-1 0 0 0,-1 1 0 0 0,0-1 0 0 0,0 6 0 0 0,1 5 282 0 0,4 49 1405 0 0,-6 126 1 0 0,-25 64-976 0 0,6-81-702 0 0,18-154-204 0 0,-1 9-230 0 0,1 1 0 0 0,3 47 1 0 0,0-72-62 0 0,0 1 0 0 0,0-1 0 0 0,0 0 1 0 0,1 0-1 0 0,-1 1 0 0 0,1-1 0 0 0,0 0 1 0 0,0 0-1 0 0,4 5 0 0 0,-5-8 145 0 0,0-1-1 0 0,0 1 1 0 0,0-1 0 0 0,-1 1-1 0 0,1 0 1 0 0,0-1-1 0 0,0 0 1 0 0,0 1 0 0 0,0-1-1 0 0,0 1 1 0 0,0-1 0 0 0,0 0-1 0 0,0 0 1 0 0,0 0-1 0 0,0 0 1 0 0,0 1 0 0 0,1-1-1 0 0,-1 0-209 0 0,7-1-1380 0 0,-7 0 1557 0 0,28-12-3169 0 0,-8-4-3543 0 0,-5-3-1643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2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97 210 3360 0 0,'-62'-25'12793'0'0,"40"14"-9966"0"0,20 10-2195 0 0,2 1-564 0 0,-1-1 0 0 0,0 1 0 0 0,0 0 1 0 0,1 0-1 0 0,-1-1 0 0 0,0 1 0 0 0,1 0 1 0 0,-1-1-1 0 0,1 1 0 0 0,-1-1 0 0 0,0 1 1 0 0,1 0-1 0 0,-1-1 0 0 0,1 1 0 0 0,-1-1 0 0 0,1 0 1 0 0,-1 0-1 0 0,9-5 32 0 0,0 1 1 0 0,0 0-1 0 0,0 1 1 0 0,1 0-1 0 0,-1 0 1 0 0,1 0-1 0 0,0 1 1 0 0,11-2-1 0 0,10-4-1 0 0,199-62-2865 0 0,-74 34-6623 0 0,-112 30 2105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355 134 1556 0 0,'-2'-9'1501'0'0,"0"1"0"0"0,-1-1 0 0 0,-7-15 1 0 0,6 15-879 0 0,0 1 1 0 0,-1 0-1 0 0,0 0 1 0 0,0 1-1 0 0,-1-1 1 0 0,-11-11-1 0 0,15 17-536 0 0,-1 0-1 0 0,1 1 0 0 0,0-1 1 0 0,0 1-1 0 0,-1 0 1 0 0,1-1-1 0 0,0 1 0 0 0,-1 0 1 0 0,1 0-1 0 0,-1 1 1 0 0,0-1-1 0 0,1 0 0 0 0,-1 1 1 0 0,1 0-1 0 0,-1 0 1 0 0,-4 0-1 0 0,2 0 15 0 0,-1 1-1 0 0,1 0 1 0 0,0 0-1 0 0,1 1 1 0 0,-1-1 0 0 0,0 1-1 0 0,0 0 1 0 0,-5 4-1 0 0,-4 2 66 0 0,1 2 0 0 0,0-1 0 0 0,1 2-1 0 0,-18 18 1 0 0,15-13-80 0 0,1 1 0 0 0,1 0 0 0 0,1 1 0 0 0,-14 26 0 0 0,20-34-68 0 0,1 0 1 0 0,1 1-1 0 0,0-1 0 0 0,0 1 1 0 0,1 0-1 0 0,1 0 0 0 0,0 0 0 0 0,0 0 1 0 0,1 1-1 0 0,0 11 0 0 0,1-19-5 0 0,1 0-1 0 0,-1-1 0 0 0,1 1 0 0 0,0 0 0 0 0,0 0 0 0 0,0 0 1 0 0,0-1-1 0 0,0 1 0 0 0,1 0 0 0 0,0-1 0 0 0,0 1 0 0 0,0-1 0 0 0,0 0 1 0 0,0 0-1 0 0,1 0 0 0 0,0 0 0 0 0,-1 0 0 0 0,4 2 0 0 0,-1-1-3 0 0,0-1-1 0 0,0 0 0 0 0,0-1 1 0 0,0 1-1 0 0,0-1 1 0 0,1 0-1 0 0,-1-1 0 0 0,1 1 1 0 0,-1-1-1 0 0,1 0 0 0 0,7 0 1 0 0,1 0-18 0 0,1-1 0 0 0,-1-1 0 0 0,0 0 1 0 0,0-1-1 0 0,1-1 0 0 0,-1 0 0 0 0,-1-1 0 0 0,1 0 1 0 0,15-8-1 0 0,-20 8 0 0 0,-1-1 1 0 0,1 0-1 0 0,-1-1 1 0 0,0 1-1 0 0,-1-2 1 0 0,1 1-1 0 0,-1-1 1 0 0,0 0-1 0 0,-1-1 1 0 0,0 0-1 0 0,0 0 1 0 0,-1 0-1 0 0,6-10 1 0 0,-2-2 11 0 0,-1 0 1 0 0,0-1-1 0 0,-2 0 1 0 0,7-39-1 0 0,1-17 450 0 0,-13 74-105 0 0,-3 6-306 0 0,0 0 1 0 0,0-1-1 0 0,1 1 0 0 0,-1 1 0 0 0,1-1 0 0 0,0 0 0 0 0,0 0 1 0 0,0 0-1 0 0,0 1 0 0 0,1-1 0 0 0,-1 0 0 0 0,1 4 1 0 0,-2 8 59 0 0,-3 7-30 0 0,1 1 0 0 0,1-1 0 0 0,1 1 1 0 0,1 0-1 0 0,2 33 0 0 0,0-51-269 0 0,-1 1 1 0 0,1-1-1 0 0,1 0 0 0 0,-1 0 1 0 0,1 0-1 0 0,-1 0 1 0 0,1 0-1 0 0,1 0 0 0 0,-1 0 1 0 0,1 0-1 0 0,0-1 1 0 0,0 1-1 0 0,0-1 0 0 0,1 0 1 0 0,-1 0-1 0 0,1 0 1 0 0,0 0-1 0 0,0-1 0 0 0,0 0 1 0 0,1 0-1 0 0,-1 0 1 0 0,1 0-1 0 0,0 0 0 0 0,0-1 1 0 0,-1 0-1 0 0,2 0 1 0 0,-1-1-1 0 0,10 3 0 0 0,-7-3-1083 0 0,0 0-1 0 0,-1 0 1 0 0,14 0-1 0 0,2-3-3277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16 0 0,'11'-77'9748'0'0,"-5"30"-4815"0"0,-6 45-4496 0 0,3-7 1875 0 0,0 22-1830 0 0,0 0 0 0 0,-1-1 1 0 0,0 1-1 0 0,0 0 0 0 0,-2 21 0 0 0,-8 70-5 0 0,1-27-387 0 0,6-56-1272 0 0,1-1 0 0 0,1 1 1 0 0,6 34-1 0 0,0-37-994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1 104 252 0 0,'18'-48'11739'0'0,"-16"49"-10925"0"0,1 2-575 0 0,-1 0 0 0 0,0 0 0 0 0,0 0 0 0 0,-1 0 0 0 0,1 0 0 0 0,-1 1 0 0 0,1-1 0 0 0,-1 0 0 0 0,0 1 0 0 0,-1-1 0 0 0,1 1 0 0 0,0-1 0 0 0,-1 7 0 0 0,3 56 1379 0 0,-4-55-1360 0 0,-6 122 1000 0 0,0-5-449 0 0,7-125-646 0 0,2-4-161 0 0,0-1-1 0 0,0 0 1 0 0,0 0-1 0 0,-1 1 0 0 0,1-1 1 0 0,0 0-1 0 0,-1-1 1 0 0,1 1-1 0 0,-1 0 1 0 0,0 0-1 0 0,2-5 1 0 0,91-162-215 0 0,-82 150 183 0 0,2 1 0 0 0,0 0 0 0 0,1 0-1 0 0,1 2 1 0 0,1 0 0 0 0,25-20-1 0 0,-38 33 23 0 0,0 1 0 0 0,0-1-1 0 0,0 1 1 0 0,0-1 0 0 0,0 1-1 0 0,0 0 1 0 0,1 1 0 0 0,-1-1-1 0 0,1 1 1 0 0,-1 0 0 0 0,1 0-1 0 0,-1 0 1 0 0,6 0 0 0 0,11 3 4 0 0,-19-2 6 0 0,1 1-1 0 0,-1 0 0 0 0,1 0 0 0 0,-1 0 1 0 0,0 0-1 0 0,1 0 0 0 0,-1 0 0 0 0,0 0 1 0 0,0 1-1 0 0,0-1 0 0 0,0 1 0 0 0,0 0 1 0 0,0 0-1 0 0,0-1 0 0 0,-1 1 0 0 0,1 0 1 0 0,2 4-1 0 0,-2-2 6 0 0,0 0 0 0 0,0 1 0 0 0,-1-1 0 0 0,1 1 0 0 0,-1-1-1 0 0,0 1 1 0 0,-1 0 0 0 0,2 9 0 0 0,-3 4 9 0 0,0 0 0 0 0,-1 0 0 0 0,-7 33-1 0 0,0-15-444 0 0,3-13-746 0 0,-4 33 0 0 0,9-49-545 0 0,1 1-1 0 0,0-1 0 0 0,0 1 0 0 0,3 13 0 0 0</inkml:trace>
  <inkml:trace contextRef="#ctx0" brushRef="#br0" timeOffset="1">827 87 808 0 0,'1'-5'647'0'0,"0"0"1"0"0,0 1-1 0 0,-1-1 0 0 0,1 0 0 0 0,-1 0 1 0 0,-1 0-1 0 0,1 0 0 0 0,-1 0 0 0 0,1 0 1 0 0,-2 0-1 0 0,1 0 0 0 0,0 1 0 0 0,-1-1 1 0 0,-3-6-1 0 0,5 10-573 0 0,-1 1 0 0 0,0-1-1 0 0,0 0 1 0 0,1 1 0 0 0,-1-1 0 0 0,0 1-1 0 0,0-1 1 0 0,1 1 0 0 0,-1-1 0 0 0,0 1 0 0 0,0-1-1 0 0,0 1 1 0 0,0 0 0 0 0,0 0 0 0 0,0-1 0 0 0,0 1-1 0 0,0 0 1 0 0,0 0 0 0 0,0 0 0 0 0,1 0 0 0 0,-1 0-1 0 0,0 0 1 0 0,0 0 0 0 0,0 1 0 0 0,-1-1-1 0 0,-23 7 792 0 0,20-4-801 0 0,-1 1 0 0 0,1 0 0 0 0,0 0 1 0 0,0 0-1 0 0,0 0 0 0 0,1 1 0 0 0,-1-1 1 0 0,1 1-1 0 0,0 1 0 0 0,1-1 0 0 0,-1 0 0 0 0,1 1 1 0 0,0 0-1 0 0,1-1 0 0 0,-1 1 0 0 0,1 0 0 0 0,0 1 1 0 0,0-1-1 0 0,1 0 0 0 0,0 1 0 0 0,0-1 0 0 0,1 0 1 0 0,-1 1-1 0 0,1-1 0 0 0,1 1 0 0 0,-1-1 0 0 0,1 0 1 0 0,0 1-1 0 0,1-1 0 0 0,0 0 0 0 0,-1 0 0 0 0,2 0 1 0 0,4 10-1 0 0,9 12 99 0 0,0-2 0 0 0,2 0 0 0 0,29 32 0 0 0,-17-26 14 0 0,-19-20 337 0 0,0 0 1 0 0,15 21-1 0 0,-26-33-492 0 0,0 1 0 0 0,1-1 0 0 0,-1 1-1 0 0,0 0 1 0 0,0-1 0 0 0,0 1 0 0 0,0-1 0 0 0,0 1 0 0 0,0 0 0 0 0,0-1 0 0 0,0 1-1 0 0,0-1 1 0 0,0 1 0 0 0,0 0 0 0 0,0-1 0 0 0,0 1 0 0 0,-1-1 0 0 0,1 1-1 0 0,0 0 1 0 0,0-1 0 0 0,-1 1 0 0 0,1-1 0 0 0,0 1 0 0 0,-1-1 0 0 0,1 1 0 0 0,0-1-1 0 0,-1 1 1 0 0,1-1 0 0 0,-1 0 0 0 0,1 1 0 0 0,-1-1 0 0 0,1 1 0 0 0,-1-1-1 0 0,1 0 1 0 0,-1 0 0 0 0,0 1 0 0 0,-22 9 204 0 0,4-6-399 0 0,1 0 1 0 0,-1-2-1 0 0,0 0 0 0 0,0-1 0 0 0,0-1 0 0 0,-37-4 0 0 0,9-3-2939 0 0,-75-22-1 0 0,65 11-682 0 0,-3-4-1461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09:35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2 103 2696 0 0,'0'-15'2212'0'0,"0"3"-451"0"0,0-1 1011 0 0,0-6-1028 0 0,0 2-644 0 0,0 3-472 0 0,-2 1-580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49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1140 0 0,'0'0'1596'0'0,"-17"0"-124"0"0,22 10-1592 0 0,3-5-468 0 0,3 0-1268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6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0 738 108 0 0,'0'2'1790'0'0,"2"64"5388"0"0,0-35-5640 0 0,8 38 0 0 0,-10-67-1518 0 0,1 0-1 0 0,-1 0 0 0 0,1-1 0 0 0,-1 1 1 0 0,1 0-1 0 0,0-1 0 0 0,0 1 0 0 0,0-1 0 0 0,0 1 1 0 0,0-1-1 0 0,0 1 0 0 0,0-1 0 0 0,0 1 1 0 0,0-1-1 0 0,1 0 0 0 0,-1 0 0 0 0,1 0 0 0 0,-1 0 1 0 0,1 0-1 0 0,-1 0 0 0 0,1 0 0 0 0,0 0 1 0 0,-1-1-1 0 0,1 1 0 0 0,0-1 0 0 0,-1 1 0 0 0,1-1 1 0 0,0 0-1 0 0,0 1 0 0 0,0-1 0 0 0,-1 0 1 0 0,1 0-1 0 0,0 0 0 0 0,0-1 0 0 0,0 1 1 0 0,-1 0-1 0 0,3-1 0 0 0,7-1 31 0 0,0-1-1 0 0,-1 0 1 0 0,0-1 0 0 0,16-7-1 0 0,8-5-36 0 0,-1-2 0 0 0,-1-1-1 0 0,-1-2 1 0 0,0 0 0 0 0,-2-3-1 0 0,-1 0 1 0 0,0-2 0 0 0,27-33-1 0 0,-38 38-27 0 0,-1-1-1 0 0,-1 0 1 0 0,-1-1-1 0 0,-1-1 1 0 0,-1 0-1 0 0,-1-1 0 0 0,-2 0 1 0 0,0-1-1 0 0,-1 0 1 0 0,-2 0-1 0 0,0 0 1 0 0,1-28-1 0 0,-4 18 32 0 0,-2-1 1 0 0,-1 1-1 0 0,-2 0 0 0 0,-1 0 0 0 0,-2 0 0 0 0,-16-57 1 0 0,19 88-25 0 0,1 1 1 0 0,-1 0 0 0 0,0 0 0 0 0,0 0-1 0 0,-5-7 1 0 0,6 10-61 0 0,-1 1 63 0 0,0 0 1 0 0,1 0 0 0 0,-1 1 0 0 0,0-1-1 0 0,1 1 1 0 0,-1-1 0 0 0,1 1 0 0 0,-1 0-1 0 0,1 0 1 0 0,-1 0 0 0 0,1-1 0 0 0,0 1-1 0 0,-1 1 1 0 0,1-1 0 0 0,0 0 0 0 0,0 0 0 0 0,-1 0-1 0 0,1 1 1 0 0,0-1 0 0 0,0 0 0 0 0,1 1-1 0 0,-1-1 1 0 0,-1 4 0 0 0,-2 3 9 0 0,0 1 1 0 0,1 1 0 0 0,-2 9-1 0 0,2-9-9 0 0,-14 61 147 0 0,3-1 0 0 0,4 2 0 0 0,-3 92 0 0 0,12-120-7 0 0,1 0 0 0 0,10 60 0 0 0,-7-82-244 0 0,2 1 0 0 0,0-2 0 0 0,1 1 0 0 0,2 0 0 0 0,0-1 0 0 0,16 29 0 0 0,-21-45-139 0 0,0 0 0 0 0,1-1-1 0 0,0 1 1 0 0,-1 0 0 0 0,1-1-1 0 0,1 0 1 0 0,-1 0 0 0 0,6 4-1 0 0,-6-6-350 0 0,0 1-1 0 0,0-1 1 0 0,0 0-1 0 0,0-1 1 0 0,0 1-1 0 0,0-1 1 0 0,5 2-1 0 0,8-1-3168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47 150 700 0 0,'6'-149'14041'0'0,"-28"446"-10859"0"0,3-102-2755 0 0,14-140-344 0 0,-1 33 235 0 0,24-101-300 0 0,54-99-191 0 0,4-5-2 0 0,-65 103 136 0 0,0 0 1 0 0,1 0-1 0 0,1 1 0 0 0,1 1 1 0 0,21-17-1 0 0,-33 28 35 0 0,-1-1-1 0 0,1 1 1 0 0,0 0-1 0 0,0-1 1 0 0,0 1 0 0 0,0 0-1 0 0,1 0 1 0 0,-1 1-1 0 0,0-1 1 0 0,0 0 0 0 0,0 1-1 0 0,1-1 1 0 0,-1 1-1 0 0,0 0 1 0 0,1-1 0 0 0,-1 1-1 0 0,0 0 1 0 0,1 1-1 0 0,-1-1 1 0 0,0 0 0 0 0,1 1-1 0 0,-1-1 1 0 0,0 1-1 0 0,0 0 1 0 0,0-1 0 0 0,1 1-1 0 0,2 2 1 0 0,-2 0 10 0 0,-1-1 0 0 0,1 1 0 0 0,0 0 0 0 0,-1 0 0 0 0,0 0-1 0 0,0 0 1 0 0,0 0 0 0 0,0 1 0 0 0,0-1 0 0 0,0 1 0 0 0,-1-1 0 0 0,0 1 0 0 0,0 0 0 0 0,0-1 0 0 0,1 8 0 0 0,1 19 75 0 0,-1 1-1 0 0,-2-1 1 0 0,-7 61 0 0 0,0 19 15 0 0,7-108-93 0 0,0 0 0 0 0,0 0 0 0 0,0 1 0 0 0,0-1 0 0 0,1 0 0 0 0,-1 0 0 0 0,1 0 0 0 0,-1 1 0 0 0,1-1 0 0 0,0 0 0 0 0,0 0 0 0 0,0 0 0 0 0,0 0 0 0 0,0 0 0 0 0,0-1-1 0 0,0 1 1 0 0,1 0 0 0 0,-1 0 0 0 0,1-1 0 0 0,-1 1 0 0 0,3 1 0 0 0,-1-1-39 0 0,0-1-1 0 0,0 1 1 0 0,0-1 0 0 0,0 0-1 0 0,0 0 1 0 0,0-1 0 0 0,0 1-1 0 0,1 0 1 0 0,-1-1-1 0 0,0 0 1 0 0,0 0 0 0 0,1 0-1 0 0,2-1 1 0 0,10-1-341 0 0,-1-1 1 0 0,0 0-1 0 0,0-2 0 0 0,28-11 1 0 0,-18 5-142 0 0,-1-1 1 0 0,-1-2 0 0 0,0 0-1 0 0,-1-1 1 0 0,34-31-1 0 0,-40 31 355 0 0,0 0-1 0 0,-2-1 1 0 0,0-1-1 0 0,-1 0 0 0 0,0-1 1 0 0,-2-1-1 0 0,15-29 1 0 0,-23 41 318 0 0,0 1-1 0 0,-1-1 1 0 0,0 1 0 0 0,0-1 0 0 0,-1 0-1 0 0,1 0 1 0 0,-1 0 0 0 0,-1 0 0 0 0,0 1-1 0 0,0-1 1 0 0,0 0 0 0 0,-1 0 0 0 0,1 0-1 0 0,-2 0 1 0 0,1 0 0 0 0,-5-10 0 0 0,6 16-128 0 0,0 0-1 0 0,-1 0 1 0 0,1 1 0 0 0,-1-1 0 0 0,1 1 0 0 0,-1-1 0 0 0,1 0 0 0 0,-1 1 0 0 0,0-1 0 0 0,1 1 0 0 0,-1-1 0 0 0,0 1-1 0 0,1-1 1 0 0,-1 1 0 0 0,0 0 0 0 0,0-1 0 0 0,1 1 0 0 0,-1 0 0 0 0,0 0 0 0 0,0 0 0 0 0,0-1 0 0 0,1 1 0 0 0,-1 0 0 0 0,0 0-1 0 0,0 0 1 0 0,0 0 0 0 0,1 0 0 0 0,-1 0 0 0 0,0 1 0 0 0,0-1 0 0 0,0 0 0 0 0,1 0 0 0 0,-1 1 0 0 0,-1-1 0 0 0,-2 2 65 0 0,1-1 0 0 0,0 0 0 0 0,0 1 0 0 0,0 0 0 0 0,0-1 0 0 0,-5 5 0 0 0,1 0 50 0 0,1 1 1 0 0,-1 1-1 0 0,1-1 0 0 0,1 1 1 0 0,-1 0-1 0 0,1 1 1 0 0,-7 16-1 0 0,-21 66 365 0 0,33-89-498 0 0,-4 10 46 0 0,2 0 1 0 0,-1 0 0 0 0,1 1-1 0 0,1-1 1 0 0,0 0 0 0 0,1 1-1 0 0,0-1 1 0 0,1 1 0 0 0,5 23-1 0 0,-5-30-101 0 0,0-1 0 0 0,1 1-1 0 0,0-1 1 0 0,0 1 0 0 0,0-1-1 0 0,1 0 1 0 0,0 0 0 0 0,0 0-1 0 0,0-1 1 0 0,0 1 0 0 0,1-1-1 0 0,0 1 1 0 0,0-1 0 0 0,0 0-1 0 0,0-1 1 0 0,1 1 0 0 0,-1-1-1 0 0,1 0 1 0 0,0 0 0 0 0,0 0-1 0 0,0 0 1 0 0,0-1 0 0 0,10 3-1 0 0,-1-2-458 0 0,0-1-1 0 0,0 0 1 0 0,0-1-1 0 0,0-1 1 0 0,1 0-1 0 0,-1-1 1 0 0,20-3-1 0 0,-13-1-891 0 0,0 0-1 0 0,0 0 1 0 0,-1-2 0 0 0,26-12-1 0 0,-10-1-2323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7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99 115 196 0 0,'0'-14'1683'0'0,"0"0"0"0"0,-2 0 0 0 0,0-1 0 0 0,0 1 0 0 0,-1 0 0 0 0,-6-14-1 0 0,8 26-1098 0 0,-1 3 4 0 0,1 1-453 0 0,-1-1 1 0 0,1 1-1 0 0,-1 0 1 0 0,1-1-1 0 0,-1 1 0 0 0,1 0 1 0 0,0 0-1 0 0,0 0 1 0 0,0 0-1 0 0,0 0 0 0 0,0 0 1 0 0,0 0-1 0 0,0 0 1 0 0,1 0-1 0 0,-1 3 0 0 0,-7 44 1239 0 0,5-25-850 0 0,-37 276 1867 0 0,34-251-2196 0 0,5-41-169 0 0,-1 13 199 0 0,9-39-238 0 0,1-9-209 0 0,60-174-721 0 0,-60 180 883 0 0,2 1 1 0 0,1 0-1 0 0,0 1 0 0 0,1 0 1 0 0,1 0-1 0 0,1 2 0 0 0,21-22 1 0 0,-31 35 53 0 0,0 0 0 0 0,0 1 0 0 0,1 0 0 0 0,-1 0 0 0 0,1 0 0 0 0,-1 0 0 0 0,1 1 0 0 0,0 0 0 0 0,0 0 0 0 0,0 0 0 0 0,10-2 0 0 0,-12 4 46 0 0,0-1 1 0 0,0 1-1 0 0,0 0 0 0 0,-1 1 1 0 0,1-1-1 0 0,0 0 0 0 0,0 1 1 0 0,0 0-1 0 0,0 0 1 0 0,0-1-1 0 0,-1 2 0 0 0,1-1 1 0 0,0 0-1 0 0,-1 0 0 0 0,1 1 1 0 0,-1 0-1 0 0,0-1 0 0 0,1 1 1 0 0,-1 0-1 0 0,0 0 0 0 0,0 0 1 0 0,0 0-1 0 0,2 5 0 0 0,2 1 89 0 0,-1 0-1 0 0,-1 1 0 0 0,1 0 0 0 0,-1 0 0 0 0,-1 0 0 0 0,0 0 0 0 0,0 1 1 0 0,-1-1-1 0 0,0 1 0 0 0,-1 0 0 0 0,0-1 0 0 0,0 12 0 0 0,-2 19 312 0 0,-9 66 0 0 0,5-64-291 0 0,1-14-79 0 0,2-21-45 0 0,1 0 1 0 0,0 1 0 0 0,0-1 0 0 0,0 1 0 0 0,1-1-1 0 0,0 1 1 0 0,1-1 0 0 0,0 0 0 0 0,2 9 0 0 0,-3-15-27 0 0,0 0 0 0 0,1-1 0 0 0,-1 1 0 0 0,1-1-1 0 0,-1 1 1 0 0,1-1 0 0 0,-1 1 0 0 0,1-1 0 0 0,-1 1 0 0 0,1-1 0 0 0,-1 0 0 0 0,1 1 0 0 0,0-1 0 0 0,-1 0 0 0 0,1 0 0 0 0,0 1 0 0 0,-1-1 0 0 0,1 0 0 0 0,0 0 0 0 0,-1 0 0 0 0,1 0 0 0 0,0 0 0 0 0,-1 0 0 0 0,1 0-1 0 0,0 0 1 0 0,0 0 0 0 0,17-3-122 0 0,-17 3 115 0 0,11-4-285 0 0,-1 0-1 0 0,1-1 0 0 0,-1 0 1 0 0,0 0-1 0 0,15-11 0 0 0,46-40-2376 0 0,-53 40 1224 0 0,-2-1 0 0 0,25-30 0 0 0,-30 32-1508 0 0,17-31 0 0 0,-13 14-2117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17 1956 0 0,'-300'113'13091'0'0,"292"-108"-12523"0"0,16-4-241 0 0,13-3-191 0 0,191-53-2348 0 0,-101 24-381 0 0,-24 7-1045 0 0,4 0-1593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8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0 163 804 0 0,'3'-17'1798'0'0,"0"0"0"0"0,1 0 0 0 0,1 1 0 0 0,10-25 1005 0 0,-14 41-2736 0 0,0 0-1 0 0,0 1 1 0 0,0-1 0 0 0,0 0-1 0 0,0 1 1 0 0,0-1 0 0 0,0 1-1 0 0,0 0 1 0 0,0-1 0 0 0,-1 1-1 0 0,1 0 1 0 0,0-1 0 0 0,0 1-1 0 0,0 0 1 0 0,-1 0 0 0 0,1 0-1 0 0,0 0 1 0 0,-1-1 0 0 0,1 1-1 0 0,-1 0 1 0 0,1 0 0 0 0,-1 0-1 0 0,1 0 1 0 0,-1 1 0 0 0,0-1 0 0 0,0 0-1 0 0,1 0 1 0 0,-1 0 0 0 0,0 2-1 0 0,3 39 933 0 0,-3-34-774 0 0,-5 154 1689 0 0,2-121-1718 0 0,1 0 0 0 0,2 1 0 0 0,1-1 0 0 0,13 70 1 0 0,-13-106-184 0 0,0 0 0 0 0,0 0 0 0 0,1-1 0 0 0,0 1 0 0 0,0 0 0 0 0,0-1 0 0 0,1 1 0 0 0,-1-1 0 0 0,1 0 0 0 0,0 0 0 0 0,1 0 0 0 0,-1 0 0 0 0,0 0 0 0 0,1-1 0 0 0,8 7 0 0 0,-9-9-5 0 0,0 1 0 0 0,1-1 1 0 0,-1 1-1 0 0,1-1 0 0 0,-1 0 0 0 0,1 0 0 0 0,-1 0 0 0 0,1-1 1 0 0,0 1-1 0 0,-1-1 0 0 0,1 0 0 0 0,0 0 0 0 0,-1 0 1 0 0,1-1-1 0 0,0 1 0 0 0,-1-1 0 0 0,1 0 0 0 0,-1 0 1 0 0,1 0-1 0 0,-1 0 0 0 0,1-1 0 0 0,5-2 0 0 0,1-2-2 0 0,0-1 0 0 0,0 0 0 0 0,0 0 0 0 0,-1-1 0 0 0,0 0 0 0 0,0 0 0 0 0,-1-1 0 0 0,11-15 0 0 0,1-7-34 0 0,25-48-1 0 0,-30 49-115 0 0,39-55-1 0 0,-52 83 129 0 0,10-9-72 0 0,-3 8 77 0 0,1 6 6 0 0,-4 0 9 0 0,-1 1 1 0 0,0 0-1 0 0,0 0 1 0 0,0 0-1 0 0,0 0 1 0 0,-1 1-1 0 0,1 0 1 0 0,4 7-1 0 0,-4-5 8 0 0,0-1 0 0 0,1 0-1 0 0,-1 0 1 0 0,1-1 0 0 0,9 7-1 0 0,-11-9 0 0 0,0-1-1 0 0,1 0 1 0 0,-1 0 0 0 0,0 0-1 0 0,1 0 1 0 0,-1-1 0 0 0,1 0-1 0 0,0 0 1 0 0,-1 0-1 0 0,1 0 1 0 0,0-1 0 0 0,0 0-1 0 0,-1 0 1 0 0,9-1-1 0 0,-5 0-4 0 0,-1-1 0 0 0,1 0-1 0 0,-1-1 1 0 0,1 0-1 0 0,-1 0 1 0 0,0 0 0 0 0,-1-1-1 0 0,9-5 1 0 0,7-8-21 0 0,-2-1 1 0 0,0 0-1 0 0,35-43 1 0 0,-4-2-6 0 0,-21 25-47 0 0,50-49 1 0 0,-76 83 57 0 0,0 1 1 0 0,1 0-1 0 0,-1 0 1 0 0,0 0-1 0 0,1 0 1 0 0,0 1-1 0 0,-1 0 1 0 0,1 0-1 0 0,0 0 1 0 0,0 1-1 0 0,1-1 1 0 0,-1 1-1 0 0,0 0 1 0 0,0 1-1 0 0,0-1 1 0 0,1 1-1 0 0,5 0 0 0 0,7 3 9 0 0,-1-1-1 0 0,1 2 0 0 0,29 10 0 0 0,-5-2 13 0 0,-10-4 39 0 0,49 6 0 0 0,-72-13-41 0 0,0 0 1 0 0,0-1-1 0 0,0 1 1 0 0,0-2 0 0 0,-1 1-1 0 0,1-2 1 0 0,0 1-1 0 0,-1-1 1 0 0,1 0 0 0 0,14-6-1 0 0,-20 6-13 0 0,-1 0-1 0 0,1 1 0 0 0,-1-1 0 0 0,0 0 1 0 0,0-1-1 0 0,1 1 0 0 0,-2 0 1 0 0,1-1-1 0 0,0 1 0 0 0,0-1 1 0 0,-1 1-1 0 0,1-1 0 0 0,-1 0 0 0 0,0 0 1 0 0,0 0-1 0 0,0 1 0 0 0,0-1 1 0 0,-1 0-1 0 0,1 0 0 0 0,-1 0 1 0 0,1 0-1 0 0,-1 0 0 0 0,0-1 1 0 0,0 1-1 0 0,-1 0 0 0 0,1 0 0 0 0,-1 0 1 0 0,1 0-1 0 0,-1 0 0 0 0,0 1 1 0 0,0-1-1 0 0,-2-4 0 0 0,2 6 1 0 0,1 1 1 0 0,0-1-1 0 0,0 0 0 0 0,-1 1 0 0 0,1-1 0 0 0,0 1 1 0 0,-1-1-1 0 0,1 1 0 0 0,-1 0 0 0 0,1-1 0 0 0,-1 1 0 0 0,1-1 1 0 0,-1 1-1 0 0,1 0 0 0 0,-1-1 0 0 0,1 1 0 0 0,-1 0 1 0 0,0-1-1 0 0,1 1 0 0 0,-1 0 0 0 0,1 0 0 0 0,-1 0 0 0 0,0 0 1 0 0,1 0-1 0 0,-1 0 0 0 0,0 0 0 0 0,-1-1 1 0 0,1 1-1 0 0,0 0 1 0 0,0 0-1 0 0,-1 0 1 0 0,1 0-1 0 0,0 0 1 0 0,0 0-1 0 0,-1 0 1 0 0,1 0-1 0 0,0 0 1 0 0,-1 1-1 0 0,1-1 1 0 0,0 0-1 0 0,0 1 1 0 0,0-1-1 0 0,0 1 1 0 0,-1 0-1 0 0,1-1 0 0 0,0 1 1 0 0,0 0-1 0 0,-1 1 1 0 0,-1 1-5 0 0,-10 5 4 0 0,1 1 1 0 0,1 0 0 0 0,0 1 0 0 0,0 1 0 0 0,1-1-1 0 0,0 2 1 0 0,-10 14 0 0 0,4-2 32 0 0,1 1-1 0 0,-20 45 1 0 0,32-64-15 0 0,0 1 1 0 0,1-1-1 0 0,0 0 0 0 0,1 1 1 0 0,-1-1-1 0 0,1 1 1 0 0,0 0-1 0 0,1-1 0 0 0,0 12 1 0 0,0-15-22 0 0,1 0 1 0 0,-1-1 0 0 0,1 1 0 0 0,0 0-1 0 0,0-1 1 0 0,0 1 0 0 0,0-1 0 0 0,0 1-1 0 0,0-1 1 0 0,1 0 0 0 0,-1 0-1 0 0,1 1 1 0 0,0-1 0 0 0,-1 0 0 0 0,1 0-1 0 0,0 0 1 0 0,0-1 0 0 0,1 1-1 0 0,-1 0 1 0 0,0-1 0 0 0,0 0 0 0 0,1 1-1 0 0,-1-1 1 0 0,1 0 0 0 0,-1 0 0 0 0,5 1-1 0 0,4 0-413 0 0,-1 0-1 0 0,1 0 1 0 0,-1-1-1 0 0,1 0 1 0 0,0-1-1 0 0,-1-1 1 0 0,17-1-1 0 0,3-3-2794 0 0,41-13 0 0 0,-21 4-1504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9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275 148 452 0 0,'120'-148'13865'0'0,"-123"149"-13697"0"0,-8 3-101 0 0,0 0 1 0 0,0 1 0 0 0,1 0-1 0 0,0 1 1 0 0,0 0 0 0 0,-17 14-1 0 0,3 0-25 0 0,-32 33 0 0 0,48-46-35 0 0,1 1 0 0 0,0 1 0 0 0,1 0 0 0 0,-1 0 1 0 0,2 0-1 0 0,-9 18 0 0 0,12-24-1 0 0,1 0 0 0 0,0 1 0 0 0,0-1 0 0 0,1 1 0 0 0,-1-1 0 0 0,1 1-1 0 0,-1-1 1 0 0,1 1 0 0 0,0-1 0 0 0,0 1 0 0 0,1-1 0 0 0,-1 1 0 0 0,1 0 0 0 0,0-1 0 0 0,0 0 0 0 0,0 1 0 0 0,0-1 0 0 0,0 0 0 0 0,1 1 0 0 0,0-1 0 0 0,0 0 0 0 0,-1 0 0 0 0,2 0 0 0 0,2 3 0 0 0,11 10 12 0 0,1 0 0 0 0,0-1 0 0 0,1-1 0 0 0,22 13 0 0 0,-20-14-12 0 0,0 2 0 0 0,-1-1 0 0 0,26 28 0 0 0,-44-41 18 0 0,0 0 1 0 0,0 0 0 0 0,0 0-1 0 0,0 0 1 0 0,0 0 0 0 0,0 0-1 0 0,0 0 1 0 0,-1 1 0 0 0,1-1-1 0 0,0 0 1 0 0,-1 0 0 0 0,1 1-1 0 0,-1-1 1 0 0,1 0 0 0 0,-1 1-1 0 0,0-1 1 0 0,0 1 0 0 0,1-1-1 0 0,-1 1 1 0 0,0-1 0 0 0,0 0 0 0 0,0 1-1 0 0,-1-1 1 0 0,1 1 0 0 0,0-1-1 0 0,-1 0 1 0 0,1 1 0 0 0,0-1-1 0 0,-1 1 1 0 0,0-1 0 0 0,1 0-1 0 0,-1 0 1 0 0,0 1 0 0 0,1-1-1 0 0,-1 0 1 0 0,0 0 0 0 0,-2 2-1 0 0,0 0 87 0 0,-1 0 0 0 0,0-1-1 0 0,0 1 1 0 0,0-1 0 0 0,0 0-1 0 0,0 0 1 0 0,0 0 0 0 0,-1 0-1 0 0,1-1 1 0 0,-7 2 0 0 0,-7 0 42 0 0,0-1 1 0 0,0-1-1 0 0,0 0 1 0 0,0-1 0 0 0,0-1-1 0 0,0-1 1 0 0,-20-5-1 0 0,8 0-114 0 0,0-1 0 0 0,1-1 0 0 0,-38-19 0 0 0,65 28-85 0 0,1-1-1 0 0,-1 1 1 0 0,0-1 0 0 0,1 0 0 0 0,0 0 0 0 0,-1 0 0 0 0,1 0 0 0 0,0 0-1 0 0,-1 0 1 0 0,1 0 0 0 0,0 0 0 0 0,0 0 0 0 0,0-1 0 0 0,0 1 0 0 0,0 0-1 0 0,0-1 1 0 0,0 1 0 0 0,-1-3 0 0 0,2 2-68 0 0,0 1 0 0 0,0 0 0 0 0,0 0 0 0 0,0 0 0 0 0,0-1 0 0 0,0 1 0 0 0,1 0 0 0 0,-1 0 0 0 0,0 0 0 0 0,1-1 0 0 0,-1 1 0 0 0,1 0 0 0 0,-1 0 0 0 0,1 0 0 0 0,-1 0 0 0 0,1 0 0 0 0,0 0 0 0 0,-1 0 0 0 0,3-1 1 0 0,2-3-605 0 0,0 0 1 0 0,1 1 0 0 0,0 0 0 0 0,0 0 0 0 0,0 0 0 0 0,0 1 0 0 0,10-4 0 0 0,3 0-2470 0 0,3-3-1223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3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64 372 0 0,'2'-2'582'0'0,"2"0"134"0"0,-1-1-1 0 0,1 0 1 0 0,-1 0-1 0 0,0 0 1 0 0,0 0 0 0 0,0-1-1 0 0,0 1 1 0 0,-1-1-1 0 0,1 0 1 0 0,-1 1 0 0 0,0-1-1 0 0,0 0 1 0 0,2-6-1 0 0,-4 9-670 0 0,0 1 0 0 0,0 0 0 0 0,0-1 1 0 0,-1 1-1 0 0,1-1 0 0 0,0 1 0 0 0,0 0 0 0 0,0-1 0 0 0,0 1 0 0 0,-1-1 0 0 0,1 1 0 0 0,0 0 0 0 0,0-1 0 0 0,-1 1 0 0 0,1 0 0 0 0,0 0 0 0 0,-1-1 0 0 0,1 1 0 0 0,0 0 0 0 0,-1 0 0 0 0,1-1 0 0 0,0 1 0 0 0,-1 0 0 0 0,1 0 0 0 0,-1 0 1 0 0,1-1-1 0 0,0 1 0 0 0,-1 0 0 0 0,1 0 0 0 0,-1 0 0 0 0,1 0 0 0 0,0 0 0 0 0,-1 0 0 0 0,1 0 0 0 0,-1 0 0 0 0,1 0 0 0 0,-1 0 0 0 0,1 0 0 0 0,0 0 0 0 0,-1 1 0 0 0,-15 0 419 0 0,16-1-475 0 0,-10 4 192 0 0,1-1-1 0 0,0 1 1 0 0,-1 0 0 0 0,1 1 0 0 0,0 0-1 0 0,1 1 1 0 0,0-1 0 0 0,-13 13-1 0 0,2-4 31 0 0,-20 17 191 0 0,-37 36-1 0 0,59-50-314 0 0,0 1-1 0 0,2 0 0 0 0,0 1 0 0 0,-15 26 1 0 0,27-39-65 0 0,0 0 1 0 0,0-1 0 0 0,0 1-1 0 0,1 1 1 0 0,0-1 0 0 0,0 0 0 0 0,1 1-1 0 0,-1-1 1 0 0,1 9 0 0 0,1-13-21 0 0,0 0 0 0 0,0 0 0 0 0,0 0 0 0 0,0 0 0 0 0,1 0 1 0 0,-1 0-1 0 0,1 0 0 0 0,0 0 0 0 0,-1 0 0 0 0,1 0 0 0 0,0-1 0 0 0,0 1 0 0 0,0 0 0 0 0,0 0 0 0 0,1-1 1 0 0,-1 1-1 0 0,0-1 0 0 0,1 1 0 0 0,-1-1 0 0 0,1 1 0 0 0,-1-1 0 0 0,1 0 0 0 0,0 0 0 0 0,-1 0 0 0 0,1 0 1 0 0,0 0-1 0 0,0 0 0 0 0,0 0 0 0 0,0-1 0 0 0,0 1 0 0 0,0-1 0 0 0,3 1 0 0 0,6 1-164 0 0,0 0 0 0 0,0-2 0 0 0,0 1 0 0 0,0-1 1 0 0,0-1-1 0 0,0 0 0 0 0,0 0 0 0 0,-1-1 0 0 0,1 0 0 0 0,0-1 0 0 0,-1-1 0 0 0,1 1 0 0 0,-1-2 0 0 0,17-9 0 0 0,-9 3-118 0 0,0-1-1 0 0,-1 0 1 0 0,0-2-1 0 0,-1 0 0 0 0,-1-1 1 0 0,22-26-1 0 0,-20 18 242 0 0,-2 0-1 0 0,0-1 1 0 0,15-35-1 0 0,0-1 1798 0 0,-22 45-968 0 0,-12 19-60 0 0,-12 26-125 0 0,5-6-386 0 0,2 1-1 0 0,-12 44 1 0 0,19-62-202 0 0,1 0 1 0 0,0 0-1 0 0,0 0 1 0 0,0 1 0 0 0,1-1-1 0 0,0 0 1 0 0,1 0-1 0 0,-1 0 1 0 0,1 1-1 0 0,1-1 1 0 0,-1 0 0 0 0,1 0-1 0 0,0 0 1 0 0,1-1-1 0 0,3 8 1 0 0,-3-11-158 0 0,-1 0 0 0 0,1 0 1 0 0,-1 0-1 0 0,1 0 0 0 0,0 0 1 0 0,0-1-1 0 0,1 0 0 0 0,-1 1 1 0 0,0-1-1 0 0,1-1 0 0 0,-1 1 1 0 0,1 0-1 0 0,0-1 0 0 0,0 0 0 0 0,-1 0 1 0 0,1 0-1 0 0,0 0 0 0 0,7 0 1 0 0,-2 0-762 0 0,0-1-1 0 0,0 0 1 0 0,0 0 0 0 0,0-1 0 0 0,0 0 0 0 0,0-1-1 0 0,11-3 1 0 0,5-4-3740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0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89 1700 0 0,'9'-57'12147'0'0,"-28"81"-9684"0"0,11-9-2179 0 0,0 1-1 0 0,1 0 0 0 0,1 0 1 0 0,0 1-1 0 0,2-1 0 0 0,0 1 1 0 0,0 0-1 0 0,2 1 0 0 0,0-1 1 0 0,1 0-1 0 0,2 28 0 0 0,-1-41-271 0 0,1 1 0 0 0,0-1-1 0 0,0 0 1 0 0,1 0 0 0 0,-1 0-1 0 0,1 0 1 0 0,0 0 0 0 0,0 0-1 0 0,0 0 1 0 0,0-1 0 0 0,1 1-1 0 0,-1-1 1 0 0,1 1 0 0 0,0-1-1 0 0,0 0 1 0 0,0 0 0 0 0,1 0-1 0 0,-1-1 1 0 0,1 1 0 0 0,-1-1-1 0 0,1 0 1 0 0,0 0 0 0 0,0 0-1 0 0,0 0 1 0 0,0-1 0 0 0,0 0-1 0 0,0 0 1 0 0,1 0 0 0 0,-1 0-1 0 0,5 0 1 0 0,0 0-100 0 0,0 0 0 0 0,1-1 0 0 0,-1 0 0 0 0,0-1 1 0 0,0 0-1 0 0,0 0 0 0 0,0-1 0 0 0,0 0 0 0 0,0-1 0 0 0,0 0 0 0 0,0 0 0 0 0,-1-1 1 0 0,11-6-1 0 0,-12 5-2 0 0,0 0 0 0 0,0 0 0 0 0,0-1 0 0 0,-1 0 1 0 0,0-1-1 0 0,-1 1 0 0 0,1-1 0 0 0,-1 0 0 0 0,0-1 1 0 0,-1 1-1 0 0,0-1 0 0 0,0 0 0 0 0,-1 0 0 0 0,0 0 0 0 0,0 0 1 0 0,2-15-1 0 0,0-7 12 0 0,-2 0-1 0 0,0 0 1 0 0,-4-43 0 0 0,1 32 183 0 0,-3 35-43 0 0,-1 15 25 0 0,-5 19 140 0 0,-129 584 3205 0 0,-9-85-1328 0 0,117-439-1345 0 0,-5-3-1 0 0,-3 0 1 0 0,-93 151-1 0 0,105-199-395 0 0,-35 40 0 0 0,49-64-241 0 0,0 0 0 0 0,-1 0 0 0 0,-1-1 0 0 0,0-1 0 0 0,-28 17 0 0 0,39-26-105 0 0,1-1-1 0 0,-1 0 1 0 0,0 0 0 0 0,1 1-1 0 0,-1-2 1 0 0,0 1 0 0 0,1 0-1 0 0,-1 0 1 0 0,0-1-1 0 0,0 0 1 0 0,0 1 0 0 0,0-1-1 0 0,0 0 1 0 0,1-1-1 0 0,-1 1 1 0 0,-4-1 0 0 0,5 0-26 0 0,1 0 0 0 0,-1 1 0 0 0,0-2 0 0 0,0 1 1 0 0,1 0-1 0 0,-1 0 0 0 0,0 0 0 0 0,1-1 0 0 0,0 1 1 0 0,-1-1-1 0 0,1 1 0 0 0,0-1 0 0 0,-1 0 0 0 0,1 1 1 0 0,0-1-1 0 0,0 0 0 0 0,1 0 0 0 0,-1 0 0 0 0,0 0 1 0 0,0 0-1 0 0,1 1 0 0 0,-1-5 0 0 0,-1-6-127 0 0,1 0 0 0 0,0 1 0 0 0,0-1 0 0 0,1 0 0 0 0,1 0 0 0 0,0 0 0 0 0,1 0 0 0 0,5-21 0 0 0,4-3-611 0 0,23-52-1 0 0,-2 20-445 0 0,2 1 0 0 0,4 2-1 0 0,61-82 1 0 0,30-12-2864 0 0,8 11-3512 0 0,-82 94 1500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1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40 731 2100 0 0,'-4'2'619'0'0,"1"1"-1"0"0,0-1 1 0 0,-1 1 0 0 0,1 0-1 0 0,0 0 1 0 0,1 0 0 0 0,-1 0-1 0 0,1 0 1 0 0,-1 1 0 0 0,1-1-1 0 0,-2 5 1 0 0,3-5-489 0 0,0 0 0 0 0,1-1 0 0 0,-1 1 0 0 0,1-1 0 0 0,0 1 0 0 0,0 0 0 0 0,0-1 0 0 0,0 1 0 0 0,0 0-1 0 0,0-1 1 0 0,1 1 0 0 0,-1-1 0 0 0,1 1 0 0 0,0-1 0 0 0,0 1 0 0 0,0-1 0 0 0,0 1 0 0 0,0-1 0 0 0,2 3 0 0 0,0 0-62 0 0,1 0 0 0 0,-1-1 0 0 0,1 0 0 0 0,0 1 0 0 0,0-1 1 0 0,1-1-1 0 0,-1 1 0 0 0,1-1 0 0 0,0 0 0 0 0,0 0 0 0 0,0 0 0 0 0,0 0 0 0 0,1-1 0 0 0,-1 0 0 0 0,0 0 0 0 0,1-1 0 0 0,8 2 0 0 0,-1-1-27 0 0,0 0 0 0 0,0-1-1 0 0,0 0 1 0 0,0-1-1 0 0,0-1 1 0 0,22-3 0 0 0,-14 0-46 0 0,0-1 0 0 0,-1-1 1 0 0,1-1-1 0 0,-1-1 0 0 0,0 0 1 0 0,-1-2-1 0 0,0 0 0 0 0,-1-1 1 0 0,0-1-1 0 0,0-1 0 0 0,-2 0 1 0 0,1-1-1 0 0,-2-1 0 0 0,0-1 1 0 0,-1 0-1 0 0,0 0 0 0 0,-1-2 1 0 0,-1 0-1 0 0,-1 0 0 0 0,14-30 1 0 0,-10 9-27 0 0,-2 0 0 0 0,-1-1 0 0 0,-2-1 0 0 0,-2 0 0 0 0,-2 0 0 0 0,-1 0 0 0 0,-2-1 0 0 0,-2 1 0 0 0,-2-1 0 0 0,-2 0 0 0 0,-8-43 0 0 0,10 81 16 0 0,0-3-7 0 0,-1 0 0 0 0,1 1 0 0 0,-1-1 0 0 0,0 1-1 0 0,-5-10 1 0 0,7 15 22 0 0,0 1 0 0 0,0-1 0 0 0,-1 1 0 0 0,1-1 0 0 0,0 1 0 0 0,0-1 0 0 0,-1 1 0 0 0,1-1 0 0 0,0 1 0 0 0,-1-1-1 0 0,1 1 1 0 0,-1-1 0 0 0,1 1 0 0 0,0-1 0 0 0,-1 1 0 0 0,1 0 0 0 0,-1-1 0 0 0,1 1 0 0 0,-1 0 0 0 0,0-1 0 0 0,1 1 0 0 0,-1 0 0 0 0,1 0 0 0 0,-1-1 0 0 0,1 1-1 0 0,-1 0 1 0 0,0 0 0 0 0,1 0 0 0 0,-1 0 0 0 0,1 0 0 0 0,-1 0 0 0 0,0 0 0 0 0,1 0 0 0 0,-1 0 0 0 0,1 0 0 0 0,-1 0 0 0 0,0 1 0 0 0,1-1 0 0 0,-2 0 0 0 0,0 2 4 0 0,0-1 1 0 0,-1 0 0 0 0,1 1 0 0 0,0-1-1 0 0,0 1 1 0 0,0 0 0 0 0,0-1 0 0 0,0 1 0 0 0,1 0-1 0 0,-1 0 1 0 0,1 0 0 0 0,-1 1 0 0 0,1-1-1 0 0,-1 0 1 0 0,1 1 0 0 0,0-1 0 0 0,-1 5 0 0 0,-1-1-5 0 0,-20 48 29 0 0,2 1 0 0 0,2 1 1 0 0,3 1-1 0 0,3 0 0 0 0,-7 61 1 0 0,15-79 66 0 0,1 1 1 0 0,2-1 0 0 0,4 55 0 0 0,0-76-148 0 0,0 0-1 0 0,2-1 1 0 0,0 1 0 0 0,0 0 0 0 0,2-1 0 0 0,0 0-1 0 0,1 0 1 0 0,1-1 0 0 0,15 24 0 0 0,-19-33-210 0 0,1-1 0 0 0,1 1 0 0 0,-1-1 0 0 0,1-1 0 0 0,0 1 0 0 0,0-1 0 0 0,1 0 1 0 0,-1 0-1 0 0,10 4 0 0 0,-10-6-303 0 0,-1-1 0 0 0,1 1 0 0 0,0-1 0 0 0,0-1 0 0 0,-1 1 0 0 0,1-1 0 0 0,0 0 0 0 0,7 0 0 0 0,9-2-2497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26 114 968 0 0,'18'-111'9126'0'0,"-18"108"-8624"0"0,-1 28 943 0 0,-7 105 790 0 0,4-38-1554 0 0,-25 372 892 0 0,28-463-1563 0 0,1 1 0 0 0,0-1 1 0 0,0 1-1 0 0,0-1 1 0 0,0 1-1 0 0,0-1 1 0 0,0 1-1 0 0,0-1 1 0 0,1 1-1 0 0,-1-1 0 0 0,0 1 1 0 0,1-1-1 0 0,-1 1 1 0 0,1-1-1 0 0,0 1 1 0 0,1 1-1 0 0,-2-2-8 0 0,0-1 0 0 0,1 0-1 0 0,-1 0 1 0 0,0 0 0 0 0,0 0 0 0 0,1 0-1 0 0,-1 0 1 0 0,0 0 0 0 0,1 0-1 0 0,-1 0 1 0 0,0 0 0 0 0,0 0 0 0 0,1 0-1 0 0,-1 0 1 0 0,0 0 0 0 0,0-1-1 0 0,1 1 1 0 0,-1 0 0 0 0,0 0 0 0 0,0 0-1 0 0,1 0 1 0 0,-1 0 0 0 0,0 0 0 0 0,0-1-1 0 0,0 1 1 0 0,1 0 0 0 0,-1 0-1 0 0,0 0 1 0 0,0-1 0 0 0,0 1 0 0 0,10-17-14 0 0,4-18-61 0 0,16-71 0 0 0,3-9-19 0 0,-27 100 63 0 0,0 1-1 0 0,1 0 1 0 0,0 0-1 0 0,1 0 1 0 0,17-20-1 0 0,-22 30 15 0 0,0 1 1 0 0,0 0-1 0 0,1-1 0 0 0,-1 2 1 0 0,1-1-1 0 0,0 0 0 0 0,0 1 0 0 0,0-1 1 0 0,0 1-1 0 0,9-3 0 0 0,3 4-30 0 0,-12 1 43 0 0,0 1 0 0 0,0-1 0 0 0,0 1 0 0 0,0 0 0 0 0,-1 1 0 0 0,1-1 0 0 0,0 1-1 0 0,-1-1 1 0 0,1 1 0 0 0,-1 0 0 0 0,1 0 0 0 0,-1 1 0 0 0,0-1 0 0 0,0 1-1 0 0,4 3 1 0 0,-3 0 24 0 0,1-1 0 0 0,-1 1-1 0 0,0 0 1 0 0,-1 1 0 0 0,0-1 0 0 0,1 1-1 0 0,3 12 1 0 0,-2 2 54 0 0,0 0 0 0 0,-2 0 0 0 0,0 0 0 0 0,-1 39 1 0 0,-6-7 38 0 0,3-42-399 0 0,-1 0 0 0 0,2-1 0 0 0,-1 1 0 0 0,1 0 0 0 0,1 0 1 0 0,0 0-1 0 0,1 0 0 0 0,3 11 0 0 0,-5-20-55 0 0,2 0 0 0 0,-1 0 0 0 0,0 0 0 0 0,0 0 0 0 0,1-1 0 0 0,-1 1 0 0 0,0-1 0 0 0,1 1 0 0 0,0-1 0 0 0,-1 1 0 0 0,1-1 0 0 0,0 0 0 0 0,0 1 0 0 0,0-1 0 0 0,0 0 0 0 0,0 0 0 0 0,0-1 0 0 0,0 1 0 0 0,0 0 0 0 0,2 0 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1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45 2276 0 0,'-1'-2'354'0'0,"-1"1"0"0"0,0-1 1 0 0,0 1-1 0 0,1 0 0 0 0,-1-1 0 0 0,0 1 0 0 0,0 0 0 0 0,0 0 0 0 0,0 0 0 0 0,0 1 0 0 0,0-1 0 0 0,0 0 1 0 0,-1 1-1 0 0,1-1 0 0 0,0 1 0 0 0,0 0 0 0 0,0 0 0 0 0,-4 0 0 0 0,1 1-70 0 0,1-1-1 0 0,0 1 0 0 0,0 0 1 0 0,0 1-1 0 0,0-1 0 0 0,0 1 1 0 0,0 0-1 0 0,0 0 0 0 0,-4 3 1 0 0,-4 4 103 0 0,0 1 0 0 0,1 0 1 0 0,-1 1-1 0 0,-11 15 1 0 0,3-1-46 0 0,1 1 1 0 0,1 0 0 0 0,1 2-1 0 0,-14 31 1 0 0,23-41-246 0 0,0 1 1 0 0,1 0-1 0 0,2 0 0 0 0,-1 0 0 0 0,2 1 1 0 0,1 0-1 0 0,-2 33 0 0 0,5-46-79 0 0,0-1 1 0 0,1 0-1 0 0,-1 0 0 0 0,1 0 0 0 0,1 0 0 0 0,-1 0 0 0 0,1-1 1 0 0,0 1-1 0 0,0 0 0 0 0,1-1 0 0 0,-1 1 0 0 0,1-1 0 0 0,0 0 1 0 0,5 6-1 0 0,-5-8-55 0 0,-1-1 0 0 0,1 0 1 0 0,-1 1-1 0 0,1-1 0 0 0,0-1 0 0 0,0 1 0 0 0,-1 0 1 0 0,1-1-1 0 0,1 1 0 0 0,-1-1 0 0 0,0 0 1 0 0,0 0-1 0 0,0 0 0 0 0,1-1 0 0 0,-1 1 1 0 0,0-1-1 0 0,0 1 0 0 0,1-1 0 0 0,-1 0 1 0 0,1-1-1 0 0,-1 1 0 0 0,0 0 0 0 0,0-1 0 0 0,1 0 1 0 0,-1 0-1 0 0,0 0 0 0 0,4-2 0 0 0,2 0-119 0 0,0-1 0 0 0,0-1 0 0 0,0 0-1 0 0,-1 0 1 0 0,1 0 0 0 0,-1-1-1 0 0,-1-1 1 0 0,15-13 0 0 0,-12 8 8 0 0,-1 0 0 0 0,1-1 1 0 0,-2 0-1 0 0,0 0 0 0 0,7-16 1 0 0,2-14-137 0 0,-1-1 0 0 0,16-81 0 0 0,-31 121 273 0 0,15-70-21 0 0,14-55 84 0 0,-29 127 23 0 0,0 4 94 0 0,1 3-61 0 0,0 0-1 0 0,0 0 1 0 0,-1 0-1 0 0,0 0 0 0 0,1 1 1 0 0,-2-1-1 0 0,1 0 0 0 0,-1 9 1 0 0,-2 51 541 0 0,0-32-397 0 0,-1 28 78 0 0,1-21-202 0 0,0 0-1 0 0,3 0 0 0 0,2 0 0 0 0,7 44 1 0 0,-9-81-228 0 0,0 0 1 0 0,-1 0 0 0 0,1 0-1 0 0,0 0 1 0 0,1 0 0 0 0,-1 0-1 0 0,0-1 1 0 0,1 1-1 0 0,0 0 1 0 0,0-1 0 0 0,-1 1-1 0 0,1-1 1 0 0,1 0 0 0 0,-1 1-1 0 0,0-1 1 0 0,0 0 0 0 0,1 0-1 0 0,0-1 1 0 0,-1 1 0 0 0,1 0-1 0 0,3 1 1 0 0,-2-2-312 0 0,0 0 0 0 0,-1 0 0 0 0,1-1-1 0 0,0 1 1 0 0,0-1 0 0 0,0 0 0 0 0,0 0 0 0 0,0 0 0 0 0,0-1 0 0 0,0 1 0 0 0,-1-1 0 0 0,1 0 0 0 0,0 0 0 0 0,0 0 0 0 0,-1 0 0 0 0,7-4 0 0 0,12-6-3464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2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88 2212 0 0,'24'-88'10260'0'0,"-24"92"-10024"0"0,0-1 1 0 0,0 0-1 0 0,0 0 1 0 0,0 1-1 0 0,-1-1 1 0 0,0 0-1 0 0,1 1 1 0 0,-3 3-1 0 0,-1 8 270 0 0,-29 155 2239 0 0,-18 111-956 0 0,43-220-1561 0 0,3 1 0 0 0,4 98 0 0 0,2-145-348 0 0,1-1 0 0 0,4 18 1 0 0,-5-28-168 0 0,0 0-1 0 0,0 0 1 0 0,0-1 0 0 0,1 1 0 0 0,-1 0 0 0 0,1-1 0 0 0,0 1-1 0 0,0-1 1 0 0,1 1 0 0 0,-1-1 0 0 0,1 0 0 0 0,4 4-1 0 0,-6-6 99 0 0,0-1-1 0 0,0 1 1 0 0,0-1-1 0 0,0 1 0 0 0,0-1 1 0 0,0 1-1 0 0,0-1 0 0 0,0 0 1 0 0,0 1-1 0 0,0-1 0 0 0,0 0 1 0 0,0 0-1 0 0,2 0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2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124 131 556 0 0,'-123'-34'15217'0'0,"125"33"-15123"0"0,-1 0-1 0 0,1-1 1 0 0,1 1-1 0 0,-1 0 1 0 0,0 0-1 0 0,0 1 1 0 0,0-1-1 0 0,0 0 1 0 0,1 1-1 0 0,2-1 1 0 0,-3 1 6 0 0,268-45 1051 0 0,-148 29-2249 0 0,-61 9-618 0 0,-5 1-1263 0 0,-18-1-2275 0 0,-24 2 652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2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241 154 2960 0 0,'-227'27'12745'0'0,"214"-27"-11007"0"0,24-4-1329 0 0,30-5-341 0 0,372-66-2252 0 0,-136 29-2199 0 0,-120 20 264 0 0,-32 6-711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207 900 1760 0 0,'-163'83'10294'0'0,"159"-80"-10140"0"0,0 0 0 0 0,0-1 0 0 0,1 2 0 0 0,-1-1 0 0 0,1 0 0 0 0,0 1-1 0 0,0-1 1 0 0,0 1 0 0 0,0 0 0 0 0,0 0 0 0 0,-2 7 0 0 0,4-10-128 0 0,1 0 0 0 0,0 0-1 0 0,0-1 1 0 0,-1 1 0 0 0,1 0-1 0 0,0 0 1 0 0,0 0 0 0 0,0 0-1 0 0,0-1 1 0 0,0 1 0 0 0,0 0-1 0 0,1 0 1 0 0,-1 0 0 0 0,0-1 0 0 0,0 1-1 0 0,0 0 1 0 0,1 0 0 0 0,-1-1-1 0 0,0 1 1 0 0,1 0 0 0 0,-1 0-1 0 0,1-1 1 0 0,-1 1 0 0 0,1 0-1 0 0,-1-1 1 0 0,1 1 0 0 0,-1-1-1 0 0,1 1 1 0 0,0-1 0 0 0,-1 1 0 0 0,1-1-1 0 0,0 1 1 0 0,-1-1 0 0 0,1 0-1 0 0,0 1 1 0 0,0-1 0 0 0,-1 0-1 0 0,1 1 1 0 0,0-1 0 0 0,1 0-1 0 0,2 1 63 0 0,1 0-1 0 0,-1 0 0 0 0,1 0 1 0 0,-1-1-1 0 0,9 1 0 0 0,11-3 19 0 0,1-2-1 0 0,-1 0 1 0 0,0-1 0 0 0,0-1-1 0 0,32-14 1 0 0,-22 6-64 0 0,-1-2 1 0 0,61-39-1 0 0,-65 34-48 0 0,-2-1 1 0 0,-1-1-1 0 0,-1-2 1 0 0,-1 0-1 0 0,-1-2 0 0 0,-1 0 1 0 0,-1-2-1 0 0,-2 0 1 0 0,-1-1-1 0 0,15-36 1 0 0,4-18-59 0 0,-5-1 0 0 0,36-146 0 0 0,-29 48-254 0 0,-37 173 275 0 0,0-8-83 0 0,-6 22 110 0 0,-7 28 68 0 0,-74 288 20 0 0,42-143 8 0 0,40-165-135 0 0,-42 178 376 0 0,38-153-1298 0 0,2 1 0 0 0,1 0 0 0 0,2 42 0 0 0,2-75 123 0 0,1 0 1 0 0,-1 0-1 0 0,1 0 0 0 0,0 0 0 0 0,2 8 1 0 0,5 1-3666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3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98 1536 0 0,'7'-98'8614'0'0,"-8"102"-8283"0"0,-8 28 562 0 0,-8 63 0 0 0,5-16-115 0 0,-97 537 2018 0 0,106-586-2536 0 0,3-30-258 0 0,0 0 1 0 0,0 0-1 0 0,0 0 0 0 0,0 1 0 0 0,0-1 0 0 0,0 0 1 0 0,0 0-1 0 0,0 0 0 0 0,0 0 0 0 0,0 0 0 0 0,0 0 1 0 0,0 0-1 0 0,0 0 0 0 0,0 1 0 0 0,0-1 1 0 0,0 0-1 0 0,0 0 0 0 0,0 0 0 0 0,0 0 0 0 0,0 0 1 0 0,0 0-1 0 0,0 0 0 0 0,0 1 0 0 0,0-1 1 0 0,0 0-1 0 0,0 0 0 0 0,0 0 0 0 0,0 0 0 0 0,0 0 1 0 0,0 0-1 0 0,0 0 0 0 0,0 0 0 0 0,1 0 0 0 0,-1 1 1 0 0,0-1-1 0 0,0 0 0 0 0,0 0 0 0 0,0 0 1 0 0,0 0-1 0 0,0 0 0 0 0,0 0 0 0 0,0 0 0 0 0,0 0 1 0 0,1 0-1 0 0,-1 0 0 0 0,0 0 0 0 0,0 0 0 0 0,0 0 1 0 0,0 0-1 0 0,0 0 0 0 0,0 0 0 0 0,0 0 1 0 0,1 0-1 0 0,-1 0 0 0 0,0 0 0 0 0,0 0 0 0 0,0 0 1 0 0,9-15-2 0 0,32-77-59 0 0,35-69-65 0 0,-60 131 100 0 0,1 1 0 0 0,2 1 0 0 0,28-33-1 0 0,-41 54 18 0 0,-1 0-3 0 0,1 0-1 0 0,0 0 0 0 0,0 1 1 0 0,1-1-1 0 0,0 2 1 0 0,0-1-1 0 0,0 1 0 0 0,1 0 1 0 0,0 0-1 0 0,12-5 0 0 0,-18 9 12 0 0,-1 1 0 0 0,1 0 0 0 0,0 0 0 0 0,0-1-1 0 0,0 1 1 0 0,-1 0 0 0 0,1 1 0 0 0,0-1 0 0 0,0 0-1 0 0,0 0 1 0 0,-1 1 0 0 0,1-1 0 0 0,0 1 0 0 0,-1 0-1 0 0,1-1 1 0 0,0 1 0 0 0,-1 0 0 0 0,1 0 0 0 0,-1 0-1 0 0,1 0 1 0 0,-1 0 0 0 0,1 0 0 0 0,-1 1 0 0 0,0-1-1 0 0,0 0 1 0 0,0 1 0 0 0,1-1 0 0 0,-1 1 0 0 0,-1-1-1 0 0,1 1 1 0 0,0-1 0 0 0,1 3 0 0 0,1 4 55 0 0,0-1-1 0 0,0 1 1 0 0,-1 0 0 0 0,0 0 0 0 0,2 10-1 0 0,-2 14 119 0 0,0 0-1 0 0,-2 0 1 0 0,-2 0-1 0 0,-8 51 0 0 0,-2 29 93 0 0,12-109-262 0 0,-1-1 0 0 0,1 1 0 0 0,0-1 0 0 0,0 0 0 0 0,0 1 1 0 0,0-1-1 0 0,1 1 0 0 0,-1-1 0 0 0,1 0 0 0 0,0 1 0 0 0,-1-1 1 0 0,1 0-1 0 0,0 1 0 0 0,0-1 0 0 0,0 0 0 0 0,1 0 0 0 0,-1 0 0 0 0,0 0 1 0 0,1 0-1 0 0,3 3 0 0 0,-3-4-38 0 0,1 1 0 0 0,0-1 0 0 0,0 0 0 0 0,0 0 0 0 0,-1 0 0 0 0,1 0 0 0 0,1-1 0 0 0,-1 1 0 0 0,0-1 0 0 0,0 1 0 0 0,0-1 0 0 0,0 0 0 0 0,0-1 0 0 0,0 1 0 0 0,0 0 0 0 0,4-2 0 0 0,8-1-203 0 0,0-1 0 0 0,-1-1 0 0 0,0 0 0 0 0,1 0 0 0 0,-2-2 0 0 0,1 0 0 0 0,-1 0 0 0 0,0-2 0 0 0,22-17 1 0 0,-10 4-137 0 0,-2 0 0 0 0,0-2 0 0 0,30-40 0 0 0,-31 34 98 0 0,25-45 0 0 0,-40 62 399 0 0,-1-1 1 0 0,0 1 0 0 0,-1-1 0 0 0,0 0-1 0 0,-1 0 1 0 0,3-21 0 0 0,-7 9 243 0 0,0 26-353 0 0,0-1 1 0 0,0 0 0 0 0,0 0-1 0 0,0 1 1 0 0,0-1-1 0 0,0 0 1 0 0,0 0-1 0 0,0 1 1 0 0,-1-1 0 0 0,1 0-1 0 0,0 0 1 0 0,-1 1-1 0 0,1-1 1 0 0,0 0 0 0 0,-1 1-1 0 0,1-1 1 0 0,-1 0-1 0 0,1 1 1 0 0,-1-1-1 0 0,1 1 1 0 0,-1-1 0 0 0,0 1-1 0 0,1-1 1 0 0,-1 1-1 0 0,0-1 1 0 0,1 1-1 0 0,-1 0 1 0 0,0-1 0 0 0,1 1-1 0 0,-1 0 1 0 0,0 0-1 0 0,-1-1 1 0 0,-1 2 36 0 0,-1 0 0 0 0,1-1 0 0 0,-1 2 0 0 0,1-1 0 0 0,0 0 0 0 0,-1 1 0 0 0,1-1 0 0 0,0 1-1 0 0,0 0 1 0 0,0 0 0 0 0,0 0 0 0 0,0 1 0 0 0,1-1 0 0 0,-1 1 0 0 0,1-1 0 0 0,-1 1 0 0 0,1 0 0 0 0,0 0 0 0 0,-3 5 0 0 0,-4 8 193 0 0,0-1 1 0 0,-10 29 0 0 0,12-29-146 0 0,2 0 0 0 0,0 1 1 0 0,1 0-1 0 0,0 0 0 0 0,1 0 0 0 0,1 0 0 0 0,0 27 1 0 0,2-38-81 0 0,1 1 0 0 0,-1 0 0 0 0,1 0 1 0 0,0 0-1 0 0,1-1 0 0 0,-1 1 1 0 0,1-1-1 0 0,0 1 0 0 0,0-1 0 0 0,1 1 1 0 0,0-1-1 0 0,0 0 0 0 0,0 0 0 0 0,0-1 1 0 0,1 1-1 0 0,0-1 0 0 0,0 1 0 0 0,0-1 1 0 0,0 0-1 0 0,1-1 0 0 0,-1 1 0 0 0,1-1 1 0 0,0 0-1 0 0,8 4 0 0 0,-2-3-133 0 0,1 0 0 0 0,0 0 0 0 0,0-1 0 0 0,0-1 0 0 0,0 0 0 0 0,0 0 0 0 0,17-1 0 0 0,-4-1-843 0 0,0-2-1 0 0,41-7 1 0 0,-45 4-1011 0 0,0-1 0 0 0,31-13 0 0 0,-5-1-3442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3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 3204 0 0,'-359'69'9533'0'0,"333"-60"-8864"0"0,24-8-425 0 0,13 2 115 0 0,6-3-542 0 0,-1-1 0 0 0,1-1 1 0 0,28-7-1 0 0,-21 4-58 0 0,223-40-5606 0 0,-152 25 1061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4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62 158 848 0 0,'-9'-6'1659'0'0,"-26"-24"2386"0"0,33 29-3874 0 0,1-1 0 0 0,-1 1 0 0 0,1-1 0 0 0,-1 1 1 0 0,1-1-1 0 0,0 0 0 0 0,0 0 0 0 0,0 0 1 0 0,0 0-1 0 0,0 0 0 0 0,0 0 0 0 0,1 0 0 0 0,-1 0 1 0 0,1 0-1 0 0,-1 0 0 0 0,1 0 0 0 0,0-2 1 0 0,0 2-96 0 0,1 0 1 0 0,-1 0 0 0 0,1 1 0 0 0,0-1-1 0 0,0 0 1 0 0,0 1 0 0 0,-1-1-1 0 0,2 1 1 0 0,-1-1 0 0 0,0 1 0 0 0,0-1-1 0 0,0 1 1 0 0,1 0 0 0 0,-1-1 0 0 0,1 1-1 0 0,-1 0 1 0 0,1 0 0 0 0,-1 0 0 0 0,1 0-1 0 0,-1 1 1 0 0,1-1 0 0 0,3-1 0 0 0,3-1 137 0 0,1 1 1 0 0,-1-1-1 0 0,12-1 1 0 0,-8 3-118 0 0,-1 0 0 0 0,1 1 0 0 0,-1 0 0 0 0,1 1 1 0 0,-1 0-1 0 0,1 1 0 0 0,-1 0 0 0 0,1 0 0 0 0,-1 2 0 0 0,0-1 0 0 0,0 1 0 0 0,-1 1 0 0 0,13 7 0 0 0,-18-9-52 0 0,1 1-1 0 0,-1-1 0 0 0,0 1 1 0 0,0 1-1 0 0,0-1 0 0 0,0 1 0 0 0,-1 0 1 0 0,0 0-1 0 0,0 0 0 0 0,6 11 1 0 0,-8-12-9 0 0,0 1 0 0 0,0 0 0 0 0,-1 0 0 0 0,1 0 0 0 0,-1 0 0 0 0,0 0 0 0 0,-1 0 0 0 0,1 0 0 0 0,-1 0-1 0 0,0 0 1 0 0,0 1 0 0 0,-1-1 0 0 0,1 0 0 0 0,-1 0 0 0 0,-2 6 0 0 0,-3 5 77 0 0,-1 1-1 0 0,0-1 0 0 0,-1-1 1 0 0,-1 1-1 0 0,0-2 0 0 0,-1 1 1 0 0,-19 20-1 0 0,28-33-41 0 0,0-4-71 0 0,0 1 0 0 0,1-1 0 0 0,-1 1-1 0 0,1-1 1 0 0,-1 1 0 0 0,1-1 0 0 0,0 0-1 0 0,-1 1 1 0 0,1-4 0 0 0,7-18-24 0 0,1 0 1 0 0,1 1 0 0 0,1 1-1 0 0,1 0 1 0 0,0 0 0 0 0,2 1-1 0 0,1 0 1 0 0,0 1 0 0 0,19-19-1 0 0,-24 29-11 0 0,0 0 0 0 0,1 1 0 0 0,11-8 0 0 0,-17 13 22 0 0,0 1 0 0 0,0 0 1 0 0,0-1-1 0 0,0 1 0 0 0,1 1 1 0 0,-1-1-1 0 0,1 1 0 0 0,-1 0 1 0 0,1 0-1 0 0,-1 0 0 0 0,6 0 1 0 0,-5 1 9 0 0,0 1 0 0 0,0-1 0 0 0,0 1 0 0 0,0 1 0 0 0,-1-1 0 0 0,1 0 0 0 0,0 1 0 0 0,-1 0 1 0 0,1 0-1 0 0,-1 1 0 0 0,0-1 0 0 0,0 1 0 0 0,0 0 0 0 0,0 0 0 0 0,0 1 0 0 0,0-1 0 0 0,-1 1 0 0 0,0-1 0 0 0,0 1 1 0 0,0 0-1 0 0,0 0 0 0 0,0 1 0 0 0,3 7 0 0 0,1 4 41 0 0,0-1 0 0 0,-1 1 0 0 0,-1 0-1 0 0,-1 0 1 0 0,4 26 0 0 0,-7-28 38 0 0,-1-1 0 0 0,0 0-1 0 0,-1 0 1 0 0,0 1 0 0 0,-7 24-1 0 0,7-30-3 0 0,1-8-65 0 0,0 1 0 0 0,0-1-1 0 0,-1 1 1 0 0,1-1 0 0 0,0 1-1 0 0,0-1 1 0 0,0 0 0 0 0,0 1 0 0 0,-1-1-1 0 0,1 1 1 0 0,0-1 0 0 0,0 1 0 0 0,-1-1-1 0 0,1 0 1 0 0,0 1 0 0 0,-1-1-1 0 0,1 0 1 0 0,-1 1 0 0 0,1-1 0 0 0,0 0-1 0 0,-1 0 1 0 0,1 1 0 0 0,-1-1-1 0 0,1 0 1 0 0,-1 0 0 0 0,1 0 0 0 0,-1 1-1 0 0,0-1-5 0 0,1 0 0 0 0,0 0-1 0 0,-1 0 1 0 0,1 0-1 0 0,0-1 1 0 0,0 1-1 0 0,-1 0 1 0 0,1 0 0 0 0,0 0-1 0 0,0 0 1 0 0,-1 0-1 0 0,1 0 1 0 0,0 0 0 0 0,0-1-1 0 0,-1 1 1 0 0,1 0-1 0 0,0 0 1 0 0,0 0-1 0 0,-1-1 1 0 0,1 1 0 0 0,0 0-1 0 0,0 0 1 0 0,0 0-1 0 0,0-1 1 0 0,0 1-1 0 0,-1 0 1 0 0,1-1 0 0 0,0 1-1 0 0,0 0 1 0 0,0 0-1 0 0,0-1 1 0 0,0 1 0 0 0,0 0-1 0 0,0 0 1 0 0,0-1-1 0 0,0 1 1 0 0,0 0-1 0 0,0-1 1 0 0,0 1 0 0 0,0 0-1 0 0,0-1 1 0 0,3-20-14 0 0,0 1-1 0 0,1-1 1 0 0,1 1 0 0 0,1 0 0 0 0,1 0 0 0 0,1 0 0 0 0,1 1-1 0 0,18-31 1 0 0,-18 37 8 0 0,-1 0 0 0 0,2 1-1 0 0,0 0 1 0 0,0 1 0 0 0,1 0-1 0 0,0 1 1 0 0,1 0 0 0 0,0 1 0 0 0,0 0-1 0 0,1 1 1 0 0,0 0 0 0 0,27-11-1 0 0,-36 18 5 0 0,0 0-1 0 0,0 0 1 0 0,0 0-1 0 0,0 0 1 0 0,0 0-1 0 0,0 1 1 0 0,0-1-1 0 0,0 1 1 0 0,0 0-1 0 0,0 0 0 0 0,0 1 1 0 0,0-1-1 0 0,0 1 1 0 0,-1 0-1 0 0,1 0 1 0 0,6 3-1 0 0,-5-2 9 0 0,-1 1 0 0 0,0 0 0 0 0,0 0 0 0 0,1 0 0 0 0,-2 0 0 0 0,1 1 0 0 0,0-1 0 0 0,-1 1 0 0 0,0 0 0 0 0,0 0 0 0 0,4 7 0 0 0,0 2 33 0 0,-1-1-1 0 0,-1 1 0 0 0,0 0 0 0 0,-1 1 0 0 0,0-1 1 0 0,-1 1-1 0 0,-1 0 0 0 0,2 21 0 0 0,-3-18-234 0 0,3 45-1050 0 0,1-22-6574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5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198 152 2496 0 0,'-3'0'2212'0'0,"-1"-1"-1501"0"0,-1 0-1 0 0,0 1 1 0 0,1 0 0 0 0,-1 0 0 0 0,1 0-1 0 0,-1 0 1 0 0,0 1 0 0 0,-5 1 0 0 0,8-2-623 0 0,0 1 1 0 0,0-1 0 0 0,0 1 0 0 0,0 0 0 0 0,0 0 0 0 0,0-1-1 0 0,1 1 1 0 0,-1 0 0 0 0,0 1 0 0 0,0-1 0 0 0,1 0 0 0 0,-1 1 0 0 0,1-1-1 0 0,-1 0 1 0 0,1 1 0 0 0,0 0 0 0 0,-1-1 0 0 0,1 1 0 0 0,0 0 0 0 0,0 0-1 0 0,-1 1 1 0 0,2-2-76 0 0,0 0-1 0 0,0-1 1 0 0,0 1-1 0 0,0-1 1 0 0,0 1-1 0 0,0-1 1 0 0,0 1-1 0 0,0 0 1 0 0,1-1-1 0 0,-1 1 1 0 0,0-1-1 0 0,0 1 1 0 0,0-1-1 0 0,0 1 1 0 0,1 0-1 0 0,-1-1 1 0 0,0 1-1 0 0,1-1 1 0 0,-1 0-1 0 0,0 1 1 0 0,1-1-1 0 0,-1 1 1 0 0,1-1-1 0 0,-1 1 1 0 0,1-1-1 0 0,-1 0 1 0 0,0 1-1 0 0,1-1 1 0 0,0 0-1 0 0,0 1 1 0 0,22 6 224 0 0,-12-5-193 0 0,0-1 0 0 0,0 0 0 0 0,0-1 0 0 0,0-1 0 0 0,0 0 0 0 0,0 0 0 0 0,13-4 0 0 0,-20 4-40 0 0,0 0 1 0 0,0 0-1 0 0,0-1 0 0 0,0 0 0 0 0,-1 0 1 0 0,1 0-1 0 0,0 0 0 0 0,-1 0 1 0 0,1-1-1 0 0,-1 0 0 0 0,0 0 0 0 0,0 0 1 0 0,0 0-1 0 0,0 0 0 0 0,-1 0 1 0 0,1-1-1 0 0,-1 1 0 0 0,0-1 0 0 0,0 0 1 0 0,0 0-1 0 0,0 0 0 0 0,1-5 1 0 0,-1 2-14 0 0,-1 0 1 0 0,1 0-1 0 0,-1-1 1 0 0,-1 1 0 0 0,1 0-1 0 0,-1 0 1 0 0,-2-14-1 0 0,1 18 8 0 0,1 0-1 0 0,-1 0 1 0 0,1 0 0 0 0,-1 0-1 0 0,0 0 1 0 0,0 0-1 0 0,-1 0 1 0 0,1 0-1 0 0,-1 0 1 0 0,1 1 0 0 0,-1-1-1 0 0,0 0 1 0 0,0 1-1 0 0,0 0 1 0 0,0-1-1 0 0,0 1 1 0 0,-1 0-1 0 0,1 0 1 0 0,-6-3 0 0 0,5 4 8 0 0,0 0-1 0 0,0 0 1 0 0,0 1 0 0 0,0-1 0 0 0,0 1 0 0 0,-1-1 0 0 0,1 1 0 0 0,0 0 0 0 0,0 0-1 0 0,-1 0 1 0 0,1 1 0 0 0,0-1 0 0 0,0 1 0 0 0,0 0 0 0 0,-1 0 0 0 0,1 0 0 0 0,0 0 0 0 0,0 1-1 0 0,-3 1 1 0 0,-6 4 121 0 0,0 0 0 0 0,-21 17-1 0 0,31-22-109 0 0,-14 12 130 0 0,0 0 0 0 0,2 1 1 0 0,0 0-1 0 0,0 2 0 0 0,-19 29 0 0 0,26-34-91 0 0,0 0 0 0 0,1 0 0 0 0,0 1 0 0 0,0 0 0 0 0,2 0 0 0 0,-1 1 0 0 0,2-1 1 0 0,0 1-1 0 0,-2 20 0 0 0,5-30-108 0 0,0 1 0 0 0,0-1 1 0 0,0 0-1 0 0,1 0 0 0 0,0 0 0 0 0,-1 0 1 0 0,1 0-1 0 0,1 0 0 0 0,-1 0 1 0 0,1 0-1 0 0,-1 0 0 0 0,1 0 0 0 0,0-1 1 0 0,1 1-1 0 0,-1-1 0 0 0,1 1 0 0 0,-1-1 1 0 0,1 0-1 0 0,0 0 0 0 0,0 0 1 0 0,0-1-1 0 0,7 5 0 0 0,-3-2-708 0 0,0-2 1 0 0,1 1-1 0 0,-1-1 0 0 0,1 0 1 0 0,-1-1-1 0 0,1 0 0 0 0,0 0 1 0 0,0-1-1 0 0,0 0 0 0 0,16 0 1 0 0,0-1-3363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69 2300 0 0,'34'-49'7845'0'0,"-34"49"-7818"0"0,1 0 0 0 0,-1 0 0 0 0,0 0 0 0 0,0 0 0 0 0,1 0 0 0 0,-1 0 1 0 0,0 1-1 0 0,0-1 0 0 0,0 0 0 0 0,1 0 0 0 0,-1 0 0 0 0,0 0 0 0 0,0 0 0 0 0,0 0 0 0 0,1 0 0 0 0,-1 0 0 0 0,0 0 0 0 0,0 1 1 0 0,0-1-1 0 0,1 0 0 0 0,-1 0 0 0 0,0 0 0 0 0,0 0 0 0 0,0 1 0 0 0,0-1 0 0 0,0 0 0 0 0,0 0 0 0 0,1 0 0 0 0,-1 1 0 0 0,0-1 1 0 0,0 0-1 0 0,0 0 0 0 0,0 0 0 0 0,0 1 0 0 0,0-1 0 0 0,0 0 0 0 0,0 0 0 0 0,0 1 0 0 0,0-1 0 0 0,0 0 0 0 0,0 1 0 0 0,5 13 572 0 0,-4-13-533 0 0,-1 10 284 0 0,0 1 1 0 0,0-1-1 0 0,-1 0 0 0 0,0 0 1 0 0,-1 0-1 0 0,-5 17 0 0 0,-26 65 686 0 0,23-65-792 0 0,6-20-173 0 0,-37 93 507 0 0,33-85-408 0 0,-1 1 1 0 0,0-1-1 0 0,-20 26 1 0 0,28-41-161 0 0,0 0 0 0 0,1 0 0 0 0,-1 1 0 0 0,0-1 1 0 0,0 0-1 0 0,0 0 0 0 0,0 0 0 0 0,0 0 1 0 0,0 0-1 0 0,0-1 0 0 0,0 1 0 0 0,-1 0 1 0 0,1 0-1 0 0,0-1 0 0 0,0 1 0 0 0,-1-1 0 0 0,1 1 1 0 0,0-1-1 0 0,0 0 0 0 0,-1 1 0 0 0,1-1 1 0 0,-1 0-1 0 0,1 0 0 0 0,0 0 0 0 0,-1 0 1 0 0,1 0-1 0 0,0 0 0 0 0,-1 0 0 0 0,1-1 0 0 0,-1 1 1 0 0,1 0-1 0 0,0-1 0 0 0,-1 1 0 0 0,0-1 1 0 0,0-1-11 0 0,0 0 0 0 0,0 1 1 0 0,1-1-1 0 0,-1 0 1 0 0,1 0-1 0 0,-1 0 1 0 0,1 0-1 0 0,0-1 0 0 0,0 1 1 0 0,0 0-1 0 0,0 0 1 0 0,0-1-1 0 0,0 1 0 0 0,1-1 1 0 0,-1 1-1 0 0,1 0 1 0 0,0-1-1 0 0,-1-3 1 0 0,1-12-24 0 0,1 0-1 0 0,0 0 1 0 0,2 0 0 0 0,0 0 0 0 0,0 1 0 0 0,2 0 0 0 0,0-1 0 0 0,1 1 0 0 0,10-19 0 0 0,-10 24 2 0 0,0 0 0 0 0,1 1 0 0 0,0 0 0 0 0,1 0 0 0 0,0 0 0 0 0,1 1 0 0 0,0 1 0 0 0,0-1 0 0 0,1 1 0 0 0,0 1 0 0 0,1 0 0 0 0,0 0 1 0 0,13-6-1 0 0,-19 12 13 0 0,0-1 0 0 0,0 1 0 0 0,0 1 0 0 0,0-1 0 0 0,0 1 0 0 0,0 0 0 0 0,0 0 0 0 0,0 0 0 0 0,0 1 0 0 0,0-1 1 0 0,1 2-1 0 0,-1-1 0 0 0,0 0 0 0 0,0 1 0 0 0,0 0 0 0 0,0 0 0 0 0,0 0 0 0 0,0 1 0 0 0,0 0 0 0 0,0 0 1 0 0,0 0-1 0 0,-1 0 0 0 0,1 1 0 0 0,-1 0 0 0 0,0 0 0 0 0,6 5 0 0 0,-2-1 11 0 0,-2 1 1 0 0,1-1-1 0 0,-1 2 0 0 0,0-1 0 0 0,0 1 1 0 0,-1-1-1 0 0,0 2 0 0 0,-1-1 0 0 0,0 0 0 0 0,0 1 1 0 0,-1 0-1 0 0,3 15 0 0 0,-4-13 31 0 0,0-1-1 0 0,-1 1 0 0 0,-1 0 0 0 0,0 1 1 0 0,-2 18-1 0 0,1-24 21 0 0,0 0-1 0 0,-1 0 1 0 0,0 0-1 0 0,0 0 1 0 0,0-1 0 0 0,-1 1-1 0 0,0-1 1 0 0,0 1-1 0 0,-1-1 1 0 0,-7 9 0 0 0,10-13 2 0 0,-3-2 3 0 0,3 0-57 0 0,1 0-1 0 0,-1 0 1 0 0,1 0 0 0 0,-1 0 0 0 0,1 0-1 0 0,0 0 1 0 0,-1 0 0 0 0,1 0-1 0 0,-1 0 1 0 0,1 0 0 0 0,-1 0 0 0 0,1 0-1 0 0,-1 0 1 0 0,1 0 0 0 0,-1 0-1 0 0,1 0 1 0 0,0 0 0 0 0,-1 0 0 0 0,1-1-1 0 0,-1 1 1 0 0,1 0 0 0 0,0 0-1 0 0,-1-1 1 0 0,1 1 0 0 0,-1-1 0 0 0,0-6-5 0 0,0 0 0 0 0,1-1 0 0 0,0 1 0 0 0,0-1 0 0 0,0 1 0 0 0,1-1 0 0 0,0 1 0 0 0,1-1 0 0 0,0 1 0 0 0,0 0 0 0 0,0 0 0 0 0,7-13 0 0 0,6-9-34 0 0,28-42 0 0 0,-42 69 36 0 0,12-18-24 0 0,1 1 0 0 0,1 1 0 0 0,1 0 0 0 0,31-27 0 0 0,-36 36 4 0 0,0 0 0 0 0,0 1 0 0 0,1 1-1 0 0,0 0 1 0 0,1 0 0 0 0,-1 1-1 0 0,1 1 1 0 0,0 0 0 0 0,20-4-1 0 0,-27 8 16 0 0,1 0 1 0 0,-1 0-1 0 0,1 1 0 0 0,-1 0 0 0 0,1 0 0 0 0,-1 0 0 0 0,1 1 0 0 0,-1 0 1 0 0,1 1-1 0 0,-1-1 0 0 0,0 1 0 0 0,1 0 0 0 0,-1 1 0 0 0,0-1 1 0 0,0 1-1 0 0,-1 0 0 0 0,1 1 0 0 0,-1 0 0 0 0,1-1 0 0 0,-1 2 0 0 0,0-1 1 0 0,-1 0-1 0 0,1 1 0 0 0,-1 0 0 0 0,0 0 0 0 0,4 7 0 0 0,-2-2 30 0 0,0 0 0 0 0,-1 0-1 0 0,0 1 1 0 0,-1-1-1 0 0,0 1 1 0 0,-1 0 0 0 0,0 0-1 0 0,-1 0 1 0 0,0 0-1 0 0,-1 1 1 0 0,0-1-1 0 0,-1 0 1 0 0,0 1 0 0 0,-2 14-1 0 0,-5 8 72 0 0,-1-1 0 0 0,-15 37-1 0 0,14-44-233 0 0,8-24-631 0 0,-3 10 865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6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18 1124 0 0,'-7'-18'9142'0'0,"7"19"-9077"0"0,-13 30 2178 0 0,-45 197 1532 0 0,24-79-2793 0 0,33-142-949 0 0,-73 244 985 0 0,58-203-811 0 0,-3-2 0 0 0,-2 0 0 0 0,-31 51 0 0 0,31-71-74 0 0,21-26-151 0 0,-1 1 1 0 0,0 0 0 0 0,1-1 0 0 0,-1 1-1 0 0,0 0 1 0 0,0-1 0 0 0,0 1 0 0 0,1-1 0 0 0,-1 1-1 0 0,0-1 1 0 0,0 0 0 0 0,0 1 0 0 0,0-1-1 0 0,0 0 1 0 0,0 0 0 0 0,0 1 0 0 0,1-1 0 0 0,-1 0-1 0 0,0 0 1 0 0,0 0 0 0 0,0 0 0 0 0,0 0-1 0 0,0 0 1 0 0,0 0 0 0 0,0-1 0 0 0,0 1 0 0 0,0 0-1 0 0,-1-1 1 0 0,1 0-16 0 0,1 1 1 0 0,-1-1-1 0 0,0 0 1 0 0,1 0-1 0 0,-1 0 0 0 0,1 0 1 0 0,-1 1-1 0 0,1-1 1 0 0,0 0-1 0 0,-1 0 0 0 0,1 0 1 0 0,0 0-1 0 0,0 0 1 0 0,-1 0-1 0 0,1 0 0 0 0,0 0 1 0 0,0 0-1 0 0,0 0 1 0 0,0 0-1 0 0,1-1 0 0 0,2-24-323 0 0,-3 22 256 0 0,5-18 14 0 0,1 1 0 0 0,0-1 0 0 0,2 1 0 0 0,0 1 0 0 0,2-1 1 0 0,0 2-1 0 0,1-1 0 0 0,1 1 0 0 0,0 1 0 0 0,2 0 0 0 0,0 1 0 0 0,1 1 1 0 0,1 0-1 0 0,0 1 0 0 0,1 0 0 0 0,1 1 0 0 0,0 2 0 0 0,0-1 0 0 0,2 2 1 0 0,27-12-1 0 0,-40 20 117 0 0,1 1 0 0 0,0 0 0 0 0,0 0 0 0 0,-1 0 0 0 0,1 1 0 0 0,1 0 0 0 0,-1 1 0 0 0,0 0 0 0 0,0 0 0 0 0,0 1 0 0 0,0 0 0 0 0,0 0 0 0 0,0 1 0 0 0,0 0 0 0 0,-1 0 0 0 0,13 6 0 0 0,-15-5 40 0 0,0-1-1 0 0,0 1 1 0 0,-1 0 0 0 0,0 1 0 0 0,0-1 0 0 0,0 1 0 0 0,0 0-1 0 0,0 0 1 0 0,0 0 0 0 0,-1 0 0 0 0,0 0 0 0 0,0 1-1 0 0,0 0 1 0 0,-1-1 0 0 0,0 1 0 0 0,1 0 0 0 0,-2 0-1 0 0,1 1 1 0 0,0-1 0 0 0,-1 0 0 0 0,0 0 0 0 0,-1 1 0 0 0,1-1-1 0 0,-1 1 1 0 0,0 8 0 0 0,-1-3 70 0 0,-1 1 0 0 0,0-1-1 0 0,-1 0 1 0 0,0 0 0 0 0,-1 0 0 0 0,0-1 0 0 0,-1 1-1 0 0,0-1 1 0 0,0 0 0 0 0,-1 0 0 0 0,-14 17 0 0 0,10-15 7 0 0,0 0 0 0 0,-1 0 1 0 0,-1-1-1 0 0,0-1 0 0 0,-1 0 1 0 0,0 0-1 0 0,-27 14 0 0 0,31-20-80 0 0,-1 0-1 0 0,0-1 1 0 0,1 0-1 0 0,-1 0 1 0 0,0-1 0 0 0,-1-1-1 0 0,1 0 1 0 0,0 0-1 0 0,-15-1 1 0 0,21 0-122 0 0,0-1 0 0 0,0 1 0 0 0,0-1 0 0 0,0 0 0 0 0,0 0 1 0 0,0-1-1 0 0,0 1 0 0 0,1-1 0 0 0,-1 0 0 0 0,0 0 0 0 0,-5-4 0 0 0,7 4-119 0 0,0 0 0 0 0,0 0 0 0 0,0 0 0 0 0,0 0 0 0 0,1-1 0 0 0,-1 1 0 0 0,1 0 0 0 0,0-1 0 0 0,-1 0 0 0 0,1 1 0 0 0,0-1 0 0 0,1 1 0 0 0,-1-1 0 0 0,0 0 0 0 0,1 0-1 0 0,-1 1 1 0 0,1-1 0 0 0,0-5 0 0 0,1 0-752 0 0,1 1 0 0 0,0 0 1 0 0,0-1-1 0 0,1 1 0 0 0,-1 0 0 0 0,2 0 0 0 0,-1 0 0 0 0,1 1 0 0 0,0-1 0 0 0,9-11 0 0 0,-12 16 532 0 0,16-20-4520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11 141 372 0 0,'50'3'8153'0'0,"-49"-3"-7972"0"0,0 1 1 0 0,-1-1 0 0 0,1 0-1 0 0,0 1 1 0 0,0-1 0 0 0,-1 1-1 0 0,1 0 1 0 0,0-1 0 0 0,0 1-1 0 0,-1-1 1 0 0,1 1 0 0 0,-1 0-1 0 0,1-1 1 0 0,-1 1 0 0 0,1 0-1 0 0,-1 0 1 0 0,1 0 0 0 0,-1-1-1 0 0,1 1 1 0 0,-1 0-1 0 0,0 1 1 0 0,5 16 974 0 0,-5-16-946 0 0,2 2-104 0 0,0 0-1 0 0,0 0 1 0 0,0-1 0 0 0,0 1-1 0 0,1 0 1 0 0,-1-1-1 0 0,1 0 1 0 0,0 1 0 0 0,0-1-1 0 0,0 0 1 0 0,0 0-1 0 0,1-1 1 0 0,-1 1 0 0 0,1-1-1 0 0,0 0 1 0 0,-1 1-1 0 0,1-2 1 0 0,0 1 0 0 0,0 0-1 0 0,0-1 1 0 0,1 0 0 0 0,-1 0-1 0 0,0 0 1 0 0,0 0-1 0 0,8 0 1 0 0,-6-1-80 0 0,-1 0 0 0 0,1 0 0 0 0,0 0 0 0 0,0-1 0 0 0,-1 0 0 0 0,1 0 0 0 0,0 0 0 0 0,-1-1 1 0 0,1 0-1 0 0,-1 0 0 0 0,0 0 0 0 0,1-1 0 0 0,-1 1 0 0 0,0-1 0 0 0,0 0 0 0 0,-1-1 0 0 0,1 1 0 0 0,7-9 0 0 0,-9 8-23 0 0,1-1-1 0 0,-1 0 1 0 0,0 0-1 0 0,-1-1 1 0 0,1 1 0 0 0,-1-1-1 0 0,0 1 1 0 0,0-1-1 0 0,-1 0 1 0 0,0 1-1 0 0,1-12 1 0 0,-1 7-21 0 0,-1-1-1 0 0,0 1 1 0 0,0-1 0 0 0,-2 1 0 0 0,-3-18 0 0 0,5 27 14 0 0,0-1 1 0 0,-1 1 0 0 0,1-1-1 0 0,-1 1 1 0 0,1 0 0 0 0,-1-1 0 0 0,0 1-1 0 0,1 0 1 0 0,-1 0 0 0 0,0 0-1 0 0,0-1 1 0 0,0 1 0 0 0,0 0 0 0 0,0 0-1 0 0,0 0 1 0 0,0 0 0 0 0,0 0-1 0 0,0 1 1 0 0,0-1 0 0 0,-1 0 0 0 0,1 1-1 0 0,0-1 1 0 0,0 0 0 0 0,-1 1-1 0 0,1-1 1 0 0,-1 1 0 0 0,1 0 0 0 0,0 0-1 0 0,-1-1 1 0 0,1 1 0 0 0,-1 0-1 0 0,1 0 1 0 0,-1 0 0 0 0,1 0 0 0 0,0 1-1 0 0,-1-1 1 0 0,1 0 0 0 0,-1 0-1 0 0,1 1 1 0 0,0-1 0 0 0,-1 1 0 0 0,0 0-1 0 0,-6 2 15 0 0,1 1 0 0 0,0-1 0 0 0,-1 1 0 0 0,2 1 0 0 0,-1-1 0 0 0,-7 7 0 0 0,-7 9 181 0 0,0 1 0 0 0,1 0 0 0 0,1 2 0 0 0,1 0 0 0 0,2 1 0 0 0,0 0 0 0 0,1 2-1 0 0,2 0 1 0 0,-16 41 0 0 0,27-62-163 0 0,0 0 0 0 0,1 1-1 0 0,-1-1 1 0 0,1 1 0 0 0,1-1-1 0 0,-1 1 1 0 0,1 0 0 0 0,0-1-1 0 0,0 1 1 0 0,1 0-1 0 0,-1-1 1 0 0,3 8 0 0 0,-2-10-26 0 0,0 0 0 0 0,0 0 0 0 0,1 0 0 0 0,-1 0 0 0 0,1-1 0 0 0,0 1 0 0 0,0 0 0 0 0,0-1-1 0 0,0 1 1 0 0,0-1 0 0 0,1 0 0 0 0,-1 1 0 0 0,1-1 0 0 0,0 0 0 0 0,-1-1 0 0 0,1 1 0 0 0,0 0 0 0 0,0-1 0 0 0,0 0 0 0 0,0 1 0 0 0,0-1 0 0 0,4 1 0 0 0,1-1-241 0 0,0 1-1 0 0,-1-1 0 0 0,1 0 1 0 0,0-1-1 0 0,0 1 1 0 0,0-2-1 0 0,0 1 0 0 0,0-1 1 0 0,-1 0-1 0 0,11-3 1 0 0,-5 0-301 0 0,-1 0 1 0 0,-1-1 0 0 0,1-1 0 0 0,-1 0 0 0 0,20-13 0 0 0,-8 1-686 0 0,0-1 0 0 0,-2-1 0 0 0,0-1 0 0 0,32-42 0 0 0,73-130 2022 0 0,-81 120 2594 0 0,-45 73-3358 0 0,0-1-1 0 0,1 1 0 0 0,-1-1 0 0 0,0 1 0 0 0,0-1 1 0 0,1 1-1 0 0,-1-1 0 0 0,0 1 0 0 0,0-1 0 0 0,1 1 0 0 0,-1-1 1 0 0,1 1-1 0 0,-1 0 0 0 0,0-1 0 0 0,1 1 0 0 0,-1 0 1 0 0,1-1-1 0 0,-1 1 0 0 0,1 0 0 0 0,-1-1 0 0 0,1 1 1 0 0,-1 0-1 0 0,1 0 0 0 0,-1 0 0 0 0,1-1 0 0 0,-1 1 1 0 0,1 0-1 0 0,0 0 0 0 0,-1 0 0 0 0,1 0 0 0 0,-1 0 0 0 0,1 0 1 0 0,-1 0-1 0 0,1 0 0 0 0,-1 0 0 0 0,1 1 0 0 0,0-1 1 0 0,-1 0-1 0 0,1 0 0 0 0,-1 0 0 0 0,1 1 0 0 0,-1-1 1 0 0,1 0-1 0 0,0 1 0 0 0,1 2 146 0 0,0-1 0 0 0,0 1-1 0 0,0-1 1 0 0,0 1 0 0 0,0 0 0 0 0,-1 0 0 0 0,2 3 0 0 0,2 7 353 0 0,0 1 1 0 0,-1 0 0 0 0,0 1-1 0 0,-1-1 1 0 0,-1 1-1 0 0,0-1 1 0 0,-1 28 0 0 0,-2-11 240 0 0,-1 0 0 0 0,-11 50 0 0 0,11-71-512 0 0,-1 1 1 0 0,1-1 0 0 0,-2 0 0 0 0,0-1 0 0 0,-9 19 0 0 0,10-24-186 0 0,1-1-1 0 0,-1 1 1 0 0,0 0 0 0 0,0-1 0 0 0,0 0-1 0 0,0 0 1 0 0,-1 0 0 0 0,1 0-1 0 0,-1 0 1 0 0,0-1 0 0 0,0 1 0 0 0,0-1-1 0 0,0 0 1 0 0,0 0 0 0 0,-6 1 0 0 0,7-2-51 0 0,1 0 0 0 0,-1-1 0 0 0,1 0 1 0 0,0 1-1 0 0,-1-1 0 0 0,1 0 0 0 0,-1 0 1 0 0,1-1-1 0 0,-1 1 0 0 0,1 0 0 0 0,-1-1 1 0 0,1 0-1 0 0,0 1 0 0 0,-1-1 0 0 0,1 0 1 0 0,0 0-1 0 0,-1 0 0 0 0,1-1 1 0 0,0 1-1 0 0,0 0 0 0 0,0-1 0 0 0,0 1 1 0 0,1-1-1 0 0,-1 0 0 0 0,0 0 0 0 0,-2-3 1 0 0,2 2-29 0 0,0 0 1 0 0,0 1 0 0 0,1-1-1 0 0,-1 0 1 0 0,1-1 0 0 0,0 1-1 0 0,-1 0 1 0 0,1 0-1 0 0,1 0 1 0 0,-1-1 0 0 0,0 1-1 0 0,1 0 1 0 0,0-1 0 0 0,0 1-1 0 0,0 0 1 0 0,0-1 0 0 0,0 1-1 0 0,2-5 1 0 0,2-5-267 0 0,1 1 0 0 0,1 0 0 0 0,0 0 0 0 0,1 0 0 0 0,0 1 0 0 0,1 0 0 0 0,0 0 0 0 0,0 1 0 0 0,2 0 1 0 0,15-14-1 0 0,13-8-2279 0 0,62-39 1 0 0,-90 65 2122 0 0,91-58-7859 0 0,-67 42 2963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7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226 331 2752 0 0,'-14'-6'2478'0'0,"1"0"-1"0"0,-14-8 1 0 0,4 2-327 0 0,21 10-1730 0 0,-11 8 223 0 0,10-4-512 0 0,-1-1-1 0 0,1 1 1 0 0,0 0 0 0 0,-1 0 0 0 0,1 0-1 0 0,0 0 1 0 0,0 1 0 0 0,1-1-1 0 0,-6 5 1 0 0,-3 6 137 0 0,1 1 1 0 0,0 0-1 0 0,1 0 1 0 0,-14 28-1 0 0,21-37-235 0 0,0 1 1 0 0,0-1-1 0 0,0 1 0 0 0,0-1 1 0 0,1 1-1 0 0,0 0 0 0 0,0 0 1 0 0,0-1-1 0 0,1 1 0 0 0,0 0 1 0 0,0 0-1 0 0,1 0 0 0 0,-1 0 1 0 0,1-1-1 0 0,0 1 0 0 0,1 0 1 0 0,3 8-1 0 0,-3-9-15 0 0,1-1 0 0 0,1 0 0 0 0,-1 0-1 0 0,0 0 1 0 0,1 0 0 0 0,0 0 0 0 0,0 0 0 0 0,0-1 0 0 0,0 0 0 0 0,1 0 0 0 0,-1 0 0 0 0,1-1-1 0 0,0 1 1 0 0,0-1 0 0 0,0 0 0 0 0,0 0 0 0 0,0-1 0 0 0,0 0 0 0 0,9 2 0 0 0,3-1-4 0 0,1 0 1 0 0,-1-1 0 0 0,0-1 0 0 0,32-3 0 0 0,-38 2-45 0 0,0-1 0 0 0,-1 0 0 0 0,1-1 0 0 0,0 0 0 0 0,-1 0 0 0 0,0-1 0 0 0,0-1 0 0 0,0 0 0 0 0,0 0 1 0 0,-1-1-1 0 0,10-7 0 0 0,-13 8-44 0 0,0-1 0 0 0,-1 1 0 0 0,1-1 0 0 0,-1-1 0 0 0,0 1 0 0 0,-1-1 0 0 0,1 0 0 0 0,-2 0 0 0 0,1 0 0 0 0,-1 0 0 0 0,0-1 0 0 0,0 1 0 0 0,-1-1 0 0 0,0 0 0 0 0,2-13 0 0 0,-2 4-26 0 0,-1 0 0 0 0,0 1 0 0 0,-2-1 0 0 0,0 1 0 0 0,-1-1 0 0 0,-7-30 0 0 0,7 38 72 0 0,-1 0 1 0 0,0 0 0 0 0,0 1-1 0 0,-1-1 1 0 0,0 1 0 0 0,-1 0-1 0 0,0 0 1 0 0,0 0-1 0 0,-1 1 1 0 0,1 0 0 0 0,-2 0-1 0 0,1 0 1 0 0,-13-10 0 0 0,15 15 16 0 0,0-1 1 0 0,0 1 0 0 0,0 0 0 0 0,-1 0 0 0 0,1 0-1 0 0,0 0 1 0 0,-1 1 0 0 0,1 0 0 0 0,-1 0 0 0 0,0 0-1 0 0,1 0 1 0 0,-1 1 0 0 0,0 0 0 0 0,-6 0 0 0 0,4 1 2 0 0,0 0 0 0 0,0 1 1 0 0,0 0-1 0 0,0 0 0 0 0,0 0 1 0 0,0 1-1 0 0,1 0 1 0 0,-12 7-1 0 0,8-4 10 0 0,1 1 0 0 0,0 1-1 0 0,0-1 1 0 0,0 1 0 0 0,1 1 0 0 0,0 0-1 0 0,1 0 1 0 0,0 0 0 0 0,0 1-1 0 0,1 0 1 0 0,-7 14 0 0 0,10-17 9 0 0,0 0 0 0 0,1 1 0 0 0,0-1 0 0 0,0 1 0 0 0,1-1-1 0 0,0 1 1 0 0,0 0 0 0 0,1-1 0 0 0,0 1 0 0 0,0 0 0 0 0,1 0 0 0 0,-1-1 0 0 0,5 16 0 0 0,-3-17 0 0 0,1 0 0 0 0,-1 0 0 0 0,1-1 0 0 0,0 1 0 0 0,0-1 0 0 0,1 0 0 0 0,-1 0-1 0 0,1 0 1 0 0,0 0 0 0 0,1-1 0 0 0,-1 0 0 0 0,1 1 0 0 0,0-2 0 0 0,0 1 0 0 0,0 0 0 0 0,0-1 0 0 0,11 5 0 0 0,-1-2 0 0 0,0-1 0 0 0,1-1 1 0 0,-1 0-1 0 0,1-1 0 0 0,0 0 0 0 0,0-1 1 0 0,0-1-1 0 0,25-2 0 0 0,-15 0 0 0 0,-1-2-1 0 0,1-1 1 0 0,-1-2-1 0 0,39-12 1 0 0,-43 10-17 0 0,0-2 0 0 0,-1 0 0 0 0,0-2 0 0 0,0 0 1 0 0,-1-1-1 0 0,-1-1 0 0 0,0 0 0 0 0,-1-2 0 0 0,-1 0 0 0 0,27-33 0 0 0,3-14 186 0 0,69-125 0 0 0,-94 150-7 0 0,-8 24-171 0 0,-13 14-2 0 0,0 0-1 0 0,0 0 0 0 0,1 0 0 0 0,-1 0 0 0 0,0 0 0 0 0,1 0 1 0 0,-1-1-1 0 0,0 1 0 0 0,0 0 0 0 0,1 0 0 0 0,-1 0 1 0 0,0 0-1 0 0,0 1 0 0 0,1-1 0 0 0,-1 0 0 0 0,0 0 0 0 0,0 0 1 0 0,1 0-1 0 0,-1 0 0 0 0,0 0 0 0 0,0 0 0 0 0,1 0 0 0 0,-1 0 1 0 0,0 1-1 0 0,0-1 0 0 0,1 0 0 0 0,-1 0 0 0 0,0 0 0 0 0,0 1 1 0 0,0-1-1 0 0,0 0 0 0 0,1 0 0 0 0,-1 0 0 0 0,0 1 1 0 0,1 1 1 0 0,0 1 0 0 0,0-1 0 0 0,-1 1 0 0 0,1 0 0 0 0,-1-1 0 0 0,1 1 0 0 0,-1-1 0 0 0,0 1 1 0 0,0 0-1 0 0,-1 4 0 0 0,-72 430 2148 0 0,-42-8-133 0 0,-15-48-803 0 0,92-290-874 0 0,-5-1 0 0 0,-55 87 0 0 0,75-140-157 0 0,-2-1-1 0 0,-35 38 1 0 0,50-62-96 0 0,-1-1 0 0 0,0-1 0 0 0,-1 0 0 0 0,0 0 1 0 0,0-1-1 0 0,-1-1 0 0 0,0 0 0 0 0,-1-1 0 0 0,-26 11 0 0 0,35-16-53 0 0,-1-1-1 0 0,0 1 0 0 0,0-1 0 0 0,0 0 0 0 0,0-1 1 0 0,0 0-1 0 0,0 0 0 0 0,0 0 0 0 0,0 0 0 0 0,0-1 1 0 0,0 0-1 0 0,0 0 0 0 0,0-1 0 0 0,0 1 0 0 0,1-1 1 0 0,-1-1-1 0 0,0 1 0 0 0,1-1 0 0 0,0 0 0 0 0,-8-5 1 0 0,7 3-14 0 0,1-1 0 0 0,-1 1 0 0 0,1-1 0 0 0,0 0 0 0 0,0 0 0 0 0,1 0 0 0 0,0-1 0 0 0,0 1 0 0 0,0-1 0 0 0,1 0 0 0 0,0 0 0 0 0,1 0 0 0 0,-1-1 0 0 0,1 1 1 0 0,-2-14-1 0 0,3 0-16 0 0,0 0 1 0 0,1 0 0 0 0,1 0 0 0 0,0 1 0 0 0,2-1 0 0 0,1 0 0 0 0,0 1 0 0 0,2 0 0 0 0,0 0-1 0 0,1 0 1 0 0,15-28 0 0 0,0 7-91 0 0,2 1-1 0 0,1 1 1 0 0,2 1-1 0 0,35-38 1 0 0,-17 28-292 0 0,2 3 1 0 0,3 1 0 0 0,1 2-1 0 0,2 3 1 0 0,59-33 0 0 0,92-40-3667 0 0,5 12-5395 0 0,-165 79 3662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4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40 175 1644 0 0,'-25'-50'7454'0'0,"11"20"-5254"0"0,30 35-1980 0 0,-11-2-157 0 0,-1 1-1 0 0,1-1 1 0 0,0 1 0 0 0,-1-1 0 0 0,0 1 0 0 0,0 0 0 0 0,0 1-1 0 0,0-1 1 0 0,-1 1 0 0 0,5 7 0 0 0,2 7 169 0 0,12 26 0 0 0,-20-40-200 0 0,9 26 86 0 0,0 1 0 0 0,-2 0-1 0 0,-1 0 1 0 0,-2 1 0 0 0,-1 0 0 0 0,-2 0-1 0 0,-1 1 1 0 0,-1-1 0 0 0,-2 0 0 0 0,-2 1-1 0 0,0-1 1 0 0,-14 53 0 0 0,16-84-101 0 0,1 0 0 0 0,-1 0 0 0 0,1-1 0 0 0,-1 1 0 0 0,0 0 0 0 0,1 0 0 0 0,-1 0 0 0 0,0 0 0 0 0,0-1 0 0 0,-2 3 0 0 0,3-4-14 0 0,0 0 1 0 0,-1 1-1 0 0,1-1 1 0 0,0 0-1 0 0,-1 0 1 0 0,1 0 0 0 0,0 1-1 0 0,0-1 1 0 0,-1 0-1 0 0,1 0 1 0 0,0 0-1 0 0,-1 0 1 0 0,1 0-1 0 0,0 0 1 0 0,-1 0-1 0 0,1 0 1 0 0,0 0 0 0 0,-1 0-1 0 0,1 0 1 0 0,0 0-1 0 0,-1 0 1 0 0,1 0-1 0 0,0 0 1 0 0,-1 0-1 0 0,1 0 1 0 0,0 0-1 0 0,-1 0 1 0 0,1 0 0 0 0,0 0-1 0 0,0-1 1 0 0,-1 1-1 0 0,1 0 1 0 0,0 0-1 0 0,-1-1 1 0 0,-1-1 0 0 0,1 0 0 0 0,-1 0-1 0 0,1 0 1 0 0,-1 0 0 0 0,1 0 0 0 0,0-1 0 0 0,0 1 0 0 0,0 0 0 0 0,0-1 0 0 0,0 1 0 0 0,1-1-1 0 0,-1-4 1 0 0,-2-10-17 0 0,1-1-1 0 0,1 0 0 0 0,1-1 1 0 0,0 1-1 0 0,2 0 0 0 0,0 0 1 0 0,1 1-1 0 0,0-1 0 0 0,2 0 1 0 0,0 1-1 0 0,1 0 0 0 0,1 0 1 0 0,9-17-1 0 0,-11 27 7 0 0,0 0-1 0 0,0 0 1 0 0,1 1-1 0 0,0-1 1 0 0,0 1-1 0 0,0 0 1 0 0,1 1 0 0 0,0 0-1 0 0,0 0 1 0 0,1 0-1 0 0,-1 1 1 0 0,1 0-1 0 0,0 1 1 0 0,0-1-1 0 0,0 1 1 0 0,0 1 0 0 0,1 0-1 0 0,-1 0 1 0 0,1 1-1 0 0,8-1 1 0 0,19 0 9 0 0,-1 2 0 0 0,1 2 0 0 0,56 9 0 0 0,-30-3 33 0 0,-53-7-24 0 0,0-1 0 0 0,1 0 0 0 0,-1 0 0 0 0,0-1 0 0 0,1 0 1 0 0,-1-1-1 0 0,0 0 0 0 0,0 0 0 0 0,12-5 0 0 0,-17 5-11 0 0,0 0 1 0 0,0 0-1 0 0,0 0 0 0 0,0 0 0 0 0,0-1 0 0 0,-1 1 0 0 0,1-1 1 0 0,-1 0-1 0 0,0 0 0 0 0,0 0 0 0 0,0-1 0 0 0,0 1 0 0 0,0-1 1 0 0,-1 0-1 0 0,0 1 0 0 0,0-1 0 0 0,0 0 0 0 0,0 0 0 0 0,0-1 1 0 0,-1 1-1 0 0,2-5 0 0 0,-3 5-7 0 0,1 0 0 0 0,0 0 0 0 0,-1 0 1 0 0,0-1-1 0 0,0 1 0 0 0,0 0 0 0 0,-1 0 0 0 0,1 0 0 0 0,-1 0 1 0 0,0 0-1 0 0,0 0 0 0 0,0 1 0 0 0,-1-1 0 0 0,1 0 0 0 0,-1 0 1 0 0,0 1-1 0 0,0-1 0 0 0,0 1 0 0 0,-1 0 0 0 0,1-1 0 0 0,-1 1 1 0 0,0 0-1 0 0,0 1 0 0 0,0-1 0 0 0,0 0 0 0 0,0 1 0 0 0,-6-4 1 0 0,7 6 0 0 0,1-1 1 0 0,-1 0-1 0 0,0 1 1 0 0,0 0-1 0 0,0-1 1 0 0,-1 1-1 0 0,1 0 1 0 0,0 0-1 0 0,0 0 1 0 0,0 0-1 0 0,0 0 1 0 0,0 1-1 0 0,0-1 1 0 0,0 1-1 0 0,0-1 1 0 0,0 1-1 0 0,0 0 1 0 0,1 0-1 0 0,-1 0 1 0 0,-3 2-1 0 0,-33 23-12 0 0,27-15 20 0 0,0 0 1 0 0,1 0-1 0 0,1 1 1 0 0,0 0-1 0 0,0 1 1 0 0,1-1-1 0 0,-10 24 1 0 0,6-8 30 0 0,1 1 0 0 0,-13 54 1 0 0,20-68-12 0 0,2 1 1 0 0,0-1-1 0 0,0 1 1 0 0,1 0-1 0 0,1 0 1 0 0,1 0-1 0 0,0-1 1 0 0,7 29 0 0 0,-7-37-16 0 0,1-1 0 0 0,0 0 1 0 0,1 0-1 0 0,-1 1 1 0 0,1-1-1 0 0,0-1 0 0 0,1 1 1 0 0,-1 0-1 0 0,1-1 1 0 0,0 0-1 0 0,1 0 0 0 0,-1 0 1 0 0,1 0-1 0 0,0-1 1 0 0,0 0-1 0 0,1 0 0 0 0,-1 0 1 0 0,1 0-1 0 0,0-1 1 0 0,-1 0-1 0 0,2-1 1 0 0,-1 1-1 0 0,9 2 0 0 0,3-2-236 0 0,-1 0 0 0 0,1-1 1 0 0,0-1-1 0 0,-1 0 0 0 0,1-1 0 0 0,0-1 0 0 0,0-1 0 0 0,-1-1 0 0 0,1 0 0 0 0,-1-1 0 0 0,0-1 0 0 0,0-1 0 0 0,32-15 0 0 0,-32 12 29 0 0,0 0 0 0 0,-1-1 0 0 0,0-1-1 0 0,0 0 1 0 0,-1-1 0 0 0,-1-1 0 0 0,0 0 0 0 0,-1-1-1 0 0,0 0 1 0 0,-1-1 0 0 0,-1-1 0 0 0,17-29-1 0 0,-17 20 337 0 0,-1 0-1 0 0,0-1 0 0 0,-2 0 0 0 0,-1 0 0 0 0,-1-1 0 0 0,4-50 0 0 0,-9 37 857 0 0,0 0 0 0 0,-3 0-1 0 0,-1 0 1 0 0,-9-41 0 0 0,4 53-238 0 0,8 28-748 0 0,0 0 1 0 0,0-1-1 0 0,0 1 0 0 0,0 0 1 0 0,0 0-1 0 0,0 0 1 0 0,0 0-1 0 0,0 0 1 0 0,0 0-1 0 0,0-1 0 0 0,0 1 1 0 0,0 0-1 0 0,0 0 1 0 0,0 0-1 0 0,0 0 0 0 0,0 0 1 0 0,0 0-1 0 0,0 0 1 0 0,-1 0-1 0 0,1-1 0 0 0,0 1 1 0 0,0 0-1 0 0,0 0 1 0 0,0 0-1 0 0,0 0 0 0 0,0 0 1 0 0,0 0-1 0 0,0 0 1 0 0,0 0-1 0 0,0 0 1 0 0,-1 0-1 0 0,1 0 0 0 0,0-1 1 0 0,0 1-1 0 0,0 0 1 0 0,0 0-1 0 0,0 0 0 0 0,0 0 1 0 0,0 0-1 0 0,-1 0 1 0 0,1 0-1 0 0,0 0 0 0 0,0 0 1 0 0,0 0-1 0 0,0 0 1 0 0,0 0-1 0 0,0 0 1 0 0,-1 0-1 0 0,1 0 0 0 0,0 0 1 0 0,0 0-1 0 0,0 1 1 0 0,0-1-1 0 0,0 0 0 0 0,-2 18 61 0 0,19 482 1636 0 0,0-86-572 0 0,-16 76-323 0 0,-28-2-336 0 0,22-441-434 0 0,0 17 88 0 0,-3-1 1 0 0,-25 97 0 0 0,31-156-171 0 0,0 1 0 0 0,0-1 0 0 0,0 0 0 0 0,0 0 0 0 0,-1 1 0 0 0,-5 6 0 0 0,7-10-305 0 0,-1-1 263 0 0,0 0 0 0 0,0-1 0 0 0,0 1 0 0 0,0-1 0 0 0,0 0 0 0 0,0 0 0 0 0,0 0 0 0 0,1 0 0 0 0,-1 0 0 0 0,0 0 1 0 0,1 0-1 0 0,-1 0 0 0 0,1-1 0 0 0,-1 1 0 0 0,1-1 0 0 0,-1 1 0 0 0,1-1 0 0 0,0 0 0 0 0,0 1 0 0 0,0-1 0 0 0,0 0 0 0 0,0 0 0 0 0,0 1 0 0 0,1-1 1 0 0,-2-4-1 0 0,-2-7-496 0 0,0-1 1 0 0,-3-21-1 0 0,5 22 199 0 0,-44-326-8312 0 0,44 316 7816 0 0,-8-65-2509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0 176 892 0 0,'8'-18'1199'0'0,"-1"2"0"0"0,2-1 0 0 0,0 1-1 0 0,20-25 1 0 0,-24 35-948 0 0,1 0 1 0 0,0 1-1 0 0,0-1 0 0 0,0 1 0 0 0,0 1 0 0 0,1-1 0 0 0,0 1 0 0 0,0 0 0 0 0,0 1 0 0 0,0 0 0 0 0,1 0 0 0 0,-1 0 1 0 0,13-2-1 0 0,-5 3-67 0 0,0 0 1 0 0,1 1 0 0 0,-1 1 0 0 0,0 0-1 0 0,0 1 1 0 0,0 1 0 0 0,0 0 0 0 0,0 1-1 0 0,0 1 1 0 0,0 0 0 0 0,17 8 0 0 0,-12-4-14 0 0,0 2 0 0 0,-1 0 0 0 0,0 1 0 0 0,0 1 0 0 0,-1 0 0 0 0,-1 2 0 0 0,19 18 0 0 0,-31-27-42 0 0,0 0 0 0 0,0 0 0 0 0,-1 1 0 0 0,0 0 0 0 0,0-1 0 0 0,-1 2 0 0 0,1-1 0 0 0,-1 0 0 0 0,0 1 0 0 0,-1-1 0 0 0,4 14 0 0 0,-6-15-38 0 0,1 0 0 0 0,-1 0 0 0 0,0 0-1 0 0,0 1 1 0 0,0-1 0 0 0,-1 0 0 0 0,0 0 0 0 0,0 0 0 0 0,0 0-1 0 0,0 0 1 0 0,-1 0 0 0 0,0-1 0 0 0,0 1 0 0 0,0 0 0 0 0,-1-1 0 0 0,1 0-1 0 0,-5 5 1 0 0,-1 1-46 0 0,0-1-1 0 0,-1 0 1 0 0,0-1-1 0 0,0 0 1 0 0,-1-1-1 0 0,0 0 1 0 0,0 0-1 0 0,-1-1 0 0 0,0 0 1 0 0,0-1-1 0 0,-1 0 1 0 0,1-1-1 0 0,-1-1 1 0 0,0 1-1 0 0,0-2 1 0 0,0 0-1 0 0,0 0 1 0 0,0-1-1 0 0,0 0 1 0 0,-1-1-1 0 0,1-1 1 0 0,-18-2-1 0 0,27 2-215 0 0,-1 0 1 0 0,0 0-1 0 0,1 0 0 0 0,-1 0 1 0 0,0 0-1 0 0,1-1 0 0 0,0 0 1 0 0,-1 0-1 0 0,1 0 0 0 0,0 0 1 0 0,0 0-1 0 0,0 0 0 0 0,0-1 1 0 0,0 1-1 0 0,1-1 0 0 0,-1 0 0 0 0,-3-6 1 0 0,4 5-393 0 0,0 0 1 0 0,0-1 0 0 0,1 1-1 0 0,0 0 1 0 0,0-1-1 0 0,0 1 1 0 0,1-1 0 0 0,-1 1-1 0 0,1-1 1 0 0,0 0-1 0 0,0 1 1 0 0,1-1-1 0 0,-1 1 1 0 0,3-8 0 0 0,2-10-3719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6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1 591 2392 0 0,'12'-10'3421'0'0,"-12"9"-3222"0"0,1 0 0 0 0,0-1 0 0 0,0 1 0 0 0,0 0 0 0 0,0 0-1 0 0,1 0 1 0 0,-1 0 0 0 0,0 1 0 0 0,0-1 0 0 0,1 0 0 0 0,-1 0 0 0 0,0 1 0 0 0,1-1-1 0 0,-1 1 1 0 0,0-1 0 0 0,1 1 0 0 0,-1-1 0 0 0,1 1 0 0 0,-1 0 0 0 0,1 0 0 0 0,-1 0-1 0 0,1 0 1 0 0,-1 0 0 0 0,1 0 0 0 0,-1 0 0 0 0,1 0 0 0 0,-1 1 0 0 0,1-1 0 0 0,-1 1-1 0 0,0-1 1 0 0,1 1 0 0 0,-1-1 0 0 0,0 1 0 0 0,1 0 0 0 0,-1 0 0 0 0,0-1 0 0 0,0 1-1 0 0,3 2 1 0 0,16 11 403 0 0,0 1-1 0 0,-1 1 1 0 0,-1 0-1 0 0,18 21 0 0 0,58 78 309 0 0,-84-102-831 0 0,-1 0 0 0 0,-1 1 0 0 0,0 0-1 0 0,-1 0 1 0 0,-1 1 0 0 0,7 22 0 0 0,-10-29-17 0 0,-1 1 0 0 0,-1 0 1 0 0,1-1-1 0 0,-1 1 0 0 0,-1 0 0 0 0,1 0 0 0 0,-1-1 1 0 0,-1 1-1 0 0,0 0 0 0 0,0 0 0 0 0,-1-1 1 0 0,0 1-1 0 0,-4 10 0 0 0,5-17-33 0 0,0 1 0 0 0,-1-1 0 0 0,1 0 0 0 0,-1 1-1 0 0,0-1 1 0 0,1 0 0 0 0,-1 0 0 0 0,0 0 0 0 0,0 0 0 0 0,0 0 0 0 0,-1-1 0 0 0,-3 4-1 0 0,4-4 22 0 0,1-2-49 0 0,1 1 1 0 0,0 0-1 0 0,0 0 1 0 0,0 0-1 0 0,0 0 1 0 0,-1-1-1 0 0,1 1 1 0 0,0 0 0 0 0,0 0-1 0 0,0 0 1 0 0,-1 0-1 0 0,1 0 1 0 0,0-1-1 0 0,0 1 1 0 0,-1 0-1 0 0,1 0 1 0 0,0 0-1 0 0,0 0 1 0 0,-1 0-1 0 0,1 0 1 0 0,0 0-1 0 0,0 0 1 0 0,-1 0-1 0 0,1 0 1 0 0,0 0-1 0 0,-1 0 1 0 0,1 0 0 0 0,0 0-1 0 0,0 0 1 0 0,-1 0-1 0 0,0 1 1 0 0,1-1 0 0 0,-1 0 0 0 0,0 0 0 0 0,1 0 0 0 0,-1 0 0 0 0,0 0 0 0 0,1 0 0 0 0,-1 0 0 0 0,0 0 0 0 0,1 0 0 0 0,-1-1 0 0 0,1 1 0 0 0,-1 0 0 0 0,0 0 0 0 0,1-1 0 0 0,-1 1 0 0 0,1 0 0 0 0,-1-1 0 0 0,0 1-1 0 0,0-1 1 0 0,-2-3-2 0 0,-1 0-1 0 0,1-1 0 0 0,0 1 0 0 0,0-1 0 0 0,0 0 0 0 0,1 0 1 0 0,0 0-1 0 0,0 0 0 0 0,0-1 0 0 0,1 1 0 0 0,-1 0 0 0 0,1-1 1 0 0,0 1-1 0 0,1-1 0 0 0,-1 1 0 0 0,1-1 0 0 0,1-9 1 0 0,0 4-14 0 0,0 0 1 0 0,0 0-1 0 0,2-1 1 0 0,-1 1-1 0 0,1 0 1 0 0,1 1-1 0 0,0-1 1 0 0,5-10-1 0 0,-4 13 4 0 0,0 1-1 0 0,0 0 0 0 0,1 0 0 0 0,0 0 0 0 0,0 1 0 0 0,0 0 1 0 0,1 0-1 0 0,0 1 0 0 0,0 0 0 0 0,1 0 0 0 0,-1 0 0 0 0,1 1 1 0 0,0 0-1 0 0,0 1 0 0 0,0 0 0 0 0,1 0 0 0 0,15-3 1 0 0,11 0-1 0 0,1 2 0 0 0,0 1 1 0 0,39 2-1 0 0,-20 0 14 0 0,-23 0 10 0 0,-12 2 6 0 0,0-2 1 0 0,0 0-1 0 0,-1-1 1 0 0,1-1-1 0 0,-1-1 1 0 0,30-9-1 0 0,-46 12-17 0 0,-1 0-1 0 0,0-1 1 0 0,0 1 0 0 0,1 0 0 0 0,-1 0-1 0 0,0-1 1 0 0,0 1 0 0 0,-1-1-1 0 0,1 0 1 0 0,0 0 0 0 0,0 1-1 0 0,-1-1 1 0 0,1 0 0 0 0,-1 0-1 0 0,0-1 1 0 0,0 1 0 0 0,1 0 0 0 0,-2 0-1 0 0,2-3 1 0 0,-1 1-2 0 0,0 1 1 0 0,-1-1-1 0 0,0 1 0 0 0,1-1 1 0 0,-1 0-1 0 0,-1 1 1 0 0,1-1-1 0 0,0 0 0 0 0,-1 1 1 0 0,0-1-1 0 0,-2-6 1 0 0,1 4-6 0 0,-1 0 1 0 0,0 0 0 0 0,0 0-1 0 0,0 1 1 0 0,0-1 0 0 0,-1 1-1 0 0,0 0 1 0 0,0 0 0 0 0,-1 0-1 0 0,1 0 1 0 0,-1 1 0 0 0,0 0-1 0 0,-11-7 1 0 0,14 10 1 0 0,0 0-1 0 0,0 0 1 0 0,-1 1-1 0 0,1-1 1 0 0,-1 1 0 0 0,1 0-1 0 0,0 0 1 0 0,-1-1-1 0 0,1 2 1 0 0,-1-1-1 0 0,1 0 1 0 0,0 0 0 0 0,-1 1-1 0 0,1-1 1 0 0,0 1-1 0 0,-1 0 1 0 0,1 0 0 0 0,0 0-1 0 0,0 0 1 0 0,0 0-1 0 0,0 0 1 0 0,0 0-1 0 0,0 1 1 0 0,0-1 0 0 0,0 1-1 0 0,0 0 1 0 0,0-1-1 0 0,-2 4 1 0 0,-4 5 0 0 0,-1 1-1 0 0,2 0 1 0 0,-12 19 0 0 0,18-29 2 0 0,-10 20 19 0 0,1 0 0 0 0,1 0 0 0 0,0 1 0 0 0,2 0 0 0 0,-7 32 1 0 0,12-45-7 0 0,0 0 1 0 0,1 0 0 0 0,0 1 0 0 0,0-1-1 0 0,1 0 1 0 0,0 1 0 0 0,1-1 0 0 0,0 0 0 0 0,1 0-1 0 0,0 0 1 0 0,0 1 0 0 0,1-2 0 0 0,0 1-1 0 0,0 0 1 0 0,1-1 0 0 0,6 11 0 0 0,-7-15-6 0 0,0 0 1 0 0,1-1 0 0 0,-1 1-1 0 0,1-1 1 0 0,0 1-1 0 0,-1-1 1 0 0,1 0 0 0 0,1-1-1 0 0,-1 1 1 0 0,0-1 0 0 0,1 1-1 0 0,8 2 1 0 0,-5-3 0 0 0,-1 0 0 0 0,1-1 0 0 0,0 0 0 0 0,0 0 0 0 0,0 0 0 0 0,0-1 0 0 0,11-1 0 0 0,-2-1-4 0 0,-1-1-1 0 0,0-1 1 0 0,0 0 0 0 0,0-1-1 0 0,-1-1 1 0 0,1 0 0 0 0,16-11-1 0 0,-15 7-18 0 0,-1-1-1 0 0,-1 0 0 0 0,1-2 0 0 0,-2 0 0 0 0,0 0 1 0 0,18-23-1 0 0,63-99-136 0 0,-19 24-28 0 0,-74 109 172 0 0,-1 0 0 0 0,1 0 0 0 0,-1 0 0 0 0,1 0 0 0 0,0 1 0 0 0,0-1 0 0 0,0 1 0 0 0,0-1 0 0 0,0 1 0 0 0,0 0 0 0 0,0-1 0 0 0,0 1 0 0 0,0 0 0 0 0,1 1 0 0 0,-1-1 0 0 0,0 0 0 0 0,3 0 0 0 0,-3 1 5 0 0,0 0 0 0 0,0 0 0 0 0,0 1-1 0 0,0-1 1 0 0,0 0 0 0 0,-1 1-1 0 0,1 0 1 0 0,0-1 0 0 0,0 1 0 0 0,-1 0-1 0 0,1 0 1 0 0,0 0 0 0 0,-1 0 0 0 0,1 0-1 0 0,-1 0 1 0 0,1 0 0 0 0,-1 1-1 0 0,0-1 1 0 0,0 0 0 0 0,1 1 0 0 0,-1-1-1 0 0,1 4 1 0 0,5 5 13 0 0,-2 0 0 0 0,0 1-1 0 0,0 0 1 0 0,-1 1 0 0 0,0-1 0 0 0,-1 0 0 0 0,0 1-1 0 0,-1 0 1 0 0,0 0 0 0 0,-1 0 0 0 0,0 21 0 0 0,-2-16 47 0 0,0-1 1 0 0,0 0 0 0 0,-2 0 0 0 0,0 1 0 0 0,-1-1 0 0 0,-1-1-1 0 0,0 1 1 0 0,-8 15 0 0 0,5-17 30 0 0,0-1 1 0 0,-1 0-1 0 0,-1-1 0 0 0,0 0 0 0 0,-1 0 1 0 0,0-1-1 0 0,-13 11 0 0 0,23-22-82 0 0,0 1-1 0 0,1 0 1 0 0,-1 0-1 0 0,0-1 1 0 0,0 1-1 0 0,1 0 0 0 0,-1-1 1 0 0,0 1-1 0 0,0-1 1 0 0,0 1-1 0 0,0-1 1 0 0,0 0-1 0 0,0 1 1 0 0,0-1-1 0 0,0 0 1 0 0,0 1-1 0 0,0-1 1 0 0,0 0-1 0 0,0 0 0 0 0,0 0 1 0 0,0 0-1 0 0,0 0 1 0 0,0 0-1 0 0,0 0 1 0 0,0-1-1 0 0,0 1 1 0 0,0 0-1 0 0,0 0 1 0 0,0-1-1 0 0,-1 0 1 0 0,2 0-7 0 0,0 1 1 0 0,0-1 0 0 0,0 0 0 0 0,0 0 0 0 0,0 0 0 0 0,0 1 0 0 0,0-1 0 0 0,0 0 0 0 0,0 0 0 0 0,0 0 0 0 0,1 1 0 0 0,-1-1-1 0 0,0 0 1 0 0,1 0 0 0 0,-1 1 0 0 0,0-1 0 0 0,1 0 0 0 0,-1 0 0 0 0,1 1 0 0 0,-1-1 0 0 0,1 1 0 0 0,0-2 0 0 0,14-17-23 0 0,-15 19 22 0 0,31-32-214 0 0,1 1 1 0 0,1 1-1 0 0,2 2 1 0 0,44-27-1 0 0,-28 19-134 0 0,54-48 0 0 0,-101 80 332 0 0,1 0 0 0 0,-1-1 0 0 0,0 0 0 0 0,0 0 0 0 0,0 0 0 0 0,-1 0 0 0 0,0 0 0 0 0,0-1 0 0 0,3-7 0 0 0,-6 12 15 0 0,0 1-1 0 0,0-1 1 0 0,1 0 0 0 0,-1 1-1 0 0,0-1 1 0 0,0 1-1 0 0,0-1 1 0 0,0 0-1 0 0,0 1 1 0 0,-1-1-1 0 0,1 1 1 0 0,0-1-1 0 0,0 0 1 0 0,0 1-1 0 0,0-1 1 0 0,-1 1 0 0 0,1-1-1 0 0,0 0 1 0 0,0 1-1 0 0,-1-1 1 0 0,1 1-1 0 0,0-1 1 0 0,-1 1-1 0 0,1-1 1 0 0,-1 1-1 0 0,1 0 1 0 0,-1-1 0 0 0,1 1-1 0 0,-1-1 1 0 0,1 1-1 0 0,-1 0 1 0 0,1-1-1 0 0,-1 1 1 0 0,1 0-1 0 0,-1 0 1 0 0,0 0-1 0 0,1-1 1 0 0,-1 1-1 0 0,0 0 1 0 0,1 0 0 0 0,-1 0-1 0 0,1 0 1 0 0,-1 0-1 0 0,0 0 1 0 0,1 0-1 0 0,-1 0 1 0 0,1 0-1 0 0,-1 0 1 0 0,0 1-1 0 0,1-1 1 0 0,-1 0-1 0 0,1 0 1 0 0,-1 0 0 0 0,0 1-1 0 0,1-1 1 0 0,-1 0-1 0 0,1 1 1 0 0,-1-1-1 0 0,1 1 1 0 0,-1-1-1 0 0,1 0 1 0 0,0 1-1 0 0,-2 0 1 0 0,-4 6 5 0 0,0 0 0 0 0,0 0 0 0 0,0 0 0 0 0,1 0 0 0 0,0 1-1 0 0,0 0 1 0 0,1 0 0 0 0,0 1 0 0 0,1-1 0 0 0,0 1 0 0 0,0 0 0 0 0,1-1 0 0 0,0 1 0 0 0,0 0 0 0 0,1 1-1 0 0,0-1 1 0 0,1 11 0 0 0,0-12 9 0 0,0 1 1 0 0,1-1-1 0 0,0 1 0 0 0,0-1 0 0 0,1 1 0 0 0,0-1 0 0 0,0 0 0 0 0,1 0 0 0 0,1 0 1 0 0,-1 0-1 0 0,1 0 0 0 0,0-1 0 0 0,1 0 0 0 0,0 1 0 0 0,0-2 0 0 0,0 1 0 0 0,1-1 1 0 0,11 11-1 0 0,-10-13-2 0 0,-1 1 0 0 0,1-1 0 0 0,-1-1-1 0 0,1 1 1 0 0,0-1 0 0 0,1-1 0 0 0,-1 1 0 0 0,0-1 0 0 0,1 0 0 0 0,-1-1 0 0 0,1 0 0 0 0,0 0 0 0 0,-1 0 0 0 0,1-1 0 0 0,0 0 0 0 0,-1-1 0 0 0,10-1 0 0 0,-8 0-14 0 0,0 0 1 0 0,0-1 0 0 0,-1 0-1 0 0,1 0 1 0 0,-1-1 0 0 0,0 0 0 0 0,0 0-1 0 0,0-1 1 0 0,0 0 0 0 0,-1-1-1 0 0,0 0 1 0 0,0 0 0 0 0,-1 0-1 0 0,8-9 1 0 0,11-20-85 0 0,30-52-1 0 0,-32 48 5 0 0,30-38 0 0 0,-51 74 75 0 0,0-1 0 0 0,1 2 0 0 0,0-1 0 0 0,-1 0 0 0 0,1 0 0 0 0,0 1 0 0 0,1 0 0 0 0,-1-1 0 0 0,0 1 1 0 0,0 1-1 0 0,1-1 0 0 0,0 0 0 0 0,-1 1 0 0 0,1 0 0 0 0,0-1 0 0 0,-1 1 0 0 0,8 0 0 0 0,-6 1 4 0 0,0 0 0 0 0,-1 0-1 0 0,1 1 1 0 0,0 0-1 0 0,-1 0 1 0 0,1 0 0 0 0,-1 0-1 0 0,1 1 1 0 0,-1 0 0 0 0,1 0-1 0 0,-1 0 1 0 0,7 5-1 0 0,-2-1 10 0 0,-1 1-1 0 0,-1 0 1 0 0,1 0-1 0 0,-1 0 1 0 0,0 1-1 0 0,-1 0 1 0 0,0 0-1 0 0,0 1 1 0 0,-1-1-1 0 0,0 1 1 0 0,0 1 0 0 0,5 16-1 0 0,-7-16 47 0 0,-1 1-1 0 0,0-1 1 0 0,-1 1-1 0 0,-1-1 1 0 0,1 1 0 0 0,-2 0-1 0 0,1-1 1 0 0,-2 1-1 0 0,1-1 1 0 0,-1 1 0 0 0,-1-1-1 0 0,-4 12 1 0 0,6-19-27 0 0,0-1 1 0 0,-1 0-1 0 0,1 1 1 0 0,-1-1-1 0 0,0 0 1 0 0,1 1-1 0 0,-1-1 1 0 0,0 0-1 0 0,-4 3 1 0 0,6-5-21 0 0,-1 0 0 0 0,1 1 0 0 0,0-1 1 0 0,-1 0-1 0 0,1 0 0 0 0,0 1 1 0 0,-1-1-1 0 0,1 0 0 0 0,-1 0 0 0 0,1 0 1 0 0,0 0-1 0 0,-1 0 0 0 0,1 0 1 0 0,-1 1-1 0 0,1-1 0 0 0,-1 0 1 0 0,1 0-1 0 0,0 0 0 0 0,-1 0 0 0 0,1 0 1 0 0,-1-1-1 0 0,1 1 0 0 0,-1 0 1 0 0,1 0-1 0 0,0 0 0 0 0,-2 0 1 0 0,2-1-3 0 0,-1 0 0 0 0,1 0 1 0 0,-1 0-1 0 0,1 0 0 0 0,-1 0 1 0 0,1 0-1 0 0,-1 0 0 0 0,1 0 1 0 0,0 0-1 0 0,0 0 0 0 0,-1 0 1 0 0,1 0-1 0 0,0 0 0 0 0,0 0 1 0 0,0 0-1 0 0,0 0 0 0 0,0-1 1 0 0,1-12-29 0 0,1 0-1 0 0,0 0 1 0 0,1 0 0 0 0,1 0 0 0 0,0 1-1 0 0,0 0 1 0 0,1 0 0 0 0,1 0 0 0 0,1 0 0 0 0,-1 1-1 0 0,16-21 1 0 0,-11 18-2 0 0,1 1 1 0 0,0 0-1 0 0,1 1 0 0 0,0 0 0 0 0,1 1 1 0 0,0 0-1 0 0,1 1 0 0 0,29-16 0 0 0,-40 25 26 0 0,0 0 0 0 0,1 0 0 0 0,-1 0 0 0 0,1 1 0 0 0,-1-1 0 0 0,1 1 0 0 0,0 0 0 0 0,-1 1 0 0 0,1-1 0 0 0,0 1 0 0 0,0 0 0 0 0,-1 0 0 0 0,1 0-1 0 0,0 0 1 0 0,0 1 0 0 0,-1 0 0 0 0,1 0 0 0 0,0 0 0 0 0,-1 1 0 0 0,1 0 0 0 0,-1 0 0 0 0,0 0 0 0 0,1 0 0 0 0,-1 0 0 0 0,0 1 0 0 0,0 0 0 0 0,-1 0 0 0 0,1 0 0 0 0,-1 0-1 0 0,1 1 1 0 0,-1-1 0 0 0,0 1 0 0 0,0 0 0 0 0,-1 0 0 0 0,1 0 0 0 0,-1 0 0 0 0,0 0 0 0 0,0 1 0 0 0,0-1 0 0 0,0 1 0 0 0,0 5 0 0 0,3 15 48 0 0,0 0 1 0 0,0 33-1 0 0,1 8 51 0 0,-6-63-154 0 0,1 0-1 0 0,-1-1 0 0 0,1 1 0 0 0,0-1 0 0 0,-1 1 1 0 0,1-1-1 0 0,0 1 0 0 0,0-1 0 0 0,1 0 0 0 0,-1 0 1 0 0,0 1-1 0 0,1-1 0 0 0,0 0 0 0 0,-1 0 0 0 0,1 0 0 0 0,0 0 1 0 0,0-1-1 0 0,4 4 0 0 0,-3-4-123 0 0,0 1-1 0 0,0-1 1 0 0,1 0-1 0 0,-1 0 1 0 0,0 0-1 0 0,1 0 1 0 0,-1 0-1 0 0,1-1 1 0 0,-1 1-1 0 0,1-1 1 0 0,-1 0-1 0 0,6-1 1 0 0,0 0-262 0 0,-1-1 0 0 0,1 1 0 0 0,-1-2-1 0 0,0 1 1 0 0,1-1 0 0 0,-1-1 0 0 0,-1 1 0 0 0,1-1 0 0 0,0-1 0 0 0,11-8 0 0 0,-10 4 84 0 0,0 0 1 0 0,0-1-1 0 0,0 0 1 0 0,-2-1-1 0 0,1 1 1 0 0,-1-2 0 0 0,-1 1-1 0 0,0-1 1 0 0,0 0-1 0 0,5-17 1 0 0,2-14 304 0 0,12-73 1 0 0,-23 101 106 0 0,13-78 1469 0 0,4-133 0 0 0,-22 13 3544 0 0,-1 179-4256 0 0,2 28-349 0 0,-1 22-6 0 0,-41 353 3415 0 0,12-135-2698 0 0,29-212-1076 0 0,-3 27 133 0 0,1 0 0 0 0,5 86 0 0 0,0-130-220 0 0,0-1-1 0 0,1 0 1 0 0,0 1-1 0 0,0-1 1 0 0,0 0-1 0 0,0 0 1 0 0,1 1-1 0 0,-1-1 1 0 0,1 0 0 0 0,0-1-1 0 0,1 1 1 0 0,-1 0-1 0 0,1 0 1 0 0,-1-1-1 0 0,1 0 1 0 0,0 1-1 0 0,0-1 1 0 0,1 0 0 0 0,-1-1-1 0 0,6 5 1 0 0,-4-5-220 0 0,0 0-1 0 0,0 0 1 0 0,-1 0 0 0 0,1-1 0 0 0,0 0 0 0 0,1 0 0 0 0,-1 0 0 0 0,0 0 0 0 0,0-1-1 0 0,0 0 1 0 0,0 0 0 0 0,0-1 0 0 0,1 1 0 0 0,-1-1 0 0 0,0 0 0 0 0,0 0-1 0 0,6-3 1 0 0,-2 0-695 0 0,0 1 1 0 0,0-2-1 0 0,-1 1 0 0 0,1-1 0 0 0,-1 0 0 0 0,-1-1 0 0 0,1 0 0 0 0,-1 0 1 0 0,0-1-1 0 0,0 0 0 0 0,8-10 0 0 0,0-5-4117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6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25 2800 0 0,'-213'10'15838'0'0,"194"-10"-14961"0"0,15 0 312 0 0,22-4-814 0 0,97-10-109 0 0,156 1 0 0 0,-215 12-300 0 0,-35 0-472 0 0,90-1-1808 0 0,-41 6-8064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8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100 842 2548 0 0,'-55'21'4776'0'0,"51"-19"-4486"0"0,0 0-1 0 0,0 1 0 0 0,1-1 0 0 0,-1 0 1 0 0,1 1-1 0 0,0 0 0 0 0,0 0 0 0 0,0 0 0 0 0,0 0 1 0 0,0 0-1 0 0,-2 5 0 0 0,5-8-249 0 0,-1 1 0 0 0,1 0 0 0 0,0-1 0 0 0,-1 1-1 0 0,1-1 1 0 0,0 1 0 0 0,0 0 0 0 0,0-1 0 0 0,0 1 0 0 0,0 0 0 0 0,-1-1 0 0 0,1 1-1 0 0,0 0 1 0 0,0-1 0 0 0,1 1 0 0 0,-1 0 0 0 0,0-1 0 0 0,0 1 0 0 0,0-1 0 0 0,0 1-1 0 0,0 0 1 0 0,1-1 0 0 0,-1 1 0 0 0,0-1 0 0 0,1 1 0 0 0,-1 0 0 0 0,0-1 0 0 0,1 1-1 0 0,-1-1 1 0 0,1 1 0 0 0,-1-1 0 0 0,1 1 0 0 0,-1-1 0 0 0,1 0 0 0 0,-1 1 0 0 0,1-1 0 0 0,-1 0-1 0 0,1 1 1 0 0,-1-1 0 0 0,1 0 0 0 0,0 0 0 0 0,-1 1 0 0 0,1-1 0 0 0,0 0 0 0 0,-1 0-1 0 0,1 0 1 0 0,-1 0 0 0 0,1 0 0 0 0,1 0 0 0 0,28 2 524 0 0,-20-3-504 0 0,-1-1 1 0 0,1-1-1 0 0,-1 1 0 0 0,0-2 0 0 0,1 1 1 0 0,-2-1-1 0 0,1-1 0 0 0,0 1 0 0 0,-1-1 1 0 0,12-10-1 0 0,3-4-8 0 0,0-1 1 0 0,21-25-1 0 0,-23 20-61 0 0,-1-1 0 0 0,-1-1 0 0 0,-1-1 0 0 0,-1-1 0 0 0,-2 0 0 0 0,21-57 0 0 0,-17 31-3 0 0,-3 0 1 0 0,-2-2-1 0 0,6-59 0 0 0,-10 34-41 0 0,-2-86 0 0 0,-10 159-7 0 0,-4 12 13 0 0,-5 13 2 0 0,-4 18 37 0 0,1 0 0 0 0,-15 64 0 0 0,13-44 31 0 0,-2 7 21 0 0,-44 168 153 0 0,56-198-161 0 0,1-1 0 0 0,2 1 0 0 0,1-1 1 0 0,1 1-1 0 0,6 50 0 0 0,-4-73-22 0 0,0 0 1 0 0,1 0-1 0 0,0 0 0 0 0,0 0 0 0 0,1 0 1 0 0,0-1-1 0 0,1 1 0 0 0,-1-1 1 0 0,1 0-1 0 0,1 0 0 0 0,-1-1 0 0 0,1 1 1 0 0,7 6-1 0 0,-8-9-33 0 0,0-1 0 0 0,1 1 0 0 0,0-1 0 0 0,-1 0 0 0 0,1 0 0 0 0,0-1 0 0 0,0 1 0 0 0,1-1 0 0 0,-1 0 0 0 0,0-1 0 0 0,1 1 0 0 0,-1-1 0 0 0,1 0 0 0 0,-1 0-1 0 0,1-1 1 0 0,0 0 0 0 0,-1 0 0 0 0,1 0 0 0 0,10-2 0 0 0,-2-1-106 0 0,-1 0 0 0 0,1 0-1 0 0,-1-1 1 0 0,0-1-1 0 0,-1 0 1 0 0,1-1 0 0 0,-1 0-1 0 0,0-1 1 0 0,0 0 0 0 0,-1-1-1 0 0,16-14 1 0 0,-12 8 2 0 0,-1-1 0 0 0,-1-1 0 0 0,0 0 0 0 0,-1-1 1 0 0,-1 0-1 0 0,17-37 0 0 0,-10 14 66 0 0,-3-1-1 0 0,16-60 1 0 0,7-77 618 0 0,-11 14 1514 0 0,-26 162-2034 0 0,2 25 75 0 0,-4 263 745 0 0,-3-111-461 0 0,-3-59-256 0 0,0-6 595 0 0,7-107-509 0 0,2-4-223 0 0,-1 0 1 0 0,0 0-1 0 0,0 0 1 0 0,1 0-1 0 0,-1 0 1 0 0,0-1 0 0 0,0 1-1 0 0,0 0 1 0 0,0 0-1 0 0,0-1 1 0 0,-1 1 0 0 0,1-1-1 0 0,0 1 1 0 0,0-1-1 0 0,-1 1 1 0 0,1-4 0 0 0,1 0 7 0 0,76-142-58 0 0,-65 126 6 0 0,1 1 0 0 0,1 1 0 0 0,0 0 1 0 0,34-30-1 0 0,-47 46 31 0 0,1 1 0 0 0,0 0 0 0 0,0 0 0 0 0,0 0 0 0 0,0 0 0 0 0,0 0 0 0 0,0 1 0 0 0,0 0 0 0 0,1-1 0 0 0,-1 1 0 0 0,0 0 0 0 0,1 1 0 0 0,-1-1 0 0 0,1 1 1 0 0,-1-1-1 0 0,1 1 0 0 0,-1 0 0 0 0,6 1 0 0 0,-7-1 9 0 0,1 1 1 0 0,0 0 0 0 0,0 0-1 0 0,0 1 1 0 0,0-1 0 0 0,-1 0-1 0 0,1 1 1 0 0,0 0 0 0 0,-1-1-1 0 0,0 1 1 0 0,1 0 0 0 0,-1 0-1 0 0,0 1 1 0 0,0-1 0 0 0,0 0-1 0 0,0 1 1 0 0,0-1 0 0 0,-1 1-1 0 0,1 0 1 0 0,-1-1 0 0 0,2 5-1 0 0,3 11 82 0 0,0 0-1 0 0,4 27 1 0 0,-7-31-46 0 0,0-1 0 0 0,0 0 0 0 0,1 1 0 0 0,1-1 0 0 0,0 0 1 0 0,8 14-1 0 0,-10-24-29 0 0,0 0 0 0 0,0 1 1 0 0,0-1-1 0 0,0 0 1 0 0,1-1-1 0 0,-1 1 0 0 0,1 0 1 0 0,-1-1-1 0 0,1 0 1 0 0,0 0-1 0 0,0 0 0 0 0,0 0 1 0 0,0-1-1 0 0,1 1 0 0 0,-1-1 1 0 0,0 0-1 0 0,0-1 1 0 0,1 1-1 0 0,-1-1 0 0 0,1 0 1 0 0,-1 0-1 0 0,9-1 1 0 0,2 0 4 0 0,1-2 0 0 0,-1 0 0 0 0,0 0 0 0 0,0-1 0 0 0,17-8 0 0 0,-20 7-16 0 0,-1-1 1 0 0,0-1 0 0 0,0 1-1 0 0,0-2 1 0 0,-1 1-1 0 0,0-2 1 0 0,0 1-1 0 0,-1-1 1 0 0,16-20-1 0 0,-19 21-7 0 0,-1 0 0 0 0,1 0 0 0 0,-2 0 0 0 0,1 0 0 0 0,-1-1-1 0 0,0 0 1 0 0,-1 0 0 0 0,0 0 0 0 0,0 0 0 0 0,-1 0-1 0 0,0 0 1 0 0,-1-1 0 0 0,0 1 0 0 0,-1-14 0 0 0,0 20 4 0 0,0 0 1 0 0,-1 0 0 0 0,1-1 0 0 0,-1 1-1 0 0,0 0 1 0 0,0 0 0 0 0,0 0 0 0 0,0 0-1 0 0,-1 0 1 0 0,1 1 0 0 0,-1-1 0 0 0,0 0 0 0 0,0 1-1 0 0,0-1 1 0 0,0 1 0 0 0,0-1 0 0 0,0 1-1 0 0,-1 0 1 0 0,-4-3 0 0 0,5 4 3 0 0,0 1 0 0 0,0-1 0 0 0,0 1 0 0 0,0 0 0 0 0,0 0 0 0 0,0 0 0 0 0,0 0 1 0 0,0 0-1 0 0,0 0 0 0 0,0 1 0 0 0,0-1 0 0 0,1 1 0 0 0,-1-1 0 0 0,0 1 0 0 0,0 0 0 0 0,0 0 0 0 0,0-1 0 0 0,1 1 0 0 0,-1 1 1 0 0,0-1-1 0 0,1 0 0 0 0,-1 0 0 0 0,1 0 0 0 0,-2 3 0 0 0,-3 3 21 0 0,0 1 1 0 0,1 0-1 0 0,0 0 1 0 0,0 0-1 0 0,1 0 0 0 0,0 1 1 0 0,1-1-1 0 0,-1 1 1 0 0,2 0-1 0 0,-1 0 1 0 0,1 0-1 0 0,1 1 0 0 0,0-1 1 0 0,0 0-1 0 0,1 0 1 0 0,0 1-1 0 0,3 18 1 0 0,-3-21-3 0 0,2 0 0 0 0,-1 0 0 0 0,1 0 0 0 0,0 0 0 0 0,1 0 0 0 0,0-1 0 0 0,0 1 0 0 0,0-1 0 0 0,1 1 0 0 0,0-1 0 0 0,0 0 0 0 0,0 0 0 0 0,1-1 0 0 0,0 0 0 0 0,0 1 0 0 0,0-1 0 0 0,1-1 0 0 0,-1 1 0 0 0,1-1 0 0 0,1 0 1 0 0,-1-1-1 0 0,0 1 0 0 0,13 3 0 0 0,-2-2-109 0 0,0-1 0 0 0,0 0 1 0 0,1-2-1 0 0,0 0 0 0 0,0-1 1 0 0,-1-1-1 0 0,1 0 1 0 0,23-5-1 0 0,-15 1-1022 0 0,0-1 1 0 0,0-2 0 0 0,0 0-1 0 0,45-21 1 0 0,-37 8-2672 0 0,-1-2-1772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8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44 1308 0 0,'-157'33'6805'0'0,"-46"11"-511"0"0,426-97-6828 0 0,-16 2-6467 0 0,-136 35 2533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441 138 696 0 0,'1'-10'1070'0'0,"0"1"1"0"0,0-1-1 0 0,1 1 0 0 0,1 0 1 0 0,-1 0-1 0 0,2 0 1 0 0,-1 0-1 0 0,7-11 0 0 0,-3 5-128 0 0,-4 7-383 0 0,5-9 958 0 0,-10 14-983 0 0,-5 6-389 0 0,-16 16-37 0 0,1 0-1 0 0,-29 32 1 0 0,13-12-50 0 0,-22 18 2 0 0,21-22-1 0 0,2 2 0 0 0,1 1 0 0 0,-44 63 0 0 0,77-98-52 0 0,1 0-1 0 0,0 0 1 0 0,1 1-1 0 0,-1-1 1 0 0,1 1-1 0 0,-1-1 1 0 0,1 1 0 0 0,0-1-1 0 0,0 1 1 0 0,0 0-1 0 0,1 0 1 0 0,-1-1-1 0 0,1 1 1 0 0,0 6-1 0 0,1-7-1 0 0,0 0 0 0 0,0 0-1 0 0,0 0 1 0 0,0 0 0 0 0,1 0 0 0 0,-1 0-1 0 0,1 0 1 0 0,-1-1 0 0 0,1 1 0 0 0,0-1-1 0 0,0 1 1 0 0,0-1 0 0 0,1 0 0 0 0,-1 1-1 0 0,1-1 1 0 0,-1-1 0 0 0,6 4 0 0 0,14 7 5 0 0,0-1 1 0 0,0-1-1 0 0,1-1 1 0 0,47 11-1 0 0,35 13 4 0 0,-88-26 3 0 0,0 1 0 0 0,0 0 0 0 0,0 1 0 0 0,-1 1-1 0 0,18 14 1 0 0,-31-22 49 0 0,0 0 0 0 0,-1 1-1 0 0,1-1 1 0 0,-1 1 0 0 0,0 0-1 0 0,1 0 1 0 0,-1-1-1 0 0,0 1 1 0 0,0 1 0 0 0,-1-1-1 0 0,1 0 1 0 0,-1 0 0 0 0,0 1-1 0 0,0-1 1 0 0,0 1 0 0 0,0-1-1 0 0,0 1 1 0 0,-1-1 0 0 0,1 1-1 0 0,-1-1 1 0 0,0 1 0 0 0,0 0-1 0 0,-1-1 1 0 0,1 1 0 0 0,-1-1-1 0 0,1 1 1 0 0,-1-1 0 0 0,0 1-1 0 0,-1-1 1 0 0,1 0 0 0 0,0 1-1 0 0,-1-1 1 0 0,0 0 0 0 0,-3 5-1 0 0,-1 0 82 0 0,-1 0 0 0 0,0 0 0 0 0,0-1-1 0 0,-1 0 1 0 0,1 0 0 0 0,-2 0 0 0 0,1-1-1 0 0,-1-1 1 0 0,0 1 0 0 0,0-1 0 0 0,0-1 0 0 0,-1 0-1 0 0,-11 4 1 0 0,-4-1 32 0 0,0 0 0 0 0,0-2 0 0 0,-1 0-1 0 0,-30 1 1 0 0,35-5-65 0 0,0-1 1 0 0,-38-5-1 0 0,49 3-85 0 0,-1 0 0 0 0,1 0 0 0 0,0-1 0 0 0,0 0 0 0 0,0-1 0 0 0,1 0 0 0 0,-15-9 0 0 0,22 12-81 0 0,0 0 0 0 0,0 0 0 0 0,0 0 0 0 0,0 0 0 0 0,0-1 0 0 0,1 1 0 0 0,-1-1 0 0 0,1 1 0 0 0,-1-1 0 0 0,1 0 1 0 0,-1 1-1 0 0,1-1 0 0 0,0 0 0 0 0,0 0 0 0 0,0 0 0 0 0,0 0 0 0 0,0 0 0 0 0,0 0 0 0 0,0 0 0 0 0,1 0 0 0 0,-1-1 0 0 0,1 1 0 0 0,0 0 0 0 0,0 0 0 0 0,-1 0 0 0 0,1-1 0 0 0,1 1 0 0 0,-1 0 0 0 0,0 0 1 0 0,0 0-1 0 0,1-1 0 0 0,0 1 0 0 0,-1 0 0 0 0,1 0 0 0 0,0 0 0 0 0,0 0 0 0 0,0 0 0 0 0,0 0 0 0 0,0 0 0 0 0,0 0 0 0 0,1 1 0 0 0,1-3 0 0 0,4-5-891 0 0,1 1-1 0 0,0 0 1 0 0,1 1 0 0 0,-1-1-1 0 0,2 2 1 0 0,17-12-1 0 0,11-1-4489 0 0,-17 9 1232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0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245 846 2716 0 0,'-1'-4'697'0'0,"1"-1"1"0"0,-1 1-1 0 0,0 0 0 0 0,0 0 0 0 0,0 0 1 0 0,-1 0-1 0 0,1 0 0 0 0,-1 0 0 0 0,0 0 1 0 0,0 0-1 0 0,-1 0 0 0 0,1 1 0 0 0,-1-1 1 0 0,1 1-1 0 0,-1 0 0 0 0,-4-4 0 0 0,5 6-634 0 0,1 0-1 0 0,-1 1 1 0 0,1-1-1 0 0,-1 1 1 0 0,1-1-1 0 0,-1 1 0 0 0,0-1 1 0 0,1 1-1 0 0,-1 0 1 0 0,1-1-1 0 0,-1 1 1 0 0,0 0-1 0 0,1 0 0 0 0,-1 0 1 0 0,0 1-1 0 0,1-1 1 0 0,-1 0-1 0 0,1 1 1 0 0,-1-1-1 0 0,0 1 1 0 0,1-1-1 0 0,-1 1 0 0 0,1 0 1 0 0,0-1-1 0 0,-1 1 1 0 0,1 0-1 0 0,-1 0 1 0 0,1 0-1 0 0,-2 2 0 0 0,-4 3 87 0 0,1 0-1 0 0,-1 0 0 0 0,-10 13 1 0 0,-1 6 63 0 0,1 0 1 0 0,2 0-1 0 0,-21 46 1 0 0,28-55-166 0 0,2 2 1 0 0,0-1-1 0 0,1 1 1 0 0,0-1 0 0 0,2 1-1 0 0,0 0 1 0 0,0 24-1 0 0,3-39-37 0 0,0 1-1 0 0,0-1 0 0 0,0 1 0 0 0,1-1 0 0 0,-1 1 0 0 0,1-1 1 0 0,0 1-1 0 0,0-1 0 0 0,0 1 0 0 0,1-1 0 0 0,-1 0 0 0 0,1 0 1 0 0,0 0-1 0 0,0 0 0 0 0,0 0 0 0 0,0 0 0 0 0,0 0 0 0 0,5 3 1 0 0,-3-2-1 0 0,0-2 1 0 0,0 1 0 0 0,1 0-1 0 0,-1-1 1 0 0,1 0-1 0 0,0 0 1 0 0,0-1 0 0 0,0 1-1 0 0,0-1 1 0 0,0 0-1 0 0,8 1 1 0 0,4-2-29 0 0,0 0 0 0 0,-1 0 0 0 0,1-2 0 0 0,0 0 0 0 0,-1-1 0 0 0,32-10 0 0 0,-36 8-26 0 0,0 0 1 0 0,0 0-1 0 0,-1-2 1 0 0,0 1-1 0 0,0-1 1 0 0,0-1-1 0 0,-1 0 1 0 0,0 0-1 0 0,-1-1 0 0 0,0 0 1 0 0,0-1-1 0 0,-1 0 1 0 0,0 0-1 0 0,0-1 1 0 0,-2 0-1 0 0,8-15 1 0 0,-9 17 23 0 0,-1-1-1 0 0,0-1 1 0 0,-1 1 0 0 0,0 0 0 0 0,-1-1 0 0 0,0 0 0 0 0,0 1 0 0 0,-1-1 0 0 0,-1 0 0 0 0,0 0 0 0 0,0 1 0 0 0,-1-1 0 0 0,0 0 0 0 0,-1 0 0 0 0,0 1 0 0 0,-1-1 0 0 0,0 1 0 0 0,-1 0 0 0 0,-9-19 0 0 0,10 24 18 0 0,1 1 0 0 0,-1 0 0 0 0,0 0 0 0 0,0 0 0 0 0,0 0 0 0 0,0 0 0 0 0,-1 0 0 0 0,0 1 0 0 0,0 0 0 0 0,0 0 0 0 0,0 0 0 0 0,0 0 0 0 0,-1 1 0 0 0,1-1-1 0 0,-1 1 1 0 0,1 0 0 0 0,-1 1 0 0 0,0-1 0 0 0,0 1 0 0 0,-6-1 0 0 0,6 1 3 0 0,-1 1 0 0 0,1 0 0 0 0,-1 1 1 0 0,0-1-1 0 0,1 1 0 0 0,-1 0 0 0 0,1 0 0 0 0,0 1 0 0 0,-1 0 0 0 0,1 0 0 0 0,0 0 0 0 0,0 1 0 0 0,0-1 0 0 0,0 1 0 0 0,0 0 0 0 0,1 1 0 0 0,-1-1 0 0 0,-3 5 0 0 0,4-4 7 0 0,0-1 0 0 0,1 1-1 0 0,-1 0 1 0 0,1 1 0 0 0,0-1 0 0 0,0 0 0 0 0,1 1-1 0 0,-1 0 1 0 0,1-1 0 0 0,0 1 0 0 0,0 0-1 0 0,-1 7 1 0 0,3-10-3 0 0,-1 0 0 0 0,1 1 1 0 0,0-1-1 0 0,0 0 0 0 0,0 1 0 0 0,1-1 0 0 0,-1 0 0 0 0,0 1 0 0 0,1-1 1 0 0,-1 0-1 0 0,1 0 0 0 0,0 1 0 0 0,0-1 0 0 0,0 0 0 0 0,0 0 1 0 0,0 0-1 0 0,0 0 0 0 0,1 0 0 0 0,-1-1 0 0 0,0 1 0 0 0,1 0 1 0 0,0 0-1 0 0,-1-1 0 0 0,1 1 0 0 0,0-1 0 0 0,0 0 0 0 0,0 1 1 0 0,0-1-1 0 0,4 2 0 0 0,4 0-65 0 0,-1 1 1 0 0,1-1-1 0 0,1 0 0 0 0,-1-1 1 0 0,0 0-1 0 0,1-1 0 0 0,-1 0 1 0 0,1-1-1 0 0,-1 0 1 0 0,0-1-1 0 0,1 0 0 0 0,17-4 1 0 0,-2 0-260 0 0,-1-2 1 0 0,0-1 0 0 0,46-22 0 0 0,-53 21 182 0 0,-1-1 0 0 0,0-1 0 0 0,-1-1 0 0 0,0 0 0 0 0,-1 0 0 0 0,0-2 0 0 0,17-20 0 0 0,-15 12 21 0 0,0 1 1 0 0,-2-2-1 0 0,-1 0 0 0 0,21-48 0 0 0,-19 29 122 0 0,-1-1-1 0 0,-3 0 1 0 0,-1-1-1 0 0,-3-1 1 0 0,-1 1-1 0 0,1-62 1 0 0,-7 91 101 0 0,0 0 0 0 0,-2 0 0 0 0,0 1 0 0 0,0-1 0 0 0,-1 0 0 0 0,-8-25 0 0 0,10 39-103 0 0,0 1-1 0 0,-1-1 1 0 0,1 0-1 0 0,0 1 0 0 0,-1-1 1 0 0,1 1-1 0 0,-1-1 1 0 0,1 1-1 0 0,-1-1 0 0 0,1 1 1 0 0,-1-1-1 0 0,1 1 1 0 0,-1-1-1 0 0,1 1 0 0 0,-1 0 1 0 0,0-1-1 0 0,1 1 1 0 0,-1 0-1 0 0,0-1 0 0 0,1 1 1 0 0,-1 0-1 0 0,0 0 1 0 0,1 0-1 0 0,-1-1 1 0 0,0 1-1 0 0,1 0 0 0 0,-1 0 1 0 0,0 0-1 0 0,0 0 1 0 0,-1 1-1 0 0,0-1 1 0 0,1 1 1 0 0,-1-1-1 0 0,0 1 1 0 0,0-1-1 0 0,0 1 1 0 0,0 0-1 0 0,1 0 1 0 0,-1 0-1 0 0,0 0 1 0 0,-1 2-1 0 0,-4 3 26 0 0,1 0 0 0 0,0 1 0 0 0,1 0 0 0 0,-1 0 0 0 0,2 1 0 0 0,-8 13 0 0 0,-21 55 331 0 0,23-49-219 0 0,-20 57 388 0 0,5 0 0 0 0,-20 109 0 0 0,30-111-280 0 0,4 1 1 0 0,2 1-1 0 0,6 152 0 0 0,5-216-200 0 0,0 0 0 0 0,7 30 0 0 0,-8-46-48 0 0,-1 0 0 0 0,1 0-1 0 0,0 0 1 0 0,1 0 0 0 0,-1-1-1 0 0,1 1 1 0 0,0-1 0 0 0,0 1-1 0 0,0-1 1 0 0,0 0 0 0 0,0 0-1 0 0,1 1 1 0 0,-1-2 0 0 0,1 1 0 0 0,0 0-1 0 0,0 0 1 0 0,0-1 0 0 0,0 0-1 0 0,1 0 1 0 0,3 3 0 0 0,-4-5-45 0 0,1 1 0 0 0,-1-1 0 0 0,0 1 0 0 0,0-1 0 0 0,1 0 1 0 0,-1 0-1 0 0,0-1 0 0 0,0 1 0 0 0,1-1 0 0 0,-1 0 0 0 0,0 1 0 0 0,0-1 1 0 0,0-1-1 0 0,0 1 0 0 0,0 0 0 0 0,0-1 0 0 0,0 1 0 0 0,-1-1 1 0 0,1 0-1 0 0,4-4 0 0 0,5-4-135 0 0,-2-1-1 0 0,1 1 1 0 0,8-13 0 0 0,-17 20 165 0 0,27-34-279 0 0,-2-2 0 0 0,41-81 0 0 0,27-94 1240 0 0,-73 159-151 0 0,-22 53-670 0 0,1 5-113 0 0,0-1-1 0 0,-1 1 1 0 0,1-1 0 0 0,-1 1 0 0 0,0-1 0 0 0,1 1 0 0 0,-2 4 0 0 0,-11 66 254 0 0,5-43-181 0 0,2 1 0 0 0,1-1-1 0 0,2 1 1 0 0,2 52 0 0 0,0-80-74 0 0,1 0 0 0 0,-1 0 1 0 0,1 0-1 0 0,0 0 0 0 0,0 0 0 0 0,0 0 0 0 0,0 0 0 0 0,0 0 1 0 0,1 0-1 0 0,0 0 0 0 0,-1 0 0 0 0,1-1 0 0 0,0 1 0 0 0,0-1 1 0 0,0 1-1 0 0,1-1 0 0 0,3 3 0 0 0,-3-2-58 0 0,1-1 0 0 0,0 0 1 0 0,0 0-1 0 0,0-1 0 0 0,0 1 0 0 0,0-1 0 0 0,0 0 0 0 0,1 0 0 0 0,-1 0 0 0 0,0 0 0 0 0,8-1 1 0 0,-1 0-156 0 0,-1-1 0 0 0,1 0 0 0 0,0 0 0 0 0,-1-1 0 0 0,1-1 0 0 0,-1 0 0 0 0,1 0 1 0 0,-1-1-1 0 0,16-9 0 0 0,-11 4 13 0 0,0 0 1 0 0,-1-2 0 0 0,-1 1-1 0 0,0-2 1 0 0,0 0 0 0 0,-1 0-1 0 0,0-1 1 0 0,-1-1 0 0 0,9-14-1 0 0,-12 15 461 0 0,-1 0-1 0 0,0-1 0 0 0,-1 0 0 0 0,-1 0 0 0 0,0 0 0 0 0,4-21 0 0 0,-8 33-208 0 0,-1 1-1 0 0,1-1 0 0 0,-1 0 0 0 0,0 1 1 0 0,0-1-1 0 0,0 1 0 0 0,0-1 0 0 0,0 0 1 0 0,0 1-1 0 0,0-1 0 0 0,-1-2 0 0 0,-4 4 209 0 0,-4 10-152 0 0,3 0-16 0 0,1 1 1 0 0,0 0 0 0 0,0 0-1 0 0,1 0 1 0 0,-4 16 0 0 0,-9 61 156 0 0,15-75-221 0 0,0 0 0 0 0,1 0 1 0 0,0 1-1 0 0,1-1 1 0 0,0 1-1 0 0,5 22 0 0 0,-5-33-59 0 0,1 1 1 0 0,0 0-1 0 0,1-1 0 0 0,-1 1 0 0 0,1-1 0 0 0,-1 0 0 0 0,1 1 0 0 0,0-1 0 0 0,0 0 1 0 0,0 0-1 0 0,1 0 0 0 0,-1 0 0 0 0,1 0 0 0 0,0-1 0 0 0,-1 1 0 0 0,1-1 0 0 0,0 0 1 0 0,1 0-1 0 0,-1 0 0 0 0,0 0 0 0 0,1 0 0 0 0,-1-1 0 0 0,0 0 0 0 0,1 1 0 0 0,0-1 1 0 0,-1 0-1 0 0,1-1 0 0 0,4 1 0 0 0,5 0-314 0 0,1 0-1 0 0,-1-2 1 0 0,1 1-1 0 0,-1-2 1 0 0,0 0-1 0 0,0 0 1 0 0,0-1 0 0 0,0-1-1 0 0,0 0 1 0 0,-1-1-1 0 0,1 0 1 0 0,-1-1-1 0 0,-1 0 1 0 0,12-9 0 0 0,0 0-357 0 0,-2-2 0 0 0,1 0 0 0 0,-2-1 0 0 0,-1-2 0 0 0,33-40 0 0 0,-28 26 566 0 0,-2-1-1 0 0,-1-1 0 0 0,-1 0 0 0 0,-2-2 0 0 0,-2 0 0 0 0,14-49 0 0 0,-16 33 911 0 0,-1-1-1 0 0,-3 0 1 0 0,-2-1-1 0 0,0-62 0 0 0,-9 65 665 0 0,-1 0 0 0 0,-3 1 0 0 0,-2-1 0 0 0,-14-51-1 0 0,16 90-1041 0 0,4 25-266 0 0,3 33-71 0 0,-1-41-45 0 0,22 508 927 0 0,-14-221-659 0 0,-9-283-306 0 0,2 31 87 0 0,9 57 0 0 0,-9-85-158 0 0,0 0-1 0 0,1 1 0 0 0,0-2 1 0 0,1 1-1 0 0,0 0 0 0 0,0-1 1 0 0,1 0-1 0 0,0 0 0 0 0,1 0 1 0 0,11 14-1 0 0,-14-20-181 0 0,1 0 0 0 0,0 1 0 0 0,0-1 0 0 0,-1-1 1 0 0,2 1-1 0 0,-1 0 0 0 0,0-1 0 0 0,0 0 0 0 0,1 0 0 0 0,0-1 0 0 0,-1 1 0 0 0,1-1 1 0 0,0 0-1 0 0,-1 0 0 0 0,1 0 0 0 0,0-1 0 0 0,0 1 0 0 0,0-1 0 0 0,0-1 1 0 0,0 1-1 0 0,-1-1 0 0 0,1 1 0 0 0,5-3 0 0 0,0 0-574 0 0,0 0-1 0 0,0-1 1 0 0,0 0-1 0 0,0-1 1 0 0,-1 0 0 0 0,1-1-1 0 0,-1 0 1 0 0,-1 0 0 0 0,13-12-1 0 0,3-5-2222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0 206 4136 0 0,'16'-25'2354'0'0,"22"-50"-1"0"0,-7 13 2259 0 0,-21 40-2866 0 0,-8 17-718 0 0,-5 20-390 0 0,-2 7-216 0 0,-25 136 990 0 0,28-142-1357 0 0,1 0-1 0 0,1 1 1 0 0,0-1 0 0 0,1 0-1 0 0,1 1 1 0 0,0-1 0 0 0,8 27-1 0 0,-8-38-106 0 0,0 0-1 0 0,0 0 0 0 0,0 0 0 0 0,1-1 1 0 0,0 1-1 0 0,0-1 0 0 0,0 1 1 0 0,0-1-1 0 0,1 0 0 0 0,-1 0 0 0 0,1-1 1 0 0,0 1-1 0 0,0-1 0 0 0,9 6 0 0 0,-7-6-225 0 0,1 0 0 0 0,0 0-1 0 0,0 0 1 0 0,1-1 0 0 0,-1 0-1 0 0,0 0 1 0 0,1-1 0 0 0,-1 0-1 0 0,13 0 1 0 0,-6-1-332 0 0,0-1 1 0 0,0 0-1 0 0,0-1 0 0 0,0 0 0 0 0,-1-2 1 0 0,1 1-1 0 0,-1-2 0 0 0,0 0 0 0 0,0 0 1 0 0,22-14-1 0 0,-22 10 444 0 0,0-1 0 0 0,0 0 1 0 0,-1-1-1 0 0,-1-1 0 0 0,0 0 0 0 0,0 0 1 0 0,16-26-1 0 0,-9 8 2001 0 0,-2-1 1 0 0,20-53-1 0 0,-23 52-11 0 0,-12 30-1566 0 0,-3-6 692 0 0,-3 17-722 0 0,0 0-1 0 0,0-1 0 0 0,0 2 0 0 0,1-1 0 0 0,0 0 1 0 0,1 1-1 0 0,-3 16 0 0 0,1-7-78 0 0,2 1-1 0 0,1 0 1 0 0,0 21 0 0 0,1-37-135 0 0,1 0 1 0 0,0 0 0 0 0,1 1 0 0 0,-1-1 0 0 0,1 0-1 0 0,0 0 1 0 0,0 0 0 0 0,0 0 0 0 0,0 1-1 0 0,1-2 1 0 0,0 1 0 0 0,0 0 0 0 0,0 0 0 0 0,0 0-1 0 0,0-1 1 0 0,1 1 0 0 0,-1-1 0 0 0,1 0-1 0 0,0 0 1 0 0,0 0 0 0 0,1 0 0 0 0,-1-1 0 0 0,0 1-1 0 0,1-1 1 0 0,-1 1 0 0 0,1-1 0 0 0,0-1-1 0 0,0 1 1 0 0,0 0 0 0 0,0-1 0 0 0,0 0 0 0 0,0 0-1 0 0,0 0 1 0 0,1 0 0 0 0,-1-1 0 0 0,0 0 0 0 0,0 0-1 0 0,1 0 1 0 0,-1 0 0 0 0,0 0 0 0 0,7-3-1 0 0,-1 1-9 0 0,0 0-1 0 0,0-1 1 0 0,-1 0-1 0 0,1-1 1 0 0,-1 0 0 0 0,0-1-1 0 0,0 0 1 0 0,0 0-1 0 0,-1-1 1 0 0,1 0-1 0 0,-2 0 1 0 0,1-1-1 0 0,-1 0 1 0 0,0 0-1 0 0,9-13 1 0 0,-9 12-14 0 0,-1-2 0 0 0,0 1 0 0 0,0-1 0 0 0,-1 0 0 0 0,-1 0 0 0 0,1-1 0 0 0,-2 1 0 0 0,1-1 0 0 0,-1 0-1 0 0,-1 0 1 0 0,0 0 0 0 0,-1 0 0 0 0,0-21 0 0 0,-1 26 5 0 0,0 0-1 0 0,-1 0 0 0 0,0 0 0 0 0,0 0 1 0 0,-1 0-1 0 0,1 0 0 0 0,-1 1 0 0 0,-1-1 1 0 0,1 0-1 0 0,-1 1 0 0 0,0 0 1 0 0,0 0-1 0 0,0 0 0 0 0,-1 0 0 0 0,0 0 1 0 0,0 0-1 0 0,0 1 0 0 0,-1 0 0 0 0,1 0 1 0 0,-1 0-1 0 0,0 1 0 0 0,0-1 0 0 0,-9-3 1 0 0,4 3 0 0 0,1 0 1 0 0,-1 1 0 0 0,0 0-1 0 0,0 1 1 0 0,0 0 0 0 0,-1 0 0 0 0,1 1-1 0 0,0 1 1 0 0,-1 0 0 0 0,1 0-1 0 0,0 1 1 0 0,-1 0 0 0 0,-12 4-1 0 0,5-1-64 0 0,0 1-1 0 0,1 1 1 0 0,0 1-1 0 0,0 0 1 0 0,0 1-1 0 0,1 1 1 0 0,0 0-1 0 0,0 2 1 0 0,1-1-1 0 0,1 2 1 0 0,-15 14-1 0 0,26-23-178 0 0,-1 1-1 0 0,1 1 1 0 0,0-1-1 0 0,0 0 1 0 0,1 1-1 0 0,-1-1 1 0 0,-2 10-1 0 0,4-13-24 0 0,1 1 1 0 0,-1-1-1 0 0,1 0 0 0 0,-1 1 0 0 0,1-1 0 0 0,0 1 0 0 0,0-1 0 0 0,0 1 0 0 0,0-1 0 0 0,0 1 0 0 0,0-1 0 0 0,0 1 1 0 0,1-1-1 0 0,-1 0 0 0 0,0 1 0 0 0,1-1 0 0 0,-1 1 0 0 0,1-1 0 0 0,-1 0 0 0 0,1 1 0 0 0,0-1 0 0 0,0 0 1 0 0,-1 0-1 0 0,1 0 0 0 0,0 0 0 0 0,0 1 0 0 0,0-1 0 0 0,0 0 0 0 0,1-1 0 0 0,-1 1 0 0 0,2 1 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1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48 224 0 0,'6'-6'1203'0'0,"0"1"0"0"0,0 0 1 0 0,0 0-1 0 0,1 1 0 0 0,0 0 0 0 0,0 0 0 0 0,0 0 0 0 0,0 1 1 0 0,16-5-1 0 0,-22 8-1112 0 0,1 0 1 0 0,-1 1 0 0 0,1-1-1 0 0,-1 0 1 0 0,1 1 0 0 0,-1-1-1 0 0,1 1 1 0 0,-1-1-1 0 0,1 1 1 0 0,-1 0 0 0 0,1 0-1 0 0,-1 0 1 0 0,0-1 0 0 0,1 1-1 0 0,-1 1 1 0 0,0-1 0 0 0,0 0-1 0 0,0 0 1 0 0,0 0-1 0 0,1 2 1 0 0,16 26 1042 0 0,-13-19-907 0 0,-1 0-1 0 0,0 1 0 0 0,-1-1 1 0 0,0 1-1 0 0,-1-1 1 0 0,0 1-1 0 0,0 12 1 0 0,-1 9 152 0 0,-4 34 0 0 0,0-1 104 0 0,5-52-234 0 0,6-22-131 0 0,-5 4-145 0 0,23-35-7 0 0,73-100-65 0 0,-85 124 76 0 0,0 1 1 0 0,0 0 0 0 0,2 1-1 0 0,0 1 1 0 0,0 0-1 0 0,23-13 1 0 0,-37 25 19 0 0,0 0 1 0 0,0 0-1 0 0,0 0 1 0 0,0 0-1 0 0,0 0 1 0 0,0 0-1 0 0,1 0 1 0 0,-1 1-1 0 0,0-1 0 0 0,1 1 1 0 0,-1 0-1 0 0,0 0 1 0 0,1 0-1 0 0,-1 0 1 0 0,1 0-1 0 0,-1 0 0 0 0,0 0 1 0 0,1 1-1 0 0,-1-1 1 0 0,0 1-1 0 0,0 0 1 0 0,1 0-1 0 0,-1 0 1 0 0,0 0-1 0 0,0 0 0 0 0,2 1 1 0 0,-2 0 13 0 0,1 1 1 0 0,-1-1-1 0 0,0 0 1 0 0,0 1-1 0 0,0-1 1 0 0,-1 1-1 0 0,1 0 1 0 0,-1-1-1 0 0,1 1 1 0 0,-1 0-1 0 0,0 0 1 0 0,0 0-1 0 0,0 0 1 0 0,0 0-1 0 0,-1 0 1 0 0,1 0-1 0 0,-1 0 1 0 0,0 6-1 0 0,-1 6 56 0 0,-1-1-1 0 0,0 0 0 0 0,-1 1 1 0 0,-1-2-1 0 0,0 1 0 0 0,-7 13 0 0 0,5-11-7 0 0,1 0-1 0 0,0 0 0 0 0,-3 23 0 0 0,8-39-55 0 0,0 1-1 0 0,0 0 1 0 0,0-1-1 0 0,0 1 1 0 0,0-1-1 0 0,1 1 1 0 0,-1-1 0 0 0,0 1-1 0 0,0 0 1 0 0,1-1-1 0 0,-1 1 1 0 0,0-1-1 0 0,0 1 1 0 0,1-1 0 0 0,-1 1-1 0 0,1-1 1 0 0,-1 1-1 0 0,0-1 1 0 0,1 0-1 0 0,-1 1 1 0 0,1-1-1 0 0,-1 0 1 0 0,1 1 0 0 0,-1-1-1 0 0,1 0 1 0 0,-1 1-1 0 0,1-1 1 0 0,0 0-1 0 0,-1 0 1 0 0,1 0-1 0 0,0 1 1 0 0,1-1-21 0 0,0 0 1 0 0,0 1-1 0 0,-1-1 0 0 0,1 0 0 0 0,0 0 0 0 0,0 0 1 0 0,-1 0-1 0 0,1 0 0 0 0,0 0 0 0 0,0-1 1 0 0,2 0-1 0 0,4-2-512 0 0,0 0 0 0 0,0-1 0 0 0,0 0 0 0 0,0-1 0 0 0,-1 1 0 0 0,12-11 1 0 0,-13 10-691 0 0,-1-1 0 0 0,0 1 1 0 0,0-1-1 0 0,-1 0 0 0 0,6-9 1 0 0,1-4-4482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1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87 124 0 0,'-169'-48'13347'0'0,"88"24"-10410"0"0,61 17-4456 0 0,-6 0-5670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2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2528 0 0,'-25'10'2247'0'0,"1"1"-1"0"0,0 1 1 0 0,-23 15-1 0 0,46-26-2193 0 0,1-1-1 0 0,-1 0 0 0 0,1 1 1 0 0,-1-1-1 0 0,1 0 0 0 0,-1 1 1 0 0,1-1-1 0 0,-1 1 0 0 0,1-1 0 0 0,-1 1 1 0 0,1-1-1 0 0,-1 1 0 0 0,1-1 1 0 0,0 1-1 0 0,-1-1 0 0 0,1 1 1 0 0,0-1-1 0 0,0 1 0 0 0,-1 0 0 0 0,1-1 1 0 0,0 1-1 0 0,0-1 0 0 0,0 1 1 0 0,0 0-1 0 0,0 0 0 0 0,0 0-17 0 0,0 0 0 0 0,1-1 0 0 0,-1 1-1 0 0,1-1 1 0 0,-1 1 0 0 0,1-1 0 0 0,-1 1 0 0 0,1 0-1 0 0,-1-1 1 0 0,1 0 0 0 0,-1 1 0 0 0,1-1 0 0 0,0 1-1 0 0,-1-1 1 0 0,1 0 0 0 0,0 1 0 0 0,-1-1 0 0 0,2 0-1 0 0,34 8 443 0 0,12-6-745 0 0,1-2 0 0 0,55-7 0 0 0,-44 2-1128 0 0,17-1-2373 0 0,9-5-1870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109 465 2636 0 0,'-90'31'9306'0'0,"75"-30"-7947"0"0,15-2-1325 0 0,0 1 0 0 0,0 0 0 0 0,-1 0 0 0 0,1 0 0 0 0,0 0 0 0 0,0-1 0 0 0,0 1 0 0 0,-1 0 0 0 0,1 0 0 0 0,0 0 0 0 0,0 0 0 0 0,0-1 0 0 0,0 1 0 0 0,0 0 0 0 0,-1 0 0 0 0,1-1 0 0 0,0 1 0 0 0,0 0 0 0 0,0 0 0 0 0,0-1 0 0 0,0 1 0 0 0,0 0 0 0 0,0 0 0 0 0,0-1 1 0 0,0 1-1 0 0,0 0 0 0 0,0 0 0 0 0,0-1 0 0 0,0 1 0 0 0,1-2 21 0 0,-1 1 1 0 0,1-1-1 0 0,-1 0 0 0 0,1 1 1 0 0,0 0-1 0 0,0-1 1 0 0,0 1-1 0 0,0-1 1 0 0,0 1-1 0 0,0 0 1 0 0,0 0-1 0 0,2-2 1 0 0,316-232 1191 0 0,-129 119-1188 0 0,-2 1-39 0 0,-180 111-54 0 0,-6 7 17 0 0,-9 13 13 0 0,-17 22 21 0 0,8-17 3 0 0,2 1 1 0 0,0 1 0 0 0,1 1 0 0 0,2 0-1 0 0,-12 31 1 0 0,-1 50 747 0 0,10-37 112 0 0,12-59-746 0 0,-1-1 0 0 0,0 1 0 0 0,-1-1 1 0 0,0 1-1 0 0,0-1 0 0 0,-1 0 0 0 0,0 0 0 0 0,-1-1 0 0 0,1 0 1 0 0,-1 0-1 0 0,-1 0 0 0 0,1-1 0 0 0,-1 1 0 0 0,-9 5 0 0 0,8-6-78 0 0,-1-1 0 0 0,0 1 0 0 0,0-1 0 0 0,-1-1 0 0 0,0 0-1 0 0,0 0 1 0 0,0-1 0 0 0,0 0 0 0 0,0-1 0 0 0,0 0 0 0 0,-1 0-1 0 0,-13-1 1 0 0,21-1-93 0 0,-1 0 0 0 0,1 0 0 0 0,-1 0 0 0 0,1-1-1 0 0,0 1 1 0 0,-1-1 0 0 0,1 0 0 0 0,0 0 0 0 0,0 0 0 0 0,-1-1 0 0 0,1 1-1 0 0,-5-5 1 0 0,6 5-79 0 0,1 0 1 0 0,0 0-1 0 0,0 0 0 0 0,0-1 0 0 0,0 1 0 0 0,0 0 1 0 0,0-1-1 0 0,1 1 0 0 0,-1-1 0 0 0,0 1 0 0 0,1-1 1 0 0,-1 1-1 0 0,1-1 0 0 0,-1 1 0 0 0,1-1 0 0 0,0 0 1 0 0,0 1-1 0 0,0-1 0 0 0,0 0 0 0 0,0 1 0 0 0,0-1 1 0 0,0 0-1 0 0,0 1 0 0 0,1-1 0 0 0,-1 1 0 0 0,1-1 1 0 0,-1 0-1 0 0,1 1 0 0 0,0-2 0 0 0,6-10-1120 0 0,0 1 1 0 0,1 0-1 0 0,0 1 0 0 0,1 0 0 0 0,0 0 1 0 0,17-15-1 0 0,-22 22 575 0 0,32-31-4508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87 1940 0 0,'4'0'2304'0'0,"-1"0"-2142"0"0,-2-1 74 0 0,1 1 1 0 0,-1 0-1 0 0,1 0 0 0 0,-1 0 0 0 0,1 0 0 0 0,-1 0 0 0 0,1 0 1 0 0,-1 0-1 0 0,1 0 0 0 0,-1 1 0 0 0,1-1 0 0 0,-1 0 0 0 0,0 1 1 0 0,1 0-1 0 0,-1-1 0 0 0,0 1 0 0 0,1 0 0 0 0,-1-1 0 0 0,0 1 0 0 0,0 0 1 0 0,0 0-1 0 0,1 0 0 0 0,-1 0 0 0 0,0 0 0 0 0,0 0 0 0 0,-1 1 1 0 0,1-1-1 0 0,0 0 0 0 0,0 0 0 0 0,-1 1 0 0 0,1-1 0 0 0,0 0 1 0 0,-1 1-1 0 0,1-1 0 0 0,-1 1 0 0 0,0-1 0 0 0,1 1 0 0 0,-1 1 1 0 0,8 54 2045 0 0,-8-54-2243 0 0,1-1-1 0 0,0 0 1 0 0,0 1 0 0 0,1-1 0 0 0,-1 0 0 0 0,0 0-1 0 0,1 0 1 0 0,-1 0 0 0 0,1 0 0 0 0,0 0-1 0 0,-1-1 1 0 0,1 1 0 0 0,0 0 0 0 0,0-1 0 0 0,0 0-1 0 0,0 1 1 0 0,0-1 0 0 0,1 0 0 0 0,-1 0 0 0 0,0 0-1 0 0,1 0 1 0 0,-1 0 0 0 0,4 0 0 0 0,5 1 39 0 0,0 0 0 0 0,-1-1-1 0 0,20 0 1 0 0,-29-1-72 0 0,7-1 10 0 0,-1 1 0 0 0,0-1 0 0 0,1 0 0 0 0,-1-1 0 0 0,0 0 0 0 0,1 0 0 0 0,-1 0 0 0 0,0-1 0 0 0,-1 0 1 0 0,1 0-1 0 0,0-1 0 0 0,-1 0 0 0 0,0 0 0 0 0,0-1 0 0 0,0 1 0 0 0,-1-1 0 0 0,8-8 0 0 0,-9 8-13 0 0,0 0-1 0 0,0 0 0 0 0,-1-1 1 0 0,1 1-1 0 0,-1-1 1 0 0,0 0-1 0 0,-1 0 1 0 0,1 0-1 0 0,-1 0 1 0 0,-1 0-1 0 0,1-1 1 0 0,-1 1-1 0 0,0 0 0 0 0,0-1 1 0 0,-1 1-1 0 0,0-1 1 0 0,0 1-1 0 0,-1-1 1 0 0,1 1-1 0 0,-3-10 1 0 0,2 14-7 0 0,1 1 3 0 0,0 0 0 0 0,0 0 1 0 0,0 0-1 0 0,0 0 0 0 0,0 1 1 0 0,-1-1-1 0 0,1 0 0 0 0,0 0 0 0 0,-1 0 1 0 0,1 0-1 0 0,-1 1 0 0 0,1-1 1 0 0,-1 0-1 0 0,1 0 0 0 0,-1 1 0 0 0,1-1 1 0 0,-1 0-1 0 0,0 1 0 0 0,1-1 0 0 0,-1 1 1 0 0,0-1-1 0 0,1 1 0 0 0,-1-1 1 0 0,0 1-1 0 0,0-1 0 0 0,0 1 0 0 0,0 0 1 0 0,1-1-1 0 0,-3 1 0 0 0,-1-1 6 0 0,0 0-1 0 0,-1 0 1 0 0,1 1-1 0 0,-1 0 1 0 0,1 0-1 0 0,0 0 1 0 0,-1 0-1 0 0,1 1 1 0 0,-1-1-1 0 0,1 1 1 0 0,0 0 0 0 0,0 1-1 0 0,0-1 1 0 0,-1 1-1 0 0,1 0 1 0 0,1 0-1 0 0,-1 0 1 0 0,-7 5-1 0 0,-8 6 131 0 0,-1 1-1 0 0,-18 17 1 0 0,8-3 108 0 0,0 1 0 0 0,-27 35 1 0 0,44-47-158 0 0,0 1-1 0 0,1 0 1 0 0,1 1 0 0 0,0 0 0 0 0,-12 35-1 0 0,21-50-86 0 0,0 0 0 0 0,1 0 0 0 0,0 0 0 0 0,0 0-1 0 0,0 0 1 0 0,0 0 0 0 0,1 0 0 0 0,0 0-1 0 0,-1 0 1 0 0,2 0 0 0 0,-1 0 0 0 0,0 1-1 0 0,1-1 1 0 0,0 0 0 0 0,0 0 0 0 0,0 0 0 0 0,0 0-1 0 0,0 0 1 0 0,1-1 0 0 0,0 1 0 0 0,0 0-1 0 0,0-1 1 0 0,0 1 0 0 0,1-1 0 0 0,-1 0-1 0 0,1 1 1 0 0,0-1 0 0 0,0-1 0 0 0,0 1 0 0 0,0 0-1 0 0,0-1 1 0 0,1 1 0 0 0,-1-1 0 0 0,1 0-1 0 0,0 0 1 0 0,0-1 0 0 0,7 3 0 0 0,5 1-476 0 0,-1 0 1 0 0,2-2 0 0 0,-1 0-1 0 0,0 0 1 0 0,1-2 0 0 0,-1 0-1 0 0,31-2 1 0 0,-15-3-2094 0 0,1 0-1 0 0,62-18 1 0 0,-40 5-2654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89 716 0 0,'6'-89'13775'0'0,"-10"91"-12800"0"0,3-3-937 0 0,1 1-1 0 0,-1 0 1 0 0,1 0-1 0 0,-1 0 1 0 0,1 0 0 0 0,-1 1-1 0 0,1-1 1 0 0,-1 0-1 0 0,1 0 1 0 0,-1 0 0 0 0,1 0-1 0 0,-1 0 1 0 0,1 1 0 0 0,-1-1-1 0 0,1 0 1 0 0,-1 0-1 0 0,1 1 1 0 0,0-1 0 0 0,-1 0-1 0 0,1 1 1 0 0,0-1-1 0 0,-1 0 1 0 0,1 1 0 0 0,-1 0-1 0 0,-8 17 509 0 0,1 1 0 0 0,1 0-1 0 0,1 1 1 0 0,0 0 0 0 0,-2 23 0 0 0,-11 109 914 0 0,16-123-1206 0 0,-47 448 1604 0 0,49-471-1931 0 0,0 0 1 0 0,1 1-1 0 0,0-1 1 0 0,0 0-1 0 0,0 1 1 0 0,1-1-1 0 0,0 0 1 0 0,0 0-1 0 0,1 0 1 0 0,2 7-1 0 0,-3-11-150 0 0,0 0 0 0 0,0 0 0 0 0,1 0 0 0 0,-1 0 0 0 0,1 0 1 0 0,-1 0-1 0 0,1 0 0 0 0,0-1 0 0 0,-1 1 0 0 0,1 0 0 0 0,0-1 0 0 0,0 0 0 0 0,0 1 0 0 0,0-1 0 0 0,0 0 0 0 0,1 0 0 0 0,-1 0 0 0 0,0 0 0 0 0,0-1 1 0 0,1 1-1 0 0,-1-1 0 0 0,0 1 0 0 0,1-1 0 0 0,-1 0 0 0 0,1 0 0 0 0,-1 0 0 0 0,0 0 0 0 0,5-1 0 0 0,-1 0-953 0 0,-1 1 0 0 0,0-2 0 0 0,0 1 1 0 0,0 0-1 0 0,8-4 0 0 0,10-7-5355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03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76 4208 0 0,'-356'-9'14691'0'0,"327"9"-13147"0"0,201-7-1453 0 0,83-6-2925 0 0,-2-17-6100 0 0,-165 14 2572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2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153 480 684 0 0,'0'0'2106'0'0,"-12"14"1923"0"0,-29 97 332 0 0,-4 62-2214 0 0,26-88-1540 0 0,4 1 0 0 0,-6 105-1 0 0,21-182-582 0 0,0 0 1 0 0,1 0-1 0 0,0 1 0 0 0,0-1 0 0 0,1 0 0 0 0,0 0 0 0 0,4 10 0 0 0,-5-19-21 0 0,0 1 0 0 0,-1 0 0 0 0,1 0 0 0 0,0-1 0 0 0,-1 1 1 0 0,1 0-1 0 0,0-1 0 0 0,0 1 0 0 0,0-1 0 0 0,0 1 0 0 0,0-1 0 0 0,0 1 0 0 0,0-1 0 0 0,0 0 0 0 0,0 1 0 0 0,0-1 0 0 0,0 0 0 0 0,0 0 1 0 0,0 0-1 0 0,0 0 0 0 0,0 0 0 0 0,0 0 0 0 0,0 0 0 0 0,0 0 0 0 0,0 0 0 0 0,0 0 0 0 0,0-1 0 0 0,1 0 0 0 0,30-9 30 0 0,-21 2-36 0 0,1 0 1 0 0,-1 0-1 0 0,0-1 0 0 0,-1 0 0 0 0,0-1 1 0 0,0 0-1 0 0,-1-1 0 0 0,-1 0 0 0 0,10-15 0 0 0,7-15-8 0 0,24-57-1 0 0,-21 35-5 0 0,-13 28-27 0 0,23-40-1 0 0,-38 74 47 0 0,0 1-1 0 0,0 0 0 0 0,0 0 1 0 0,0 0-1 0 0,0-1 0 0 0,0 1 1 0 0,0 0-1 0 0,0 0 0 0 0,0 0 1 0 0,0-1-1 0 0,0 1 0 0 0,0 0 1 0 0,1 0-1 0 0,-1 0 0 0 0,0-1 1 0 0,0 1-1 0 0,0 0 0 0 0,0 0 0 0 0,0 0 1 0 0,1 0-1 0 0,-1-1 0 0 0,0 1 1 0 0,0 0-1 0 0,0 0 0 0 0,0 0 1 0 0,1 0-1 0 0,-1 0 0 0 0,0 0 1 0 0,0 0-1 0 0,1 0 0 0 0,-1 0 1 0 0,0 0-1 0 0,0 0 0 0 0,0 0 1 0 0,1 0-1 0 0,-1 0 0 0 0,0 0 1 0 0,0 0-1 0 0,0 0 0 0 0,1 0 1 0 0,-1 0-1 0 0,0 0 0 0 0,0 0 0 0 0,1 0 1 0 0,-1 0-1 0 0,3 12 52 0 0,-3 19 83 0 0,-3-10 2 0 0,0 5 25 0 0,-1 37 0 0 0,4-56-150 0 0,0-1 0 0 0,0 0 0 0 0,1 0-1 0 0,0 0 1 0 0,0 0 0 0 0,0 0 0 0 0,1 0 0 0 0,0 0-1 0 0,0-1 1 0 0,1 1 0 0 0,5 9 0 0 0,-6-12-6 0 0,0-1 0 0 0,0 0-1 0 0,0 0 1 0 0,0 0 0 0 0,0 0 0 0 0,0 0 0 0 0,1-1 0 0 0,-1 1-1 0 0,0-1 1 0 0,1 1 0 0 0,0-1 0 0 0,-1 0 0 0 0,1 0 0 0 0,0 0-1 0 0,3 0 1 0 0,-1 0-3 0 0,1 0-1 0 0,-1-1 1 0 0,1 0-1 0 0,-1 0 1 0 0,1 0 0 0 0,-1-1-1 0 0,9-1 1 0 0,-2-2-3 0 0,-1 1 0 0 0,1-1 0 0 0,-1-1 1 0 0,0 0-1 0 0,0-1 0 0 0,15-10 0 0 0,-17 9-2 0 0,0-1-1 0 0,-1 0 0 0 0,0 0 0 0 0,-1-1 1 0 0,0 0-1 0 0,0 0 0 0 0,-1 0 0 0 0,0-1 0 0 0,0 0 1 0 0,-1 0-1 0 0,-1-1 0 0 0,0 0 0 0 0,0 1 1 0 0,-1-1-1 0 0,0 0 0 0 0,-1-1 0 0 0,0 1 0 0 0,0-20 1 0 0,-2 16 1 0 0,0-1 0 0 0,-1 1 0 0 0,0 0 1 0 0,-1-1-1 0 0,-1 1 0 0 0,0 0 0 0 0,-2 1 0 0 0,1-1 1 0 0,-2 1-1 0 0,0 0 0 0 0,0 0 0 0 0,-2 0 1 0 0,-13-20-1 0 0,14 26-9 0 0,0 0 0 0 0,0 0 1 0 0,-1 1-1 0 0,0 0 0 0 0,0 0 0 0 0,-1 1 0 0 0,0 0 1 0 0,0 1-1 0 0,0-1 0 0 0,-1 2 0 0 0,1-1 1 0 0,-21-5-1 0 0,29 10 7 0 0,0 0 0 0 0,0-1 0 0 0,0 1 0 0 0,1 0 0 0 0,-1 0 0 0 0,0 0 0 0 0,0 0 0 0 0,0 0 0 0 0,0 0 0 0 0,1 0-1 0 0,-1 0 1 0 0,0 0 0 0 0,0 0 0 0 0,0 0 0 0 0,0 1 0 0 0,1-1 0 0 0,-1 0 0 0 0,0 0 0 0 0,0 1 0 0 0,1-1 0 0 0,-1 1 0 0 0,-1 0 0 0 0,2-1-1 0 0,0 1-1 0 0,0 0 1 0 0,-1-1-1 0 0,1 1 1 0 0,0-1-1 0 0,0 1 1 0 0,0 0 0 0 0,0-1-1 0 0,0 1 1 0 0,0 0-1 0 0,0-1 1 0 0,0 1-1 0 0,0-1 1 0 0,0 1-1 0 0,1 0 1 0 0,-1-1-1 0 0,0 1 1 0 0,0-1 0 0 0,0 1-1 0 0,1 0 1 0 0,-1-1-1 0 0,0 1 1 0 0,1-1-1 0 0,-1 1 1 0 0,1-1-1 0 0,-1 1 1 0 0,0-1-1 0 0,1 1 1 0 0,-1-1 0 0 0,1 0-1 0 0,-1 1 1 0 0,1-1-1 0 0,-1 0 1 0 0,1 1-1 0 0,0-1 1 0 0,-1 0-1 0 0,1 0 1 0 0,-1 1-1 0 0,1-1 1 0 0,0 0 0 0 0,-1 0-1 0 0,1 0 1 0 0,-1 0-1 0 0,2 0 1 0 0,-1 0-35 0 0,6 2-112 0 0,1 0 1 0 0,-1-1-1 0 0,0-1 1 0 0,0 1-1 0 0,1-1 1 0 0,-1 0-1 0 0,0-1 1 0 0,12-1-1 0 0,60-17-793 0 0,-61 14 706 0 0,38-12-389 0 0,0-3-1 0 0,-1-3 0 0 0,-1-1 1 0 0,-1-3-1 0 0,-2-3 0 0 0,68-49 1 0 0,-100 64 593 0 0,-1 0 1 0 0,0-2-1 0 0,-1 0 1 0 0,-1-1-1 0 0,-1 0 1 0 0,20-32-1 0 0,-22 29 727 0 0,-1-1 0 0 0,-2 0 0 0 0,13-35 0 0 0,-85 279 3218 0 0,6-15-2817 0 0,-54 239-117 0 0,110-446-975 0 0,-1 0-1 0 0,1 1 1 0 0,0-1-1 0 0,0 1 1 0 0,0-1-1 0 0,0 0 1 0 0,0 1 0 0 0,-1-1-1 0 0,1 1 1 0 0,0-1-1 0 0,0 1 1 0 0,0-1-1 0 0,0 1 1 0 0,0-1-1 0 0,0 1 1 0 0,0-1-1 0 0,1 0 1 0 0,-1 1-1 0 0,0-1 1 0 0,0 1 0 0 0,0-1-1 0 0,0 1 1 0 0,0-1-1 0 0,1 0 1 0 0,-1 1-1 0 0,0-1 1 0 0,1 1-1 0 0,9-7 13 0 0,10-20-17 0 0,46-91-74 0 0,16-25 18 0 0,-69 123 43 0 0,1 0 0 0 0,0 1 1 0 0,2 1-1 0 0,33-29 0 0 0,-45 42 11 0 0,1 0-1 0 0,-1 1 0 0 0,1 0 1 0 0,0 0-1 0 0,1 0 0 0 0,-1 1 1 0 0,0-1-1 0 0,1 1 0 0 0,-1 1 1 0 0,1-1-1 0 0,10-1 0 0 0,-12 3 7 0 0,-1 0 0 0 0,0 0 0 0 0,0 0 0 0 0,0 1 0 0 0,0-1 0 0 0,0 1-1 0 0,0 0 1 0 0,0 0 0 0 0,0 0 0 0 0,0 0 0 0 0,0 0 0 0 0,0 1-1 0 0,0-1 1 0 0,-1 1 0 0 0,1 0 0 0 0,-1 0 0 0 0,1 0 0 0 0,-1 0 0 0 0,0 0-1 0 0,0 0 1 0 0,1 1 0 0 0,1 4 0 0 0,3 3 100 0 0,-1 1 1 0 0,0 0 0 0 0,0 0-1 0 0,-2 1 1 0 0,1-1-1 0 0,-1 1 1 0 0,3 17-1 0 0,7 90 470 0 0,0-4-392 0 0,-13-113-235 0 0,-1 1 0 0 0,1-1 0 0 0,0 0 0 0 0,0 0 0 0 0,-1 0 0 0 0,1 0 0 0 0,0 0 0 0 0,1 0-1 0 0,-1 0 1 0 0,0 0 0 0 0,1 0 0 0 0,-1 0 0 0 0,1-1 0 0 0,-1 1 0 0 0,1-1 0 0 0,0 1 0 0 0,0-1 0 0 0,-1 0 0 0 0,1 1 0 0 0,0-1 0 0 0,0 0 0 0 0,1 0 0 0 0,-1 0-1 0 0,0-1 1 0 0,0 1 0 0 0,4 0 0 0 0,2-1-248 0 0,0 0-1 0 0,-1-1 0 0 0,1 0 1 0 0,0-1-1 0 0,0 0 0 0 0,-1 0 1 0 0,1-1-1 0 0,-1 1 0 0 0,1-2 1 0 0,-1 1-1 0 0,9-7 0 0 0,-7 4 36 0 0,0-1-1 0 0,-1 0 0 0 0,0 0 0 0 0,0-1 0 0 0,0-1 1 0 0,-1 1-1 0 0,9-15 0 0 0,-6 7 397 0 0,-1-1 0 0 0,-1-1 0 0 0,0 1-1 0 0,-1-1 1 0 0,-1 0 0 0 0,-1-1 0 0 0,0 1 0 0 0,-2-1 0 0 0,2-26 0 0 0,-3-3 2160 0 0,-2 45-1316 0 0,-9 10-170 0 0,5-2-616 0 0,1 1-1 0 0,0 0 1 0 0,0 0 0 0 0,0 0 0 0 0,1 1-1 0 0,0-1 1 0 0,-2 11 0 0 0,-2 5 227 0 0,-2 0-195 0 0,1 0-1 0 0,2 0 0 0 0,0 0 0 0 0,1 1 1 0 0,1 0-1 0 0,1 45 0 0 0,2-63-204 0 0,1-1 1 0 0,-1 0-1 0 0,1 0 0 0 0,0 0 0 0 0,0 0 1 0 0,0-1-1 0 0,1 1 0 0 0,-1 0 1 0 0,1 0-1 0 0,0-1 0 0 0,0 1 0 0 0,1-1 1 0 0,4 6-1 0 0,-5-7-65 0 0,1 1 1 0 0,0-1-1 0 0,0-1 0 0 0,0 1 1 0 0,0 0-1 0 0,0-1 1 0 0,0 1-1 0 0,1-1 1 0 0,-1 0-1 0 0,0 0 0 0 0,1 0 1 0 0,-1-1-1 0 0,1 1 1 0 0,-1-1-1 0 0,1 0 0 0 0,4 0 1 0 0,7-1-664 0 0,0 0 0 0 0,0-1 1 0 0,0-1-1 0 0,0 0 0 0 0,23-9 0 0 0,34-19-5857 0 0,-35 11 57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2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1 852 0 0,'-24'0'2124'0'0,"5"1"-460"0"0,2 1-371 0 0,-2 0-253 0 0,3-1-220 0 0,3 5-140 0 0,1-3-168 0 0,0 2-24 0 0,5 0-404 0 0,-2 11-836 0 0,7-2-2801 0 0,6-4 705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391 464 2212 0 0,'-129'-69'10779'0'0,"127"68"-10705"0"0,0 0 0 0 0,-1 0-1 0 0,1 0 1 0 0,-1 1 0 0 0,1-1 0 0 0,0 1 0 0 0,-1 0-1 0 0,1 0 1 0 0,-1 0 0 0 0,1 0 0 0 0,-1 0-1 0 0,1 0 1 0 0,0 1 0 0 0,-1-1 0 0 0,1 1-1 0 0,-1 0 1 0 0,1 0 0 0 0,0 0 0 0 0,0 0-1 0 0,0 0 1 0 0,-1 0 0 0 0,1 0 0 0 0,0 1-1 0 0,0-1 1 0 0,1 1 0 0 0,-1-1 0 0 0,-2 3 0 0 0,-5 6 140 0 0,0 0 1 0 0,0 0-1 0 0,-11 20 1 0 0,15-22-84 0 0,-21 32 382 0 0,-41 87 0 0 0,57-103-439 0 0,0 1-1 0 0,2 0 1 0 0,1 0-1 0 0,1 0 1 0 0,-4 35 0 0 0,10-52-58 0 0,-1 0 1 0 0,1 0 0 0 0,1 0 0 0 0,-1 0-1 0 0,1 0 1 0 0,1 0 0 0 0,0 0 0 0 0,0-1 0 0 0,0 1-1 0 0,1 0 1 0 0,5 9 0 0 0,-6-12-46 0 0,1-1-1 0 0,1 1 1 0 0,-1 0 0 0 0,0-1 0 0 0,1 0 0 0 0,0 0-1 0 0,0 0 1 0 0,1 0 0 0 0,-1-1 0 0 0,1 0-1 0 0,-1 0 1 0 0,1 0 0 0 0,0 0 0 0 0,0-1 0 0 0,0 0-1 0 0,1 0 1 0 0,5 2 0 0 0,8 0-437 0 0,1-1 0 0 0,-1-1 0 0 0,1 0 0 0 0,0-2 0 0 0,-1 0 0 0 0,1-1 0 0 0,0-1 0 0 0,-1-1 0 0 0,1-1 0 0 0,-1 0 0 0 0,33-13 0 0 0,-27 7-64 0 0,-1 0 0 0 0,0-2 1 0 0,-1-1-1 0 0,0-1 0 0 0,-1 0 1 0 0,-1-2-1 0 0,0 0 0 0 0,24-26 0 0 0,-29 23 373 0 0,-1-1 0 0 0,0 0-1 0 0,-1-2 1 0 0,-2 1 0 0 0,0-1-1 0 0,-1-1 1 0 0,-1 0-1 0 0,-1-1 1 0 0,8-35 0 0 0,-6 7 655 0 0,-1 0 0 0 0,-3-1 0 0 0,1-75 1 0 0,-9 81 647 0 0,-1 0 1 0 0,-2 1-1 0 0,-16-74 1 0 0,19 118-1072 0 0,1 0 0 0 0,-1-1 0 0 0,1 1 0 0 0,-1 0 0 0 0,0 0 0 0 0,0 0 0 0 0,0 0 0 0 0,0 0 0 0 0,0 0 0 0 0,0 1 0 0 0,-1-1 0 0 0,1 0 0 0 0,-3-2 0 0 0,3 3 292 0 0,-2 3 40 0 0,0 0-304 0 0,-1 0-1 0 0,2 1 0 0 0,-1-1 1 0 0,0 1-1 0 0,0-1 0 0 0,1 1 1 0 0,0 0-1 0 0,-1 0 1 0 0,1 1-1 0 0,0-1 0 0 0,0 0 1 0 0,1 1-1 0 0,-1-1 0 0 0,1 1 1 0 0,0-1-1 0 0,0 1 0 0 0,0 0 1 0 0,0 3-1 0 0,-4 16 454 0 0,-1 40 0 0 0,5-56-451 0 0,-3 63 302 0 0,3 0-1 0 0,3 0 1 0 0,3 0 0 0 0,4 0-1 0 0,25 105 1 0 0,-30-162-379 0 0,15 48 94 0 0,-18-56-104 0 0,1 0 0 0 0,0-1 0 0 0,1 1 1 0 0,-1-1-1 0 0,1 1 0 0 0,0-1 0 0 0,0 0 1 0 0,0 0-1 0 0,6 5 0 0 0,-8-8-16 0 0,1 0 0 0 0,-1-1 0 0 0,0 1 0 0 0,1 0 0 0 0,-1-1 0 0 0,1 1 0 0 0,0 0 0 0 0,-1-1 0 0 0,1 0 0 0 0,-1 1 0 0 0,1-1 0 0 0,0 0 0 0 0,-1 0 1 0 0,1 0-1 0 0,0 0 0 0 0,-1 0 0 0 0,1-1 0 0 0,0 1 0 0 0,-1 0 0 0 0,1-1 0 0 0,-1 1 0 0 0,1-1 0 0 0,-1 0 0 0 0,1 1 0 0 0,-1-1 0 0 0,1 0 0 0 0,-1 0 0 0 0,0 0 0 0 0,3-2 0 0 0,4-3-6 0 0,-1-1 1 0 0,0 1-1 0 0,10-15 1 0 0,-13 17 6 0 0,62-92-8 0 0,-53 74-1 0 0,2 0-1 0 0,0 1 1 0 0,1 0 0 0 0,34-33-1 0 0,-49 53 3 0 0,1 0 0 0 0,-1-1 0 0 0,1 1-1 0 0,0 0 1 0 0,0 0 0 0 0,-1 0 0 0 0,1 0-1 0 0,0 0 1 0 0,0 0 0 0 0,0 0-1 0 0,0 1 1 0 0,0-1 0 0 0,0 1 0 0 0,0-1-1 0 0,4 1 1 0 0,-4 0 5 0 0,-1 0 0 0 0,1 1-1 0 0,-1-1 1 0 0,0 0 0 0 0,1 1 0 0 0,-1 0-1 0 0,0-1 1 0 0,1 1 0 0 0,-1 0 0 0 0,0-1 0 0 0,0 1-1 0 0,0 0 1 0 0,0 0 0 0 0,0 0 0 0 0,0 0-1 0 0,0 0 1 0 0,2 2 0 0 0,0 3 85 0 0,0 0-1 0 0,0 0 1 0 0,0 0-1 0 0,-1 0 1 0 0,0 0-1 0 0,0 0 1 0 0,0 1-1 0 0,0 9 1 0 0,1 15 630 0 0,-2 52 1 0 0,-1-53-356 0 0,5 56 0 0 0,-5-84-352 0 0,0 0 1 0 0,1 0 0 0 0,-1-1 0 0 0,0 1-1 0 0,1 0 1 0 0,-1 0 0 0 0,1-1 0 0 0,0 1-1 0 0,0 0 1 0 0,0-1 0 0 0,0 1 0 0 0,0-1-1 0 0,0 1 1 0 0,0-1 0 0 0,0 1 0 0 0,0-1 0 0 0,1 0-1 0 0,-1 1 1 0 0,0-1 0 0 0,1 0 0 0 0,-1 0-1 0 0,4 1 1 0 0,-2-1-45 0 0,0 0 0 0 0,0-1 0 0 0,0 1 0 0 0,0-1 0 0 0,0 0 0 0 0,0 1 1 0 0,0-2-1 0 0,0 1 0 0 0,0 0 0 0 0,0 0 0 0 0,0-1 0 0 0,5-1 0 0 0,4-3-513 0 0,0 0 0 0 0,0 0 0 0 0,-1-1 0 0 0,0 0 0 0 0,16-12-1 0 0,11-11-4691 0 0,54-54-1 0 0,-58 46-832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8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106 535 1408 0 0,'-3'0'2492'0'0,"-13"0"2633"0"0,-2 0-1939 0 0,16 0-2492 0 0,1 0-660 0 0,1 0 0 0 0,-1 0 1 0 0,1 0-1 0 0,-1 0 1 0 0,1 0-1 0 0,-1-1 0 0 0,1 1 1 0 0,-1 0-1 0 0,1 0 1 0 0,-1 0-1 0 0,1 0 1 0 0,0-1-1 0 0,-1 1 0 0 0,1 0 1 0 0,-1 0-1 0 0,1-1 1 0 0,0 1-1 0 0,-1 0 0 0 0,1-1 1 0 0,0 1-1 0 0,-1 0 1 0 0,1-1-1 0 0,0 1 1 0 0,-1-1-1 0 0,1 1 0 0 0,0-1 1 0 0,0 1-1 0 0,0 0 1 0 0,-1-1-1 0 0,1 1 0 0 0,0-1 1 0 0,0 0-1 0 0,0-1 20 0 0,1 1-1 0 0,-1-1 1 0 0,1 1-1 0 0,-1 0 1 0 0,1-1-1 0 0,0 1 1 0 0,0-1-1 0 0,-1 1 0 0 0,1 0 1 0 0,0 0-1 0 0,0-1 1 0 0,2 0-1 0 0,80-77 583 0 0,6-7-429 0 0,-73 68-194 0 0,-1-1 0 0 0,0-1 1 0 0,-2 0-1 0 0,0 0 0 0 0,-2-1 0 0 0,0-1 0 0 0,-1 0 1 0 0,-1 0-1 0 0,-1-1 0 0 0,-1 0 0 0 0,-1 0 0 0 0,2-27 0 0 0,-7 43-23 0 0,0 6 4 0 0,-1 0 1 0 0,0-1-1 0 0,1 1 1 0 0,-1 0-1 0 0,0 0 1 0 0,0-1-1 0 0,0 1 1 0 0,0 0-1 0 0,0 0 1 0 0,0-1-1 0 0,0 1 1 0 0,0 0-1 0 0,-1 0 1 0 0,1 0-1 0 0,0-1 1 0 0,-1 1-1 0 0,1 0 1 0 0,-1 0-1 0 0,0 0 1 0 0,1 0-1 0 0,-1 0 1 0 0,0 0-1 0 0,1 0 1 0 0,-2-2-1 0 0,-2 4-15 0 0,-4 6 11 0 0,0 0 0 0 0,1 0-1 0 0,0 0 1 0 0,0 1 0 0 0,0 0 0 0 0,1 0-1 0 0,-8 16 1 0 0,-33 73-15 0 0,38-77 19 0 0,-176 493 342 0 0,128-336 38 0 0,49-152-170 0 0,8-22-79 0 0,1-5-124 0 0,1 0 0 0 0,0 0 0 0 0,-1 0 0 0 0,1 0 0 0 0,-1-1 0 0 0,0 1 0 0 0,0 0 0 0 0,2-4 0 0 0,-2 2-4 0 0,17-29-34 0 0,0 1 0 0 0,3 1-1 0 0,0 0 1 0 0,2 2 0 0 0,51-52-1 0 0,-59 66 8 0 0,1 2 0 0 0,1-1 0 0 0,0 2 0 0 0,1 0 0 0 0,0 1 0 0 0,0 1 0 0 0,1 0 0 0 0,1 2 0 0 0,-1 0 0 0 0,2 1 0 0 0,39-7-1 0 0,-52 12 21 0 0,1 2-1 0 0,-1-1 1 0 0,0 1-1 0 0,1 1 0 0 0,-1-1 1 0 0,0 1-1 0 0,0 1 0 0 0,1-1 1 0 0,-1 2-1 0 0,12 4 0 0 0,-16-5 25 0 0,0-1-1 0 0,0 2 1 0 0,0-1 0 0 0,-1 0-1 0 0,1 1 1 0 0,-1 0-1 0 0,1 0 1 0 0,-1 0-1 0 0,0 0 1 0 0,0 0 0 0 0,0 1-1 0 0,-1-1 1 0 0,1 1-1 0 0,-1 0 1 0 0,0-1-1 0 0,0 1 1 0 0,0 0 0 0 0,-1 0-1 0 0,1 1 1 0 0,-1-1-1 0 0,1 7 1 0 0,0 1 54 0 0,-1 0 1 0 0,-1-1 0 0 0,0 1-1 0 0,0 0 1 0 0,-5 22 0 0 0,-19 55 247 0 0,2-5-647 0 0,21-83 217 0 0,1 1 0 0 0,-1-1 0 0 0,1 0 0 0 0,0 1 0 0 0,-1-1 0 0 0,1 0 0 0 0,0 1-1 0 0,0-1 1 0 0,0 1 0 0 0,0-1 0 0 0,0 0 0 0 0,1 1 0 0 0,-1-1 0 0 0,0 0 0 0 0,1 1 0 0 0,-1-1 0 0 0,1 0 0 0 0,-1 1 0 0 0,1-1-1 0 0,0 0 1 0 0,-1 0 0 0 0,1 0 0 0 0,0 1 0 0 0,0-1 0 0 0,0 0 0 0 0,0 0 0 0 0,0 0 0 0 0,0 0 0 0 0,0-1 0 0 0,0 1 0 0 0,0 0-1 0 0,0 0 1 0 0,0-1 0 0 0,3 2 0 0 0,0-1-483 0 0,0 0 1 0 0,1-1-1 0 0,-1 1 1 0 0,0-1-1 0 0,1 0 0 0 0,-1 0 1 0 0,0 0-1 0 0,1 0 0 0 0,6-3 1 0 0,11-3-3547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9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251 503 892 0 0,'4'-8'925'0'0,"-1"4"-278"0"0,0-1 0 0 0,0 0 0 0 0,0 0 0 0 0,-1 0 0 0 0,0 0 0 0 0,0-1 0 0 0,-1 1 0 0 0,1 0 0 0 0,-1-1 0 0 0,0 1 0 0 0,0-11 0 0 0,-1 15-612 0 0,0 0 0 0 0,-1 1 0 0 0,1-1 0 0 0,0 0 0 0 0,0 1 0 0 0,-1-1-1 0 0,1 1 1 0 0,0-1 0 0 0,-1 0 0 0 0,1 1 0 0 0,-1-1 0 0 0,1 1 0 0 0,-1-1 0 0 0,1 1 0 0 0,-1-1 0 0 0,1 1 0 0 0,-1 0 0 0 0,1-1 0 0 0,-1 1 0 0 0,0 0 0 0 0,1-1 0 0 0,-1 1 0 0 0,0 0-1 0 0,1 0 1 0 0,-1-1 0 0 0,0 1 0 0 0,1 0 0 0 0,-1 0 0 0 0,0 0 0 0 0,1 0 0 0 0,-1 0 0 0 0,0 0 0 0 0,1 0 0 0 0,-1 0 0 0 0,0 0 0 0 0,1 1 0 0 0,-1-1 0 0 0,-1 0 0 0 0,-25 10 423 0 0,8 1-264 0 0,0 2-1 0 0,1 0 0 0 0,0 1 0 0 0,1 1 1 0 0,1 1-1 0 0,0 0 0 0 0,2 1 0 0 0,0 0 0 0 0,0 1 1 0 0,-16 31-1 0 0,25-40-140 0 0,0 1 0 0 0,0 0 1 0 0,1 1-1 0 0,1-1 0 0 0,-1 1 0 0 0,2 0 0 0 0,-4 20 1 0 0,6-28-43 0 0,0 0 1 0 0,0-1-1 0 0,-1 1 0 0 0,2 0 1 0 0,-1-1-1 0 0,0 1 1 0 0,0 0-1 0 0,1-1 1 0 0,0 1-1 0 0,-1 0 1 0 0,1-1-1 0 0,0 1 0 0 0,0-1 1 0 0,0 1-1 0 0,1-1 1 0 0,-1 0-1 0 0,1 1 1 0 0,-1-1-1 0 0,1 0 1 0 0,0 0-1 0 0,0 0 0 0 0,0 0 1 0 0,0-1-1 0 0,0 1 1 0 0,0 0-1 0 0,0-1 1 0 0,0 1-1 0 0,1-1 1 0 0,-1 0-1 0 0,1 0 1 0 0,-1 0-1 0 0,1 0 0 0 0,-1 0 1 0 0,1-1-1 0 0,0 1 1 0 0,-1-1-1 0 0,5 1 1 0 0,0-1-93 0 0,0 0 0 0 0,0 0 1 0 0,0-1-1 0 0,0 0 0 0 0,0 0 1 0 0,-1-1-1 0 0,1 0 1 0 0,0 0-1 0 0,-1-1 0 0 0,1 0 1 0 0,-1 0-1 0 0,0 0 0 0 0,0-1 1 0 0,0 1-1 0 0,0-2 0 0 0,-1 1 1 0 0,10-10-1 0 0,2-2-111 0 0,-2-2-1 0 0,0 1 1 0 0,-1-2-1 0 0,13-22 0 0 0,9-21 609 0 0,33-77-1 0 0,-68 137-183 0 0,-9 16 54 0 0,-4 13-1 0 0,1 0 1 0 0,1 1-1 0 0,2 0 1 0 0,-7 33 0 0 0,12-47-211 0 0,1 0 0 0 0,0 1 1 0 0,0-1-1 0 0,2 0 1 0 0,-1 0-1 0 0,4 25 1 0 0,-2-35-144 0 0,-1 0 0 0 0,1 0 0 0 0,0 0 0 0 0,0 0 1 0 0,1 0-1 0 0,-1 0 0 0 0,1-1 0 0 0,0 1 0 0 0,0-1 1 0 0,0 1-1 0 0,0-1 0 0 0,0 0 0 0 0,1 0 0 0 0,0 0 1 0 0,0 0-1 0 0,-1 0 0 0 0,1 0 0 0 0,1-1 0 0 0,-1 0 1 0 0,0 1-1 0 0,1-1 0 0 0,-1 0 0 0 0,1-1 1 0 0,0 1-1 0 0,-1-1 0 0 0,1 1 0 0 0,0-1 0 0 0,4 0 1 0 0,1 0-257 0 0,0 0 1 0 0,1-1 0 0 0,-1 0 0 0 0,0 0 0 0 0,0-1 0 0 0,0 0 0 0 0,0-1 0 0 0,0 0 0 0 0,-1 0 0 0 0,1-1 0 0 0,0 0 0 0 0,-1-1 0 0 0,0 0 0 0 0,0 0 0 0 0,0-1 0 0 0,0 0-1 0 0,-1 0 1 0 0,8-7 0 0 0,10-10-133 0 0,-1-2-1 0 0,-2 0 0 0 0,32-43 1 0 0,-9 3 1043 0 0,-3-1 1 0 0,-3-2-1 0 0,59-138 1 0 0,-95 196-479 0 0,15-34 1735 0 0,-1 0 1 0 0,19-87 0 0 0,-36 130-1834 0 0,1 0 0 0 0,-1 0 0 0 0,0-1 0 0 0,0 1 0 0 0,0 0 0 0 0,0 0 0 0 0,0 0 0 0 0,0 0-1 0 0,0-1 1 0 0,0 1 0 0 0,1 0 0 0 0,-1 0 0 0 0,0 0 0 0 0,0-1 0 0 0,0 1 0 0 0,0 0 0 0 0,0 0 0 0 0,0 0 0 0 0,0-1 0 0 0,0 1 0 0 0,0 0 0 0 0,0 0 0 0 0,0 0 0 0 0,0-1 0 0 0,0 1 0 0 0,-1 0 0 0 0,1 0 0 0 0,0 0 0 0 0,0 0 0 0 0,0-1 0 0 0,0 1 0 0 0,0 0 0 0 0,0 0 0 0 0,0 0 0 0 0,0 0 0 0 0,-1-1 0 0 0,1 1 0 0 0,0 0 0 0 0,0 0 0 0 0,0 0 0 0 0,0 0 0 0 0,-1 0 0 0 0,1 0 0 0 0,0 0 0 0 0,0-1 0 0 0,0 1 0 0 0,0 0 0 0 0,-1 0 0 0 0,1 0 0 0 0,-10 9 202 0 0,-11 17 41 0 0,-30 63 415 0 0,3 2 1 0 0,-35 98-1 0 0,67-152-515 0 0,2 0 0 0 0,2 1 0 0 0,1 1 0 0 0,2-1 0 0 0,-5 43 0 0 0,14-76-177 0 0,-1-1-1 0 0,1 1 1 0 0,1-1-1 0 0,-1 1 1 0 0,1 0-1 0 0,-1-1 1 0 0,1 1 0 0 0,1-1-1 0 0,-1 0 1 0 0,0 1-1 0 0,1-1 1 0 0,0 0 0 0 0,0 0-1 0 0,0 0 1 0 0,1 0-1 0 0,0 0 1 0 0,-1 0 0 0 0,5 3-1 0 0,-3-3-189 0 0,1 0 0 0 0,-1-1 0 0 0,1 0 0 0 0,-1 0 0 0 0,1 0 0 0 0,0-1 0 0 0,0 1 0 0 0,1-1 0 0 0,-1 0 0 0 0,0-1 0 0 0,1 1 0 0 0,-1-1 0 0 0,1 0 0 0 0,8 0 0 0 0,-3 0-715 0 0,0-1 0 0 0,-1-1 0 0 0,1 0 0 0 0,0 0 0 0 0,-1-1 0 0 0,20-6 0 0 0,6-5-3821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49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742 158 968 0 0,'30'-86'6308'0'0,"-6"16"-1766"0"0,-23 68-4176 0 0,-9 25 596 0 0,1-8-587 0 0,-179 498 5649 0 0,-103 257-1884 0 0,223-598-3747 0 0,-147 368 489 0 0,199-503-714 0 0,15-37-167 0 0,-1 0 1 0 0,0 0-1 0 0,0 0 1 0 0,1 0-1 0 0,-1-1 1 0 0,0 1-1 0 0,0 0 1 0 0,1 0-1 0 0,-1 0 1 0 0,0 0-1 0 0,0 0 1 0 0,1 0 0 0 0,-1 0-1 0 0,0 0 1 0 0,1 0-1 0 0,-1 0 1 0 0,0 0-1 0 0,0 0 1 0 0,1 0-1 0 0,-1 0 1 0 0,0 0-1 0 0,0 0 1 0 0,1 1-1 0 0,-1-1 1 0 0,0 0-1 0 0,0 0 1 0 0,1 0-1 0 0,-1 0 1 0 0,0 0 0 0 0,0 1-1 0 0,1-1 1 0 0,-1 0-1 0 0,0 0 1 0 0,0 0-1 0 0,0 1 1 0 0,0-1-1 0 0,1 0 1 0 0,-1 0-1 0 0,0 1 1 0 0,0-1-1 0 0,0 0 1 0 0,0 0-1 0 0,0 1 1 0 0,0-1-1 0 0,0 0 1 0 0,0 0 0 0 0,0 1-1 0 0,0-1 1 0 0,0 0-1 0 0,0 1 1 0 0,0-1-1 0 0,0 0 1 0 0,0 0-1 0 0,0 1 1 0 0,0-1-1 0 0,0 0 1 0 0,0 0-1 0 0,0 1 1 0 0,0-1-1 0 0,0 0 1 0 0,0 0-1 0 0,0 1 1 0 0,-1-1 0 0 0,1 1-1 0 0,21-11 27 0 0,9-10-110 0 0,0-2-1 0 0,-2-1 1 0 0,0-2 0 0 0,25-29 0 0 0,-35 34 63 0 0,-2-1 1 0 0,0 0-1 0 0,-1-1 1 0 0,-1-1 0 0 0,-2 0-1 0 0,15-36 1 0 0,-23 47 4 0 0,0-1 1 0 0,0 0-1 0 0,-1 0 1 0 0,-1 0-1 0 0,0 0 1 0 0,-1 0-1 0 0,-1 0 1 0 0,1 0-1 0 0,-2-1 1 0 0,-3-21-1 0 0,0 18 2 0 0,-1 0 1 0 0,0 0-1 0 0,-1 0 1 0 0,-1 1-1 0 0,-1 0 1 0 0,0 0-1 0 0,-11-15 1 0 0,-2 1-16 0 0,-2 0 0 0 0,-40-40 1 0 0,-56-42-85 0 0,109 103 98 0 0,8 7 62 0 0,-4-3-290 0 0,0 0-1 0 0,1 0 0 0 0,-1-1 0 0 0,1 0 0 0 0,1 0 0 0 0,-6-7 0 0 0,10 11 67 0 0,-1 0 0 0 0,0 1 0 0 0,1-1 0 0 0,-1 0 0 0 0,1 0 0 0 0,-1 0 0 0 0,1 1 0 0 0,0-1 0 0 0,0 0 0 0 0,0 0 0 0 0,0 0 0 0 0,0 0 0 0 0,0 1 0 0 0,0-1 0 0 0,1 0 0 0 0,-1 0 0 0 0,1 0 0 0 0,-1 1 0 0 0,1-1 0 0 0,0 0 0 0 0,0 1 0 0 0,0-1 0 0 0,-1 1 0 0 0,2-1 0 0 0,-1 1 0 0 0,0-1 0 0 0,0 1 0 0 0,0-1 0 0 0,1 1 0 0 0,1-2 0 0 0,6-4-921 0 0,1 0 0 0 0,-1 0 0 0 0,1 1 0 0 0,0 0 0 0 0,15-6 0 0 0,-9 5-865 0 0,30-15-4299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0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23 2992 0 0,'-10'-9'3313'0'0,"9"8"-2722"0"0,-1-1 0 0 0,1 1-1 0 0,-1-1 1 0 0,0 1 0 0 0,0 0-1 0 0,0 0 1 0 0,1 0 0 0 0,-5-2-1 0 0,5 3-525 0 0,0 0-1 0 0,0 0 0 0 0,0 0 0 0 0,1 0 1 0 0,-1 0-1 0 0,0 0 0 0 0,0 0 0 0 0,0 1 1 0 0,0-1-1 0 0,0 0 0 0 0,1 1 1 0 0,-1-1-1 0 0,0 0 0 0 0,0 1 0 0 0,0-1 1 0 0,1 1-1 0 0,-1-1 0 0 0,0 1 0 0 0,1-1 1 0 0,-1 1-1 0 0,0 0 0 0 0,1-1 0 0 0,-1 1 1 0 0,1 0-1 0 0,-1-1 0 0 0,1 1 0 0 0,-1 1 1 0 0,-8 14 421 0 0,1 1 0 0 0,1 0 1 0 0,0 0-1 0 0,1 1 0 0 0,1 0 1 0 0,-3 21-1 0 0,-2 3 86 0 0,1-10-257 0 0,-138 508 2879 0 0,-20-7-2175 0 0,29-162-2359 0 0,135-363 1006 0 0,2-5 102 0 0,1-1 0 0 0,-1 0 0 0 0,0 1 0 0 0,0-1-1 0 0,0 0 1 0 0,-1 0 0 0 0,1 0 0 0 0,-3 4 0 0 0,-9-20-5323 0 0,11 9 5100 0 0,1 1 0 0 0,0-1 0 0 0,0 0 1 0 0,0 1-1 0 0,0-1 0 0 0,1 0 0 0 0,0-7 0 0 0,-1-7-1828 0 0,-2-17-1998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1 471 908 0 0,'14'-49'1373'0'0,"3"2"-1"0"0,2 0 1 0 0,2 0-1 0 0,43-69 1 0 0,-54 101-1096 0 0,1 1 0 0 0,1-1 0 0 0,0 2 0 0 0,1 0 1 0 0,1 0-1 0 0,28-20 0 0 0,-32 26-141 0 0,2 1-1 0 0,-1 0 1 0 0,1 1 0 0 0,0 0-1 0 0,0 0 1 0 0,0 2 0 0 0,0-1 0 0 0,1 2-1 0 0,-1 0 1 0 0,1 0 0 0 0,13 0 0 0 0,-4 2 76 0 0,-1 1-1 0 0,1 1 1 0 0,0 1 0 0 0,-1 1 0 0 0,0 0 0 0 0,39 15 0 0 0,-46-14-70 0 0,-1 1 0 0 0,1 0 1 0 0,-1 2-1 0 0,-1-1 1 0 0,1 1-1 0 0,-1 1 0 0 0,-1 0 1 0 0,0 1-1 0 0,0 0 0 0 0,18 23 1 0 0,-26-29-47 0 0,0 0 0 0 0,-1 0 1 0 0,1 0-1 0 0,-1 0 0 0 0,0 1 1 0 0,0-1-1 0 0,0 1 0 0 0,-1-1 1 0 0,0 1-1 0 0,0 0 0 0 0,0 0 1 0 0,0-1-1 0 0,-1 1 0 0 0,1 0 1 0 0,-1 0-1 0 0,-2 8 0 0 0,1-6 1 0 0,-1 0-1 0 0,0-1 0 0 0,0 1 0 0 0,-1-1 1 0 0,0 1-1 0 0,0-1 0 0 0,0 0 0 0 0,-1-1 0 0 0,0 1 1 0 0,-8 8-1 0 0,0-1 9 0 0,-1 0 0 0 0,-1-2 0 0 0,0 1 0 0 0,0-2 0 0 0,-1 0 0 0 0,-1-1 0 0 0,0 0 0 0 0,-20 7 0 0 0,24-11-167 0 0,-81 27 522 0 0,84-29-652 0 0,0-1 0 0 0,0-1-1 0 0,0 0 1 0 0,0 0 0 0 0,0 0 0 0 0,-1-1-1 0 0,1-1 1 0 0,-13-1 0 0 0,21 1 45 0 0,0 1 1 0 0,0 0-1 0 0,0 0 1 0 0,-1 0 0 0 0,1-1-1 0 0,0 1 1 0 0,0 0-1 0 0,1-1 1 0 0,-1 1 0 0 0,0-1-1 0 0,0 0 1 0 0,0 1 0 0 0,0-1-1 0 0,0 1 1 0 0,0-1-1 0 0,1 0 1 0 0,-1 0 0 0 0,0 0-1 0 0,1 1 1 0 0,-1-1-1 0 0,0 0 1 0 0,1 0 0 0 0,-1 0-1 0 0,0-2 1 0 0,1 2-209 0 0,0-1 0 0 0,0 1 0 0 0,0-1 0 0 0,0 0 0 0 0,0 1 0 0 0,1-1 0 0 0,-1 1-1 0 0,0-1 1 0 0,1 1 0 0 0,-1-1 0 0 0,1 1 0 0 0,-1-1 0 0 0,1 1 0 0 0,0 0 0 0 0,0-1 0 0 0,1-1 0 0 0,8-12-4243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181 111 1928 0 0,'13'-18'3828'0'0,"17"-31"0"0"0,-5 8-96 0 0,-24 39-3175 0 0,-10 18-331 0 0,-127 275 683 0 0,106-213-799 0 0,-36 150 0 0 0,63-215-319 0 0,1 0-1 0 0,0 0 1 0 0,1 0 0 0 0,0 0-1 0 0,1 0 1 0 0,2 18 0 0 0,-1-27-107 0 0,-1 0 1 0 0,1 0-1 0 0,0 0 1 0 0,1 0-1 0 0,-1 0 1 0 0,1 0-1 0 0,-1 0 1 0 0,1-1-1 0 0,0 1 1 0 0,0-1-1 0 0,1 1 1 0 0,-1-1-1 0 0,1 0 1 0 0,0 0-1 0 0,0 0 1 0 0,0 0-1 0 0,0 0 1 0 0,0-1-1 0 0,0 0 1 0 0,1 1-1 0 0,-1-1 1 0 0,1 0-1 0 0,0-1 1 0 0,4 3-1 0 0,12 1-3155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284 141 952 0 0,'2'-6'748'0'0,"4"-8"606"0"0,-1 0 1 0 0,0 0-1 0 0,-1 0 0 0 0,0-1 0 0 0,-2 0 0 0 0,2-17 1 0 0,-3 31-1311 0 0,-1 1 0 0 0,0-1 0 0 0,0 1 0 0 0,0-1 0 0 0,0 0 0 0 0,0 1 0 0 0,0-1 0 0 0,-1 0 1 0 0,1 1-1 0 0,0-1 0 0 0,0 1 0 0 0,0-1 0 0 0,0 1 0 0 0,-1-1 0 0 0,1 0 0 0 0,0 1 0 0 0,-1-1 0 0 0,1 1 1 0 0,0-1-1 0 0,-1 1 0 0 0,1-1 0 0 0,0 1 0 0 0,-1 0 0 0 0,1-1 0 0 0,-1 1 0 0 0,1-1 0 0 0,-1 1 0 0 0,1 0 1 0 0,-2-1-1 0 0,1 1-2 0 0,-1 0 0 0 0,1 0 1 0 0,0 0-1 0 0,0 0 0 0 0,-1 0 0 0 0,1 0 1 0 0,0 0-1 0 0,-1 1 0 0 0,1-1 1 0 0,0 0-1 0 0,0 1 0 0 0,-1-1 1 0 0,0 2-1 0 0,-33 21 656 0 0,9-1-534 0 0,1 2 1 0 0,1 0 0 0 0,1 1-1 0 0,1 2 1 0 0,1 0 0 0 0,2 1-1 0 0,1 1 1 0 0,1 1 0 0 0,1 0-1 0 0,-12 36 1 0 0,25-57-137 0 0,0 0 1 0 0,0 0-1 0 0,2 0 0 0 0,-1 0 0 0 0,1 0 0 0 0,0 1 1 0 0,1 8-1 0 0,0-15-15 0 0,0 0 1 0 0,1 0-1 0 0,-1 0 0 0 0,1 0 1 0 0,-1 0-1 0 0,1-1 1 0 0,0 1-1 0 0,0 0 0 0 0,1 0 1 0 0,-1-1-1 0 0,0 1 1 0 0,1-1-1 0 0,-1 1 0 0 0,1-1 1 0 0,0 0-1 0 0,0 0 1 0 0,0 1-1 0 0,0-1 0 0 0,0 0 1 0 0,1-1-1 0 0,-1 1 1 0 0,1 0-1 0 0,-1-1 0 0 0,1 1 1 0 0,5 1-1 0 0,-4-2-15 0 0,0 0-1 0 0,1 0 1 0 0,-1-1-1 0 0,1 1 0 0 0,0-1 1 0 0,-1 0-1 0 0,1-1 1 0 0,-1 1-1 0 0,1-1 1 0 0,-1 0-1 0 0,1 0 1 0 0,-1 0-1 0 0,0 0 1 0 0,1-1-1 0 0,-1 0 1 0 0,0 0-1 0 0,0 0 1 0 0,0 0-1 0 0,0-1 0 0 0,-1 0 1 0 0,5-3-1 0 0,9-8-52 0 0,-1-1-1 0 0,0 0 1 0 0,13-18-1 0 0,11-20-46 0 0,48-80 0 0 0,-22 30 15 0 0,-22 37-170 0 0,-44 66 254 0 0,0-1 0 0 0,0 1 0 0 0,1 0 0 0 0,-1-1 1 0 0,0 1-1 0 0,0 0 0 0 0,1-1 0 0 0,-1 1 0 0 0,0 0 0 0 0,0 0 0 0 0,1-1 0 0 0,-1 1 0 0 0,0 0 1 0 0,1 0-1 0 0,-1 0 0 0 0,0-1 0 0 0,1 1 0 0 0,-1 0 0 0 0,1 0 0 0 0,-1 0 0 0 0,0 0 0 0 0,1 0 0 0 0,-1 0 1 0 0,0 0-1 0 0,1 0 0 0 0,-1 0 0 0 0,1 0 0 0 0,-1 0 0 0 0,0 0 0 0 0,1 0 0 0 0,-1 0 0 0 0,1 0 1 0 0,-1 0-1 0 0,0 0 0 0 0,1 0 0 0 0,-1 1 0 0 0,0-1 0 0 0,1 0 0 0 0,-1 0 0 0 0,0 0 0 0 0,1 1 0 0 0,-1-1 1 0 0,0 0-1 0 0,1 0 0 0 0,-1 1 0 0 0,0-1 0 0 0,0 0 0 0 0,1 1 0 0 0,-1-1 0 0 0,0 0 0 0 0,0 1 1 0 0,0-1-1 0 0,0 0 0 0 0,1 1 0 0 0,-1-1 0 0 0,0 0 0 0 0,0 1 0 0 0,0-1 0 0 0,0 1 0 0 0,6 23 6 0 0,-8-2-102 0 0,0 0 0 0 0,-2 0 0 0 0,0 0-1 0 0,-2-1 1 0 0,-12 33 0 0 0,-8 28-7901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1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1648 0 0,'5'-7'584'0'0,"0"1"0"0"0,1 0 1 0 0,0 1-1 0 0,0-1 0 0 0,0 1 0 0 0,1 1 0 0 0,0-1 0 0 0,0 1 1 0 0,0 0-1 0 0,0 0 0 0 0,1 1 0 0 0,8-3 0 0 0,-14 6-513 0 0,1 0 0 0 0,0-1-1 0 0,-1 1 1 0 0,1 0 0 0 0,0 0 0 0 0,-1 1-1 0 0,1-1 1 0 0,0 0 0 0 0,-1 1-1 0 0,1 0 1 0 0,-1 0 0 0 0,1 0 0 0 0,-1 0-1 0 0,1 0 1 0 0,-1 0 0 0 0,0 0 0 0 0,1 1-1 0 0,-1-1 1 0 0,0 1 0 0 0,0 0-1 0 0,0 0 1 0 0,3 3 0 0 0,0 0 104 0 0,0 1 0 0 0,-1 0 0 0 0,0 0 0 0 0,0 1 0 0 0,0-1 0 0 0,3 9 0 0 0,-3-5 86 0 0,0 1-1 0 0,-1 0 0 0 0,0 0 1 0 0,-1 0-1 0 0,0 0 0 0 0,-1 0 0 0 0,0 0 1 0 0,-1 0-1 0 0,0 0 0 0 0,-1 0 1 0 0,0 0-1 0 0,0 1 0 0 0,-1-1 0 0 0,-1-1 1 0 0,0 1-1 0 0,-1 0 0 0 0,-9 19 1 0 0,8-20 37 0 0,3-4-38 0 0,-1 0-1 0 0,0 0 1 0 0,0 0-1 0 0,-1 0 1 0 0,0-1 0 0 0,-8 10-1 0 0,10-14 272 0 0,5-27-256 0 0,14-3-396 0 0,2 0-1 0 0,0 2 0 0 0,2 0 1 0 0,1 1-1 0 0,1 1 1 0 0,1 1-1 0 0,36-27 0 0 0,-35 31 34 0 0,30-17-1 0 0,-47 32 53 0 0,1 0 1 0 0,0 0-1 0 0,0 1 1 0 0,0 0-1 0 0,0 1 1 0 0,1 0-1 0 0,13-2 1 0 0,-21 4 23 0 0,1 1-1 0 0,-1 0 1 0 0,1-1-1 0 0,-1 1 1 0 0,1 1-1 0 0,0-1 1 0 0,-1 0-1 0 0,1 0 1 0 0,-1 1-1 0 0,0 0 1 0 0,1-1-1 0 0,-1 1 1 0 0,1 0-1 0 0,-1 0 1 0 0,0 0-1 0 0,0 1 1 0 0,1-1-1 0 0,-1 1 1 0 0,0-1-1 0 0,0 1 1 0 0,-1-1-1 0 0,1 1 1 0 0,0 0-1 0 0,0 0 1 0 0,-1 0-1 0 0,1 0 1 0 0,-1 0-1 0 0,2 3 1 0 0,-1 1 10 0 0,0 0-1 0 0,0 1 1 0 0,0-1 0 0 0,0 1 0 0 0,-1-1 0 0 0,0 1 0 0 0,-1 0-1 0 0,1-1 1 0 0,-2 11 0 0 0,-16 114 112 0 0,6-60 12 0 0,10-68-110 0 0,1 0-1 0 0,0-1 1 0 0,0 1 0 0 0,0 0 0 0 0,0 0-1 0 0,0-1 1 0 0,0 1 0 0 0,1 0 0 0 0,-1-1-1 0 0,1 1 1 0 0,0 0 0 0 0,0-1-1 0 0,0 1 1 0 0,0-1 0 0 0,0 1 0 0 0,1-1-1 0 0,-1 0 1 0 0,1 1 0 0 0,2 2-1 0 0,-1-3 2 0 0,1 1-1 0 0,-1 0 0 0 0,1-1 0 0 0,-1 1 0 0 0,1-1 1 0 0,0 0-1 0 0,0 0 0 0 0,0-1 0 0 0,0 1 0 0 0,0-1 1 0 0,5 1-1 0 0,5 1 8 0 0,-1-2 1 0 0,0 1-1 0 0,1-2 1 0 0,-1 0-1 0 0,1 0 1 0 0,25-6-1 0 0,-20 1 8 0 0,0 0 1 0 0,-1-2-1 0 0,1 0 0 0 0,-1-2 1 0 0,-1 0-1 0 0,0 0 1 0 0,0-2-1 0 0,-1 0 0 0 0,25-23 1 0 0,-10 5 161 0 0,-1-1 0 0 0,-2-1 0 0 0,37-52 0 0 0,-57 71-15 0 0,-1-1 0 0 0,10-19-1 0 0,-17 32-173 0 0,0 0 0 0 0,0 0 0 0 0,1-1 0 0 0,-1 1 0 0 0,0 0 0 0 0,0 0 0 0 0,0-1 0 0 0,0 1 0 0 0,0 0 0 0 0,0 0 0 0 0,0-1 0 0 0,0 1 0 0 0,0 0 0 0 0,0 0 0 0 0,0 0 0 0 0,0-1 0 0 0,0 1 0 0 0,0 0 0 0 0,0 0 0 0 0,0-1 0 0 0,0 1 0 0 0,0 0 0 0 0,0 0 0 0 0,0-1 0 0 0,0 1 0 0 0,0 0 1 0 0,-1 0-1 0 0,1 0 0 0 0,0-1 0 0 0,0 1 0 0 0,0 0 0 0 0,0 0 0 0 0,0 0 0 0 0,-1 0 0 0 0,1-1 0 0 0,0 1 0 0 0,0 0 0 0 0,0 0 0 0 0,-1 0 0 0 0,1 0 0 0 0,0 0 0 0 0,0 0 0 0 0,-1-1 0 0 0,1 1 0 0 0,0 0 0 0 0,0 0 0 0 0,0 0 0 0 0,-1 0 0 0 0,1 0 0 0 0,0 0 0 0 0,0 0 0 0 0,-1 0 0 0 0,1 0 0 0 0,0 0 0 0 0,0 0 0 0 0,-1 0 0 0 0,1 0 0 0 0,0 1 0 0 0,0-1 0 0 0,-1 0 0 0 0,-11 3-16 0 0,1 2 26 0 0,1 1 1 0 0,0 1-1 0 0,0-1 1 0 0,1 2 0 0 0,-1-1-1 0 0,2 1 1 0 0,-1 0-1 0 0,1 1 1 0 0,0 0-1 0 0,1 1 1 0 0,0-1-1 0 0,0 1 1 0 0,1 1-1 0 0,1-1 1 0 0,0 1-1 0 0,-6 16 1 0 0,11-24-9 0 0,-1 0 1 0 0,1 0-1 0 0,-1 1 1 0 0,1-1-1 0 0,0 0 0 0 0,0 0 1 0 0,0 1-1 0 0,1-1 1 0 0,-1 0-1 0 0,1 0 0 0 0,0 0 1 0 0,0 0-1 0 0,0 0 1 0 0,0 0-1 0 0,3 6 0 0 0,0-4-4 0 0,-1 0 0 0 0,1-1 0 0 0,0 1 0 0 0,0-1 0 0 0,0 1 0 0 0,1-1-1 0 0,9 6 1 0 0,5 2-133 0 0,1-1-1 0 0,0-2 0 0 0,32 13 1 0 0,-47-21 85 0 0,62 23-2008 0 0,100 21 0 0 0,-5-20-5264 0 0,-89-19 1252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1:5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1 688 0 0,'29'3'16518'0'0,"-32"8"-16400"0"0,1 7-52 0 0,-1 1 0 0 0,0 0 0 0 0,-2-1 0 0 0,0 1 0 0 0,-9 21 0 0 0,-5 17 1 0 0,17-47-37 0 0,-1 0 1 0 0,1-1-1 0 0,0 1 1 0 0,1 0-1 0 0,0 0 1 0 0,1 1-1 0 0,0-1 1 0 0,1 11-1 0 0,1-16-50 0 0,-1 0 0 0 0,0 0-1 0 0,1 0 1 0 0,0-1 0 0 0,0 1-1 0 0,0-1 1 0 0,0 1 0 0 0,1-1-1 0 0,0 0 1 0 0,0 0 0 0 0,0 0-1 0 0,1 0 1 0 0,-1 0 0 0 0,1-1-1 0 0,0 1 1 0 0,0-1 0 0 0,0 0-1 0 0,6 3 1 0 0,9 5-569 0 0,1-1-1 0 0,0-2 1 0 0,0 1-1 0 0,28 6 1 0 0,-7-6-2737 0 0,56 8-1 0 0,-32-10-2344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4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249 584 672 0 0,'5'-26'2386'0'0,"-2"12"-75"0"0,0 1-1 0 0,1-27 0 0 0,-17 48-1777 0 0,9-2-400 0 0,-1 0 0 0 0,1 1 0 0 0,1-1 0 0 0,-1 1 0 0 0,1-1 0 0 0,-5 15 0 0 0,-2 3 154 0 0,-167 390 2349 0 0,177-414-2634 0 0,-26 79 223 0 0,24-71-199 0 0,1-1 0 0 0,-1 0 0 0 0,1 1 1 0 0,1-1-1 0 0,-1 0 0 0 0,1 1 1 0 0,1-1-1 0 0,1 14 0 0 0,-1-19-21 0 0,0-1 0 0 0,-1 1 0 0 0,1-1 0 0 0,0 0 0 0 0,-1 0 0 0 0,1 1 0 0 0,0-1 0 0 0,0 0 0 0 0,0 0 0 0 0,0 0 0 0 0,0 0 0 0 0,0 0 0 0 0,0 0 0 0 0,1 0 0 0 0,-1 0 0 0 0,0-1 0 0 0,0 1 0 0 0,1 0 0 0 0,-1-1 0 0 0,0 1 0 0 0,1-1 0 0 0,-1 1-1 0 0,1-1 1 0 0,-1 0 0 0 0,1 0 0 0 0,-1 1 0 0 0,0-1 0 0 0,1 0 0 0 0,-1 0 0 0 0,1 0 0 0 0,-1-1 0 0 0,1 1 0 0 0,-1 0 0 0 0,1-1 0 0 0,-1 1 0 0 0,2-1 0 0 0,6-2 4 0 0,0 1 0 0 0,-1-1 0 0 0,1-1 0 0 0,11-6 0 0 0,-4 1-12 0 0,-1-1-1 0 0,0-1 1 0 0,-1 0-1 0 0,0-1 1 0 0,0 0 0 0 0,-1-1-1 0 0,20-27 1 0 0,-18 18-17 0 0,-1-1 1 0 0,0 0-1 0 0,-2-1 1 0 0,16-42-1 0 0,-8 0-25 0 0,-2-2 0 0 0,-4 1-1 0 0,8-84 1 0 0,2-375-102 0 0,-31 633 1801 0 0,1 103-44 0 0,3 126-425 0 0,7-281-1222 0 0,13 128 633 0 0,-14-161-840 0 0,2 0 0 0 0,0 0 0 0 0,2-1 0 0 0,0 0 0 0 0,2 0 0 0 0,10 20 0 0 0,-17-37-107 0 0,1 0 0 0 0,0 0 0 0 0,0 0 0 0 0,0 0 0 0 0,0 0 0 0 0,1-1 1 0 0,-1 0-1 0 0,1 1 0 0 0,7 4 0 0 0,-8-7-233 0 0,0 1 0 0 0,0-1 1 0 0,-1 0-1 0 0,1 0 0 0 0,0 0 0 0 0,0 0 1 0 0,0-1-1 0 0,0 1 0 0 0,0-1 0 0 0,4 1 1 0 0,11-2-4998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4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68 2680 0 0,'12'-33'10629'0'0,"-12"36"-9724"0"0,-19 100 3544 0 0,12-72-3797 0 0,1 0 1 0 0,-3 40 0 0 0,8-58-563 0 0,1 0 0 0 0,0 0 0 0 0,1 0 0 0 0,1 0 1 0 0,0 0-1 0 0,1 0 0 0 0,5 14 0 0 0,-7-23-78 0 0,0 0 0 0 0,1-1 0 0 0,0 1 1 0 0,0-1-1 0 0,0 1 0 0 0,0-1 0 0 0,1 0 0 0 0,-1 0 0 0 0,1 0 0 0 0,0 0 0 0 0,-1 0 0 0 0,2-1 0 0 0,-1 1 0 0 0,0-1 0 0 0,0 0 1 0 0,1 0-1 0 0,-1 0 0 0 0,1 0 0 0 0,-1-1 0 0 0,1 0 0 0 0,0 1 0 0 0,0-1 0 0 0,0 0 0 0 0,-1-1 0 0 0,1 1 0 0 0,0-1 1 0 0,7 0-1 0 0,0 0-7 0 0,0 0 0 0 0,0-1 0 0 0,0-1 0 0 0,0 0 0 0 0,-1 0 0 0 0,1-1 0 0 0,-1 0 0 0 0,0-1 0 0 0,1 0 0 0 0,-2-1 0 0 0,1 0 0 0 0,15-11 0 0 0,-19 11-4 0 0,1 0-1 0 0,-1-1 0 0 0,0 0 1 0 0,-1 0-1 0 0,0 0 0 0 0,0-1 1 0 0,0 0-1 0 0,-1 0 1 0 0,1 0-1 0 0,-2 0 0 0 0,1-1 1 0 0,-1 1-1 0 0,0-1 0 0 0,-1 0 1 0 0,0 0-1 0 0,0 0 0 0 0,0-11 1 0 0,-1 7-5 0 0,-1 1 1 0 0,0-1 0 0 0,-1 0 0 0 0,0 1-1 0 0,-1-1 1 0 0,0 1 0 0 0,-1 0 0 0 0,0 0-1 0 0,-1 0 1 0 0,0 0 0 0 0,-1 0 0 0 0,0 1-1 0 0,-1-1 1 0 0,0 2 0 0 0,0-1-1 0 0,-12-13 1 0 0,12 16 3 0 0,0 1-1 0 0,0 0 1 0 0,-1 0 0 0 0,1 1-1 0 0,-1-1 1 0 0,-1 2-1 0 0,1-1 1 0 0,-1 1-1 0 0,1 0 1 0 0,-1 0-1 0 0,0 1 1 0 0,0 0 0 0 0,-1 1-1 0 0,1 0 1 0 0,-1 0-1 0 0,1 1 1 0 0,-1 0-1 0 0,1 0 1 0 0,-1 1 0 0 0,0 0-1 0 0,1 0 1 0 0,-17 4-1 0 0,10-1-29 0 0,1 1 1 0 0,0 1-1 0 0,1 0 0 0 0,-1 1 0 0 0,1 0 0 0 0,0 1 0 0 0,-13 10 0 0 0,21-14-187 0 0,0 1 0 0 0,1 0 0 0 0,-1 0-1 0 0,1 1 1 0 0,0-1 0 0 0,0 1 0 0 0,1 0 0 0 0,-6 10-1 0 0,7-12-109 0 0,0 0 0 0 0,1 1 0 0 0,0-1 0 0 0,0 1 0 0 0,0 0 0 0 0,1-1 0 0 0,-1 1 0 0 0,1 0 0 0 0,-1 0 0 0 0,1-1 0 0 0,1 1 0 0 0,-1 0 0 0 0,0-1 0 0 0,1 1 0 0 0,1 6 0 0 0,0-7-534 0 0,-1 1 1 0 0,1-1 0 0 0,-1 0-1 0 0,1 1 1 0 0,0-1-1 0 0,3 4 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1 187 328 0 0,'3'2'863'0'0,"1"0"0"0"0,-1 0 1 0 0,0 0-1 0 0,0 0 0 0 0,0 1 0 0 0,0-1 1 0 0,0 1-1 0 0,0 0 0 0 0,-1 0 0 0 0,1 0 0 0 0,-1 0 1 0 0,4 6-1 0 0,0 4 1621 0 0,0 0 0 0 0,5 16 0 0 0,-2-6-393 0 0,-9-22-2043 0 0,0-1 1 0 0,0 0 0 0 0,1 1-1 0 0,-1-1 1 0 0,0 1 0 0 0,0-1-1 0 0,1 0 1 0 0,-1 1 0 0 0,0-1-1 0 0,0 0 1 0 0,1 1 0 0 0,-1-1 0 0 0,0 0-1 0 0,1 0 1 0 0,-1 1 0 0 0,0-1-1 0 0,1 0 1 0 0,-1 0 0 0 0,1 0-1 0 0,-1 1 1 0 0,0-1 0 0 0,1 0-1 0 0,-1 0 1 0 0,1 0 0 0 0,-1 0-1 0 0,0 0 1 0 0,1 0 0 0 0,-1 0-1 0 0,1 0 1 0 0,15-6 349 0 0,8-16-238 0 0,-17 13-127 0 0,0 0-1 0 0,-1-1 0 0 0,0 0 1 0 0,-1 0-1 0 0,-1-1 0 0 0,1 0 1 0 0,-1 0-1 0 0,-1 0 0 0 0,4-22 1 0 0,-5 17-20 0 0,0 0 1 0 0,-1-1 0 0 0,-1 1-1 0 0,0-1 1 0 0,-2 1 0 0 0,-3-20-1 0 0,5 35-13 0 0,0 1 0 0 0,0-1 0 0 0,0 1-1 0 0,0-1 1 0 0,0 1 0 0 0,0-1 0 0 0,0 1 0 0 0,-1-1 0 0 0,1 1 0 0 0,0-1-1 0 0,0 1 1 0 0,-1 0 0 0 0,1-1 0 0 0,0 1 0 0 0,0-1 0 0 0,-1 1-1 0 0,1 0 1 0 0,0-1 0 0 0,-1 1 0 0 0,1 0 0 0 0,-1-1 0 0 0,1 1-1 0 0,0 0 1 0 0,-1 0 0 0 0,1 0 0 0 0,-1-1 0 0 0,1 1 0 0 0,-1 0-1 0 0,1 0 1 0 0,-1 0 0 0 0,1 0 0 0 0,-1 0 0 0 0,1 0 0 0 0,-1-1-1 0 0,1 1 1 0 0,0 0 0 0 0,-1 1 0 0 0,1-1 0 0 0,-1 0 0 0 0,1 0 0 0 0,-1 0-1 0 0,1 0 1 0 0,-1 0 0 0 0,1 0 0 0 0,-1 1 0 0 0,1-1 0 0 0,-1 0-1 0 0,1 0 1 0 0,0 1 0 0 0,-1-1 0 0 0,0 1 0 0 0,-20 16 5 0 0,6 1-5 0 0,1 0 0 0 0,1 1 0 0 0,1 1 0 0 0,1 0 0 0 0,0 0 0 0 0,1 1 0 0 0,2 1 0 0 0,0-1-1 0 0,1 1 1 0 0,-7 41 0 0 0,13-58 10 0 0,1 0 1 0 0,-1 1-1 0 0,1-1 0 0 0,0 1 0 0 0,0-1 1 0 0,0 0-1 0 0,1 1 0 0 0,0-1 0 0 0,0 0 1 0 0,0 0-1 0 0,1 1 0 0 0,0-1 0 0 0,0 0 0 0 0,0-1 1 0 0,4 7-1 0 0,-4-7-12 0 0,1-1 0 0 0,0 0-1 0 0,0 0 1 0 0,0 0 0 0 0,0-1 0 0 0,0 1 0 0 0,0-1 0 0 0,1 1 0 0 0,-1-1-1 0 0,1 0 1 0 0,0-1 0 0 0,0 1 0 0 0,0-1 0 0 0,0 1 0 0 0,0-1 0 0 0,0 0-1 0 0,0 0 1 0 0,0-1 0 0 0,0 0 0 0 0,5 1 0 0 0,8-1 2 0 0,0-1 0 0 0,1 0-1 0 0,-1-1 1 0 0,0-1 0 0 0,0-1 0 0 0,-1 0 0 0 0,1-1 0 0 0,-1-1 0 0 0,0 0 0 0 0,0-2-1 0 0,-1 1 1 0 0,0-2 0 0 0,15-11 0 0 0,-12 7 16 0 0,-2-1 0 0 0,1 0 0 0 0,-2-1 0 0 0,0-1 0 0 0,-1-1 0 0 0,0 0 0 0 0,-1-1 0 0 0,-2 0 0 0 0,20-39 0 0 0,-7-11 50 0 0,-19 49-67 0 0,15-34-1 0 0,-19 53 0 0 0,-1-1 1 0 0,0 1-1 0 0,0-1 0 0 0,1 0 0 0 0,-1 1 0 0 0,0-1 0 0 0,1 1 1 0 0,-1-1-1 0 0,1 1 0 0 0,-1-1 0 0 0,0 1 0 0 0,1-1 1 0 0,-1 1-1 0 0,1-1 0 0 0,0 1 0 0 0,-1 0 0 0 0,1-1 0 0 0,-1 1 1 0 0,1 0-1 0 0,-1 0 0 0 0,1-1 0 0 0,0 1 0 0 0,-1 0 0 0 0,1 0 1 0 0,0 0-1 0 0,-1 0 0 0 0,1 0 0 0 0,1 0 0 0 0,-1 0 4 0 0,0 0-1 0 0,1 1 0 0 0,-1-1 0 0 0,0 1 0 0 0,1 0 0 0 0,-1 0 0 0 0,0-1 0 0 0,0 1 0 0 0,0 0 0 0 0,1 0 1 0 0,-1 0-1 0 0,1 2 0 0 0,4 4 0 0 0,0 0 0 0 0,-1 1-1 0 0,6 8 1 0 0,-10-13-20 0 0,8 12 136 0 0,-1 0 1 0 0,0 1-1 0 0,-2 0 0 0 0,0 0 1 0 0,0 0-1 0 0,5 33 0 0 0,-9-41-25 0 0,-1 1 0 0 0,-1-1 0 0 0,0 1-1 0 0,0-1 1 0 0,0 1 0 0 0,-1 0-1 0 0,0-1 1 0 0,-1 1 0 0 0,0-1 0 0 0,0 0-1 0 0,-1 0 1 0 0,0 0 0 0 0,-1 0 0 0 0,1 0-1 0 0,-9 11 1 0 0,3-7-32 0 0,-1 0 0 0 0,0-1 0 0 0,-1 0 0 0 0,-1-1-1 0 0,1 0 1 0 0,-2-1 0 0 0,1 0 0 0 0,-1-1 0 0 0,-23 11 0 0 0,-3-2 6 0 0,0-2 0 0 0,-52 13 0 0 0,75-24-880 0 0,1-1 1 0 0,-1-1 0 0 0,-21 0-1 0 0,36-2 690 0 0,1 1 0 0 0,-1-2 1 0 0,1 1-1 0 0,-1 0 0 0 0,1 0 0 0 0,-1 0 0 0 0,1 0 0 0 0,-1 0 0 0 0,1 0 0 0 0,0 0 1 0 0,-1-1-1 0 0,1 1 0 0 0,-1 0 0 0 0,1 0 0 0 0,-1-1 0 0 0,1 1 0 0 0,0 0 0 0 0,-1 0 0 0 0,1-1 1 0 0,0 1-1 0 0,-1-1 0 0 0,1 1 0 0 0,0 0 0 0 0,-1-1 0 0 0,1 1 0 0 0,0-1 0 0 0,0 1 1 0 0,0 0-1 0 0,-1-1 0 0 0,1 1 0 0 0,0-1 0 0 0,0 1 0 0 0,0-1 0 0 0,0 1 0 0 0,0-1 1 0 0,0 1-1 0 0,0-1 0 0 0,0 1 0 0 0,0-1 0 0 0,0 1 0 0 0,0-1 0 0 0,0 1 0 0 0,0-1 1 0 0,0 0-1 0 0,9-17-6964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5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10 189 656 0 0,'-1'-2'300'0'0,"0"1"0"0"0,0 0 0 0 0,0 0 0 0 0,0 0 0 0 0,1-1 0 0 0,-1 1 0 0 0,0 0 0 0 0,1-1 0 0 0,-1 1 0 0 0,1-1 0 0 0,-1 1 0 0 0,1-1 0 0 0,0 1 0 0 0,0-1 0 0 0,-1 1 0 0 0,1-1 0 0 0,0 1 0 0 0,0-1 0 0 0,1 1 0 0 0,-1-1 0 0 0,0 1 0 0 0,0-1 0 0 0,2-2 0 0 0,-1 1-101 0 0,1 1 1 0 0,-1-1 0 0 0,1 1-1 0 0,0-1 1 0 0,0 1-1 0 0,0 0 1 0 0,0 0 0 0 0,0 0-1 0 0,1 0 1 0 0,-1 0-1 0 0,5-3 1 0 0,0 2 59 0 0,0-1 0 0 0,0 1-1 0 0,1 0 1 0 0,-1 1 0 0 0,1 0 0 0 0,-1 0 0 0 0,1 1-1 0 0,0 0 1 0 0,-1 0 0 0 0,1 1 0 0 0,0 0 0 0 0,0 0 0 0 0,-1 0-1 0 0,1 1 1 0 0,0 1 0 0 0,-1-1 0 0 0,1 1 0 0 0,-1 1-1 0 0,1-1 1 0 0,7 5 0 0 0,-3-2 15 0 0,-1 0 0 0 0,-1 1 1 0 0,1 1-1 0 0,-1 0 0 0 0,0 0 0 0 0,-1 1 0 0 0,0 0 1 0 0,0 0-1 0 0,0 1 0 0 0,-1 0 0 0 0,-1 1 0 0 0,8 11 0 0 0,-12-15-153 0 0,0 0-1 0 0,-1 0 1 0 0,0 1-1 0 0,0-1 1 0 0,-1 0-1 0 0,1 1 1 0 0,-1-1-1 0 0,-1 1 1 0 0,1 0 0 0 0,-1-1-1 0 0,0 1 1 0 0,-1-1-1 0 0,-1 11 1 0 0,1-11-54 0 0,0 0 0 0 0,-1 0 0 0 0,0-1 0 0 0,0 1 0 0 0,0 0 1 0 0,0-1-1 0 0,-1 1 0 0 0,0-1 0 0 0,0 0 0 0 0,0 0 1 0 0,-1 0-1 0 0,0 0 0 0 0,0-1 0 0 0,-8 8 0 0 0,12-12-58 0 0,-1 1-1 0 0,0-1 0 0 0,1 1 1 0 0,-1-1-1 0 0,1 1 1 0 0,-1-1-1 0 0,0 0 0 0 0,1 1 1 0 0,-1-1-1 0 0,0 0 1 0 0,1 1-1 0 0,-1-1 0 0 0,0 0 1 0 0,1 0-1 0 0,-1 0 1 0 0,0 1-1 0 0,0-1 0 0 0,1 0 1 0 0,-1 0-1 0 0,0 0 0 0 0,0 0 1 0 0,1 0-1 0 0,-1 0 1 0 0,0-1-1 0 0,0 1 0 0 0,0 0 1 0 0,0-1-5 0 0,0 0 0 0 0,1 0-1 0 0,-1 1 1 0 0,0-1 0 0 0,1 0 0 0 0,0 0 0 0 0,-1 0 0 0 0,1 0 0 0 0,-1 0 0 0 0,1 0-1 0 0,0 0 1 0 0,0 1 0 0 0,-1-1 0 0 0,1 0 0 0 0,0 0 0 0 0,0-2 0 0 0,0-4-2 0 0,0 0 0 0 0,1 0 0 0 0,-1 1 0 0 0,3-10 0 0 0,3-4-7 0 0,1 1 1 0 0,1 0-1 0 0,1 0 1 0 0,0 1-1 0 0,1 0 1 0 0,13-17-1 0 0,5-2-32 0 0,51-53 1 0 0,-70 81 27 0 0,1-1 0 0 0,0 2 1 0 0,0-1-1 0 0,1 1 0 0 0,0 1 1 0 0,0 0-1 0 0,1 1 0 0 0,15-7 1 0 0,-23 12 90 0 0,0-1 0 0 0,0 1 1 0 0,0 0-1 0 0,0 0 0 0 0,0 0 0 0 0,0 1 1 0 0,0 0-1 0 0,0 0 0 0 0,0 0 1 0 0,0 0-1 0 0,0 0 0 0 0,0 1 1 0 0,0-1-1 0 0,0 1 0 0 0,0 1 1 0 0,0-1-1 0 0,0 0 0 0 0,0 1 1 0 0,0 0-1 0 0,-1-1 0 0 0,1 2 0 0 0,-1-1 1 0 0,0 0-1 0 0,1 1 0 0 0,-1-1 1 0 0,0 1-1 0 0,0 0 0 0 0,-1 0 1 0 0,1 0-1 0 0,3 6 0 0 0,-1-1 161 0 0,-1 0-1 0 0,0 0 1 0 0,0 1-1 0 0,-1 0 1 0 0,0 0-1 0 0,0 0 1 0 0,-1 0-1 0 0,0 0 1 0 0,0 0-1 0 0,-1 12 1 0 0,0 7 85 0 0,-1 0 1 0 0,-5 31 0 0 0,2-30-187 0 0,-5 81 55 0 0,7-109-307 0 0,1 0 1 0 0,0 0-1 0 0,0 1 0 0 0,0-1 0 0 0,0 0 0 0 0,0 0 0 0 0,1 0 0 0 0,-1 0 1 0 0,0 1-1 0 0,0-1 0 0 0,1 0 0 0 0,-1 0 0 0 0,1 0 0 0 0,-1 0 1 0 0,1 0-1 0 0,-1 0 0 0 0,1 0 0 0 0,0 0 0 0 0,0 0 0 0 0,-1 0 0 0 0,1 0 1 0 0,0 0-1 0 0,0 0 0 0 0,0-1 0 0 0,0 1 0 0 0,0 0 0 0 0,0-1 0 0 0,0 1 1 0 0,0-1-1 0 0,0 1 0 0 0,0-1 0 0 0,0 1 0 0 0,0-1 0 0 0,1 0 0 0 0,-1 1 1 0 0,0-1-1 0 0,0 0 0 0 0,0 0 0 0 0,1 0 0 0 0,-1 0 0 0 0,0 0 0 0 0,0 0 1 0 0,2-1-1 0 0,5 0-854 0 0,0-1 1 0 0,-1 0-1 0 0,1-1 1 0 0,-1 1-1 0 0,12-7 1 0 0,2-3-1604 0 0,-1-1 1 0 0,-1-1-1 0 0,27-23 1 0 0,-17 13-2759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9 205 3504 0 0,'11'-23'2118'0'0,"-1"-1"0"0"0,0 0-1 0 0,-2-1 1 0 0,-1 0 0 0 0,-1 0 0 0 0,4-28 386 0 0,-10 53-2449 0 0,0 0 0 0 0,0 0 0 0 0,0 0 0 0 0,0 0 1 0 0,0-1-1 0 0,0 1 0 0 0,0 0 0 0 0,0 0 0 0 0,1 0 0 0 0,-1 0 1 0 0,0-1-1 0 0,0 1 0 0 0,0 0 0 0 0,0 0 0 0 0,0 0 1 0 0,0 0-1 0 0,0-1 0 0 0,-1 1 0 0 0,1 0 0 0 0,-1-2 773 0 0,1 2-773 0 0,0 0 0 0 0,0 0 1 0 0,0 0-1 0 0,-1 0 0 0 0,1 0 0 0 0,0 0 0 0 0,0 0 0 0 0,0 0 1 0 0,0 0-1 0 0,0 0 0 0 0,-1 0 0 0 0,1 0 0 0 0,-7 9 1272 0 0,-8 19 124 0 0,5 0-450 0 0,0 1 0 0 0,3 1 0 0 0,-7 37 0 0 0,12-49-846 0 0,0 1 0 0 0,1-1 0 0 0,1 1-1 0 0,1 0 1 0 0,0-1 0 0 0,7 30 0 0 0,-6-43-145 0 0,-1 0 0 0 0,1 0 0 0 0,-1 0 0 0 0,2 0-1 0 0,-1-1 1 0 0,0 1 0 0 0,1-1 0 0 0,0 0 0 0 0,0 0 0 0 0,0 0 0 0 0,0 0 0 0 0,1 0 0 0 0,-1-1 0 0 0,1 1 0 0 0,0-1 0 0 0,0 0 0 0 0,1 0 0 0 0,6 3 0 0 0,-6-4 13 0 0,1 1-1 0 0,0-1 1 0 0,0-1-1 0 0,0 1 1 0 0,0-1-1 0 0,0 0 1 0 0,1-1 0 0 0,-1 1-1 0 0,0-1 1 0 0,0 0-1 0 0,1-1 1 0 0,-1 0 0 0 0,0 0-1 0 0,11-3 1 0 0,-7 0-9 0 0,-1 0 0 0 0,1 0 0 0 0,-1-1 1 0 0,0-1-1 0 0,-1 0 0 0 0,1 0 0 0 0,-1 0 0 0 0,-1-1 1 0 0,1 0-1 0 0,-1-1 0 0 0,0 1 0 0 0,-1-1 0 0 0,0-1 1 0 0,0 1-1 0 0,0-1 0 0 0,-1 0 0 0 0,-1-1 1 0 0,7-17-1 0 0,-8 18-13 0 0,0 0 0 0 0,-1 0 0 0 0,0 0 0 0 0,-1 0 1 0 0,0-1-1 0 0,0 1 0 0 0,-1 0 0 0 0,0-1 0 0 0,-2-13 0 0 0,1 16-1 0 0,-1 1 0 0 0,1-1 0 0 0,-2 1 0 0 0,1 0 0 0 0,0 0 0 0 0,-1 0 0 0 0,0 0 1 0 0,-1 0-1 0 0,1 0 0 0 0,-1 1 0 0 0,0 0 0 0 0,-1-1 0 0 0,1 1 0 0 0,-6-4 0 0 0,4 4 15 0 0,-1 1 0 0 0,0-1 0 0 0,0 1 1 0 0,0 0-1 0 0,0 1 0 0 0,-1 0 0 0 0,1 0 0 0 0,-1 1 1 0 0,0 0-1 0 0,0 0 0 0 0,0 0 0 0 0,0 1 0 0 0,-8 0 1 0 0,9 1-268 0 0,-1 0 1 0 0,1 0 0 0 0,-1 0 0 0 0,1 1 0 0 0,-1 1 0 0 0,1-1 0 0 0,0 1-1 0 0,-1 0 1 0 0,1 1 0 0 0,0 0 0 0 0,1 0 0 0 0,-1 0 0 0 0,0 1 0 0 0,-6 5-1 0 0,12-9 17 0 0,0 1 0 0 0,0 0-1 0 0,0-1 1 0 0,0 1 0 0 0,0 0-1 0 0,1 0 1 0 0,-1 0 0 0 0,0 0-1 0 0,1 0 1 0 0,-1 0 0 0 0,0 0-1 0 0,1 0 1 0 0,-1 0 0 0 0,0 2 0 0 0,1-3 53 0 0,0 1 0 0 0,0-1 0 0 0,0 1 0 0 0,0-1 0 0 0,0 1 0 0 0,1-1 0 0 0,-1 1 0 0 0,0-1 0 0 0,0 0 0 0 0,0 1 0 0 0,0-1 0 0 0,0 1 0 0 0,1-1 0 0 0,7 6-3206 0 0,-6-5 2695 0 0,0 0 0 0 0,0 0 0 0 0,0-1-1 0 0,0 1 1 0 0,0-1 0 0 0,1 1 0 0 0,-1-1 0 0 0,0 0-1 0 0,0 0 1 0 0,1 0 0 0 0,1 0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49 119 2720 0 0,'34'-119'20042'0'0,"-34"137"-17414"0"0,-4 24 438 0 0,-13 55 1 0 0,3-24-1908 0 0,3-4-1093 0 0,-4 20-57 0 0,-6 158 1 0 0,20-217-10 0 0,4 71 0 0 0,-2-91 0 0 0,1 1 0 0 0,0-1 0 0 0,0 0 0 0 0,1 0 0 0 0,0 0 0 0 0,1 0 0 0 0,6 12 0 0 0,-8-19-58 0 0,-1-1 0 0 0,1 0 0 0 0,0 1 0 0 0,0-1 0 0 0,-1 0 1 0 0,1 0-1 0 0,1 0 0 0 0,-1-1 0 0 0,0 1 0 0 0,0 0 0 0 0,1-1 0 0 0,-1 1 0 0 0,1-1 0 0 0,-1 0 0 0 0,6 2 0 0 0,-3-2-186 0 0,0 0 0 0 0,0 0-1 0 0,0-1 1 0 0,0 1-1 0 0,0-1 1 0 0,0 0-1 0 0,1-1 1 0 0,5 0 0 0 0,3-2-547 0 0,0-1 1 0 0,0 0 0 0 0,0-1-1 0 0,0-1 1 0 0,16-9 0 0 0,-13 6-2889 0 0,-1-1-1 0 0,15-12 1 0 0,-1-5-7778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6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91 251 4556 0 0,'-10'-1'1471'0'0,"0"-1"-1"0"0,1 0 1 0 0,-1 0-1 0 0,0-1 1 0 0,1 0-1 0 0,-17-9 0 0 0,25 12-1402 0 0,1 0-1 0 0,-1 0 1 0 0,1-1-1 0 0,0 1 0 0 0,-1 0 1 0 0,1-1-1 0 0,0 1 1 0 0,-1 0-1 0 0,1-1 0 0 0,0 1 1 0 0,0-1-1 0 0,-1 1 1 0 0,1 0-1 0 0,0-1 0 0 0,0 1 1 0 0,0-1-1 0 0,-1 1 1 0 0,1-1-1 0 0,0 1 0 0 0,0-1 1 0 0,0 1-1 0 0,0-1 1 0 0,0 1-1 0 0,0 0 0 0 0,0-1 1 0 0,0 1-1 0 0,0-1 1 0 0,0 1-1 0 0,0-1 0 0 0,0 1 1 0 0,0-1-1 0 0,1 1 1 0 0,-1-1-1 0 0,0 1 0 0 0,0-1 1 0 0,0 1-1 0 0,1 0 1 0 0,-1-1-1 0 0,0 1 0 0 0,1-1 1 0 0,-1 1-1 0 0,0 0 1 0 0,1-1-1 0 0,-1 1 0 0 0,0 0 1 0 0,1 0-1 0 0,0-1 1 0 0,19-13 773 0 0,11 0-339 0 0,0 1 0 0 0,52-14-1 0 0,70-10-660 0 0,-124 30 1 0 0,152-28-1827 0 0,-75 15-686 0 0,0-3-3375 0 0,-39 6-962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234 113 392 0 0,'-1'-4'587'0'0,"0"0"1"0"0,-1 0-1 0 0,1 0 1 0 0,-1 0-1 0 0,0 0 1 0 0,0 1-1 0 0,0-1 1 0 0,-1 1-1 0 0,1 0 1 0 0,-1-1-1 0 0,0 1 1 0 0,0 0-1 0 0,0 1 0 0 0,0-1 1 0 0,0 0-1 0 0,0 1 1 0 0,-1 0-1 0 0,-6-4 1 0 0,8 5-200 0 0,-12 6 239 0 0,11-3-548 0 0,0 0 0 0 0,0-1-1 0 0,0 1 1 0 0,1 0 0 0 0,-1 0 0 0 0,1 1-1 0 0,0-1 1 0 0,0 0 0 0 0,-1 1 0 0 0,1-1 0 0 0,-2 6-1 0 0,-17 34 437 0 0,16-30-355 0 0,-16 38 79 0 0,2 1 1 0 0,3 0-1 0 0,1 1 1 0 0,3 1-1 0 0,3 0 1 0 0,-4 64-1 0 0,12-102-218 0 0,1-1 0 0 0,0 1 0 0 0,1 0 0 0 0,1 0 0 0 0,0-1 0 0 0,1 1 0 0 0,7 20 0 0 0,-8-31-19 0 0,-1 1-1 0 0,1-1 1 0 0,0 0-1 0 0,1 0 1 0 0,-1 0-1 0 0,1 0 1 0 0,0-1-1 0 0,0 1 0 0 0,0 0 1 0 0,0-1-1 0 0,0 0 1 0 0,1 0-1 0 0,-1 0 1 0 0,1 0-1 0 0,0-1 1 0 0,0 1-1 0 0,0-1 1 0 0,0 0-1 0 0,1 0 0 0 0,-1-1 1 0 0,0 1-1 0 0,1-1 1 0 0,-1 0-1 0 0,1 0 1 0 0,0-1-1 0 0,-1 1 1 0 0,8-1-1 0 0,5-1-124 0 0,0-1 1 0 0,0 0-1 0 0,0-1 0 0 0,0-1 0 0 0,-1-1 1 0 0,0 0-1 0 0,31-15 0 0 0,-9 0-190 0 0,-1-1 1 0 0,35-26-1 0 0,-33 18-28 0 0,54-49 0 0 0,-80 65 288 0 0,0 0 1 0 0,0-2 0 0 0,-2 1-1 0 0,0-1 1 0 0,-1-1 0 0 0,0 0-1 0 0,8-18 1 0 0,-15 27 148 0 0,0 0 0 0 0,-1 0-1 0 0,0 0 1 0 0,0 0 0 0 0,0-1 0 0 0,-1 1-1 0 0,0-1 1 0 0,-1 1 0 0 0,0-1-1 0 0,0 1 1 0 0,0 0 0 0 0,-1-1 0 0 0,0 1-1 0 0,0-1 1 0 0,-1 1 0 0 0,0 0 0 0 0,-1 0-1 0 0,-5-13 1 0 0,8 20-72 0 0,0-1 0 0 0,-1 0 0 0 0,1 0 0 0 0,0 1 0 0 0,-1-1 1 0 0,1 0-1 0 0,-1 0 0 0 0,1 1 0 0 0,-1-1 0 0 0,1 1 0 0 0,-1-1 0 0 0,0 0 0 0 0,1 1 0 0 0,-1-1 0 0 0,0 1 1 0 0,1 0-1 0 0,-1-1 0 0 0,0 1 0 0 0,0-1 0 0 0,1 1 0 0 0,-1 0 0 0 0,0 0 0 0 0,0-1 0 0 0,0 1 0 0 0,0 0 0 0 0,1 0 1 0 0,-1 0-1 0 0,0 0 0 0 0,0 0 0 0 0,0 0 0 0 0,0 0 0 0 0,1 0 0 0 0,-1 0 0 0 0,0 0 0 0 0,0 1 0 0 0,0-1 0 0 0,1 0 1 0 0,-1 1-1 0 0,0-1 0 0 0,0 0 0 0 0,1 1 0 0 0,-1-1 0 0 0,-1 1 0 0 0,0 1 12 0 0,0 1 0 0 0,-1-1 0 0 0,1 1 0 0 0,0-1 0 0 0,0 1 0 0 0,0-1 0 0 0,1 1 0 0 0,-1 0 0 0 0,-1 5-1 0 0,0 1 48 0 0,0 1-1 0 0,0 0 0 0 0,2 0 0 0 0,-1 0 1 0 0,1 0-1 0 0,0 0 0 0 0,1 0 0 0 0,2 15 0 0 0,-1-11-40 0 0,1 0-1 0 0,1 0 0 0 0,0 0 0 0 0,1 0 1 0 0,9 19-1 0 0,-10-27-27 0 0,0 0 0 0 0,1 0 0 0 0,0-1 0 0 0,0 1 0 0 0,0-1 0 0 0,0 0 0 0 0,1 0 0 0 0,0-1 0 0 0,0 1 0 0 0,0-1 0 0 0,1 0-1 0 0,-1 0 1 0 0,1-1 0 0 0,0 0 0 0 0,0 0 0 0 0,0 0 0 0 0,0-1 0 0 0,1 0 0 0 0,-1 0 0 0 0,1 0 0 0 0,-1-1 0 0 0,1 0 0 0 0,0 0 0 0 0,-1-1 0 0 0,1 0 0 0 0,0 0 0 0 0,-1 0 0 0 0,1-1 0 0 0,0 0 0 0 0,-1-1 0 0 0,1 1 0 0 0,-1-1 0 0 0,9-3 0 0 0,-5 1 0 0 0,0-1 1 0 0,0 0 0 0 0,0 0 0 0 0,0-1-1 0 0,-1 0 1 0 0,0 0 0 0 0,0-1 0 0 0,-1-1-1 0 0,12-11 1 0 0,-17 15-13 0 0,0 0 1 0 0,0 0-1 0 0,0 0 0 0 0,0 0 0 0 0,-1-1 1 0 0,0 1-1 0 0,0-1 0 0 0,0 1 0 0 0,0-1 1 0 0,-1 0-1 0 0,0 0 0 0 0,0 0 0 0 0,0 0 1 0 0,-1 0-1 0 0,1 0 0 0 0,-1 0 0 0 0,0 0 1 0 0,-1 0-1 0 0,1 0 0 0 0,-1 0 0 0 0,0 0 1 0 0,0 0-1 0 0,-2-5 0 0 0,-4-4 7 0 0,1 1 0 0 0,-1-1 0 0 0,-1 1 0 0 0,0 1 0 0 0,-1 0 0 0 0,-1 0 0 0 0,0 0 1 0 0,0 1-1 0 0,-1 1 0 0 0,0 0 0 0 0,-1 0 0 0 0,0 1 0 0 0,-1 1 0 0 0,0 0 0 0 0,0 1 0 0 0,0 0 0 0 0,-1 1 0 0 0,0 0 0 0 0,-20-4 0 0 0,27 8 0 0 0,0 1-1 0 0,0 0 1 0 0,0 1-1 0 0,-1 0 1 0 0,1 0-1 0 0,0 0 1 0 0,-1 1-1 0 0,1 0 1 0 0,0 0-1 0 0,0 1 1 0 0,0 0-1 0 0,0 1 1 0 0,0-1-1 0 0,1 1 1 0 0,-1 0-1 0 0,1 1 1 0 0,0-1 0 0 0,0 2-1 0 0,0-1 1 0 0,-6 5-1 0 0,11-8-6 0 0,-1 1-1 0 0,1-1 1 0 0,0 0-1 0 0,0 1 1 0 0,-1-1 0 0 0,1 1-1 0 0,0-1 1 0 0,0 1-1 0 0,0 0 1 0 0,0-1 0 0 0,1 1-1 0 0,-1 0 1 0 0,0 0-1 0 0,1 0 1 0 0,-1 0 0 0 0,1-1-1 0 0,0 1 1 0 0,0 0-1 0 0,-1 0 1 0 0,1 0 0 0 0,0 0-1 0 0,1 0 1 0 0,-1 0-1 0 0,0 0 1 0 0,1-1 0 0 0,-1 1-1 0 0,1 0 1 0 0,-1 0-1 0 0,1 0 1 0 0,0 0 0 0 0,-1-1-1 0 0,3 3 1 0 0,-1-1-13 0 0,0-1 0 0 0,0 0 0 0 0,0 0 0 0 0,0 0-1 0 0,1 0 1 0 0,-1 0 0 0 0,1 0 0 0 0,-1-1 0 0 0,1 1 0 0 0,0-1 0 0 0,0 1 0 0 0,-1-1 0 0 0,1 0 0 0 0,0-1 0 0 0,0 1 0 0 0,0 0 0 0 0,0-1-1 0 0,0 1 1 0 0,5-1 0 0 0,5-1-52 0 0,1 0 0 0 0,-1-1 0 0 0,0-1-1 0 0,1 0 1 0 0,-1-1 0 0 0,0 0 0 0 0,-1-1-1 0 0,1 0 1 0 0,20-13 0 0 0,1-3-49 0 0,-1-2 0 0 0,30-27 0 0 0,-22 13 44 0 0,-28 24 33 0 0,1 1 0 0 0,0 0 0 0 0,1 1-1 0 0,26-16 1 0 0,-38 26 39 0 0,0-1-1 0 0,0 1 0 0 0,1 0 1 0 0,-1 0-1 0 0,0 1 1 0 0,1-1-1 0 0,-1 1 0 0 0,0-1 1 0 0,1 1-1 0 0,-1 0 0 0 0,1 0 1 0 0,-1 0-1 0 0,1 1 1 0 0,4 1-1 0 0,-2-1 35 0 0,0 1 0 0 0,0 1 0 0 0,0-1-1 0 0,0 1 1 0 0,-1 0 0 0 0,1 1 0 0 0,6 4 0 0 0,0 2 72 0 0,-1 1 1 0 0,0 0-1 0 0,0 0 0 0 0,-1 1 1 0 0,14 20-1 0 0,-11-9 43 0 0,-1-1-1 0 0,-1 1 1 0 0,-2 1-1 0 0,0 0 1 0 0,-1 0-1 0 0,-1 1 1 0 0,6 49-1 0 0,-12-72 203 0 0,-10-19-211 0 0,3-15-135 0 0,1-1-1 0 0,0-61 1 0 0,5 78-26 0 0,1-1-1 0 0,1 0 1 0 0,0 1 0 0 0,1-1 0 0 0,1 1 0 0 0,1 0 0 0 0,10-25 0 0 0,-14 38 27 0 0,1-1-1 0 0,-1 1 1 0 0,1 0 0 0 0,0 0 0 0 0,0 0-1 0 0,0 0 1 0 0,0 0 0 0 0,0 1 0 0 0,1-1 0 0 0,0 0-1 0 0,-1 1 1 0 0,1 0 0 0 0,0 0 0 0 0,0 0-1 0 0,0 0 1 0 0,0 0 0 0 0,0 1 0 0 0,1-1-1 0 0,-1 1 1 0 0,0 0 0 0 0,1 0 0 0 0,-1 0 0 0 0,1 0-1 0 0,-1 1 1 0 0,1-1 0 0 0,-1 1 0 0 0,1 0-1 0 0,0 0 1 0 0,-1 0 0 0 0,1 1 0 0 0,-1-1 0 0 0,1 1-1 0 0,-1 0 1 0 0,1 0 0 0 0,-1 0 0 0 0,0 0-1 0 0,1 1 1 0 0,-1-1 0 0 0,0 1 0 0 0,6 4-1 0 0,-1 0 31 0 0,0 0 0 0 0,0 1-1 0 0,-1 0 1 0 0,0 0 0 0 0,0 1-1 0 0,0 0 1 0 0,-1 0 0 0 0,0 0-1 0 0,-1 1 1 0 0,8 16 0 0 0,-1 5 123 0 0,-1 1 1 0 0,7 33 0 0 0,10 27-2359 0 0,-24-78 951 0 0,2 0-1 0 0,0 0 1 0 0,1-1 0 0 0,11 18-1 0 0,-8-19-2791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9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62 157 1832 0 0,'-6'-23'1795'0'0,"-1"-3"801"0"0,-2 1 0 0 0,0-1-1 0 0,-20-31 3376 0 0,27 64-5088 0 0,5 17-292 0 0,62 278 3395 0 0,-41-176-3031 0 0,-2-6-338 0 0,-2-11-212 0 0,56 179 1 0 0,-55-236-813 0 0,-19-48 183 0 0,0-1 0 0 0,0 1 0 0 0,0 0 0 0 0,1 0 0 0 0,0-1 0 0 0,-1 0 0 0 0,1 1 0 0 0,0-1 0 0 0,1 0 0 0 0,2 2 0 0 0,-5-4 15 0 0,1 0-1 0 0,-1-1 1 0 0,0 0-1 0 0,0 1 1 0 0,0-1-1 0 0,0 0 1 0 0,0 0-1 0 0,0 1 1 0 0,1-1-1 0 0,-1 0 1 0 0,0 0-1 0 0,0 0 1 0 0,0 0-1 0 0,0-1 1 0 0,1 1-1 0 0,-1 0 1 0 0,0 0-1 0 0,0-1 1 0 0,0 1-1 0 0,0-1 1 0 0,0 1-1 0 0,0-1 1 0 0,0 1-1 0 0,0-1 1 0 0,0 1-1 0 0,0-1 1 0 0,0 0-1 0 0,1-1 1 0 0,11-16-6613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178 205 340 0 0,'-55'-14'5866'0'0,"-49"-15"2549"0"0,103 29-8377 0 0,0 0-1 0 0,0 0 1 0 0,0 0-1 0 0,1-1 0 0 0,-1 1 1 0 0,0 0-1 0 0,0 0 1 0 0,0-1-1 0 0,1 1 1 0 0,-1-1-1 0 0,0 1 0 0 0,1-1 1 0 0,-1 1-1 0 0,0-1 1 0 0,1 1-1 0 0,-1-1 1 0 0,0 1-1 0 0,1-1 0 0 0,-1 0 1 0 0,1 0-1 0 0,0 1 1 0 0,-1-1-1 0 0,1 0 0 0 0,-1 1 1 0 0,1-1-1 0 0,0 0 1 0 0,0 0-1 0 0,-1 0 1 0 0,1 0-1 0 0,0 1 0 0 0,0-1 1 0 0,0 0-1 0 0,0 0 1 0 0,0 0-1 0 0,0 0 1 0 0,0 1-1 0 0,0-1 0 0 0,0 0 1 0 0,0 0-1 0 0,1 0 1 0 0,-1 0-1 0 0,0 1 1 0 0,1-1-1 0 0,-1 0 0 0 0,0 0 1 0 0,1 1-1 0 0,-1-1 1 0 0,1 0-1 0 0,-1 1 0 0 0,1-1 1 0 0,0-1-1 0 0,3-2 18 0 0,0-1 0 0 0,1 0 0 0 0,-1 1 0 0 0,1 0-1 0 0,6-4 1 0 0,9-5-59 0 0,0 1 1 0 0,2 0-1 0 0,-1 2 0 0 0,1 0 1 0 0,1 2-1 0 0,-1 0 0 0 0,1 1 1 0 0,35-4-1 0 0,-37 8-524 0 0,-1 1 1 0 0,1 1-1 0 0,0 0 1 0 0,0 2-1 0 0,0 1 0 0 0,0 0 1 0 0,-1 2-1 0 0,1 0 1 0 0,-1 1-1 0 0,20 8 1 0 0,27 17-4174 0 0,-35-12 746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368 101 2012 0 0,'6'-7'6770'0'0,"-6"6"-6538"0"0,-4-5 304 0 0,0 0-1 0 0,-1 0 0 0 0,1 1 1 0 0,-1 0-1 0 0,0 0 0 0 0,0 0 1 0 0,-1 0-1 0 0,0 1 0 0 0,0 0 1 0 0,0 0-1 0 0,0 1 1 0 0,0 0-1 0 0,-13-5 0 0 0,6 3-225 0 0,0 1 1 0 0,0 0-1 0 0,-1 1 0 0 0,1 0 0 0 0,-1 1 0 0 0,-19-1 0 0 0,27 3-265 0 0,0 1 0 0 0,0-1-1 0 0,0 1 1 0 0,0 0 0 0 0,1 1-1 0 0,-1-1 1 0 0,0 1 0 0 0,1 0-1 0 0,0 0 1 0 0,-1 1 0 0 0,1 0-1 0 0,0 0 1 0 0,0 0 0 0 0,-5 4-1 0 0,3-1-1 0 0,1 1 0 0 0,0-1 0 0 0,0 1 1 0 0,1 0-1 0 0,0 0 0 0 0,0 0 0 0 0,1 1 0 0 0,-7 14 0 0 0,5-6-7 0 0,0 0 1 0 0,1 1-1 0 0,1-1 1 0 0,1 1 0 0 0,0 0-1 0 0,1 1 1 0 0,1-1-1 0 0,1 0 1 0 0,2 21-1 0 0,-1-28-24 0 0,0 1 0 0 0,1-1 0 0 0,1 0 0 0 0,-1 0 0 0 0,2 0 0 0 0,-1 0 0 0 0,1-1 0 0 0,1 1 0 0 0,9 14 0 0 0,-11-20-20 0 0,-1-1 0 0 0,1 1-1 0 0,0-1 1 0 0,0 0 0 0 0,1 0 0 0 0,-1-1 0 0 0,1 1-1 0 0,-1-1 1 0 0,1 1 0 0 0,0-1 0 0 0,0 0-1 0 0,-1-1 1 0 0,2 1 0 0 0,-1-1 0 0 0,0 1-1 0 0,0-1 1 0 0,0 0 0 0 0,1-1 0 0 0,-1 1 0 0 0,0-1-1 0 0,1 0 1 0 0,-1 0 0 0 0,0 0 0 0 0,1-1-1 0 0,7-1 1 0 0,-5 1-53 0 0,0-1-1 0 0,0 0 1 0 0,-1-1-1 0 0,1 1 1 0 0,0-2-1 0 0,-1 1 1 0 0,1 0-1 0 0,-1-1 0 0 0,0 0 1 0 0,0-1-1 0 0,-1 1 1 0 0,7-7-1 0 0,-6 3-8 0 0,1 0 0 0 0,-1 0-1 0 0,0-1 1 0 0,-1 0-1 0 0,0 0 1 0 0,0 0 0 0 0,6-18-1 0 0,-5 6 104 0 0,-1-2 1 0 0,0 1-1 0 0,-2 0 0 0 0,0-1 1 0 0,-2 1-1 0 0,0-1 0 0 0,-3-25 0 0 0,2 29 190 0 0,3 23 309 0 0,9 34 434 0 0,-8-23-1036 0 0,5 12-9 0 0,2 11 364 0 0,18 39-1 0 0,-24-68-518 0 0,-1 1 0 0 0,2-1-1 0 0,-1 1 1 0 0,1-1 0 0 0,1-1 0 0 0,-1 1 0 0 0,2-1-1 0 0,-1-1 1 0 0,9 8 0 0 0,-13-13-200 0 0,1 1-1 0 0,-1-1 1 0 0,1 0-1 0 0,-1 0 1 0 0,1-1 0 0 0,0 1-1 0 0,0-1 1 0 0,0 0-1 0 0,6 1 1 0 0,-7-1-216 0 0,1-1 0 0 0,-1 0 0 0 0,1 0 0 0 0,-1 0 0 0 0,1 0 0 0 0,-1-1 0 0 0,0 1 1 0 0,1-1-1 0 0,-1 0 0 0 0,0 0 0 0 0,6-2 0 0 0,3-3-3514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19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28 114 184 0 0,'0'-13'2214'0'0,"-1"1"1"0"0,0-1-1 0 0,-1 1 0 0 0,-1 0 0 0 0,0 0 1 0 0,0 0-1 0 0,-8-16 1806 0 0,9 43-3521 0 0,1 0 1 0 0,0 0-1 0 0,1 0 1 0 0,1 0-1 0 0,4 28 1 0 0,-1-14-236 0 0,0 21-143 0 0,9 61-207 0 0,-10-93-826 0 0,0-1 1 0 0,2 0-1 0 0,0 0 0 0 0,10 19 1 0 0,-13-31 158 0 0,1 0 1 0 0,-1-1 0 0 0,1 1-1 0 0,6 7 1 0 0,10 2-5415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0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9 122 1500 0 0,'-9'-48'18676'0'0,"15"62"-17188"0"0,12 31-177 0 0,-2 1 1 0 0,12 57-1 0 0,-14-52-1067 0 0,12 47-35 0 0,-26-96-376 0 0,8-20-1185 0 0,0-48-212 0 0,-5 33 1177 0 0,1 0-1 0 0,1 1 1 0 0,2 0 0 0 0,22-60-1 0 0,-24 79 384 0 0,1 1 0 0 0,1-1 0 0 0,1 1 1 0 0,-1 1-1 0 0,2-1 0 0 0,11-12 0 0 0,-17 21 64 0 0,-1 1 1 0 0,0-1-1 0 0,1 1 0 0 0,0 0 1 0 0,0 0-1 0 0,-1 0 1 0 0,1 0-1 0 0,0 0 1 0 0,1 0-1 0 0,-1 1 1 0 0,0 0-1 0 0,0-1 0 0 0,1 1 1 0 0,-1 0-1 0 0,0 1 1 0 0,1-1-1 0 0,-1 1 1 0 0,1-1-1 0 0,-1 1 1 0 0,1 0-1 0 0,-1 0 0 0 0,1 1 1 0 0,-1-1-1 0 0,1 1 1 0 0,-1 0-1 0 0,1-1 1 0 0,-1 2-1 0 0,0-1 1 0 0,0 0-1 0 0,5 3 0 0 0,-3 0 68 0 0,1 0-1 0 0,-1 0 0 0 0,0 0 0 0 0,0 1 0 0 0,-1 0 0 0 0,1 0 0 0 0,-1 0 0 0 0,0 0 0 0 0,0 1 0 0 0,-1 0 0 0 0,0-1 0 0 0,0 1 0 0 0,0 1 1 0 0,0-1-1 0 0,1 8 0 0 0,3 13 126 0 0,-1 0 0 0 0,3 38 0 0 0,-5-28-169 0 0,0-6-50 0 0,-4-21-442 0 0,1 1 0 0 0,1 0 0 0 0,0-1 0 0 0,4 15 0 0 0,-1-24-1658 0 0,-4-1 1918 0 0,0-1 0 0 0,-1 1 0 0 0,1 0 0 0 0,-1 0 0 0 0,1-1 0 0 0,0 1 0 0 0,-1 0 1 0 0,1-1-1 0 0,-1 1 0 0 0,1-1 0 0 0,-1 1 0 0 0,0-1 0 0 0,1 1 0 0 0,-1-1 0 0 0,1 1 0 0 0,-1-1 1 0 0,0 1-1 0 0,1-1 0 0 0,-1 1 0 0 0,0-1 0 0 0,0 0 0 0 0,0 1 0 0 0,1-1 0 0 0,-1 1 1 0 0,0-1-1 0 0,0 0 0 0 0,7-23-7327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20 564 0 0,'-60'-3'4672'0'0,"-180"-13"5205"0"0,237 16-9862 0 0,-1 0-1 0 0,1 0 1 0 0,-1 1 0 0 0,1-1 0 0 0,0 1 0 0 0,-1 0 0 0 0,1 0 0 0 0,0 0 0 0 0,-6 3-1 0 0,9-4-16 0 0,-1 0-100 0 0,0 1 0 0 0,1 0 0 0 0,-1-1 0 0 0,0 1 0 0 0,1 0 0 0 0,-1 0 0 0 0,0 0 0 0 0,1-1 0 0 0,-1 1 0 0 0,1 0 0 0 0,0 0 0 0 0,-1 0 0 0 0,1 0 0 0 0,0 0 0 0 0,-1 0 0 0 0,1 0 0 0 0,0 0 0 0 0,0 0 0 0 0,0 0 0 0 0,0 0 0 0 0,0 0 0 0 0,0 0 0 0 0,0 0 0 0 0,0 0 0 0 0,1 1 0 0 0,5 23-5199 0 0,0-13 399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1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120 767 2924 0 0,'-8'3'915'0'0,"-5"1"345"0"0,1 1 0 0 0,0 1-1 0 0,0 0 1 0 0,0 0-1 0 0,-12 10 1 0 0,21-14-1096 0 0,1-1 0 0 0,0 1-1 0 0,0 0 1 0 0,1 0 0 0 0,-1 0-1 0 0,0 0 1 0 0,0 0 0 0 0,1 0-1 0 0,0 1 1 0 0,-1-1 0 0 0,1 0-1 0 0,0 1 1 0 0,0-1 0 0 0,0 1-1 0 0,0-1 1 0 0,1 1 0 0 0,-1-1 0 0 0,1 1-1 0 0,-1 0 1 0 0,1-1 0 0 0,0 1-1 0 0,0 0 1 0 0,0-1 0 0 0,1 1-1 0 0,-1 0 1 0 0,1-1 0 0 0,-1 1-1 0 0,1 0 1 0 0,0-1 0 0 0,0 1-1 0 0,0-1 1 0 0,2 4 0 0 0,-1-3-58 0 0,-1 0 0 0 0,1 0 0 0 0,0 0 0 0 0,0 0 0 0 0,0 0 0 0 0,1 0 0 0 0,-1-1 0 0 0,1 1 0 0 0,-1-1 0 0 0,1 0 0 0 0,0 1 0 0 0,0-1 0 0 0,0 0 1 0 0,0-1-1 0 0,0 1 0 0 0,5 1 0 0 0,-4-2-34 0 0,1 1 0 0 0,0-2 0 0 0,0 1 1 0 0,0 0-1 0 0,0-1 0 0 0,0 0 0 0 0,0 0 0 0 0,0 0 1 0 0,0-1-1 0 0,8-1 0 0 0,-2-1-35 0 0,0-1 0 0 0,-1 0 0 0 0,1 0-1 0 0,-1-1 1 0 0,1-1 0 0 0,-1 0 0 0 0,-1 0 0 0 0,1 0 0 0 0,11-12-1 0 0,-13 9-26 0 0,0 0-1 0 0,0 0 0 0 0,-1-1 0 0 0,0 0 0 0 0,-1-1 0 0 0,0 1 0 0 0,0-1 0 0 0,-1-1 1 0 0,-1 1-1 0 0,0-1 0 0 0,0 1 0 0 0,-1-1 0 0 0,1-16 0 0 0,0-8-14 0 0,-1 0-1 0 0,-3 0 1 0 0,-4-45-1 0 0,-6 2-14 0 0,-3 1-1 0 0,-4 0 0 0 0,-31-86 1 0 0,13 73-2 0 0,22 59-40 0 0,13 31 36 0 0,-4 6 6 0 0,4-4 19 0 0,-1-1 1 0 0,1 1 0 0 0,-1-1 0 0 0,1 1 0 0 0,0 0 0 0 0,-1-1-1 0 0,1 1 1 0 0,0-1 0 0 0,-1 1 0 0 0,1 0 0 0 0,0-1 0 0 0,0 1-1 0 0,0 0 1 0 0,-1-1 0 0 0,1 1 0 0 0,0 0 0 0 0,0-1 0 0 0,0 2-1 0 0,3 29 20 0 0,2 0-1 0 0,1 0 0 0 0,15 46 0 0 0,42 86 113 0 0,-47-127-81 0 0,2-2 0 0 0,0 0 0 0 0,3-2 1 0 0,31 41-1 0 0,-41-59-258 0 0,1-2 0 0 0,0 1 0 0 0,1-1 0 0 0,0-1-1 0 0,0 0 1 0 0,2-1 0 0 0,-1-1 0 0 0,1 0 0 0 0,0-1 0 0 0,1 0 0 0 0,0-2 0 0 0,17 6 0 0 0,-21-10-493 0 0,1 0 0 0 0,-1-1 0 0 0,1 0 0 0 0,0-1 0 0 0,-1 0 0 0 0,1-1 0 0 0,-1 0 0 0 0,1-1 0 0 0,-1-1 0 0 0,0 0 0 0 0,0-1 0 0 0,0 0 0 0 0,0-1 0 0 0,-1 0 0 0 0,16-9 0 0 0,4-6-3083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52 334 1144 0 0,'-10'-100'7562'0'0,"-27"-117"0"0"0,33 201-6008 0 0,5 26-118 0 0,5 27-97 0 0,39 261 1308 0 0,19 95-1473 0 0,-35-285-1088 0 0,-29-107-93 0 0,0-1 0 0 0,0 1 0 0 0,0-1 0 0 0,-1 0 0 0 0,1 1 0 0 0,1-1 0 0 0,-1 1 1 0 0,0-1-1 0 0,0 1 0 0 0,0-1 0 0 0,0 0 0 0 0,0 1 0 0 0,0-1 0 0 0,0 1 0 0 0,1-1 1 0 0,-1 1-1 0 0,0-1 0 0 0,0 0 0 0 0,0 1 0 0 0,1-1 0 0 0,-1 0 0 0 0,0 1 1 0 0,1-1-1 0 0,-1 0 0 0 0,0 1 0 0 0,1-1 0 0 0,-1 0 0 0 0,0 0 0 0 0,1 0 0 0 0,-1 1 1 0 0,0-1-1 0 0,1 0 0 0 0,-1 0 0 0 0,1 0 0 0 0,-1 0 0 0 0,1 1 0 0 0,-1-1 0 0 0,0 0 1 0 0,1 0-1 0 0,-1 0 0 0 0,1 0 0 0 0,-1 0 0 0 0,1 0 0 0 0,-1 0 0 0 0,0 0 0 0 0,1-1 1 0 0,-1 1-1 0 0,1 0 0 0 0,-1 0 0 0 0,1 0 0 0 0,-1 0 0 0 0,0-1 0 0 0,1 1 0 0 0,-1 0 1 0 0,2-1-19 0 0,0 0 1 0 0,-1-1-1 0 0,1 1 1 0 0,-1 0 0 0 0,0-1-1 0 0,0 1 1 0 0,1-1-1 0 0,-1 1 1 0 0,2-4 0 0 0,2-9-60 0 0,-1 0 1 0 0,-1 0-1 0 0,0 0 1 0 0,2-22-1 0 0,0-3-40 0 0,2-5-2 0 0,-5 25 88 0 0,1 1 0 0 0,1-1-1 0 0,0 1 1 0 0,1-1 0 0 0,1 1 0 0 0,12-23 0 0 0,-17 39 36 0 0,0 0 1 0 0,0 0 0 0 0,1 0 0 0 0,-1 0-1 0 0,1 0 1 0 0,-1 0 0 0 0,1 0-1 0 0,-1 1 1 0 0,1-1 0 0 0,0 0-1 0 0,0 1 1 0 0,0 0 0 0 0,0-1 0 0 0,0 1-1 0 0,0 0 1 0 0,1 0 0 0 0,-1 0-1 0 0,0 0 1 0 0,0 1 0 0 0,1-1-1 0 0,-1 1 1 0 0,5-1 0 0 0,-4 1 8 0 0,0 1 0 0 0,0-1 1 0 0,0 1-1 0 0,0 0 0 0 0,0 0 1 0 0,0 0-1 0 0,0 0 0 0 0,-1 0 0 0 0,1 1 1 0 0,0-1-1 0 0,-1 1 0 0 0,1 0 1 0 0,-1 0-1 0 0,1 0 0 0 0,-1 0 1 0 0,0 0-1 0 0,0 0 0 0 0,3 5 0 0 0,6 10 68 0 0,0 1 0 0 0,-2 0 0 0 0,0 1 0 0 0,0-1 0 0 0,-2 2 0 0 0,-1-1 0 0 0,6 27 0 0 0,20 56 150 0 0,-29-96-221 0 0,-1 0 1 0 0,1-1 0 0 0,0 1 0 0 0,1-1 0 0 0,-1 0 0 0 0,1 0 0 0 0,0 0-1 0 0,0 0 1 0 0,1-1 0 0 0,-1 0 0 0 0,1 0 0 0 0,0 0 0 0 0,0 0 0 0 0,0-1 0 0 0,1 0-1 0 0,-1 0 1 0 0,1 0 0 0 0,0-1 0 0 0,0 0 0 0 0,0 0 0 0 0,0 0 0 0 0,0-1-1 0 0,0 1 1 0 0,0-2 0 0 0,11 1 0 0 0,-8-1-24 0 0,0 0-1 0 0,0-1 1 0 0,-1-1 0 0 0,1 1-1 0 0,0-1 1 0 0,-1-1 0 0 0,1 0-1 0 0,-1 0 1 0 0,0 0-1 0 0,0-1 1 0 0,0 0 0 0 0,0-1-1 0 0,-1 0 1 0 0,0 0 0 0 0,0 0-1 0 0,0-1 1 0 0,10-12 0 0 0,-5 3-8 0 0,-2-1 1 0 0,1-1 0 0 0,-2 1-1 0 0,0-2 1 0 0,-2 1 0 0 0,1-1-1 0 0,-2-1 1 0 0,-1 1 0 0 0,0-1 0 0 0,-1 0-1 0 0,-1 0 1 0 0,-1 0 0 0 0,0-30-1 0 0,-2 46 33 0 0,1-1-1 0 0,-2 0 1 0 0,1 1-1 0 0,0-1 1 0 0,-1 0-1 0 0,1 1 1 0 0,-1-1-1 0 0,0 0 1 0 0,0 1-1 0 0,-1-1 1 0 0,1 1-1 0 0,-1 0 1 0 0,-3-6-1 0 0,4 7 24 0 0,-2 3 25 0 0,-1 2-4 0 0,0-1 0 0 0,1 1-1 0 0,-1 0 1 0 0,1 0 0 0 0,0 0-1 0 0,0 0 1 0 0,0 0-1 0 0,0 1 1 0 0,1-1 0 0 0,-1 1-1 0 0,1 0 1 0 0,0 0 0 0 0,0 0-1 0 0,0 0 1 0 0,1 0 0 0 0,-1 0-1 0 0,-1 9 1 0 0,-1 4 279 0 0,1 1 1 0 0,0-1-1 0 0,0 24 0 0 0,2-24-111 0 0,1-1 0 0 0,1 1 0 0 0,1-1-1 0 0,0 1 1 0 0,1-1 0 0 0,1 0 0 0 0,8 24-1 0 0,-9-33-181 0 0,0-1-1 0 0,-1 0 0 0 0,2 0 1 0 0,-1-1-1 0 0,1 1 0 0 0,0-1 0 0 0,0 1 1 0 0,0-1-1 0 0,1 0 0 0 0,0-1 0 0 0,0 1 1 0 0,0-1-1 0 0,0 0 0 0 0,1 0 1 0 0,-1-1-1 0 0,1 1 0 0 0,0-1 0 0 0,0-1 1 0 0,1 1-1 0 0,-1-1 0 0 0,9 2 1 0 0,-2-2-135 0 0,1 0 0 0 0,0-1 0 0 0,0 0 0 0 0,0-2 0 0 0,0 1 1 0 0,0-2-1 0 0,-1 0 0 0 0,1 0 0 0 0,0-1 0 0 0,-1-1 1 0 0,0-1-1 0 0,0 1 0 0 0,16-10 0 0 0,-17 8-750 0 0,-1-1-1 0 0,1 0 1 0 0,-2-1-1 0 0,1 0 1 0 0,18-19 0 0 0,-22 19-599 0 0,0-1 1 0 0,0 0-1 0 0,-1 0 0 0 0,0 0 1 0 0,0-1-1 0 0,-1 1 1 0 0,6-18-1 0 0,-4 4-6266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2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259 325 2180 0 0,'-67'25'4625'0'0,"-114"39"7012"0"0,181-64-11612 0 0,0 0 0 0 0,0 0-1 0 0,0 0 1 0 0,0 0 0 0 0,-1 1 0 0 0,1-1 0 0 0,0 0 0 0 0,0 0 0 0 0,-1 0 0 0 0,1 0 0 0 0,0 0 0 0 0,0 1 0 0 0,-1-1 0 0 0,1 0 0 0 0,0 0-1 0 0,0 0 1 0 0,-1 0 0 0 0,1 0 0 0 0,0 0 0 0 0,0 0 0 0 0,-1 0 0 0 0,1 0 0 0 0,0 0 0 0 0,0 0 0 0 0,-1 0 0 0 0,1 0 0 0 0,0 0 0 0 0,0-1-1 0 0,-1 1 1 0 0,1 0 0 0 0,0 0 0 0 0,0 0 0 0 0,-1 0 0 0 0,1 0 0 0 0,0 0 0 0 0,0-1 0 0 0,0 1 0 0 0,-1 0 0 0 0,1 0 0 0 0,0 0 0 0 0,0-1-1 0 0,0 1 1 0 0,0 0 0 0 0,-1 0 0 0 0,1 0 0 0 0,0-1 0 0 0,0 1 0 0 0,0 0 0 0 0,0 0 0 0 0,0-1 0 0 0,0 1 0 0 0,0 0 0 0 0,0 0 0 0 0,0-1-1 0 0,0 1 1 0 0,0 0 0 0 0,0-1 0 0 0,0 1 0 0 0,0 0 0 0 0,0 0 0 0 0,0-1 0 0 0,0 1 0 0 0,0 0 0 0 0,7-14 315 0 0,0 8-257 0 0,-1-1 0 0 0,1 1 0 0 0,1 0-1 0 0,-1 1 1 0 0,1 0 0 0 0,14-8 0 0 0,-1 2 1 0 0,67-39-519 0 0,2 4-1 0 0,110-39 1 0 0,-1 17-3352 0 0,2 8-3532 0 0,-110 34 1094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3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355 209 908 0 0,'-2'-4'488'0'0,"0"1"0"0"0,-1 0 0 0 0,0 0 0 0 0,0 0 0 0 0,0 0 0 0 0,0 1 0 0 0,0-1 0 0 0,0 1 0 0 0,0 0 0 0 0,-1 0 0 0 0,1 0 0 0 0,-1 0-1 0 0,0 1 1 0 0,0-1 0 0 0,-5-1 0 0 0,4 3-168 0 0,0-1-1 0 0,0 1 1 0 0,0 0-1 0 0,-1 0 0 0 0,1 0 1 0 0,0 1-1 0 0,0-1 1 0 0,0 1-1 0 0,0 0 0 0 0,-9 4 1 0 0,3 0-17 0 0,0 1 0 0 0,1-1 0 0 0,0 2 1 0 0,0-1-1 0 0,0 1 0 0 0,1 1 0 0 0,0 0 0 0 0,0 0 1 0 0,-12 17-1 0 0,5-4 115 0 0,1 1 0 0 0,2 1-1 0 0,0 0 1 0 0,2 0 0 0 0,0 2 0 0 0,-11 40 0 0 0,16-45-266 0 0,1 2 0 0 0,1-1 1 0 0,1 0-1 0 0,0 1 0 0 0,2-1 0 0 0,1 1 0 0 0,0-1 0 0 0,6 34 0 0 0,-4-45-116 0 0,1 0-1 0 0,-1 0 1 0 0,2 0-1 0 0,-1-1 1 0 0,1 1-1 0 0,1-1 1 0 0,0 0-1 0 0,0 0 1 0 0,1 0-1 0 0,8 10 1 0 0,-9-14-21 0 0,0 0 0 0 0,0 0 0 0 0,0-1 0 0 0,1 1 0 0 0,-1-2 0 0 0,1 1 0 0 0,0 0 1 0 0,0-1-1 0 0,1 0 0 0 0,-1-1 0 0 0,0 1 0 0 0,1-1 0 0 0,0-1 0 0 0,-1 1 0 0 0,1-1 0 0 0,10 1 1 0 0,-1-2 1 0 0,0-1 0 0 0,0 0 1 0 0,-1-1-1 0 0,1-1 1 0 0,0 0-1 0 0,-1-2 1 0 0,1 1-1 0 0,-1-2 1 0 0,17-8-1 0 0,-2-1 12 0 0,-1-2-1 0 0,0 0 1 0 0,35-30-1 0 0,-54 38-21 0 0,0 0-1 0 0,0 0 1 0 0,-1 0-1 0 0,0-1 1 0 0,0-1 0 0 0,-1 1-1 0 0,-1-1 1 0 0,0-1-1 0 0,0 1 1 0 0,7-21-1 0 0,-11 23-8 0 0,0-1-1 0 0,-1 0 0 0 0,0 0 0 0 0,0-1 1 0 0,-1 1-1 0 0,0 0 0 0 0,-1 0 1 0 0,-1-1-1 0 0,1 1 0 0 0,-2 0 0 0 0,1 0 1 0 0,-1-1-1 0 0,-1 1 0 0 0,-4-11 1 0 0,1 4-4 0 0,-2 0 0 0 0,0 1 1 0 0,-1 0-1 0 0,0 0 1 0 0,-2 1-1 0 0,1 0 0 0 0,-18-18 1 0 0,20 25 3 0 0,0 0 0 0 0,-1 0 0 0 0,1 1 0 0 0,-2 0 1 0 0,1 1-1 0 0,-1 0 0 0 0,0 0 0 0 0,0 1 0 0 0,0 0 0 0 0,-1 1 1 0 0,1 0-1 0 0,-23-4 0 0 0,26 7 1 0 0,0 1 0 0 0,0 0-1 0 0,0 1 1 0 0,0-1 0 0 0,0 1 0 0 0,0 1 0 0 0,0 0 0 0 0,0-1 0 0 0,1 2 0 0 0,-1-1-1 0 0,1 1 1 0 0,-1 0 0 0 0,1 1 0 0 0,0-1 0 0 0,0 1 0 0 0,-7 7 0 0 0,9-8 3 0 0,0 0 0 0 0,0 0 0 0 0,1 0 0 0 0,-1 1 0 0 0,1 0 0 0 0,0-1 0 0 0,0 1 0 0 0,0 1 0 0 0,1-1 0 0 0,-1 0 0 0 0,1 0 0 0 0,0 1 0 0 0,1 0 0 0 0,-1-1 0 0 0,1 1 0 0 0,-1 0 0 0 0,1 0 0 0 0,1-1 1 0 0,-1 1-1 0 0,1 0 0 0 0,0 0 0 0 0,0 0 0 0 0,0 0 0 0 0,2 5 0 0 0,-2-7-29 0 0,1-1 1 0 0,0 0-1 0 0,0 0 0 0 0,0 0 1 0 0,0 1-1 0 0,0-1 0 0 0,0 0 1 0 0,0 0-1 0 0,1-1 1 0 0,-1 1-1 0 0,1 0 0 0 0,-1 0 1 0 0,1-1-1 0 0,0 1 0 0 0,0-1 1 0 0,-1 1-1 0 0,1-1 0 0 0,3 1 1 0 0,-1 0-30 0 0,0 0 0 0 0,1-1 0 0 0,-1 1-1 0 0,1-1 1 0 0,0 0 0 0 0,-1 0 0 0 0,1-1 0 0 0,7 1 0 0 0,4-2-111 0 0,0 0 0 0 0,1-1 1 0 0,-1-1-1 0 0,19-6 0 0 0,-1-2-93 0 0,0-1 0 0 0,-1-2 0 0 0,41-23 0 0 0,88-63-282 0 0,-104 62 429 0 0,-49 32 127 0 0,1 0 1 0 0,-1 1-1 0 0,1 0 1 0 0,0 1 0 0 0,0 0-1 0 0,17-4 1 0 0,-22 7 40 0 0,0 1 0 0 0,0-1 0 0 0,0 1 1 0 0,0 0-1 0 0,0 0 0 0 0,0 0 0 0 0,0 1 0 0 0,0 0 1 0 0,0 0-1 0 0,0 0 0 0 0,0 0 0 0 0,0 1 1 0 0,-1 0-1 0 0,1 0 0 0 0,-1 0 0 0 0,6 4 0 0 0,2 3 51 0 0,0 0 0 0 0,0 1 0 0 0,-1 1 0 0 0,-1 0 0 0 0,0 0 0 0 0,0 1-1 0 0,-1 0 1 0 0,-1 1 0 0 0,0 0 0 0 0,0 0 0 0 0,-1 1 0 0 0,5 17 0 0 0,-6-17-30 0 0,-2 0-1 0 0,0 0 1 0 0,0 0 0 0 0,-2 1 0 0 0,0-1-1 0 0,0 1 1 0 0,-2 0 0 0 0,1-1 0 0 0,-2 1 0 0 0,0 0-1 0 0,-1-1 1 0 0,-6 27 0 0 0,6-34 12 0 0,0 0 0 0 0,-1 0 0 0 0,0 0 0 0 0,0 0 0 0 0,0 0 0 0 0,-1-1 0 0 0,0 1 0 0 0,0-1 0 0 0,-1 0 0 0 0,0 0 0 0 0,0-1 0 0 0,0 1 0 0 0,0-1 0 0 0,-1 0 0 0 0,-10 6 0 0 0,14-10-17 0 0,-7-2 33 0 0,8 1-101 0 0,1 0 0 0 0,-1 0 0 0 0,1 0 0 0 0,-1 0 1 0 0,1 0-1 0 0,-1 0 0 0 0,1 0 0 0 0,-1 0 0 0 0,1 0 1 0 0,-1 0-1 0 0,1 0 0 0 0,-1 0 0 0 0,1 0 0 0 0,-1-1 1 0 0,1 1-1 0 0,-1 0 0 0 0,1 0 0 0 0,0 0 0 0 0,-1-1 1 0 0,1 1-1 0 0,-1 0 0 0 0,1-1 0 0 0,0 1 0 0 0,-1 0 1 0 0,1-1-1 0 0,-1 1 0 0 0,1 0 0 0 0,0-1 1 0 0,0 1-1 0 0,-1-1 0 0 0,1 1 0 0 0,0 0 0 0 0,0-1 1 0 0,-1 1-1 0 0,1-1 0 0 0,0 1 0 0 0,0-1 0 0 0,0 1 1 0 0,0-1-1 0 0,0 1 0 0 0,0-1 0 0 0,0 1 0 0 0,0-1 1 0 0,0 1-1 0 0,0-1 0 0 0,0-4-5 0 0,1-1 0 0 0,0 1 0 0 0,0 0 0 0 0,1 0 0 0 0,0 0 0 0 0,0 0 0 0 0,0 1 0 0 0,0-1 0 0 0,0 0 0 0 0,1 1 0 0 0,0-1 0 0 0,6-6 0 0 0,7-8-229 0 0,26-23 1 0 0,-32 33 56 0 0,34-29-1075 0 0,1 3-1 0 0,82-50 1 0 0,48-36-1984 0 0,-168 116 3253 0 0,-1 0 0 0 0,0 0 1 0 0,-1 0-1 0 0,1-1 0 0 0,-1 0 0 0 0,0 0 0 0 0,0-1 1 0 0,-1 1-1 0 0,0-1 0 0 0,0 0 0 0 0,-1 0 0 0 0,0 0 1 0 0,0-1-1 0 0,0 1 0 0 0,-1-1 0 0 0,0 0 0 0 0,-1 1 1 0 0,0-1-1 0 0,0 0 0 0 0,0 0 0 0 0,-1 0 0 0 0,-1-10 1 0 0,-2-17 2702 0 0,2 52-1729 0 0,1-2-496 0 0,2-1 0 0 0,0 1-1 0 0,7 21 1 0 0,1 12 66 0 0,44 279 933 0 0,-52-315-1511 0 0,12 42-33 0 0,-13-50-166 0 0,1 1-1 0 0,0 0 0 0 0,0 0 0 0 0,0-1 0 0 0,1 0 1 0 0,-1 1-1 0 0,1-1 0 0 0,5 5 0 0 0,-7-8-15 0 0,0 0-1 0 0,0 0 1 0 0,0 0-1 0 0,0-1 0 0 0,0 1 1 0 0,0 0-1 0 0,1 0 1 0 0,-1-1-1 0 0,0 1 1 0 0,0-1-1 0 0,1 1 1 0 0,-1-1-1 0 0,0 0 1 0 0,1 0-1 0 0,-1 1 0 0 0,1-1 1 0 0,-1 0-1 0 0,0 0 1 0 0,1 0-1 0 0,-1 0 1 0 0,3-1-1 0 0,15-7-5894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3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76 936 0 0,'-6'-13'2437'0'0,"-1"0"0"0"0,0 0 0 0 0,-18-22 0 0 0,24 34-1746 0 0,-3 1-368 0 0,4 0-321 0 0,0 0-1 0 0,-1 0 0 0 0,1 0 1 0 0,0 0-1 0 0,0 0 1 0 0,-1 0-1 0 0,1 0 0 0 0,0 0 1 0 0,-1 0-1 0 0,1 0 1 0 0,0 0-1 0 0,-1 0 0 0 0,1 0 1 0 0,0 0-1 0 0,0 0 0 0 0,-1 0 1 0 0,1 0-1 0 0,0 1 1 0 0,-1-1-1 0 0,1 0 0 0 0,0 0 1 0 0,0 0-1 0 0,-1 0 1 0 0,1 1-1 0 0,0-1 0 0 0,0 0 1 0 0,0 0-1 0 0,-1 0 1 0 0,1 1-1 0 0,0-1 0 0 0,0 0 1 0 0,0 0-1 0 0,0 1 1 0 0,-1-1-1 0 0,1 1 0 0 0,0 6-257 0 0,-1 1-1 0 0,1 0 0 0 0,1 0 0 0 0,-1 0 0 0 0,1 0 0 0 0,3 11 0 0 0,9 27-3736 0 0,-6-19 440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32 1012 0 0,'4'1'2431'0'0,"-3"-1"-2081"0"0,1 0 0 0 0,-1 0 0 0 0,1 0 0 0 0,-1 1 0 0 0,1-2-1 0 0,0 1 1 0 0,-1 0 0 0 0,1 0 0 0 0,-1 0 0 0 0,1-1 0 0 0,-1 1 0 0 0,1-1 0 0 0,-1 1 0 0 0,1-1 0 0 0,-1 1 0 0 0,0-1-1 0 0,1 0 1 0 0,-1 0 0 0 0,0 0 0 0 0,1 0 0 0 0,1-2 1033 0 0,-3 2-1238 0 0,0 0 0 0 0,0 1 0 0 0,0-1 0 0 0,0 0 0 0 0,0 0 0 0 0,0 0 0 0 0,0 0 0 0 0,0 1 0 0 0,0-1 0 0 0,-1 0 0 0 0,1 0 0 0 0,0 0 0 0 0,-1 1 0 0 0,1-1-1 0 0,0 0 1 0 0,-1 1 0 0 0,1-1 0 0 0,-1 0 0 0 0,1 1 0 0 0,-1-1 0 0 0,0 0 0 0 0,1 1 0 0 0,-1-1 0 0 0,1 1 0 0 0,-2-1 0 0 0,-6-1 81 0 0,1 2 1 0 0,-1-1 0 0 0,0 1-1 0 0,0 0 1 0 0,1 1 0 0 0,-1 0-1 0 0,0 0 1 0 0,1 1-1 0 0,-1 0 1 0 0,1 0 0 0 0,0 1-1 0 0,-1-1 1 0 0,1 2 0 0 0,-7 3-1 0 0,-4 3-85 0 0,1 1 0 0 0,0 0 0 0 0,1 2 0 0 0,-21 19 0 0 0,24-19-90 0 0,1 0 0 0 0,0 1 0 0 0,1 1 0 0 0,0 0 0 0 0,2 0 0 0 0,-10 19 0 0 0,15-26-40 0 0,1 0 1 0 0,-1 0 0 0 0,1 1 0 0 0,1 0 0 0 0,-1-1-1 0 0,2 1 1 0 0,-1 0 0 0 0,1 0 0 0 0,0 0 0 0 0,1 0-1 0 0,0 0 1 0 0,1 0 0 0 0,0 0 0 0 0,2 11 0 0 0,-2-17-8 0 0,-1 0 1 0 0,1-1-1 0 0,0 1 1 0 0,0-1-1 0 0,0 1 1 0 0,1-1-1 0 0,-1 0 1 0 0,1 1-1 0 0,-1-1 1 0 0,1 0-1 0 0,0 0 1 0 0,-1 0 0 0 0,1 0-1 0 0,0 0 1 0 0,0-1-1 0 0,1 1 1 0 0,-1 0-1 0 0,0-1 1 0 0,3 2-1 0 0,-1-2-5 0 0,0 0-1 0 0,0 0 1 0 0,0 0-1 0 0,0 0 1 0 0,-1-1-1 0 0,1 0 1 0 0,0 1-1 0 0,0-1 1 0 0,0-1-1 0 0,0 1 1 0 0,7-2-1 0 0,2-2-53 0 0,0 0 0 0 0,0 0 0 0 0,0-2 0 0 0,-1 1 0 0 0,0-2 0 0 0,18-11 0 0 0,-17 8-4 0 0,-1 0 0 0 0,0 0-1 0 0,-1-2 1 0 0,0 1 0 0 0,-1-1 0 0 0,17-25 0 0 0,-12 12-46 0 0,-1-1 1 0 0,19-49-1 0 0,-32 74 100 0 0,-1-1 0 0 0,0 1 0 0 0,1 0 0 0 0,-1 0 0 0 0,1-1 0 0 0,-1 1 0 0 0,1 0 0 0 0,-1 0 0 0 0,1 0 0 0 0,0 0 0 0 0,0 0 0 0 0,0 0 1 0 0,-1 0-1 0 0,1 0 0 0 0,0 0 0 0 0,0 0 0 0 0,0 0 0 0 0,0 1 0 0 0,1-1 0 0 0,-1 0 0 0 0,2 0 0 0 0,-2 1 7 0 0,-1 0 0 0 0,1 1-1 0 0,0-1 1 0 0,0 0 0 0 0,0 0 0 0 0,0 1 0 0 0,0-1-1 0 0,0 1 1 0 0,-1-1 0 0 0,1 1 0 0 0,0-1-1 0 0,0 1 1 0 0,0-1 0 0 0,-1 1 0 0 0,1 0 0 0 0,0-1-1 0 0,-1 1 1 0 0,1 0 0 0 0,-1 0 0 0 0,1 0-1 0 0,0 1 1 0 0,5 9 87 0 0,-1 1 0 0 0,0-1-1 0 0,4 16 1 0 0,-6-19 3 0 0,73 229 1553 0 0,62 332 0 0 0,-122-477-1293 0 0,8 142-1 0 0,-23-197-213 0 0,-1 1-1 0 0,-2-1 1 0 0,-2 0-1 0 0,-1 0 1 0 0,-2 0-1 0 0,-21 65 1 0 0,23-90-36 0 0,0 0 1 0 0,-1 0-1 0 0,0 0 0 0 0,-1-1 0 0 0,0 0 1 0 0,0 0-1 0 0,-1-1 0 0 0,-1 0 1 0 0,0 0-1 0 0,-18 14 0 0 0,21-19-68 0 0,-1 0 1 0 0,0-1-1 0 0,0 0 0 0 0,-1 0 0 0 0,1-1 0 0 0,-1 0 0 0 0,0 0 0 0 0,1-1 1 0 0,-1 0-1 0 0,0 0 0 0 0,0-1 0 0 0,-1 0 0 0 0,1-1 0 0 0,0 1 1 0 0,0-2-1 0 0,0 1 0 0 0,-1-1 0 0 0,-9-2 0 0 0,-1-2-16 0 0,0 0-1 0 0,0-1 1 0 0,1-1-1 0 0,0-1 1 0 0,0-1 0 0 0,1 0-1 0 0,0-1 1 0 0,0-1-1 0 0,1-1 1 0 0,1 0-1 0 0,0-1 1 0 0,0-1 0 0 0,-19-23-1 0 0,23 22-13 0 0,0 1 0 0 0,2-1 0 0 0,-1-1 0 0 0,2 0 0 0 0,0 0 0 0 0,1-1 0 0 0,0 0 0 0 0,2 0 0 0 0,0 0 0 0 0,0-1 0 0 0,2 1 0 0 0,0-1 0 0 0,2 0 0 0 0,-1 0 0 0 0,3-19-1 0 0,3 2-6 0 0,1 0-1 0 0,2 0 0 0 0,2 0 0 0 0,1 1 0 0 0,1 0 0 0 0,3 0 0 0 0,0 2 0 0 0,29-48 0 0 0,-2 14-585 0 0,4 2 1 0 0,97-110 0 0 0,122-77-8414 0 0,-187 177 862 0 0,-57 52 2530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56 2228 0 0,'-4'-6'1462'0'0,"1"0"0"0"0,-1 0 0 0 0,0 1 0 0 0,-1 0-1 0 0,1 0 1 0 0,-1 0 0 0 0,0 0 0 0 0,-11-7 1370 0 0,13 12-2095 0 0,2 0-631 0 0,0 1 0 0 0,0-1-1 0 0,0 1 1 0 0,0-1 0 0 0,0 1-1 0 0,0-1 1 0 0,0 1-1 0 0,0 0 1 0 0,0 0 0 0 0,0-1-1 0 0,0 1 1 0 0,0 0 0 0 0,0 0-1 0 0,1 0 1 0 0,-1 0 0 0 0,0 0-1 0 0,1 0 1 0 0,-1 0 0 0 0,1 0-1 0 0,-1 2 1 0 0,-1 1 143 0 0,1 0 0 0 0,0 0 0 0 0,0 0 0 0 0,0 1-1 0 0,0 7 1 0 0,1 4 282 0 0,0 1 0 0 0,4 19 0 0 0,-4-36-532 0 0,28 154 1381 0 0,-24-138-1831 0 0,0-1 1 0 0,2 0-1 0 0,0-1 1 0 0,0 1 0 0 0,1-1-1 0 0,1-1 1 0 0,17 25 0 0 0,-6-23-2427 0 0,-16-14 2051 0 0,-1 0-1 0 0,1 0 1 0 0,0 0 0 0 0,-1 0 0 0 0,1 0-1 0 0,0 0 1 0 0,-1-1 0 0 0,1 0-1 0 0,0 1 1 0 0,3-1 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5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70 828 0 0,'3'-69'16564'0'0,"-1"89"-13827"0"0,26 163 2503 0 0,-4 95-3162 0 0,-20-254-1800 0 0,-4-24-276 0 0,1 0 1 0 0,-1 1 0 0 0,0-1-1 0 0,0 0 1 0 0,0 0-1 0 0,0 0 1 0 0,0 0-1 0 0,0 0 1 0 0,0 0-1 0 0,0 0 1 0 0,0 0-1 0 0,0 0 1 0 0,0 1-1 0 0,0-1 1 0 0,0 0-1 0 0,0 0 1 0 0,0 0-1 0 0,1 0 1 0 0,-1 0-1 0 0,0 0 1 0 0,0 0-1 0 0,0 0 1 0 0,0 0 0 0 0,0 0-1 0 0,0 0 1 0 0,0 0-1 0 0,0 0 1 0 0,1 0-1 0 0,-1 0 1 0 0,0 0-1 0 0,0 0 1 0 0,0 0-1 0 0,0 0 1 0 0,0 0-1 0 0,0 0 1 0 0,0 0-1 0 0,1 0 1 0 0,-1 0-1 0 0,0 0 1 0 0,0 0-1 0 0,0 0 1 0 0,0 0-1 0 0,0 0 1 0 0,0 0 0 0 0,0 0-1 0 0,0 0 1 0 0,0 0-1 0 0,1 0 1 0 0,-1 0-1 0 0,0-1 1 0 0,0 1-1 0 0,0 0 1 0 0,6-14 30 0 0,-1-4-21 0 0,59-189-42 0 0,-49 168-7 0 0,1 1 0 0 0,2 0 1 0 0,27-41-1 0 0,-43 75 32 0 0,1 0 0 0 0,0 0 0 0 0,-1 0 0 0 0,1 1 0 0 0,1 0 0 0 0,-1-1 0 0 0,0 1 0 0 0,1 0 0 0 0,0 1 0 0 0,0-1 0 0 0,0 1 0 0 0,0-1 0 0 0,0 1 0 0 0,8-3 0 0 0,-10 5 5 0 0,1 0 0 0 0,-1-1 0 0 0,1 1 1 0 0,-1 0-1 0 0,1 0 0 0 0,0 1 0 0 0,-1-1 0 0 0,1 0 0 0 0,-1 1 1 0 0,1 0-1 0 0,-1-1 0 0 0,1 1 0 0 0,-1 0 0 0 0,0 0 0 0 0,0 0 1 0 0,1 1-1 0 0,-1-1 0 0 0,0 0 0 0 0,0 1 0 0 0,0 0 0 0 0,0-1 1 0 0,0 1-1 0 0,-1 0 0 0 0,1 0 0 0 0,0 0 0 0 0,-1 0 0 0 0,2 3 1 0 0,12 19 39 0 0,-2 0 0 0 0,0 1 0 0 0,-2 1 0 0 0,15 50 0 0 0,10 21 33 0 0,-36-95-206 0 0,1 0 0 0 0,-1-1 0 0 0,1 1 0 0 0,0 0-1 0 0,-1-1 1 0 0,1 1 0 0 0,0-1 0 0 0,0 1 0 0 0,0-1 0 0 0,1 1 0 0 0,-1-1 0 0 0,0 0 0 0 0,0 1 0 0 0,1-1 0 0 0,-1 0 0 0 0,1 0-1 0 0,-1 0 1 0 0,1 0 0 0 0,-1 0 0 0 0,1-1 0 0 0,0 1 0 0 0,-1 0 0 0 0,1-1 0 0 0,0 1 0 0 0,0-1 0 0 0,-1 0 0 0 0,1 1 0 0 0,0-1-1 0 0,0 0 1 0 0,-1 0 0 0 0,4 0 0 0 0,0-2-965 0 0,-1 1 1 0 0,1-1-1 0 0,-1 0 0 0 0,1 0 0 0 0,-1 0 1 0 0,0-1-1 0 0,1 1 0 0 0,-1-1 0 0 0,-1 0 1 0 0,7-6-1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5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 5541 0 0,'-48'17'3828'0'0,"10"-5"-832"0"0,7-2-724 0 0,7 0-371 0 0,3-3-517 0 0,9 0-212 0 0,4-2 404 0 0,16 2-1840 0 0,23-9-1396 0 0,-5-1 204 0 0,8-2-773 0 0,2 0-2507 0 0,7-4-3185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5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16 6081 0 0,'-27'-16'13633'0'0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32 152 0 0,'2'-22'8265'0'0,"-3"13"-5908"0"0,4 22-1864 0 0,4 56 28 0 0,-2 1 0 0 0,-7 103 1 0 0,-1-87-2563 0 0,9 89 0 0 0,-5-151-703 0 0,0-2-857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6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67 1452 0 0,'-4'-46'6439'0'0,"2"26"-1867"0"0,3 25-3460 0 0,39 291-889 0 0,-39-292-318 0 0,4 28-1392 0 0,4 18-4783 0 0,-6-37 2728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28 112 1408 0 0,'-26'-96'7914'0'0,"26"96"-7868"0"0,0-1 0 0 0,-1 1 0 0 0,1-1 0 0 0,0 1 0 0 0,0 0 0 0 0,0-1 0 0 0,0 1-1 0 0,-1-1 1 0 0,1 1 0 0 0,0 0 0 0 0,0-1 0 0 0,0 1 0 0 0,0-1 0 0 0,0 1 0 0 0,0 0 0 0 0,0-1 0 0 0,0 1-1 0 0,0-1 1 0 0,0 1 0 0 0,1-1 0 0 0,-1 1 0 0 0,0 0 0 0 0,0-1 0 0 0,0 1 0 0 0,0-1 0 0 0,0 1 0 0 0,1 0-1 0 0,-1-1 1 0 0,0 1 0 0 0,0 0 0 0 0,1-1 0 0 0,-1 1 0 0 0,0 0 0 0 0,1 0 0 0 0,-1-1 0 0 0,0 1 0 0 0,1 0-1 0 0,-1 0 1 0 0,0-1 0 0 0,1 1 0 0 0,-1 0 0 0 0,1 0 0 0 0,-1 0 0 0 0,0 0 0 0 0,1 0 0 0 0,-1-1 0 0 0,1 1-1 0 0,-1 0 1 0 0,0 0 0 0 0,1 0 0 0 0,-1 0 0 0 0,1 0 0 0 0,-1 0 0 0 0,1 0 0 0 0,-1 1 0 0 0,0-1 0 0 0,1 0-1 0 0,-1 0 1 0 0,1 0 0 0 0,-1 0 0 0 0,0 0 0 0 0,1 1 0 0 0,-1-1 0 0 0,25 15 719 0 0,-3 6-413 0 0,-1 1 1 0 0,-2 1 0 0 0,0 1 0 0 0,26 42 0 0 0,49 112 220 0 0,-56-90-353 0 0,-4 1 1 0 0,-3 2-1 0 0,30 155 1 0 0,-32-70-40 0 0,7 186 0 0 0,-32 249-2274 0 0,-33-205-4579 0 0,12-245 1235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7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4344 0 0,'3'-19'3369'0'0,"-3"5"-749"0"0,3 0-624 0 0,-3 4-388 0 0,2 0-332 0 0,0 1 569 0 0,-2-7-741 0 0,2 3-1052 0 0,1-3-1236 0 0,2 3-2073 0 0,-1 2-1043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8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395 230 312 0 0,'4'-14'7707'0'0,"-3"13"-7408"0"0,4 2 355 0 0,-4 1-511 0 0,-1-1 0 0 0,1 0 1 0 0,-1 1-1 0 0,1-1 0 0 0,-1 1 0 0 0,1 0 0 0 0,-1-1 0 0 0,0 1 0 0 0,0-1 1 0 0,0 1-1 0 0,0-1 0 0 0,0 1 0 0 0,0 0 0 0 0,0-1 0 0 0,-1 3 0 0 0,1 3 10 0 0,-1-1 0 0 0,0 0-1 0 0,0 1 1 0 0,-1-1-1 0 0,0 0 1 0 0,0 0 0 0 0,0 0-1 0 0,0 0 1 0 0,-1-1 0 0 0,0 1-1 0 0,-1 0 1 0 0,1-1-1 0 0,-1 0 1 0 0,0 0 0 0 0,0 0-1 0 0,-1-1 1 0 0,1 1 0 0 0,-1-1-1 0 0,0 0 1 0 0,0 0-1 0 0,-1-1 1 0 0,-9 6 0 0 0,13-8-141 0 0,-1 0 0 0 0,1 0 0 0 0,0 0-1 0 0,-1 0 1 0 0,1 0 0 0 0,-1-1 0 0 0,1 1 0 0 0,-1-1 0 0 0,1 0 0 0 0,-1 0 0 0 0,1 0 0 0 0,-1 0 0 0 0,1 0 0 0 0,-1 0 0 0 0,1 0 0 0 0,0-1 0 0 0,-1 0 0 0 0,1 1 0 0 0,-1-1 0 0 0,1 0 0 0 0,0 0 0 0 0,-1 0 0 0 0,1 0-1 0 0,0-1 1 0 0,0 1 0 0 0,0-1 0 0 0,0 1 0 0 0,0-1 0 0 0,0 0 0 0 0,1 1 0 0 0,-1-1 0 0 0,1 0 0 0 0,-1 0 0 0 0,1 0 0 0 0,-1-1 0 0 0,1 1 0 0 0,0 0 0 0 0,-1-4 0 0 0,-3-8-13 0 0,1 1-1 0 0,1-1 1 0 0,0 1 0 0 0,1-1 0 0 0,0 0-1 0 0,1 0 1 0 0,1 0 0 0 0,1-15 0 0 0,2 1-14 0 0,0 0 0 0 0,2 1-1 0 0,10-30 1 0 0,-14 54 10 0 0,0 0 0 0 0,0-1-1 0 0,0 1 1 0 0,1 0 0 0 0,-1-1 0 0 0,1 1-1 0 0,0 0 1 0 0,0 0 0 0 0,0 1-1 0 0,0-1 1 0 0,1 0 0 0 0,-1 1-1 0 0,1-1 1 0 0,-1 1 0 0 0,1 0 0 0 0,0 0-1 0 0,0 0 1 0 0,0 0 0 0 0,0 0-1 0 0,4-1 1 0 0,-6 3 4 0 0,0 0 0 0 0,0 0 1 0 0,0 0-1 0 0,0 0 0 0 0,0 0 0 0 0,0 0 0 0 0,0 0 0 0 0,0 0 0 0 0,0 1 1 0 0,0-1-1 0 0,0 0 0 0 0,0 1 0 0 0,0-1 0 0 0,0 1 0 0 0,0-1 1 0 0,0 1-1 0 0,0-1 0 0 0,0 1 0 0 0,0 0 0 0 0,0 0 0 0 0,0-1 0 0 0,-1 1 1 0 0,2 2-1 0 0,14 18 9 0 0,-16-21-8 0 0,11 20 19 0 0,-1 1 1 0 0,-1 0-1 0 0,10 34 0 0 0,13 69 325 0 0,-25-95-200 0 0,20 89 585 0 0,-5 1 0 0 0,11 187 0 0 0,-33-273-412 0 0,-1-1 1 0 0,-5 35 0 0 0,4-55-216 0 0,0 1 0 0 0,-1 0 0 0 0,0-1 1 0 0,-1 0-1 0 0,-1 0 0 0 0,0 0 0 0 0,0-1 0 0 0,-9 13 0 0 0,11-20-76 0 0,0 0 0 0 0,0 0-1 0 0,0-1 1 0 0,0 1-1 0 0,-1-1 1 0 0,0 0 0 0 0,1 0-1 0 0,-1 0 1 0 0,0-1-1 0 0,0 1 1 0 0,-1-1-1 0 0,1 0 1 0 0,-1 0 0 0 0,-4 1-1 0 0,2-1-11 0 0,0-1 0 0 0,0 0-1 0 0,0 0 1 0 0,0-1 0 0 0,0 1 0 0 0,-1-2-1 0 0,1 1 1 0 0,-11-3 0 0 0,-2-2-8 0 0,0-1 1 0 0,1-1-1 0 0,0 0 1 0 0,1-1-1 0 0,-30-18 1 0 0,-79-60 16 0 0,77 47-2404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29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144 164 1960 0 0,'-2'-24'2801'0'0,"-1"-1"-1"0"0,-2 1 1 0 0,0 0-1 0 0,-16-42 736 0 0,20 77-3306 0 0,0 0 0 0 0,1 0 0 0 0,1 0 0 0 0,0 0 0 0 0,0 0 0 0 0,1 0 0 0 0,0 0 0 0 0,8 19 0 0 0,-2 0-12 0 0,128 476 949 0 0,47 209-687 0 0,-70-40-222 0 0,-108-642-248 0 0,-1-1-1 0 0,1-1-1 0 0,1-1 1 0 0,15 43-1 0 0,-20-72-7 0 0,-1 0 0 0 0,0 1 1 0 0,1-1-1 0 0,0 0 0 0 0,-1 0 0 0 0,1 1 0 0 0,0-1 0 0 0,-1 0 0 0 0,1 0 0 0 0,0 0 1 0 0,0 0-1 0 0,0 0 0 0 0,0 0 0 0 0,0 0 0 0 0,0 0 0 0 0,0-1 0 0 0,1 1 0 0 0,-1 0 1 0 0,0-1-1 0 0,0 1 0 0 0,1 0 0 0 0,-1-1 0 0 0,2 1 0 0 0,-2-1 0 0 0,1 0-1 0 0,0-1 1 0 0,-1 1 0 0 0,1 0-1 0 0,0-1 1 0 0,-1 1-1 0 0,1-1 1 0 0,0 1-1 0 0,-1-1 1 0 0,1 0 0 0 0,-1 0-1 0 0,1 0 1 0 0,-1 0-1 0 0,0 0 1 0 0,1 0 0 0 0,-1 0-1 0 0,0 0 1 0 0,2-2-1 0 0,14-16 1 0 0,0-1 1 0 0,-2 0-1 0 0,0-1 0 0 0,-1-1 0 0 0,12-27 0 0 0,-3 0 35 0 0,24-75 0 0 0,-40 104-40 0 0,-2 0 0 0 0,0-1 0 0 0,-1 0 0 0 0,-1 1 0 0 0,-1-1 0 0 0,-1 0 0 0 0,-1 0 1 0 0,0 0-1 0 0,-4-21 0 0 0,2 30-1 0 0,-1 1-1 0 0,0 0 1 0 0,0 0 0 0 0,-1 0 0 0 0,-1 0 0 0 0,0 1 0 0 0,0-1-1 0 0,-1 1 1 0 0,0 1 0 0 0,-1-1 0 0 0,0 1 0 0 0,0 0 0 0 0,-1 0 0 0 0,0 1-1 0 0,-1 0 1 0 0,1 1 0 0 0,-20-12 0 0 0,6 6 0 0 0,-1 2 1 0 0,0 0-1 0 0,0 2 1 0 0,-1 1 0 0 0,0 0-1 0 0,0 2 1 0 0,-50-6-1 0 0,-9 5 45 0 0,-88 4 1 0 0,115 4 8 0 0,23 0-41 0 0,20 0 2 0 0,0-1 1 0 0,0 0-1 0 0,-1 0 1 0 0,1-1-1 0 0,0-1 0 0 0,0 0 1 0 0,-18-6-1 0 0,30 7-9 0 0,-1 0-1 0 0,0 1 0 0 0,1-1 1 0 0,-1 0-1 0 0,1 0 0 0 0,-1-1 1 0 0,1 1-1 0 0,-1 0 0 0 0,1 0 1 0 0,0-1-1 0 0,-1 1 0 0 0,1-1 0 0 0,0 1 1 0 0,0-1-1 0 0,0 1 0 0 0,0-1 1 0 0,1 0-1 0 0,-1 0 0 0 0,0 1 1 0 0,1-1-1 0 0,-1-2 0 0 0,0 0-15 0 0,1 0 0 0 0,0 0 0 0 0,0 0-1 0 0,0 0 1 0 0,0 0 0 0 0,1 0 0 0 0,0 0-1 0 0,0 0 1 0 0,2-6 0 0 0,3-5-158 0 0,1 0 0 0 0,0 0-1 0 0,16-22 1 0 0,5-2-688 0 0,1 1 0 0 0,2 2 0 0 0,49-45-1 0 0,121-84-8159 0 0,-146 124 3624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0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31 913 1148 0 0,'-2'2'426'0'0,"0"-1"0"0"0,-1 1 0 0 0,1 0-1 0 0,0 0 1 0 0,0 0 0 0 0,0 0 0 0 0,0 1 0 0 0,0-1 0 0 0,1 1-1 0 0,-1-1 1 0 0,1 1 0 0 0,0-1 0 0 0,-1 1 0 0 0,1 0 0 0 0,0-1-1 0 0,0 1 1 0 0,1 0 0 0 0,-2 5 0 0 0,3-7-309 0 0,-1 0-1 0 0,0 1 1 0 0,1-1 0 0 0,-1 0-1 0 0,0 1 1 0 0,1-1 0 0 0,0 0-1 0 0,-1 0 1 0 0,1 1 0 0 0,0-1-1 0 0,-1 0 1 0 0,1 0 0 0 0,0 0-1 0 0,0 0 1 0 0,0 0 0 0 0,0 0-1 0 0,0 0 1 0 0,0-1 0 0 0,0 1-1 0 0,1 0 1 0 0,1 1 0 0 0,19 7 1102 0 0,-18-9-1101 0 0,-1 1 1 0 0,1-1-1 0 0,0 0 1 0 0,0 0-1 0 0,0-1 1 0 0,0 1 0 0 0,-1-1-1 0 0,1 0 1 0 0,0 0-1 0 0,0 0 1 0 0,-1 0-1 0 0,1-1 1 0 0,-1 1 0 0 0,1-1-1 0 0,-1 0 1 0 0,0 0-1 0 0,0 0 1 0 0,1-1 0 0 0,3-4-1 0 0,6-5-22 0 0,-1 0 0 0 0,-1-1-1 0 0,10-15 1 0 0,-13 17 7 0 0,7-9-79 0 0,-2 0 1 0 0,0 0-1 0 0,-1-1 0 0 0,-1-1 0 0 0,-1 1 1 0 0,-1-2-1 0 0,-1 0 0 0 0,-2 0 0 0 0,0 0 1 0 0,-1 0-1 0 0,-1-1 0 0 0,-1 0 0 0 0,-1 0 1 0 0,-1 0-1 0 0,-3-26 0 0 0,-3-6-33 0 0,-3 1 0 0 0,-2 0 0 0 0,-2 1 0 0 0,-3 1 0 0 0,-2 0 0 0 0,-2 0 0 0 0,-33-61-1 0 0,52 113 8 0 0,-1 0 0 0 0,1-1 0 0 0,-1 1-1 0 0,1 0 1 0 0,-1 0 0 0 0,0 0 0 0 0,0 0-1 0 0,1 0 1 0 0,-1 0 0 0 0,0 1 0 0 0,0-1-1 0 0,0 0 1 0 0,0 0 0 0 0,0 1-1 0 0,0-1 1 0 0,-2 0 0 0 0,3 1 0 0 0,-1-1 1 0 0,1 1-1 0 0,-1 0 1 0 0,0 0-1 0 0,1 0 0 0 0,-1 0 1 0 0,1 0-1 0 0,-1 1 1 0 0,0-1-1 0 0,1 0 0 0 0,-1 0 1 0 0,1 0-1 0 0,-1 0 1 0 0,0 1-1 0 0,1-1 0 0 0,-1 0 1 0 0,1 0-1 0 0,-1 1 1 0 0,1-1-1 0 0,-1 1 0 0 0,1-1 1 0 0,-1 0-1 0 0,1 1 1 0 0,-3 2-2 0 0,1 0 0 0 0,1-1 1 0 0,-1 1-1 0 0,0 0 1 0 0,1 0-1 0 0,-1 0 1 0 0,1 0-1 0 0,0 0 0 0 0,0 0 1 0 0,-1 7-1 0 0,-3 32 13 0 0,-1 82 0 0 0,13 45 29 0 0,-5-143-30 0 0,25 268 85 0 0,-18-242-86 0 0,1 1 0 0 0,3-1 1 0 0,30 75-1 0 0,-36-108-231 0 0,2-1 1 0 0,0 0 0 0 0,1 0-1 0 0,1-1 1 0 0,26 32-1 0 0,-32-44-228 0 0,0 1 0 0 0,1-1 0 0 0,0 1 0 0 0,0-2 0 0 0,0 1-1 0 0,0-1 1 0 0,1 0 0 0 0,0 0 0 0 0,0-1 0 0 0,0 1-1 0 0,0-2 1 0 0,0 1 0 0 0,0-1 0 0 0,1 0 0 0 0,-1-1-1 0 0,1 1 1 0 0,0-1 0 0 0,14-1 0 0 0,8-4-3525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0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122 445 1696 0 0,'-24'-116'5742'0'0,"-74"-213"742"0"0,99 340-5687 0 0,6 26 3 0 0,14 42 0 0 0,-7-28-363 0 0,34 155 659 0 0,33 112-383 0 0,-76-301-693 0 0,-4-11-9 0 0,0-1 0 0 0,1 1 1 0 0,0-1-1 0 0,0 1 0 0 0,0-1 1 0 0,1 0-1 0 0,0 0 0 0 0,0 0 0 0 0,4 5 1 0 0,-6-10-11 0 0,0 0 0 0 0,1 0-1 0 0,-1 0 1 0 0,0 0 0 0 0,0-1 0 0 0,0 1 0 0 0,1 0 0 0 0,-1-1 0 0 0,0 1 0 0 0,0-1 0 0 0,0 1 0 0 0,0-1 0 0 0,0 1 0 0 0,0-1 0 0 0,0 0-1 0 0,0 0 1 0 0,0 1 0 0 0,0-1 0 0 0,-1 0 0 0 0,3-2 0 0 0,7-14-27 0 0,0-1 0 0 0,0 0 0 0 0,-2-1 0 0 0,0 0 1 0 0,5-24-1 0 0,9-17-44 0 0,-15 42 28 0 0,0 0 1 0 0,2 1-1 0 0,0 1 1 0 0,21-29-1 0 0,-29 44 44 0 0,-1 1-1 0 0,1-1 1 0 0,0 0-1 0 0,0 1 1 0 0,0-1-1 0 0,-1 1 1 0 0,1-1-1 0 0,0 1 1 0 0,0 0-1 0 0,0-1 1 0 0,0 1-1 0 0,0 0 1 0 0,0 0-1 0 0,0-1 0 0 0,0 1 1 0 0,0 0-1 0 0,0 0 1 0 0,0 0-1 0 0,0 0 1 0 0,0 0-1 0 0,0 0 1 0 0,0 1-1 0 0,-1-1 1 0 0,1 0-1 0 0,0 0 1 0 0,0 1-1 0 0,0-1 1 0 0,0 1-1 0 0,0-1 1 0 0,0 0-1 0 0,0 1 1 0 0,0 0-1 0 0,3 1 38 0 0,-1 1 0 0 0,0-1 0 0 0,0 0 0 0 0,0 1 0 0 0,-1-1 0 0 0,1 1 0 0 0,2 4 0 0 0,5 8 212 0 0,-1 1 1 0 0,-1 0-1 0 0,12 33 0 0 0,12 58 361 0 0,-6-18-347 0 0,-18-62-242 0 0,-2-8 34 0 0,1 0 0 0 0,13 29-1 0 0,-17-43-47 0 0,-1-1-1 0 0,1 1 1 0 0,0-1 0 0 0,1 0-1 0 0,-1 0 1 0 0,0 0-1 0 0,1 0 1 0 0,0-1-1 0 0,0 1 1 0 0,0-1-1 0 0,1 0 1 0 0,-1 0-1 0 0,1 0 1 0 0,7 2 0 0 0,-10-4-5 0 0,-1-1 1 0 0,1 1 0 0 0,-1-1 0 0 0,1 0-1 0 0,0 0 1 0 0,-1 0 0 0 0,1 0 0 0 0,0 0-1 0 0,-1 0 1 0 0,1 0 0 0 0,-1 0 0 0 0,1-1-1 0 0,0 1 1 0 0,2-2 0 0 0,2 1 6 0 0,3-2-3 0 0,0 1 1 0 0,0-1 0 0 0,0 0 0 0 0,-1-1 0 0 0,1 0-1 0 0,-1-1 1 0 0,0 1 0 0 0,0-2 0 0 0,0 1 0 0 0,-1-1 0 0 0,8-7-1 0 0,-2 1 19 0 0,-1-1-1 0 0,0-1 0 0 0,-1 0 0 0 0,16-27 0 0 0,-18 24-16 0 0,-1 0-1 0 0,0-1 0 0 0,-1 0 0 0 0,-1 0 1 0 0,-1-1-1 0 0,0 1 0 0 0,2-31 1 0 0,-5 33-15 0 0,-1 1 0 0 0,-1 0 1 0 0,0 0-1 0 0,-1 0 0 0 0,-1 0 1 0 0,0 0-1 0 0,-1 0 1 0 0,-1 1-1 0 0,0-1 0 0 0,-8-16 1 0 0,11 28 0 0 0,0-3 4 0 0,-12-6-29 0 0,12 12 27 0 0,0-1 0 0 0,1 0 0 0 0,-1 1 0 0 0,0-1 1 0 0,0 1-1 0 0,1-1 0 0 0,-1 1 0 0 0,0 0 0 0 0,0-1 0 0 0,0 1 0 0 0,0 0 0 0 0,0-1 1 0 0,0 1-1 0 0,0 0 0 0 0,1 0 0 0 0,-1 0 0 0 0,0 0 0 0 0,0 0 0 0 0,0 0 0 0 0,0 0 1 0 0,0 0-1 0 0,0 1 0 0 0,-1-1 0 0 0,1 1-1 0 0,-1 0-1 0 0,1 0 1 0 0,-1 0 0 0 0,1 0 0 0 0,-1 0-1 0 0,1 0 1 0 0,0 1 0 0 0,0-1 0 0 0,0 1-1 0 0,0-1 1 0 0,0 0 0 0 0,0 1 0 0 0,-1 2-1 0 0,-2 5 7 0 0,0 0 1 0 0,1 0-1 0 0,0 1 0 0 0,1-1 0 0 0,0 1 0 0 0,0-1 0 0 0,1 1 1 0 0,0 11-1 0 0,1 6-2 0 0,7 46 1 0 0,-5-59 6 0 0,0 0 1 0 0,1 0 0 0 0,1-1 0 0 0,1 0 0 0 0,0 0 0 0 0,0 0 0 0 0,1-1 0 0 0,1 1-1 0 0,16 22 1 0 0,-20-31-77 0 0,1 1-1 0 0,0-1 1 0 0,0 0-1 0 0,0 0 1 0 0,0 0-1 0 0,1-1 0 0 0,-1 1 1 0 0,1-1-1 0 0,0 0 1 0 0,0-1-1 0 0,0 1 1 0 0,0-1-1 0 0,1 0 1 0 0,-1 0-1 0 0,1-1 0 0 0,-1 1 1 0 0,1-1-1 0 0,0 0 1 0 0,-1-1-1 0 0,1 0 1 0 0,0 1-1 0 0,0-2 1 0 0,-1 1-1 0 0,1-1 1 0 0,0 0-1 0 0,8-2 0 0 0,1-2-752 0 0,-1 0 0 0 0,-1-1-1 0 0,1 0 1 0 0,22-15-1 0 0,-24 12-1372 0 0,0 1 0 0 0,16-18 0 0 0,-3 1-4049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1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242 218 2940 0 0,'-44'14'3319'0'0,"-142"42"6461"0"0,174-55-8489 0 0,21-9-874 0 0,23-11-242 0 0,200-90-1309 0 0,-75 40-2551 0 0,-44 20-1216 0 0,-29 14-897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1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57 487 1504 0 0,'-16'4'4296'0'0,"9"-2"-3634"0"0,3-1-73 0 0,1 0 0 0 0,-1 0 0 0 0,0 1 0 0 0,1-1 0 0 0,-1 1 0 0 0,1 0 0 0 0,-6 4 1908 0 0,22-15-2019 0 0,0-2-329 0 0,-1-1 1 0 0,0-1 0 0 0,20-27-1 0 0,-5 6-116 0 0,-3 5-5 0 0,20-20 52 0 0,-3-2-1 0 0,-2-2 0 0 0,36-64 1 0 0,-38 35 28 0 0,-37 82-108 0 0,0 0 0 0 0,-1 0 0 0 0,1 0 0 0 0,0 0 0 0 0,0 0 1 0 0,0 0-1 0 0,-1 0 0 0 0,1 1 0 0 0,0-1 0 0 0,0 0 0 0 0,-1 0 1 0 0,1 0-1 0 0,0 0 0 0 0,0 0 0 0 0,-1 0 0 0 0,1 0 0 0 0,0 0 1 0 0,0 0-1 0 0,-1 0 0 0 0,1-1 0 0 0,0 1 0 0 0,0 0 0 0 0,-1 0 0 0 0,1 0 1 0 0,0 0-1 0 0,0 0 0 0 0,-1 0 0 0 0,1 0 0 0 0,0-1 0 0 0,0 1 1 0 0,0 0-1 0 0,0 0 0 0 0,-1 0 0 0 0,1 0 0 0 0,0-1 0 0 0,0 1 1 0 0,0 0-1 0 0,0 0 0 0 0,-1-1 0 0 0,1 1 0 0 0,0 0 0 0 0,0 0 0 0 0,0 0 1 0 0,0-1-1 0 0,0 1 0 0 0,0 0 0 0 0,0 0 0 0 0,0-1 0 0 0,0 1 1 0 0,0 0-1 0 0,0 0 0 0 0,0-1 0 0 0,0 1 0 0 0,0 0 0 0 0,0 0 1 0 0,0-1-1 0 0,0 1 0 0 0,0 0 0 0 0,0 0 0 0 0,1-1 0 0 0,-1 1 0 0 0,0 0 1 0 0,0 0-1 0 0,0-1 0 0 0,0 1 0 0 0,-17 11 4 0 0,9-3-8 0 0,0 0 0 0 0,0 1 1 0 0,1 0-1 0 0,1 0 1 0 0,-1 0-1 0 0,2 1 0 0 0,-1 0 1 0 0,1 1-1 0 0,1-1 0 0 0,0 1 1 0 0,0 0-1 0 0,-2 14 0 0 0,4-18 7 0 0,1 1 0 0 0,0-1 0 0 0,1 1 0 0 0,-1-1 0 0 0,1 1-1 0 0,1-1 1 0 0,-1 1 0 0 0,1-1 0 0 0,1 1 0 0 0,-1-1 0 0 0,1 0-1 0 0,1 1 1 0 0,-1-1 0 0 0,1 0 0 0 0,1 0 0 0 0,-1-1 0 0 0,1 1-1 0 0,0-1 1 0 0,7 8 0 0 0,3 1-19 0 0,1-1 0 0 0,30 20-1 0 0,-31-24 229 0 0,-1 1 0 0 0,1 0 0 0 0,-1 1-1 0 0,17 21 1 0 0,-28-31-124 0 0,0 1 0 0 0,0-1 0 0 0,0 1 0 0 0,-1-1 0 0 0,0 1 0 0 0,1 0 0 0 0,-1 0 0 0 0,0 0 0 0 0,0 0 0 0 0,-1 0 0 0 0,1 0 0 0 0,-1 0 0 0 0,1 0 0 0 0,-1 0-1 0 0,0 0 1 0 0,0 0 0 0 0,0 0 0 0 0,0 0 0 0 0,-2 3 0 0 0,1-2-22 0 0,-1 1-1 0 0,1-1 1 0 0,-1 1 0 0 0,-1-1-1 0 0,1 0 1 0 0,-1 0-1 0 0,1 0 1 0 0,-1-1-1 0 0,0 1 1 0 0,-1 0 0 0 0,-3 3-1 0 0,-6 3 19 0 0,0 0-1 0 0,-1-1 0 0 0,0 0 1 0 0,0-1-1 0 0,-30 12 0 0 0,26-13-21 0 0,-1-1 0 0 0,-22 5 0 0 0,36-10-115 0 0,0 0 0 0 0,-1 0-1 0 0,0 0 1 0 0,1-1 0 0 0,-1 1 0 0 0,1-2 0 0 0,-1 1 0 0 0,1-1 0 0 0,-1 1 0 0 0,1-1 0 0 0,-1-1 0 0 0,-6-1 0 0 0,11 1-110 0 0,-1 1 1 0 0,0 0-1 0 0,1-1 1 0 0,-1 0 0 0 0,1 1-1 0 0,-1-1 1 0 0,1 0-1 0 0,0 1 1 0 0,0-1 0 0 0,0 0-1 0 0,0 0 1 0 0,0 0-1 0 0,0 0 1 0 0,0 0 0 0 0,1 0-1 0 0,-1 0 1 0 0,1-1-1 0 0,-1 1 1 0 0,1 0 0 0 0,0 0-1 0 0,0 0 1 0 0,0 0-1 0 0,0-1 1 0 0,0 1 0 0 0,1 0-1 0 0,0-3 1 0 0,1-8-1775 0 0,1-1-1 0 0,8-24 1 0 0,-10 33 1129 0 0,11-31-4003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2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3012 0 0,'2'-21'1648'0'0,"11"-124"9342"0"0,-10 133-9911 0 0,3 12 435 0 0,5 17-328 0 0,6 32-347 0 0,-2 0 0 0 0,-2 1 0 0 0,7 63 0 0 0,-7-42-423 0 0,31 239 598 0 0,9 42-619 0 0,-15-203-403 0 0,-31-130-766 0 0,0 0 0 0 0,1-1 0 0 0,1 0 0 0 0,1 0 0 0 0,19 25 1 0 0,-29-42 445 0 0,2 2-5 0 0,0 0 0 0 0,0-1-1 0 0,1 0 1 0 0,-1 1-1 0 0,0-1 1 0 0,1 0 0 0 0,0 0-1 0 0,3 2 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2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114 265 196 0 0,'-43'-30'6758'0'0,"26"18"-2908"0"0,-31-27 1 0 0,47 39-3813 0 0,1-1 1 0 0,-1 0 0 0 0,1 1 0 0 0,-1-1-1 0 0,1 0 1 0 0,0 1 0 0 0,-1-1-1 0 0,1 0 1 0 0,0 0 0 0 0,-1 1 0 0 0,1-1-1 0 0,0 0 1 0 0,0 0 0 0 0,0 0 0 0 0,0 1-1 0 0,0-1 1 0 0,0 0 0 0 0,0 0-1 0 0,0 0 1 0 0,0 0 0 0 0,0 1 0 0 0,0-1-1 0 0,0 0 1 0 0,1 0 0 0 0,-1 0 0 0 0,0 1-1 0 0,1-1 1 0 0,-1-1 0 0 0,15-17 259 0 0,-1 7-216 0 0,1 1 0 0 0,0 0 1 0 0,1 1-1 0 0,0 1 0 0 0,32-14 0 0 0,91-23 5 0 0,-121 41-49 0 0,1 0 0 0 0,0 2 0 0 0,0 0 0 0 0,0 1 0 0 0,0 1 0 0 0,1 1 0 0 0,26 3 0 0 0,-35-2 67 0 0,0 1 0 0 0,-1 1 0 0 0,1 0 0 0 0,-1 0 0 0 0,0 1 0 0 0,0 1 0 0 0,0-1 0 0 0,-1 2 0 0 0,1-1 0 0 0,-1 1 0 0 0,-1 1 0 0 0,1-1 0 0 0,-1 2 0 0 0,12 11 0 0 0,-2 4 66 0 0,-1 1 0 0 0,0 0 0 0 0,-2 1 1 0 0,22 48-1 0 0,34 115 83 0 0,-63-164-213 0 0,-4-16-5 0 0,-1 0 1 0 0,-1 0-1 0 0,1 0 1 0 0,-2 1-1 0 0,1-1 1 0 0,-1 1-1 0 0,0-1 1 0 0,-1 1-1 0 0,-1 13 1 0 0,1-21-27 0 0,0 0 1 0 0,0 0-1 0 0,0-1 1 0 0,0 1-1 0 0,-1 0 1 0 0,1-1-1 0 0,0 1 1 0 0,-1 0-1 0 0,1-1 1 0 0,-1 1-1 0 0,1-1 1 0 0,-1 1 0 0 0,1-1-1 0 0,-1 1 1 0 0,1-1-1 0 0,-1 1 1 0 0,1-1-1 0 0,-1 1 1 0 0,1-1-1 0 0,-1 1 1 0 0,0-1-1 0 0,1 0 1 0 0,-1 0 0 0 0,0 1-1 0 0,1-1 1 0 0,-1 0-1 0 0,0 0 1 0 0,0 0-1 0 0,1 0 1 0 0,-1 1-1 0 0,0-1 1 0 0,0 0-1 0 0,1 0 1 0 0,-1-1-1 0 0,0 1 1 0 0,1 0 0 0 0,-1 0-1 0 0,0 0 1 0 0,-1-1-1 0 0,-1 0 1 0 0,1 1-1 0 0,-1-1 1 0 0,0-1 0 0 0,1 1-1 0 0,-1 0 1 0 0,1-1 0 0 0,-5-2-1 0 0,-2-5-4 0 0,1-1 0 0 0,0 1 0 0 0,1-1-1 0 0,0 0 1 0 0,1-1 0 0 0,0 0 0 0 0,0 0 0 0 0,1 0 0 0 0,1-1-1 0 0,0 1 1 0 0,0-1 0 0 0,2 0 0 0 0,-1 0 0 0 0,1-1-1 0 0,1 1 1 0 0,0 0 0 0 0,1-1 0 0 0,0 1 0 0 0,1 0 0 0 0,0-1-1 0 0,5-17 1 0 0,-3 17-240 0 0,0 0 0 0 0,1 0 0 0 0,1 1 0 0 0,0-1-1 0 0,1 1 1 0 0,0 0 0 0 0,1 0 0 0 0,1 1 0 0 0,9-12 0 0 0,-10 15-235 0 0,-1 1-1 0 0,2 0 1 0 0,-1 0 0 0 0,1 1 0 0 0,0 0 0 0 0,0 0 0 0 0,1 1 0 0 0,0 0-1 0 0,0 0 1 0 0,0 1 0 0 0,0 0 0 0 0,1 1 0 0 0,9-2 0 0 0,44-6-5314 0 0,-42 9 2194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10 1408 0 0,'0'0'7077'0'0,"0"0"-6956"0"0,0-1 0 0 0,0 1 0 0 0,0 0-1 0 0,0-1 1 0 0,0 1 0 0 0,0 0-1 0 0,0-1 1 0 0,0 1 0 0 0,0-1 0 0 0,0 1-1 0 0,0 0 1 0 0,0-1 0 0 0,0 1 0 0 0,-1 0-1 0 0,1-1 1 0 0,-1-1 724 0 0,0 2-724 0 0,1 0-1 0 0,0 0 1 0 0,-1 0 0 0 0,1-1 0 0 0,0 1-1 0 0,-1 0 1 0 0,1 0 0 0 0,-1 0-1 0 0,-4 2 117 0 0,0 0 0 0 0,1 1 0 0 0,-1 0 0 0 0,1 0 0 0 0,-1 0-1 0 0,1 0 1 0 0,0 1 0 0 0,0-1 0 0 0,1 1 0 0 0,-1 0 0 0 0,1 0-1 0 0,0 1 1 0 0,0-1 0 0 0,0 1 0 0 0,0-1 0 0 0,-2 9 0 0 0,-6 12 422 0 0,-15 53 0 0 0,21-61-458 0 0,-1 6-34 0 0,1 0 0 0 0,-4 36 0 0 0,7-49-142 0 0,2 1-1 0 0,0-1 1 0 0,0 0-1 0 0,1 0 1 0 0,0 0-1 0 0,1 0 1 0 0,0 0-1 0 0,5 14 1 0 0,-7-22-28 0 0,1 1 1 0 0,0-1 0 0 0,0 0-1 0 0,0 0 1 0 0,0-1-1 0 0,0 1 1 0 0,0 0 0 0 0,0 0-1 0 0,1 0 1 0 0,-1-1-1 0 0,1 1 1 0 0,-1-1 0 0 0,1 1-1 0 0,0-1 1 0 0,-1 0-1 0 0,1 1 1 0 0,0-1 0 0 0,0 0-1 0 0,0 0 1 0 0,0 0-1 0 0,0 0 1 0 0,0-1 0 0 0,0 1-1 0 0,0-1 1 0 0,0 1-1 0 0,1-1 1 0 0,-1 0 0 0 0,0 1-1 0 0,0-1 1 0 0,0 0-1 0 0,0-1 1 0 0,1 1 0 0 0,-1 0-1 0 0,0-1 1 0 0,0 1-1 0 0,0-1 1 0 0,3-1 0 0 0,1 0-48 0 0,-1 0 0 0 0,-1-1 0 0 0,1 0 0 0 0,0 0 0 0 0,-1 0 0 0 0,1 0 0 0 0,-1-1 1 0 0,0 0-1 0 0,0 1 0 0 0,0-2 0 0 0,-1 1 0 0 0,1 0 0 0 0,-1-1 0 0 0,3-6 0 0 0,-1 0 6 0 0,0-1-1 0 0,-1 0 0 0 0,0-1 0 0 0,-1 1 1 0 0,0-1-1 0 0,-1 1 0 0 0,-1-1 1 0 0,1-23-1 0 0,-4-5 299 0 0,-11-57 0 0 0,12 88-142 0 0,-1-1-144 0 0,0-6 747 0 0,7 35 197 0 0,24 105 201 0 0,-14-54-923 0 0,30 83 0 0 0,-42-143-307 0 0,1-1-1 0 0,0 1 1 0 0,0-1-1 0 0,6 7 1 0 0,-8-12-130 0 0,0 0 1 0 0,0 0-1 0 0,1-1 0 0 0,-1 1 0 0 0,1-1 0 0 0,-1 0 1 0 0,1 0-1 0 0,0 0 0 0 0,0 0 0 0 0,0 0 1 0 0,0 0-1 0 0,0-1 0 0 0,4 2 0 0 0,-5-3-152 0 0,1 1 0 0 0,-1-1 0 0 0,0 0 1 0 0,1 0-1 0 0,-1 0 0 0 0,1-1 0 0 0,-1 1 0 0 0,0 0 0 0 0,1-1 0 0 0,-1 0 0 0 0,0 1 0 0 0,1-1 0 0 0,-1 0 0 0 0,0 0 1 0 0,0 0-1 0 0,0-1 0 0 0,0 1 0 0 0,0 0 0 0 0,0-1 0 0 0,0 0 0 0 0,3-2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97 1628 0 0,'-24'-96'15963'0'0,"33"113"-13651"0"0,64 177 2153 0 0,-32-76-3839 0 0,14 12-1853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3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80 2620 0 0,'-1'-1'140'0'0,"-9"-12"2135"0"0,-2 1 0 0 0,1 0-1 0 0,-2 0 1 0 0,-23-16-1 0 0,35 27-2196 0 0,12 22-7262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4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308 734 1444 0 0,'-4'1'13573'0'0,"-6"-2"-12867"0"0,0 1 0 0 0,-20 3 1 0 0,15 1-523 0 0,0 1 1 0 0,0 0 0 0 0,1 1-1 0 0,-1 1 1 0 0,1 0 0 0 0,1 1 0 0 0,0 0-1 0 0,0 1 1 0 0,0 1 0 0 0,1 0-1 0 0,-15 15 1 0 0,19-15-172 0 0,0-1 0 0 0,1 1 0 0 0,0 0 0 0 0,1 1 0 0 0,0-1 0 0 0,0 1 1 0 0,1 0-1 0 0,1 1 0 0 0,0-1 0 0 0,0 1 0 0 0,1 0 0 0 0,1 0 0 0 0,0 0 0 0 0,1 0 0 0 0,-1 15 0 0 0,2-22-11 0 0,0 0 0 0 0,1 1-1 0 0,-1-1 1 0 0,1 0 0 0 0,0 0 0 0 0,1 0 0 0 0,-1 0-1 0 0,1 0 1 0 0,0 0 0 0 0,0-1 0 0 0,0 1-1 0 0,1 0 1 0 0,0-1 0 0 0,-1 0 0 0 0,2 0 0 0 0,-1 0-1 0 0,0 0 1 0 0,7 5 0 0 0,-7-6-43 0 0,1-1-1 0 0,-1 0 1 0 0,1 0-1 0 0,0 0 1 0 0,0 0-1 0 0,-1-1 1 0 0,1 1 0 0 0,0-1-1 0 0,1 0 1 0 0,-1 0-1 0 0,0-1 1 0 0,0 1 0 0 0,0-1-1 0 0,0 0 1 0 0,0 0-1 0 0,1 0 1 0 0,-1-1 0 0 0,0 1-1 0 0,0-1 1 0 0,0 0-1 0 0,0 0 1 0 0,0-1-1 0 0,6-2 1 0 0,-1 0-90 0 0,0 0 0 0 0,-1-1 0 0 0,1-1 0 0 0,-1 1 0 0 0,0-1 0 0 0,-1 0 0 0 0,1-1 0 0 0,-1 0 0 0 0,-1 0 0 0 0,1-1 0 0 0,-1 0 0 0 0,0 0 0 0 0,-1 0 0 0 0,0-1 0 0 0,0 1 0 0 0,4-14 0 0 0,-3 5 59 0 0,-1 1 0 0 0,0-1-1 0 0,-2 0 1 0 0,0-1 0 0 0,-1 1 0 0 0,-1 0 0 0 0,0-1-1 0 0,-3-26 1 0 0,-5-67 940 0 0,7 109-65 0 0,6 19-108 0 0,4 33 60 0 0,-3 0 0 0 0,1 76 0 0 0,-4-63-430 0 0,36 404 1465 0 0,-7-99-1092 0 0,-29-321-639 0 0,5 120-10 0 0,-9-142-8 0 0,-2 0 0 0 0,0-1 0 0 0,-1 1 0 0 0,-12 40 0 0 0,14-61-35 0 0,0 0 1 0 0,-1 0-1 0 0,0 0 1 0 0,1 0 0 0 0,-2 0-1 0 0,1 0 1 0 0,0-1-1 0 0,-1 1 1 0 0,1-1-1 0 0,-1 1 1 0 0,0-1-1 0 0,0 0 1 0 0,-1 0 0 0 0,1 0-1 0 0,-6 4 1 0 0,5-6-4 0 0,1 1 0 0 0,-1-1 0 0 0,1 0 0 0 0,-1 0 0 0 0,1 0 0 0 0,-1 0 0 0 0,0-1 0 0 0,0 0 0 0 0,1 1 0 0 0,-1-1 0 0 0,0 0 0 0 0,1-1 0 0 0,-1 1 0 0 0,0-1 0 0 0,1 0 0 0 0,-1 0 0 0 0,0 0 0 0 0,1 0 0 0 0,-4-2 0 0 0,-10-5-30 0 0,0 0-1 0 0,1-1 1 0 0,1-1-1 0 0,-1-1 1 0 0,1 0-1 0 0,1-1 1 0 0,0-1-1 0 0,1 0 0 0 0,1-1 1 0 0,0 0-1 0 0,0-1 1 0 0,1 0-1 0 0,1 0 1 0 0,1-2-1 0 0,0 1 1 0 0,1-1-1 0 0,1 0 1 0 0,1 0-1 0 0,0-1 1 0 0,1 0-1 0 0,1 0 1 0 0,1-1-1 0 0,0 1 1 0 0,1-30-1 0 0,4 10-415 0 0,2 1-1 0 0,2 0 0 0 0,1 1 1 0 0,2-1-1 0 0,25-63 1 0 0,4 12-817 0 0,52-90 1 0 0,160-225-3687 0 0,38-71-1421 0 0,-286 470 6276 0 0,22-42-677 0 0,-2-1 1 0 0,19-63-1 0 0,-36 97 1059 0 0,-2 0 0 0 0,0 0 1 0 0,0-1-1 0 0,-2 1 0 0 0,1-1 0 0 0,-2 1 1 0 0,1-1-1 0 0,-2 0 0 0 0,0 1 1 0 0,-1-1-1 0 0,0 1 0 0 0,-1 0 0 0 0,-8-25 1 0 0,-11 5 1191 0 0,12 19-880 0 0,10 14-561 0 0,0-1-1 0 0,-1 0 1 0 0,1 1 0 0 0,0-1 0 0 0,-1 1-1 0 0,1-1 1 0 0,-1 1 0 0 0,1-1 0 0 0,-1 0 0 0 0,1 1-1 0 0,-1 0 1 0 0,1-1 0 0 0,-1 1 0 0 0,0-1-1 0 0,1 1 1 0 0,-1 0 0 0 0,0-1 0 0 0,1 1-1 0 0,-1 0 1 0 0,0 0 0 0 0,1-1 0 0 0,-1 1-1 0 0,-1 0 1 0 0,2 0-8 0 0,-1 1 0 0 0,0-1 1 0 0,1 0-1 0 0,-1 0 0 0 0,1 1 0 0 0,-1-1 0 0 0,1 1 0 0 0,-1-1 0 0 0,1 0 0 0 0,-1 1 1 0 0,1-1-1 0 0,-1 1 0 0 0,1-1 0 0 0,-1 1 0 0 0,1-1 0 0 0,0 1 0 0 0,-1 0 1 0 0,1-1-1 0 0,0 2 0 0 0,-8 28 895 0 0,7 2-430 0 0,2 0-1 0 0,2-1 1 0 0,7 39 0 0 0,28 95 350 0 0,-26-119-669 0 0,10 51 115 0 0,-8-32-80 0 0,42 118 0 0 0,-55-180-239 0 0,1 0 1 0 0,-1 0 0 0 0,0 0 0 0 0,1 0 0 0 0,0 0 0 0 0,0 0 0 0 0,0 0-1 0 0,0-1 1 0 0,0 1 0 0 0,0-1 0 0 0,1 1 0 0 0,4 2 0 0 0,-6-4-8 0 0,1-1 0 0 0,-1 1 1 0 0,0-1-1 0 0,1 1 1 0 0,-1-1-1 0 0,1 0 1 0 0,-1 0-1 0 0,1 0 0 0 0,-1 0 1 0 0,1 0-1 0 0,-1 0 1 0 0,1 0-1 0 0,-1-1 0 0 0,1 1 1 0 0,-1 0-1 0 0,1-1 1 0 0,-1 1-1 0 0,0-1 0 0 0,1 0 1 0 0,-1 1-1 0 0,0-1 1 0 0,1 0-1 0 0,-1 0 0 0 0,0 0 1 0 0,0 0-1 0 0,0 0 1 0 0,0 0-1 0 0,2-2 0 0 0,16-17-347 0 0,0-1 0 0 0,22-33 0 0 0,-24 31 265 0 0,0 2 1 0 0,31-32 0 0 0,-46 51 154 0 0,-1 1 0 0 0,1-1 0 0 0,-1 1 0 0 0,1 0 0 0 0,-1 0 0 0 0,1-1 0 0 0,0 1 0 0 0,0 0 0 0 0,0 0 0 0 0,0 1 0 0 0,0-1 0 0 0,0 0 0 0 0,0 1 0 0 0,0-1 0 0 0,0 1 0 0 0,0-1 0 0 0,0 1 0 0 0,0 0 0 0 0,0 0-1 0 0,0 0 1 0 0,0 0 0 0 0,0 1 0 0 0,0-1 0 0 0,0 0 0 0 0,4 2 0 0 0,-3 0 80 0 0,1 0-1 0 0,-1 0 1 0 0,0 1-1 0 0,0-1 1 0 0,0 1-1 0 0,0-1 0 0 0,-1 1 1 0 0,1 0-1 0 0,-1 0 1 0 0,1 0-1 0 0,-1 1 1 0 0,0-1-1 0 0,2 5 1 0 0,36 87 895 0 0,2 2-682 0 0,-41-94-414 0 0,1 0 0 0 0,0 0 0 0 0,-1 0 0 0 0,1-1 0 0 0,0 1 0 0 0,0 0 0 0 0,1-1-1 0 0,-1 0 1 0 0,0 1 0 0 0,1-1 0 0 0,-1 0 0 0 0,1 0 0 0 0,0-1 0 0 0,0 1 0 0 0,0 0 0 0 0,0-1 0 0 0,0 0 0 0 0,0 0 0 0 0,4 2 0 0 0,-3-3-81 0 0,0 0-1 0 0,-1 0 1 0 0,1 0 0 0 0,-1-1-1 0 0,1 1 1 0 0,0-1-1 0 0,-1 0 1 0 0,1 0 0 0 0,-1 0-1 0 0,1 0 1 0 0,-1-1-1 0 0,0 1 1 0 0,0-1 0 0 0,1 0-1 0 0,-1 0 1 0 0,0 0-1 0 0,5-5 1 0 0,0-1-88 0 0,0 0 1 0 0,0-1-1 0 0,-1 0 1 0 0,0 0-1 0 0,-1-1 1 0 0,0 0-1 0 0,0 0 1 0 0,-1 0-1 0 0,0-1 1 0 0,-1 0-1 0 0,0 0 1 0 0,4-22-1 0 0,-1-8 77 0 0,-1 0 1 0 0,-1-50-1 0 0,-4 50 754 0 0,-2-1 0 0 0,-2 1 0 0 0,-10-47 0 0 0,4 42 1380 0 0,-3 0 0 0 0,-25-65 0 0 0,34 107-1177 0 0,1 7-202 0 0,-1 16 147 0 0,4 28 155 0 0,1-13-446 0 0,19 262 1686 0 0,23-4-1492 0 0,-40-276-744 0 0,0 0 0 0 0,1-1 1 0 0,9 21-1 0 0,-13-32-177 0 0,1 0 0 0 0,0-1-1 0 0,0 1 1 0 0,0-1 0 0 0,1 0-1 0 0,-1 1 1 0 0,1-1 0 0 0,0 0 0 0 0,-1 0-1 0 0,1-1 1 0 0,1 1 0 0 0,-1-1 0 0 0,0 1-1 0 0,1-1 1 0 0,-1 0 0 0 0,1 0 0 0 0,0-1-1 0 0,4 3 1 0 0,-5-4-311 0 0,1 0 0 0 0,-1 1 0 0 0,1-1 0 0 0,-1-1 0 0 0,1 1-1 0 0,-1 0 1 0 0,0-1 0 0 0,1 0 0 0 0,-1 0 0 0 0,0 0 0 0 0,1 0 0 0 0,-1 0 0 0 0,0 0 0 0 0,0-1 0 0 0,0 0 0 0 0,3-2-1 0 0,9-8-5224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4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165 184 2524 0 0,'-28'-2'3383'0'0,"-11"0"3060"0"0,-53-11-1 0 0,92 13-6426 0 0,0 0 0 0 0,-1 0 0 0 0,1 0 0 0 0,0 0 0 0 0,0 0 0 0 0,-1 0 0 0 0,1-1 0 0 0,0 1 0 0 0,0 0 0 0 0,-1 0 0 0 0,1 0 0 0 0,0 0-1 0 0,0-1 1 0 0,0 1 0 0 0,-1 0 0 0 0,1 0 0 0 0,0-1 0 0 0,0 1 0 0 0,0 0 0 0 0,-1 0 0 0 0,1-1 0 0 0,0 1 0 0 0,0 0 0 0 0,0 0 0 0 0,0-1 0 0 0,0 1 0 0 0,0 0-1 0 0,0-1 1 0 0,0 1 0 0 0,0 0 0 0 0,0 0 0 0 0,0-1 0 0 0,0 1 0 0 0,0 0 0 0 0,0-1 0 0 0,0 1 0 0 0,0 0 0 0 0,0-1 0 0 0,0 1 0 0 0,0 0 0 0 0,0 0-1 0 0,1-1 1 0 0,-1 1 0 0 0,0 0 0 0 0,0 0 0 0 0,0-1 0 0 0,0 1 0 0 0,1 0 0 0 0,-1 0 0 0 0,0-1 0 0 0,0 1 0 0 0,0 0 0 0 0,1 0 0 0 0,10-12 133 0 0,-11 12-145 0 0,22-17-1129 0 0,0 1-1 0 0,1 1 1 0 0,46-21 0 0 0,-2 1-5541 0 0,-27 11 431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1114 2248 0 0,'-45'-5'5251'0'0,"42"5"-4560"0"0,-13 1 329 0 0,16-1-982 0 0,-1 1 1 0 0,1-1 0 0 0,-1 0 0 0 0,1 0-1 0 0,-1 0 1 0 0,1 1 0 0 0,0-1 0 0 0,-1 0-1 0 0,1 1 1 0 0,-1-1 0 0 0,1 0 0 0 0,0 1 0 0 0,-1-1-1 0 0,1 0 1 0 0,0 1 0 0 0,-1-1 0 0 0,1 1-1 0 0,0-1 1 0 0,0 1 0 0 0,-1-1 0 0 0,1 0 0 0 0,0 1-1 0 0,0-1 1 0 0,0 1 0 0 0,0-1 0 0 0,0 1-1 0 0,-1-1 1 0 0,1 1 0 0 0,0-1 0 0 0,0 1 0 0 0,0 0-1 0 0,0-1 1 0 0,1 1 0 0 0,4 18 762 0 0,-3-16-708 0 0,0 0 0 0 0,0 0 1 0 0,0 0-1 0 0,1-1 0 0 0,-1 1 0 0 0,1-1 0 0 0,-1 0 1 0 0,1 0-1 0 0,0 0 0 0 0,0 0 0 0 0,0 0 0 0 0,0 0 0 0 0,0-1 1 0 0,1 0-1 0 0,-1 1 0 0 0,0-1 0 0 0,1 0 0 0 0,4 0 1 0 0,-3-1-16 0 0,-1 0 0 0 0,1 0 0 0 0,0-1 0 0 0,-1 0 0 0 0,1 0 0 0 0,0 0 0 0 0,-1 0 0 0 0,1 0 0 0 0,-1-1 0 0 0,0 0 0 0 0,0 0 0 0 0,5-3 0 0 0,6-5 4 0 0,-2-1-1 0 0,1 0 0 0 0,-2 0 1 0 0,1-1-1 0 0,-2-1 0 0 0,16-21 0 0 0,-11 11-64 0 0,-1-2-1 0 0,-1 0 1 0 0,-2 0-1 0 0,0-1 0 0 0,13-48 1 0 0,26-141 49 0 0,-48 195-61 0 0,13-67 107 0 0,-5-1 0 0 0,-3 0 1 0 0,-5 0-1 0 0,-11-134 0 0 0,3 168 355 0 0,5 53-351 0 0,-2 3-74 0 0,-1 3-32 0 0,0 0-1 0 0,0 0 0 0 0,1 0 0 0 0,-1 0 0 0 0,1 1 0 0 0,1-1 0 0 0,-1 1 0 0 0,0 7 0 0 0,-6 54 15 0 0,6-43-10 0 0,-4 50 54 0 0,4 0 0 0 0,9 110 1 0 0,-2-138-50 0 0,3-1 0 0 0,1 1 0 0 0,2-1 0 0 0,2-1 0 0 0,21 50 0 0 0,-20-64-157 0 0,21 35 0 0 0,-29-55-133 0 0,1 0 1 0 0,1 0 0 0 0,-1 0 0 0 0,1-1-1 0 0,1-1 1 0 0,16 15 0 0 0,-22-21 152 0 0,1 1 0 0 0,-1-1 0 0 0,1 0 0 0 0,-1 0 0 0 0,1 0 0 0 0,0 0 0 0 0,0-1 0 0 0,0 1 0 0 0,0-1 0 0 0,0 0 0 0 0,0 0 0 0 0,0-1 0 0 0,0 1 0 0 0,0-1 0 0 0,0 0 0 0 0,0 0 0 0 0,0 0 0 0 0,0 0 1 0 0,1-1-1 0 0,-1 0 0 0 0,0 0 0 0 0,0 0 0 0 0,0 0 0 0 0,-1-1 0 0 0,1 1 0 0 0,0-1 0 0 0,0 0 0 0 0,-1 0 0 0 0,1-1 0 0 0,-1 1 0 0 0,0-1 0 0 0,0 1 0 0 0,0-1 0 0 0,4-5 0 0 0,2-2 27 0 0,0-1-1 0 0,-1 0 1 0 0,-1-1 0 0 0,0 0 0 0 0,0 0-1 0 0,-1 0 1 0 0,-1-1 0 0 0,0 0-1 0 0,4-16 1 0 0,-4-2 800 0 0,0-1 1 0 0,-2 0-1 0 0,-2 0 0 0 0,-2-35 0 0 0,1 18 1128 0 0,-1 37-1575 0 0,1-5 797 0 0,2 16-600 0 0,4 7-276 0 0,-3 0-81 0 0,0 0 0 0 0,-1 0-1 0 0,1 1 1 0 0,-1-1 0 0 0,-1 1 0 0 0,1-1-1 0 0,-1 1 1 0 0,1 12 0 0 0,1 7 59 0 0,10 51 12 0 0,6 35 328 0 0,-14-94-1227 0 0,0 0 0 0 0,0 0 0 0 0,17 32 0 0 0,-8-29-1785 0 0,-4-10-2186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121 121 420 0 0,'-66'-70'9684'0'0,"59"62"-9120"0"0,-1 0 0 0 0,0 1 1 0 0,-9-7-1 0 0,3 0-260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31 223 1428 0 0,'-3'3'1254'0'0,"-1"0"0"0"0,1-1-1 0 0,0 1 1 0 0,0 0 0 0 0,0 1 0 0 0,1-1 0 0 0,-4 5-1 0 0,6-6-1116 0 0,-1 0 0 0 0,0 0-1 0 0,1 0 1 0 0,0 0-1 0 0,-1 0 1 0 0,1 0-1 0 0,0 1 1 0 0,0-1-1 0 0,0 0 1 0 0,0 0 0 0 0,0 0-1 0 0,1 0 1 0 0,-1 0-1 0 0,1 1 1 0 0,-1-1-1 0 0,2 2 1 0 0,13 44 871 0 0,-2 1 0 0 0,-3 1 0 0 0,6 61 0 0 0,-13-73 38 0 0,-3-36-629 0 0,-3-18-202 0 0,4-18-184 0 0,1 1-1 0 0,2-1 0 0 0,12-51 0 0 0,-11 64-38 0 0,1 1 0 0 0,1 0-1 0 0,1 0 1 0 0,1 1 0 0 0,0 0 0 0 0,2 1-1 0 0,12-19 1 0 0,-19 32 4 0 0,1-1 0 0 0,-1 1-1 0 0,1 0 1 0 0,0 1 0 0 0,0-1-1 0 0,1 1 1 0 0,-1 0 0 0 0,1 0-1 0 0,0 1 1 0 0,0-1 0 0 0,0 1-1 0 0,12-3 1 0 0,-16 5 5 0 0,0 1 0 0 0,0 0 1 0 0,0 0-1 0 0,1 0 0 0 0,-1 0 0 0 0,0 0 0 0 0,0 0 0 0 0,0 1 0 0 0,0-1 1 0 0,1 1-1 0 0,-1 0 0 0 0,0-1 0 0 0,0 1 0 0 0,0 0 0 0 0,0 0 0 0 0,0 0 1 0 0,-1 1-1 0 0,1-1 0 0 0,0 0 0 0 0,0 1 0 0 0,2 2 0 0 0,0 0 7 0 0,0 1-1 0 0,0-1 0 0 0,0 1 1 0 0,-1 0-1 0 0,0 0 0 0 0,5 9 1 0 0,-2 2 34 0 0,-1 0 0 0 0,0 0 0 0 0,-1 0 0 0 0,-1 1 1 0 0,1 19-1 0 0,-1 87 174 0 0,-3-81-171 0 0,6 61 0 0 0,-6-101-43 0 0,0-1 0 0 0,0 0 0 0 0,1 0 0 0 0,-1 1 0 0 0,0-1 0 0 0,1 0 0 0 0,-1 0 1 0 0,0 1-1 0 0,1-1 0 0 0,0 0 0 0 0,-1 0 0 0 0,1 0 0 0 0,0 0 0 0 0,-1 0 1 0 0,1 0-1 0 0,0 0 0 0 0,0 0 0 0 0,0 0 0 0 0,0 0 0 0 0,0-1 0 0 0,0 1 1 0 0,0 0-1 0 0,1 0 0 0 0,0 0-1 0 0,0-1 0 0 0,0 0 0 0 0,-1 1 0 0 0,1-1-1 0 0,0 0 1 0 0,0 0 0 0 0,0 0 0 0 0,0 0 0 0 0,0-1 0 0 0,-1 1 0 0 0,1 0 0 0 0,0-1 0 0 0,0 0 0 0 0,2 0 0 0 0,6-4-3 0 0,1-1 1 0 0,-1 0 0 0 0,19-14-1 0 0,-23 16 5 0 0,233-184-421 0 0,-176 132-31 0 0,87-102-1 0 0,-135 140 356 0 0,-1 0-1 0 0,12-23 0 0 0,-23 37 107 0 0,0-1 0 0 0,0 0 0 0 0,-1 0-1 0 0,0 0 1 0 0,0 0 0 0 0,0 0 0 0 0,-1 0 0 0 0,0 0-1 0 0,0-1 1 0 0,0 1 0 0 0,-1 0 0 0 0,1-1-1 0 0,-1 1 1 0 0,-1-10 0 0 0,0 14-1 0 0,1 0 0 0 0,0 1 1 0 0,0-1-1 0 0,-1 0 0 0 0,1 1 0 0 0,0-1 0 0 0,-1 0 1 0 0,1 1-1 0 0,-1-1 0 0 0,1 0 0 0 0,-1 1 0 0 0,1-1 0 0 0,-1 1 1 0 0,0-1-1 0 0,1 1 0 0 0,-1-1 0 0 0,0 1 0 0 0,1-1 1 0 0,-1 1-1 0 0,0 0 0 0 0,1-1 0 0 0,-1 1 0 0 0,0 0 1 0 0,0-1-1 0 0,1 1 0 0 0,-1 0 0 0 0,0 0 0 0 0,0 0 0 0 0,0 0 1 0 0,1 0-1 0 0,-1 0 0 0 0,0 0 0 0 0,0 0 0 0 0,0 0 1 0 0,-1 1-1 0 0,-26 9 346 0 0,15-1-264 0 0,1 0-1 0 0,0 1 1 0 0,1 1-1 0 0,0-1 1 0 0,0 2 0 0 0,1-1-1 0 0,1 1 1 0 0,0 1-1 0 0,1 0 1 0 0,0 0 0 0 0,1 1-1 0 0,0 0 1 0 0,1 0-1 0 0,1 0 1 0 0,-7 28 0 0 0,11-37-84 0 0,0 1 1 0 0,1 0 0 0 0,-1-1 0 0 0,1 1-1 0 0,0 0 1 0 0,0-1 0 0 0,1 1-1 0 0,0 0 1 0 0,0-1 0 0 0,0 1 0 0 0,1-1-1 0 0,-1 1 1 0 0,1-1 0 0 0,1 0 0 0 0,-1 0-1 0 0,1 1 1 0 0,0-2 0 0 0,4 8-1 0 0,-2-7 2 0 0,0-1 0 0 0,0 1-1 0 0,0-1 1 0 0,0 0 0 0 0,0 0-1 0 0,1 0 1 0 0,0-1-1 0 0,0 1 1 0 0,0-2 0 0 0,0 1-1 0 0,0-1 1 0 0,1 1-1 0 0,-1-2 1 0 0,1 1 0 0 0,8 0-1 0 0,6 1-585 0 0,1-2-1 0 0,-1-1 0 0 0,0 0 1 0 0,37-6-1 0 0,-36 2-2165 0 0,-1-1-1 0 0,28-10 1 0 0,-9 0-5112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24 969 1080 0 0,'-24'-20'9552'0'0,"26"21"-9485"0"0,0-1 1 0 0,-1 0 0 0 0,1 0-1 0 0,0 1 1 0 0,0-1 0 0 0,-1 0-1 0 0,1-1 1 0 0,0 1 0 0 0,0 0-1 0 0,-1 0 1 0 0,1-1 0 0 0,0 1-1 0 0,-1-1 1 0 0,1 0 0 0 0,0 1 0 0 0,-1-1-1 0 0,2-1 1 0 0,1-1 48 0 0,0 0 0 0 0,0 0 0 0 0,0 0 0 0 0,-1 0 1 0 0,7-8-1 0 0,1-5 68 0 0,0 1 1 0 0,10-23 0 0 0,-19 34-159 0 0,9-20 36 0 0,-1 0 0 0 0,-1 0 0 0 0,-1-1 0 0 0,-1-1 0 0 0,-1 1 0 0 0,-2-1 0 0 0,3-49 0 0 0,-5-3-21 0 0,-12-103-1 0 0,-35-156 2754 0 0,94 517-2479 0 0,-25-102-236 0 0,120 393 522 0 0,27 92 463 0 0,-163-533-1019 0 0,92 329 342 0 0,29 184 87 0 0,-125-523-440 0 0,0-5 16 0 0,-1 2 0 0 0,0-1 0 0 0,-1 0 0 0 0,-1 1 0 0 0,0-1 0 0 0,-4 31 0 0 0,3-45-46 0 0,0 0-1 0 0,-1 0 1 0 0,1 0 0 0 0,-1 0-1 0 0,0 0 1 0 0,1 0-1 0 0,-1 0 1 0 0,0 0 0 0 0,0 0-1 0 0,0 0 1 0 0,-1 0-1 0 0,1 0 1 0 0,0-1 0 0 0,-1 1-1 0 0,1 0 1 0 0,-1-1-1 0 0,1 0 1 0 0,-1 1 0 0 0,0-1-1 0 0,0 0 1 0 0,0 0 0 0 0,1 0-1 0 0,-1 0 1 0 0,0 0-1 0 0,0 0 1 0 0,0 0 0 0 0,-1-1-1 0 0,1 1 1 0 0,0-1-1 0 0,0 0 1 0 0,0 1 0 0 0,-3-1-1 0 0,-1-1-2 0 0,0 1 0 0 0,0-1 0 0 0,1 0 0 0 0,-1 0 0 0 0,0-1 1 0 0,0 0-1 0 0,1 0 0 0 0,-1 0 0 0 0,1-1 0 0 0,-10-6 0 0 0,-6-6-21 0 0,1-1 1 0 0,0-1-1 0 0,1-1 1 0 0,2 0 0 0 0,-1-2-1 0 0,-25-37 1 0 0,-74-141-281 0 0,115 194 296 0 0,-54-100-112 0 0,5-2 0 0 0,5-3 1 0 0,-56-195-1 0 0,93 268 98 0 0,2-1 0 0 0,2 1 0 0 0,1-1 0 0 0,2 0 0 0 0,2-1 0 0 0,1 1 0 0 0,2 0 0 0 0,1 0 0 0 0,10-39 0 0 0,-7 50 6 0 0,0 2 0 0 0,2-1 1 0 0,0 1-1 0 0,2 0 1 0 0,1 1-1 0 0,1 1 0 0 0,0 0 1 0 0,2 0-1 0 0,0 1 0 0 0,2 1 1 0 0,0 1-1 0 0,1 0 0 0 0,38-29 1 0 0,-33 32 6 0 0,2 0 0 0 0,-1 2 0 0 0,2 0 0 0 0,0 2 0 0 0,0 1 0 0 0,1 1 0 0 0,42-9 0 0 0,-51 15 11 0 0,0 0 0 0 0,1 1-1 0 0,0 2 1 0 0,-1 0 0 0 0,1 0-1 0 0,0 2 1 0 0,0 0 0 0 0,-1 2-1 0 0,1 0 1 0 0,-1 1-1 0 0,0 0 1 0 0,26 11 0 0 0,-38-13 0 0 0,-1 1 0 0 0,0 0 1 0 0,0 0-1 0 0,0 0 0 0 0,0 0 1 0 0,-1 1-1 0 0,1 0 0 0 0,-1 0 0 0 0,0 0 1 0 0,0 0-1 0 0,0 1 0 0 0,-1-1 1 0 0,1 1-1 0 0,-1 0 0 0 0,0 0 0 0 0,3 9 1 0 0,-4-8 5 0 0,0 1 1 0 0,-1 0-1 0 0,1 0 1 0 0,-1 0-1 0 0,-1 0 0 0 0,1 0 1 0 0,-1 0-1 0 0,-1 0 1 0 0,1 0-1 0 0,-1 0 1 0 0,0 0-1 0 0,-1 0 1 0 0,-2 9-1 0 0,-1-3 10 0 0,-1 1 1 0 0,0-1-1 0 0,-1 0 0 0 0,0 0 1 0 0,-1-1-1 0 0,0 0 0 0 0,-1 0 0 0 0,0-1 1 0 0,-1 0-1 0 0,0-1 0 0 0,-1 0 1 0 0,-21 15-1 0 0,13-12-66 0 0,-1-1 1 0 0,0-1-1 0 0,0 0 1 0 0,-2-2 0 0 0,1 0-1 0 0,-1-2 1 0 0,-28 7-1 0 0,46-14-335 0 0,1 1-1 0 0,-1-1 1 0 0,0 0 0 0 0,1 0-1 0 0,-1 0 1 0 0,1-1-1 0 0,-1 1 1 0 0,-5-2 0 0 0,8 1 267 0 0,1 1 1 0 0,0 0-1 0 0,-1 0 0 0 0,1 0 1 0 0,0-1-1 0 0,-1 1 1 0 0,1 0-1 0 0,0-1 1 0 0,-1 1-1 0 0,1 0 0 0 0,0 0 1 0 0,0-1-1 0 0,-1 1 1 0 0,1-1-1 0 0,0 1 1 0 0,0 0-1 0 0,0-1 0 0 0,0 1 1 0 0,-1 0-1 0 0,1-1 1 0 0,0 1-1 0 0,0-1 1 0 0,0 1-1 0 0,0 0 0 0 0,0-1 1 0 0,0 1-1 0 0,0-1 1 0 0,0 1-1 0 0,0-1 1 0 0,0 1-1 0 0,0 0 0 0 0,0-1 1 0 0,0 1-1 0 0,1-1 1 0 0,-1 1-1 0 0,0 0 1 0 0,0-1-1 0 0,0 1 0 0 0,1 0 1 0 0,-1-1-1 0 0,0 1 1 0 0,8-14-3279 0 0,3 1-1705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8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176 177 1556 0 0,'3'-2'691'0'0,"-1"-1"-1"0"0,0 0 0 0 0,1 0 1 0 0,-1 0-1 0 0,0 0 1 0 0,0 0-1 0 0,-1 0 1 0 0,1-1-1 0 0,-1 1 0 0 0,1-1 1 0 0,-1 1-1 0 0,0-1 1 0 0,-1 1-1 0 0,1-1 1 0 0,0 0-1 0 0,-1 1 1 0 0,0-8-1 0 0,0 10-637 0 0,0 0 0 0 0,0 0 0 0 0,0 1-1 0 0,-1-1 1 0 0,1 0 0 0 0,0 0 0 0 0,0 1 0 0 0,-1-1 0 0 0,1 0 0 0 0,0 1-1 0 0,-1-1 1 0 0,1 0 0 0 0,-1 1 0 0 0,1-1 0 0 0,-1 0 0 0 0,1 1 0 0 0,-1-1-1 0 0,1 1 1 0 0,-1-1 0 0 0,1 1 0 0 0,-1-1 0 0 0,0 1 0 0 0,0-1 0 0 0,1 1-1 0 0,-1 0 1 0 0,0-1 0 0 0,1 1 0 0 0,-1 0 0 0 0,0 0 0 0 0,0-1 0 0 0,1 1-1 0 0,-1 0 1 0 0,0 0 0 0 0,0 0 0 0 0,0 0 0 0 0,1 0 0 0 0,-1 0 0 0 0,0 0-1 0 0,0 0 1 0 0,0 1 0 0 0,1-1 0 0 0,-1 0 0 0 0,0 0 0 0 0,0 1 0 0 0,-3 0 0 0 0,0 1 1 0 0,0-1-1 0 0,0 1 0 0 0,0 0 1 0 0,1 0-1 0 0,-5 4 1 0 0,-4 4-12 0 0,1 1 1 0 0,1 1-1 0 0,0 0 0 0 0,1 0 1 0 0,0 0-1 0 0,0 2 0 0 0,2-1 1 0 0,0 1-1 0 0,0 0 0 0 0,-6 19 1 0 0,4-4-31 0 0,0 1 1 0 0,2 0 0 0 0,1 0 0 0 0,-2 39-1 0 0,7-57-5 0 0,1 0 0 0 0,0 0 0 0 0,1 1 0 0 0,0-1 0 0 0,4 19 0 0 0,-4-27-4 0 0,0-1 0 0 0,0 0-1 0 0,0 1 1 0 0,0-1 0 0 0,1 0 0 0 0,-1 0-1 0 0,1 0 1 0 0,0 0 0 0 0,0 0 0 0 0,0-1-1 0 0,0 1 1 0 0,1 0 0 0 0,-1-1-1 0 0,1 1 1 0 0,-1-1 0 0 0,1 0 0 0 0,0 0-1 0 0,0 0 1 0 0,0-1 0 0 0,0 1-1 0 0,0 0 1 0 0,0-1 0 0 0,5 2 0 0 0,-4-3-1 0 0,-1 0 1 0 0,0 1 0 0 0,0-1 0 0 0,1 0-1 0 0,-1-1 1 0 0,0 1 0 0 0,1 0 0 0 0,-1-1-1 0 0,0 0 1 0 0,0 0 0 0 0,0 0 0 0 0,0 0-1 0 0,6-3 1 0 0,-3 1 2 0 0,0-1 0 0 0,0 0 0 0 0,0 0 0 0 0,-1 0 0 0 0,7-6 0 0 0,-3-1-2 0 0,-1 0 1 0 0,1 0 0 0 0,-2 0 0 0 0,0-1 0 0 0,0 0-1 0 0,-1-1 1 0 0,0 0 0 0 0,-1 1 0 0 0,-1-2 0 0 0,0 1-1 0 0,-1 0 1 0 0,0-1 0 0 0,0-18 0 0 0,0 0 131 0 0,-2 0 1 0 0,-1-1 0 0 0,-2 1-1 0 0,-9-52 1 0 0,11 83-130 0 0,0 0 1 0 0,0 0-1 0 0,-1-1 0 0 0,1 1 0 0 0,0 0 1 0 0,0 0-1 0 0,-1 0 0 0 0,1 0 1 0 0,0 0-1 0 0,-1 0 0 0 0,1 1 1 0 0,-1-1-1 0 0,1 0 0 0 0,-1 0 0 0 0,1 0 1 0 0,-1 0-1 0 0,-1-1 0 0 0,2 3-2 0 0,-1-1-1 0 0,1 0 1 0 0,0 0-1 0 0,-1 1 1 0 0,1-1-1 0 0,-1 0 0 0 0,1 1 1 0 0,0-1-1 0 0,-1 0 1 0 0,1 1-1 0 0,0-1 1 0 0,-1 1-1 0 0,1-1 1 0 0,0 0-1 0 0,-1 1 1 0 0,1-1-1 0 0,0 1 1 0 0,0-1-1 0 0,0 1 0 0 0,-1-1 1 0 0,1 1-1 0 0,0-1 1 0 0,0 1-1 0 0,-9 43 10 0 0,7-10-14 0 0,1 1-1 0 0,2-1 1 0 0,5 38-1 0 0,-3-54 9 0 0,0 1 0 0 0,1-2 1 0 0,1 1-1 0 0,1 0 0 0 0,1-1 0 0 0,0 0 0 0 0,15 25 0 0 0,-19-38-3 0 0,0 1 0 0 0,1-1 0 0 0,-1 1 0 0 0,1-1 0 0 0,0 0 1 0 0,0 0-1 0 0,1-1 0 0 0,-1 1 0 0 0,1-1 0 0 0,0 0 0 0 0,0-1 0 0 0,0 1 0 0 0,0-1 0 0 0,0 1 0 0 0,0-2 0 0 0,1 1 0 0 0,-1-1 1 0 0,1 1-1 0 0,-1-1 0 0 0,1-1 0 0 0,0 1 0 0 0,-1-1 0 0 0,1 0 0 0 0,-1 0 0 0 0,1-1 0 0 0,0 0 0 0 0,-1 0 0 0 0,1 0 0 0 0,5-3 1 0 0,1 1-1 0 0,0-2 0 0 0,-1 1 0 0 0,0-1 0 0 0,0-1 0 0 0,0 0 0 0 0,-1-1 0 0 0,1 0 0 0 0,-1-1 1 0 0,-1 0-1 0 0,0 0 0 0 0,0-1 0 0 0,10-13 0 0 0,-9 7 1 0 0,0 0 1 0 0,-1 0-1 0 0,-1-1 1 0 0,0-1-1 0 0,-1 1 1 0 0,-1-1-1 0 0,-1 0 0 0 0,0 0 1 0 0,2-19-1 0 0,-5 22-5 0 0,0 0-1 0 0,-1 0 1 0 0,-1-1 0 0 0,0 1-1 0 0,-1 0 1 0 0,-1 0-1 0 0,0 0 1 0 0,-1 0-1 0 0,0 1 1 0 0,-1-1 0 0 0,0 1-1 0 0,-8-14 1 0 0,9 20-10 0 0,-1 0 1 0 0,-1 0-1 0 0,1 0 1 0 0,-1 1 0 0 0,0-1-1 0 0,-1 1 1 0 0,-9-8-1 0 0,11 13 7 0 0,3 1 3 0 0,0 0-1 0 0,1-1 1 0 0,-1 1 0 0 0,0 0 0 0 0,1 0-1 0 0,-1 0 1 0 0,0 1 0 0 0,1-1 0 0 0,-1 0-1 0 0,1 0 1 0 0,-1 0 0 0 0,0 0-1 0 0,1 1 1 0 0,-1-1 0 0 0,0 0 0 0 0,1 0-1 0 0,-1 1 1 0 0,1-1 0 0 0,-1 1-1 0 0,1-1 1 0 0,-1 0 0 0 0,1 1 0 0 0,-1-1-1 0 0,1 1 1 0 0,0-1 0 0 0,-1 1-1 0 0,1-1 1 0 0,-1 1 0 0 0,1-1 0 0 0,0 1-1 0 0,0 0 1 0 0,-1-1 0 0 0,1 1 0 0 0,0 0-1 0 0,0-1 1 0 0,0 1 0 0 0,0-1-1 0 0,0 1 1 0 0,0 0 0 0 0,0-1 0 0 0,0 1-1 0 0,0 0 1 0 0,0-1 0 0 0,0 1-1 0 0,0 0 1 0 0,0-1 0 0 0,0 1 0 0 0,0-1-1 0 0,1 1 1 0 0,-1 0 0 0 0,1 0-1 0 0,-1-1 1 0 0,1 5-4 0 0,1 0-1 0 0,-1 0 0 0 0,1 0 1 0 0,0 0-1 0 0,0-1 0 0 0,1 1 0 0 0,0-1 1 0 0,-1 1-1 0 0,8 6 0 0 0,33 34-47 0 0,-41-43 52 0 0,48 42 4 0 0,-32-30-1 0 0,0 2 1 0 0,-1 0-1 0 0,-1 1 1 0 0,0 1-1 0 0,19 29 1 0 0,-32-41 5 0 0,0 0 0 0 0,0 0 0 0 0,-1 1 0 0 0,0-1 1 0 0,0 1-1 0 0,-1 0 0 0 0,0 0 0 0 0,0-1 0 0 0,-1 1 0 0 0,1 0 1 0 0,-2 0-1 0 0,1 0 0 0 0,-1 0 0 0 0,0-1 0 0 0,0 1 1 0 0,0 0-1 0 0,-1-1 0 0 0,-5 11 0 0 0,2-3 235 0 0,-1-1 0 0 0,-1 0 0 0 0,-1 0 0 0 0,0 0 0 0 0,0-1 0 0 0,-1-1 0 0 0,-16 17 0 0 0,25-27-215 0 0,-1 0 1 0 0,0-1-1 0 0,0 1 0 0 0,0-1 0 0 0,0 1 1 0 0,1 0-1 0 0,-1-1 0 0 0,0 1 1 0 0,0-1-1 0 0,0 0 0 0 0,0 1 1 0 0,0-1-1 0 0,0 0 0 0 0,0 0 1 0 0,0 1-1 0 0,-1-1 0 0 0,1 0-26 0 0,1 0-1 0 0,0-1 0 0 0,-1 1 1 0 0,1 0-1 0 0,0 0 0 0 0,-1 0 1 0 0,1 0-1 0 0,0 0 1 0 0,-1-1-1 0 0,1 1 0 0 0,0 0 1 0 0,0 0-1 0 0,-1-1 0 0 0,1 1 1 0 0,0 0-1 0 0,0 0 0 0 0,-1-1 1 0 0,1 1-1 0 0,0 0 1 0 0,0-1-1 0 0,0 1 0 0 0,0 0 1 0 0,-1-1-1 0 0,1 1 0 0 0,0 0 1 0 0,0-1-1 0 0,0 1 0 0 0,0 0 1 0 0,0-1-1 0 0,0 1 0 0 0,0 0 1 0 0,0-1-1 0 0,0 1 1 0 0,0-1-1 0 0,0 1 0 0 0,0 0 1 0 0,0-1-1 0 0,0 1 0 0 0,1 0 1 0 0,-1-1-1 0 0,0 1 0 0 0,0 0 1 0 0,0-1-1 0 0,0 1 1 0 0,1 0-1 0 0,-1-1 0 0 0,21-52 45 0 0,3 1 0 0 0,50-85-1 0 0,-38 77 5 0 0,32-77-1 0 0,-62 122-55 0 0,0 2-12 0 0,-1 0-1 0 0,0 0 0 0 0,-1 0 0 0 0,0-1 0 0 0,-1 1 0 0 0,2-21 1 0 0,-5 33 15 0 0,0-1 0 0 0,0 0 1 0 0,-1 0-1 0 0,1 1 0 0 0,0-1 1 0 0,0 0-1 0 0,-1 0 0 0 0,1 1 1 0 0,-1-1-1 0 0,0 0 0 0 0,0 1 1 0 0,1-1-1 0 0,-1 1 1 0 0,0-1-1 0 0,0 1 0 0 0,0-1 1 0 0,0 1-1 0 0,-1 0 0 0 0,1-1 1 0 0,-2-1-1 0 0,1 2 7 0 0,0 2 20 0 0,0-1-26 0 0,0 1 1 0 0,0 0-1 0 0,0 0 1 0 0,1-1-1 0 0,-1 1 0 0 0,0 0 1 0 0,0 1-1 0 0,1-1 0 0 0,-1 0 1 0 0,1 0-1 0 0,-1 1 1 0 0,1-1-1 0 0,-1 1 0 0 0,1-1 1 0 0,0 1-1 0 0,0-1 1 0 0,0 1-1 0 0,0 0 0 0 0,0 0 1 0 0,0-1-1 0 0,0 1 1 0 0,1 0-1 0 0,-1 0 0 0 0,1 0 1 0 0,-1 0-1 0 0,1 0 0 0 0,0 0 1 0 0,0 0-1 0 0,0 0 1 0 0,0 0-1 0 0,0 0 0 0 0,0 0 1 0 0,0 0-1 0 0,1 3 1 0 0,0 2-7 0 0,1 0 1 0 0,-1 0 0 0 0,1 0-1 0 0,1 0 1 0 0,-1 0 0 0 0,1-1-1 0 0,0 1 1 0 0,1-1 0 0 0,4 6-1 0 0,12 12 3 0 0,1-1 0 0 0,1-1-1 0 0,1-1 1 0 0,43 29 0 0 0,-36-27 4 0 0,0 1 0 0 0,39 41 1 0 0,-66-62 0 0 0,0 1 1 0 0,0 0 0 0 0,0 0 0 0 0,0 0 0 0 0,-1 0 0 0 0,0 0 0 0 0,0 1-1 0 0,0-1 1 0 0,0 1 0 0 0,-1-1 0 0 0,1 1 0 0 0,-1-1 0 0 0,0 1-1 0 0,-1 0 1 0 0,1 0 0 0 0,-1 0 0 0 0,0-1 0 0 0,0 1 0 0 0,0 0 0 0 0,-2 5-1 0 0,0-4 13 0 0,0 1 0 0 0,0 0-1 0 0,-1-1 1 0 0,0 0-1 0 0,0 0 1 0 0,0 0-1 0 0,-1 0 1 0 0,0 0-1 0 0,0 0 1 0 0,-1-1 0 0 0,1 0-1 0 0,-1 0 1 0 0,-7 5-1 0 0,1-1-78 0 0,1-2 0 0 0,-1 1-1 0 0,0-1 1 0 0,0-1 0 0 0,-1 0-1 0 0,0-1 1 0 0,0 0 0 0 0,0-1-1 0 0,-1 0 1 0 0,1-1 0 0 0,-19 2-1 0 0,30-4-87 0 0,0-1-1 0 0,0 0 1 0 0,0 0-1 0 0,0 0 1 0 0,0 0-1 0 0,0 0 1 0 0,1 0-1 0 0,-1 0 1 0 0,0-1-1 0 0,0 1 1 0 0,0 0-1 0 0,0 0 1 0 0,0-1-1 0 0,1 1 1 0 0,-1-1 0 0 0,0 1-1 0 0,0 0 1 0 0,0-1-1 0 0,1 1 1 0 0,-1-1-1 0 0,0 0 1 0 0,1 1-1 0 0,-1-1 1 0 0,0 0-1 0 0,1 1 1 0 0,-1-1-1 0 0,1 0 1 0 0,-1 0-1 0 0,1 1 1 0 0,0-1-1 0 0,-1-1 1 0 0,0 0-536 0 0,1-1 0 0 0,-1 1 0 0 0,1 0 0 0 0,0 0 0 0 0,0-1 0 0 0,0 1 0 0 0,0 0 0 0 0,0 0 0 0 0,1-1 0 0 0,0-3 0 0 0,4-13-5088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39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88 101 2620 0 0,'0'0'3613'0'0,"-1"16"-20"0"0,-2 4-2088 0 0,2-15-1332 0 0,0 1-1 0 0,0-1 0 0 0,0 0 0 0 0,0 1 1 0 0,1-1-1 0 0,0 1 0 0 0,0-1 0 0 0,1 1 0 0 0,0-1 1 0 0,0 0-1 0 0,0 1 0 0 0,0-1 0 0 0,4 9 1 0 0,-4-13-161 0 0,0 1 1 0 0,0-1-1 0 0,0 0 0 0 0,0 1 1 0 0,0-1-1 0 0,0 0 1 0 0,1 1-1 0 0,-1-1 1 0 0,0 0-1 0 0,1 0 1 0 0,-1 0-1 0 0,1 0 1 0 0,-1 0-1 0 0,1-1 0 0 0,0 1 1 0 0,-1 0-1 0 0,1-1 1 0 0,0 1-1 0 0,-1-1 1 0 0,3 1-1 0 0,1-1 5 0 0,-1 0 0 0 0,0 0 0 0 0,0 0 1 0 0,0 0-1 0 0,0-1 0 0 0,0 0 0 0 0,0 0 0 0 0,7-2 0 0 0,-5 1 0 0 0,1-1 1 0 0,-1 1-1 0 0,-1-1 0 0 0,1-1 0 0 0,0 1 1 0 0,-1-1-1 0 0,1 0 0 0 0,-1 0 0 0 0,0 0 1 0 0,-1-1-1 0 0,6-6 0 0 0,-7 5-9 0 0,0 0 0 0 0,0 0 0 0 0,0 0 0 0 0,-1 0-1 0 0,0 0 1 0 0,-1-1 0 0 0,1 1 0 0 0,-1-1 0 0 0,-1 1-1 0 0,1-1 1 0 0,-1 0 0 0 0,0 1 0 0 0,-1-11 0 0 0,0 12-6 0 0,0 0 1 0 0,0 0 0 0 0,0 1 0 0 0,0-1 0 0 0,-1 0-1 0 0,1 1 1 0 0,-1-1 0 0 0,0 1 0 0 0,-1-1 0 0 0,1 1 0 0 0,-1 0-1 0 0,0 0 1 0 0,0 0 0 0 0,0 1 0 0 0,0-1 0 0 0,-1 1-1 0 0,0-1 1 0 0,-5-3 0 0 0,7 6 8 0 0,0 1 0 0 0,0-1 1 0 0,1 1-1 0 0,-1-1 0 0 0,0 1 0 0 0,0 0 1 0 0,0-1-1 0 0,0 1 0 0 0,0 0 0 0 0,0 0 0 0 0,0 1 1 0 0,0-1-1 0 0,0 0 0 0 0,1 1 0 0 0,-1-1 0 0 0,0 1 1 0 0,0-1-1 0 0,0 1 0 0 0,0 0 0 0 0,1 0 1 0 0,-1 0-1 0 0,0 0 0 0 0,-2 2 0 0 0,-1 1 83 0 0,-1 0 0 0 0,1 1 0 0 0,0-1 0 0 0,-9 11 0 0 0,-2 8 94 0 0,1 0 0 0 0,1 1-1 0 0,1 1 1 0 0,1 0-1 0 0,1 1 1 0 0,2 0 0 0 0,0 0-1 0 0,2 1 1 0 0,1 0-1 0 0,1 1 1 0 0,1-1-1 0 0,2 1 1 0 0,1 50 0 0 0,1-70-168 0 0,1-1 0 0 0,0 1 0 0 0,1-1 0 0 0,0 1 1 0 0,0-1-1 0 0,0 0 0 0 0,1 0 0 0 0,0 0 0 0 0,4 8 0 0 0,-5-12-10 0 0,0 0-1 0 0,1 0 1 0 0,-1 0-1 0 0,0-1 1 0 0,1 1-1 0 0,0 0 1 0 0,0-1-1 0 0,0 0 1 0 0,0 0-1 0 0,0 1 1 0 0,0-2-1 0 0,0 1 1 0 0,1 0-1 0 0,-1-1 1 0 0,1 1-1 0 0,-1-1 0 0 0,1 0 1 0 0,-1 0-1 0 0,1-1 1 0 0,5 1-1 0 0,4-1 3 0 0,0 0 0 0 0,0-1 0 0 0,1 0 0 0 0,-1-2 0 0 0,0 1 0 0 0,-1-1 0 0 0,1-1 0 0 0,0-1 0 0 0,-1 1 0 0 0,0-2 0 0 0,0 0 0 0 0,13-9 0 0 0,4-4 9 0 0,-1-1 0 0 0,-1-2-1 0 0,36-37 1 0 0,-37 33-2 0 0,-1-1 0 0 0,-2-1 0 0 0,-1-1 0 0 0,-1-2 0 0 0,-1 0 0 0 0,-2-1 0 0 0,-2 0 0 0 0,14-36 0 0 0,-29 65-16 0 0,0 1-1 0 0,0-1 0 0 0,-1 1 0 0 0,1-1 0 0 0,-1 0 1 0 0,0 1-1 0 0,1-1 0 0 0,-1 0 0 0 0,0 1 0 0 0,0-1 1 0 0,-1 0-1 0 0,1 1 0 0 0,-1-1 0 0 0,1 0 0 0 0,-1 1 1 0 0,-1-3-1 0 0,2 4-2 0 0,-1-1 0 0 0,0 1 1 0 0,0 0-1 0 0,0 0 0 0 0,0 0 1 0 0,0 0-1 0 0,0 1 0 0 0,0-1 1 0 0,0 0-1 0 0,0 0 0 0 0,0 0 1 0 0,0 1-1 0 0,0-1 0 0 0,-1 1 1 0 0,1-1-1 0 0,0 1 0 0 0,0-1 1 0 0,-1 1-1 0 0,1 0 0 0 0,0 0 1 0 0,-1-1-1 0 0,1 1 0 0 0,0 0 1 0 0,-1 0-1 0 0,1 0 0 0 0,0 1 1 0 0,-1-1-1 0 0,-1 1 0 0 0,2-1-1 0 0,-2 0 1 0 0,0 0 1 0 0,-1 1-1 0 0,1 0 1 0 0,-1-1-1 0 0,1 1 1 0 0,0 0-1 0 0,0 1 1 0 0,0-1-1 0 0,-1 1 1 0 0,1-1-1 0 0,0 1 1 0 0,1 0-1 0 0,-1 0 1 0 0,0 0-1 0 0,1 0 0 0 0,-1 1 1 0 0,1-1-1 0 0,-3 4 1 0 0,1-1-1 0 0,0 0 0 0 0,1 0 0 0 0,0 0 1 0 0,-1 1-1 0 0,2 0 0 0 0,-1 0 0 0 0,1 0 0 0 0,-2 6 0 0 0,3-7-1 0 0,0 0-1 0 0,1 0 1 0 0,0 0 0 0 0,0 0-1 0 0,0 0 1 0 0,1 0-1 0 0,-1 0 1 0 0,1 0-1 0 0,0 0 1 0 0,1-1-1 0 0,-1 1 1 0 0,1 0-1 0 0,0-1 1 0 0,0 1-1 0 0,1-1 1 0 0,-1 0-1 0 0,1 1 1 0 0,0-1-1 0 0,6 6 1 0 0,6 6-4 0 0,0 0 0 0 0,2-1 0 0 0,18 13 0 0 0,-29-23 7 0 0,45 33 9 0 0,-27-21 155 0 0,-2 0 0 0 0,38 37 0 0 0,-59-53-141 0 0,0 0-1 0 0,0 0 1 0 0,0 0 0 0 0,-1 0 0 0 0,1 0 0 0 0,0 0 0 0 0,-1 1 0 0 0,1-1-1 0 0,-1 0 1 0 0,1 0 0 0 0,-1 1 0 0 0,0-1 0 0 0,1 0 0 0 0,-1 0 0 0 0,0 1-1 0 0,0-1 1 0 0,0 0 0 0 0,0 1 0 0 0,0-1 0 0 0,0 0 0 0 0,-1 0-1 0 0,1 1 1 0 0,0-1 0 0 0,-1 0 0 0 0,1 0 0 0 0,0 1 0 0 0,-1-1 0 0 0,0 0-1 0 0,1 0 1 0 0,-1 0 0 0 0,0 0 0 0 0,1 0 0 0 0,-1 0 0 0 0,0 0 0 0 0,0 0-1 0 0,0 0 1 0 0,0 0 0 0 0,0 0 0 0 0,-1 0 0 0 0,-6 5 19 0 0,0 0 1 0 0,0-1-1 0 0,0 0 1 0 0,-11 5-1 0 0,13-7-7 0 0,-18 9-465 0 0,-1-1 1 0 0,-49 14-1 0 0,8-12-2758 0 0,53-12 692 0 0,0 0 0 0 0,-25-3 0 0 0,14-1-3626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100 914 436 0 0,'-15'11'2195'0'0,"0"1"0"0"0,1 0 0 0 0,0 1 1 0 0,-20 24-1 0 0,33-36-2133 0 0,0 0 1 0 0,1 0-1 0 0,-1 0 1 0 0,0 0-1 0 0,1 0 1 0 0,-1 0-1 0 0,0 1 1 0 0,1-1-1 0 0,0 0 1 0 0,-1 0 0 0 0,1 1-1 0 0,0-1 1 0 0,-1 3-1 0 0,1-4-25 0 0,0 1 0 0 0,0-1 0 0 0,1 1 0 0 0,-1-1 1 0 0,0 1-1 0 0,0-1 0 0 0,0 1 0 0 0,0-1 0 0 0,1 1 0 0 0,-1-1 0 0 0,0 1 0 0 0,1-1 0 0 0,-1 0 0 0 0,0 1 0 0 0,1-1 1 0 0,-1 1-1 0 0,0-1 0 0 0,1 0 0 0 0,-1 0 0 0 0,1 1 0 0 0,-1-1 0 0 0,1 0 0 0 0,0 1 0 0 0,1-1 29 0 0,-1 1-1 0 0,1-1 1 0 0,0 1-1 0 0,0-1 1 0 0,0 0 0 0 0,0 0-1 0 0,0 0 1 0 0,0 0-1 0 0,-1 0 1 0 0,1 0-1 0 0,0 0 1 0 0,0-1-1 0 0,0 1 1 0 0,0-1-1 0 0,2 0 1 0 0,11-7 68 0 0,0 0 0 0 0,0-1-1 0 0,0-1 1 0 0,-2 0 0 0 0,1-1 0 0 0,-1 0 0 0 0,12-14 0 0 0,-5 2-2 0 0,0 0 0 0 0,-2-1 0 0 0,18-32 0 0 0,-24 34-103 0 0,-2 0 0 0 0,-1-1 0 0 0,0 0 0 0 0,-2 0 0 0 0,-1-1 0 0 0,-1 0 1 0 0,0 0-1 0 0,-2 0 0 0 0,-1 0 0 0 0,-1-1 0 0 0,-3-33 0 0 0,-3 2 216 0 0,-3 0 0 0 0,-2 1 1 0 0,-31-98-1 0 0,26 106 259 0 0,4 10-1 0 0,-19-45 1 0 0,30 82-502 0 0,0 0 1 0 0,0-1 0 0 0,0 1-1 0 0,0 0 1 0 0,0-1-1 0 0,0 1 1 0 0,0 0 0 0 0,0 0-1 0 0,0-1 1 0 0,0 1 0 0 0,-1 0-1 0 0,1 0 1 0 0,0-1-1 0 0,0 1 1 0 0,0 0 0 0 0,0 0-1 0 0,-1 0 1 0 0,1-1 0 0 0,0 1-1 0 0,0 0 1 0 0,0 0-1 0 0,-1 0 1 0 0,1 0 0 0 0,0-1-1 0 0,0 1 1 0 0,-1 0-1 0 0,1 0 1 0 0,0 0 0 0 0,0 0-1 0 0,-1 0 1 0 0,1 0 0 0 0,0 0-1 0 0,0 0 1 0 0,-1 0-1 0 0,-3 9 28 0 0,2 20-29 0 0,26 277 709 0 0,-10-176-325 0 0,-11-99-317 0 0,36 321 540 0 0,29-5-211 0 0,-65-334-360 0 0,1 0 0 0 0,11 22 0 0 0,-14-33-110 0 0,0 1 0 0 0,0-1 0 0 0,1 1 0 0 0,-1-1 0 0 0,1 0 0 0 0,-1 0 0 0 0,1 0 0 0 0,0 0 1 0 0,0 0-1 0 0,0 0 0 0 0,0 0 0 0 0,1 0 0 0 0,-1-1 0 0 0,0 1 0 0 0,1-1 0 0 0,-1 0 0 0 0,1 0 0 0 0,-1 0 0 0 0,5 2 0 0 0,-4-3-97 0 0,-1 0-1 0 0,1-1 0 0 0,-1 1 1 0 0,1 0-1 0 0,-1-1 0 0 0,1 1 1 0 0,-1-1-1 0 0,1 0 1 0 0,-1 0-1 0 0,0 0 0 0 0,1 0 1 0 0,-1 0-1 0 0,0 0 0 0 0,0-1 1 0 0,0 1-1 0 0,0-1 0 0 0,0 0 1 0 0,0 1-1 0 0,0-1 0 0 0,-1 0 1 0 0,1 0-1 0 0,1-2 0 0 0,2-3-537 0 0,0 0-1 0 0,-1-1 0 0 0,0 1 0 0 0,0-1 1 0 0,3-8-1 0 0,1-15-3021 0 0,-2-2-1567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196 299 788 0 0,'-41'-16'5593'0'0,"-51"-12"0"0"0,67 21-4192 0 0,24 6-1337 0 0,0 1 0 0 0,-1 0 0 0 0,1-1 0 0 0,0 1 0 0 0,0 0 1 0 0,-1-1-1 0 0,1 1 0 0 0,0 0 0 0 0,-1 0 0 0 0,1 0 1 0 0,0 0-1 0 0,-1 0 0 0 0,1 1 0 0 0,0-1 0 0 0,0 0 0 0 0,-1 1 1 0 0,1-1-1 0 0,0 0 0 0 0,0 1 0 0 0,-1 0 0 0 0,1-1 0 0 0,0 1 1 0 0,0 0-1 0 0,0-1 0 0 0,0 1 0 0 0,0 0 0 0 0,0 0 1 0 0,0 0-1 0 0,0 0 0 0 0,0 1 0 0 0,1-1-53 0 0,0-1-1 0 0,0 1 1 0 0,0-1-1 0 0,0 0 1 0 0,0 1-1 0 0,0-1 1 0 0,0 1-1 0 0,0-1 1 0 0,1 1-1 0 0,-1-1 1 0 0,0 1-1 0 0,0-1 1 0 0,1 0-1 0 0,-1 1 1 0 0,0-1-1 0 0,1 1 1 0 0,-1-1-1 0 0,0 0 1 0 0,1 1-1 0 0,-1-1 1 0 0,0 0-1 0 0,1 1 1 0 0,-1-1-1 0 0,1 0 1 0 0,-1 0-1 0 0,1 1 1 0 0,12 5 76 0 0,-3-3-44 0 0,-1-1-1 0 0,1 0 0 0 0,0 0 0 0 0,0-1 0 0 0,0 0 0 0 0,18-1 1 0 0,63-9 34 0 0,-64 5-58 0 0,190-30 69 0 0,-161 22-43 0 0,99-34 0 0 0,-143 41-33 0 0,-1 0 1 0 0,1 0 0 0 0,-1-1-1 0 0,0 0 1 0 0,-1-1-1 0 0,12-10 1 0 0,-18 14-9 0 0,0-1 0 0 0,-1 1 1 0 0,0 0-1 0 0,0-1 0 0 0,0 0 0 0 0,0 0 1 0 0,-1 0-1 0 0,1 0 0 0 0,-1 0 0 0 0,0-1 1 0 0,-1 1-1 0 0,1 0 0 0 0,-1-1 0 0 0,1 0 1 0 0,-1 1-1 0 0,-1-1 0 0 0,1 0 0 0 0,-1 1 1 0 0,1-1-1 0 0,-2-6 0 0 0,1 6-3 0 0,0 1-4 0 0,-1 1-1 0 0,1-1 0 0 0,-1 0 1 0 0,1 0-1 0 0,-1 1 0 0 0,-2-5 1 0 0,3 7 4 0 0,-11 13 10 0 0,7-5-9 0 0,1 1 1 0 0,0-1 0 0 0,1 1 0 0 0,-1 0 0 0 0,2 0-1 0 0,-1 0 1 0 0,1 0 0 0 0,0 0 0 0 0,1 9 0 0 0,-2 3 1 0 0,-6 92 57 0 0,6 0 0 0 0,4 0 0 0 0,5 0 0 0 0,33 172 1 0 0,-35-260-45 0 0,19 89 256 0 0,-23-111-217 0 0,5-32-48 0 0,-3-1-16 0 0,1-1 0 0 0,1 1 0 0 0,1 0 1 0 0,2 0-1 0 0,2 1 0 0 0,0 0 1 0 0,2 0-1 0 0,1 2 0 0 0,2-1 1 0 0,0 2-1 0 0,2 0 0 0 0,40-49 1 0 0,-52 70 12 0 0,1 1 0 0 0,-1 0 0 0 0,1 0 0 0 0,0 1 0 0 0,0 0 0 0 0,1 0 0 0 0,-1 0 0 0 0,1 1 0 0 0,0-1 0 0 0,0 2 0 0 0,11-4 0 0 0,-14 5 37 0 0,0 1 1 0 0,-1-1-1 0 0,1 1 0 0 0,0 0 1 0 0,0 0-1 0 0,0 1 1 0 0,-1-1-1 0 0,1 1 1 0 0,0 0-1 0 0,-1 0 1 0 0,1 0-1 0 0,0 0 1 0 0,-1 1-1 0 0,1-1 1 0 0,-1 1-1 0 0,0 0 1 0 0,0 0-1 0 0,0 0 1 0 0,0 1-1 0 0,0-1 0 0 0,0 1 1 0 0,0-1-1 0 0,-1 1 1 0 0,4 4-1 0 0,0 1 79 0 0,1 1-1 0 0,-1 1 0 0 0,0-1 1 0 0,-1 1-1 0 0,0 0 0 0 0,6 19 1 0 0,-5-4 30 0 0,-1 0 0 0 0,-1 0 1 0 0,-1 0-1 0 0,-1 37 1 0 0,-1-34-828 0 0,0-1 0 0 0,2 0 0 0 0,9 41 1 0 0,-12-67 545 0 0,11 29-2121 0 0,-10-29 1933 0 0,-1 0-1 0 0,1 0 1 0 0,-1 0 0 0 0,1 0 0 0 0,0 0-1 0 0,-1 0 1 0 0,1 0 0 0 0,0 0-1 0 0,0 0 1 0 0,0 0 0 0 0,0 0-1 0 0,-1 0 1 0 0,1-1 0 0 0,0 1 0 0 0,0 0-1 0 0,1-1 1 0 0,-1 1 0 0 0,0-1-1 0 0,0 1 1 0 0,0-1 0 0 0,0 1-1 0 0,0-1 1 0 0,1 0 0 0 0,-1 0 0 0 0,2 1-1 0 0,10-3-3700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1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22 168 2068 0 0,'-7'-34'3944'0'0,"3"17"-2254"0"0,0 0 0 0 0,1-1-1 0 0,0-20 1 0 0,3 37-1627 0 0,-1-1 0 0 0,1 0-1 0 0,1 0 1 0 0,-1 0-1 0 0,0 0 1 0 0,0 0 0 0 0,1 0-1 0 0,-1 0 1 0 0,1 0 0 0 0,0 0-1 0 0,-1 1 1 0 0,1-1 0 0 0,0 0-1 0 0,0 1 1 0 0,0-1 0 0 0,0 0-1 0 0,0 1 1 0 0,3-3 0 0 0,-3 3-16 0 0,1 0 1 0 0,-1 0-1 0 0,1 0 1 0 0,-1 1-1 0 0,1-1 1 0 0,0 0-1 0 0,-1 1 1 0 0,1 0-1 0 0,0-1 1 0 0,-1 1-1 0 0,1 0 1 0 0,0 0-1 0 0,0 0 1 0 0,-1 0-1 0 0,1 0 1 0 0,0 0-1 0 0,1 1 1 0 0,3 0 67 0 0,0 0 1 0 0,-1 1 0 0 0,1 0 0 0 0,-1 0 0 0 0,0 1 0 0 0,1 0 0 0 0,-1 0 0 0 0,0 0 0 0 0,0 0 0 0 0,8 8-1 0 0,0 3 74 0 0,-1 0-1 0 0,0 1 0 0 0,-1 0 0 0 0,0 1 1 0 0,-1 0-1 0 0,13 32 0 0 0,-19-39-145 0 0,0 0-1 0 0,-1 0 1 0 0,0 1-1 0 0,-1-1 1 0 0,0 1-1 0 0,0 0 1 0 0,-1-1-1 0 0,-1 1 0 0 0,0 0 1 0 0,0 0-1 0 0,-1 0 1 0 0,0-1-1 0 0,0 1 1 0 0,-6 18-1 0 0,-4-5 49 0 0,10-22-87 0 0,1 0 0 0 0,-1 0-1 0 0,0 0 1 0 0,0 0 0 0 0,1 0-1 0 0,-1 0 1 0 0,0-1 0 0 0,0 1 0 0 0,0 0-1 0 0,0-1 1 0 0,0 1 0 0 0,0 0-1 0 0,0-1 1 0 0,0 1 0 0 0,0-1 0 0 0,0 0-1 0 0,0 1 1 0 0,-1-1 0 0 0,1 0-1 0 0,-2 1 1 0 0,2-1-5 0 0,1-1-1 0 0,-1 1 1 0 0,0 0-1 0 0,0 0 1 0 0,0 0-1 0 0,1-1 1 0 0,-1 1 0 0 0,0 0-1 0 0,0-1 1 0 0,1 1-1 0 0,-1-1 1 0 0,0 1 0 0 0,1-1-1 0 0,-1 1 1 0 0,0-1-1 0 0,1 1 1 0 0,-1-1-1 0 0,1 0 1 0 0,-1 1 0 0 0,1-1-1 0 0,-1 0 1 0 0,1 1-1 0 0,0-1 1 0 0,-1 0 0 0 0,1 0-1 0 0,0 0 1 0 0,-1 1-1 0 0,1-1 1 0 0,0 0-1 0 0,0 0 1 0 0,0 0 0 0 0,0 1-1 0 0,0-1 1 0 0,0-2-1 0 0,2-25-23 0 0,1 19 14 0 0,0 0 0 0 0,0 1 1 0 0,1-1-1 0 0,0 1 1 0 0,0 0-1 0 0,1 0 0 0 0,0 1 1 0 0,0 0-1 0 0,9-10 0 0 0,9-6-20 0 0,29-25-1 0 0,-38 35 8 0 0,1 2 1 0 0,0 0 0 0 0,0 1 0 0 0,1 0 0 0 0,0 1 0 0 0,1 1-1 0 0,0 1 1 0 0,27-9 0 0 0,-41 16 23 0 0,0-1 1 0 0,0 0-1 0 0,0 1 0 0 0,0 0 1 0 0,0-1-1 0 0,0 1 1 0 0,0 0-1 0 0,0 1 0 0 0,0-1 1 0 0,0 0-1 0 0,-1 1 0 0 0,1 0 1 0 0,0 0-1 0 0,0 0 0 0 0,0 0 1 0 0,-1 0-1 0 0,1 0 1 0 0,0 1-1 0 0,-1-1 0 0 0,0 1 1 0 0,1 0-1 0 0,-1-1 0 0 0,0 1 1 0 0,0 0-1 0 0,0 1 1 0 0,0-1-1 0 0,0 0 0 0 0,0 0 1 0 0,0 1-1 0 0,-1-1 0 0 0,1 1 1 0 0,-1 0-1 0 0,0-1 0 0 0,0 1 1 0 0,1 4-1 0 0,3 9-9 0 0,-2 0 0 0 0,0 0 1 0 0,0 1-1 0 0,-1 32 0 0 0,-1-33 22 0 0,-1-13-13 0 0,7 83 3 0 0,-5-77-1 0 0,0 1 1 0 0,0 0-1 0 0,0-1 0 0 0,2 1 0 0 0,-1-1 0 0 0,8 15 1 0 0,-10-22-2 0 0,1-1 0 0 0,0 1 0 0 0,0 0 0 0 0,-1 0 0 0 0,1-1 0 0 0,0 1 0 0 0,0-1 0 0 0,0 0 0 0 0,1 1 0 0 0,-1-1 0 0 0,0 0 0 0 0,0 0 0 0 0,1 0 0 0 0,-1-1 0 0 0,0 1 0 0 0,1-1 0 0 0,-1 1 0 0 0,1-1 0 0 0,3 0 0 0 0,3 1 2 0 0,-1-1 0 0 0,1-1 0 0 0,-1 1 0 0 0,14-4 1 0 0,-16 3-9 0 0,0-1 0 0 0,-1 1 0 0 0,1-1 0 0 0,-1 0 0 0 0,0-1 1 0 0,1 1-1 0 0,-1-1 0 0 0,-1 0 0 0 0,1-1 0 0 0,0 1 0 0 0,-1-1 0 0 0,1 0 1 0 0,-1 0-1 0 0,0 0 0 0 0,4-6 0 0 0,-4 3-11 0 0,0 1 1 0 0,-1-1-1 0 0,1 1 1 0 0,-2-1-1 0 0,1 0 1 0 0,-1 0-1 0 0,0-1 0 0 0,0 1 1 0 0,-1 0-1 0 0,1-13 1 0 0,-2 4-9 0 0,-1 0 1 0 0,0 0 0 0 0,-1 0 0 0 0,-1 0 0 0 0,0 1 0 0 0,-1-1-1 0 0,-1 1 1 0 0,0 0 0 0 0,-1 0 0 0 0,-12-21 0 0 0,15 31 20 0 0,0-1 0 0 0,0 1 0 0 0,-1-1 0 0 0,1 1 1 0 0,-1 0-1 0 0,-1 0 0 0 0,1 1 0 0 0,-1-1 0 0 0,1 1 1 0 0,-1 0-1 0 0,-1 0 0 0 0,1 1 0 0 0,0-1 0 0 0,-1 1 0 0 0,0 1 1 0 0,0-1-1 0 0,0 1 0 0 0,-9-3 0 0 0,13 5-14 0 0,0-1-1 0 0,0 1 0 0 0,-1 0 1 0 0,1 0-1 0 0,0 1 0 0 0,0-1 1 0 0,0 0-1 0 0,0 1 0 0 0,0-1 0 0 0,0 1 1 0 0,0-1-1 0 0,0 1 0 0 0,0 0 1 0 0,0 0-1 0 0,0 0 0 0 0,0 0 1 0 0,0 1-1 0 0,0-1 0 0 0,1 0 1 0 0,-1 1-1 0 0,1-1 0 0 0,-1 1 1 0 0,1-1-1 0 0,-1 1 0 0 0,1 0 1 0 0,0 0-1 0 0,0-1 0 0 0,0 1 1 0 0,0 0-1 0 0,0 0 0 0 0,-1 3 1 0 0,1 0-292 0 0,-1 0 1 0 0,1 0 0 0 0,-1-1 0 0 0,1 1 0 0 0,1 0 0 0 0,-1 1-1 0 0,1-1 1 0 0,0 0 0 0 0,0 0 0 0 0,0 0 0 0 0,2 7 0 0 0,-1-8-340 0 0,0 0 1 0 0,0 0 0 0 0,1-1 0 0 0,-1 1 0 0 0,1 0 0 0 0,0-1 0 0 0,0 1 0 0 0,0-1 0 0 0,0 0 0 0 0,5 4 0 0 0,1 2-2808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74 2568 0 0,'-2'-14'7749'0'0,"0"-5"-1692"0"0,1 31-5379 0 0,1 9-322 0 0,1 0 0 0 0,1 0 0 0 0,10 40 0 0 0,-10-53-337 0 0,0 0 0 0 0,1-1 0 0 0,0 1 0 0 0,1-1-1 0 0,0 0 1 0 0,4 7 0 0 0,-5-11-9 0 0,-1 0 0 0 0,1 0 1 0 0,-1 0-1 0 0,1 0 0 0 0,0 0 0 0 0,0-1 0 0 0,0 0 1 0 0,0 0-1 0 0,1 1 0 0 0,-1-2 0 0 0,0 1 1 0 0,1 0-1 0 0,5 1 0 0 0,-5-2-39 0 0,-1 0 1 0 0,1 1-1 0 0,-1-2 1 0 0,1 1-1 0 0,0 0 0 0 0,-1-1 1 0 0,1 0-1 0 0,0 0 0 0 0,0 0 1 0 0,-1 0-1 0 0,1-1 1 0 0,0 1-1 0 0,-1-1 0 0 0,1 0 1 0 0,-1 0-1 0 0,1 0 0 0 0,-1-1 1 0 0,1 1-1 0 0,-1-1 0 0 0,0 0 1 0 0,1 0-1 0 0,-1 0 1 0 0,0 0-1 0 0,0 0 0 0 0,-1-1 1 0 0,1 1-1 0 0,0-1 0 0 0,-1 0 1 0 0,0 0-1 0 0,1 0 1 0 0,-1 0-1 0 0,2-4 0 0 0,4-12-74 0 0,-1-1 1 0 0,0 0-1 0 0,-1-1 0 0 0,-2 1 0 0 0,0-1 0 0 0,2-42 0 0 0,-1 18 178 0 0,-5 45-54 0 0,0 0 0 0 0,1 0 1 0 0,-1 0-1 0 0,0 0 0 0 0,0 0 1 0 0,0 0-1 0 0,0 0 0 0 0,0 0 1 0 0,0 0-1 0 0,0 0 0 0 0,0 0 0 0 0,0 0 1 0 0,0 0-1 0 0,0 0 0 0 0,0 0 1 0 0,1 0-1 0 0,-1 0 0 0 0,0 0 0 0 0,0 0 1 0 0,0 0-1 0 0,0 0 0 0 0,0 0 1 0 0,0 0-1 0 0,0 0 0 0 0,0 0 1 0 0,0 0-1 0 0,0 0 0 0 0,0 0 0 0 0,1 0 1 0 0,-1 0-1 0 0,0 0 0 0 0,0 0 1 0 0,0 0-1 0 0,0 0 0 0 0,0 0 0 0 0,0 0 1 0 0,0 0-1 0 0,0 0 0 0 0,0 0 1 0 0,4 17 397 0 0,4 26-7 0 0,-2 9-107 0 0,0-1-218 0 0,1 0 1 0 0,22 74 0 0 0,-28-121-339 0 0,1 0 0 0 0,-1 0 0 0 0,1 0 1 0 0,0 0-1 0 0,0 0 0 0 0,1-1 0 0 0,-1 1 1 0 0,1-1-1 0 0,-1 1 0 0 0,1-1 0 0 0,0 0 0 0 0,0 0 1 0 0,1 0-1 0 0,-1-1 0 0 0,1 1 0 0 0,-1-1 0 0 0,7 4 1 0 0,-6-5-446 0 0,1 1 1 0 0,-1-1 0 0 0,1 0-1 0 0,-1 0 1 0 0,1 0-1 0 0,0 0 1 0 0,0-1 0 0 0,-1 0-1 0 0,1 0 1 0 0,6-1 0 0 0,13-3-4150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2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342 446 2320 0 0,'0'-8'1139'0'0,"-1"0"-1"0"0,1 0 1 0 0,-1 0 0 0 0,-1 0-1 0 0,1 0 1 0 0,-5-10 0 0 0,5 15-892 0 0,0 1 1 0 0,0-1-1 0 0,0 0 1 0 0,-1 1-1 0 0,1-1 1 0 0,-1 1 0 0 0,0 0-1 0 0,0-1 1 0 0,0 1-1 0 0,0 0 1 0 0,0 0-1 0 0,0 0 1 0 0,0 0 0 0 0,-1 1-1 0 0,1-1 1 0 0,-1 1-1 0 0,1-1 1 0 0,-1 1-1 0 0,-5-2 1 0 0,5 3-152 0 0,0-1 0 0 0,-1 1 0 0 0,1 0 0 0 0,0 0 0 0 0,0 1 0 0 0,-1-1 0 0 0,1 1 0 0 0,0-1 0 0 0,0 1-1 0 0,0 0 1 0 0,-4 2 0 0 0,-1-1 130 0 0,-5 3-68 0 0,0 0-1 0 0,1 1 1 0 0,0 0 0 0 0,1 1-1 0 0,-1 0 1 0 0,1 1 0 0 0,1 0-1 0 0,-1 1 1 0 0,1 0 0 0 0,-12 15-1 0 0,8-8-81 0 0,1 2 0 0 0,0 0-1 0 0,1 0 1 0 0,1 1-1 0 0,-14 33 1 0 0,23-46-65 0 0,0-1-1 0 0,0 0 1 0 0,1 0 0 0 0,-1 1 0 0 0,1-1-1 0 0,0 1 1 0 0,1-1 0 0 0,0 1-1 0 0,-1-1 1 0 0,2 1 0 0 0,-1 0-1 0 0,1-1 1 0 0,1 7 0 0 0,-1-9-21 0 0,0-1 0 0 0,0 1 0 0 0,0-1 0 0 0,0 1 0 0 0,1-1 0 0 0,-1 1 0 0 0,1-1 0 0 0,0 0 0 0 0,0 0 0 0 0,0 0 0 0 0,0 0 0 0 0,0 0 0 0 0,0-1 0 0 0,0 1 0 0 0,0 0 0 0 0,1-1 0 0 0,-1 0 0 0 0,1 1 0 0 0,-1-1-1 0 0,1 0 1 0 0,-1 0 0 0 0,1-1 0 0 0,0 1 0 0 0,-1-1 0 0 0,1 1 0 0 0,0-1 0 0 0,5 0 0 0 0,0 0-132 0 0,0 0-1 0 0,0-1 0 0 0,0 0 0 0 0,0-1 0 0 0,0 0 0 0 0,-1 0 0 0 0,1 0 0 0 0,-1-1 1 0 0,1 0-1 0 0,-1-1 0 0 0,0 0 0 0 0,0 0 0 0 0,-1 0 0 0 0,1-1 0 0 0,8-8 1 0 0,5-5-248 0 0,-1-1 1 0 0,-2-1-1 0 0,21-28 1 0 0,-21 22 206 0 0,20-39 0 0 0,-19 31 129 0 0,-9 23 99 0 0,-4 12 67 0 0,-1 22 171 0 0,58 381 2280 0 0,22-7-1522 0 0,6 30-231 0 0,-87-412-807 0 0,12 81 339 0 0,-15-88-257 0 0,1 1-1 0 0,-1 0 1 0 0,0 0-1 0 0,-1 0 1 0 0,0-1-1 0 0,-1 1 1 0 0,0 0-1 0 0,-4 12 1 0 0,4-17-64 0 0,1-1 0 0 0,-1 0 1 0 0,0 1-1 0 0,0-1 1 0 0,0 0-1 0 0,0 0 1 0 0,-1-1-1 0 0,1 1 1 0 0,-1 0-1 0 0,0-1 1 0 0,0 0-1 0 0,0 1 1 0 0,0-1-1 0 0,0 0 1 0 0,-6 2-1 0 0,3-1 1 0 0,0-2-1 0 0,0 1 1 0 0,0 0-1 0 0,-1-1 1 0 0,1 0-1 0 0,0-1 1 0 0,0 0-1 0 0,-11 0 1 0 0,-1-2-4 0 0,0-1-1 0 0,0-1 1 0 0,0 0 0 0 0,1-1 0 0 0,-27-12 0 0 0,25 8-11 0 0,0 0 1 0 0,0-1-1 0 0,1-2 1 0 0,0 1-1 0 0,1-2 1 0 0,1 0-1 0 0,0-1 1 0 0,-20-23-1 0 0,28 28-12 0 0,0-1 0 0 0,1 0 0 0 0,0-1-1 0 0,1 1 1 0 0,0-1 0 0 0,1 0 0 0 0,0-1 0 0 0,1 1 0 0 0,0-1-1 0 0,1 0 1 0 0,0 0 0 0 0,1 0 0 0 0,0 0 0 0 0,1-1-1 0 0,1-23 1 0 0,3 7-33 0 0,2 0 1 0 0,1 0-1 0 0,1 0 0 0 0,2 1 0 0 0,0 1 0 0 0,2-1 0 0 0,27-46 0 0 0,9-6-249 0 0,65-81 0 0 0,31-21-531 0 0,58-82-1310 0 0,-178 228 1786 0 0,-1 0-1 0 0,-3-2 0 0 0,0 0 0 0 0,-3-1 0 0 0,21-72 0 0 0,-33 93 292 0 0,0 1 1 0 0,0-1-1 0 0,-2 0 0 0 0,-1 0 1 0 0,0 0-1 0 0,-1 0 1 0 0,0 0-1 0 0,-2 0 1 0 0,0 0-1 0 0,-1 0 0 0 0,-1 1 1 0 0,-1-1-1 0 0,-10-25 1 0 0,14 42 48 0 0,1-1-1 0 0,-1 0 1 0 0,0 1 0 0 0,0-1 0 0 0,0 0 0 0 0,0 1 0 0 0,0-1 0 0 0,0 1 0 0 0,0 0 0 0 0,-1-1-1 0 0,1 1 1 0 0,0 0 0 0 0,-1 0 0 0 0,1 0 0 0 0,-1 0 0 0 0,1 0 0 0 0,-3-1 0 0 0,3 2 2 0 0,0 0-1 0 0,0 0 1 0 0,0-1 0 0 0,0 2 0 0 0,0-1 0 0 0,0 0 0 0 0,0 0-1 0 0,0 0 1 0 0,0 0 0 0 0,0 1 0 0 0,0-1 0 0 0,0 0-1 0 0,0 1 1 0 0,1-1 0 0 0,-1 1 0 0 0,0-1 0 0 0,0 1 0 0 0,0-1-1 0 0,0 1 1 0 0,1-1 0 0 0,-1 1 0 0 0,-1 1 0 0 0,-2 3 3 0 0,1-1 0 0 0,-1 1 0 0 0,1 0 0 0 0,0 1 0 0 0,1-1-1 0 0,-1 0 1 0 0,1 1 0 0 0,-3 10 0 0 0,-1 12 17 0 0,1 0 0 0 0,2 0 0 0 0,1 0 0 0 0,1 1-1 0 0,1-1 1 0 0,2 1 0 0 0,5 28 0 0 0,0-15-18 0 0,2-1 0 0 0,2-1 0 0 0,1 0-1 0 0,21 44 1 0 0,-32-81-3 0 0,7 15 24 0 0,18 30 1 0 0,-24-44-14 0 0,1 0-1 0 0,0 0 1 0 0,1 0-1 0 0,-1 0 1 0 0,1 0-1 0 0,0-1 1 0 0,0 1-1 0 0,0-1 1 0 0,0 0-1 0 0,0 0 1 0 0,7 2-1 0 0,-10-4-7 0 0,1-1 0 0 0,0 0-1 0 0,-1 0 1 0 0,1 0 0 0 0,0 0-1 0 0,-1 0 1 0 0,1-1-1 0 0,0 1 1 0 0,-1 0 0 0 0,1-1-1 0 0,-1 1 1 0 0,1-1 0 0 0,-1 0-1 0 0,1 1 1 0 0,-1-1-1 0 0,3-2 1 0 0,0 1 7 0 0,8-5-1 0 0,0 0-1 0 0,15-13 1 0 0,-20 14-5 0 0,1 0-1 0 0,0 1 0 0 0,0 0 1 0 0,0 0-1 0 0,0 1 1 0 0,13-5-1 0 0,-19 8 23 0 0,-1 1-1 0 0,1 0 1 0 0,0 0 0 0 0,-1 0-1 0 0,1 0 1 0 0,0 0-1 0 0,-1 0 1 0 0,1 0 0 0 0,-1 1-1 0 0,1-1 1 0 0,0 0-1 0 0,-1 1 1 0 0,1-1 0 0 0,-1 1-1 0 0,1 0 1 0 0,-1 0 0 0 0,0-1-1 0 0,1 1 1 0 0,-1 0-1 0 0,0 0 1 0 0,3 2 0 0 0,20 26 603 0 0,-22-26-571 0 0,7 13 193 0 0,1 0-1 0 0,7 21 0 0 0,-8-18-42 0 0,21 36 0 0 0,-27-50-297 0 0,0-1 0 0 0,0 0 0 0 0,0 0 1 0 0,1 0-1 0 0,0-1 0 0 0,-1 1 0 0 0,1-1 1 0 0,0 0-1 0 0,1 0 0 0 0,-1 0 0 0 0,0-1 1 0 0,1 0-1 0 0,5 2 0 0 0,-6-2-537 0 0,0-2 1 0 0,0 1-1 0 0,0 0 0 0 0,0-1 0 0 0,0 0 0 0 0,0 0 1 0 0,0 0-1 0 0,0 0 0 0 0,0-1 0 0 0,1 1 1 0 0,-1-1-1 0 0,5-2 0 0 0,8-4-4755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4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111 975 1452 0 0,'-5'3'777'0'0,"-11"7"1286"0"0,1 0 1 0 0,-24 20-1 0 0,36-27-1892 0 0,0-1-1 0 0,0 1 0 0 0,1 0 1 0 0,-1 0-1 0 0,0 0 0 0 0,1 0 1 0 0,0 1-1 0 0,0-1 1 0 0,0 1-1 0 0,0-1 0 0 0,1 1 1 0 0,-1 0-1 0 0,1-1 1 0 0,0 1-1 0 0,0 0 0 0 0,0 0 1 0 0,1 0-1 0 0,-1 7 0 0 0,1-9-118 0 0,0 0 0 0 0,0-1 0 0 0,1 1 0 0 0,-1-1 0 0 0,0 1 0 0 0,1-1 0 0 0,-1 1 0 0 0,1-1 0 0 0,0 1 0 0 0,-1-1 0 0 0,1 1 0 0 0,0-1 0 0 0,0 0 0 0 0,0 0 0 0 0,0 1 0 0 0,0-1 0 0 0,0 0 0 0 0,0 0 0 0 0,1 0 0 0 0,1 1 0 0 0,-1-1 2 0 0,0 1 0 0 0,1-1-1 0 0,-1-1 1 0 0,1 1 0 0 0,0 0-1 0 0,-1-1 1 0 0,1 1-1 0 0,0-1 1 0 0,-1 0 0 0 0,1 1-1 0 0,2-2 1 0 0,6 0 57 0 0,0 0 0 0 0,0-1-1 0 0,0-1 1 0 0,17-6 0 0 0,-4 0-28 0 0,0-1 1 0 0,0-2 0 0 0,-1 0-1 0 0,-1-1 1 0 0,0-2-1 0 0,-1 0 1 0 0,0-1-1 0 0,-1-1 1 0 0,-1-1-1 0 0,-1-1 1 0 0,-1 0-1 0 0,0-1 1 0 0,-1-1 0 0 0,-2-1-1 0 0,0 0 1 0 0,-1-1-1 0 0,-1 0 1 0 0,-2-1-1 0 0,10-28 1 0 0,-6 5-89 0 0,-2 0 0 0 0,-2-1 0 0 0,-2 0-1 0 0,1-62 1 0 0,-7 21 38 0 0,-14-127-1 0 0,-5 87 11 0 0,17 129-44 0 0,-1 0 1 0 0,1 1-1 0 0,0-1 1 0 0,0 0-1 0 0,0 0 1 0 0,0 0-1 0 0,-1 1 1 0 0,1-1 0 0 0,0 0-1 0 0,0 0 1 0 0,0 0-1 0 0,-1 0 1 0 0,1 0-1 0 0,0 0 1 0 0,0 1-1 0 0,-1-1 1 0 0,1 0-1 0 0,0 0 1 0 0,0 0-1 0 0,0 0 1 0 0,-1 0-1 0 0,1 0 1 0 0,0 0-1 0 0,-1 0 1 0 0,1 0 0 0 0,0 0-1 0 0,0 0 1 0 0,-1 0-1 0 0,1 0 1 0 0,0 0-1 0 0,0 0 1 0 0,0 0-1 0 0,-1-1 1 0 0,1 1-1 0 0,0 0 1 0 0,0 0-1 0 0,-1 0 1 0 0,1 0-1 0 0,0 0 1 0 0,0-1-1 0 0,0 1 1 0 0,-1 0-1 0 0,1 0 1 0 0,0 0 0 0 0,0 0-1 0 0,0-1 1 0 0,0 1-1 0 0,0 0 1 0 0,-1 0-1 0 0,1-1 1 0 0,0 1-1 0 0,0 0 1 0 0,0 0-1 0 0,0-1 1 0 0,0 1-1 0 0,0 0 1 0 0,0 0-1 0 0,0-1 1 0 0,0 1-1 0 0,0 0 1 0 0,0 0 0 0 0,0-1-1 0 0,0 1 1 0 0,0 0-1 0 0,-10 19-40 0 0,3 9 52 0 0,2 1-1 0 0,1-1 0 0 0,-1 46 0 0 0,10 89 153 0 0,0-114-108 0 0,1 0 1 0 0,15 53-1 0 0,-12-71-33 0 0,0-1-1 0 0,2 0 1 0 0,1 0-1 0 0,23 38 1 0 0,-28-57-37 0 0,1 1 1 0 0,0-1 0 0 0,1 0-1 0 0,0-1 1 0 0,1 0 0 0 0,0 0 0 0 0,0-1-1 0 0,1-1 1 0 0,0 1 0 0 0,1-2-1 0 0,0 0 1 0 0,23 11 0 0 0,-27-15-97 0 0,0 0 1 0 0,0-1-1 0 0,1 0 1 0 0,-1 0 0 0 0,1 0-1 0 0,-1-1 1 0 0,1-1-1 0 0,0 1 1 0 0,-1-1 0 0 0,1-1-1 0 0,0 0 1 0 0,-1 0-1 0 0,1 0 1 0 0,-1-1 0 0 0,1-1-1 0 0,-1 1 1 0 0,0-2-1 0 0,0 1 1 0 0,0-1 0 0 0,0 0-1 0 0,10-7 1 0 0,-7 1-33 0 0,1 0 0 0 0,-1 0 0 0 0,-1-1 0 0 0,0-1 0 0 0,0 0 0 0 0,-1 0 0 0 0,-1 0 0 0 0,0-1 0 0 0,-1-1 0 0 0,0 1 0 0 0,-1-1 0 0 0,8-28 0 0 0,-3 1-19 0 0,-2 0-1 0 0,-1-1 1 0 0,2-60 0 0 0,-7 38 1306 0 0,-3-1 1 0 0,-13-106 0 0 0,13 169-1050 0 0,-8 32 99 0 0,3 7 65 0 0,2-1 0 0 0,2 49 0 0 0,1-31 40 0 0,0-50-278 0 0,5 513 1365 0 0,-4-474-1341 0 0,0-17 84 0 0,4 27 1 0 0,-5-53-128 0 0,0 0 1 0 0,-1 1 0 0 0,1-1-1 0 0,0 0 1 0 0,0 1-1 0 0,0-1 1 0 0,0 0 0 0 0,0 1-1 0 0,1-1 1 0 0,-1 0 0 0 0,0 1-1 0 0,0-1 1 0 0,0 0-1 0 0,0 1 1 0 0,0-1 0 0 0,0 0-1 0 0,0 0 1 0 0,1 1 0 0 0,-1-1-1 0 0,0 0 1 0 0,0 1-1 0 0,0-1 1 0 0,0 0 0 0 0,1 0-1 0 0,-1 0 1 0 0,0 1 0 0 0,0-1-1 0 0,1 0 1 0 0,-1 0 0 0 0,0 0-1 0 0,1 1 1 0 0,-1-1-1 0 0,0 0 1 0 0,0 0 0 0 0,1 0-1 0 0,-1 0 1 0 0,0 0 0 0 0,1 0-1 0 0,-1 0 1 0 0,0 0-1 0 0,1 0 1 0 0,-1 0 0 0 0,0 0-1 0 0,1 0 1 0 0,-1 0 0 0 0,14-14 43 0 0,9-23-21 0 0,5-19 22 0 0,53-93-60 0 0,-65 123-22 0 0,1 1 0 0 0,1 0 0 0 0,33-33 0 0 0,-47 53 18 0 0,-2 3 13 0 0,0 0-1 0 0,0 0 1 0 0,0 1-1 0 0,1-1 1 0 0,-1 1-1 0 0,0-1 1 0 0,1 1-1 0 0,-1 0 1 0 0,1-1-1 0 0,2 0 1 0 0,11-2 3 0 0,-14 5 2 0 0,0-1 0 0 0,0 0 0 0 0,0 1 0 0 0,0-1 0 0 0,0 1 0 0 0,0-1 0 0 0,0 1 0 0 0,0 0 1 0 0,-1 0-1 0 0,1 0 0 0 0,0 0 0 0 0,0 0 0 0 0,-1 0 0 0 0,1 1 0 0 0,-1-1 0 0 0,1 1 0 0 0,-1-1 0 0 0,1 1 0 0 0,-1-1 0 0 0,0 1 0 0 0,0 0 0 0 0,0-1 1 0 0,0 1-1 0 0,0 0 0 0 0,1 3 0 0 0,3 7 7 0 0,0 1 0 0 0,5 23 1 0 0,-7-22-1 0 0,10 38 7 0 0,-10-35-14 0 0,0 0 0 0 0,2 0 0 0 0,0 0 1 0 0,1-1-1 0 0,0 1 0 0 0,18 28 1 0 0,-21-41 3 0 0,1 1 1 0 0,0-1-1 0 0,0 0 0 0 0,1 0 1 0 0,-1 0-1 0 0,1-1 1 0 0,0 0-1 0 0,0 0 1 0 0,0 0-1 0 0,0 0 1 0 0,1-1-1 0 0,-1 0 1 0 0,1 0-1 0 0,-1-1 0 0 0,1 1 1 0 0,0-1-1 0 0,-1 0 1 0 0,1-1-1 0 0,0 1 1 0 0,0-1-1 0 0,0 0 1 0 0,-1-1-1 0 0,1 1 1 0 0,6-2-1 0 0,-2 0 5 0 0,1-1 0 0 0,-1 0 0 0 0,1 0 0 0 0,-1 0 0 0 0,0-2 0 0 0,-1 1 0 0 0,1-1 0 0 0,-1-1 0 0 0,0 1 0 0 0,0-2 0 0 0,0 1 0 0 0,9-10 0 0 0,-5 0 87 0 0,0 0 0 0 0,-1-1 0 0 0,-1-1 1 0 0,0 0-1 0 0,-1 0 0 0 0,-1-1 0 0 0,-1 0 1 0 0,-1 0-1 0 0,0-1 0 0 0,-2 0 0 0 0,0 0 1 0 0,-1-1-1 0 0,-2 1 0 0 0,2-31 0 0 0,-4 49-66 0 0,0 0-1 0 0,0 1 0 0 0,0-1 0 0 0,0 0 0 0 0,-1 0 0 0 0,1 0 0 0 0,0 0 0 0 0,-1 0 0 0 0,1 0 0 0 0,-1 1 0 0 0,0-1 1 0 0,0 0-1 0 0,1 0 0 0 0,-1 1 0 0 0,0-1 0 0 0,0 1 0 0 0,-1-1 0 0 0,1 1 0 0 0,0-1 0 0 0,0 1 0 0 0,-1 0 0 0 0,-2-2 1 0 0,3 2-26 0 0,0 1 0 0 0,-1-1 0 0 0,1 1 0 0 0,-1 0 0 0 0,1 0 0 0 0,-1 0 0 0 0,1 0 0 0 0,0 0 1 0 0,-1 0-1 0 0,1 0 0 0 0,-1 0 0 0 0,1 0 0 0 0,-1 1 0 0 0,1-1 0 0 0,0 0 0 0 0,-1 1 0 0 0,1 0 1 0 0,0-1-1 0 0,-1 1 0 0 0,1 0 0 0 0,0-1 0 0 0,0 1 0 0 0,-1 0 0 0 0,1 0 0 0 0,0 0 0 0 0,0 0 1 0 0,0 0-1 0 0,0 0 0 0 0,0 2 0 0 0,-6 5 10 0 0,1 0 1 0 0,0 1-1 0 0,0-1 1 0 0,1 1 0 0 0,1 1-1 0 0,-1-1 1 0 0,1 0-1 0 0,1 1 1 0 0,0 0-1 0 0,0 0 1 0 0,1 0-1 0 0,0 0 1 0 0,1 0-1 0 0,0 1 1 0 0,1-1 0 0 0,1 14-1 0 0,-1-17-1 0 0,1 1 0 0 0,0 0 0 0 0,0 0-1 0 0,1 0 1 0 0,0-1 0 0 0,1 1 0 0 0,0-1 0 0 0,0 0 0 0 0,0 1 0 0 0,1-2-1 0 0,0 1 1 0 0,0 0 0 0 0,1-1 0 0 0,0 1 0 0 0,0-1 0 0 0,0-1-1 0 0,1 1 1 0 0,0-1 0 0 0,0 0 0 0 0,0 0 0 0 0,12 6 0 0 0,-2-4-59 0 0,-1-1 0 0 0,1 0 1 0 0,1-1-1 0 0,-1-1 0 0 0,1 0 1 0 0,-1-2-1 0 0,1 0 0 0 0,0 0 1 0 0,0-2-1 0 0,0 0 0 0 0,0-1 1 0 0,0-1-1 0 0,29-6 0 0 0,-16 1-1082 0 0,0-2-1 0 0,0-1 0 0 0,-1-2 1 0 0,-1 0-1 0 0,0-2 0 0 0,42-27 1 0 0,-60 33-252 0 0,0 1 1 0 0,0-1-1 0 0,10-11 1 0 0,1-3-2920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4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172 162 5493 0 0,'-39'1'2876'0'0,"11"-1"1195"0"0,-53 7 0 0 0,61-6-2274 0 0,17-1-1174 0 0,19-6 233 0 0,287-68-3469 0 0,-185 50 972 0 0,88-18-4877 0 0,-97 18-93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8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 3332 0 0,'-157'46'8650'0'0,"-62"21"-1822"0"0,218-67-6933 0 0,0 0 0 0 0,0 0 0 0 0,1 1 0 0 0,-1-1 0 0 0,0 0 0 0 0,0 1 0 0 0,0-1-1 0 0,0 0 1 0 0,1 1 0 0 0,-1-1 0 0 0,0 1 0 0 0,1 0 0 0 0,-1-1 0 0 0,0 1 0 0 0,1-1 0 0 0,-1 1-1 0 0,1 0 1 0 0,-1-1 0 0 0,1 1 0 0 0,-2 1 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6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149 103 1740 0 0,'-11'-6'4067'0'0,"6"4"-3405"0"0,-19-11 5875 0 0,17 11-6748 0 0,5 1 425 0 0,4 38 1015 0 0,13 67 0 0 0,-7-56-878 0 0,30 146 445 0 0,-30-166-734 0 0,1 0 1 0 0,1-1 0 0 0,1 0 0 0 0,26 45 0 0 0,-32-64-51 0 0,1 1 1 0 0,0-1-1 0 0,0-1 0 0 0,1 1 1 0 0,0-1-1 0 0,0-1 0 0 0,1 1 0 0 0,-1-1 1 0 0,1 0-1 0 0,14 7 0 0 0,-17-11-3 0 0,0 0 0 0 0,0 0-1 0 0,0 0 1 0 0,0-1 0 0 0,0 0-1 0 0,1 0 1 0 0,-1 0 0 0 0,0 0 0 0 0,1-1-1 0 0,-1 0 1 0 0,1 0 0 0 0,-1-1 0 0 0,0 1-1 0 0,1-1 1 0 0,-1 0 0 0 0,0-1-1 0 0,0 1 1 0 0,0-1 0 0 0,0 0 0 0 0,10-6-1 0 0,-9 5 3 0 0,0-1 1 0 0,0 0-1 0 0,0 0 0 0 0,-1-1 0 0 0,1 1 0 0 0,-1-1 0 0 0,0 0 0 0 0,-1-1 1 0 0,1 1-1 0 0,-1-1 0 0 0,0 0 0 0 0,-1 0 0 0 0,6-11 0 0 0,-6 8-7 0 0,0 0 1 0 0,-1-1-1 0 0,1 1 0 0 0,-2-1 0 0 0,1 1 0 0 0,-2-1 1 0 0,1 0-1 0 0,-1 1 0 0 0,-2-12 0 0 0,0 0 3 0 0,-2 1 0 0 0,-1 0 0 0 0,-1 1 0 0 0,0-1 0 0 0,-1 1 0 0 0,-1 0-1 0 0,-1 0 1 0 0,-22-32 0 0 0,13 25 8 0 0,-2 1 0 0 0,0 0 0 0 0,-2 2-1 0 0,-28-25 1 0 0,38 38-9 0 0,-1 0 0 0 0,0 0-1 0 0,-1 1 1 0 0,0 1 0 0 0,0 0 0 0 0,-1 1 0 0 0,1 1-1 0 0,-2 0 1 0 0,1 1 0 0 0,-18-4 0 0 0,28 8-12 0 0,0 1 0 0 0,0-1 0 0 0,0 1 0 0 0,0 0 0 0 0,0 0 0 0 0,0 1 0 0 0,0 0 0 0 0,0-1 0 0 0,0 2 0 0 0,0-1 0 0 0,0 0 0 0 0,0 1 0 0 0,1 0 0 0 0,-1 0 1 0 0,1 1-1 0 0,-1-1 0 0 0,1 1 0 0 0,0 0 0 0 0,-5 4 0 0 0,4-2 10 0 0,0 1 0 0 0,0-1 0 0 0,1 1 0 0 0,0 0 0 0 0,0 0 0 0 0,0 0 0 0 0,1 0 0 0 0,0 0 0 0 0,0 1 1 0 0,1 0-1 0 0,0-1 0 0 0,-3 14 0 0 0,4-13-12 0 0,0 0 0 0 0,0-1 0 0 0,1 1 0 0 0,0 0 0 0 0,0 0 0 0 0,1 0 0 0 0,0 0 0 0 0,0 0 0 0 0,0 0 0 0 0,1 0 0 0 0,0-1 0 0 0,6 14 0 0 0,-5-16-21 0 0,-1 1-1 0 0,1-1 1 0 0,0 0 0 0 0,0 0-1 0 0,0-1 1 0 0,1 1-1 0 0,-1 0 1 0 0,1-1 0 0 0,0 0-1 0 0,0 0 1 0 0,0 0-1 0 0,1-1 1 0 0,-1 1 0 0 0,1-1-1 0 0,-1 0 1 0 0,1 0-1 0 0,0 0 1 0 0,-1-1 0 0 0,9 2-1 0 0,1-2-174 0 0,1 0-1 0 0,0 0 1 0 0,0-1-1 0 0,-1-1 1 0 0,1-1-1 0 0,-1 0 1 0 0,1-1 0 0 0,-1 0-1 0 0,0-1 1 0 0,0-1-1 0 0,0 0 1 0 0,0-1-1 0 0,-1 0 1 0 0,17-12-1 0 0,-7 4 32 0 0,-1-1 0 0 0,0-2 0 0 0,-2 0 0 0 0,0-1 0 0 0,0-1 0 0 0,31-42 0 0 0,-36 38 53 0 0,17-33 1 0 0,-19 32 297 0 0,21-30 1 0 0,-34 53-174 0 0,1 1 1 0 0,0-1-1 0 0,-1 1 0 0 0,1-1 1 0 0,-1 0-1 0 0,1 1 1 0 0,0-1-1 0 0,-1 1 1 0 0,1 0-1 0 0,0-1 0 0 0,-1 1 1 0 0,1-1-1 0 0,0 1 1 0 0,0 0-1 0 0,0 0 0 0 0,-1-1 1 0 0,1 1-1 0 0,0 0 1 0 0,0 0-1 0 0,0 0 0 0 0,-1 0 1 0 0,1 0-1 0 0,0 0 1 0 0,0 0-1 0 0,0 0 0 0 0,0 0 1 0 0,-1 1-1 0 0,1-1 1 0 0,0 0-1 0 0,0 0 0 0 0,-1 1 1 0 0,1-1-1 0 0,0 1 1 0 0,0-1-1 0 0,-1 0 1 0 0,1 1-1 0 0,0-1 0 0 0,-1 1 1 0 0,1 0-1 0 0,-1-1 1 0 0,1 1-1 0 0,-1-1 0 0 0,1 1 1 0 0,0 1-1 0 0,4 4 74 0 0,0 0 0 0 0,-1 0-1 0 0,6 12 1 0 0,-8-16-33 0 0,36 75 778 0 0,-4 1 0 0 0,43 143-1 0 0,-71-200-729 0 0,20 68 592 0 0,-23-76-320 0 0,-1 0 0 0 0,0 0 0 0 0,0 0 0 0 0,-2 24 0 0 0,0-34-304 0 0,0 0 0 0 0,0-1 0 0 0,-1 1-1 0 0,1 0 1 0 0,-1-1 0 0 0,1 1 0 0 0,-1 0 0 0 0,0-1 0 0 0,0 1-1 0 0,0-1 1 0 0,0 1 0 0 0,-1-1 0 0 0,1 0 0 0 0,-1 0 0 0 0,1 1-1 0 0,-1-1 1 0 0,0 0 0 0 0,0 0 0 0 0,-3 2 0 0 0,4-4-51 0 0,0 1 0 0 0,0 0 0 0 0,0-1 1 0 0,-1 1-1 0 0,1-1 0 0 0,0 1 0 0 0,0-1 1 0 0,-1 0-1 0 0,1 0 0 0 0,0 1 0 0 0,-1-1 1 0 0,1 0-1 0 0,0 0 0 0 0,-1 0 0 0 0,1 0 1 0 0,0-1-1 0 0,-1 1 0 0 0,1 0 0 0 0,0-1 0 0 0,-1 1 1 0 0,1-1-1 0 0,0 1 0 0 0,0-1 0 0 0,0 1 1 0 0,-1-1-1 0 0,-1-1 0 0 0,-23-22 15 0 0,25 22-26 0 0,0 0 0 0 0,-1 0 1 0 0,1 0-1 0 0,0 0 0 0 0,0 0 0 0 0,0 0 0 0 0,1 0 0 0 0,-1-1 0 0 0,0 1 0 0 0,1 0 1 0 0,-1 0-1 0 0,1-1 0 0 0,0 1 0 0 0,0 0 0 0 0,0-1 0 0 0,0 1 0 0 0,1-4 0 0 0,0 1-1 0 0,0-1-1 0 0,0 1 0 0 0,1 0 0 0 0,0-1 0 0 0,0 1 0 0 0,3-5 0 0 0,2-2-248 0 0,1 0-1 0 0,1 1 0 0 0,0-1 0 0 0,0 2 0 0 0,1-1 0 0 0,21-17 0 0 0,78-47-3296 0 0,-52 37 2285 0 0,-41 27 1102 0 0,0 1-161 0 0,-1-1 0 0 0,0 0 0 0 0,0-1 0 0 0,19-23-1 0 0,-31 32 453 0 0,0-1 0 0 0,0 0-1 0 0,0 0 1 0 0,-1 0-1 0 0,0 0 1 0 0,0 0-1 0 0,0 0 1 0 0,0 0-1 0 0,-1-1 1 0 0,0 1 0 0 0,1-1-1 0 0,-2 1 1 0 0,1-1-1 0 0,0 0 1 0 0,-1 1-1 0 0,0-1 1 0 0,0 0-1 0 0,-1 1 1 0 0,1-1 0 0 0,-1 1-1 0 0,0-1 1 0 0,0 1-1 0 0,0-1 1 0 0,-3-4-1 0 0,-22-46 3745 0 0,25 54-3454 0 0,3 25-202 0 0,1 0 0 0 0,1 0 0 0 0,1 0 0 0 0,13 36 0 0 0,0 5 52 0 0,-13-47-212 0 0,8 40 81 0 0,2-2 0 0 0,3 0 0 0 0,25 54 1 0 0,-41-107-385 0 0,-1 0 1 0 0,1 0-1 0 0,-1-1 1 0 0,1 1-1 0 0,0-1 0 0 0,0 1 1 0 0,0-1-1 0 0,0 0 1 0 0,0 0-1 0 0,1 0 1 0 0,-1 0-1 0 0,4 2 1 0 0,-5-4 56 0 0,-1 0 0 0 0,1 0 0 0 0,-1 1 0 0 0,1-1 0 0 0,0 0 0 0 0,-1 0 1 0 0,1 0-1 0 0,-1 0 0 0 0,1 0 0 0 0,0 0 0 0 0,-1 0 0 0 0,1 0 0 0 0,0 0 0 0 0,-1 0 0 0 0,1 0 0 0 0,-1 0 1 0 0,1 0-1 0 0,0-1 0 0 0,-1 1 0 0 0,1 0 0 0 0,-1 0 0 0 0,1-1 0 0 0,0 0 0 0 0,0 0-238 0 0,0 0 0 0 0,1 0 0 0 0,-1-1 0 0 0,-1 1 1 0 0,1 0-1 0 0,0-1 0 0 0,0 1 0 0 0,0-1 0 0 0,-1 1 0 0 0,1-1 0 0 0,-1 1 0 0 0,1-1 0 0 0,-1-2 0 0 0,4-13-4751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6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66 2120 0 0,'-6'-11'1948'0'0,"0"2"0"0"0,-1-1 0 0 0,0 1-1 0 0,-17-16 1 0 0,23 23-1250 0 0,-6 5-338 0 0,7-3-354 0 0,-1 0-1 0 0,1 0 1 0 0,0 0-1 0 0,-1 0 1 0 0,1 0-1 0 0,-1 0 1 0 0,1 0-1 0 0,0 0 1 0 0,-1 0 0 0 0,1 0-1 0 0,-1 0 1 0 0,1 1-1 0 0,0-1 1 0 0,-1 0-1 0 0,1 0 1 0 0,0 0-1 0 0,-1 0 1 0 0,1 1-1 0 0,0-1 1 0 0,-1 0 0 0 0,1 0-1 0 0,0 1 1 0 0,0-1-1 0 0,-1 0 1 0 0,1 0-1 0 0,0 1 1 0 0,0-1-1 0 0,-1 0 1 0 0,1 1-1 0 0,0-1 1 0 0,0 1 0 0 0,0-1-1 0 0,0 0 1 0 0,-1 1-1 0 0,2 16-720 0 0,0 0-1 0 0,5 21 1 0 0,6 11-3772 0 0,-4-18 413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55 2416 0 0,'-2'-21'8795'0'0,"0"18"-8477"0"0,-1 0 0 0 0,0 0 0 0 0,0 1 0 0 0,0-1 0 0 0,0 1 0 0 0,0 0 0 0 0,-1 0 0 0 0,1 0 0 0 0,-1 0 0 0 0,1 0 0 0 0,-1 1 0 0 0,0 0 1 0 0,1-1-1 0 0,-5 1 0 0 0,1 0-88 0 0,1 0 0 0 0,-1 1 0 0 0,0 0 0 0 0,1 0 0 0 0,-1 0 1 0 0,1 1-1 0 0,-1 0 0 0 0,-6 2 0 0 0,2 0-129 0 0,0 1-1 0 0,0 0 1 0 0,1 1 0 0 0,-1 0-1 0 0,1 1 1 0 0,0 0 0 0 0,1 0-1 0 0,-1 1 1 0 0,-11 12 0 0 0,11-9-74 0 0,1 1 0 0 0,1 0 0 0 0,0 0 0 0 0,0 1 0 0 0,1 0 1 0 0,1 1-1 0 0,0-1 0 0 0,-5 19 0 0 0,7-20-17 0 0,0 1 0 0 0,2-1 0 0 0,-1 1 0 0 0,2 0 0 0 0,-1 0 0 0 0,2 0-1 0 0,0 0 1 0 0,0 0 0 0 0,1 0 0 0 0,2 12 0 0 0,-2-20-7 0 0,-1-1-1 0 0,1 0 1 0 0,0 0-1 0 0,0 0 1 0 0,0 0-1 0 0,1 0 1 0 0,-1 0-1 0 0,1 0 1 0 0,0 0-1 0 0,0 0 1 0 0,0-1-1 0 0,0 1 1 0 0,0-1-1 0 0,0 1 1 0 0,0-1-1 0 0,1 0 1 0 0,0 0-1 0 0,-1 0 1 0 0,1 0-1 0 0,0-1 1 0 0,0 1-1 0 0,0-1 1 0 0,0 1-1 0 0,6 1 1 0 0,-4-3-2 0 0,-1 1 0 0 0,1-1 0 0 0,0 0 1 0 0,-1 0-1 0 0,1 0 0 0 0,0-1 0 0 0,0 1 0 0 0,-1-1 1 0 0,1 0-1 0 0,-1-1 0 0 0,1 1 0 0 0,-1-1 0 0 0,1 0 0 0 0,-1 0 1 0 0,0 0-1 0 0,0-1 0 0 0,4-2 0 0 0,0-1-2 0 0,0-1-1 0 0,0 1 1 0 0,-1-1-1 0 0,0 0 1 0 0,0-1-1 0 0,-1 0 0 0 0,0 0 1 0 0,-1 0-1 0 0,9-16 1 0 0,-7 6-12 0 0,0 1 0 0 0,-1-1 0 0 0,-1 0 1 0 0,4-25-1 0 0,9-49-151 0 0,-16 89 143 0 0,-1 2 20 0 0,-1 1 0 0 0,1 0 0 0 0,0 0 0 0 0,-1-1 0 0 0,1 1 1 0 0,0 0-1 0 0,-1 0 0 0 0,1 0 0 0 0,-1 0 0 0 0,1 0 0 0 0,0 0 0 0 0,-1 0 0 0 0,1 0 0 0 0,0 0 0 0 0,-1 0 0 0 0,1 0 0 0 0,-1 1 1 0 0,1-1-1 0 0,0 0 0 0 0,-1 0 0 0 0,1 1 0 0 0,-1-1 0 0 0,1 0 0 0 0,-1 1 0 0 0,1-1 0 0 0,-1 0 0 0 0,1 1 0 0 0,-1-1 0 0 0,1 1 0 0 0,-1-1 1 0 0,1 1-1 0 0,-1-1 0 0 0,0 1 0 0 0,1-1 0 0 0,-1 2 0 0 0,1-2-2 0 0,8 11 5 0 0,0 1 0 0 0,0 0 0 0 0,-1 0 0 0 0,-1 1 0 0 0,10 21 0 0 0,-3-6 15 0 0,32 70 170 0 0,-4 2 0 0 0,-4 2 0 0 0,-5 1 0 0 0,-5 1 1 0 0,18 127-1 0 0,-37-176-129 0 0,-3-1 0 0 0,-2 1 1 0 0,-4 66-1 0 0,-1-101 21 0 0,-1 0 0 0 0,-1 0 1 0 0,0-1-1 0 0,-2 1 0 0 0,0-1 0 0 0,-1 1 0 0 0,-1-2 0 0 0,-1 1 1 0 0,-1-1-1 0 0,0 0 0 0 0,-1-1 0 0 0,-14 18 0 0 0,15-25-25 0 0,0-1-1 0 0,0 0 0 0 0,-1 0 0 0 0,-1-1 1 0 0,1 0-1 0 0,-1-1 0 0 0,0 0 0 0 0,-1-1 1 0 0,0 0-1 0 0,0-1 0 0 0,0 0 0 0 0,-16 3 1 0 0,11-4 10 0 0,0 0 1 0 0,0-2-1 0 0,0 0 1 0 0,0-1 0 0 0,0-1-1 0 0,-1 0 1 0 0,1-1-1 0 0,-33-7 1 0 0,41 6-54 0 0,0-1 0 0 0,1 1 0 0 0,-1-2 0 0 0,1 1 1 0 0,-1-2-1 0 0,1 1 0 0 0,0-1 0 0 0,1 0 0 0 0,-1 0 0 0 0,1-1 1 0 0,0 0-1 0 0,0 0 0 0 0,1-1 0 0 0,0 0 0 0 0,0 0 0 0 0,1-1 1 0 0,-1 1-1 0 0,-6-16 0 0 0,6 11-17 0 0,2 0-1 0 0,-1 0 1 0 0,1-1-1 0 0,1 1 1 0 0,0-1 0 0 0,1 0-1 0 0,0 0 1 0 0,1 0 0 0 0,1 0-1 0 0,0-1 1 0 0,1 1-1 0 0,3-22 1 0 0,6-8-252 0 0,2 0-1 0 0,2 1 1 0 0,1 0 0 0 0,3 1-1 0 0,1 1 1 0 0,2 1 0 0 0,26-37-1 0 0,199-242-9513 0 0,-189 251 6260 0 0,-19 19-1747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7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61 524 0 0,'-3'-60'13950'0'0,"4"61"-13778"0"0,1 0 1 0 0,0 0-1 0 0,0 1 0 0 0,0-1 0 0 0,-1 1 1 0 0,1-1-1 0 0,-1 1 0 0 0,1 0 1 0 0,-1-1-1 0 0,0 1 0 0 0,1 0 1 0 0,-1 0-1 0 0,0 0 0 0 0,0 0 1 0 0,1 4-1 0 0,0-2-30 0 0,92 220 2315 0 0,-51-114-2673 0 0,-16-53-3949 0 0,-21-44 1339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1264 0 0,'14'-41'11843'0'0,"-12"41"-11679"0"0,-1 0 1 0 0,0 1-1 0 0,1-1 1 0 0,-1 1-1 0 0,1-1 1 0 0,-1 1-1 0 0,0 0 1 0 0,1 0-1 0 0,-1-1 1 0 0,0 1-1 0 0,0 0 1 0 0,0 0-1 0 0,0 0 1 0 0,0 0-1 0 0,0 0 1 0 0,0 0-1 0 0,0 1 1 0 0,0-1-1 0 0,0 0 1 0 0,0 0-1 0 0,-1 1 1 0 0,1-1-1 0 0,0 2 1 0 0,14 41 1213 0 0,-11-32-899 0 0,74 295 2127 0 0,-62-233-2345 0 0,-10-50-15 0 0,16 43 0 0 0,-22-65-144 0 0,1-2-99 0 0,0-1 1 0 0,0 1 0 0 0,0-1-1 0 0,0 1 1 0 0,0-1-1 0 0,0 1 1 0 0,-1-1 0 0 0,1 1-1 0 0,0-1 1 0 0,-1 0-1 0 0,1 1 1 0 0,0-1 0 0 0,-1 0-1 0 0,1 0 1 0 0,-1 0-1 0 0,1 1 1 0 0,-1-1 0 0 0,1 0-1 0 0,-1 0 1 0 0,0 0-1 0 0,1 0 1 0 0,-1 0 0 0 0,0 0-1 0 0,0 0 1 0 0,1 0-1 0 0,-1-1 1 0 0,5-32 9 0 0,-5 28 3 0 0,7-91-14 0 0,-7 71 19 0 0,1 0 1 0 0,1 0 0 0 0,2 0 0 0 0,0 0 0 0 0,2 1 0 0 0,10-28 0 0 0,-14 48-25 0 0,0 0 0 0 0,0 1 0 0 0,1-1 1 0 0,0 0-1 0 0,0 1 0 0 0,0 0 0 0 0,0-1 0 0 0,1 1 0 0 0,0 0 0 0 0,7-5 1 0 0,-8 7-4 0 0,0 0 1 0 0,1 0 0 0 0,-1 0-1 0 0,0 1 1 0 0,1 0 0 0 0,-1-1-1 0 0,1 1 1 0 0,0 0 0 0 0,-1 1-1 0 0,1-1 1 0 0,0 1 0 0 0,-1 0-1 0 0,1 0 1 0 0,0 0 0 0 0,5 1-1 0 0,-1 0 44 0 0,0 1-1 0 0,0 1 0 0 0,0-1 0 0 0,0 1 0 0 0,0 1 0 0 0,-1 0 0 0 0,1 0 1 0 0,-1 0-1 0 0,0 1 0 0 0,-1 0 0 0 0,1 0 0 0 0,8 9 0 0 0,4 6 228 0 0,-2 0 0 0 0,23 33 1 0 0,-14-15-46 0 0,-12-16-67 0 0,1 0 1 0 0,24 26-1 0 0,-38-47-148 0 0,0-1 0 0 0,0 1 0 0 0,0 0 0 0 0,0-1 0 0 0,0 1 0 0 0,0-1 0 0 0,0 1 0 0 0,0-1 0 0 0,0 0 0 0 0,1 1-1 0 0,-1-1 1 0 0,0 0 0 0 0,0 0 0 0 0,0 0 0 0 0,0 0 0 0 0,0 0 0 0 0,1 0 0 0 0,-1 0 0 0 0,0 0 0 0 0,0 0 0 0 0,0-1 0 0 0,0 1 0 0 0,0 0 0 0 0,0-1-1 0 0,0 1 1 0 0,1-1 0 0 0,-1 1 0 0 0,-1-1 0 0 0,1 0 0 0 0,0 1 0 0 0,0-1 0 0 0,0 0 0 0 0,0 0 0 0 0,0 1 0 0 0,0-1 0 0 0,0-1 0 0 0,4-4-194 0 0,0 1 0 0 0,0-1 0 0 0,7-11 1 0 0,-3 1-895 0 0,0 0 0 0 0,-2 0 1 0 0,0-1-1 0 0,-1 0 0 0 0,5-20 1 0 0,-6 15-3122 0 0,4-41-1 0 0,-7 18-2410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4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6517 0 0,'-9'7'18017'0'0,"9"16"-19269"0"0,0-8 2150 0 0,-7 48-2656 0 0,-26 108 0 0 0,-9-18-4371 0 0,28-103 2902 0 0,-13 49-5677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1028 80 0 0,'3'0'2388'0'0,"1"1"-1585"0"0,1 1 1 0 0,-1-1-1 0 0,0 1 0 0 0,1 0 1 0 0,-1 0-1 0 0,6 4 1 0 0,-1 1 40 0 0,0 1 0 0 0,16 16 0 0 0,-19-17-756 0 0,0-1 1 0 0,0-1-1 0 0,0 1 1 0 0,0-1-1 0 0,1 0 1 0 0,0 0-1 0 0,13 6 1 0 0,-16-10-20 0 0,0 0-1 0 0,0 0 1 0 0,-1-1 0 0 0,1 1 0 0 0,0-1 0 0 0,0 0 0 0 0,0-1 0 0 0,0 1 0 0 0,-1 0 0 0 0,1-1-1 0 0,0 0 1 0 0,0 0 0 0 0,-1 0 0 0 0,1-1 0 0 0,-1 1 0 0 0,1-1 0 0 0,-1 0 0 0 0,0 0 0 0 0,1 0-1 0 0,-1 0 1 0 0,4-4 0 0 0,7-5 14 0 0,-1-1 0 0 0,-1 0-1 0 0,15-19 1 0 0,-5 3-59 0 0,-1-2-1 0 0,-1 0 1 0 0,-1-1 0 0 0,-2-1-1 0 0,-1-1 1 0 0,-2 0 0 0 0,-1-1 0 0 0,-1 0-1 0 0,-3-1 1 0 0,0-1 0 0 0,-2 1-1 0 0,-2-1 1 0 0,-1 0 0 0 0,-2 0 0 0 0,-4-50-1 0 0,-8-21 258 0 0,-4 1 1 0 0,-34-121-1 0 0,42 206-213 0 0,6 20-23 0 0,-5 11-28 0 0,3 7-20 0 0,1 1 0 0 0,1-1 0 0 0,2 31 1 0 0,0-15-8 0 0,33 445 101 0 0,-16-327-92 0 0,45 171 0 0 0,-62-311-36 0 0,30 99 34 0 0,-27-96-278 0 0,1 0-1 0 0,0 0 0 0 0,1 0 1 0 0,1-1-1 0 0,13 18 0 0 0,-18-27-33 0 0,1 0 1 0 0,-1-1-1 0 0,1 1 0 0 0,-1-1 1 0 0,9 5-1 0 0,12 2-3697 0 0,-5-7-553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1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60 105 60 0 0,'-3'-16'1517'0'0,"0"2"0"0"0,0-1-1 0 0,-2 0 1 0 0,-9-22 0 0 0,14 37-1480 0 0,0 0 0 0 0,0-1 0 0 0,-1 1 0 0 0,1 0 1 0 0,0-1-1 0 0,0 1 0 0 0,0 0 0 0 0,0-1 0 0 0,0 1 0 0 0,0 0 0 0 0,-1-1 0 0 0,1 1 0 0 0,0 0 1 0 0,0-1-1 0 0,-1 1 0 0 0,1 0 0 0 0,0 0 0 0 0,0-1 0 0 0,-1 1 0 0 0,1 0 0 0 0,0 0 0 0 0,-1 0 0 0 0,1-1 1 0 0,0 1-1 0 0,-1 0 0 0 0,1 0 0 0 0,0 0 0 0 0,-1 0 0 0 0,1 0 0 0 0,0 0 0 0 0,-1 0 0 0 0,1 0 1 0 0,0 0-1 0 0,-1 0 0 0 0,1 0 0 0 0,0 0 0 0 0,-1 0 0 0 0,1 0 0 0 0,0 0 0 0 0,-1 0 0 0 0,1 0 1 0 0,0 0-1 0 0,-1 0 0 0 0,1 0 0 0 0,0 1 0 0 0,-1-1 0 0 0,1 0 0 0 0,0 0 0 0 0,-1 0 0 0 0,1 1 0 0 0,0-1 1 0 0,0 0-1 0 0,-1 0 0 0 0,1 1 0 0 0,0-1 0 0 0,0 0 0 0 0,-1 0 0 0 0,1 1 0 0 0,0-1 0 0 0,0 0 1 0 0,0 1-1 0 0,-9 21 739 0 0,5 25-173 0 0,2 1 0 0 0,2 0 0 0 0,11 89-1 0 0,-6-93-386 0 0,20 159 455 0 0,70 279 0 0 0,-89-456-633 0 0,-4-15 34 0 0,0 0 0 0 0,1 0-1 0 0,7 16 1 0 0,-9-25-20 0 0,4-63 3 0 0,-5 59-55 0 0,-1-176 17 0 0,2 153-20 0 0,2-1 0 0 0,0 1 0 0 0,2 0 0 0 0,16-48 0 0 0,-20 68 0 0 0,1 0 0 0 0,1 1-1 0 0,-1-1 1 0 0,1 0 0 0 0,-1 1 0 0 0,1 0 0 0 0,0 0-1 0 0,1 0 1 0 0,-1 0 0 0 0,1 0 0 0 0,0 1-1 0 0,0-1 1 0 0,0 1 0 0 0,0 0 0 0 0,0 0 0 0 0,5-2-1 0 0,-8 5 5 0 0,1 0 1 0 0,-1 0-1 0 0,0 0 0 0 0,0 0 0 0 0,0-1 0 0 0,0 1 0 0 0,1 1 0 0 0,-1-1 0 0 0,0 0 0 0 0,0 0 0 0 0,0 0 0 0 0,0 1 0 0 0,0-1 1 0 0,0 0-1 0 0,0 1 0 0 0,3 0 0 0 0,-1 1 14 0 0,1-1 37 0 0,1 1 0 0 0,-1 1 0 0 0,1-1-1 0 0,-1 0 1 0 0,0 1 0 0 0,0 0 0 0 0,0 0 0 0 0,0 0 0 0 0,-1 1 0 0 0,1-1 0 0 0,-1 1 0 0 0,0 0 0 0 0,0 0 0 0 0,3 5 0 0 0,5 9 229 0 0,17 39-1 0 0,-21-41-189 0 0,32 93 307 0 0,-31-82-340 0 0,1 0 0 0 0,1 0 0 0 0,2-1 0 0 0,15 27 0 0 0,-25-51-52 0 0,-1 1 0 0 0,0-1 0 0 0,1 0 0 0 0,-1-1 0 0 0,1 1 0 0 0,0 0 0 0 0,0 0 1 0 0,0-1-1 0 0,0 1 0 0 0,0-1 0 0 0,0 0 0 0 0,0 1 0 0 0,0-1 0 0 0,0 0 0 0 0,1 0 0 0 0,-1-1 1 0 0,0 1-1 0 0,1 0 0 0 0,2 0 0 0 0,-1-1-1 0 0,0 0 0 0 0,0 0 0 0 0,0-1 0 0 0,0 1 0 0 0,0-1 0 0 0,-1 0 0 0 0,1 0 0 0 0,0 0 0 0 0,0 0 0 0 0,6-4 0 0 0,2-2 2 0 0,-1 0 0 0 0,1-1 0 0 0,-2 0 0 0 0,1 0 1 0 0,17-20-1 0 0,-15 13-30 0 0,0-1 0 0 0,-1-1 1 0 0,-1 1-1 0 0,0-2 0 0 0,-2 1 1 0 0,0-1-1 0 0,-1-1 0 0 0,-1 0 1 0 0,7-27-1 0 0,-10 34 7 0 0,-2 0 1 0 0,0-1-1 0 0,-1 1 0 0 0,0-1 1 0 0,0 1-1 0 0,-1-1 0 0 0,-1 1 1 0 0,-1-1-1 0 0,1 1 0 0 0,-2-1 0 0 0,0 1 1 0 0,0 0-1 0 0,-1 0 0 0 0,-1 0 1 0 0,0 0-1 0 0,-7-12 0 0 0,11 23 16 0 0,1 0 0 0 0,0 0 0 0 0,-1 0 0 0 0,1 0-1 0 0,-1 0 1 0 0,1 0 0 0 0,-1 1 0 0 0,1-1 0 0 0,-1 0 0 0 0,0 0 0 0 0,0 1-1 0 0,1-1 1 0 0,-1 0 0 0 0,0 1 0 0 0,0-1 0 0 0,0 0 0 0 0,1 1 0 0 0,-1-1-1 0 0,0 1 1 0 0,0 0 0 0 0,0-1 0 0 0,0 1 0 0 0,0 0 0 0 0,0-1 0 0 0,0 1-1 0 0,0 0 1 0 0,0 0 0 0 0,0 0 0 0 0,0 0 0 0 0,0 0 0 0 0,0 0 0 0 0,0 0-1 0 0,0 0 1 0 0,0 1 0 0 0,0-1 0 0 0,0 0 0 0 0,0 0 0 0 0,0 1 0 0 0,0-1-1 0 0,0 1 1 0 0,0-1 0 0 0,0 1 0 0 0,1-1 0 0 0,-1 1 0 0 0,0 0 0 0 0,0-1-1 0 0,0 1 1 0 0,1 0 0 0 0,-1-1 0 0 0,1 1 0 0 0,-1 0 0 0 0,0 0 0 0 0,1 0-1 0 0,-1 1 1 0 0,-4 4 5 0 0,1 1 0 0 0,1 0 0 0 0,-1 0 0 0 0,1 0 0 0 0,-4 14 0 0 0,1 3 1 0 0,1 1 0 0 0,1 0 0 0 0,1 0 0 0 0,1 0 0 0 0,1 0-1 0 0,4 33 1 0 0,-2-44-1 0 0,0-1-1 0 0,2 0 0 0 0,0 0 1 0 0,0 0-1 0 0,1 0 0 0 0,1 0 0 0 0,0-1 1 0 0,0 0-1 0 0,1 0 0 0 0,1 0 1 0 0,0-1-1 0 0,1 0 0 0 0,13 15 1 0 0,-17-22-40 0 0,0 0 1 0 0,1-1-1 0 0,-1 1 1 0 0,1-1-1 0 0,-1 0 1 0 0,1-1-1 0 0,0 1 1 0 0,0-1 0 0 0,0 0-1 0 0,0 0 1 0 0,1 0-1 0 0,-1-1 1 0 0,0 1-1 0 0,1-2 1 0 0,7 2-1 0 0,-5-2-184 0 0,0-1 0 0 0,1 1 0 0 0,-1-2 0 0 0,0 1 0 0 0,0-1-1 0 0,0 0 1 0 0,0 0 0 0 0,0-1 0 0 0,11-6 0 0 0,-7 2-173 0 0,1 0 1 0 0,-2 0-1 0 0,1-2 1 0 0,-1 1 0 0 0,0-1-1 0 0,-1-1 1 0 0,0 0-1 0 0,-1-1 1 0 0,0 1-1 0 0,0-2 1 0 0,12-21 0 0 0,-13 16 172 0 0,-1 0-1 0 0,-1-1 1 0 0,-1 1 0 0 0,0-1 0 0 0,-1 0 0 0 0,-1-1 0 0 0,-1 1 0 0 0,0-25 0 0 0,-4-10 1728 0 0,-13-85 0 0 0,11 119-620 0 0,1 29 308 0 0,2 32 132 0 0,6 46-178 0 0,4-1 0 0 0,32 137 0 0 0,-37-206-1096 0 0,-3-11-17 0 0,1-1 0 0 0,-1 0-1 0 0,1 0 1 0 0,0 0 0 0 0,1 0-1 0 0,4 9 1 0 0,-6-14-9 0 0,1-1-26 0 0,-1-1 0 0 0,1 1 0 0 0,-1-1 0 0 0,1 1 0 0 0,-1-1-1 0 0,1 0 1 0 0,-1 0 0 0 0,1 0 0 0 0,-1 0 0 0 0,0 0 0 0 0,0 0-1 0 0,1 0 1 0 0,-1 0 0 0 0,0-1 0 0 0,0 1 0 0 0,0 0 0 0 0,0-1-1 0 0,-1 1 1 0 0,1 0 0 0 0,0-1 0 0 0,-1 1 0 0 0,2-3 0 0 0,12-38 13 0 0,-13 39-12 0 0,21-97 29 0 0,5-15-31 0 0,-22 98-6 0 0,1 1 1 0 0,0-1 0 0 0,2 1 0 0 0,13-23-1 0 0,-4 19-12 0 0,-17 19 23 0 0,1 0 0 0 0,0 0 0 0 0,-1 1-1 0 0,1-1 1 0 0,0 1 0 0 0,0-1 0 0 0,-1 1-1 0 0,1-1 1 0 0,0 1 0 0 0,0-1 0 0 0,0 1-1 0 0,0-1 1 0 0,-1 1 0 0 0,1 0 0 0 0,0 0-1 0 0,0 0 1 0 0,0-1 0 0 0,0 1-1 0 0,0 0 1 0 0,0 0 0 0 0,0 0 0 0 0,0 0-1 0 0,0 0 1 0 0,0 1 0 0 0,0-1 0 0 0,1 0-1 0 0,0 1 38 0 0,1 0 2 0 0,0-1 1 0 0,-1 1-1 0 0,1 0 0 0 0,0 0 0 0 0,-1 0 0 0 0,1 1 0 0 0,-1-1 0 0 0,1 0 0 0 0,-1 1 1 0 0,1 0-1 0 0,-1 0 0 0 0,0-1 0 0 0,4 6 0 0 0,24 29 411 0 0,-27-32-397 0 0,11 17 154 0 0,-1 0 0 0 0,-1 1 0 0 0,11 29 0 0 0,23 73 268 0 0,-29-77-352 0 0,-9-21-100 0 0,-5-16-55 0 0,0-1 0 0 0,0 0 1 0 0,0 0-1 0 0,1 0 1 0 0,1 0-1 0 0,0 0 0 0 0,0-1 1 0 0,7 9-1 0 0,-11-16-423 0 0,12-6-856 0 0,-12 4 1141 0 0,1 1 1 0 0,-1-1 0 0 0,1 1 0 0 0,-1-1-1 0 0,1 0 1 0 0,-1 1 0 0 0,0-1-1 0 0,1 0 1 0 0,-1 0 0 0 0,0 0-1 0 0,0 0 1 0 0,0 0 0 0 0,0 0-1 0 0,0 0 1 0 0,0 0 0 0 0,0-1-1 0 0,0 1 1 0 0,1-3 0 0 0,12-32-6542 0 0,-9 14 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184 207 4960 0 0,'-183'70'14932'0'0,"186"-70"-14849"0"0,1 0 1 0 0,0 0-1 0 0,-1 0 0 0 0,1-1 1 0 0,-1 0-1 0 0,1 1 1 0 0,0-1-1 0 0,-1-1 0 0 0,0 1 1 0 0,6-3-1 0 0,2 0 15 0 0,208-80-1501 0 0,79-28-4021 0 0,-202 80 797 0 0,2-2-2422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3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0 148 848 0 0,'2'-38'3097'0'0,"-1"17"-901"0"0,0 1-1 0 0,6-28 0 0 0,-6 46-1682 0 0,1 2-404 0 0,0 1-1 0 0,0-1 0 0 0,-1 1 1 0 0,1-1-1 0 0,0 1 1 0 0,0 0-1 0 0,-1 0 0 0 0,1 0 1 0 0,0 0-1 0 0,-1 0 0 0 0,1 0 1 0 0,-1 1-1 0 0,0-1 1 0 0,1 0-1 0 0,-1 1 0 0 0,0-1 1 0 0,0 1-1 0 0,0-1 0 0 0,2 4 1 0 0,17 36 865 0 0,-17-35-817 0 0,96 284 2364 0 0,-30-74-2040 0 0,-64-205-453 0 0,-1-1-1 0 0,1 1 1 0 0,1-1 0 0 0,0 0-1 0 0,1 0 1 0 0,-1 0 0 0 0,16 15-1 0 0,-21-25-24 0 0,0 1-1 0 0,0-1 1 0 0,0 1 0 0 0,0-1-1 0 0,0 0 1 0 0,1 1-1 0 0,-1-1 1 0 0,0 0-1 0 0,0 0 1 0 0,0 0 0 0 0,0 0-1 0 0,0 0 1 0 0,0 0-1 0 0,1 0 1 0 0,-1 0 0 0 0,0 0-1 0 0,0 0 1 0 0,0-1-1 0 0,0 1 1 0 0,0-1-1 0 0,0 1 1 0 0,0 0 0 0 0,0-1-1 0 0,0 0 1 0 0,0 1-1 0 0,0-1 1 0 0,2-1 0 0 0,0 0 4 0 0,1-1 1 0 0,-1 1-1 0 0,0-1 0 0 0,0 0 1 0 0,0 0-1 0 0,4-4 1 0 0,0-5 0 0 0,-1 1 0 0 0,0-1 0 0 0,-1 0 0 0 0,0 0 0 0 0,-1-1 0 0 0,0 0 0 0 0,3-20 0 0 0,4-96-2 0 0,-6 45-1 0 0,-4 62-13 0 0,-1 17-4 0 0,0 1 1 0 0,1-1 0 0 0,-1 0-1 0 0,1 0 1 0 0,0 0-1 0 0,0 1 1 0 0,0-1-1 0 0,4-7 1 0 0,-4 10 2 0 0,2 2-8 0 0,-2 0 17 0 0,0-1-1 0 0,0 1 1 0 0,0 0 0 0 0,0 0 0 0 0,0 0-1 0 0,0 0 1 0 0,0 0 0 0 0,0 0-1 0 0,0 0 1 0 0,0 0 0 0 0,0 1 0 0 0,-1-1-1 0 0,1 0 1 0 0,0 0 0 0 0,0 1 0 0 0,0-1-1 0 0,0 1 1 0 0,0-1 0 0 0,0 1-1 0 0,0-1 1 0 0,-1 1 0 0 0,1-1 0 0 0,0 1-1 0 0,0 0 1 0 0,-1 0 0 0 0,2 1-1 0 0,0 0 2 0 0,7 7-2 0 0,0 0 0 0 0,-1 0 0 0 0,1 0 0 0 0,-2 1 0 0 0,7 12 0 0 0,14 15 0 0 0,-25-33 5 0 0,8 12 25 0 0,2-1 1 0 0,0-1 0 0 0,0 0 0 0 0,2-1-1 0 0,28 21 1 0 0,-41-33-2 0 0,8-6 11 0 0,-8 5-37 0 0,-1 0 0 0 0,0-1-1 0 0,0 1 1 0 0,0-1 0 0 0,0 1 0 0 0,0-1 0 0 0,0 0-1 0 0,0 1 1 0 0,0-1 0 0 0,0 0 0 0 0,-1 0 0 0 0,1 0-1 0 0,0 1 1 0 0,0-1 0 0 0,0 0 0 0 0,-1 0 0 0 0,1 0-1 0 0,-1 0 1 0 0,1 0 0 0 0,-1 0 0 0 0,1-2 0 0 0,3-9 1 0 0,-1 1 0 0 0,0-1 1 0 0,-1 0-1 0 0,-1 1 1 0 0,0-1-1 0 0,0 0 0 0 0,-3-24 1 0 0,1-9-1 0 0,2 12-1 0 0,-1 9-15 0 0,3-32-1 0 0,-2 51 9 0 0,0 0-1 0 0,-1 0 0 0 0,2 0 0 0 0,-1 0 0 0 0,1 0 0 0 0,-1 1 1 0 0,1-1-1 0 0,1 1 0 0 0,-1-1 0 0 0,0 1 0 0 0,1 0 0 0 0,5-6 1 0 0,-7 9 4 0 0,1 0 0 0 0,0 0-1 0 0,0 0 1 0 0,0 0 0 0 0,0 1 0 0 0,0-1 0 0 0,0 0 0 0 0,0 1 0 0 0,0 0 0 0 0,0-1 0 0 0,0 1 0 0 0,0 0 0 0 0,4 0 0 0 0,24 3 0 0 0,-11 2 2 0 0,1 1 0 0 0,21 9 0 0 0,-20-7 0 0 0,28 7 0 0 0,-29-11 11 0 0,0-1 0 0 0,0-1 0 0 0,40 0 1 0 0,-48-3-7 0 0,1 0 1 0 0,0-1-1 0 0,-1 0 1 0 0,1 0 0 0 0,-1-2-1 0 0,0 1 1 0 0,17-9-1 0 0,-27 11-4 0 0,1 0-1 0 0,-1 0 1 0 0,1 0-1 0 0,-1-1 0 0 0,0 1 1 0 0,0-1-1 0 0,0 0 1 0 0,0 1-1 0 0,0-1 0 0 0,0 0 1 0 0,0 0-1 0 0,-1 0 1 0 0,1-1-1 0 0,-1 1 0 0 0,1 0 1 0 0,-1-1-1 0 0,0 1 1 0 0,0 0-1 0 0,0-1 0 0 0,0 1 1 0 0,0-1-1 0 0,-1 0 1 0 0,1 1-1 0 0,-1-1 0 0 0,0 0 1 0 0,0 1-1 0 0,0-1 1 0 0,0 0-1 0 0,0 1 0 0 0,0-1 1 0 0,-1 0-1 0 0,1 1 1 0 0,-1-1-1 0 0,0 1 0 0 0,0-1 1 0 0,0 1-1 0 0,-2-5 1 0 0,1 2-3 0 0,-1 1 0 0 0,1 0 1 0 0,-1 0-1 0 0,0 0 0 0 0,0 0 1 0 0,-1 0-1 0 0,1 0 1 0 0,-1 1-1 0 0,0 0 0 0 0,0 0 1 0 0,0 0-1 0 0,0 0 0 0 0,0 1 1 0 0,-1-1-1 0 0,1 1 1 0 0,-1 0-1 0 0,0 0 0 0 0,0 1 1 0 0,-6-2-1 0 0,9 3 0 0 0,-1 0 0 0 0,0 0 0 0 0,0 1 0 0 0,1-1-1 0 0,-1 1 1 0 0,0-1 0 0 0,1 1 0 0 0,-1 0 0 0 0,1 0 0 0 0,-1 0 0 0 0,1 0 0 0 0,-1 1 0 0 0,1-1 0 0 0,0 1-1 0 0,-1-1 1 0 0,1 1 0 0 0,0 0 0 0 0,0 0 0 0 0,-2 3 0 0 0,-2 2 27 0 0,0 0 0 0 0,1 0 1 0 0,0 1-1 0 0,-6 10 0 0 0,-1 10 96 0 0,1 0 0 0 0,1 1 0 0 0,1 0 0 0 0,2 1 0 0 0,0 0 0 0 0,3 0-1 0 0,0 0 1 0 0,2 1 0 0 0,3 52 0 0 0,0-67-92 0 0,1 0-1 0 0,0 0 1 0 0,2-1-1 0 0,-1 1 1 0 0,2-1-1 0 0,9 22 1 0 0,-11-32-23 0 0,-1 1 1 0 0,1-1 0 0 0,0 0 0 0 0,0 0-1 0 0,1 0 1 0 0,0-1 0 0 0,0 1-1 0 0,0-1 1 0 0,0 0 0 0 0,0 0-1 0 0,1 0 1 0 0,0 0 0 0 0,0-1-1 0 0,0 0 1 0 0,0 0 0 0 0,0 0-1 0 0,1-1 1 0 0,-1 0 0 0 0,1 0-1 0 0,8 2 1 0 0,1-2-227 0 0,0-1 0 0 0,0 0 0 0 0,0-1 0 0 0,0-1 0 0 0,-1 0 0 0 0,1-1 0 0 0,29-8 0 0 0,-23 4-1558 0 0,0-2 1 0 0,-1 0-1 0 0,1-1 1 0 0,32-21-1 0 0,-11 3-4845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3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15 114 1480 0 0,'-10'-76'6263'0'0,"6"39"370"0"0,17 135-4783 0 0,1 109 1 0 0,-14 100-1284 0 0,-1-135-265 0 0,0-80-833 0 0,4 0-1 0 0,18 106 1 0 0,-18-185-178 0 0,0 0 0 0 0,9 23 0 0 0,-10-32 45 0 0,0 1 0 0 0,0 0 0 0 0,0-1 0 0 0,1 0 0 0 0,0 1 0 0 0,0-1-1 0 0,0 0 1 0 0,1 0 0 0 0,-1-1 0 0 0,6 5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4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65 2108 0 0,'-1'-3'437'0'0,"1"0"1"0"0,-1-1-1 0 0,0 1 0 0 0,0 0 1 0 0,0 0-1 0 0,-1 0 0 0 0,1 0 1 0 0,-1 0-1 0 0,1 0 0 0 0,-1 0 0 0 0,0 0 1 0 0,0 1-1 0 0,0-1 0 0 0,-1 1 1 0 0,1-1-1 0 0,-1 1 0 0 0,1 0 0 0 0,-1 0 1 0 0,0 0-1 0 0,0 0 0 0 0,-5-2 1 0 0,4 3-267 0 0,1 0 1 0 0,-1 0 0 0 0,1 1 0 0 0,-1-1 0 0 0,0 1 0 0 0,1 0 0 0 0,-1 0-1 0 0,0 1 1 0 0,1-1 0 0 0,-1 0 0 0 0,1 1 0 0 0,-1 0 0 0 0,1 0-1 0 0,-1 0 1 0 0,1 1 0 0 0,-1-1 0 0 0,1 1 0 0 0,0 0 0 0 0,0-1 0 0 0,-3 4-1 0 0,-8 5-54 0 0,2 2-1 0 0,-1-1 0 0 0,2 1 0 0 0,-1 1 0 0 0,2 0 0 0 0,0 1 1 0 0,0 0-1 0 0,1 0 0 0 0,1 1 0 0 0,1 0 0 0 0,0 1 0 0 0,1-1 1 0 0,0 1-1 0 0,1 0 0 0 0,1 1 0 0 0,-3 23 0 0 0,7-34-106 0 0,-1-1 1 0 0,1 0-1 0 0,1 1 0 0 0,-1-1 0 0 0,1 1 0 0 0,0-1 1 0 0,0 0-1 0 0,0 1 0 0 0,1-1 0 0 0,-1 0 0 0 0,2 0 0 0 0,-1 0 1 0 0,0 0-1 0 0,1 0 0 0 0,0-1 0 0 0,0 1 0 0 0,5 5 1 0 0,-4-7-6 0 0,-1 0 0 0 0,0 0 0 0 0,0-1 0 0 0,1 0 0 0 0,0 1 0 0 0,-1-1 0 0 0,1 0 0 0 0,0-1 0 0 0,0 1 0 0 0,0-1 0 0 0,0 0 0 0 0,0 0 0 0 0,0 0 0 0 0,0 0 0 0 0,1-1 0 0 0,-1 1 0 0 0,0-1 0 0 0,0 0 0 0 0,1-1 0 0 0,-1 1 1 0 0,0-1-1 0 0,8-2 0 0 0,-5 2-13 0 0,0-1 0 0 0,1-1 1 0 0,-1 1-1 0 0,0-1 0 0 0,0 0 1 0 0,-1-1-1 0 0,1 0 1 0 0,-1 0-1 0 0,1 0 0 0 0,-1-1 1 0 0,0 0-1 0 0,-1 0 0 0 0,1-1 1 0 0,-1 1-1 0 0,0-1 1 0 0,-1 0-1 0 0,1 0 0 0 0,-1-1 1 0 0,-1 1-1 0 0,1-1 0 0 0,-1 0 1 0 0,0 0-1 0 0,0 0 0 0 0,-1-1 1 0 0,0 1-1 0 0,1-12 1 0 0,1-11 0 0 0,-2 1 1 0 0,-2-1-1 0 0,0 0 1 0 0,-8-48-1 0 0,4 43-14 0 0,4 32 32 0 0,0 6 5 0 0,3 36 35 0 0,2 0 1 0 0,2 0-1 0 0,1-1 1 0 0,2 0-1 0 0,15 39 1 0 0,-22-70-266 0 0,1 0 0 0 0,-1 0 1 0 0,2 0-1 0 0,-1 0 0 0 0,0-1 1 0 0,8 7-1 0 0,-10-11-180 0 0,0 0 0 0 0,0 0-1 0 0,1 0 1 0 0,0 0 0 0 0,-1 0 0 0 0,1-1-1 0 0,4 3 1 0 0,-5-3-197 0 0,1-1 0 0 0,-1 1 0 0 0,1-1-1 0 0,-1 1 1 0 0,1-1 0 0 0,-1 0 0 0 0,1 0 0 0 0,-1 0 0 0 0,1 0-1 0 0,3 0 1 0 0,6-4-3540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84 197 2648 0 0,'-9'-37'2997'0'0,"-3"1"-1"0"0,0 0 1 0 0,-22-40-1 0 0,24 65-1950 0 0,10 11-1023 0 0,0 0 1 0 0,-1 0 0 0 0,1 0 0 0 0,0 0-1 0 0,0 0 1 0 0,-1 0 0 0 0,1 0-1 0 0,0 0 1 0 0,0 1 0 0 0,-1-1-1 0 0,1 0 1 0 0,0 0 0 0 0,0 0-1 0 0,0 0 1 0 0,0 1 0 0 0,-1-1 0 0 0,1 0-1 0 0,0 0 1 0 0,0 1 0 0 0,0-1-1 0 0,0 0 1 0 0,0 0 0 0 0,-1 0-1 0 0,1 1 1 0 0,0-1 0 0 0,0 0 0 0 0,0 0-1 0 0,0 1 1 0 0,0-1 0 0 0,0 0-1 0 0,0 1 1 0 0,-2 28 749 0 0,29 232 1388 0 0,-8-95-1601 0 0,16 443 409 0 0,-35-591-1222 0 0,6 119-770 0 0,-1-93-2478 0 0,4-2-3568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5 2236 0 0,'-9'-4'5024'0'0,"7"4"-4745"0"0,-10 4 675 0 0,0 1-1 0 0,0 1 1 0 0,-15 10-1 0 0,-65 51 398 0 0,48-33-922 0 0,-12 10-112 0 0,20-16-86 0 0,-59 37-1 0 0,92-64-208 0 0,-4 3 16 0 0,7-6-39 0 0,1 1-1 0 0,0-1 1 0 0,0 1-1 0 0,0 0 1 0 0,1 0-1 0 0,-1 0 1 0 0,0-1-1 0 0,0 1 1 0 0,1 0-1 0 0,-1 0 1 0 0,1 1 0 0 0,-1-1-1 0 0,0 0 1 0 0,1 0-1 0 0,0 1 1 0 0,-1-1-1 0 0,1 1 1 0 0,-1-1-1 0 0,1 1 1 0 0,0 0-1 0 0,-1 0 1 0 0,1-1-1 0 0,0 1 1 0 0,2 1-1 0 0,-3-1-3 0 0,10 0 27 0 0,-1 2 0 0 0,1-1 0 0 0,-1 1 0 0 0,0 1 0 0 0,0 0 0 0 0,0 1 0 0 0,0-1 0 0 0,0 2 0 0 0,15 9 0 0 0,12 9 325 0 0,35 29-1 0 0,-32-21-115 0 0,-5-6-73 0 0,1 3 30 0 0,2-2-1 0 0,62 32 0 0 0,-86-52-164 0 0,0 0 0 0 0,0-1 0 0 0,0 0 0 0 0,1-1 0 0 0,-1-1-1 0 0,1 0 1 0 0,0-1 0 0 0,0-1 0 0 0,0 0 0 0 0,0-1 0 0 0,28-4-1 0 0,-24 1-11 0 0,1-1-1 0 0,-1-1 0 0 0,0 0 1 0 0,0-2-1 0 0,0 0 0 0 0,-1-1 1 0 0,0-1-1 0 0,29-19 0 0 0,-39 22-15 0 0,0 0 0 0 0,0-1 0 0 0,0 0 0 0 0,-1 0 0 0 0,0-1 0 0 0,0 0 0 0 0,-1 0 0 0 0,0-1 0 0 0,-1 0 0 0 0,0 0 0 0 0,0 0 0 0 0,-1 0 0 0 0,0-1-1 0 0,-1 0 1 0 0,0 0 0 0 0,0 0 0 0 0,-1 0 0 0 0,2-17 0 0 0,-3 8-7 0 0,-1 1 0 0 0,-1-1 0 0 0,-3-20 0 0 0,2 30 7 0 0,1-1-1 0 0,-2 1 0 0 0,1 0 0 0 0,-1 0 0 0 0,-1 0 0 0 0,0 0 0 0 0,-8-13 0 0 0,12 21 6 0 0,-1 1-1 0 0,1-1 1 0 0,-1 0-1 0 0,1 1 1 0 0,-1-1-1 0 0,0 1 0 0 0,1-1 1 0 0,-1 1-1 0 0,0-1 1 0 0,1 1-1 0 0,-1 0 1 0 0,0-1-1 0 0,0 1 0 0 0,0 0 1 0 0,1-1-1 0 0,-1 1 1 0 0,0 0-1 0 0,0 0 0 0 0,0 0 1 0 0,1 0-1 0 0,-1 0 1 0 0,0 0-1 0 0,0 0 1 0 0,0 0-1 0 0,0 0 0 0 0,1 0 1 0 0,-1 0-1 0 0,0 0 1 0 0,0 1-1 0 0,0-1 1 0 0,1 0-1 0 0,-1 1 0 0 0,-1 0 1 0 0,-1 0-2 0 0,1 1 0 0 0,-1-1 1 0 0,1 1-1 0 0,-1 0 0 0 0,1 0 1 0 0,-1 0-1 0 0,-1 3 0 0 0,-1 1 46 0 0,1 1-1 0 0,0-1 0 0 0,1 1 1 0 0,0 0-1 0 0,0 0 1 0 0,0 0-1 0 0,1 0 1 0 0,0 0-1 0 0,0 1 1 0 0,1-1-1 0 0,0 1 1 0 0,0 12-1 0 0,1-1 116 0 0,0-1 0 0 0,2 1 0 0 0,6 35 0 0 0,-3-35-85 0 0,-1 0-1 0 0,2 0 1 0 0,1-1 0 0 0,0 0 0 0 0,1 0-1 0 0,14 22 1 0 0,-17-33-61 0 0,-1-1 1 0 0,1 1-1 0 0,0-1 0 0 0,1 0 0 0 0,-1-1 1 0 0,1 1-1 0 0,0-1 0 0 0,1 0 0 0 0,-1-1 1 0 0,1 1-1 0 0,0-1 0 0 0,0-1 0 0 0,0 1 1 0 0,1-1-1 0 0,-1 0 0 0 0,1-1 0 0 0,0 0 1 0 0,8 1-1 0 0,0-1-204 0 0,0-1 0 0 0,-1-1 0 0 0,1-1 1 0 0,0 0-1 0 0,-1-1 0 0 0,1 0 0 0 0,-1-1 0 0 0,0-1 0 0 0,0-1 1 0 0,22-9-1 0 0,-25 8-888 0 0,0 0 1 0 0,0-1 0 0 0,-1 0 0 0 0,0 0-1 0 0,0-2 1 0 0,0 1 0 0 0,13-15-1 0 0,-1-5-3696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5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395 397 3716 0 0,'-394'50'14120'0'0,"402"-52"-13954"0"0,0 0 0 0 0,0-1 0 0 0,15-6 0 0 0,2-2-84 0 0,15-3 30 0 0,792-259-2816 0 0,-445 171-4907 0 0,-266 71 1636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6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332 116 940 0 0,'-12'-15'2122'0'0,"-1"0"-1"0"0,-1 1 0 0 0,-19-16 1 0 0,27 25-1884 0 0,-1 0-1 0 0,0 1 1 0 0,0 0 0 0 0,0 0 0 0 0,0 0-1 0 0,-1 1 1 0 0,0 0 0 0 0,1 0 0 0 0,-1 1-1 0 0,-10-2 1 0 0,14 4-201 0 0,1 0-1 0 0,-1 0 0 0 0,1 0 1 0 0,0 1-1 0 0,-1-1 1 0 0,1 1-1 0 0,0 0 1 0 0,-1 0-1 0 0,1 0 1 0 0,0 1-1 0 0,0-1 1 0 0,0 1-1 0 0,0-1 0 0 0,0 1 1 0 0,0 0-1 0 0,0 0 1 0 0,1 1-1 0 0,-1-1 1 0 0,1 0-1 0 0,0 1 1 0 0,-4 5-1 0 0,-3 4 93 0 0,1 0 1 0 0,0 1-1 0 0,-8 19 0 0 0,15-30-111 0 0,-10 21 84 0 0,1 1 1 0 0,2 0-1 0 0,0 0 1 0 0,-7 40-1 0 0,13-52-80 0 0,0 0 0 0 0,1 1 0 0 0,1-1 1 0 0,0 0-1 0 0,1 0 0 0 0,0 0 0 0 0,0 0 0 0 0,1 0 0 0 0,1 0 0 0 0,0 0 0 0 0,8 19 0 0 0,-9-27-13 0 0,1 1 0 0 0,-1-1 0 0 0,1 1-1 0 0,0-1 1 0 0,0 0 0 0 0,0 0 0 0 0,1 0 0 0 0,-1-1-1 0 0,1 1 1 0 0,0-1 0 0 0,0 0 0 0 0,0 0-1 0 0,0 0 1 0 0,1-1 0 0 0,-1 1 0 0 0,8 2 0 0 0,-6-3 0 0 0,0-1 1 0 0,1 1-1 0 0,-1-1 0 0 0,1-1 1 0 0,-1 1-1 0 0,1-1 1 0 0,-1 0-1 0 0,1-1 1 0 0,-1 1-1 0 0,1-1 1 0 0,10-3-1 0 0,-7 1-1 0 0,0 0-1 0 0,-1-1 1 0 0,1 0-1 0 0,-1-1 1 0 0,0 0-1 0 0,0 0 1 0 0,0-1-1 0 0,0 0 1 0 0,-1-1-1 0 0,0 0 1 0 0,-1 0 0 0 0,1 0-1 0 0,-2-1 1 0 0,1 0-1 0 0,10-17 1 0 0,-11 11-12 0 0,0 0 0 0 0,0-1 0 0 0,-2 0 0 0 0,0 0 0 0 0,0 0 0 0 0,2-30 0 0 0,-4 7 803 0 0,-5-62 0 0 0,1 78-437 0 0,2 17-51 0 0,2 22-230 0 0,-2-16-86 0 0,5 36-65 0 0,3 25 262 0 0,16 64 1 0 0,-19-108-367 0 0,0 0 1 0 0,2-1 0 0 0,0 1-1 0 0,1-1 1 0 0,0-1-1 0 0,1 0 1 0 0,1 0 0 0 0,13 16-1 0 0,-18-27-262 0 0,-1 0 0 0 0,1-1 0 0 0,0 1 0 0 0,1-1 0 0 0,6 4 0 0 0,17 5-4659 0 0,-13-9-402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29 1736 0 0,'-4'-28'10587'0'0,"9"35"-10129"0"0,3 11 75 0 0,-1 0 0 0 0,-1 0 1 0 0,-1 0-1 0 0,4 20 0 0 0,3 12 9 0 0,7 20-38 0 0,16 54 99 0 0,-32-114-545 0 0,3 10 495 0 0,-2-19-280 0 0,1-12-149 0 0,9-60-34 0 0,15-59 35 0 0,-24 113-126 0 0,1 1 0 0 0,0 0 0 0 0,1 1 0 0 0,1-1 0 0 0,16-23-1 0 0,-8 22-4 0 0,-15 16 6 0 0,0 0 0 0 0,-1 1 0 0 0,1-1 0 0 0,-1 0 0 0 0,1 1 0 0 0,0-1 0 0 0,0 1 1 0 0,-1-1-1 0 0,1 1 0 0 0,0-1 0 0 0,0 1 0 0 0,-1 0 0 0 0,1-1 0 0 0,0 1 0 0 0,0 0 0 0 0,0 0 1 0 0,0-1-1 0 0,0 1 0 0 0,-1 0 0 0 0,1 0 0 0 0,0 0 0 0 0,0 0 0 0 0,0 0 0 0 0,0 0 0 0 0,0 1 1 0 0,1-1-1 0 0,0 1-1 0 0,0-1 2 0 0,1 0 0 0 0,-1 0-1 0 0,0 0 1 0 0,1 1 0 0 0,-1-1 0 0 0,1 1-1 0 0,-1 0 1 0 0,0 0 0 0 0,0 0-1 0 0,1 0 1 0 0,-1 0 0 0 0,0 0-1 0 0,0 0 1 0 0,0 1 0 0 0,0-1 0 0 0,-1 1-1 0 0,4 2 1 0 0,25 34 7 0 0,-25-31-4 0 0,7 12 53 0 0,-1 1 0 0 0,0 1 0 0 0,-2-1 0 0 0,-1 2 0 0 0,7 22 0 0 0,-7-19-807 0 0,0-1 0 0 0,2 0 0 0 0,19 33 0 0 0,-27-54 348 0 0,0 0 0 0 0,0 0 0 0 0,1 0 0 0 0,-1 0 0 0 0,1 0 0 0 0,0-1 0 0 0,3 3 0 0 0,15 5-4636 0 0,-7-7 21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7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41 2900 0 0,'-4'-8'1543'0'0,"-11"-20"4265"0"0,15 28-5699 0 0,-1-1 0 0 0,1 1-1 0 0,0 0 1 0 0,0-1 0 0 0,-1 1 0 0 0,1 0 0 0 0,0-1 0 0 0,-1 1 0 0 0,1 0 0 0 0,0 0 0 0 0,-1 0-1 0 0,1-1 1 0 0,0 1 0 0 0,-1 0 0 0 0,1 0 0 0 0,-1 0 0 0 0,1 0 0 0 0,0 0 0 0 0,-1 0 0 0 0,1 0 0 0 0,-1 0-1 0 0,1-1 1 0 0,-1 2 0 0 0,1-1-38 0 0,-1 0 0 0 0,0 1 0 0 0,1-1 0 0 0,-1 0 0 0 0,1 1 0 0 0,-1-1 0 0 0,1 1 0 0 0,-1-1 0 0 0,1 1 0 0 0,0-1 0 0 0,-1 1 0 0 0,1 0 0 0 0,0-1 0 0 0,-1 1 0 0 0,1-1-1 0 0,0 1 1 0 0,-1 0 0 0 0,1-1 0 0 0,0 2 0 0 0,-4 12 485 0 0,0 1-1 0 0,1 0 0 0 0,1 0 0 0 0,0 0 0 0 0,1 30 1 0 0,3-4-47 0 0,7 41 1 0 0,-5-61-409 0 0,0-1 0 0 0,1 1 0 0 0,1-1 0 0 0,1-1 0 0 0,10 21 0 0 0,-12-30-59 0 0,0-1 1 0 0,0 0-1 0 0,1 0 1 0 0,0-1-1 0 0,1 1 1 0 0,0-1-1 0 0,0 0 1 0 0,1-1-1 0 0,-1 0 1 0 0,2 0-1 0 0,16 10 1 0 0,-21-14-31 0 0,1-1 0 0 0,0 0 0 0 0,0 0 1 0 0,-1 0-1 0 0,1-1 0 0 0,0 1 0 0 0,0-1 1 0 0,1-1-1 0 0,-1 1 0 0 0,0 0 0 0 0,0-1 0 0 0,0 0 1 0 0,1-1-1 0 0,-1 1 0 0 0,0-1 0 0 0,0 0 0 0 0,0 0 1 0 0,0 0-1 0 0,0-1 0 0 0,0 0 0 0 0,0 0 0 0 0,-1 0 1 0 0,1 0-1 0 0,-1-1 0 0 0,1 0 0 0 0,5-5 1 0 0,-1 0-3 0 0,0 0 0 0 0,-1-1 0 0 0,0 0 0 0 0,-1 0 0 0 0,0-1 0 0 0,0 0 0 0 0,-1 0 0 0 0,-1 0 0 0 0,0-1 0 0 0,7-18 0 0 0,3-22 21 0 0,12-81 1 0 0,-10 39-123 0 0,-16 91 86 0 0,0 2 4 0 0,0 1 0 0 0,0 0 1 0 0,0 0-1 0 0,0 0 0 0 0,0 0 0 0 0,0 0 0 0 0,-1 1 0 0 0,1-1 0 0 0,0 0 1 0 0,-1 0-1 0 0,1 0 0 0 0,-1 1 0 0 0,1-1 0 0 0,-1 0 0 0 0,0 1 0 0 0,1 2 1 0 0,59 311 618 0 0,20 364 0 0 0,-75-595-532 0 0,-7 120 0 0 0,-1-172-47 0 0,-1 0-1 0 0,-1 0 1 0 0,-2 0 0 0 0,-1 0-1 0 0,-2-1 1 0 0,-23 52-1 0 0,20-61-21 0 0,0 0 0 0 0,-1-1 0 0 0,-2 0 0 0 0,0-2 0 0 0,-1 1 0 0 0,-1-2 0 0 0,0-1 0 0 0,-2 0 0 0 0,0-1 0 0 0,-37 22 0 0 0,34-24 3 0 0,0-2 0 0 0,-1 0 0 0 0,0-2 0 0 0,-1-1 0 0 0,0 0 0 0 0,0-2 1 0 0,-1-1-1 0 0,0-1 0 0 0,0-1 0 0 0,-34 0 0 0 0,47-5-18 0 0,0 1 0 0 0,0-2 0 0 0,0 0 1 0 0,1 0-1 0 0,-1-1 0 0 0,1-1 0 0 0,-1 0 1 0 0,1-1-1 0 0,1 0 0 0 0,-1-1 0 0 0,1 0 1 0 0,0-1-1 0 0,0 0 0 0 0,1 0 0 0 0,0-1 0 0 0,-11-11 1 0 0,17 14-56 0 0,0-1 0 0 0,0 0 0 0 0,0 1 1 0 0,0-1-1 0 0,1-1 0 0 0,0 1 0 0 0,0-1 0 0 0,1 1 1 0 0,0-1-1 0 0,0 0 0 0 0,0 1 0 0 0,1-1 1 0 0,0 0-1 0 0,0 0 0 0 0,1 0 0 0 0,0 0 0 0 0,2-14 1 0 0,1-4-423 0 0,1 1 1 0 0,1 0-1 0 0,15-42 1 0 0,-8 34-397 0 0,2 0 1 0 0,1 1-1 0 0,34-52 0 0 0,-14 33-2925 0 0,53-57-1 0 0,-40 54-2142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7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53 136 600 0 0,'-42'-125'10338'0'0,"37"115"-9402"0"0,2 16-180 0 0,0 18-59 0 0,5 18 278 0 0,14 72 0 0 0,-8-60-507 0 0,76 459 2576 0 0,26 203-744 0 0,-32 272-1378 0 0,-78-973-1219 0 0,0 38-1576 0 0,-7-20-2435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7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0 340 1864 0 0,'4'-27'1609'0'0,"-1"-4"161"0"0,2 1 1 0 0,1-1 0 0 0,18-53 0 0 0,-20 75-1601 0 0,-1 1 1 0 0,2-1-1 0 0,-1 1 0 0 0,1 0 1 0 0,0 1-1 0 0,1-1 1 0 0,-1 1-1 0 0,2 0 0 0 0,-1 1 1 0 0,1-1-1 0 0,0 1 0 0 0,0 0 1 0 0,0 1-1 0 0,1 0 0 0 0,0 0 1 0 0,0 1-1 0 0,13-6 1 0 0,-12 7-69 0 0,0 1 0 0 0,-1 0 0 0 0,1 0 0 0 0,0 1 0 0 0,0 0 1 0 0,0 1-1 0 0,0 0 0 0 0,0 0 0 0 0,0 1 0 0 0,0 0 0 0 0,0 0 1 0 0,0 1-1 0 0,-1 0 0 0 0,1 1 0 0 0,0 0 0 0 0,-1 1 0 0 0,0-1 1 0 0,0 1-1 0 0,0 1 0 0 0,0 0 0 0 0,-1 0 0 0 0,0 0 0 0 0,0 1 1 0 0,0 0-1 0 0,-1 0 0 0 0,0 1 0 0 0,0 0 0 0 0,0 0 0 0 0,-1 0 1 0 0,0 1-1 0 0,-1-1 0 0 0,1 1 0 0 0,3 12 0 0 0,-1-2 52 0 0,-2-1 0 0 0,0 1 0 0 0,-2 0-1 0 0,1 0 1 0 0,-2 0 0 0 0,-1 0 0 0 0,0 1 0 0 0,-1-1-1 0 0,-1 0 1 0 0,-1 1 0 0 0,-7 32 0 0 0,4-29-105 0 0,-2-1 1 0 0,0 0-1 0 0,-1 0 0 0 0,-1-1 1 0 0,-1 0-1 0 0,-1-1 1 0 0,0 0-1 0 0,-1 0 0 0 0,-23 25 1 0 0,15-27-3206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47 138 468 0 0,'20'-20'8071'0'0,"-19"20"-7914"0"0,-1 0 1 0 0,0-1-1 0 0,1 1 0 0 0,-1 0 0 0 0,0 0 0 0 0,1 0 0 0 0,-1 0 0 0 0,1-1 0 0 0,-1 1 0 0 0,1 0 0 0 0,-1 0 0 0 0,0 0 1 0 0,1 0-1 0 0,-1 0 0 0 0,1 0 0 0 0,-1 0 0 0 0,1 0 0 0 0,-1 1 0 0 0,0-1 0 0 0,1 0 0 0 0,0 0 0 0 0,-1 1-90 0 0,1-1-1 0 0,0 1 0 0 0,-1-1 0 0 0,1 1 0 0 0,-1 0 1 0 0,1-1-1 0 0,-1 1 0 0 0,0 0 0 0 0,1-1 1 0 0,-1 1-1 0 0,0 0 0 0 0,1-1 0 0 0,-1 1 1 0 0,0 0-1 0 0,0 0 0 0 0,1 1 0 0 0,2 20 745 0 0,-1 1 0 0 0,-1-1 0 0 0,-2 34 0 0 0,0-26-322 0 0,3 34 1 0 0,2-31-245 0 0,0-1 1 0 0,12 40 0 0 0,-14-63-209 0 0,1-1 0 0 0,0 1-1 0 0,0-1 1 0 0,1 0 0 0 0,0 0 0 0 0,1 0 0 0 0,0 0-1 0 0,0-1 1 0 0,0 0 0 0 0,1 0 0 0 0,0 0 0 0 0,0-1 0 0 0,10 7-1 0 0,-13-10-16 0 0,1-1 0 0 0,-1 0 0 0 0,1 0 0 0 0,-1 0 0 0 0,1-1 0 0 0,0 1 0 0 0,0-1 1 0 0,0 0-1 0 0,0 0 0 0 0,0 0 0 0 0,0-1 0 0 0,0 1 0 0 0,0-1 0 0 0,0 0 0 0 0,0 0 0 0 0,0-1 0 0 0,0 1 0 0 0,0-1 0 0 0,0 0 0 0 0,0 0 0 0 0,0 0 0 0 0,-1 0 0 0 0,1-1 0 0 0,0 1 0 0 0,-1-1 0 0 0,1 0 0 0 0,-1 0 0 0 0,1-1 0 0 0,-1 1 0 0 0,0-1 0 0 0,4-3 0 0 0,0-1-8 0 0,0 0 0 0 0,0-1-1 0 0,-1 0 1 0 0,0 0 0 0 0,0 0 0 0 0,-1-1-1 0 0,0 0 1 0 0,0 0 0 0 0,-1 0 0 0 0,-1-1 0 0 0,4-13-1 0 0,-2 0 1 0 0,-2-1-1 0 0,0 0 0 0 0,-2 0 0 0 0,0 0 0 0 0,-2 0 0 0 0,-1 1 0 0 0,-6-36 0 0 0,4 40 0 0 0,0 1-1 0 0,-2 0 0 0 0,1 0 0 0 0,-2 1 0 0 0,-1 0 0 0 0,0 0 0 0 0,-1 0 0 0 0,0 1 0 0 0,-2 1 0 0 0,-12-16 0 0 0,20 27-9 0 0,-1 0 0 0 0,0 1 0 0 0,0-1 0 0 0,0 1 0 0 0,0 0 0 0 0,0 0 0 0 0,-1 0 0 0 0,0 0 0 0 0,1 1 0 0 0,-1 0 0 0 0,0 0-1 0 0,0 0 1 0 0,0 0 0 0 0,0 1 0 0 0,-1 0 0 0 0,-8-1 0 0 0,8 2-1 0 0,0 1-1 0 0,-1-1 1 0 0,1 1 0 0 0,0 0-1 0 0,0 1 1 0 0,0 0 0 0 0,1 0-1 0 0,-1 0 1 0 0,0 0 0 0 0,1 1-1 0 0,-1 0 1 0 0,1 0-1 0 0,-10 8 1 0 0,5-3-105 0 0,1 0-1 0 0,0 1 1 0 0,0 0-1 0 0,1 1 1 0 0,0 0-1 0 0,0 0 1 0 0,1 1-1 0 0,1 0 1 0 0,0 0-1 0 0,0 0 1 0 0,1 1-1 0 0,-4 15 1 0 0,7-18-323 0 0,0-1 1 0 0,0 1-1 0 0,1 0 1 0 0,0 0-1 0 0,1 0 1 0 0,-1 0-1 0 0,4 16 1 0 0,-2-17-252 0 0,0-1 0 0 0,1 0 0 0 0,1 0 1 0 0,-1 0-1 0 0,1 0 0 0 0,0 0 0 0 0,0 0 0 0 0,1-1 0 0 0,0 0 1 0 0,6 8-1 0 0,5 2-4248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2720 0 0,'14'-35'12661'0'0,"-13"35"-12567"0"0,5 17 673 0 0,-1 6-236 0 0,30 133 1719 0 0,9-1-3775 0 0,-40-147 275 0 0,0-1-1081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71 126 848 0 0,'-8'-17'2736'0'0,"0"1"-1"0"0,-16-25 0 0 0,-7-11 356 0 0,60 109-9385 0 0,-20-40 2847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1244 0 0,'15'18'1670'0'0,"-1"0"-1"0"0,-1 1 1 0 0,0 1-1 0 0,-2 0 0 0 0,0 0 1 0 0,11 31-1 0 0,-8-13-260 0 0,-3 1 0 0 0,12 69 0 0 0,-21-100-1056 0 0,-2-5-210 0 0,1 0-1 0 0,-1 0 1 0 0,1-1 0 0 0,-1 1 0 0 0,0 0 0 0 0,0 0 0 0 0,0 0 0 0 0,-1 4 0 0 0,0-6-13 0 0,0-2-115 0 0,0 0 0 0 0,0 0 0 0 0,0 0 1 0 0,0 0-1 0 0,1 0 0 0 0,-1-1 0 0 0,0 1 0 0 0,0 0 1 0 0,1-1-1 0 0,-1 1 0 0 0,1 0 0 0 0,-1-1 0 0 0,1 1 1 0 0,0-1-1 0 0,-1 1 0 0 0,1-3 0 0 0,0 3-9 0 0,-3-16-31 0 0,1 0 0 0 0,1 0 0 0 0,0-1-1 0 0,2 1 1 0 0,0 0 0 0 0,5-27 0 0 0,1 7-156 0 0,24-68-1 0 0,-26 93 161 0 0,0 0 1 0 0,0 0-1 0 0,1 0 1 0 0,1 1-1 0 0,0-1 1 0 0,0 2-1 0 0,1-1 1 0 0,0 1-1 0 0,15-13 0 0 0,-20 20 19 0 0,1 0 0 0 0,-1 0-1 0 0,1 1 1 0 0,0-1 0 0 0,-1 1-1 0 0,1 0 1 0 0,0 0 0 0 0,1 0-1 0 0,-1 1 1 0 0,0-1 0 0 0,0 1-1 0 0,1 0 1 0 0,-1 0 0 0 0,0 1-1 0 0,1-1 1 0 0,-1 1 0 0 0,1 0-1 0 0,-1 0 1 0 0,1 1 0 0 0,-1-1-1 0 0,0 1 1 0 0,1 0-1 0 0,-1 0 1 0 0,0 0 0 0 0,1 1-1 0 0,-1-1 1 0 0,0 1 0 0 0,0 0-1 0 0,0 1 1 0 0,-1-1 0 0 0,5 3-1 0 0,2 3 47 0 0,0 1 1 0 0,-1 0-1 0 0,0 0 0 0 0,0 1 0 0 0,-1 0 0 0 0,0 1 0 0 0,-1-1 0 0 0,0 1 1 0 0,-1 1-1 0 0,0 0 0 0 0,-1-1 0 0 0,0 2 0 0 0,-1-1 0 0 0,4 19 0 0 0,1 17-106 0 0,-1 0-1 0 0,1 72 1 0 0,-8-97-131 0 0,-1-20-216 0 0,0 1 0 0 0,0-1 0 0 0,1 1 0 0 0,-1-1 1 0 0,1 1-1 0 0,0-1 0 0 0,0 0 0 0 0,0 1 0 0 0,1-1 0 0 0,-1 0 0 0 0,1 0 0 0 0,-1 0 0 0 0,1 0 0 0 0,4 4 0 0 0,-4-6-589 0 0,-2-1 798 0 0,1 0 0 0 0,-1 0 1 0 0,1 0-1 0 0,-1 0 0 0 0,1 0 1 0 0,-1 0-1 0 0,1 0 0 0 0,-1 0 1 0 0,1 0-1 0 0,-1 0 0 0 0,1 0 1 0 0,-1 0-1 0 0,4-3-1397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1040 0 0,'8'-49'5127'0'0,"-4"29"-2589"0"0,0-1-1 0 0,-1-21 1 0 0,-1 32 383 0 0,2 17-1785 0 0,3 17-51 0 0,12 185 2355 0 0,8 62-1725 0 0,-14-185-1472 0 0,25 95-1 0 0,-32-161-156 0 0,0 1-1 0 0,1-1 0 0 0,14 28 1 0 0,-19-44-257 0 0,1 1 1 0 0,-1-1 0 0 0,0 0 0 0 0,1 0-1 0 0,0 0 1 0 0,0-1 0 0 0,0 1 0 0 0,1-1 0 0 0,-1 1-1 0 0,1-1 1 0 0,0 0 0 0 0,0 0 0 0 0,0-1-1 0 0,0 1 1 0 0,0-1 0 0 0,0 0 0 0 0,1 0-1 0 0,-1 0 1 0 0,1-1 0 0 0,0 1 0 0 0,7 0 0 0 0,-10-2-178 0 0,1 0 1 0 0,-1 0-1 0 0,1 0 1 0 0,-1-1-1 0 0,1 1 1 0 0,-1-1-1 0 0,1 1 1 0 0,-1-1-1 0 0,0 0 1 0 0,1 0-1 0 0,-1 0 1 0 0,0 0-1 0 0,3-2 1 0 0,-3 2-367 0 0,0-1 0 0 0,0 1 0 0 0,-1-1 0 0 0,1 0 0 0 0,0 0 0 0 0,-1 0 0 0 0,1 0 0 0 0,1-2 0 0 0,4-14-6750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9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6 143 2756 0 0,'-6'-6'9542'0'0,"6"6"-9493"0"0,275-51 3588 0 0,2 11-6202 0 0,-66 10-3183 0 0,-114 14 481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2:59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79 700 0 0,'-12'-10'1605'0'0,"0"-1"1"0"0,0 1-1 0 0,0 1 1 0 0,-2 0-1 0 0,1 1 0 0 0,-29-13 1 0 0,41 21-1560 0 0,-1 0 0 0 0,1-1 1 0 0,-1 1-1 0 0,1 0 0 0 0,-1 0 1 0 0,1 0-1 0 0,-1 1 0 0 0,1-1 1 0 0,0 0-1 0 0,-1 1 0 0 0,1-1 1 0 0,-1 0-1 0 0,1 1 0 0 0,0 0 1 0 0,0-1-1 0 0,-1 1 0 0 0,1 0 1 0 0,0 0-1 0 0,0-1 0 0 0,0 1 1 0 0,-1 0-1 0 0,1 0 1 0 0,0 0-1 0 0,1 0 0 0 0,-2 2 1 0 0,-19 30 380 0 0,20-31-396 0 0,-16 36 402 0 0,2 1 0 0 0,-20 74 0 0 0,-8 87 202 0 0,37-167-551 0 0,-10 57 107 0 0,5-1-1 0 0,-2 114 0 0 0,14-152-150 0 0,1-1 0 0 0,3 1 0 0 0,2-1-1 0 0,2-1 1 0 0,25 78 0 0 0,-27-106-233 0 0,1 0 0 0 0,1-1-1 0 0,1 0 1 0 0,1-1 0 0 0,21 28 0 0 0,-26-38-371 0 0,1-1 0 0 0,0-1 1 0 0,0 1-1 0 0,1-1 0 0 0,0-1 1 0 0,0 0-1 0 0,1 0 0 0 0,-1 0 0 0 0,1-1 1 0 0,1 0-1 0 0,-1-1 0 0 0,1 0 0 0 0,-1 0 1 0 0,11 2-1 0 0,13-2-3846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0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826 28 640 0 0,'8'-28'11134'0'0,"-12"46"-10634"0"0,-16 53 302 0 0,-3-2-1 0 0,-3-1 1 0 0,-3-1 0 0 0,-54 93 0 0 0,58-119-659 0 0,-2-2 1 0 0,-1 0 0 0 0,-2-2 0 0 0,-1-1 0 0 0,-2-2-1 0 0,-2-1 1 0 0,-73 53 0 0 0,89-73-89 0 0,0-1 0 0 0,-1-2-1 0 0,0 0 1 0 0,-23 8 0 0 0,35-15-39 0 0,0-1 1 0 0,0 1-1 0 0,0-2 0 0 0,0 1 0 0 0,-1-1 1 0 0,1 0-1 0 0,0-1 0 0 0,-1 0 1 0 0,1 0-1 0 0,0-1 0 0 0,-1 0 0 0 0,1 0 1 0 0,-16-6-1 0 0,19 5-17 0 0,1-1 1 0 0,-1 1-1 0 0,1-1 1 0 0,0 0-1 0 0,0-1 1 0 0,0 1-1 0 0,0-1 1 0 0,0 1-1 0 0,1-1 1 0 0,0 0-1 0 0,0-1 1 0 0,0 1-1 0 0,0 0 1 0 0,1-1-1 0 0,-1 0 1 0 0,1 1-1 0 0,0-1 1 0 0,-1-7-1 0 0,-1-2-1 0 0,1 0-1 0 0,0 0 0 0 0,1 0 0 0 0,1 0 1 0 0,0-22-1 0 0,2 14-5 0 0,1-1 0 0 0,1 1 1 0 0,1 1-1 0 0,1-1 0 0 0,1 1 0 0 0,1-1 1 0 0,11-22-1 0 0,-13 32 3 0 0,1 1 0 0 0,0 0 0 0 0,1 0 0 0 0,0 0 0 0 0,0 1 0 0 0,1 0 0 0 0,1 1 0 0 0,0 0 1 0 0,0 0-1 0 0,0 1 0 0 0,1 0 0 0 0,0 1 0 0 0,1 0 0 0 0,12-6 0 0 0,-16 10 4 0 0,0 0 0 0 0,0 1 0 0 0,0 0 1 0 0,0 0-1 0 0,1 0 0 0 0,-1 1 0 0 0,1 1 0 0 0,-1-1 0 0 0,1 1 0 0 0,-1 0 1 0 0,13 2-1 0 0,-8 1 1 0 0,-1-1 0 0 0,0 2 0 0 0,-1-1 0 0 0,1 1 0 0 0,0 1 0 0 0,-1 0 0 0 0,11 7 0 0 0,-5-1 3 0 0,0 1-1 0 0,-1 0 1 0 0,0 1 0 0 0,-1 1 0 0 0,-1 0-1 0 0,0 1 1 0 0,-1 0 0 0 0,18 29 0 0 0,-7 2-280 0 0,-2 1 1 0 0,17 52 0 0 0,16 37-6165 0 0,-42-111 3023 0 0,2-3-1278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0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 1072 0 0,'11'-6'11325'0'0,"-10"8"-11167"0"0,0 0 0 0 0,1 0 0 0 0,-1 0-1 0 0,0 0 1 0 0,0 0 0 0 0,0 0 0 0 0,-1 0 0 0 0,1 0-1 0 0,0 0 1 0 0,-1 0 0 0 0,0 1 0 0 0,1-1 0 0 0,-1 0-1 0 0,0 0 1 0 0,0 1 0 0 0,0-1 0 0 0,0 0 0 0 0,-1 0 0 0 0,0 3-1 0 0,-7 56 752 0 0,6-52-778 0 0,-13 70 187 0 0,-14 87-262 0 0,27-138-3083 0 0,1 53 1 0 0,2-67-489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0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35 274 348 0 0,'34'-139'14133'0'0,"-36"150"-13837"0"0,-42 192 2271 0 0,40-176-2471 0 0,2 0 1 0 0,0 0-1 0 0,2 0 1 0 0,1 0-1 0 0,7 44 1 0 0,-7-61-59 0 0,2 0 0 0 0,-1 0 1 0 0,2-1-1 0 0,-1 1 0 0 0,1-1 0 0 0,1 1 0 0 0,-1-1 1 0 0,2 0-1 0 0,-1-1 0 0 0,1 0 0 0 0,0 1 0 0 0,12 10 1 0 0,-11-13 4 0 0,0-1 0 0 0,-1 0 1 0 0,2 0-1 0 0,-1-1 0 0 0,0 0 1 0 0,1 0-1 0 0,0-1 0 0 0,0 0 1 0 0,0 0-1 0 0,0-1 0 0 0,1 0 1 0 0,-1 0-1 0 0,0-1 0 0 0,1 0 1 0 0,12-1-1 0 0,-11 0-27 0 0,1 0 0 0 0,-1-1 0 0 0,0 0 0 0 0,1 0 1 0 0,-1-1-1 0 0,0-1 0 0 0,0 0 0 0 0,0 0 0 0 0,0-1 0 0 0,-1 0 0 0 0,1-1 0 0 0,-1 0 0 0 0,0 0 0 0 0,0-1 0 0 0,-1 0 0 0 0,0-1 1 0 0,0 0-1 0 0,0 0 0 0 0,-1-1 0 0 0,0 1 0 0 0,-1-2 0 0 0,0 1 0 0 0,0-1 0 0 0,0 0 0 0 0,-1 0 0 0 0,-1 0 0 0 0,0-1 1 0 0,0 1-1 0 0,0-1 0 0 0,2-17 0 0 0,-2 8-13 0 0,-2-1 1 0 0,-1 0 0 0 0,0 1-1 0 0,-1-1 1 0 0,-2 0-1 0 0,0 1 1 0 0,0-1-1 0 0,-2 1 1 0 0,-1-1 0 0 0,0 1-1 0 0,-1 1 1 0 0,-10-20-1 0 0,8 18 1 0 0,-2 1-1 0 0,0 1 1 0 0,-2-1 0 0 0,0 2-1 0 0,-1 0 1 0 0,0 0-1 0 0,-2 1 1 0 0,0 1 0 0 0,0 0-1 0 0,-35-24 1 0 0,36 30-85 0 0,0 1 0 0 0,0 1 0 0 0,-1 0 0 0 0,0 1 0 0 0,-23-7 0 0 0,29 11 14 0 0,1 0 0 0 0,0 1 0 0 0,-1 0 0 0 0,1 0 0 0 0,-1 1 0 0 0,0 0 0 0 0,1 0-1 0 0,-1 1 1 0 0,1 0 0 0 0,0 1 0 0 0,-17 4 0 0 0,22-5-110 0 0,1 0 1 0 0,-1 1-1 0 0,1-1 1 0 0,0 1-1 0 0,-1-1 0 0 0,1 1 1 0 0,0 0-1 0 0,0 0 0 0 0,0 0 1 0 0,0 0-1 0 0,0 0 0 0 0,0 0 1 0 0,1 0-1 0 0,-3 4 1 0 0,4-5-105 0 0,-1 0 1 0 0,1 1 0 0 0,-1-1-1 0 0,1 0 1 0 0,-1 1 0 0 0,1-1 0 0 0,0 0-1 0 0,0 1 1 0 0,-1-1 0 0 0,1 0-1 0 0,0 1 1 0 0,0-1 0 0 0,1 1-1 0 0,-1-1 1 0 0,0 0 0 0 0,0 1 0 0 0,1-1-1 0 0,-1 0 1 0 0,0 1 0 0 0,1-1-1 0 0,-1 0 1 0 0,1 0 0 0 0,0 1-1 0 0,-1-1 1 0 0,1 0 0 0 0,0 0 0 0 0,0 0-1 0 0,0 0 1 0 0,2 2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01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 24 0 0,'1'-2'636'0'0,"-1"-1"0"0"0,1 1 0 0 0,0 0 0 0 0,-1 0 0 0 0,1 0 0 0 0,0 0 0 0 0,0 0 0 0 0,1 0-1 0 0,0-3 1 0 0,-1 5-538 0 0,-1 0 0 0 0,0 0 0 0 0,1-1-1 0 0,-1 1 1 0 0,0 0 0 0 0,1 0 0 0 0,-1-1-1 0 0,0 1 1 0 0,1 0 0 0 0,-1 0 0 0 0,1 0-1 0 0,-1 0 1 0 0,0-1 0 0 0,1 1 0 0 0,-1 0-1 0 0,1 0 1 0 0,-1 0 0 0 0,0 0 0 0 0,1 0-1 0 0,-1 0 1 0 0,1 0 0 0 0,-1 0 0 0 0,0 0-1 0 0,1 0 1 0 0,-1 0 0 0 0,1 1 0 0 0,-1-1-1 0 0,0 0 1 0 0,2 0 0 0 0,1 3 118 0 0,0 0-1 0 0,0 0 1 0 0,1 0 0 0 0,-2 0 0 0 0,1 1-1 0 0,0-1 1 0 0,3 6 0 0 0,-2-3 6 0 0,13 21 486 0 0,-2 0 0 0 0,0 1 0 0 0,16 42 0 0 0,23 94 829 0 0,-46-140-1358 0 0,22 80 400 0 0,-4 0 0 0 0,-4 2 0 0 0,12 188 0 0 0,-31-231-633 0 0,-3-1-1 0 0,-3 1 0 0 0,-2-1 0 0 0,-3 0 1 0 0,-3-1-1 0 0,-3 0 0 0 0,-40 112 0 0 0,38-135-528 0 0,-2-1 0 0 0,-1-1-1 0 0,-2-1 1 0 0,-1-1-1 0 0,-31 36 1 0 0,30-44-1086 0 0,-2 0-1 0 0,0-1 1 0 0,-43 31-1 0 0,8-16-3438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0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44 1116 0 0,'-4'-6'1063'0'0,"-1"0"0"0"0,1 1 0 0 0,-1-1 0 0 0,0 1 0 0 0,-1 0 0 0 0,-6-4 0 0 0,10 8-637 0 0,-13 8 325 0 0,13-6-670 0 0,0 1 0 0 0,0 0-1 0 0,0 0 1 0 0,1 0 0 0 0,-1 0-1 0 0,1 0 1 0 0,-1 0 0 0 0,1 1 0 0 0,0-1-1 0 0,0 0 1 0 0,0 1 0 0 0,-1 3-1 0 0,-8 35 560 0 0,9-33-493 0 0,-9 51 279 0 0,3 0 0 0 0,2 0-1 0 0,3 0 1 0 0,9 96 0 0 0,-5-139-385 0 0,0-1 1 0 0,1 1 0 0 0,1-1-1 0 0,0 0 1 0 0,1 0 0 0 0,1 0-1 0 0,12 22 1 0 0,-16-33-31 0 0,0 0 1 0 0,1 0-1 0 0,-1 0 1 0 0,1-1-1 0 0,0 1 0 0 0,0-1 1 0 0,0 0-1 0 0,0 0 1 0 0,1 0-1 0 0,-1 0 1 0 0,1-1-1 0 0,0 1 0 0 0,0-1 1 0 0,0 0-1 0 0,0 0 1 0 0,0 0-1 0 0,0-1 0 0 0,0 0 1 0 0,1 1-1 0 0,-1-1 1 0 0,0-1-1 0 0,1 1 1 0 0,-1-1-1 0 0,1 1 0 0 0,-1-1 1 0 0,1-1-1 0 0,-1 1 1 0 0,1-1-1 0 0,-1 1 1 0 0,8-3-1 0 0,-3 0-2 0 0,0-1 0 0 0,0 0 0 0 0,0 0 0 0 0,-1 0 0 0 0,1-1-1 0 0,-1 0 1 0 0,0-1 0 0 0,-1 0 0 0 0,1 0 0 0 0,-1-1 0 0 0,0 1 0 0 0,-1-2 0 0 0,0 1 0 0 0,0-1 0 0 0,0 0 0 0 0,-1 0-1 0 0,0 0 1 0 0,-1-1 0 0 0,7-17 0 0 0,-7 13 4 0 0,0-1 0 0 0,-1 0-1 0 0,0 0 1 0 0,-1 0 0 0 0,0 0-1 0 0,-1 0 1 0 0,-1-1 0 0 0,-1 1 0 0 0,0 0-1 0 0,0-1 1 0 0,-2 1 0 0 0,-6-24-1 0 0,1 13-14 0 0,-1 0-1 0 0,-2 0 0 0 0,0 1 0 0 0,-20-29 1 0 0,25 42 1 0 0,-1 1 0 0 0,-1 0 0 0 0,0 1 0 0 0,0 0 0 0 0,-1 0 0 0 0,0 1 0 0 0,0 0 0 0 0,-1 0 0 0 0,0 1 0 0 0,-1 1 1 0 0,-16-9-1 0 0,23 13 1 0 0,0 1 1 0 0,-1-1-1 0 0,1 1 0 0 0,0 0 1 0 0,0 1-1 0 0,-1-1 1 0 0,1 1-1 0 0,-1 0 1 0 0,1 0-1 0 0,0 0 0 0 0,-1 0 1 0 0,1 1-1 0 0,0 0 1 0 0,-5 1-1 0 0,3 0 1 0 0,-1 1 1 0 0,1-1-1 0 0,0 1 0 0 0,0 1 0 0 0,0-1 0 0 0,1 1 0 0 0,-1 0 0 0 0,-6 7 1 0 0,2-1-3 0 0,0 1 1 0 0,1 1 0 0 0,0 0-1 0 0,0 0 1 0 0,1 0-1 0 0,1 1 1 0 0,-10 24 0 0 0,13-26 1 0 0,0 1 0 0 0,0 0-1 0 0,2 0 1 0 0,-1 0 0 0 0,1 0 0 0 0,1 1 0 0 0,0-1 0 0 0,1 1 0 0 0,1-1 0 0 0,0 0 0 0 0,2 14 0 0 0,-2-21 1 0 0,0 0 1 0 0,1 0-1 0 0,0 0 0 0 0,-1 0 1 0 0,2 0-1 0 0,-1 0 0 0 0,0 0 1 0 0,1-1-1 0 0,0 1 1 0 0,0-1-1 0 0,1 0 0 0 0,-1 0 1 0 0,1 0-1 0 0,0 0 0 0 0,0-1 1 0 0,0 1-1 0 0,0-1 0 0 0,0 0 1 0 0,1 0-1 0 0,0-1 0 0 0,-1 1 1 0 0,1-1-1 0 0,0 0 1 0 0,0 0-1 0 0,1-1 0 0 0,-1 0 1 0 0,10 2-1 0 0,-1-2 4 0 0,0-1 0 0 0,1 0 0 0 0,-1-1 1 0 0,0 0-1 0 0,0-1 0 0 0,0-1 0 0 0,0 0 0 0 0,-1-1 0 0 0,19-7 0 0 0,-4-1 14 0 0,0-1-1 0 0,-1-1 0 0 0,32-23 0 0 0,-42 24-16 0 0,1 0 0 0 0,-2-1 0 0 0,0-1-1 0 0,0 0 1 0 0,-2-1 0 0 0,0-1 0 0 0,-1 0 0 0 0,0-1 0 0 0,-2 0-1 0 0,0-1 1 0 0,14-35 0 0 0,-12 20-15 0 0,-6 16-8 0 0,0 0 1 0 0,10-17-1 0 0,-15 32 1 0 0,-2 2 19 0 0,0 1 0 0 0,0 0 0 0 0,0 0 1 0 0,0 0-1 0 0,1-1 0 0 0,-1 1 0 0 0,0 0 0 0 0,0 0 0 0 0,0 0 1 0 0,0-1-1 0 0,1 1 0 0 0,-1 0 0 0 0,0 0 0 0 0,0 0 0 0 0,0 0 0 0 0,1-1 1 0 0,-1 1-1 0 0,0 0 0 0 0,0 0 0 0 0,0 0 0 0 0,1 0 0 0 0,-1 0 1 0 0,0 0-1 0 0,0 0 0 0 0,1 0 0 0 0,-1 0 0 0 0,0 0 0 0 0,0 0 0 0 0,1 0 1 0 0,-1 0-1 0 0,0 0 0 0 0,0 0 0 0 0,1 0 0 0 0,-1 0 0 0 0,0 0 0 0 0,0 0 1 0 0,1 0-1 0 0,-1 0 0 0 0,0 0 0 0 0,0 0 0 0 0,0 0 0 0 0,1 1 1 0 0,-1-1-1 0 0,0 0 0 0 0,0 0 0 0 0,0 0 0 0 0,1 0 0 0 0,-1 1 0 0 0,0-1 1 0 0,0 0-1 0 0,0 0 0 0 0,5 11 20 0 0,-5-10-13 0 0,5 19 109 0 0,-1-1 1 0 0,0 1 0 0 0,-2 0-1 0 0,0 0 1 0 0,-3 39-1 0 0,2 5 1 0 0,2 16-17 0 0,-1-12 19 0 0,11 72 0 0 0,-10-131-42 0 0,1-9-23 0 0,5-16 2 0 0,4-25-2 0 0,2-50 29 0 0,9-41-68 0 0,-20 115-22 0 0,1 0 0 0 0,1 0 0 0 0,0 1 1 0 0,2-1-1 0 0,11-19 0 0 0,-17 33 12 0 0,-1 0 0 0 0,1 1 0 0 0,0-1 0 0 0,1 1-1 0 0,-1-1 1 0 0,0 1 0 0 0,1 0 0 0 0,-1-1 0 0 0,1 1 0 0 0,0 1 0 0 0,-1-1 0 0 0,1 0 0 0 0,0 1 0 0 0,0-1 0 0 0,0 1 0 0 0,0 0 0 0 0,7-2-1 0 0,-7 3 37 0 0,-1 0-1 0 0,1 0 0 0 0,0 0 0 0 0,-1 0 0 0 0,1 1 1 0 0,0-1-1 0 0,-1 1 0 0 0,1 0 0 0 0,-1-1 0 0 0,1 1 0 0 0,-1 1 1 0 0,1-1-1 0 0,-1 0 0 0 0,1 0 0 0 0,-1 1 0 0 0,0-1 1 0 0,0 1-1 0 0,0 0 0 0 0,0 0 0 0 0,0 0 0 0 0,0 0 0 0 0,1 2 1 0 0,5 7 131 0 0,0 1 1 0 0,-1-1-1 0 0,-1 2 1 0 0,0-1-1 0 0,0 0 0 0 0,-1 1 1 0 0,-1 0-1 0 0,4 22 1 0 0,13 113 429 0 0,-20-132-549 0 0,4 66 148 0 0,-3-41-1175 0 0,7 49 1 0 0,-4-79-711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1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1070 2616 0 0,'-31'64'10307'0'0,"58"-89"-9498"0"0,9-21-740 0 0,-1-3 0 0 0,-2-1-1 0 0,-3-1 1 0 0,-1-1 0 0 0,-3-2 0 0 0,-3-1 0 0 0,-2 0-1 0 0,20-86 1 0 0,-27 67-102 0 0,-4-1-1 0 0,-3-1 0 0 0,-4 1 0 0 0,-2-1 0 0 0,-14-101 1 0 0,12 175-39 0 0,0 6 24 0 0,-3 17 2 0 0,-2 29 18 0 0,-6 104 25 0 0,-12 380 40 0 0,24-524-60 0 0,2 35-5 0 0,7 47 0 0 0,-7-81-129 0 0,0 1-1 0 0,1-1 1 0 0,0 0-1 0 0,1 0 1 0 0,0 0-1 0 0,0-1 1 0 0,1 1-1 0 0,1-1 1 0 0,10 14-1 0 0,-15-22 26 0 0,1 0 1 0 0,-1-1-1 0 0,1 1 0 0 0,0 0 0 0 0,-1-1 1 0 0,1 0-1 0 0,0 1 0 0 0,0-1 0 0 0,0 0 1 0 0,0 0-1 0 0,0 0 0 0 0,0 0 1 0 0,1-1-1 0 0,-1 1 0 0 0,0 0 0 0 0,0-1 1 0 0,1 0-1 0 0,-1 1 0 0 0,0-1 0 0 0,1 0 1 0 0,2 0-1 0 0,-1-1-245 0 0,-1 0 1 0 0,1 1 0 0 0,0-1-1 0 0,0-1 1 0 0,0 1-1 0 0,-1-1 1 0 0,1 1-1 0 0,-1-1 1 0 0,1 0 0 0 0,-1 0-1 0 0,4-4 1 0 0,9-8-2140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1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59 208 0 0,'3'-20'1795'0'0,"-2"14"-1053"0"0,0 1 0 0 0,0 0 0 0 0,-1-1 0 0 0,1 1 0 0 0,-2-6 0 0 0,19 401 5848 0 0,-5-49-5766 0 0,-10-319-758 0 0,0-1 1 0 0,2 0-1 0 0,1 0 0 0 0,13 32 0 0 0,-19-52-64 0 0,0-1 0 0 0,0 0 0 0 0,0 1 0 0 0,0-1 1 0 0,0 0-1 0 0,0 1 0 0 0,0-1 0 0 0,1 0 0 0 0,-1 1 0 0 0,0-1 0 0 0,0 0 1 0 0,0 1-1 0 0,0-1 0 0 0,1 0 0 0 0,-1 0 0 0 0,0 1 0 0 0,0-1 0 0 0,0 0 0 0 0,1 0 1 0 0,-1 1-1 0 0,0-1 0 0 0,1 0 0 0 0,-1 0 0 0 0,0 0 0 0 0,0 0 0 0 0,1 1 0 0 0,-1-1 1 0 0,0 0-1 0 0,1 0 0 0 0,-1 0 0 0 0,0 0 0 0 0,1 0 0 0 0,-1 0 0 0 0,0 0 1 0 0,1 0-1 0 0,-1 0 0 0 0,0 0 0 0 0,1 0 0 0 0,-1 0 0 0 0,0 0 0 0 0,1 0 0 0 0,-1 0 1 0 0,0 0-1 0 0,1 0 0 0 0,-1-1 0 0 0,0 1 0 0 0,1 0 0 0 0,-1 0 0 0 0,0 0 1 0 0,1 0-1 0 0,-1-1 0 0 0,0 1 0 0 0,0 0 0 0 0,1 0 0 0 0,-1-1 0 0 0,0 1 0 0 0,0 0 1 0 0,1-1-1 0 0,10-18 41 0 0,30-81 32 0 0,-21 47-82 0 0,42-76 0 0 0,-60 125 2 0 0,1-1 0 0 0,0 1-1 0 0,0 0 1 0 0,1 0 0 0 0,-1 1 0 0 0,1-1 0 0 0,6-4 0 0 0,7-2 10 0 0,-11 10 3 0 0,-3 0-1 0 0,-2 0 1 0 0,1 0 1 0 0,-1 0 0 0 0,0 0 0 0 0,1 0 0 0 0,-1 1-1 0 0,1-1 1 0 0,-1 0 0 0 0,0 1 0 0 0,0-1 0 0 0,1 1-1 0 0,-1 0 1 0 0,0-1 0 0 0,0 1 0 0 0,0 0 0 0 0,1 0-1 0 0,-1 0 1 0 0,0-1 0 0 0,0 1 0 0 0,0 0-1 0 0,-1 0 1 0 0,1 1 0 0 0,1 0 0 0 0,14 26 385 0 0,-4 1 218 0 0,12 55 0 0 0,-17-57-455 0 0,1 0 0 0 0,20 46 0 0 0,-27-70-150 0 0,1 0-1 0 0,0 0 1 0 0,-1-1 0 0 0,1 1-1 0 0,0-1 1 0 0,0 0 0 0 0,0 1-1 0 0,1-1 1 0 0,-1 0 0 0 0,1 0-1 0 0,-1-1 1 0 0,1 1 0 0 0,-1 0-1 0 0,1-1 1 0 0,0 1-1 0 0,0-1 1 0 0,0 0 0 0 0,0 0-1 0 0,0 0 1 0 0,0-1 0 0 0,0 1-1 0 0,0-1 1 0 0,0 1 0 0 0,0-1-1 0 0,0 0 1 0 0,0 0 0 0 0,0 0-1 0 0,0-1 1 0 0,0 1-1 0 0,0-1 1 0 0,0 0 0 0 0,0 0-1 0 0,4-1 1 0 0,3-2-4 0 0,0 0 1 0 0,-1 0-1 0 0,1-1 0 0 0,-1 0 0 0 0,-1-1 1 0 0,1 0-1 0 0,-1 0 0 0 0,15-15 1 0 0,-11 8-44 0 0,-1 0 1 0 0,0-1 0 0 0,-1-1 0 0 0,-1 1 0 0 0,0-1 0 0 0,8-22 0 0 0,-13 28 27 0 0,-1 0 0 0 0,0 0 1 0 0,0 0-1 0 0,-1 0 0 0 0,0 0 1 0 0,-1-1-1 0 0,0 1 0 0 0,-1-1 1 0 0,1 1-1 0 0,-2-1 0 0 0,1 1 1 0 0,-2-1-1 0 0,-1-10 0 0 0,2 18 9 0 0,1 0 0 0 0,-1 0 0 0 0,1 1 0 0 0,-1-1-1 0 0,0 0 1 0 0,1 1 0 0 0,-1-1 0 0 0,0 1 0 0 0,0-1 0 0 0,0 0 0 0 0,0 1-1 0 0,0 0 1 0 0,-1-1 0 0 0,1 1 0 0 0,0 0 0 0 0,-1 0 0 0 0,1 0 0 0 0,-2-2-1 0 0,1 3 6 0 0,1 0-1 0 0,0-1 0 0 0,0 1 1 0 0,0 0-1 0 0,-1 0 1 0 0,1 0-1 0 0,0 0 0 0 0,-1 0 1 0 0,1 0-1 0 0,0 0 0 0 0,0 0 1 0 0,-1 1-1 0 0,1-1 0 0 0,0 0 1 0 0,0 1-1 0 0,0-1 0 0 0,-1 1 1 0 0,1-1-1 0 0,-2 2 1 0 0,-1 1 58 0 0,-1 1 1 0 0,1-1-1 0 0,0 1 1 0 0,0 0-1 0 0,0 0 1 0 0,0 1-1 0 0,1-1 1 0 0,0 1-1 0 0,-6 9 1 0 0,1 3 243 0 0,1 1 1 0 0,1 0-1 0 0,0 1 1 0 0,1-1-1 0 0,1 1 1 0 0,1 0-1 0 0,-2 37 0 0 0,4-44-240 0 0,2 0-1 0 0,-1-1 0 0 0,1 1 0 0 0,1-1 1 0 0,0 1-1 0 0,1-1 0 0 0,0 0 0 0 0,0 0 1 0 0,1 0-1 0 0,1 0 0 0 0,0-1 0 0 0,0 1 1 0 0,1-1-1 0 0,10 13 0 0 0,-11-18-34 0 0,0 0-1 0 0,1-1 1 0 0,-1 1 0 0 0,1-1-1 0 0,0-1 1 0 0,0 1-1 0 0,0-1 1 0 0,1 0-1 0 0,-1 0 1 0 0,1-1 0 0 0,0 0-1 0 0,-1 0 1 0 0,1 0-1 0 0,0-1 1 0 0,0 0 0 0 0,0 0-1 0 0,0-1 1 0 0,0 0-1 0 0,13-2 1 0 0,-12 1-327 0 0,0 0 0 0 0,-1 0 1 0 0,1-1-1 0 0,0-1 0 0 0,-1 1 1 0 0,0-1-1 0 0,14-7 0 0 0,-17 7-476 0 0,1 0-1 0 0,0-1 1 0 0,-1 1-1 0 0,1-1 1 0 0,-1 0-1 0 0,0 0 1 0 0,0-1-1 0 0,-1 1 1 0 0,1-1-1 0 0,-1 0 1 0 0,3-5 0 0 0,2-9-6194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22 2012 0 0,'-256'63'15314'0'0,"258"-64"-15040"0"0,16-7-181 0 0,1 1 1 0 0,0 1-1 0 0,0 1 1 0 0,0 1 0 0 0,27-3-1 0 0,-16 2-240 0 0,168-21-3037 0 0,-65 16-3281 0 0,-71 5 504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2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8 144 1492 0 0,'-1'-2'223'0'0,"0"-1"0"0"0,0 1-1 0 0,0-1 1 0 0,0 1 0 0 0,0-1 0 0 0,1 0-1 0 0,-1 1 1 0 0,1-1 0 0 0,0 0-1 0 0,0 0 1 0 0,0 1 0 0 0,0-1 0 0 0,0 0-1 0 0,0 0 1 0 0,1 1 0 0 0,-1-1-1 0 0,1 0 1 0 0,0 0 0 0 0,0 1 0 0 0,0-1-1 0 0,0 1 1 0 0,0-1 0 0 0,1 1 0 0 0,-1 0-1 0 0,1-1 1 0 0,-1 1 0 0 0,1 0-1 0 0,0 0 1 0 0,4-4 0 0 0,-1 3-78 0 0,-1 0-1 0 0,1 1 1 0 0,0-1 0 0 0,-1 1-1 0 0,1 0 1 0 0,0 0 0 0 0,1 0-1 0 0,-1 1 1 0 0,0 0 0 0 0,0 0 0 0 0,1 0-1 0 0,-1 1 1 0 0,0 0 0 0 0,11 0-1 0 0,0 2 22 0 0,0 1-1 0 0,-1 1 0 0 0,0 0 1 0 0,1 0-1 0 0,-2 2 0 0 0,1 0 1 0 0,-1 1-1 0 0,0 0 0 0 0,0 1 1 0 0,-1 0-1 0 0,0 1 1 0 0,0 1-1 0 0,-1 0 0 0 0,0 1 1 0 0,15 18-1 0 0,-17-18-121 0 0,-2 0-1 0 0,0 0 1 0 0,0 1-1 0 0,-1 0 1 0 0,0 0 0 0 0,-1 1-1 0 0,-1-1 1 0 0,0 1-1 0 0,0 1 1 0 0,-1-1 0 0 0,-1 1-1 0 0,-1-1 1 0 0,0 1 0 0 0,0 0-1 0 0,-1 0 1 0 0,-1 0-1 0 0,-1 0 1 0 0,-1 14 0 0 0,-5-3 238 0 0,4-23-4 0 0,2-13-152 0 0,2-3-87 0 0,1-1 0 0 0,0 1 0 0 0,1 0 0 0 0,1 0 0 0 0,6-16 0 0 0,0-1-7 0 0,60-217 2 0 0,-67 237-38 0 0,-1 0 0 0 0,0 1 0 0 0,0-20 0 0 0,-2 28-13 0 0,-2 3 32 0 0,0 0-1 0 0,0 0 1 0 0,0 0-1 0 0,0 0 1 0 0,0 0-1 0 0,1 1 1 0 0,-1-1 0 0 0,0 0-1 0 0,1 1 1 0 0,-1 0-1 0 0,1-1 1 0 0,-1 1-1 0 0,1 0 1 0 0,0 0-1 0 0,-2 2 1 0 0,-16 36 477 0 0,13-24-333 0 0,0-1 61 0 0,1 1 0 0 0,1 0-1 0 0,1 0 1 0 0,0 1 0 0 0,1-1 0 0 0,1 1-1 0 0,0-1 1 0 0,1 1 0 0 0,2 16 0 0 0,-1-26-182 0 0,0 1 0 0 0,0-1 0 0 0,0 0 0 0 0,1 0 0 0 0,0 0 0 0 0,1 0 0 0 0,-1 0 0 0 0,1 0 1 0 0,1 0-1 0 0,-1-1 0 0 0,1 1 0 0 0,0-1 0 0 0,1 0 0 0 0,-1-1 0 0 0,6 7 0 0 0,-3-7-18 0 0,0 1 1 0 0,0-1-1 0 0,0 0 0 0 0,0-1 0 0 0,1 0 0 0 0,-1 0 0 0 0,1 0 0 0 0,0-1 1 0 0,1-1-1 0 0,-1 1 0 0 0,0-1 0 0 0,15 2 0 0 0,5-2-102 0 0,1-1 0 0 0,-1-1 0 0 0,0-1 0 0 0,1-1 0 0 0,-1-2 0 0 0,44-12 0 0 0,-39 7-1501 0 0,-1-1 0 0 0,54-27-1 0 0,-45 13-4081 0 0,-27 11 333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3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118 117 2344 0 0,'-103'2'10788'0'0,"100"-2"-10202"0"0,-9-4 1325 0 0,92-22-1903 0 0,103-18-1 0 0,-141 35-1072 0 0,96-19-7109 0 0,-110 20 4173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3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79 64 0 0,'1'-2'585'0'0,"-1"-1"0"0"0,1 0-1 0 0,-1 1 1 0 0,1-1 0 0 0,-1 0 0 0 0,0 1 0 0 0,0-1-1 0 0,0 0 1 0 0,0 0 0 0 0,-1 1 0 0 0,1-1 0 0 0,-1 0-1 0 0,-1-3 1 0 0,1 4-285 0 0,0 0 0 0 0,0 0 0 0 0,0 0 0 0 0,0 0 0 0 0,-1 0 0 0 0,1 1 0 0 0,-1-1 0 0 0,1 0 0 0 0,-1 1 0 0 0,0-1-1 0 0,1 1 1 0 0,-1-1 0 0 0,-3 0 0 0 0,1-1-63 0 0,0 2 1 0 0,0-1-1 0 0,-1 0 0 0 0,1 1 0 0 0,-1 0 0 0 0,1 0 1 0 0,-1 0-1 0 0,0 1 0 0 0,1-1 0 0 0,-1 1 0 0 0,0 0 1 0 0,0 1-1 0 0,1-1 0 0 0,-9 3 0 0 0,0 0-48 0 0,1 1 0 0 0,0 1 0 0 0,0 0 0 0 0,1 0 0 0 0,0 1 0 0 0,0 1 0 0 0,0 0 0 0 0,0 0 0 0 0,1 1 0 0 0,0 1 0 0 0,1 0 0 0 0,0 0 0 0 0,1 0 0 0 0,-15 22 0 0 0,18-24-179 0 0,0 1 1 0 0,1-1 0 0 0,0 1 0 0 0,0 0 0 0 0,1 0 0 0 0,0 1 0 0 0,1-1-1 0 0,0 0 1 0 0,0 1 0 0 0,0 0 0 0 0,1-1 0 0 0,1 1 0 0 0,0 0 0 0 0,0-1 0 0 0,0 1-1 0 0,1 0 1 0 0,0 0 0 0 0,1-1 0 0 0,0 1 0 0 0,0-1 0 0 0,1 0 0 0 0,7 16-1 0 0,-7-19-6 0 0,0 0-1 0 0,0 0 0 0 0,1 0 1 0 0,0-1-1 0 0,-1 1 0 0 0,1-1 0 0 0,1 0 1 0 0,-1 0-1 0 0,0-1 0 0 0,1 1 1 0 0,0-1-1 0 0,0 0 0 0 0,6 3 0 0 0,-4-3-32 0 0,1 0 0 0 0,0 0 0 0 0,0-1-1 0 0,1 0 1 0 0,-1-1 0 0 0,0 0-1 0 0,1 0 1 0 0,11 0 0 0 0,-7-2-45 0 0,-1 0-1 0 0,1-1 1 0 0,0 0 0 0 0,-1 0 0 0 0,0-2 0 0 0,0 1 0 0 0,0-2 0 0 0,0 1 0 0 0,-1-2 0 0 0,1 0 0 0 0,-1 0 0 0 0,10-8 0 0 0,-16 10 49 0 0,-1 0 1 0 0,1 0 0 0 0,-1-1-1 0 0,0 1 1 0 0,0-1 0 0 0,-1 0 0 0 0,1 0-1 0 0,-1-1 1 0 0,0 1 0 0 0,-1-1-1 0 0,4-9 1 0 0,-3 6 0 0 0,-1 0 0 0 0,0-1-1 0 0,0 0 1 0 0,-1 1 0 0 0,-1-1 0 0 0,0-16-1 0 0,-2 2 58 0 0,-2 1 0 0 0,-1 0 0 0 0,0 0 0 0 0,-2 1 0 0 0,-10-27 0 0 0,17 49-21 0 0,0 0 1 0 0,0-1-1 0 0,0 1 1 0 0,0 0-1 0 0,0 0 1 0 0,0 0-1 0 0,0-1 1 0 0,0 1-1 0 0,0 0 1 0 0,-1 0-1 0 0,1-1 1 0 0,0 1-1 0 0,0 0 1 0 0,0 0-1 0 0,0-1 1 0 0,0 1-1 0 0,0 0 1 0 0,0 0-1 0 0,0 0 1 0 0,-1-1-1 0 0,1 1 1 0 0,0 0-1 0 0,0 0 1 0 0,0 0-1 0 0,-1 0 1 0 0,1-1-1 0 0,0 1 1 0 0,0 0-1 0 0,0 0 1 0 0,-1 0-1 0 0,1 0 1 0 0,0 0-1 0 0,0 0 1 0 0,0 0-1 0 0,-1 0 1 0 0,1-1-1 0 0,0 1 1 0 0,0 0-1 0 0,-1 0 1 0 0,1 0-1 0 0,0 0 1 0 0,0 0-1 0 0,-1 0 1 0 0,1 1-1 0 0,-5 11 394 0 0,2 21 168 0 0,3-1-353 0 0,8 184 1245 0 0,-5-193-1903 0 0,1 0-1 0 0,1-1 0 0 0,0 1 1 0 0,2-1-1 0 0,1-1 1 0 0,0 1-1 0 0,15 25 0 0 0,-19-41-332 0 0,0 0 1 0 0,1 1-1 0 0,-1-2 0 0 0,7 7 0 0 0,10 6-5412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4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1648 0 0,'2'-4'341'0'0,"0"1"0"0"0,0-1 0 0 0,0 1-1 0 0,1 0 1 0 0,-1 0 0 0 0,1 0 0 0 0,0 0-1 0 0,0 0 1 0 0,0 0 0 0 0,0 1 0 0 0,1-1 0 0 0,-1 1-1 0 0,1 0 1 0 0,-1 0 0 0 0,1 1 0 0 0,0-1 0 0 0,-1 1-1 0 0,1-1 1 0 0,0 1 0 0 0,0 0 0 0 0,0 1-1 0 0,0-1 1 0 0,0 1 0 0 0,0-1 0 0 0,0 1 0 0 0,0 1-1 0 0,1-1 1 0 0,-1 0 0 0 0,0 1 0 0 0,0 0 0 0 0,0 0-1 0 0,-1 0 1 0 0,1 1 0 0 0,0-1 0 0 0,0 1 0 0 0,5 3-1 0 0,1 0-83 0 0,-1 1 0 0 0,0 0 0 0 0,-1 0 0 0 0,0 1 0 0 0,0 0 0 0 0,0 1 0 0 0,-1-1 0 0 0,0 1 0 0 0,0 1 0 0 0,-1 0 0 0 0,0-1 0 0 0,0 2 0 0 0,6 14 0 0 0,-8-15-206 0 0,-1 1 0 0 0,1 0 1 0 0,-2 0-1 0 0,1 0 0 0 0,-1 1 1 0 0,-1-1-1 0 0,0 0 0 0 0,-1 1 0 0 0,1-1 1 0 0,-2 1-1 0 0,0-1 0 0 0,0 0 1 0 0,-1 1-1 0 0,0-1 0 0 0,-1 0 0 0 0,0 0 1 0 0,0 0-1 0 0,-1-1 0 0 0,-1 1 0 0 0,1-1 1 0 0,-11 15-1 0 0,10-16-33 0 0,-1-1-1 0 0,1 0 1 0 0,-10 8-1 0 0,13-13-4 0 0,2-4-82 0 0,-1 1 42 0 0,1-1 1 0 0,-1 1-1 0 0,1-1 1 0 0,0 0-1 0 0,0 1 1 0 0,0-1-1 0 0,0 1 1 0 0,0-1-1 0 0,1-2 1 0 0,16-30-563 0 0,1 1 0 0 0,2 0 1 0 0,48-57-1 0 0,-20 26 221 0 0,-38 50 317 0 0,8-10-13 0 0,-1 0 0 0 0,-1-1 1 0 0,-1-1-1 0 0,15-36 0 0 0,-29 60 95 0 0,0 0 0 0 0,-1 0 0 0 0,1 0-1 0 0,0 0 1 0 0,-1 0 0 0 0,0-1 0 0 0,0 1 0 0 0,1 0-1 0 0,-1 0 1 0 0,0-1 0 0 0,-1 1 0 0 0,1 0-1 0 0,-1-4 1 0 0,0 4 381 0 0,0 2-367 0 0,0 1 0 0 0,0-1 1 0 0,1 0-1 0 0,-1 1 1 0 0,0-1-1 0 0,0 1 0 0 0,0-1 1 0 0,0 1-1 0 0,0 0 1 0 0,1-1-1 0 0,-1 1 0 0 0,0 0 1 0 0,0-1-1 0 0,1 1 1 0 0,-1 0-1 0 0,1 0 0 0 0,-1 0 1 0 0,1 0-1 0 0,-1-1 1 0 0,1 1-1 0 0,-1 0 0 0 0,0 2 1 0 0,-8 26 692 0 0,6-21-481 0 0,-3 16 35 0 0,1 0 1 0 0,1 0-1 0 0,1 0 1 0 0,1 0-1 0 0,1 1 1 0 0,1-1-1 0 0,6 41 1 0 0,-5-58-288 0 0,0 0 1 0 0,0-1-1 0 0,0 1 1 0 0,1-1-1 0 0,0 0 1 0 0,1 0-1 0 0,-1 0 1 0 0,1 0-1 0 0,0 0 1 0 0,1 0-1 0 0,0-1 1 0 0,-1 1-1 0 0,2-1 1 0 0,-1 0 0 0 0,0 0-1 0 0,1-1 1 0 0,8 7-1 0 0,-5-6-163 0 0,0-1 0 0 0,0 1 0 0 0,1-1 0 0 0,-1-1-1 0 0,1 1 1 0 0,0-1 0 0 0,0-1 0 0 0,0 0 0 0 0,1 0 0 0 0,-1-1 0 0 0,16 0-1 0 0,-8 0-600 0 0,0-2 0 0 0,0 0 0 0 0,0 0-1 0 0,-1-2 1 0 0,18-4 0 0 0,-23 3-761 0 0,1 0 0 0 0,-1-1 1 0 0,0 0-1 0 0,16-9 0 0 0,-8 0-2984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4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97 2156 0 0,'-3'-16'2479'0'0,"0"0"1"0"0,-2 0-1 0 0,0 0 0 0 0,-8-16 2576 0 0,9 77-1627 0 0,57 297-885 0 0,-53-340-2580 0 0,3 17-911 0 0,2 0-1 0 0,8 25 1 0 0,-11-40 485 0 0,-1-1 0 0 0,0 1 1 0 0,1-1-1 0 0,0 1 1 0 0,0-1-1 0 0,0 0 0 0 0,0 0 1 0 0,0 1-1 0 0,1-1 1 0 0,-1-1-1 0 0,1 1 0 0 0,0 0 1 0 0,0-1-1 0 0,0 1 0 0 0,0-1 1 0 0,0 0-1 0 0,0 0 1 0 0,7 2-1 0 0,16-5-8560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4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59 288 0 0,'1'-15'3354'0'0,"-1"11"-2227"0"0,0-1 0 0 0,0 1-1 0 0,0 0 1 0 0,0 0 0 0 0,-1 0 0 0 0,-1-8 0 0 0,1 12-1017 0 0,1-1 1 0 0,0 1 0 0 0,-1-1-1 0 0,1 1 1 0 0,-1-1 0 0 0,1 1-1 0 0,0 0 1 0 0,-1-1 0 0 0,1 1-1 0 0,-1-1 1 0 0,1 1 0 0 0,-1 0 0 0 0,0 0-1 0 0,1-1 1 0 0,-1 1 0 0 0,1 0-1 0 0,-1 0 1 0 0,1-1 0 0 0,-1 1-1 0 0,0 0 1 0 0,1 0 0 0 0,-1 0-1 0 0,0 0 1 0 0,1 0 0 0 0,-1 0-1 0 0,1 0 1 0 0,-1 0 0 0 0,0 0-1 0 0,1 0 1 0 0,-1 1 0 0 0,1-1-1 0 0,-1 0 1 0 0,0 1 0 0 0,-18 6 1572 0 0,16-5-1604 0 0,0 0 1 0 0,1 1-1 0 0,-1-1 1 0 0,0 0-1 0 0,1 1 1 0 0,0 0 0 0 0,-1-1-1 0 0,1 1 1 0 0,0 0-1 0 0,0 0 1 0 0,1 0-1 0 0,-1 0 1 0 0,1 1 0 0 0,-1-1-1 0 0,1 0 1 0 0,0 1-1 0 0,0-1 1 0 0,1 1-1 0 0,-1-1 1 0 0,1 1 0 0 0,0-1-1 0 0,-1 1 1 0 0,2-1-1 0 0,-1 1 1 0 0,0-1-1 0 0,1 1 1 0 0,-1-1 0 0 0,1 1-1 0 0,0-1 1 0 0,0 0-1 0 0,1 1 1 0 0,-1-1-1 0 0,3 5 1 0 0,2 3-48 0 0,0-1-1 0 0,1 0 1 0 0,0 0 0 0 0,0-1 0 0 0,1 0-1 0 0,0 0 1 0 0,1-1 0 0 0,15 12-1 0 0,27 15 18 0 0,-28-20-37 0 0,-1 1 0 0 0,31 27 0 0 0,-52-42-40 0 0,0 0 0 0 0,0 0 0 0 0,0 0 1 0 0,0 0-1 0 0,0-1 0 0 0,0 1 1 0 0,0 0-1 0 0,-1 0 0 0 0,1 1 0 0 0,0-1 1 0 0,-1 0-1 0 0,1 0 0 0 0,-1 0 1 0 0,1 0-1 0 0,-1 1 0 0 0,0-1 0 0 0,1 0 1 0 0,-1 0-1 0 0,0 0 0 0 0,0 1 1 0 0,0-1-1 0 0,0 0 0 0 0,0 1 0 0 0,0-1 1 0 0,0 0-1 0 0,0 0 0 0 0,0 1 1 0 0,-1-1-1 0 0,1 0 0 0 0,-1 0 0 0 0,1 0 1 0 0,-1 1-1 0 0,1-1 0 0 0,-1 0 1 0 0,1 0-1 0 0,-1 0 0 0 0,0 0 0 0 0,0 0 1 0 0,0 0-1 0 0,1 0 0 0 0,-1 0 1 0 0,-2 1-1 0 0,-2 2-297 0 0,-1-1 0 0 0,1 0 0 0 0,-1 0 0 0 0,1 0 0 0 0,-1-1 0 0 0,0 0 0 0 0,-9 3 0 0 0,-11 0-1246 0 0,0-1-1 0 0,0-1 0 0 0,0-2 0 0 0,0 0 0 0 0,-28-3 0 0 0,4-3-2852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1216 0 0,'12'-110'13997'0'0,"-9"39"-9763"0"0,-3 68-4723 0 0,0-5-1293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25 828 0 0,'22'-24'11099'0'0,"-21"34"-10689"0"0,-2 1-272 0 0,-1 0 0 0 0,0-1-1 0 0,-1 1 1 0 0,0 0 0 0 0,-7 15-1 0 0,1 1-23 0 0,-39 108 126 0 0,-13 47-1356 0 0,33-58-4564 0 0,24-90 1363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461 136 940 0 0,'0'-6'492'0'0,"-1"0"0"0"0,1-1 0 0 0,-1 1 1 0 0,-1 0-1 0 0,1-1 0 0 0,-1 1 0 0 0,0 0 0 0 0,0 0 0 0 0,-1 0 0 0 0,0 0 0 0 0,0 1 1 0 0,0-1-1 0 0,-1 1 0 0 0,0 0 0 0 0,0 0 0 0 0,-6-6 0 0 0,7 8-376 0 0,0 0 0 0 0,-1 0 1 0 0,0 0-1 0 0,0 1 0 0 0,0-1 0 0 0,0 1 0 0 0,0 0 1 0 0,0 0-1 0 0,0 1 0 0 0,-1-1 0 0 0,1 1 0 0 0,-1 0 0 0 0,1 0 1 0 0,-1 0-1 0 0,0 1 0 0 0,1 0 0 0 0,-1 0 0 0 0,1 0 1 0 0,-1 0-1 0 0,0 1 0 0 0,1-1 0 0 0,-1 1 0 0 0,-5 2 0 0 0,-3 2 21 0 0,1 0-1 0 0,0 1 1 0 0,0 1-1 0 0,1 0 1 0 0,0 0-1 0 0,0 1 0 0 0,1 1 1 0 0,0 0-1 0 0,0 0 1 0 0,-11 15-1 0 0,-3 6 75 0 0,1 1 0 0 0,-25 45 1 0 0,33-48-141 0 0,0 0 0 0 0,-10 31 0 0 0,20-44-48 0 0,0 1-1 0 0,1-1 1 0 0,1 1-1 0 0,0 0 1 0 0,-1 30-1 0 0,4-42-16 0 0,0 0 0 0 0,0 0 0 0 0,0 0 0 0 0,1 0 0 0 0,-1 0 0 0 0,1 0 0 0 0,0 0 0 0 0,0 0-1 0 0,1 0 1 0 0,-1-1 0 0 0,1 1 0 0 0,0-1 0 0 0,0 1 0 0 0,0-1 0 0 0,0 1 0 0 0,1-1 0 0 0,-1 0 0 0 0,1 0-1 0 0,0 0 1 0 0,0-1 0 0 0,4 4 0 0 0,-2-3 1 0 0,-1-1-1 0 0,1 0 1 0 0,0 0-1 0 0,0 0 0 0 0,0 0 1 0 0,0-1-1 0 0,0 0 1 0 0,0 0-1 0 0,1-1 1 0 0,-1 1-1 0 0,0-1 1 0 0,0 0-1 0 0,1 0 1 0 0,-1-1-1 0 0,9-1 1 0 0,-3-1-1 0 0,0 1 0 0 0,0-2 1 0 0,0 1-1 0 0,0-1 0 0 0,-1-1 1 0 0,0 0-1 0 0,0-1 0 0 0,0 1 1 0 0,-1-2-1 0 0,0 1 0 0 0,0-2 1 0 0,-1 1-1 0 0,12-13 0 0 0,-12 10 1 0 0,0 0-1 0 0,-1-1 1 0 0,0-1-1 0 0,-1 1 0 0 0,0-1 1 0 0,0 0-1 0 0,-2 0 0 0 0,1-1 1 0 0,-2 1-1 0 0,1-1 1 0 0,1-16-1 0 0,0-10 73 0 0,1-43-1 0 0,-6 81 163 0 0,2 3-51 0 0,5 20 41 0 0,0 0 1 0 0,-2 0-1 0 0,6 40 0 0 0,0 7-123 0 0,-6-49-161 0 0,24 92-521 0 0,-26-103-124 0 0,1 1 0 0 0,0-1 0 0 0,0 0 0 0 0,1 0 0 0 0,0-1 0 0 0,1 1 0 0 0,0-1 0 0 0,0-1 0 0 0,8 9 0 0 0,-5-9-2191 0 0,1-1-808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6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2300 0 0,'2'-5'864'0'0,"-2"2"-377"0"0,1 1 0 0 0,0-1 0 0 0,0 0 0 0 0,0 1 0 0 0,0-1 0 0 0,1 1 0 0 0,-1-1 0 0 0,1 1 0 0 0,3-4 1562 0 0,-1 6-1367 0 0,-2 1-547 0 0,0-1 0 0 0,0 1 0 0 0,0 0 0 0 0,1 0 0 0 0,-1 0 0 0 0,0 0 0 0 0,0 0 0 0 0,0 0 0 0 0,0 1 0 0 0,-1-1 0 0 0,1 0 0 0 0,0 1 0 0 0,-1 0 0 0 0,3 2 0 0 0,0 1 78 0 0,-1 0 0 0 0,1 0 0 0 0,-1 1 1 0 0,-1-1-1 0 0,4 9 0 0 0,1 8 195 0 0,-1 0 0 0 0,4 26 0 0 0,-8-36-279 0 0,5 44 159 0 0,-2 0-1 0 0,-3 69 0 0 0,-2-115-245 0 0,0-2-14 0 0,-1-11-18 0 0,2-15-21 0 0,13-41-26 0 0,5-15-9 0 0,-7 35 25 0 0,3 1-1 0 0,26-52 1 0 0,-35 80 17 0 0,-1 1 0 0 0,1-1 0 0 0,0 1 0 0 0,1 0-1 0 0,0 1 1 0 0,1 0 0 0 0,0 0 0 0 0,0 1 0 0 0,0-1 0 0 0,1 2-1 0 0,0-1 1 0 0,1 2 0 0 0,-1-1 0 0 0,13-4 0 0 0,-18 7 4 0 0,1 0 0 0 0,18 2 5 0 0,-17 2 0 0 0,0 0 0 0 0,-1 0 0 0 0,1 0 1 0 0,0 1-1 0 0,-1-1 0 0 0,1 1 0 0 0,-1 1 0 0 0,0-1 0 0 0,1 1 0 0 0,-1 0 0 0 0,0 0 0 0 0,-1 0 1 0 0,1 1-1 0 0,0 0 0 0 0,-1 0 0 0 0,0 0 0 0 0,0 0 0 0 0,0 1 0 0 0,-1-1 0 0 0,1 1 0 0 0,-1 0 1 0 0,0 0-1 0 0,-1 1 0 0 0,1-1 0 0 0,-1 0 0 0 0,3 12 0 0 0,0 2 24 0 0,-2 1 0 0 0,0 0 1 0 0,-1 0-1 0 0,0 0 0 0 0,-3 29 0 0 0,0-25-749 0 0,1 0 0 0 0,2 1 0 0 0,4 25 0 0 0,-5-47 267 0 0,0 1 1 0 0,0 0-1 0 0,1-1 1 0 0,-1 0-1 0 0,1 1 1 0 0,0-1-1 0 0,0 0 1 0 0,0 0 0 0 0,0 0-1 0 0,1 0 1 0 0,-1 0-1 0 0,1-1 1 0 0,0 1-1 0 0,6 4 1 0 0,6 0-3452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340 875 656 0 0,'-3'-2'481'0'0,"-1"0"-1"0"0,0 0 1 0 0,1 1-1 0 0,-1-1 1 0 0,0 1 0 0 0,0 0-1 0 0,0 0 1 0 0,0 0-1 0 0,0 1 1 0 0,0-1 0 0 0,0 1-1 0 0,0 0 1 0 0,0 0-1 0 0,0 1 1 0 0,-6 0 0 0 0,4 1-159 0 0,0 0 0 0 0,1 0-1 0 0,-1 0 1 0 0,1 1 0 0 0,0 0 0 0 0,-1 0 0 0 0,1 0 0 0 0,1 1 0 0 0,-8 6 0 0 0,-4 6 103 0 0,1 2 0 0 0,0 0 0 0 0,2 0 0 0 0,-16 27-1 0 0,27-42-302 0 0,-21 36 637 0 0,-31 70 1 0 0,45-85-606 0 0,0 0 1 0 0,2 0-1 0 0,0 1 1 0 0,-4 38 0 0 0,10-57-130 0 0,1 1 1 0 0,0 0-1 0 0,0 0 1 0 0,0 0-1 0 0,1 0 0 0 0,0 0 1 0 0,0-1-1 0 0,1 1 1 0 0,0 0-1 0 0,0-1 1 0 0,6 13-1 0 0,-6-16-17 0 0,-1-1 0 0 0,1 1 0 0 0,0 0 0 0 0,0-1 0 0 0,1 1 0 0 0,-1-1 0 0 0,1 1 0 0 0,-1-1 0 0 0,1 0 0 0 0,0 0 0 0 0,-1 0 0 0 0,1-1 0 0 0,0 1 0 0 0,0-1 0 0 0,0 0 0 0 0,1 1 0 0 0,-1-1 0 0 0,0-1 0 0 0,0 1 0 0 0,1 0 0 0 0,-1-1 0 0 0,0 1 0 0 0,1-1 0 0 0,-1 0 0 0 0,7-1 0 0 0,-1-1-1 0 0,0 0 0 0 0,0 0 1 0 0,0-1-1 0 0,0 0 1 0 0,0-1-1 0 0,-1 0 1 0 0,1 0-1 0 0,-1-1 0 0 0,0 0 1 0 0,-1 0-1 0 0,1-1 1 0 0,-1 0-1 0 0,0 0 1 0 0,0-1-1 0 0,-1 0 0 0 0,7-10 1 0 0,3-5 0 0 0,-1 0-1 0 0,-1 0 1 0 0,-1-2 0 0 0,16-37-1 0 0,-11 10-9 0 0,-2 0 0 0 0,-2-1-1 0 0,-2 0 1 0 0,-3-1 0 0 0,5-87-1 0 0,-22-269-87 0 0,-46 6 176 0 0,53 399-23 0 0,-1 4 9 0 0,-1 11 89 0 0,-2 20 145 0 0,-4 158 387 0 0,-2 252 1262 0 0,14-378-2838 0 0,3-1 1 0 0,2 0-1 0 0,3 0 0 0 0,3-1 1 0 0,22 60-1 0 0,-28-99-2345 0 0,16 29 1 0 0,-5-18-2630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470 794 640 0 0,'-1'-19'1181'0'0,"0"-1"1"0"0,-1 1-1 0 0,-1 0 0 0 0,-5-18 1 0 0,3 20-767 0 0,0 1 0 0 0,-1 0 1 0 0,-1 1-1 0 0,-1-1 1 0 0,0 1-1 0 0,-1 1 0 0 0,0 0 1 0 0,-12-14-1 0 0,19 26-383 0 0,1 0 0 0 0,-1 0 0 0 0,0 0 0 0 0,0 1 0 0 0,0-1 0 0 0,0 0 0 0 0,0 1 0 0 0,0-1 0 0 0,-1 1 0 0 0,1 0 1 0 0,0 0-1 0 0,-1 0 0 0 0,1 0 0 0 0,-1 0 0 0 0,1 1 0 0 0,-1-1 0 0 0,1 0 0 0 0,-4 1 0 0 0,3 0 8 0 0,-1 0 0 0 0,1 1 0 0 0,-1-1 0 0 0,1 1 0 0 0,-1 0 0 0 0,1 0 0 0 0,-1 0 0 0 0,1 1 0 0 0,0-1 0 0 0,-1 1 0 0 0,-4 3 0 0 0,-3 3 72 0 0,1 1 0 0 0,0 0 0 0 0,0 0 0 0 0,1 1 0 0 0,-15 20 0 0 0,-10 17 16 0 0,1 2-1 0 0,3 1 0 0 0,2 1 0 0 0,2 1 0 0 0,-21 66 0 0 0,43-108-112 0 0,2 0 0 0 0,-1 1 0 0 0,1 0-1 0 0,1 0 1 0 0,0 0 0 0 0,0 11 0 0 0,1-19-10 0 0,0 0 1 0 0,1 0 0 0 0,-1 0 0 0 0,1 0-1 0 0,0 0 1 0 0,0 0 0 0 0,0 0 0 0 0,0 0-1 0 0,0-1 1 0 0,0 1 0 0 0,3 3 0 0 0,-3-4-3 0 0,1-1 1 0 0,-1 1-1 0 0,1-1 0 0 0,-1 0 1 0 0,0 0-1 0 0,1 0 1 0 0,0 0-1 0 0,-1 0 1 0 0,1 0-1 0 0,0 0 1 0 0,-1 0-1 0 0,1-1 1 0 0,0 1-1 0 0,0-1 1 0 0,0 1-1 0 0,0-1 1 0 0,0 0-1 0 0,-1 0 1 0 0,5 0-1 0 0,4 0 0 0 0,0-2-1 0 0,1 1 1 0 0,-1-2 0 0 0,-1 1-1 0 0,1-1 1 0 0,0-1 0 0 0,-1 1-1 0 0,1-2 1 0 0,-1 1 0 0 0,0-1-1 0 0,16-13 1 0 0,-5 3 5 0 0,-1-2 0 0 0,0 0 0 0 0,28-33 0 0 0,-24 18-8 0 0,0-1 0 0 0,-2 0 0 0 0,-2-2 0 0 0,-1 0 0 0 0,-1-1 1 0 0,-2-1-1 0 0,-2-1 0 0 0,-2 0 0 0 0,8-40 0 0 0,1-41-4 0 0,9-199 0 0 0,-22 199-83 0 0,-7 117 71 0 0,0 5-3 0 0,5 231 1379 0 0,-6-141-877 0 0,-2 41 11 0 0,1-42-286 0 0,3 0 1 0 0,13 91 0 0 0,-12-169-193 0 0,1 0 0 0 0,0 0 0 0 0,1-1 0 0 0,0 1 0 0 0,1-1 0 0 0,1 0 0 0 0,9 17 0 0 0,-11-25-14 0 0,0 1-1 0 0,0-1 0 0 0,0 0 0 0 0,1 0 0 0 0,-1 0 0 0 0,1-1 0 0 0,0 1 0 0 0,1-1 0 0 0,-1-1 1 0 0,1 1-1 0 0,-1-1 0 0 0,1 0 0 0 0,0 0 0 0 0,1 0 0 0 0,-1-1 0 0 0,0 0 0 0 0,12 2 0 0 0,-3-2-63 0 0,-1-1 0 0 0,1-1 0 0 0,0 0 0 0 0,0-1 0 0 0,0 0-1 0 0,-1-2 1 0 0,1 1 0 0 0,-1-2 0 0 0,1 0 0 0 0,-1-1-1 0 0,-1 0 1 0 0,1-1 0 0 0,-1 0 0 0 0,0-1 0 0 0,0-1-1 0 0,0 0 1 0 0,20-19 0 0 0,-20 16 42 0 0,-1 0 0 0 0,0-1 0 0 0,-1 0 0 0 0,0-1 0 0 0,-1 0 0 0 0,-1-1 0 0 0,0 0 0 0 0,-1-1 0 0 0,0 0 0 0 0,-1 0 0 0 0,-1 0 0 0 0,0-1-1 0 0,-1 0 1 0 0,-1 0 0 0 0,3-28 0 0 0,-6 38 36 0 0,0 1-1 0 0,-1-1 1 0 0,0 0-1 0 0,0 0 1 0 0,-1 0-1 0 0,0 0 1 0 0,0 1-1 0 0,0-1 1 0 0,-1 0-1 0 0,1 1 1 0 0,-1-1-1 0 0,-1 1 1 0 0,1-1-1 0 0,-1 1 0 0 0,0 0 1 0 0,0 0-1 0 0,0 0 1 0 0,-8-7-1 0 0,10 11 1 0 0,-1 0 0 0 0,1 0 1 0 0,-1 1-1 0 0,1-1 0 0 0,-1 1 0 0 0,1-1 0 0 0,-1 1 0 0 0,1 0 0 0 0,-1-1 0 0 0,0 1 0 0 0,1 0 0 0 0,-1 0 0 0 0,1 0 0 0 0,-1 0 0 0 0,0 1 0 0 0,1-1 0 0 0,-1 0 0 0 0,1 0 0 0 0,-1 1 0 0 0,1-1 0 0 0,-1 1 0 0 0,1 0 0 0 0,-1-1 0 0 0,1 1 1 0 0,0 0-1 0 0,-3 2 0 0 0,-2 1 55 0 0,-1 0 1 0 0,2 1 0 0 0,-11 10-1 0 0,6-4-16 0 0,0 1-1 0 0,2 0 1 0 0,-1 0-1 0 0,2 1 1 0 0,0 0-1 0 0,0 0 1 0 0,-7 21-1 0 0,10-23-37 0 0,1 0 0 0 0,0 0 0 0 0,1 1 0 0 0,0 0 0 0 0,0-1 0 0 0,2 1 0 0 0,-1 0 0 0 0,1 0 0 0 0,4 22 0 0 0,-3-29-9 0 0,0 0 0 0 0,0 0 0 0 0,1 0 0 0 0,0 0 0 0 0,0 0-1 0 0,0 0 1 0 0,1 0 0 0 0,0 0 0 0 0,0-1 0 0 0,0 0 0 0 0,0 1 0 0 0,1-1 0 0 0,-1 0 0 0 0,1-1 0 0 0,6 5 0 0 0,-3-3-1 0 0,0-1 0 0 0,0 0-1 0 0,1 0 1 0 0,-1 0 0 0 0,1-1 0 0 0,0-1 0 0 0,0 1 0 0 0,16 2-1 0 0,0-3-179 0 0,-1 0 0 0 0,1-2-1 0 0,-1 0 1 0 0,0-2 0 0 0,1 0-1 0 0,23-7 1 0 0,-26 5-295 0 0,-1-1 0 0 0,0-1-1 0 0,-1-1 1 0 0,1-1 0 0 0,-2 0 0 0 0,1-2-1 0 0,-1 0 1 0 0,0-1 0 0 0,-1 0 0 0 0,-1-2 0 0 0,0 0-1 0 0,0-1 1 0 0,-1 0 0 0 0,-1-1 0 0 0,0-1-1 0 0,-2 0 1 0 0,0-1 0 0 0,0-1 0 0 0,-2 1 0 0 0,0-2-1 0 0,12-32 1 0 0,-7 10-945 0 0,-3-1 279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8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46 389 3624 0 0,'4'-68'1925'0'0,"-3"1"-1"0"0,-2-1 1 0 0,-22-118 2410 0 0,19 198-3499 0 0,-1 21 0 0 0,-12 589 4926 0 0,17-605-5715 0 0,3 119 214 0 0,-1-112-215 0 0,1-1-1 0 0,1 0 1 0 0,13 41-1 0 0,-16-60-148 0 0,1-1 0 0 0,-1 1-1 0 0,1 0 1 0 0,0-1 0 0 0,0 1 0 0 0,0-1-1 0 0,0 0 1 0 0,1 1 0 0 0,-1-1 0 0 0,1 0-1 0 0,0-1 1 0 0,0 1 0 0 0,0 0-1 0 0,0-1 1 0 0,0 1 0 0 0,0-1 0 0 0,1 0-1 0 0,-1 0 1 0 0,1-1 0 0 0,0 1 0 0 0,-1-1-1 0 0,1 0 1 0 0,7 2 0 0 0,-5-3-587 0 0,0 1 0 0 0,0-1-1 0 0,0 0 1 0 0,0-1 0 0 0,0 0 0 0 0,0 1 0 0 0,0-2 0 0 0,0 1 0 0 0,0-1 0 0 0,-1 0 0 0 0,1 0 0 0 0,-1-1 0 0 0,1 1 0 0 0,-1-1-1 0 0,6-5 1 0 0,11-8-5043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67 1348 0 0,'-264'-3'18070'0'0,"316"-9"-17427"0"0,-12 5-800 0 0,168-27 893 0 0,-155 28-3441 0 0,104 2-1 0 0,-141 5 1520 0 0,2 1-5183 0 0,-1 0 1099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1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203 254 1500 0 0,'-18'4'2481'0'0,"14"-4"-1823"0"0,-1 1 0 0 0,1-1 0 0 0,-1 1 1 0 0,1 0-1 0 0,0 1 0 0 0,0-1 0 0 0,-1 1 1 0 0,1 0-1 0 0,0 0 0 0 0,0 0 0 0 0,0 1 1 0 0,-3 3-1 0 0,5-5-161 0 0,2 0-426 0 0,0-1 1 0 0,1 1-1 0 0,-1 0 0 0 0,0 0 0 0 0,0 0 0 0 0,0 0 1 0 0,0 0-1 0 0,1-1 0 0 0,-1 1 0 0 0,0 0 0 0 0,1 0 1 0 0,-1-1-1 0 0,1 1 0 0 0,-1 0 0 0 0,1 0 0 0 0,-1-1 1 0 0,1 1-1 0 0,-1-1 0 0 0,1 1 0 0 0,0 0 0 0 0,-1-1 1 0 0,1 1-1 0 0,0-1 0 0 0,-1 1 0 0 0,1-1 0 0 0,0 0 1 0 0,0 1-1 0 0,0-1 0 0 0,-1 0 0 0 0,1 0 0 0 0,0 1 1 0 0,0-1-1 0 0,1 0 0 0 0,0 0 135 0 0,2 0-41 0 0,5 0-64 0 0,-1 0 0 0 0,1-1-1 0 0,0 0 1 0 0,12-4-1 0 0,-18 4-76 0 0,0 0 0 0 0,-1 0 0 0 0,1 0 0 0 0,0 0 0 0 0,0 0 0 0 0,-1-1 0 0 0,1 1-1 0 0,-1-1 1 0 0,1 0 0 0 0,-1 0 0 0 0,0 1 0 0 0,0-2 0 0 0,1 1 0 0 0,-2 0 0 0 0,1 0-1 0 0,0-1 1 0 0,3-4 0 0 0,-5 5-20 0 0,0 1 1 0 0,0 0-1 0 0,1 0 0 0 0,-1-1 0 0 0,0 1 1 0 0,0 0-1 0 0,-1 0 0 0 0,1-1 0 0 0,0 1 1 0 0,0 0-1 0 0,-1 0 0 0 0,1 0 0 0 0,0-1 1 0 0,-1 1-1 0 0,1 0 0 0 0,-1 0 0 0 0,0 0 1 0 0,1 0-1 0 0,-1 0 0 0 0,-1-1 1 0 0,-17-21 24 0 0,14 18-18 0 0,-3-3 0 0 0,-1 0 0 0 0,-1 1 0 0 0,1 0 1 0 0,-1 1-1 0 0,0 0 0 0 0,-1 0 0 0 0,-16-5 0 0 0,24 10-8 0 0,0 1 0 0 0,0-1 0 0 0,0 1 0 0 0,0 0 0 0 0,0 0 0 0 0,0 0-1 0 0,0 0 1 0 0,0 0 0 0 0,0 1 0 0 0,0 0 0 0 0,0-1 0 0 0,0 1 0 0 0,0 0 0 0 0,0 1 0 0 0,0-1 0 0 0,0 0 0 0 0,1 1 0 0 0,-1-1 0 0 0,1 1 0 0 0,-1 0 0 0 0,-3 3 0 0 0,1 1 71 0 0,-1 0 1 0 0,1 1 0 0 0,0 0 0 0 0,1 0 0 0 0,0 0 0 0 0,0 1 0 0 0,0-1 0 0 0,1 1 0 0 0,0 0 0 0 0,0 0 0 0 0,1 0 0 0 0,-2 11 0 0 0,1 4 110 0 0,0 1 0 0 0,1-1 0 0 0,2 28 0 0 0,1-38-133 0 0,0 0 0 0 0,1 0 0 0 0,0 0 0 0 0,1 0 0 0 0,0 0 0 0 0,1 0 0 0 0,0-1 0 0 0,1 0 0 0 0,1 0 0 0 0,0 0 0 0 0,11 16 0 0 0,-12-21-128 0 0,1 0 0 0 0,0 0-1 0 0,0 0 1 0 0,1-1 0 0 0,0 0 0 0 0,0-1 0 0 0,0 1-1 0 0,1-1 1 0 0,-1-1 0 0 0,1 1 0 0 0,1-1 0 0 0,-1-1-1 0 0,0 1 1 0 0,1-2 0 0 0,0 1 0 0 0,0-1 0 0 0,14 2-1 0 0,-14-3-203 0 0,0 0 0 0 0,0-1-1 0 0,0 0 1 0 0,1-1 0 0 0,-1 1 0 0 0,0-2-1 0 0,0 1 1 0 0,0-1 0 0 0,-1-1-1 0 0,1 0 1 0 0,0 0 0 0 0,-1 0 0 0 0,0-1-1 0 0,0 0 1 0 0,0-1 0 0 0,0 0-1 0 0,-1 0 1 0 0,1-1 0 0 0,-1 0 0 0 0,-1 0-1 0 0,1 0 1 0 0,-1-1 0 0 0,0 0-1 0 0,-1 0 1 0 0,0-1 0 0 0,0 0 0 0 0,0 0-1 0 0,-1 0 1 0 0,0 0 0 0 0,4-16 0 0 0,0-2 36 0 0,-2 0 0 0 0,-1 0 0 0 0,2-35 1 0 0,-2-81 768 0 0,1-20 1922 0 0,-6 158-2338 0 0,6-25 502 0 0,-6 27-529 0 0,0 1 1 0 0,1 0-1 0 0,-1 0 0 0 0,1 0 0 0 0,0 0 1 0 0,-1 0-1 0 0,1 0 0 0 0,0 0 0 0 0,-1 0 1 0 0,1 0-1 0 0,0 0 0 0 0,0 0 0 0 0,0 0 1 0 0,0 0-1 0 0,0 1 0 0 0,0-1 0 0 0,0 0 1 0 0,0 1-1 0 0,0-1 0 0 0,0 1 1 0 0,0-1-1 0 0,1 1 0 0 0,0-1 0 0 0,3 1 115 0 0,-1-1 1 0 0,0 1-1 0 0,0 0 0 0 0,0 0 0 0 0,1 1 0 0 0,-1-1 0 0 0,0 1 0 0 0,0 0 0 0 0,0 0 0 0 0,0 0 1 0 0,0 1-1 0 0,6 2 0 0 0,-3 0 51 0 0,0 0 0 0 0,0 1-1 0 0,-1 0 1 0 0,1 0 0 0 0,-1 0 0 0 0,6 7 0 0 0,0 2 59 0 0,-2-1-1 0 0,1 2 1 0 0,-2-1 0 0 0,0 1 0 0 0,12 26 0 0 0,-12-17-119 0 0,0 0 1 0 0,-2 0-1 0 0,0 1 1 0 0,-2-1-1 0 0,3 31 0 0 0,-7-37-95 0 0,0 0-1 0 0,-1 0 1 0 0,-1 0-1 0 0,-1 0 0 0 0,0 0 1 0 0,-2 0-1 0 0,-10 34 0 0 0,12-47-35 0 0,0 1 0 0 0,-1-1 0 0 0,1 1 0 0 0,-1-1 0 0 0,0 0 0 0 0,-1 0 0 0 0,1 0 0 0 0,-1-1 0 0 0,0 1-1 0 0,0-1 1 0 0,-1 0 0 0 0,1 0 0 0 0,-7 3 0 0 0,9-5-42 0 0,-1-1-1 0 0,1 0 1 0 0,-1 0-1 0 0,1 0 1 0 0,-1 0-1 0 0,0 0 1 0 0,1-1-1 0 0,-1 1 1 0 0,0-1-1 0 0,0 1 1 0 0,1-1-1 0 0,-1 0 0 0 0,0 0 1 0 0,0-1-1 0 0,1 1 1 0 0,-1 0-1 0 0,0-1 1 0 0,1 0-1 0 0,-1 0 1 0 0,0 0-1 0 0,1 0 1 0 0,-1 0-1 0 0,1 0 1 0 0,-1 0-1 0 0,1-1 1 0 0,0 1-1 0 0,0-1 1 0 0,-1 0-1 0 0,-2-3 1 0 0,1 1-11 0 0,0 0 1 0 0,0 0-1 0 0,0 0 0 0 0,1-1 1 0 0,0 1-1 0 0,0-1 0 0 0,0 0 1 0 0,0 0-1 0 0,1 0 1 0 0,0 0-1 0 0,0 0 0 0 0,0 0 1 0 0,1-1-1 0 0,-2-8 0 0 0,3 7-38 0 0,-1 0 0 0 0,2 0 0 0 0,-1 0-1 0 0,1-1 1 0 0,0 1 0 0 0,0 0 0 0 0,1 0-1 0 0,0 0 1 0 0,0 0 0 0 0,4-6 0 0 0,2-3-242 0 0,1 0 0 0 0,0 1 0 0 0,1 0 1 0 0,1 1-1 0 0,0 0 0 0 0,1 1 0 0 0,1 0 1 0 0,16-13-1 0 0,4 0-1307 0 0,1 2 1 0 0,52-27-1 0 0,24-5-6632 0 0,-86 44 3122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0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42 376 0 0,'-2'-4'1337'0'0,"0"-1"0"0"0,-1 1 0 0 0,1 0-1 0 0,-1 0 1 0 0,0 0 0 0 0,0 0 0 0 0,0 0 0 0 0,-5-4 1724 0 0,6 10-2771 0 0,0 1-1 0 0,0-1 1 0 0,1 1-1 0 0,-1-1 1 0 0,1 1-1 0 0,0 0 1 0 0,-1 0-1 0 0,1 0 1 0 0,1-1-1 0 0,-1 1 1 0 0,0 0-1 0 0,1 0 1 0 0,-1 5 0 0 0,1 46 1074 0 0,1-28-808 0 0,11 249 1119 0 0,-6-189-1518 0 0,-2-25 70 0 0,-4-58-144 0 0,0-5-79 0 0,-1 0-1 0 0,1 1 0 0 0,-1-1 1 0 0,1 0-1 0 0,-1 0 1 0 0,1 0-1 0 0,0 0 1 0 0,0 0-1 0 0,0-3 1 0 0,1-13-3 0 0,1-11-31 0 0,1-1 0 0 0,1 0 0 0 0,11-43 0 0 0,-12 65 18 0 0,0 0 1 0 0,0 0 0 0 0,1 0-1 0 0,0 0 1 0 0,0 0-1 0 0,1 1 1 0 0,6-8 0 0 0,-7 11 6 0 0,-1 0 0 0 0,1 1 0 0 0,0-1-1 0 0,0 1 1 0 0,1 0 0 0 0,-1 0 0 0 0,1 0 0 0 0,-1 0 0 0 0,1 1 0 0 0,0 0 0 0 0,0 0 0 0 0,9-2 0 0 0,-9 3 0 0 0,0 0 0 0 0,0 0 1 0 0,0 1-1 0 0,0 0 1 0 0,0 0-1 0 0,0 0 0 0 0,0 1 1 0 0,-1-1-1 0 0,1 1 1 0 0,0 1-1 0 0,0-1 1 0 0,0 0-1 0 0,-1 1 0 0 0,6 3 1 0 0,-3-1 0 0 0,0 0 0 0 0,0 1 0 0 0,0 0 0 0 0,0 0 0 0 0,-1 0 0 0 0,0 1 1 0 0,0 0-1 0 0,5 7 0 0 0,-4-3 4 0 0,-1-1 1 0 0,1 1-1 0 0,-1 0 0 0 0,-1 1 1 0 0,0-1-1 0 0,-1 1 1 0 0,0 0-1 0 0,0 0 0 0 0,-1 1 1 0 0,-1-1-1 0 0,0 1 1 0 0,1 14-1 0 0,-2-22 4 0 0,-1 1 0 0 0,0-1 0 0 0,0 0-1 0 0,-1 0 1 0 0,1 0 0 0 0,-1 0 0 0 0,0 0 0 0 0,0 0 0 0 0,0 0-1 0 0,-1 0 1 0 0,1 0 0 0 0,-4 6 0 0 0,3-8 11 0 0,2-3-22 0 0,-1 1 0 0 0,0 0 0 0 0,0-1 0 0 0,0 1 0 0 0,0-1 0 0 0,0 1 1 0 0,0-1-1 0 0,1 1 0 0 0,-1-1 0 0 0,0 0 0 0 0,0 1 0 0 0,1-1 0 0 0,-1 0 1 0 0,0 1-1 0 0,1-1 0 0 0,-1 0 0 0 0,1 0 0 0 0,-1 0 0 0 0,1 0 0 0 0,-1 0 1 0 0,1 1-1 0 0,0-1 0 0 0,0 0 0 0 0,-1 0 0 0 0,1 0 0 0 0,0 0 0 0 0,0 0 0 0 0,0 0 1 0 0,0 0-1 0 0,0 0 0 0 0,0 0 0 0 0,0 0 0 0 0,0 0 0 0 0,1-1 0 0 0,2-36-346 0 0,2 13 140 0 0,1 1 0 0 0,1-1 0 0 0,17-37 0 0 0,-18 50 187 0 0,0 1-1 0 0,1-1 1 0 0,0 1-1 0 0,1 1 1 0 0,0-1-1 0 0,1 1 1 0 0,0 1-1 0 0,19-16 1 0 0,-19 18 15 0 0,0 1 1 0 0,1 0 0 0 0,0 0 0 0 0,0 1 0 0 0,1 0-1 0 0,0 1 1 0 0,0 0 0 0 0,0 1 0 0 0,0 0 0 0 0,13-2 0 0 0,-20 5 26 0 0,0-1 1 0 0,0 1 0 0 0,0 0-1 0 0,0 0 1 0 0,-1 0 0 0 0,1 0-1 0 0,0 1 1 0 0,0-1 0 0 0,0 1-1 0 0,-1 0 1 0 0,1 1 0 0 0,0-1-1 0 0,-1 0 1 0 0,1 1 0 0 0,-1 0 0 0 0,0 0-1 0 0,1 0 1 0 0,-1 0 0 0 0,0 0-1 0 0,0 1 1 0 0,0 0 0 0 0,-1-1-1 0 0,1 1 1 0 0,-1 0 0 0 0,1 0-1 0 0,-1 0 1 0 0,0 1 0 0 0,0-1-1 0 0,0 0 1 0 0,-1 1 0 0 0,1 0 0 0 0,-1-1-1 0 0,2 8 1 0 0,0 6 74 0 0,-1 1 0 0 0,0-1 1 0 0,-1 0-1 0 0,-1 1 0 0 0,-1-1 0 0 0,-5 28 1 0 0,3-23-62 0 0,1 0 1 0 0,1 1 0 0 0,3 28 0 0 0,-2-48-148 0 0,0 0 1 0 0,1 0-1 0 0,-1 0 1 0 0,1 0-1 0 0,0 0 0 0 0,0 0 1 0 0,0 0-1 0 0,0 0 0 0 0,0-1 1 0 0,1 1-1 0 0,-1 0 1 0 0,1-1-1 0 0,0 1 0 0 0,0-1 1 0 0,0 0-1 0 0,0 0 1 0 0,0 1-1 0 0,0-1 0 0 0,1 0 1 0 0,-1-1-1 0 0,0 1 0 0 0,1 0 1 0 0,0-1-1 0 0,-1 0 1 0 0,1 1-1 0 0,0-1 0 0 0,0 0 1 0 0,0 0-1 0 0,0-1 1 0 0,0 1-1 0 0,0 0 0 0 0,0-1 1 0 0,4 0-1 0 0,-1 0-223 0 0,0 0 1 0 0,1-1-1 0 0,-1 0 0 0 0,0 0 1 0 0,0 0-1 0 0,0-1 0 0 0,0 0 0 0 0,0 0 1 0 0,0 0-1 0 0,0-1 0 0 0,-1 0 1 0 0,1 0-1 0 0,-1 0 0 0 0,0-1 0 0 0,7-6 1 0 0,1-3 91 0 0,-1-2 0 0 0,-1 1 0 0 0,0-1 0 0 0,-1-1 0 0 0,0 0 0 0 0,-1 0 1 0 0,-1-1-1 0 0,7-20 0 0 0,-6 9 1303 0 0,0 0 0 0 0,-2-1 0 0 0,-1 0 0 0 0,3-42 0 0 0,-2 27 3735 0 0,-7 47-4177 0 0,2 14 37 0 0,0 0 0 0 0,-2 1 0 0 0,0-1 0 0 0,-5 26 0 0 0,2-9-284 0 0,0 22-324 0 0,1 0 0 0 0,7 68 0 0 0,-4-120-328 0 0,0-1 0 0 0,-1 1 0 0 0,1 0 0 0 0,0 0 0 0 0,1-1 0 0 0,-1 1 0 0 0,1-1 0 0 0,-1 1 0 0 0,1-1 0 0 0,0 0 0 0 0,0 0 0 0 0,1 0 0 0 0,-1 0 1 0 0,4 4-1 0 0,-3-5-362 0 0,-1 0 1 0 0,1 0-1 0 0,0 0 1 0 0,0 0 0 0 0,0 0-1 0 0,0-1 1 0 0,0 1 0 0 0,0-1-1 0 0,6 1 1 0 0,17-4-10481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78 1260 0 0,'1'-23'14387'0'0,"2"31"-14043"0"0,0 8 778 0 0,0 1-1 0 0,-1 0 0 0 0,0 17 0 0 0,-9 97 971 0 0,4-89-1640 0 0,-11 92 464 0 0,14-132-812 0 0,2-30-124 0 0,2 2-132 0 0,2 0 1 0 0,1 1-1 0 0,1 0 1 0 0,1 0-1 0 0,1 0 1 0 0,15-26-1 0 0,-18 40 124 0 0,0-1 0 0 0,0 2-1 0 0,1-1 1 0 0,0 1-1 0 0,1 0 1 0 0,0 1 0 0 0,1 0-1 0 0,0 1 1 0 0,0-1-1 0 0,1 2 1 0 0,0 0 0 0 0,0 0-1 0 0,1 1 1 0 0,17-7-1 0 0,-23 11 25 0 0,-1 0 0 0 0,1 1 0 0 0,-1 0-1 0 0,1 0 1 0 0,0 0 0 0 0,0 0 0 0 0,-1 1 0 0 0,1 0-1 0 0,0 0 1 0 0,0 1 0 0 0,-1 0 0 0 0,1 0-1 0 0,0 0 1 0 0,-1 0 0 0 0,10 5 0 0 0,-7-2 21 0 0,-1 0 0 0 0,-1 0-1 0 0,1 0 1 0 0,0 1 0 0 0,-1 1 0 0 0,0-1 0 0 0,-1 1 0 0 0,1 0 0 0 0,-1 0 0 0 0,6 8 0 0 0,0 4 48 0 0,-1-1 0 0 0,-1 2 0 0 0,-1-1 0 0 0,0 1 0 0 0,-1 0 0 0 0,-1 1 0 0 0,-1 0 0 0 0,3 23 0 0 0,-6-23-20 0 0,6 30 22 0 0,-7-46-49 0 0,0-1 0 0 0,0 1 0 0 0,0-1 0 0 0,0 1 0 0 0,1-1 0 0 0,0 1 0 0 0,-1-1 0 0 0,1 0 0 0 0,0 0 0 0 0,3 3 0 0 0,-3-5-12 0 0,0 0-1 0 0,0 0 0 0 0,0 0 0 0 0,-1 0 0 0 0,1 0 0 0 0,0-1 0 0 0,0 1 0 0 0,0-1 1 0 0,0 0-1 0 0,0 1 0 0 0,0-1 0 0 0,0 0 0 0 0,0 0 0 0 0,0 0 0 0 0,0 0 0 0 0,3-1 1 0 0,31-7-29 0 0,-19 1-87 0 0,1-1 1 0 0,-1-1-1 0 0,-1 0 1 0 0,0-1-1 0 0,0-1 1 0 0,-1-1 0 0 0,0 0-1 0 0,-1-1 1 0 0,22-25-1 0 0,-19 17-13 0 0,0-1-1 0 0,-1-1 0 0 0,-2 0 1 0 0,0-1-1 0 0,-1-1 1 0 0,9-28-1 0 0,-17 41 88 0 0,-1 0 1 0 0,-1-1-1 0 0,3-16 0 0 0,-6 26 29 0 0,1 0 0 0 0,-1 0 0 0 0,0-1 0 0 0,0 1 0 0 0,0 0 0 0 0,0 0 0 0 0,0 0 0 0 0,-1 0 0 0 0,1 0 0 0 0,-1 0 0 0 0,0 0 0 0 0,0 0 0 0 0,0 0 0 0 0,-1 0 0 0 0,1 0 0 0 0,0 0 0 0 0,-1 0 0 0 0,-2-3 0 0 0,3 6 16 0 0,0-1 1 0 0,0 0-1 0 0,0 1 0 0 0,-1-1 0 0 0,1 0 1 0 0,0 1-1 0 0,0-1 0 0 0,0 1 1 0 0,-1 0-1 0 0,1-1 0 0 0,0 1 0 0 0,0 0 1 0 0,-1 0-1 0 0,1 0 0 0 0,0 0 1 0 0,0 0-1 0 0,-1 0 0 0 0,1 0 1 0 0,0 0-1 0 0,-2 1 0 0 0,0 0 30 0 0,0-1 0 0 0,0 1 0 0 0,1 0 0 0 0,-1 0 0 0 0,1 1 1 0 0,-1-1-1 0 0,1 0 0 0 0,-3 3 0 0 0,-3 3 149 0 0,0 1-1 0 0,0-1 1 0 0,1 2 0 0 0,0-1 0 0 0,1 1 0 0 0,0 0 0 0 0,1 0-1 0 0,-1 1 1 0 0,2 0 0 0 0,-1 0 0 0 0,1 0 0 0 0,1 0 0 0 0,0 1 0 0 0,-2 11-1 0 0,4-16-116 0 0,0 0 1 0 0,0 0-1 0 0,1 0 0 0 0,0 0 0 0 0,0 1 0 0 0,0-1 0 0 0,1 0 0 0 0,0 0 0 0 0,0 0 0 0 0,0 0 0 0 0,1 0 0 0 0,0 0 0 0 0,0 0 0 0 0,0 0 0 0 0,1-1 0 0 0,0 1 0 0 0,0-1 0 0 0,1 0 0 0 0,-1 0 0 0 0,1 0 1 0 0,0 0-1 0 0,0-1 0 0 0,1 1 0 0 0,-1-1 0 0 0,10 6 0 0 0,-3-4-118 0 0,0 0 0 0 0,0-1 0 0 0,0 0 0 0 0,0-1 1 0 0,1 0-1 0 0,0-1 0 0 0,0 0 0 0 0,0-1 0 0 0,0 0 0 0 0,0-1 1 0 0,1 0-1 0 0,-1-1 0 0 0,17-2 0 0 0,-16 0-679 0 0,-1 0 1 0 0,0-1-1 0 0,-1 0 0 0 0,1 0 0 0 0,19-10 1 0 0,-22 8-632 0 0,0 0 1 0 0,0 0 0 0 0,0-1 0 0 0,-1 0 0 0 0,0-1 0 0 0,0 0-1 0 0,7-9 1 0 0,1-5-6968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 1532 0 0,'-51'2'3943'0'0,"-20"0"1321"0"0,-75 13 0 0 0,115-8-7008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108 991 1104 0 0,'-28'16'3256'0'0,"14"-9"-1388"0"0,1 0 0 0 0,0 1 0 0 0,-21 18 0 0 0,34-26-1814 0 0,-1 1 1 0 0,1-1 0 0 0,0 0-1 0 0,-1 0 1 0 0,1 0-1 0 0,0 1 1 0 0,0-1 0 0 0,-1 0-1 0 0,1 0 1 0 0,0 1 0 0 0,0-1-1 0 0,-1 0 1 0 0,1 1-1 0 0,0-1 1 0 0,0 0 0 0 0,0 1-1 0 0,0-1 1 0 0,-1 0-1 0 0,1 1 1 0 0,0-1 0 0 0,0 1-1 0 0,0-1 1 0 0,0 0 0 0 0,0 1-1 0 0,0-1 1 0 0,0 0-1 0 0,0 1 1 0 0,0-1 0 0 0,0 1-1 0 0,0-1 1 0 0,0 1-1 0 0,12 1 444 0 0,16-7-252 0 0,6-9-81 0 0,-2-1 1 0 0,1-2-1 0 0,-2-1 1 0 0,41-31-1 0 0,105-101-62 0 0,-145 117-112 0 0,-1-1 0 0 0,-2-1 0 0 0,-1-1 1 0 0,-2-2-1 0 0,-2-1 0 0 0,-1-1 1 0 0,-2-1-1 0 0,-2 0 0 0 0,-1-2 0 0 0,-3 0 1 0 0,-1-1-1 0 0,-3 0 0 0 0,-1-1 0 0 0,-2-1 1 0 0,-2 1-1 0 0,-1-66 0 0 0,-5 104-5 0 0,0 1-1 0 0,-1 0 0 0 0,0-1 1 0 0,-3-9-1 0 0,3 17 14 0 0,-1 0-1 0 0,1 0 0 0 0,-1 0 1 0 0,1 0-1 0 0,0 0 0 0 0,0 0 1 0 0,-1 0-1 0 0,1 0 0 0 0,0 1 1 0 0,0-1-1 0 0,0 0 0 0 0,0 1 1 0 0,-1 1-1 0 0,-10 23 166 0 0,2 1 0 0 0,0 1 0 0 0,-10 52-1 0 0,-5 88 619 0 0,20-116-605 0 0,2-1 1 0 0,4 55-1 0 0,1-83-153 0 0,0 0-1 0 0,2 0 0 0 0,0 0 0 0 0,2 0 0 0 0,0-1 0 0 0,19 42 1 0 0,-19-52-177 0 0,1-1 1 0 0,0 1 0 0 0,1-2 0 0 0,0 1 0 0 0,0-1-1 0 0,1-1 1 0 0,1 1 0 0 0,15 11 0 0 0,-17-15-311 0 0,-1-2 0 0 0,1 1 0 0 0,0-1 0 0 0,0 0 0 0 0,15 5 0 0 0,-17-7-222 0 0,1 0 1 0 0,0-1-1 0 0,-1 0 1 0 0,1 0-1 0 0,0-1 1 0 0,0 0-1 0 0,-1 0 1 0 0,10-1-1 0 0,6-5-3742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2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128 132 124 0 0,'-17'-131'10335'0'0,"5"139"-9197"0"0,10-4-1012 0 0,0-1-1 0 0,1 1 1 0 0,-1 0 0 0 0,1 0-1 0 0,0 0 1 0 0,0 0 0 0 0,0-1-1 0 0,1 1 1 0 0,-1 7-1 0 0,-1 6 195 0 0,-67 520 2657 0 0,66-511-2935 0 0,1-4-22 0 0,-8 114 101 0 0,10-135-124 0 0,0 0 0 0 0,0 0 0 0 0,0 0 0 0 0,0 1 0 0 0,0-1-1 0 0,0 0 1 0 0,0 0 0 0 0,0 0 0 0 0,0 0 0 0 0,1 0-1 0 0,-1 0 1 0 0,0 0 0 0 0,1 0 0 0 0,-1 0 0 0 0,1 0 0 0 0,-1 0-1 0 0,1 0 1 0 0,-1 0 0 0 0,1 0 0 0 0,1 1 0 0 0,-1-2-12 0 0,0 0 0 0 0,-1 0 0 0 0,1 0 0 0 0,0 1 1 0 0,-1-1-1 0 0,1 0 0 0 0,0 0 0 0 0,0-1 0 0 0,-1 1 1 0 0,1 0-1 0 0,0 0 0 0 0,-1 0 0 0 0,1 0 0 0 0,0-1 1 0 0,0 1-1 0 0,-1 0 0 0 0,1 0 0 0 0,-1-1 0 0 0,1 1 1 0 0,0-1-1 0 0,-1 1 0 0 0,2-1 0 0 0,4-4-128 0 0,-1 0-1 0 0,1-1 1 0 0,-1 1-1 0 0,6-10 1 0 0,56-86-806 0 0,18-24 372 0 0,-72 108 522 0 0,1 1 1 0 0,0 1 0 0 0,2 0-1 0 0,0 0 1 0 0,18-12 0 0 0,-31 25 100 0 0,0 0 0 0 0,0 0 0 0 0,1 0 0 0 0,-1 1 0 0 0,0-1 0 0 0,1 1 0 0 0,-1 0 1 0 0,0 0-1 0 0,1 0 0 0 0,0 0 0 0 0,-1 0 0 0 0,1 1 0 0 0,-1 0 0 0 0,1 0 1 0 0,0 0-1 0 0,-1 0 0 0 0,1 0 0 0 0,0 1 0 0 0,-1-1 0 0 0,1 1 0 0 0,-1 0 0 0 0,1 0 1 0 0,-1 0-1 0 0,1 1 0 0 0,-1-1 0 0 0,0 1 0 0 0,0 0 0 0 0,0 0 0 0 0,0 0 1 0 0,0 0-1 0 0,0 1 0 0 0,0-1 0 0 0,-1 1 0 0 0,5 4 0 0 0,2 5 268 0 0,-1-1 0 0 0,0 1 0 0 0,0 1 0 0 0,-1-1 0 0 0,-1 1 0 0 0,0 1 0 0 0,6 19 0 0 0,-2 2 200 0 0,4 38-1 0 0,-8-41-278 0 0,16 54 0 0 0,-21-82-219 0 0,1-1 0 0 0,-1 1 0 0 0,1-1 0 0 0,0 0 0 0 0,-1 0 0 0 0,1 0 0 0 0,1 0 0 0 0,-1 0 1 0 0,0 0-1 0 0,1-1 0 0 0,-1 1 0 0 0,1-1 0 0 0,0 1 0 0 0,0-1 0 0 0,0 0 0 0 0,6 3 0 0 0,-4-3-5 0 0,0 0-1 0 0,0-1 1 0 0,1 1-1 0 0,-1-1 1 0 0,1 0-1 0 0,-1-1 1 0 0,1 1-1 0 0,0-1 1 0 0,10-1-1 0 0,1-1-29 0 0,-1-2-1 0 0,1 1 0 0 0,-1-2 1 0 0,0 0-1 0 0,0-1 0 0 0,17-10 0 0 0,-12 5-52 0 0,-1-1 0 0 0,0-1 0 0 0,-1-1 0 0 0,0 0 0 0 0,29-31 0 0 0,-35 31 38 0 0,0-1 0 0 0,-1 0 0 0 0,-1 0 0 0 0,-1-1 0 0 0,0-1 0 0 0,-1 0 0 0 0,12-29 0 0 0,-20 42 28 0 0,1 0-1 0 0,-1-1 1 0 0,0 1-1 0 0,0-1 1 0 0,-1 1-1 0 0,1 0 1 0 0,-1-1-1 0 0,0 1 1 0 0,0-1-1 0 0,0 1 0 0 0,-1-1 1 0 0,1 1-1 0 0,-1-1 1 0 0,-2-4-1 0 0,3 8 12 0 0,-1 1-1 0 0,1-1 0 0 0,-1 0 1 0 0,0 0-1 0 0,1 1 0 0 0,-1-1 1 0 0,0 0-1 0 0,1 1 0 0 0,-1-1 0 0 0,0 1 1 0 0,0-1-1 0 0,0 1 0 0 0,1-1 1 0 0,-1 1-1 0 0,0 0 0 0 0,0-1 1 0 0,0 1-1 0 0,0 0 0 0 0,0 0 1 0 0,0-1-1 0 0,0 1 0 0 0,0 0 1 0 0,0 0-1 0 0,0 0 0 0 0,0 0 0 0 0,1 0 1 0 0,-1 1-1 0 0,0-1 0 0 0,0 0 1 0 0,0 0-1 0 0,-1 1 0 0 0,-2 0 41 0 0,0 0 0 0 0,0 0 0 0 0,0 1-1 0 0,0 0 1 0 0,-6 3 0 0 0,1 2 74 0 0,0 0 0 0 0,0 1 1 0 0,1 0-1 0 0,0 0 0 0 0,1 1 0 0 0,0 0 0 0 0,0 0 0 0 0,1 1 0 0 0,-9 19 1 0 0,8-15-34 0 0,0 1 0 0 0,2 0 0 0 0,0 1 0 0 0,0-1 0 0 0,2 1 1 0 0,-3 23-1 0 0,5-34-74 0 0,1 0-1 0 0,0 0 1 0 0,0 1 0 0 0,0-1 0 0 0,1 0 0 0 0,-1 0-1 0 0,1 0 1 0 0,1 0 0 0 0,-1 0 0 0 0,1 0-1 0 0,-1 0 1 0 0,1-1 0 0 0,1 1 0 0 0,-1 0 0 0 0,1-1-1 0 0,0 0 1 0 0,0 0 0 0 0,0 0 0 0 0,0 0-1 0 0,1 0 1 0 0,-1 0 0 0 0,1-1 0 0 0,7 5 0 0 0,-5-4-210 0 0,1-1 0 0 0,-1 0 1 0 0,1-1-1 0 0,-1 1 0 0 0,1-1 1 0 0,0-1-1 0 0,0 1 1 0 0,0-1-1 0 0,-1 0 0 0 0,1-1 1 0 0,0 0-1 0 0,0 0 1 0 0,0 0-1 0 0,0-1 0 0 0,0 0 1 0 0,0 0-1 0 0,7-3 1 0 0,35-13-2834 0 0,-17-1-2107 0 0,-3-3-1635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3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0 2084 0 0,'-56'11'3673'0'0,"30"-7"-1835"0"0,0 1 1 0 0,1 2 0 0 0,-31 11-1 0 0,46-10-829 0 0,9-8-979 0 0,1 0-1 0 0,0 0 1 0 0,0 0 0 0 0,0 0 0 0 0,-1 0 0 0 0,1 0-1 0 0,0 0 1 0 0,0 1 0 0 0,-1-1 0 0 0,1 0 0 0 0,0 0 0 0 0,0 0-1 0 0,0 0 1 0 0,0 1 0 0 0,-1-1 0 0 0,1 0 0 0 0,0 0 0 0 0,0 0-1 0 0,0 0 1 0 0,0 1 0 0 0,0-1 0 0 0,0 0 0 0 0,0 0-1 0 0,0 1 1 0 0,-1-1 0 0 0,1 0 0 0 0,0 0 0 0 0,0 0 0 0 0,0 1-1 0 0,0-1 1 0 0,0 0 0 0 0,0 0 0 0 0,0 1 0 0 0,0-1 0 0 0,0 0-1 0 0,0 0 1 0 0,0 1 0 0 0,1-1 0 0 0,-1 0 0 0 0,0 0-1 0 0,0 0 1 0 0,0 1 0 0 0,0-1 0 0 0,0 0 0 0 0,0 0 0 0 0,0 0-1 0 0,1 1 1 0 0,-1-1 0 0 0,0 0 0 0 0,0 0 0 0 0,0 0 0 0 0,0 0-1 0 0,1 1 1 0 0,-1-1 0 0 0,0 0 0 0 0,0 0 0 0 0,1 0-1 0 0,20 4 151 0 0,0-1 0 0 0,1-2 0 0 0,-1 0 0 0 0,1-1-1 0 0,35-4 1 0 0,-24 1-226 0 0,178-17-2059 0 0,-72 0-3993 0 0,-67 9-177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4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18 569 1264 0 0,'-17'9'10643'0'0,"26"-18"-9736"0"0,20-16-810 0 0,209-110 235 0 0,-144 85-381 0 0,121-84 1 0 0,-185 111 44 0 0,8-3 5 0 0,-1-3 1 0 0,-1-1-1 0 0,63-68 0 0 0,-99 97-2 0 0,0 1-1 0 0,1 0 1 0 0,-1-1-1 0 0,0 1 1 0 0,1 0-1 0 0,-1-1 1 0 0,0 1-1 0 0,0 0 1 0 0,1-1-1 0 0,-1 1 1 0 0,0-1-1 0 0,0 1 1 0 0,0 0-1 0 0,0-1 1 0 0,0 1 0 0 0,1-1-1 0 0,-1 1 1 0 0,0-1-1 0 0,0 1 1 0 0,0-1-1 0 0,0 1 1 0 0,0 0-1 0 0,0-1 1 0 0,0 1-1 0 0,0-1 1 0 0,-1 1-1 0 0,1-1 1 0 0,0 1-1 0 0,0-1 1 0 0,-13-5-36 0 0,-17 7 3 0 0,17 2 36 0 0,0 1 0 0 0,-1 1 0 0 0,1 0 0 0 0,1 0 0 0 0,-1 2 0 0 0,1-1 0 0 0,-13 10 0 0 0,-5 6 68 0 0,-38 35 1 0 0,51-42-6 0 0,1 1 0 0 0,-21 28 0 0 0,31-37-35 0 0,1 0-1 0 0,1 1 1 0 0,-1 0 0 0 0,1 0-1 0 0,0 0 1 0 0,1 1-1 0 0,0-1 1 0 0,0 1-1 0 0,-1 10 1 0 0,3-14-11 0 0,1 0 0 0 0,1 0 0 0 0,-1 0 0 0 0,1 0-1 0 0,0 0 1 0 0,0 0 0 0 0,0 0 0 0 0,1 0 0 0 0,-1 0 0 0 0,1-1 0 0 0,1 1 0 0 0,-1-1 0 0 0,0 1 0 0 0,1-1 0 0 0,0 0-1 0 0,0 0 1 0 0,0 0 0 0 0,1 0 0 0 0,-1-1 0 0 0,1 1 0 0 0,4 2 0 0 0,11 9 62 0 0,1-1-1 0 0,41 23 1 0 0,-57-34-76 0 0,17 8 111 0 0,53 33-249 0 0,-67-39 317 0 0,0 1 1 0 0,0-1-1 0 0,0 1 0 0 0,-1 0 0 0 0,0 1 1 0 0,0 0-1 0 0,7 10 0 0 0,-12-16-114 0 0,-1 0 0 0 0,1 1-1 0 0,0-1 1 0 0,0 1 0 0 0,-1-1-1 0 0,1 1 1 0 0,-1-1 0 0 0,1 1 0 0 0,-1-1-1 0 0,0 1 1 0 0,0 0 0 0 0,0-1-1 0 0,0 1 1 0 0,0-1 0 0 0,0 1 0 0 0,0 0-1 0 0,0-1 1 0 0,0 1 0 0 0,-1-1-1 0 0,1 1 1 0 0,-1-1 0 0 0,0 3 0 0 0,-1-2 22 0 0,1 1 1 0 0,-1-1 0 0 0,0 1-1 0 0,0-1 1 0 0,0 0 0 0 0,0 0 0 0 0,-1 0-1 0 0,1 0 1 0 0,-1 0 0 0 0,1 0-1 0 0,-4 1 1 0 0,-5 2 125 0 0,0 0-1 0 0,0 0 1 0 0,-1-1-1 0 0,-20 4 1 0 0,9-4-148 0 0,1-2 1 0 0,-1-1 0 0 0,1 0-1 0 0,-1-2 1 0 0,1 0 0 0 0,0-2 0 0 0,-1 0-1 0 0,1-1 1 0 0,0-2 0 0 0,-33-12-1 0 0,54 18-128 0 0,-1-1 0 0 0,0 1 1 0 0,1-1-1 0 0,-1 1 0 0 0,1-1 0 0 0,0 0 0 0 0,-1 0 0 0 0,1 0 1 0 0,-1 0-1 0 0,1 0 0 0 0,0 0 0 0 0,0 0 0 0 0,0 0 0 0 0,-1 0 0 0 0,1 0 1 0 0,0-1-1 0 0,1 1 0 0 0,-1 0 0 0 0,0-1 0 0 0,-1-1 0 0 0,2 1-111 0 0,0 1-1 0 0,0-1 1 0 0,0 1-1 0 0,0-1 1 0 0,0 1-1 0 0,0-1 1 0 0,0 1 0 0 0,1-1-1 0 0,-1 1 1 0 0,0-1-1 0 0,1 1 1 0 0,0 0-1 0 0,-1-1 1 0 0,1 1-1 0 0,0-1 1 0 0,-1 1-1 0 0,3-2 1 0 0,2-4-1271 0 0,2 0 1 0 0,-1 1-1 0 0,1-1 1 0 0,0 2-1 0 0,14-11 1 0 0,4 1-3636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5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169 441 1672 0 0,'9'-27'11513'0'0,"-21"29"-10509"0"0,8 2-741 0 0,-1-1-1 0 0,0 1 0 0 0,1 0 0 0 0,0 0 1 0 0,0 0-1 0 0,0 1 0 0 0,1 0 0 0 0,-1-1 1 0 0,1 1-1 0 0,-4 9 0 0 0,1-5 46 0 0,-8 15 177 0 0,1 1 1 0 0,1 0 0 0 0,-12 35-1 0 0,20-47-383 0 0,0 1 0 0 0,1-1 0 0 0,1 0 0 0 0,0 1 0 0 0,0 0 0 0 0,2-1-1 0 0,0 1 1 0 0,2 25 0 0 0,-1-33-82 0 0,1-1 0 0 0,-1 1-1 0 0,1 0 1 0 0,0-1 0 0 0,0 1-1 0 0,1-1 1 0 0,-1 0 0 0 0,1 1-1 0 0,0-1 1 0 0,1 0 0 0 0,-1-1 0 0 0,1 1-1 0 0,0-1 1 0 0,0 0 0 0 0,1 0-1 0 0,-1 0 1 0 0,1 0 0 0 0,0-1-1 0 0,0 1 1 0 0,0-2 0 0 0,6 4 0 0 0,-6-4-15 0 0,0 0 0 0 0,0-1 0 0 0,0 0 1 0 0,0 1-1 0 0,0-2 0 0 0,1 1 0 0 0,-1-1 1 0 0,0 1-1 0 0,1-1 0 0 0,-1-1 0 0 0,0 1 1 0 0,0-1-1 0 0,1 0 0 0 0,-1 0 0 0 0,0-1 1 0 0,0 1-1 0 0,0-1 0 0 0,0 0 0 0 0,0-1 1 0 0,-1 1-1 0 0,1-1 0 0 0,-1 0 0 0 0,7-5 1 0 0,-6 3-2 0 0,0 0 0 0 0,0 0 1 0 0,0-1-1 0 0,-1 0 0 0 0,0 0 1 0 0,0 0-1 0 0,-1 0 0 0 0,0-1 1 0 0,0 1-1 0 0,0-1 0 0 0,-1 0 1 0 0,0 0-1 0 0,0 0 0 0 0,-1 0 1 0 0,1 0-1 0 0,-2 0 0 0 0,1-14 0 0 0,-1 5 3 0 0,-1-1 0 0 0,-1 0 0 0 0,0 1 0 0 0,-1-1 0 0 0,-1 1 0 0 0,-9-25 0 0 0,9 31-12 0 0,0 0 0 0 0,0 1 0 0 0,-1 0 0 0 0,0 0 1 0 0,0 1-1 0 0,-1-1 0 0 0,-12-12 0 0 0,15 18 2 0 0,0 1-1 0 0,0-1 1 0 0,0 0-1 0 0,0 1 1 0 0,0 0-1 0 0,-1 0 1 0 0,1 0-1 0 0,-1 0 0 0 0,0 1 1 0 0,1-1-1 0 0,-1 1 1 0 0,0 0-1 0 0,0 0 1 0 0,0 0-1 0 0,0 1 1 0 0,0 0-1 0 0,0-1 1 0 0,0 1-1 0 0,0 0 1 0 0,0 1-1 0 0,0-1 1 0 0,-5 2-1 0 0,1 0 1 0 0,0 1 0 0 0,1 0 0 0 0,0 1 0 0 0,0-1 0 0 0,0 1 0 0 0,0 1 0 0 0,0-1 0 0 0,1 1 0 0 0,0 0 0 0 0,0 1 0 0 0,0-1 0 0 0,1 1 0 0 0,-1 0 0 0 0,2 1 0 0 0,-1-1 0 0 0,1 1 0 0 0,0 0 0 0 0,-5 11 0 0 0,7-14-13 0 0,0 0 0 0 0,1 0 0 0 0,-1 1 0 0 0,1-1 0 0 0,0 0 0 0 0,0 1 1 0 0,1-1-1 0 0,-1 0 0 0 0,1 1 0 0 0,0-1 0 0 0,0 1 0 0 0,0-1 0 0 0,1 1 0 0 0,0-1 1 0 0,0 0-1 0 0,0 1 0 0 0,0-1 0 0 0,1 0 0 0 0,-1 0 0 0 0,1 0 0 0 0,0 0 0 0 0,0 0 0 0 0,1 0 1 0 0,-1-1-1 0 0,1 1 0 0 0,0-1 0 0 0,0 1 0 0 0,0-1 0 0 0,0 0 0 0 0,0 0 0 0 0,1-1 0 0 0,-1 1 1 0 0,1-1-1 0 0,6 3 0 0 0,-2 0-115 0 0,1-1 0 0 0,0-1-1 0 0,0 1 1 0 0,0-2 0 0 0,1 1 0 0 0,-1-1 0 0 0,0-1 0 0 0,1 1-1 0 0,10-1 1 0 0,-5-1-6 0 0,1-1-1 0 0,-1-1 1 0 0,0 0-1 0 0,0-1 1 0 0,17-5-1 0 0,-4-2-4 0 0,0-1 0 0 0,-1-1-1 0 0,-1-1 1 0 0,0-1 0 0 0,33-25 0 0 0,-31 17-37 0 0,-1-1 0 0 0,-1-2 0 0 0,-1-1 0 0 0,-1-1 0 0 0,-1 0 0 0 0,-2-2 0 0 0,31-53 0 0 0,-17 15 388 0 0,-2-2 0 0 0,38-115 1 0 0,-62 147 690 0 0,-9 34-469 0 0,-1 4-10 0 0,-7 20 215 0 0,-17 57 800 0 0,-52 176 1133 0 0,20 4-1538 0 0,45-142-780 0 0,12-105-226 0 0,0 0 0 0 0,0-1 0 0 0,1 1 0 0 0,1 0-1 0 0,0-1 1 0 0,0 1 0 0 0,1-1 0 0 0,8 18 0 0 0,-10-24-43 0 0,1-1 1 0 0,-1 0-1 0 0,1 0 0 0 0,0 0 1 0 0,0 0-1 0 0,1 0 0 0 0,-1 0 1 0 0,1-1-1 0 0,-1 1 0 0 0,1-1 1 0 0,0 0-1 0 0,0 0 1 0 0,0 0-1 0 0,0 0 0 0 0,0 0 1 0 0,0-1-1 0 0,0 1 0 0 0,6 1 1 0 0,-4-2-93 0 0,-1-1 1 0 0,1 1-1 0 0,0-1 0 0 0,0 0 1 0 0,0 0-1 0 0,-1-1 1 0 0,1 1-1 0 0,0-1 0 0 0,0 0 1 0 0,-1 0-1 0 0,1-1 1 0 0,5-2-1 0 0,3-2-212 0 0,0-1 1 0 0,-1 0-1 0 0,0-1 0 0 0,0 0 1 0 0,-1-1-1 0 0,0 0 0 0 0,0-1 1 0 0,10-13-1 0 0,3-8 46 0 0,-2-1 0 0 0,-1-1 1 0 0,-1-1-1 0 0,-3-1 0 0 0,25-66 1 0 0,-18 42 2183 0 0,-23 59-1856 0 0,-1 1-1 0 0,1-1 0 0 0,-1 0 0 0 0,0 0 0 0 0,1 1 0 0 0,-1-1 0 0 0,0 0 0 0 0,0 1 0 0 0,1-1 0 0 0,-1 0 0 0 0,0 1 0 0 0,0-1 0 0 0,1 0 0 0 0,-1 1 0 0 0,0-1 0 0 0,0 1 0 0 0,0-1 0 0 0,0 0 0 0 0,0 1 0 0 0,0-1 0 0 0,0 1 0 0 0,1-1 0 0 0,-1 0 0 0 0,0 1 0 0 0,0-1 0 0 0,-1 1 0 0 0,1-1 0 0 0,0 1 0 0 0,0 0 0 0 0,-1 13 427 0 0,1-13-450 0 0,-8 58 1826 0 0,-3 48-458 0 0,11-96-1331 0 0,0-1 0 0 0,1 1 0 0 0,0 0 0 0 0,0 0 0 0 0,1-1 0 0 0,1 1-1 0 0,5 14 1 0 0,-6-20-96 0 0,-1-1 1 0 0,2 0-1 0 0,-1 0 0 0 0,0 0 0 0 0,1 0 0 0 0,0 0 0 0 0,0 0 0 0 0,0-1 1 0 0,0 1-1 0 0,1-1 0 0 0,-1 0 0 0 0,1 0 0 0 0,0 0 0 0 0,0-1 0 0 0,0 1 0 0 0,0-1 1 0 0,0 0-1 0 0,1 0 0 0 0,-1-1 0 0 0,1 1 0 0 0,-1-1 0 0 0,1 0 0 0 0,0 0 0 0 0,-1 0 1 0 0,1-1-1 0 0,0 1 0 0 0,-1-1 0 0 0,1 0 0 0 0,0-1 0 0 0,5 0 0 0 0,0-1-274 0 0,1 0-1 0 0,-1-1 0 0 0,0 0 0 0 0,0 0 0 0 0,0-1 1 0 0,0-1-1 0 0,-1 0 0 0 0,0 0 0 0 0,0 0 0 0 0,0-1 0 0 0,0-1 1 0 0,10-10-1 0 0,-6 3-105 0 0,0-1 1 0 0,-1-1-1 0 0,-1 0 1 0 0,0-1-1 0 0,-1 0 1 0 0,11-26-1 0 0,35-115-308 0 0,-47 129 813 0 0,-5 12 513 0 0,4-30 1 0 0,-6 33-274 0 0,-2 12 260 0 0,-1 4-165 0 0,-3 2-207 0 0,1 1-1 0 0,0-1 1 0 0,0 1-1 0 0,0 0 1 0 0,0 0-1 0 0,1 0 1 0 0,0 0 0 0 0,-2 6-1 0 0,-12 51 833 0 0,10-36-689 0 0,-3 11 98 0 0,-6 59 0 0 0,14-81-449 0 0,0 1 1 0 0,1-1-1 0 0,1 0 1 0 0,0 0-1 0 0,1 0 1 0 0,7 27 0 0 0,-7-37-199 0 0,-1 0 0 0 0,1-1 0 0 0,0 0 0 0 0,1 1 0 0 0,-1-1 0 0 0,1 0 1 0 0,-1 0-1 0 0,1 0 0 0 0,1-1 0 0 0,-1 1 0 0 0,0-1 0 0 0,1 0 0 0 0,0 0 1 0 0,-1 0-1 0 0,1 0 0 0 0,7 3 0 0 0,-8-4-369 0 0,0-1 0 0 0,1 0 0 0 0,-1 0 1 0 0,1 0-1 0 0,-1 0 0 0 0,1 0 0 0 0,0-1 0 0 0,-1 1 0 0 0,1-1 0 0 0,-1 0 0 0 0,1 0 1 0 0,0-1-1 0 0,-1 1 0 0 0,1-1 0 0 0,0 0 0 0 0,-1 1 0 0 0,1-2 0 0 0,-1 1 0 0 0,0 0 1 0 0,1-1-1 0 0,5-3 0 0 0,8-6-6040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5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87 444 0 0,'-1'-87'15433'0'0,"-3"101"-14428"0"0,0 1 0 0 0,1-1-1 0 0,1 1 1 0 0,0-1 0 0 0,1 20-1 0 0,-2 7 208 0 0,-12 108 1366 0 0,-27 247-810 0 0,39-375-1767 0 0,-2 20-348 0 0,-1 44 0 0 0,7-71-623 0 0,0 1 0 0 0,3 18 0 0 0,-2-24-290 0 0,0 0 0 0 0,1-1-1 0 0,0 1 1 0 0,7 13 0 0 0,-9-19 141 0 0,1 0 1 0 0,0 0-1 0 0,-1 0 1 0 0,1-1-1 0 0,1 1 0 0 0,3 4 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5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26 2560 0 0,'-6'-25'14042'0'0,"2"40"-12274"0"0,-6 34-466 0 0,-5 62-1 0 0,14-87-2129 0 0,1 0 0 0 0,3 35 1 0 0,-2-55 420 0 0,0 0-1 0 0,0 1 1 0 0,0-1 0 0 0,1 0 0 0 0,-1 0 0 0 0,4 6-1 0 0,-4-9 37 0 0,0 1-1 0 0,0-1 0 0 0,0 1 0 0 0,0-1 1 0 0,0 0-1 0 0,0 0 0 0 0,0 1 0 0 0,0-1 1 0 0,0 0-1 0 0,0 0 0 0 0,1 0 0 0 0,-1 0 0 0 0,1 0 1 0 0,-1 0-1 0 0,0-1 0 0 0,1 1 0 0 0,0 0 1 0 0,-1-1-1 0 0,1 1 0 0 0,-1-1 0 0 0,1 1 0 0 0,1-1 1 0 0,16 0-4314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6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52 1976 0 0,'5'-22'12219'0'0,"-13"109"-6803"0"0,5-67-5007 0 0,1 1 0 0 0,0-1 0 0 0,2 1-1 0 0,0-1 1 0 0,4 22 0 0 0,-4-38-359 0 0,1-1 1 0 0,0 1-1 0 0,0-1 0 0 0,0 0 0 0 0,0 1 1 0 0,1-1-1 0 0,-1 0 0 0 0,1 0 0 0 0,0 0 0 0 0,0 0 1 0 0,0 0-1 0 0,0-1 0 0 0,0 1 0 0 0,0-1 1 0 0,1 1-1 0 0,0-1 0 0 0,-1 0 0 0 0,6 3 1 0 0,-4-3-16 0 0,1 0 1 0 0,-1 0-1 0 0,1 0 0 0 0,-1-1 1 0 0,1 0-1 0 0,0 0 0 0 0,0 0 1 0 0,0-1-1 0 0,0 1 1 0 0,0-1-1 0 0,-1 0 0 0 0,6-1 1 0 0,0-1-50 0 0,-1 1 0 0 0,1-1 1 0 0,-1-1-1 0 0,1 0 0 0 0,-1 0 1 0 0,0-1-1 0 0,0 0 0 0 0,-1 0 1 0 0,1-1-1 0 0,-1 0 0 0 0,0-1 1 0 0,13-12-1 0 0,-14 11-57 0 0,-2 0 0 0 0,1 0 1 0 0,-1-1-1 0 0,0 0 0 0 0,-1 0 0 0 0,0 0 0 0 0,0 0 1 0 0,-1-1-1 0 0,0 1 0 0 0,0-1 0 0 0,-1 0 1 0 0,0 0-1 0 0,-1 0 0 0 0,0 0 0 0 0,0-14 1 0 0,-1 18 56 0 0,0-1 0 0 0,-1 1-1 0 0,1 0 1 0 0,-1 0 0 0 0,0 0 0 0 0,-1-1 0 0 0,0 1 0 0 0,1 0 0 0 0,-2 1 0 0 0,1-1 0 0 0,0 0 0 0 0,-1 1 0 0 0,0-1 0 0 0,0 1 0 0 0,0 0 0 0 0,-1 0-1 0 0,1 0 1 0 0,-1 0 0 0 0,0 1 0 0 0,0-1 0 0 0,0 1 0 0 0,-1 0 0 0 0,1 0 0 0 0,-1 1 0 0 0,1-1 0 0 0,-1 1 0 0 0,-10-3 0 0 0,8 3 14 0 0,-1 1 0 0 0,0-1 0 0 0,1 2 0 0 0,-1-1 0 0 0,0 1 0 0 0,0 0 1 0 0,0 0-1 0 0,0 1 0 0 0,1 0 0 0 0,-1 1 0 0 0,0 0 0 0 0,1 0 0 0 0,-1 0 0 0 0,1 1 1 0 0,0 0-1 0 0,0 0 0 0 0,0 1 0 0 0,0 0 0 0 0,1 1 0 0 0,-1-1 0 0 0,1 1 0 0 0,-7 7 1 0 0,1-1-65 0 0,1 0 1 0 0,1 1-1 0 0,0 0 1 0 0,1 1-1 0 0,0 0 1 0 0,1 0 0 0 0,0 1-1 0 0,1 0 1 0 0,1 0-1 0 0,-6 20 1 0 0,8-23-725 0 0,2 0 1 0 0,-1 1-1 0 0,2-1 1 0 0,-1 18-1 0 0,2-24-287 0 0,0 0 0 0 0,0 0 0 0 0,1 0 0 0 0,0 0 0 0 0,0 0 0 0 0,0 0 0 0 0,4 8-1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6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1028 0 0,'16'-19'9327'0'0,"-10"15"-8401"0"0,2 6 2206 0 0,0 12-1508 0 0,-4 0-521 0 0,0-1 1 0 0,-1 1-1 0 0,0 0 1 0 0,-1 1-1 0 0,0 17 1 0 0,-6 72 783 0 0,0-25-892 0 0,4-65-769 0 0,-1 1 668 0 0,4-27-540 0 0,5-27-187 0 0,20-63 1 0 0,-22 84-194 0 0,2 0 1 0 0,0 1-1 0 0,1 0 1 0 0,0 0-1 0 0,21-26 1 0 0,-24 34 18 0 0,1 2 0 0 0,0-1 0 0 0,0 1 0 0 0,0 0 1 0 0,1 0-1 0 0,0 0 0 0 0,0 1 0 0 0,1 1 0 0 0,0 0 0 0 0,15-7 0 0 0,-19 11-7 0 0,-2 0 14 0 0,0 1-1 0 0,0 0 0 0 0,-1 0 1 0 0,1 0-1 0 0,0 0 0 0 0,0 0 0 0 0,0 0 1 0 0,-1 1-1 0 0,1-1 0 0 0,0 1 0 0 0,-1 0 1 0 0,1 0-1 0 0,0 0 0 0 0,-1 0 1 0 0,1 1-1 0 0,-1-1 0 0 0,1 1 0 0 0,-1-1 1 0 0,0 1-1 0 0,0 0 0 0 0,0 0 0 0 0,0 0 1 0 0,0 0-1 0 0,0 0 0 0 0,0 0 0 0 0,2 4 1 0 0,-2 0 35 0 0,0 0 1 0 0,0 0 0 0 0,0 0-1 0 0,0 0 1 0 0,-1 0-1 0 0,0 0 1 0 0,0 0 0 0 0,-1 8-1 0 0,-1 9 138 0 0,-1 1-1 0 0,-1-1 0 0 0,0 0 1 0 0,-2 0-1 0 0,-1 0 0 0 0,-14 34 1 0 0,-8 30 360 0 0,28-87-530 0 0,0 1 0 0 0,0-1 0 0 0,0 0 0 0 0,0 1-1 0 0,0-1 1 0 0,0 1 0 0 0,0-1 0 0 0,0 1-1 0 0,1-1 1 0 0,-1 1 0 0 0,0-1 0 0 0,0 1 0 0 0,0-1-1 0 0,0 0 1 0 0,1 1 0 0 0,-1-1 0 0 0,0 1 0 0 0,0-1-1 0 0,1 0 1 0 0,-1 1 0 0 0,0-1 0 0 0,0 1 0 0 0,1-1-1 0 0,-1 0 1 0 0,1 0 0 0 0,-1 1 0 0 0,0-1 0 0 0,1 0-1 0 0,-1 0 1 0 0,1 1 0 0 0,-1-1 0 0 0,0 0-1 0 0,1 0 1 0 0,-1 0 0 0 0,1 0 0 0 0,-1 0 0 0 0,1 1-1 0 0,0-1 1 0 0,14 1-158 0 0,-14-1 129 0 0,3 0-278 0 0,1-1 0 0 0,-1 0 1 0 0,1 0-1 0 0,-1 0 1 0 0,0 0-1 0 0,0-1 1 0 0,1 1-1 0 0,-1-1 0 0 0,0 0 1 0 0,0-1-1 0 0,4-3 1 0 0,1 0-1224 0 0,-2 0 0 0 0,1 0 0 0 0,11-13 0 0 0,-15 13 91 0 0,0 1 0 0 0,0-1 0 0 0,-1 0 0 0 0,1 0 0 0 0,-1 0 0 0 0,2-8 0 0 0,1-4-5432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6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94 1500 0 0,'-143'-51'15316'0'0,"98"32"-13509"0"0,3-1-4271 0 0,39 19 1658 0 0,0 1 0 0 0,0-1-1 0 0,0 0 1 0 0,0 1 0 0 0,0-1-1 0 0,0 1 1 0 0,0 0-1 0 0,0 0 1 0 0,-6 1 0 0 0,3 0-267 0 0,-13-1-3546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6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11 2732 0 0,'-152'36'15632'0'0,"149"-36"-15011"0"0,6 0-141 0 0,18 1-376 0 0,-1-1 0 0 0,39-7 0 0 0,-5 1-873 0 0,101-7-2815 0 0,-52 1-2457 0 0,-37 3-938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176 385 444 0 0,'-114'114'9093'0'0,"54"-52"-5595"0"0,59-61-3089 0 0,2-5-364 0 0,0 0 0 0 0,1 1 0 0 0,0-1 1 0 0,0 0-1 0 0,0 1 0 0 0,0-1 0 0 0,0 1 0 0 0,1 0 1 0 0,-1 0-1 0 0,6-5 0 0 0,1-3 37 0 0,84-107 104 0 0,121-206 0 0 0,-177 260-174 0 0,-36 62-10 0 0,-17 24-19 0 0,9-9 31 0 0,-1 0-1 0 0,2 1 1 0 0,0 0-1 0 0,1 0 1 0 0,0 0 0 0 0,-3 19-1 0 0,6-25-11 0 0,1 0-1 0 0,1 0 1 0 0,0 0-1 0 0,0 0 1 0 0,0-1-1 0 0,1 1 1 0 0,0 0-1 0 0,1 0 1 0 0,0-1-1 0 0,0 1 1 0 0,0-1-1 0 0,1 1 1 0 0,7 12-1 0 0,4 1-20 0 0,0 0 1 0 0,35 38-1 0 0,-35-46 41 0 0,-2 1-1 0 0,0 1 1 0 0,0 0-1 0 0,-1 1 1 0 0,-1 0-1 0 0,13 31 1 0 0,-21-43 48 0 0,-1-1 0 0 0,-1 0 0 0 0,1 1 0 0 0,0-1 0 0 0,-1 1 0 0 0,0-1 0 0 0,1 1 0 0 0,-2 0 0 0 0,1-1 0 0 0,0 1 0 0 0,-1-1 0 0 0,1 1 0 0 0,-1-1 0 0 0,0 1 0 0 0,-2 4 0 0 0,0-2 40 0 0,0-1-1 0 0,0 0 1 0 0,0 0 0 0 0,-1 0 0 0 0,0 0 0 0 0,0 0 0 0 0,0-1 0 0 0,-7 6 0 0 0,-1-1 57 0 0,1 0 1 0 0,-1-2-1 0 0,-1 1 1 0 0,1-2 0 0 0,-1 1-1 0 0,-1-2 1 0 0,-13 5-1 0 0,0-3-26 0 0,0 0 0 0 0,0-2 0 0 0,-31 1-1 0 0,43-5-114 0 0,0 0 0 0 0,0-2 0 0 0,1 0 0 0 0,-1 0 0 0 0,0-2 0 0 0,1 1-1 0 0,-22-8 1 0 0,34 9-67 0 0,-1 0 0 0 0,1 0-1 0 0,0 0 1 0 0,0 0-1 0 0,0 0 1 0 0,0 0-1 0 0,1 0 1 0 0,-1 0-1 0 0,0-1 1 0 0,0 1 0 0 0,1-1-1 0 0,-1 1 1 0 0,1-1-1 0 0,-1 0 1 0 0,1 0-1 0 0,0 1 1 0 0,-1-1 0 0 0,1 0-1 0 0,0 0 1 0 0,0 0-1 0 0,1 0 1 0 0,-1-1-1 0 0,0 1 1 0 0,1 0-1 0 0,-1-2 1 0 0,1 0-195 0 0,0 1-1 0 0,0-1 1 0 0,1 1 0 0 0,-1-1-1 0 0,1 1 1 0 0,0 0 0 0 0,0 0-1 0 0,0-1 1 0 0,0 1-1 0 0,1 0 1 0 0,-1 0 0 0 0,1 0-1 0 0,0 0 1 0 0,0 0 0 0 0,4-4-1 0 0,20-23-5571 0 0,-11 14 57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57 376 0 0,'0'0'7483'0'0,"1"1"-7249"0"0,0-1 0 0 0,0 0 1 0 0,0 1-1 0 0,-1-1 1 0 0,1 0-1 0 0,0 1 0 0 0,0-1 1 0 0,-1 1-1 0 0,1-1 0 0 0,0 1 1 0 0,-1-1-1 0 0,1 1 1 0 0,-1 0-1 0 0,1-1 0 0 0,-1 1 1 0 0,1 1-1 0 0,-4 51 3853 0 0,0-35-3559 0 0,2 0 0 0 0,0 0 1 0 0,1 0-1 0 0,4 23 0 0 0,-4-37-503 0 0,1 0 0 0 0,0 0 0 0 0,0 0 1 0 0,1 1-1 0 0,-1-1 0 0 0,1 0 0 0 0,0-1 0 0 0,0 1 0 0 0,0 0 0 0 0,0 0 0 0 0,1-1 0 0 0,0 0 0 0 0,-1 1 0 0 0,1-1 0 0 0,0 0 0 0 0,1 0 0 0 0,-1-1 0 0 0,0 1 0 0 0,1-1 0 0 0,0 1 0 0 0,-1-1 0 0 0,9 3 0 0 0,-7-3-13 0 0,1-1-1 0 0,-1 0 0 0 0,1 0 1 0 0,-1 0-1 0 0,1-1 1 0 0,-1 1-1 0 0,1-1 1 0 0,-1-1-1 0 0,1 1 0 0 0,-1-1 1 0 0,1 0-1 0 0,-1 0 1 0 0,1-1-1 0 0,-1 1 1 0 0,0-1-1 0 0,0 0 0 0 0,0-1 1 0 0,8-4-1 0 0,-8 4-7 0 0,-1 0 0 0 0,0 0 0 0 0,0 0 0 0 0,-1 0 0 0 0,1 0 0 0 0,-1-1 0 0 0,1 1 0 0 0,-1-1 0 0 0,0 0 0 0 0,-1 0 0 0 0,1 0 0 0 0,-1-1 0 0 0,1 1 0 0 0,-1-1 0 0 0,0 1-1 0 0,-1-1 1 0 0,1 1 0 0 0,-1-1 0 0 0,0 0 0 0 0,0 0 0 0 0,0-6 0 0 0,-2-1-6 0 0,-1 0 0 0 0,1 0 1 0 0,-2 1-1 0 0,0-1 0 0 0,0 1 0 0 0,-1-1 0 0 0,0 1 0 0 0,-1 0 1 0 0,-1 1-1 0 0,0-1 0 0 0,0 1 0 0 0,0 0 0 0 0,-2 0 0 0 0,1 1 0 0 0,-1 0 1 0 0,-14-12-1 0 0,21 20-1 0 0,0 0-1 0 0,0 0 1 0 0,-1 0 0 0 0,1 0 0 0 0,-1 0 0 0 0,1 1-1 0 0,-1-1 1 0 0,0 0 0 0 0,1 1 0 0 0,-1-1-1 0 0,1 1 1 0 0,-1-1 0 0 0,0 1 0 0 0,1 0 0 0 0,-1 0-1 0 0,0 0 1 0 0,0 0 0 0 0,1 0 0 0 0,-1 0 0 0 0,0 0-1 0 0,-1 1 1 0 0,0 0 1 0 0,0 0 0 0 0,0 1 0 0 0,1-1-1 0 0,-1 0 1 0 0,0 1 0 0 0,1 0 0 0 0,-1 0-1 0 0,1 0 1 0 0,0 0 0 0 0,-4 5 0 0 0,-1 2 5 0 0,0 0 1 0 0,1 1 0 0 0,0 0 0 0 0,0 0-1 0 0,-5 15 1 0 0,1 3 0 0 0,0 1 0 0 0,2 0 0 0 0,1 0 0 0 0,-5 48 0 0 0,10-63-1 0 0,2 0-1 0 0,0 0 0 0 0,0 1 0 0 0,1-1 0 0 0,1 0 0 0 0,0 0 0 0 0,1 0 1 0 0,1 0-1 0 0,0-1 0 0 0,0 1 0 0 0,13 23 0 0 0,-14-32-4 0 0,0-1 0 0 0,0 1-1 0 0,0-1 1 0 0,0 0 0 0 0,1 0 0 0 0,0 0 0 0 0,0 0-1 0 0,0-1 1 0 0,0 0 0 0 0,0 0 0 0 0,1 0-1 0 0,-1 0 1 0 0,1 0 0 0 0,0-1 0 0 0,5 2 0 0 0,-3-2-141 0 0,1 0 0 0 0,-1-1 0 0 0,1 0 0 0 0,-1 0 0 0 0,1-1 0 0 0,0 0 0 0 0,-1 0 0 0 0,1-1 0 0 0,11-1 0 0 0,3-4-513 0 0,-1 0 1 0 0,0-2-1 0 0,0 0 1 0 0,-1-1-1 0 0,0-1 1 0 0,23-15-1 0 0,-15 6-1495 0 0,-2-1 0 0 0,32-28-1 0 0,-22 13-2329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60 216 1832 0 0,'1'-43'4127'0'0,"-1"0"-1"0"0,-12-76 0 0 0,12 119-4066 0 0,0-1 0 0 0,0 1 0 0 0,0-1 0 0 0,0 1 0 0 0,0 0-1 0 0,0-1 1 0 0,-1 1 0 0 0,1-1 0 0 0,0 1 0 0 0,0-1 0 0 0,0 1-1 0 0,0 0 1 0 0,0-1 0 0 0,-1 1 0 0 0,1-1 0 0 0,0 1 0 0 0,0 0-1 0 0,-1-1 1 0 0,1 1 0 0 0,0 0 0 0 0,-1-1 0 0 0,1 1 0 0 0,0 0 0 0 0,-1-1-1 0 0,0 1 1 0 0,-5 7 1340 0 0,-3 18 60 0 0,-2 53 367 0 0,4 1 0 0 0,4 104-1 0 0,1-38-789 0 0,2-142-1019 0 0,-5 475 1188 0 0,11-423-2272 0 0,-5-52 631 0 0,0 1 0 0 0,0 0 0 0 0,1-1 0 0 0,-1 1 0 0 0,1-1 1 0 0,-1 0-1 0 0,4 5 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2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140 213 224 0 0,'-130'-5'17896'0'0,"128"5"-17254"0"0,2 0-608 0 0,0 0-1 0 0,0 0 1 0 0,0 0 0 0 0,0-1-1 0 0,0 1 1 0 0,-1 0-1 0 0,1 0 1 0 0,0 0-1 0 0,0-1 1 0 0,0 1-1 0 0,0 0 1 0 0,0 0-1 0 0,0 0 1 0 0,-1 0-1 0 0,1 0 1 0 0,0 0-1 0 0,0-1 1 0 0,0 1-1 0 0,0 0 1 0 0,0 0 0 0 0,-1 0-1 0 0,1 0 1 0 0,0 0-1 0 0,0 0 1 0 0,0 0-1 0 0,-1 0 1 0 0,1 0-1 0 0,0 0 1 0 0,0 0-1 0 0,0 0 1 0 0,-1 0-1 0 0,1 0 1 0 0,0 0-1 0 0,0 0 1 0 0,-3-2 286 0 0,9-3-186 0 0,33-20-112 0 0,1 2 1 0 0,67-28-1 0 0,-72 35-819 0 0,72-28-3634 0 0,-35 18-2527 0 0,-35 13 1091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0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207 408 1700 0 0,'-1'-5'426'0'0,"-5"-27"2309"0"0,-1 1-1 0 0,-12-32 1 0 0,18 62-2687 0 0,1 1 0 0 0,0-1 1 0 0,0 1-1 0 0,-1-1 0 0 0,1 1 0 0 0,0-1 1 0 0,-1 1-1 0 0,1-1 0 0 0,0 1 1 0 0,-1 0-1 0 0,1-1 0 0 0,-1 1 1 0 0,1-1-1 0 0,0 1 0 0 0,-1 0 1 0 0,1-1-1 0 0,-1 1 0 0 0,1 0 1 0 0,-1 0-1 0 0,1 0 0 0 0,-1-1 0 0 0,0 1 1 0 0,1 0-1 0 0,-1 0 0 0 0,1 0 1 0 0,-1 0-1 0 0,1 0 0 0 0,-1 0 1 0 0,1 0-1 0 0,-1 0 0 0 0,0 0 1 0 0,1 0-1 0 0,-1 0 0 0 0,1 0 0 0 0,-1 0 1 0 0,1 1-1 0 0,-1-1 0 0 0,1 0 1 0 0,-1 0-1 0 0,1 1 0 0 0,-1-1 1 0 0,0 1-1 0 0,-1 0 98 0 0,-1 1 0 0 0,1-1 0 0 0,0 1-1 0 0,0 0 1 0 0,-1 0 0 0 0,1 0 0 0 0,-2 3 0 0 0,-16 25 401 0 0,2 0 0 0 0,0 1 0 0 0,3 1 0 0 0,0 1-1 0 0,2 0 1 0 0,-12 51 0 0 0,22-74-499 0 0,1-1 0 0 0,1 0 0 0 0,0 1 0 0 0,0-1 0 0 0,0 0 0 0 0,2 1-1 0 0,-1-1 1 0 0,1 1 0 0 0,3 15 0 0 0,-3-22-39 0 0,0 1 0 0 0,0-1 1 0 0,0 0-1 0 0,1 0 0 0 0,-1-1 0 0 0,1 1 0 0 0,0 0 0 0 0,-1 0 1 0 0,1-1-1 0 0,0 1 0 0 0,1-1 0 0 0,-1 0 0 0 0,0 1 0 0 0,1-1 1 0 0,-1 0-1 0 0,1 0 0 0 0,0-1 0 0 0,-1 1 0 0 0,1 0 0 0 0,0-1 1 0 0,0 0-1 0 0,0 0 0 0 0,0 0 0 0 0,1 0 0 0 0,-1 0 0 0 0,0 0 1 0 0,0-1-1 0 0,0 0 0 0 0,1 1 0 0 0,-1-1 0 0 0,5-1 0 0 0,7 0 6 0 0,1-2 1 0 0,-1 1-1 0 0,1-2 0 0 0,-1 0 0 0 0,0-1 0 0 0,-1 0 0 0 0,23-12 1 0 0,-16 6-3 0 0,-1-1 0 0 0,0-1 0 0 0,0-1 0 0 0,22-21 0 0 0,-36 29-7 0 0,0 0-1 0 0,0 0 0 0 0,0-1 1 0 0,-1 0-1 0 0,0 0 1 0 0,0 0-1 0 0,-1 0 1 0 0,0-1-1 0 0,0 0 1 0 0,-1 0-1 0 0,0 0 1 0 0,0 0-1 0 0,-1 0 1 0 0,0-1-1 0 0,0 1 1 0 0,-1-1-1 0 0,0 1 1 0 0,-1-1-1 0 0,0 0 1 0 0,0 1-1 0 0,-1-1 1 0 0,0 0-1 0 0,0 1 1 0 0,-1-1-1 0 0,-5-13 1 0 0,1 9-9 0 0,0 0 1 0 0,0 1 0 0 0,-1 0 0 0 0,-1 0-1 0 0,0 1 1 0 0,-1 0 0 0 0,0 0 0 0 0,0 1-1 0 0,-21-17 1 0 0,26 24 1 0 0,0 0 0 0 0,-1 0 0 0 0,0 0 1 0 0,1 0-1 0 0,-1 1 0 0 0,0-1 0 0 0,0 1 0 0 0,0 0 0 0 0,0 1 0 0 0,-1 0 0 0 0,1-1 0 0 0,0 1 0 0 0,-1 1 0 0 0,1-1 0 0 0,-1 1 0 0 0,1 0 0 0 0,0 0 0 0 0,-1 1 0 0 0,1 0 1 0 0,0 0-1 0 0,-1 0 0 0 0,1 0 0 0 0,0 1 0 0 0,0 0 0 0 0,0 0 0 0 0,0 0 0 0 0,-9 7 0 0 0,2 0-7 0 0,0 1-1 0 0,1 1 1 0 0,1-1 0 0 0,-1 2 0 0 0,2 0-1 0 0,0 0 1 0 0,0 1 0 0 0,1 0-1 0 0,0 0 1 0 0,2 1 0 0 0,-1 0 0 0 0,2 0-1 0 0,0 0 1 0 0,0 1 0 0 0,1 0-1 0 0,1 0 1 0 0,1 0 0 0 0,0 0 0 0 0,1 0-1 0 0,1 30 1 0 0,1-40 6 0 0,0 1 0 0 0,0-1 0 0 0,0 1 0 0 0,1-1 1 0 0,0 0-1 0 0,0 0 0 0 0,0 0 0 0 0,1 0 0 0 0,-1 0 0 0 0,1 0 0 0 0,0-1 0 0 0,1 1 0 0 0,-1-1 1 0 0,1 0-1 0 0,-1 0 0 0 0,2 0 0 0 0,4 3 0 0 0,-4-4-4 0 0,0 1-1 0 0,1-2 1 0 0,0 1 0 0 0,0-1-1 0 0,0 1 1 0 0,0-2 0 0 0,0 1-1 0 0,0-1 1 0 0,0 0-1 0 0,1 0 1 0 0,-1 0 0 0 0,0-1-1 0 0,0 0 1 0 0,12-2 0 0 0,4-1-40 0 0,-1-1 0 0 0,0-1 0 0 0,0 0 0 0 0,0-2 1 0 0,-1-1-1 0 0,0 0 0 0 0,0-2 0 0 0,-1 0 1 0 0,-1-1-1 0 0,1-1 0 0 0,-2 0 0 0 0,20-18 0 0 0,-23 17 31 0 0,0-1 0 0 0,-1-1 0 0 0,0 0 0 0 0,-2 0 0 0 0,1-1 0 0 0,-2-1 0 0 0,0 0 0 0 0,-1 0 0 0 0,-1-1 0 0 0,-1 0 0 0 0,0 0 0 0 0,-1-1 0 0 0,6-33 0 0 0,-7-2-19 0 0,-3-95 0 0 0,-2 86-20 0 0,-1 63 54 0 0,1 0 0 0 0,0 0 0 0 0,0 0 0 0 0,0-1-1 0 0,0 1 1 0 0,0 0 0 0 0,0 0 0 0 0,0 0 0 0 0,0 0-1 0 0,0 0 1 0 0,0 0 0 0 0,0-1 0 0 0,-1 1 0 0 0,1 0 0 0 0,0 0-1 0 0,0 0 1 0 0,0 0 0 0 0,0 0 0 0 0,0 0 0 0 0,0-1-1 0 0,0 1 1 0 0,0 0 0 0 0,0 0 0 0 0,0 0 0 0 0,0 0 0 0 0,0 0-1 0 0,1-1 1 0 0,-1 1 0 0 0,0 0 0 0 0,0 0 0 0 0,0 0-1 0 0,0 0 1 0 0,0 0 0 0 0,0 0 0 0 0,0 0 0 0 0,0-1 0 0 0,0 1-1 0 0,0 0 1 0 0,0 0 0 0 0,1 0 0 0 0,-1 0 0 0 0,0 0 0 0 0,0 0-1 0 0,0 0 1 0 0,0 0 0 0 0,0 0 0 0 0,0 0 0 0 0,1 0-1 0 0,-1 0 1 0 0,0-1 0 0 0,0 1 0 0 0,0 0 0 0 0,0 0 0 0 0,0 0-1 0 0,0 0 1 0 0,1 0 0 0 0,-1 0 0 0 0,0 0 0 0 0,0 0-1 0 0,0 0 1 0 0,0 0 0 0 0,0 1 0 0 0,1-1 0 0 0,6 11 1 0 0,5 18 24 0 0,238 860 3776 0 0,-190-649-3169 0 0,28 256 0 0 0,-83-441-553 0 0,-1 72 0 0 0,-5-101-68 0 0,-1 0 0 0 0,-2 0 0 0 0,0 0 0 0 0,-14 45 0 0 0,16-66-5 0 0,0 0 1 0 0,0 0-1 0 0,-1 0 1 0 0,1 0-1 0 0,-1-1 1 0 0,0 1-1 0 0,0-1 1 0 0,0 1 0 0 0,-1-1-1 0 0,0 0 1 0 0,-4 4-1 0 0,6-7 2 0 0,-1 1-1 0 0,1-1 1 0 0,0 0-1 0 0,-1 0 1 0 0,1 1-1 0 0,0-2 1 0 0,-1 1-1 0 0,1 0 1 0 0,-1 0-1 0 0,0-1 1 0 0,1 1-1 0 0,-1-1 1 0 0,1 0-1 0 0,-1 0 1 0 0,0 0-1 0 0,1 0 1 0 0,-1 0-1 0 0,0-1 1 0 0,1 1-1 0 0,-1-1 1 0 0,1 1-1 0 0,-1-1 1 0 0,1 0-1 0 0,-5-2 1 0 0,-6-5 1 0 0,-1 0-1 0 0,1-1 1 0 0,1 0 0 0 0,0-1 0 0 0,0-1-1 0 0,1 0 1 0 0,1 0 0 0 0,-11-14 0 0 0,-4-9-75 0 0,-36-64 1 0 0,38 56 18 0 0,2 0 0 0 0,2-1 0 0 0,1-1 0 0 0,-21-88 0 0 0,34 106 27 0 0,1-1 0 0 0,0-1 0 0 0,3 1-1 0 0,0 0 1 0 0,1-1 0 0 0,2 1-1 0 0,1 0 1 0 0,1-1 0 0 0,14-48-1 0 0,-3 33-228 0 0,2 0-1 0 0,2 1 0 0 0,2 0 0 0 0,1 2 0 0 0,3 0 1 0 0,41-51-1 0 0,-31 50-1738 0 0,2 0 0 0 0,73-61 0 0 0,-50 58-4221 0 0,-30 25 241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1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68 825 20 0 0,'-3'1'2858'0'0,"-2"1"-2283"0"0,1 0 0 0 0,0 0 0 0 0,0 0 0 0 0,0 1 0 0 0,0 0 0 0 0,0 0 0 0 0,1 0 0 0 0,0 0 0 0 0,-1 0-1 0 0,1 1 1 0 0,0 0 0 0 0,0-1 0 0 0,1 1 0 0 0,-5 8 0 0 0,6-10-469 0 0,0 0 1 0 0,0 0-1 0 0,0 0 0 0 0,0 1 1 0 0,1-1-1 0 0,-1 0 0 0 0,1 0 1 0 0,-1 1-1 0 0,1-1 0 0 0,0 0 1 0 0,0 1-1 0 0,0-1 0 0 0,0 0 0 0 0,0 0 1 0 0,1 1-1 0 0,-1-1 0 0 0,1 0 1 0 0,-1 0-1 0 0,1 1 0 0 0,0-1 1 0 0,0 0-1 0 0,0 0 0 0 0,0 0 1 0 0,0 0-1 0 0,0 0 0 0 0,1 0 1 0 0,-1 0-1 0 0,1-1 0 0 0,-1 1 0 0 0,1 0 1 0 0,-1-1-1 0 0,1 1 0 0 0,4 1 1 0 0,-2 0-39 0 0,1-1 1 0 0,-1 0-1 0 0,1-1 1 0 0,0 1-1 0 0,-1-1 1 0 0,1 0-1 0 0,0 0 1 0 0,0 0-1 0 0,0-1 1 0 0,0 0-1 0 0,0 0 1 0 0,0 0-1 0 0,0-1 1 0 0,0 1 0 0 0,0-1-1 0 0,0 0 1 0 0,6-3-1 0 0,1 1 8 0 0,0-2-1 0 0,0 0 0 0 0,0 0 1 0 0,0-1-1 0 0,15-11 1 0 0,-10 5-58 0 0,0-1-1 0 0,-2-1 1 0 0,0 0 0 0 0,0-1-1 0 0,-2-1 1 0 0,1 0 0 0 0,-2-1 0 0 0,-1 0-1 0 0,0-1 1 0 0,-1 0 0 0 0,0-1-1 0 0,-2 0 1 0 0,0 0 0 0 0,-2-1 0 0 0,0 0-1 0 0,-1 0 1 0 0,-1 0 0 0 0,0-1-1 0 0,-2 0 1 0 0,0-33 0 0 0,-6-4-40 0 0,-1 1 1 0 0,-3 0-1 0 0,-20-69 0 0 0,28 125 14 0 0,0 0 0 0 0,0 0 0 0 0,0 1 0 0 0,0-1 0 0 0,0 0 0 0 0,-1 0 0 0 0,1 1 0 0 0,0-1 0 0 0,0 0 0 0 0,-1 1 0 0 0,1-1 0 0 0,0 0 0 0 0,-1 0 0 0 0,1 1 0 0 0,-1-1 0 0 0,1 1 0 0 0,0-1-1 0 0,-1 0 1 0 0,0 1 0 0 0,1-1 0 0 0,-2 0 0 0 0,1 1 5 0 0,1 1 0 0 0,-1-1-1 0 0,1 1 1 0 0,-1-1-1 0 0,1 1 1 0 0,-1-1 0 0 0,1 1-1 0 0,0-1 1 0 0,-1 1 0 0 0,1 0-1 0 0,0-1 1 0 0,-1 1 0 0 0,1 0-1 0 0,0-1 1 0 0,-1 1-1 0 0,1 0 1 0 0,0-1 0 0 0,0 2-1 0 0,-10 46-9 0 0,9-43 1 0 0,-13 80 13 0 0,-2 87 0 0 0,15-144 7 0 0,1 0 0 0 0,1 0 0 0 0,2 1 1 0 0,1-2-1 0 0,1 1 0 0 0,1 0 0 0 0,12 30 1 0 0,-15-50-1 0 0,-1-1 1 0 0,2-1-1 0 0,-1 1 1 0 0,1 0 0 0 0,0-1-1 0 0,0 1 1 0 0,1-1 0 0 0,0-1-1 0 0,0 1 1 0 0,0-1-1 0 0,7 6 1 0 0,-7-8-26 0 0,-1 0-1 0 0,1-1 1 0 0,0 1 0 0 0,0-1-1 0 0,0 0 1 0 0,0 0 0 0 0,0-1-1 0 0,1 0 1 0 0,-1 1 0 0 0,0-2-1 0 0,1 1 1 0 0,-1-1 0 0 0,1 1-1 0 0,-1-2 1 0 0,1 1 0 0 0,6-2-1 0 0,3 0-299 0 0,-1-2-1 0 0,1 0 1 0 0,-1-1 0 0 0,0 0-1 0 0,0-1 1 0 0,-1 0 0 0 0,1-2-1 0 0,17-12 1 0 0,-13 7-310 0 0,0-1 0 0 0,0-1 0 0 0,-2-1 0 0 0,29-34 0 0 0,-29 27 385 0 0,-1 0 0 0 0,-2-1 0 0 0,0 0 1 0 0,-1-1-1 0 0,-2-1 0 0 0,0 1 0 0 0,-2-2 0 0 0,-1 1 0 0 0,5-35 1 0 0,-5 8 528 0 0,-2-1 0 0 0,-3 0 0 0 0,-7-94 0 0 0,4 133 19 0 0,0 0 0 0 0,-1 0 0 0 0,-1 0 0 0 0,-1 0-1 0 0,-8-24 1 0 0,11 37-50 0 0,-9 7 450 0 0,8-1-591 0 0,0 0-1 0 0,0 0 1 0 0,0 0 0 0 0,1 0 0 0 0,0 1-1 0 0,0-1 1 0 0,0 0 0 0 0,0 0 0 0 0,0 6-1 0 0,0-1 84 0 0,-35 399 4371 0 0,29-284-3948 0 0,3-61-372 0 0,3 0-1 0 0,3 0 1 0 0,16 108-1 0 0,-16-164-218 0 0,0 1-1 0 0,0-1 1 0 0,1 0 0 0 0,0 0-1 0 0,0-1 1 0 0,5 9-1 0 0,-7-14-26 0 0,-1 0-1 0 0,1-1 0 0 0,0 1 0 0 0,-1 0 0 0 0,1-1 1 0 0,0 1-1 0 0,0-1 0 0 0,0 1 0 0 0,-1-1 0 0 0,1 0 0 0 0,0 1 1 0 0,0-1-1 0 0,0 0 0 0 0,0 1 0 0 0,0-1 0 0 0,0 0 0 0 0,0 0 1 0 0,0 0-1 0 0,0 0 0 0 0,-1 0 0 0 0,1 0 0 0 0,0 0 0 0 0,0 0 1 0 0,0 0-1 0 0,0-1 0 0 0,0 1 0 0 0,0 0 0 0 0,0 0 1 0 0,0-1-1 0 0,0 1 0 0 0,-1-1 0 0 0,1 1 0 0 0,0-1 0 0 0,0 1 1 0 0,0-2-1 0 0,3 0-1 0 0,0-1-1 0 0,-1 1 1 0 0,1-1 0 0 0,-1 0-1 0 0,6-7 1 0 0,0-2-1 0 0,-1-2 0 0 0,0 1 0 0 0,-1-1 0 0 0,9-26 0 0 0,16-65-69 0 0,-23 73 30 0 0,-2 7 25 0 0,24-77-68 0 0,-25 86 61 0 0,0 1-1 0 0,1 0 1 0 0,1 0-1 0 0,12-17 1 0 0,-19 31 19 0 0,-1 0 0 0 0,1 0 0 0 0,0 0 0 0 0,0 0 0 0 0,0 0 0 0 0,0 0 0 0 0,0 0 0 0 0,0 0 0 0 0,0 0 0 0 0,0 1 0 0 0,0-1 0 0 0,1 1 0 0 0,-1-1 0 0 0,0 1 0 0 0,3-1 0 0 0,-3 0 2 0 0,0 1 0 0 0,1 0-1 0 0,-1 0 1 0 0,0 0-1 0 0,1 0 1 0 0,-1 0-1 0 0,1 1 1 0 0,-1-1 0 0 0,0 0-1 0 0,1 1 1 0 0,-1-1-1 0 0,0 1 1 0 0,1-1-1 0 0,-1 1 1 0 0,0 0 0 0 0,0-1-1 0 0,0 1 1 0 0,0 0-1 0 0,0 0 1 0 0,1 0-1 0 0,-2 0 1 0 0,1 0-1 0 0,0 0 1 0 0,2 2 0 0 0,9 26 24 0 0,-11-25-16 0 0,11 40 201 0 0,-3 0 0 0 0,5 54 0 0 0,5 26 196 0 0,-19-124-405 0 0,3 15 43 0 0,0-1 1 0 0,1 0-1 0 0,0 0 1 0 0,11 23-1 0 0,-14-34-36 0 0,1 0 0 0 0,0 0 0 0 0,0 0 0 0 0,0-1 1 0 0,0 1-1 0 0,0 0 0 0 0,1-1 0 0 0,-1 0 0 0 0,1 1 0 0 0,-1-1 0 0 0,1 0 1 0 0,0 0-1 0 0,0 0 0 0 0,0-1 0 0 0,0 1 0 0 0,0-1 0 0 0,0 0 0 0 0,0 1 1 0 0,1-1-1 0 0,-1-1 0 0 0,0 1 0 0 0,1 0 0 0 0,-1-1 0 0 0,1 0 0 0 0,5 0 1 0 0,0-1-8 0 0,0-1-1 0 0,1 1 1 0 0,-2-2 0 0 0,1 1 0 0 0,0-2 0 0 0,0 1 0 0 0,-1-1 0 0 0,0 0 0 0 0,0-1 0 0 0,0 1 0 0 0,0-2 0 0 0,-1 1-1 0 0,0-1 1 0 0,0 0 0 0 0,0-1 0 0 0,10-12 0 0 0,-1-2-77 0 0,-1 0-1 0 0,-1 0 1 0 0,-1-2 0 0 0,18-40 0 0 0,-24 47 40 0 0,-2 0 1 0 0,1-1 0 0 0,-2 0 0 0 0,0 0-1 0 0,1-22 1 0 0,-4 30 29 0 0,0 0-1 0 0,-1 1 1 0 0,0-1 0 0 0,-1 0-1 0 0,0 0 1 0 0,0 1 0 0 0,-1-1-1 0 0,0 1 1 0 0,0-1-1 0 0,-1 1 1 0 0,0 0 0 0 0,-5-8-1 0 0,8 15 7 0 0,-1 0-1 0 0,1 0 1 0 0,-1 0-1 0 0,1 1 0 0 0,-1-1 1 0 0,1 0-1 0 0,-1 1 1 0 0,0-1-1 0 0,1 0 1 0 0,-1 1-1 0 0,0-1 0 0 0,1 1 1 0 0,-1-1-1 0 0,0 1 1 0 0,0-1-1 0 0,0 1 1 0 0,1 0-1 0 0,-1-1 0 0 0,0 1 1 0 0,0 0-1 0 0,0 0 1 0 0,0-1-1 0 0,0 1 1 0 0,1 0-1 0 0,-1 0 0 0 0,-1 0 1 0 0,0 1 4 0 0,0-1 0 0 0,1 1 1 0 0,-1-1-1 0 0,0 1 0 0 0,1 0 1 0 0,-1 0-1 0 0,0 0 0 0 0,1 0 0 0 0,-1 0 1 0 0,1 0-1 0 0,0 0 0 0 0,-2 2 1 0 0,-2 2 36 0 0,0 0 0 0 0,1 0-1 0 0,0 1 1 0 0,0 0 0 0 0,-5 11 0 0 0,4-4 90 0 0,1 0 0 0 0,0 1 0 0 0,1 0-1 0 0,0 0 1 0 0,2 0 0 0 0,-1 0 0 0 0,1 0 0 0 0,1 0 0 0 0,4 27-1 0 0,-3-29-82 0 0,1-1-1 0 0,0 0 1 0 0,1 0 0 0 0,0 0-1 0 0,1 0 1 0 0,1-1-1 0 0,-1 1 1 0 0,1-1-1 0 0,1 0 1 0 0,0 0 0 0 0,1-1-1 0 0,12 15 1 0 0,-12-18-32 0 0,0-1 0 0 0,-1 0 0 0 0,2-1 0 0 0,-1 0 0 0 0,0 0-1 0 0,1 0 1 0 0,0-1 0 0 0,0 0 0 0 0,0-1 0 0 0,0 0 0 0 0,0 0 0 0 0,1 0 0 0 0,-1-1 0 0 0,1-1 0 0 0,-1 1 0 0 0,11-2 0 0 0,9-1-159 0 0,0-1 0 0 0,0-1 0 0 0,42-12 0 0 0,-49 10-493 0 0,1 0 0 0 0,-2-2 0 0 0,1-1 0 0 0,-1-1 0 0 0,22-14 0 0 0,-28 15-1165 0 0,-1-1 0 0 0,0 0 1 0 0,-1-1-1 0 0,16-18 0 0 0,-6 2-5250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1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165 186 1608 0 0,'-162'25'11741'0'0,"159"-24"-11241"0"0,11-11 255 0 0,-1 6-644 0 0,1-1 0 0 0,-1 1 0 0 0,1 0-1 0 0,0 1 1 0 0,15-5 0 0 0,5-1 25 0 0,164-63-749 0 0,-61 26-3140 0 0,-71 25 396 0 0,14-5-1921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2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379 211 184 0 0,'-2'-52'3939'0'0,"2"38"-3205"0"0,0 0-1 0 0,-1 1 1 0 0,0-1 0 0 0,-1 1 0 0 0,0-1-1 0 0,-1 1 1 0 0,-7-20 0 0 0,9 31-668 0 0,0 0 0 0 0,0 0-1 0 0,0 0 1 0 0,0 1 0 0 0,0-1 0 0 0,0 0 0 0 0,0 1 0 0 0,-1-1-1 0 0,1 1 1 0 0,-1-1 0 0 0,1 1 0 0 0,-1-1 0 0 0,1 1 0 0 0,-1 0 0 0 0,0 0-1 0 0,0 0 1 0 0,1 0 0 0 0,-1 0 0 0 0,0 1 0 0 0,0-1 0 0 0,-4-1-1 0 0,3 2 38 0 0,0 0 0 0 0,-1 0-1 0 0,1 1 1 0 0,0-1-1 0 0,0 1 1 0 0,-1-1 0 0 0,1 1-1 0 0,0 0 1 0 0,0 0 0 0 0,0 0-1 0 0,0 1 1 0 0,-4 1-1 0 0,-5 5 182 0 0,1 0-1 0 0,-1 0 0 0 0,2 2 0 0 0,-1-1 0 0 0,-10 12 1 0 0,-4 9 148 0 0,0 0 1 0 0,2 1-1 0 0,-22 40 1 0 0,33-50-341 0 0,2 1 0 0 0,0-1 1 0 0,1 2-1 0 0,2-1 1 0 0,0 1-1 0 0,-5 34 1 0 0,11-51-76 0 0,0 0 0 0 0,1 0 1 0 0,0 0-1 0 0,0 0 0 0 0,0 0 0 0 0,1 0 1 0 0,0 0-1 0 0,0 0 0 0 0,1 0 1 0 0,-1 0-1 0 0,1 0 0 0 0,4 6 1 0 0,-5-9-10 0 0,1 0-1 0 0,0-1 1 0 0,0 1 0 0 0,0 0 0 0 0,0-1 0 0 0,0 0 0 0 0,0 1 0 0 0,1-1 0 0 0,-1 0 0 0 0,1 0 0 0 0,0 0 0 0 0,0-1-1 0 0,-1 1 1 0 0,1-1 0 0 0,0 1 0 0 0,0-1 0 0 0,1 0 0 0 0,-1 0 0 0 0,0 0 0 0 0,0-1 0 0 0,0 1 0 0 0,1-1-1 0 0,-1 0 1 0 0,4 0 0 0 0,7 0-6 0 0,-1-1 0 0 0,1-1 0 0 0,0-1 0 0 0,-1 0 0 0 0,0 0-1 0 0,0-2 1 0 0,0 1 0 0 0,0-2 0 0 0,-1 0 0 0 0,0 0 0 0 0,0-1 0 0 0,0 0-1 0 0,-1-1 1 0 0,0-1 0 0 0,-1 1 0 0 0,13-15 0 0 0,-6 5-35 0 0,-2 0 1 0 0,0-1-1 0 0,-1-1 1 0 0,0-1-1 0 0,-2 0 1 0 0,-1 0 0 0 0,0-1-1 0 0,9-31 1 0 0,-17 45 6 0 0,-1 1 1 0 0,2-1-1 0 0,-1 1 1 0 0,1 0-1 0 0,5-8 1 0 0,-2 32-7 0 0,0 51 22 0 0,-2 100 0 0 0,-5-95 15 0 0,1 57 245 0 0,-6 0 1 0 0,-5 0-1 0 0,-48 221 1 0 0,47-308-194 0 0,-32 80 0 0 0,35-104 29 0 0,-1-1-1 0 0,-1 0 1 0 0,0 0 0 0 0,-2-1-1 0 0,0-1 1 0 0,-21 23 0 0 0,29-35-37 0 0,-1 1 0 0 0,1-1 1 0 0,-1-1-1 0 0,0 1 0 0 0,-1-1 1 0 0,1 0-1 0 0,-1 0 0 0 0,1 0 1 0 0,-1-1-1 0 0,0 0 0 0 0,0 0 1 0 0,0 0-1 0 0,0-1 0 0 0,0 0 1 0 0,0 0-1 0 0,0-1 0 0 0,-1 1 1 0 0,1-1-1 0 0,0-1 0 0 0,0 1 1 0 0,-11-3-1 0 0,10 1-38 0 0,0 0 0 0 0,0-1 1 0 0,1 1-1 0 0,-1-2 0 0 0,1 1 0 0 0,-1 0 1 0 0,1-1-1 0 0,0-1 0 0 0,0 1 0 0 0,1-1 1 0 0,0 1-1 0 0,-1-2 0 0 0,1 1 0 0 0,1 0 0 0 0,-1-1 1 0 0,1 0-1 0 0,0 0 0 0 0,-4-10 0 0 0,3 5 1 0 0,1 0 0 0 0,0 0-1 0 0,0-1 1 0 0,1 0-1 0 0,1 1 1 0 0,0-1-1 0 0,-1-23 1 0 0,4 16-8 0 0,0 0 1 0 0,1 0-1 0 0,1 0 1 0 0,6-25-1 0 0,8-9-34 0 0,2 1 1 0 0,36-68-1 0 0,-53 115 26 0 0,34-65-850 0 0,3 1-1 0 0,64-83 1 0 0,41-22-5641 0 0,-117 143 3024 0 0,3-2-1446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2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67 1784 0 0,'-1'-2'267'0'0,"1"-2"437"0"0,0 0 0 0 0,-1-1 0 0 0,1 1 0 0 0,-1 0 0 0 0,0 0 0 0 0,-1-1-1 0 0,1 1 1 0 0,-1 0 0 0 0,1 0 0 0 0,-1 0 0 0 0,-1 1 0 0 0,1-1-1 0 0,0 0 1 0 0,-5-4 688 0 0,-5 28 581 0 0,4 17-1304 0 0,1 0 0 0 0,2 1 0 0 0,2 0 0 0 0,2 65 0 0 0,2-71-519 0 0,11 62 0 0 0,-11-85-279 0 0,1 0-1 0 0,1 1 1 0 0,0-1-1 0 0,0 0 0 0 0,1-1 1 0 0,0 1-1 0 0,1 0 1 0 0,-1-1-1 0 0,2 0 0 0 0,-1 0 1 0 0,8 7-1 0 0,-11-13-146 0 0,1 0 0 0 0,0 0-1 0 0,0 0 1 0 0,0 0-1 0 0,0 0 1 0 0,0-1 0 0 0,0 1-1 0 0,1-1 1 0 0,-1 0-1 0 0,0 0 1 0 0,1 0 0 0 0,-1-1-1 0 0,1 1 1 0 0,-1-1 0 0 0,1 0-1 0 0,-1 0 1 0 0,8 0-1 0 0,-7-1-405 0 0,0 0-1 0 0,1 1 0 0 0,-1-2 0 0 0,0 1 0 0 0,0 0 0 0 0,0-1 0 0 0,0 0 0 0 0,7-3 0 0 0,3-6-3152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1280 0 0,'4'-83'8375'0'0,"-2"71"-7309"0"0,3 16 559 0 0,3 16-96 0 0,14 70 644 0 0,-13-45-1787 0 0,3 0-1 0 0,28 71 0 0 0,-40-115-377 0 0,1 1 0 0 0,0-1 0 0 0,-1 1-1 0 0,1-1 1 0 0,0 0 0 0 0,0 1 0 0 0,0-1-1 0 0,0 0 1 0 0,0 1 0 0 0,0-1 0 0 0,0 0-1 0 0,0 0 1 0 0,0 0 0 0 0,0 0 0 0 0,1 0-1 0 0,-1 0 1 0 0,1 0 0 0 0,-1 0 0 0 0,0-1-1 0 0,1 1 1 0 0,-1 0 0 0 0,1-1 0 0 0,1 1 0 0 0,-1-1-5 0 0,0 0 1 0 0,0-1 0 0 0,0 1-1 0 0,0 0 1 0 0,0-1 0 0 0,0 0-1 0 0,0 1 1 0 0,0-1 0 0 0,0 0-1 0 0,-1 0 1 0 0,1 0 0 0 0,0 0-1 0 0,-1 0 1 0 0,1 0 0 0 0,2-3-1 0 0,4-4-34 0 0,0-1-1 0 0,-1 1 0 0 0,0-1 0 0 0,-1-1 1 0 0,7-11-1 0 0,7-16-105 0 0,28-48-39 0 0,-42 76 158 0 0,0-1-1 0 0,2 1 1 0 0,-1 0-1 0 0,1 1 1 0 0,0 0-1 0 0,11-8 1 0 0,-16 14 16 0 0,1-1 1 0 0,-1 1-1 0 0,1 1 1 0 0,-1-1-1 0 0,1 0 1 0 0,0 1-1 0 0,0 0 1 0 0,0 0-1 0 0,0 0 1 0 0,0 0-1 0 0,0 1 1 0 0,0 0-1 0 0,0-1 1 0 0,0 1-1 0 0,0 1 1 0 0,0-1-1 0 0,0 1 1 0 0,0-1-1 0 0,5 3 1 0 0,5 1 6 0 0,1 2 0 0 0,0 0 0 0 0,22 14 1 0 0,11 4-21 0 0,-43-22-128 0 0,-1-1-1 0 0,1 0 1 0 0,-1-1 0 0 0,1 1-1 0 0,0-1 1 0 0,-1 0 0 0 0,1 0 0 0 0,0 0-1 0 0,-1-1 1 0 0,1 0 0 0 0,0 1-1 0 0,-1-2 1 0 0,1 1 0 0 0,-1 0 0 0 0,1-1-1 0 0,6-4 1 0 0,-2 2-205 0 0,0-2 0 0 0,0 1 0 0 0,0-1 0 0 0,-1-1 0 0 0,1 1 0 0 0,7-10 0 0 0,-6 5 90 0 0,-1-1 0 0 0,0 0-1 0 0,0 0 1 0 0,-1-1 0 0 0,7-17 0 0 0,-11 23 268 0 0,-1-1 0 0 0,0 1 1 0 0,0-1-1 0 0,-1 0 0 0 0,0 1 1 0 0,-1-1-1 0 0,0 0 0 0 0,0 0 1 0 0,-1 0-1 0 0,1 0 0 0 0,-3-11 1 0 0,2 16 60 0 0,-1 1 0 0 0,1 0 0 0 0,-1 0 0 0 0,0-1 0 0 0,0 1 0 0 0,0 0 0 0 0,0 0 0 0 0,-1 0 0 0 0,-1-3 1 0 0,2 4-25 0 0,1 1 1 0 0,-1-1 0 0 0,0 0-1 0 0,1 0 1 0 0,-1 1 0 0 0,0-1 0 0 0,0 0-1 0 0,0 1 1 0 0,0-1 0 0 0,1 1-1 0 0,-1-1 1 0 0,0 1 0 0 0,0 0 0 0 0,0-1-1 0 0,0 1 1 0 0,0 0 0 0 0,0 0-1 0 0,0 0 1 0 0,0-1 0 0 0,0 1 0 0 0,0 0-1 0 0,0 0 1 0 0,0 0 0 0 0,0 1-1 0 0,0-1 1 0 0,0 0 0 0 0,-1 1-1 0 0,-6 2 192 0 0,1 1-1 0 0,0 0 0 0 0,1 0 0 0 0,-1 0 1 0 0,1 1-1 0 0,0 0 0 0 0,0 1 0 0 0,0-1 1 0 0,1 1-1 0 0,-1 0 0 0 0,2 1 0 0 0,-1-1 1 0 0,1 1-1 0 0,0 0 0 0 0,-6 14 0 0 0,1-2 143 0 0,1 1 0 0 0,1 1 0 0 0,1-1 0 0 0,-6 43 0 0 0,9-48-294 0 0,2 1 1 0 0,0 0-1 0 0,1-1 0 0 0,1 1 1 0 0,0 0-1 0 0,5 19 0 0 0,-5-30-82 0 0,0-1-1 0 0,0 0 1 0 0,0 0-1 0 0,1 1 1 0 0,-1-1-1 0 0,1 0 1 0 0,0 0-1 0 0,0 0 1 0 0,1 0-1 0 0,-1-1 1 0 0,1 1 0 0 0,0-1-1 0 0,0 1 1 0 0,0-1-1 0 0,0 0 1 0 0,0 0-1 0 0,1 0 1 0 0,-1-1-1 0 0,1 1 1 0 0,0-1-1 0 0,0 0 1 0 0,0 0-1 0 0,0 0 1 0 0,0-1-1 0 0,0 1 1 0 0,7 1-1 0 0,-1-2-353 0 0,0-1 1 0 0,0 1-1 0 0,0-1 0 0 0,0-1 0 0 0,0 0 0 0 0,0 0 0 0 0,0-1 0 0 0,0-1 0 0 0,0 1 0 0 0,-1-2 0 0 0,1 1 0 0 0,9-6 1 0 0,-9 4-952 0 0,1-1 1 0 0,-1-1 0 0 0,-1 0 0 0 0,1 0 0 0 0,15-17 0 0 0,-6 4-2959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2360 0 0,'9'-13'2729'0'0,"10"-13"5217"0"0,-8 39-5122 0 0,11 118 1923 0 0,4 70-3110 0 0,-20-162-1494 0 0,-4-25-272 0 0,1 0 0 0 0,-2 0 1 0 0,0 20-1 0 0,16-164-2037 0 0,-12 108 2039 0 0,0 1-1 0 0,1 0 1 0 0,1 0-1 0 0,12-23 1 0 0,-19 43 122 0 0,0 0 0 0 0,1 0 0 0 0,0 0-1 0 0,-1 0 1 0 0,1 0 0 0 0,-1 0 0 0 0,1 0 0 0 0,0 0 0 0 0,0 0 0 0 0,-1 0 0 0 0,1 0 0 0 0,0 1 0 0 0,0-1 0 0 0,0 0 0 0 0,0 0 0 0 0,0 1-1 0 0,0-1 1 0 0,0 1 0 0 0,0-1 0 0 0,0 1 0 0 0,0-1 0 0 0,2 1 0 0 0,-2 0 5 0 0,1 0 0 0 0,-1 0-1 0 0,0 0 1 0 0,0 1 0 0 0,0-1 0 0 0,1 1-1 0 0,-1-1 1 0 0,0 1 0 0 0,0-1 0 0 0,0 1 0 0 0,0-1-1 0 0,0 1 1 0 0,0 0 0 0 0,0 0 0 0 0,0-1-1 0 0,0 1 1 0 0,1 1 0 0 0,2 4 88 0 0,0-1 1 0 0,0 1-1 0 0,0 0 0 0 0,-1-1 1 0 0,1 2-1 0 0,2 7 0 0 0,8 32 815 0 0,-1 1 0 0 0,9 70-1 0 0,-20-101-850 0 0,-2-14-40 0 0,1 0-1 0 0,-1-1 0 0 0,0 1 0 0 0,1 0 1 0 0,-1 0-1 0 0,1-1 0 0 0,-1 1 0 0 0,1 0 1 0 0,0-1-1 0 0,0 1 0 0 0,-1 0 0 0 0,1-1 1 0 0,0 1-1 0 0,1-1 0 0 0,-1 0 0 0 0,0 1 1 0 0,0-1-1 0 0,1 0 0 0 0,-1 0 0 0 0,0 0 1 0 0,1 1-1 0 0,-1-2 0 0 0,1 1 0 0 0,1 1 1 0 0,-2-2-12 0 0,0 1 1 0 0,1-1-1 0 0,-1 0 1 0 0,0 1-1 0 0,0-1 0 0 0,0 0 1 0 0,0 0-1 0 0,1 0 1 0 0,-1 0-1 0 0,0 0 1 0 0,0 0-1 0 0,0 0 1 0 0,0-1-1 0 0,0 1 1 0 0,1 0-1 0 0,-1-1 0 0 0,0 1 1 0 0,0 0-1 0 0,0-1 1 0 0,0 0-1 0 0,0 1 1 0 0,0-1-1 0 0,1-1 1 0 0,1 0-16 0 0,9-6-316 0 0,0 0 1 0 0,-1 0-1 0 0,0-1 1 0 0,-1 0 0 0 0,0-1-1 0 0,14-17 1 0 0,45-72-3895 0 0,-65 94 3969 0 0,14-25-3637 0 0,18-39 1 0 0,-22 36-1728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0 1628 0 0,'-43'5'3192'0'0,"9"1"-759"0"0,-2-3-401 0 0,10-1-360 0 0,2-1-256 0 0,1 1-288 0 0,4 0-232 0 0,2 0 412 0 0,-5-2-275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76 2408 0 0,'7'-76'11566'0'0,"-22"109"-8702"0"0,5 8-2342 0 0,1 1 1 0 0,2 0 0 0 0,2 0 0 0 0,1 1 0 0 0,3-1 0 0 0,4 48 0 0 0,1-36-5684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4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76 2104 0 0,'-38'-76'9487'0'0,"39"79"-9520"0"0,0 0-1 0 0,-1 0 1 0 0,1 0 0 0 0,0 0-1 0 0,1 0 1 0 0,-1 0 0 0 0,0 0-1 0 0,1-1 1 0 0,3 5 0 0 0,-3-3-127 0 0,34 61-5363 0 0,-27-48 2352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15 932 0 0,'3'7'1230'0'0,"0"1"-1"0"0,-1 0 1 0 0,1 0 0 0 0,-1 0-1 0 0,-1 0 1 0 0,2 15 0 0 0,-4 54 2099 0 0,0-37-2151 0 0,-2 106 446 0 0,3-144-1534 0 0,1 0-44 0 0,2 1 14 0 0,8-25-23 0 0,-1-1 0 0 0,12-42-1 0 0,11-26-28 0 0,-25 74-15 0 0,0 0-1 0 0,2 1 1 0 0,-1 0-1 0 0,2 1 1 0 0,18-21-1 0 0,-25 32 7 0 0,-1 0-1 0 0,1 1 1 0 0,1 0 0 0 0,-1-1-1 0 0,0 1 1 0 0,1 1-1 0 0,-1-1 1 0 0,1 1 0 0 0,0 0-1 0 0,8-3 1 0 0,-9 4 3 0 0,-1 1 0 0 0,1-1-1 0 0,0 1 1 0 0,-1 0 0 0 0,1 0 0 0 0,0 0 0 0 0,0 1 0 0 0,-1-1-1 0 0,1 1 1 0 0,0 0 0 0 0,-1 0 0 0 0,1 0 0 0 0,-1 1 0 0 0,1-1-1 0 0,-1 1 1 0 0,6 3 0 0 0,-6-3 9 0 0,1 0 1 0 0,-1 1-1 0 0,0 0 0 0 0,0-1 0 0 0,0 1 0 0 0,0 0 1 0 0,0 0-1 0 0,-1 1 0 0 0,1-1 0 0 0,-1 0 0 0 0,0 1 1 0 0,0 0-1 0 0,0-1 0 0 0,0 1 0 0 0,-1 0 0 0 0,1 0 1 0 0,-1 0-1 0 0,1 5 0 0 0,-1 4-60 0 0,0 0-1 0 0,-1 0 1 0 0,0 1 0 0 0,-3 16-1 0 0,-1 19-2047 0 0,4-47 1497 0 0,0 1 0 0 0,1-1 0 0 0,-1 0 1 0 0,0 1-1 0 0,1-1 0 0 0,-1 0 0 0 0,1 0 0 0 0,0 1 0 0 0,0-1 0 0 0,1 4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114 144 2556 0 0,'0'0'7886'0'0,"-1"12"-4657"0"0,0-10-3161 0 0,1 0 0 0 0,0 0 0 0 0,0 0 0 0 0,0-1 0 0 0,0 1-1 0 0,0 0 1 0 0,0 0 0 0 0,0 0 0 0 0,1 0 0 0 0,-1 0 0 0 0,1-1 0 0 0,-1 1-1 0 0,1 0 1 0 0,0-1 0 0 0,-1 1 0 0 0,1 0 0 0 0,0-1 0 0 0,0 1 0 0 0,1-1-1 0 0,-1 1 1 0 0,0-1 0 0 0,0 1 0 0 0,1-1 0 0 0,-1 0 0 0 0,0 0 0 0 0,1 0 0 0 0,-1 0-1 0 0,1 0 1 0 0,0 0 0 0 0,-1 0 0 0 0,1 0 0 0 0,0 0 0 0 0,0-1 0 0 0,-1 1-1 0 0,1-1 1 0 0,2 1 0 0 0,7 0-34 0 0,0-1 0 0 0,1 0-1 0 0,-1-1 1 0 0,0 0 0 0 0,0-1-1 0 0,0 0 1 0 0,-1-1 0 0 0,1 0-1 0 0,0 0 1 0 0,-1-1 0 0 0,0-1-1 0 0,13-7 1 0 0,-18 10-34 0 0,-1-1 1 0 0,1 0-1 0 0,-1-1 0 0 0,0 1 1 0 0,0-1-1 0 0,0 0 0 0 0,-1 0 1 0 0,1 0-1 0 0,-1 0 0 0 0,0-1 1 0 0,0 1-1 0 0,3-7 0 0 0,-5 7-2 0 0,1 0-1 0 0,-1 0 0 0 0,0 0 1 0 0,-1-1-1 0 0,1 1 0 0 0,-1 0 1 0 0,0 0-1 0 0,0 0 1 0 0,0-1-1 0 0,0 1 0 0 0,-1 0 1 0 0,1 0-1 0 0,-1 0 0 0 0,0 0 1 0 0,-1 0-1 0 0,1 0 0 0 0,-4-7 1 0 0,4 9-2 0 0,0 0 1 0 0,0-1-1 0 0,0 1 1 0 0,-1 0 0 0 0,1 0-1 0 0,-1 0 1 0 0,1 0-1 0 0,-1 0 1 0 0,0 0-1 0 0,0 1 1 0 0,0-1-1 0 0,0 0 1 0 0,0 1-1 0 0,0 0 1 0 0,0-1-1 0 0,0 1 1 0 0,-1 0-1 0 0,1 0 1 0 0,-1 0 0 0 0,-2 0-1 0 0,1 0 11 0 0,0 1 1 0 0,-1-1-1 0 0,1 1 0 0 0,0 1 0 0 0,-1-1 1 0 0,1 0-1 0 0,0 1 0 0 0,-1 0 0 0 0,1 0 1 0 0,-8 3-1 0 0,-2 3 119 0 0,-1 0 0 0 0,1 1-1 0 0,0 0 1 0 0,1 1 0 0 0,-16 14 0 0 0,11-7 63 0 0,1 0 0 0 0,0 1 0 0 0,2 1 1 0 0,0 1-1 0 0,-13 21 0 0 0,22-32-153 0 0,0 1 1 0 0,1 1 0 0 0,1-1-1 0 0,0 1 1 0 0,0 0 0 0 0,0 0-1 0 0,1 0 1 0 0,1 0-1 0 0,0 0 1 0 0,0 1 0 0 0,1-1-1 0 0,1 1 1 0 0,0 18-1 0 0,1-25-29 0 0,-1 0-1 0 0,1 1 1 0 0,0-1 0 0 0,1 0-1 0 0,-1 0 1 0 0,1 0-1 0 0,0 0 1 0 0,0 0-1 0 0,0-1 1 0 0,0 1-1 0 0,1 0 1 0 0,-1-1-1 0 0,1 0 1 0 0,0 1-1 0 0,0-1 1 0 0,0 0 0 0 0,0-1-1 0 0,7 6 1 0 0,-2-5-145 0 0,-1 1 0 0 0,1-1 0 0 0,-1 0 0 0 0,1 0 0 0 0,0-1 0 0 0,0 0 0 0 0,0-1 0 0 0,1 0 1 0 0,8 1-1 0 0,15-2-1378 0 0,-1 0 1 0 0,0-2 0 0 0,1-2 0 0 0,-1 0 0 0 0,-1-2 0 0 0,39-13-1 0 0,-21 3-3205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91 2084 0 0,'0'-4'409'0'0,"-1"-1"0"0"0,1 1 0 0 0,-1 0 0 0 0,0 0 0 0 0,-1 0 0 0 0,1 0 0 0 0,-1 0 0 0 0,1 0 0 0 0,-1 1 0 0 0,0-1 0 0 0,0 0 0 0 0,-1 1 0 0 0,1 0 0 0 0,-1-1 0 0 0,0 1 0 0 0,-4-4 0 0 0,3 4-152 0 0,0 1 0 0 0,0-1 0 0 0,-1 1 0 0 0,1 0 0 0 0,-1 0 0 0 0,1 0-1 0 0,-1 0 1 0 0,0 1 0 0 0,0 0 0 0 0,0 0 0 0 0,0 0 0 0 0,1 1 0 0 0,-11-1 0 0 0,4 2 18 0 0,-1 0 1 0 0,1 1-1 0 0,-1 0 1 0 0,1 1-1 0 0,0 0 1 0 0,0 1-1 0 0,0 0 1 0 0,1 1-1 0 0,-1 0 1 0 0,1 1-1 0 0,0 0 0 0 0,0 0 1 0 0,-10 10-1 0 0,5-4-116 0 0,1 2 0 0 0,0-1-1 0 0,1 2 1 0 0,0 0-1 0 0,1 0 1 0 0,1 1-1 0 0,-10 19 1 0 0,16-26-130 0 0,1 1-1 0 0,0-1 1 0 0,1 1 0 0 0,-1 0-1 0 0,2 0 1 0 0,0 1 0 0 0,0-1-1 0 0,1 0 1 0 0,0 1 0 0 0,1 11 0 0 0,0-19-21 0 0,0 1 0 0 0,0-1 1 0 0,1 1-1 0 0,-1 0 1 0 0,1-1-1 0 0,0 1 0 0 0,0-1 1 0 0,1 1-1 0 0,-1-1 1 0 0,0 0-1 0 0,1 0 0 0 0,0 1 1 0 0,0-1-1 0 0,0 0 1 0 0,0-1-1 0 0,1 1 0 0 0,-1 0 1 0 0,1-1-1 0 0,-1 1 1 0 0,1-1-1 0 0,0 0 0 0 0,0 1 1 0 0,0-2-1 0 0,0 1 0 0 0,1 0 1 0 0,-1-1-1 0 0,0 1 1 0 0,1-1-1 0 0,-1 0 0 0 0,1 0 1 0 0,-1 0-1 0 0,5 0 1 0 0,2 0-20 0 0,-1 0 0 0 0,1-1 0 0 0,0 0 1 0 0,0-1-1 0 0,0 0 0 0 0,0 0 1 0 0,0-1-1 0 0,0 0 0 0 0,-1-1 0 0 0,1 0 1 0 0,-1 0-1 0 0,0-1 0 0 0,0-1 0 0 0,0 1 1 0 0,-1-1-1 0 0,1-1 0 0 0,-1 0 1 0 0,0 0-1 0 0,-1 0 0 0 0,13-14 0 0 0,-1-3 39 0 0,0 0-1 0 0,-2-2 1 0 0,-1 0 0 0 0,0 0-1 0 0,19-48 1 0 0,-25 57 52 0 0,-9 16-72 0 0,-1 0 1 0 0,0 0-1 0 0,0 0 1 0 0,0 0-1 0 0,1 0 1 0 0,-1 0-1 0 0,0 0 0 0 0,0 0 1 0 0,0 0-1 0 0,1 0 1 0 0,-1 0-1 0 0,0 0 1 0 0,0 0-1 0 0,0 0 0 0 0,1 1 1 0 0,-1-1-1 0 0,0 0 1 0 0,0 0-1 0 0,0 0 1 0 0,0 0-1 0 0,0 0 0 0 0,1 1 1 0 0,-1-1-1 0 0,0 0 1 0 0,0 0-1 0 0,0 0 1 0 0,0 0-1 0 0,0 1 0 0 0,0-1 1 0 0,0 0-1 0 0,0 0 1 0 0,1 0-1 0 0,-1 1 0 0 0,0-1 1 0 0,0 0-1 0 0,0 0 1 0 0,0 0-1 0 0,0 1 1 0 0,0-1-1 0 0,0 0 0 0 0,0 1 1 0 0,1 38 734 0 0,-1-29-694 0 0,-30 894 1707 0 0,22-821-1842 0 0,-3 0 1 0 0,-4 0 0 0 0,-4-2-1 0 0,-37 104 1 0 0,47-158-724 0 0,7-21-73 0 0,0 1 0 0 0,0 0 0 0 0,0-1 0 0 0,-1 1-1 0 0,0-1 1 0 0,-6 8 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6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1 146 244 0 0,'14'-124'11624'0'0,"-9"103"-9302"0"0,-3 35 394 0 0,-3 37-1032 0 0,0-13-1442 0 0,1 1-1 0 0,6 46 0 0 0,-5-72-230 0 0,1 0 0 0 0,1-1 0 0 0,0 1 0 0 0,1-1 0 0 0,0 0 0 0 0,1 0 0 0 0,0 0 0 0 0,1-1 0 0 0,0 0 0 0 0,12 16 0 0 0,-14-22-103 0 0,1-1-1 0 0,-1 1 0 0 0,1-1 1 0 0,0 1-1 0 0,0-2 1 0 0,1 1-1 0 0,-1 0 1 0 0,1-1-1 0 0,0 0 0 0 0,0 0 1 0 0,0-1-1 0 0,0 0 1 0 0,0 0-1 0 0,1 0 0 0 0,-1-1 1 0 0,0 0-1 0 0,1 0 1 0 0,-1 0-1 0 0,1-1 1 0 0,-1 0-1 0 0,1-1 0 0 0,-1 1 1 0 0,1-1-1 0 0,-1 0 1 0 0,1-1-1 0 0,7-2 1 0 0,-1 0-80 0 0,-1-1 0 0 0,0-1 1 0 0,-1 1-1 0 0,1-2 1 0 0,-1 1-1 0 0,0-2 0 0 0,-1 1 1 0 0,0-1-1 0 0,0-1 1 0 0,0 0-1 0 0,-1-1 0 0 0,9-12 1 0 0,-9 9 95 0 0,0-2 1 0 0,0 1-1 0 0,-1-1 1 0 0,9-27-1 0 0,13-66 1561 0 0,-22 76-231 0 0,-7 28-377 0 0,-2 7-257 0 0,-5 15 53 0 0,-6 30-133 0 0,7-24-396 0 0,1 0 0 0 0,2 0-1 0 0,0 0 1 0 0,2 35 0 0 0,1-53-269 0 0,-1 0-1 0 0,1-1 0 0 0,0 1 1 0 0,0 0-1 0 0,1-1 0 0 0,0 1 0 0 0,0-1 1 0 0,0 1-1 0 0,0-1 0 0 0,1 0 1 0 0,0 0-1 0 0,0 0 0 0 0,0 0 1 0 0,1 0-1 0 0,0-1 0 0 0,0 0 0 0 0,0 1 1 0 0,0-1-1 0 0,1-1 0 0 0,-1 1 1 0 0,1-1-1 0 0,0 0 0 0 0,0 0 1 0 0,7 3-1 0 0,2-1-584 0 0,-1-1-1 0 0,1-1 1 0 0,0 0 0 0 0,0 0 0 0 0,0-2-1 0 0,28 1 1 0 0,-6-4-2478 0 0,55-10 0 0 0,-37 2-413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392 113 1296 0 0,'1'-4'494'0'0,"1"0"-1"0"0,-1-1 0 0 0,0 1 1 0 0,0-1-1 0 0,0 1 1 0 0,-1-1-1 0 0,1 1 1 0 0,-1-1-1 0 0,0 0 1 0 0,-1 1-1 0 0,1-1 1 0 0,-1 1-1 0 0,-1-8 0 0 0,0 9-272 0 0,1 0-1 0 0,0 1 0 0 0,-1 0 0 0 0,1-1 1 0 0,-1 1-1 0 0,1 0 0 0 0,-1 0 0 0 0,0-1 1 0 0,0 1-1 0 0,0 1 0 0 0,-1-1 0 0 0,1 0 0 0 0,0 0 1 0 0,-1 1-1 0 0,1 0 0 0 0,-1-1 0 0 0,1 1 1 0 0,-1 0-1 0 0,1 0 0 0 0,-1 0 0 0 0,0 1 0 0 0,0-1 1 0 0,-4 0-1 0 0,-2 0 86 0 0,0 1-1 0 0,0 0 1 0 0,0 0-1 0 0,0 1 1 0 0,0 0 0 0 0,1 1-1 0 0,-1 0 1 0 0,0 0 0 0 0,1 0-1 0 0,-1 2 1 0 0,-8 3-1 0 0,-6 5 168 0 0,0 0 0 0 0,-32 24-1 0 0,41-25-329 0 0,-1 1 0 0 0,2 0-1 0 0,-1 0 1 0 0,-20 27 0 0 0,30-34-121 0 0,0 0 1 0 0,1 0 0 0 0,0 0-1 0 0,-1 0 1 0 0,2 1-1 0 0,-1-1 1 0 0,1 1-1 0 0,0 0 1 0 0,0 0-1 0 0,0 0 1 0 0,1 0-1 0 0,0 0 1 0 0,0 0-1 0 0,1 0 1 0 0,-1 0 0 0 0,1 0-1 0 0,1 0 1 0 0,0 7-1 0 0,0-10-12 0 0,0 0 1 0 0,0 0-1 0 0,0 0 1 0 0,0 0-1 0 0,1 0 0 0 0,-1-1 1 0 0,1 1-1 0 0,-1-1 0 0 0,1 1 1 0 0,0-1-1 0 0,0 1 0 0 0,0-1 1 0 0,1 0-1 0 0,-1 0 0 0 0,4 2 1 0 0,-2-1-9 0 0,1 0 1 0 0,0-1 0 0 0,0 1 0 0 0,0-1-1 0 0,1 0 1 0 0,-1-1 0 0 0,11 3-1 0 0,-3-3-83 0 0,0 0-1 0 0,0 0 1 0 0,-1-1-1 0 0,1-1 1 0 0,0 0-1 0 0,21-5 1 0 0,-21 2-31 0 0,0 0 1 0 0,-1 0 0 0 0,0-2 0 0 0,0 1-1 0 0,0-2 1 0 0,-1 1 0 0 0,0-2-1 0 0,0 1 1 0 0,-1-1 0 0 0,0-1-1 0 0,0 0 1 0 0,14-17 0 0 0,-12 10 45 0 0,0 0-1 0 0,-1-1 1 0 0,-1-1 0 0 0,-1 1-1 0 0,0-2 1 0 0,-1 1 0 0 0,9-34-1 0 0,1-6 53 0 0,-17 56 136 0 0,-6 12 172 0 0,-2 12 24 0 0,1 0 0 0 0,1 0-1 0 0,1 0 1 0 0,-2 37-1 0 0,1-15-112 0 0,3-27-157 0 0,-6 70 180 0 0,7-76-226 0 0,1 0-1 0 0,1 1 1 0 0,0-1 0 0 0,1 0-1 0 0,4 18 1 0 0,-5-26-124 0 0,0 0-1 0 0,0 0 1 0 0,0 0-1 0 0,1 0 1 0 0,-1-1-1 0 0,1 1 1 0 0,-1 0-1 0 0,1-1 1 0 0,0 1-1 0 0,0-1 1 0 0,0 0 0 0 0,1 1-1 0 0,-1-1 1 0 0,0 0-1 0 0,1-1 1 0 0,0 1-1 0 0,-1 0 1 0 0,1-1-1 0 0,0 1 1 0 0,0-1-1 0 0,0 0 1 0 0,0 0-1 0 0,4 1 1 0 0,-3-1-412 0 0,1-1 1 0 0,-1 0-1 0 0,0 1 1 0 0,0-2 0 0 0,1 1-1 0 0,-1-1 1 0 0,0 1-1 0 0,0-1 1 0 0,0 0-1 0 0,0-1 1 0 0,0 1-1 0 0,0-1 1 0 0,0 1-1 0 0,0-1 1 0 0,0 0-1 0 0,-1-1 1 0 0,5-2-1 0 0,11-11-4357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7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26 245 2832 0 0,'-10'-244'13303'0'0,"14"259"-11876"0"0,4 64 644 0 0,-3 123 0 0 0,-5-153-1642 0 0,-22 625 1603 0 0,13-481-1819 0 0,7-165-923 0 0,2-1 0 0 0,7 53-1 0 0,-6-71 26 0 0,1 0 0 0 0,1 0 0 0 0,0 0 0 0 0,0-1 0 0 0,6 13 0 0 0,-6-17-78 0 0,-1 0 0 0 0,1 0 0 0 0,0 0-1 0 0,0 0 1 0 0,0 0 0 0 0,1 0 0 0 0,-1-1 0 0 0,1 0-1 0 0,0 0 1 0 0,0 0 0 0 0,5 3 0 0 0,9 1-5812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55 652 0 0,'5'-54'13651'0'0,"-8"76"-11865"0"0,-3 27-543 0 0,2 65 1 0 0,4-96-1289 0 0,1 0 1 0 0,1 0 0 0 0,1-1-1 0 0,1 1 1 0 0,0-1 0 0 0,1 0-1 0 0,8 19 1 0 0,-10-30-307 0 0,0 0 0 0 0,0-1 1 0 0,1 0-1 0 0,0 0 0 0 0,0 0 0 0 0,0 0 0 0 0,0 0 1 0 0,1-1-1 0 0,0 0 0 0 0,0 0 0 0 0,0 0 0 0 0,0 0 1 0 0,1-1-1 0 0,10 5 0 0 0,-9-5-436 0 0,0-1 0 0 0,-1 0 0 0 0,1 0 0 0 0,0 0 0 0 0,0-1 0 0 0,0 0 0 0 0,0-1 0 0 0,9 0 1 0 0,6-1-2687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41 2576 0 0,'2'-11'2761'0'0,"1"-8"4574"0"0,-7 25-6138 0 0,-2 8-721 0 0,1 1 0 0 0,1 0 0 0 0,0 0 0 0 0,1 0 0 0 0,1 0 0 0 0,1 0 0 0 0,0 1 0 0 0,0-1 0 0 0,4 27 0 0 0,-2-34-429 0 0,0 1 0 0 0,1-1 0 0 0,0 0 0 0 0,1 0 0 0 0,0 0 0 0 0,0 0 0 0 0,0 0-1 0 0,1-1 1 0 0,0 0 0 0 0,1 1 0 0 0,-1-1 0 0 0,2-1 0 0 0,-1 1 0 0 0,1-1 0 0 0,10 9 0 0 0,-8-8-19 0 0,0-1 0 0 0,1-1 0 0 0,0 0 0 0 0,0 0 0 0 0,1 0 0 0 0,-1-1 0 0 0,1-1 0 0 0,0 0 0 0 0,0 0 0 0 0,0-1 0 0 0,1 0 0 0 0,14 0 0 0 0,-17-1-13 0 0,-1-1 0 0 0,1 0 0 0 0,0-1 0 0 0,0 0 0 0 0,0 0 0 0 0,0 0 1 0 0,0-1-1 0 0,-1-1 0 0 0,1 1 0 0 0,-1-1 0 0 0,1 0 0 0 0,11-8 0 0 0,-15 8-11 0 0,1 0-1 0 0,-1-1 0 0 0,1 0 0 0 0,-1 0 0 0 0,0 0 1 0 0,-1 0-1 0 0,1 0 0 0 0,-1-1 0 0 0,0 0 1 0 0,0 0-1 0 0,0 1 0 0 0,-1-2 0 0 0,1 1 1 0 0,-1 0-1 0 0,0 0 0 0 0,-1-1 0 0 0,0 1 1 0 0,2-11-1 0 0,-2 7-3 0 0,0 0 1 0 0,-1 0-1 0 0,0 0 1 0 0,0-1-1 0 0,-1 1 1 0 0,0 0 0 0 0,-1 0-1 0 0,0 0 1 0 0,0 0-1 0 0,-1 0 1 0 0,0 1-1 0 0,-1-1 1 0 0,0 1-1 0 0,0 0 1 0 0,-1 0-1 0 0,1 0 1 0 0,-2 0-1 0 0,1 1 1 0 0,-1 0-1 0 0,-1 0 1 0 0,1 1-1 0 0,-1-1 1 0 0,0 1 0 0 0,0 1-1 0 0,-1-1 1 0 0,0 2-1 0 0,0-1 1 0 0,-13-5-1 0 0,7 5 2 0 0,0 0 0 0 0,-1 2 0 0 0,1-1 0 0 0,-1 2 1 0 0,0 0-1 0 0,1 1 0 0 0,-1 0 0 0 0,0 2 0 0 0,-24 2 0 0 0,27-1-89 0 0,0 0 1 0 0,0 0-1 0 0,0 2 1 0 0,0-1-1 0 0,0 2 1 0 0,1-1-1 0 0,0 2 1 0 0,0-1-1 0 0,0 1 1 0 0,0 1-1 0 0,-18 16 1 0 0,26-20-114 0 0,0 0 0 0 0,0 0 0 0 0,0 0 0 0 0,1 1 1 0 0,0 0-1 0 0,-1-1 0 0 0,1 1 0 0 0,-2 5 0 0 0,3-7-217 0 0,1 0 0 0 0,-1 0-1 0 0,1 0 1 0 0,-1 0 0 0 0,1 1-1 0 0,0-1 1 0 0,-1 0-1 0 0,1 0 1 0 0,0 0 0 0 0,1 0-1 0 0,-1 0 1 0 0,0 0 0 0 0,0 0-1 0 0,1 0 1 0 0,0 0 0 0 0,-1 0-1 0 0,1 0 1 0 0,0 0 0 0 0,1 3-1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8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6 848 0 0,'9'-6'10682'0'0,"-9"13"-10071"0"0,0 0 0 0 0,0 1 0 0 0,-1-1 0 0 0,0 0 0 0 0,0 0 0 0 0,0 0 0 0 0,-1 0 0 0 0,-4 9-1 0 0,-2 9 327 0 0,-37 219 2283 0 0,32-168-2736 0 0,13-75-459 0 0,-1 0 0 0 0,1 0 0 0 0,0 1 0 0 0,0-1 0 0 0,-1 0 0 0 0,1 0 0 0 0,0 0 0 0 0,0 0 0 0 0,0 0 0 0 0,0 1 0 0 0,0-1 0 0 0,0 0 0 0 0,0 0 0 0 0,1 0 0 0 0,-1 0 0 0 0,0 0-1 0 0,1 0 1 0 0,-1 1 0 0 0,0-1 0 0 0,1 0 0 0 0,0 0 0 0 0,0 1 0 0 0,0-2-18 0 0,0 0-1 0 0,0 0 1 0 0,0 0-1 0 0,0 0 1 0 0,0 0-1 0 0,-1-1 1 0 0,1 1-1 0 0,0 0 1 0 0,0 0-1 0 0,0-1 1 0 0,0 1-1 0 0,0-1 1 0 0,-1 1-1 0 0,1-1 1 0 0,0 1-1 0 0,0-1 1 0 0,-1 1-1 0 0,1-1 1 0 0,0 1-1 0 0,0-2 1 0 0,10-9-31 0 0,-1 0 0 0 0,9-14 1 0 0,51-75-16 0 0,25-34-16 0 0,-74 108 9 0 0,2 0 0 0 0,44-40 0 0 0,-62 62 35 0 0,-1 1 0 0 0,0 0-1 0 0,1 0 1 0 0,0 0-1 0 0,0 0 1 0 0,-1 1-1 0 0,2 0 1 0 0,-1 0 0 0 0,0 0-1 0 0,7-1 1 0 0,-10 2 9 0 0,0 1 0 0 0,0 0 1 0 0,0 0-1 0 0,0 0 0 0 0,0 0 0 0 0,0 0 1 0 0,0 1-1 0 0,0-1 0 0 0,0 1 0 0 0,0-1 1 0 0,0 1-1 0 0,0 0 0 0 0,0 0 0 0 0,0 0 1 0 0,0-1-1 0 0,-1 2 0 0 0,1-1 0 0 0,0 0 1 0 0,-1 0-1 0 0,1 1 0 0 0,-1-1 0 0 0,1 1 1 0 0,-1-1-1 0 0,0 1 0 0 0,0-1 0 0 0,1 1 1 0 0,-1 0-1 0 0,0 0 0 0 0,1 3 0 0 0,2 8 24 0 0,0-1 0 0 0,-1 1-1 0 0,-1 0 1 0 0,0 0 0 0 0,-1 0 0 0 0,0 0-1 0 0,-1 0 1 0 0,-2 19 0 0 0,1 23 38 0 0,1-18-17 0 0,0-20 0 0 0,0 1-1 0 0,1-1 1 0 0,1 0-1 0 0,5 19 1 0 0,-7-34-65 0 0,0-1 0 0 0,1 1 0 0 0,-1-1 0 0 0,0 1 0 0 0,1-1 0 0 0,0 0 1 0 0,-1 1-1 0 0,1-1 0 0 0,0 1 0 0 0,0-1 0 0 0,-1 0 0 0 0,1 0 0 0 0,0 0 0 0 0,0 1 0 0 0,0-1 1 0 0,1 0-1 0 0,-1 0 0 0 0,0 0 0 0 0,0 0 0 0 0,1-1 0 0 0,-1 1 0 0 0,0 0 0 0 0,1 0 1 0 0,-1-1-1 0 0,0 1 0 0 0,1-1 0 0 0,-1 1 0 0 0,1-1 0 0 0,-1 0 0 0 0,1 0 0 0 0,0 0 0 0 0,-1 1 1 0 0,1-1-1 0 0,-1-1 0 0 0,1 1 0 0 0,-1 0 0 0 0,1 0 0 0 0,-1 0 0 0 0,1-1 0 0 0,-1 1 1 0 0,1-1-1 0 0,1 0 0 0 0,1-1-450 0 0,1 0 0 0 0,-1-1 0 0 0,0 1 0 0 0,0-1 0 0 0,0 0 0 0 0,0 0 0 0 0,-1 0 0 0 0,1 0 0 0 0,-1-1 1 0 0,0 0-1 0 0,0 1 0 0 0,4-7 0 0 0,1-9-4599 0 0,-1-5-2789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8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330 103 3312 0 0,'-224'-38'13618'0'0,"217"37"-13498"0"0,0-1-1 0 0,1 0 0 0 0,-1 0 1 0 0,1-1-1 0 0,-1 0 0 0 0,1 0 1 0 0,0-1-1 0 0,-10-7 1 0 0,-3-4-3238 0 0,0-4-3588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8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0 2452 0 0,'-22'12'2588'0'0,"3"-1"-619"0"0,5-3-385 0 0,2 1-68 0 0,5-1-92 0 0,4 1 952 0 0,15 5-1492 0 0,5-7-176 0 0,7-2-140 0 0,15 0-103 0 0,11-3-121 0 0,19-4-284 0 0,7 0-560 0 0,21-1-649 0 0,8-4-807 0 0,5 2-2200 0 0,7-6-2617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38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4880 0 0,'33'19'14150'0'0,"-20"-12"-11638"0"0,3 0-2224 0 0,-4-1-1480 0 0,0 0-3333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46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415 342 1916 0 0,'-1'-11'1029'0'0,"0"1"0"0"0,0 0-1 0 0,-1 0 1 0 0,0 0 0 0 0,-1 0-1 0 0,0 1 1 0 0,-6-14 0 0 0,9 23-1004 0 0,0-1 0 0 0,-1 1 1 0 0,1-1-1 0 0,0 1 1 0 0,-1-1-1 0 0,1 1 1 0 0,0-1-1 0 0,-1 1 0 0 0,1-1 1 0 0,0 1-1 0 0,-1 0 1 0 0,1-1-1 0 0,-1 1 1 0 0,1 0-1 0 0,-1-1 0 0 0,1 1 1 0 0,-1 0-1 0 0,1 0 1 0 0,-1-1-1 0 0,1 1 1 0 0,-1 0-1 0 0,1 0 0 0 0,-1 0 1 0 0,0 0-1 0 0,1 0 1 0 0,-1 0-1 0 0,1 0 0 0 0,-1 0 1 0 0,1 0-1 0 0,-1 0 1 0 0,0 0-1 0 0,1 0 1 0 0,-1 0-1 0 0,1 0 0 0 0,-1 1 1 0 0,0-1-1 0 0,-16 11 465 0 0,0 9-105 0 0,1 1 0 0 0,1 0 0 0 0,1 1 0 0 0,-20 41-1 0 0,14-25-77 0 0,-126 259 1262 0 0,124-243-1385 0 0,3 1-1 0 0,2 0 1 0 0,-17 99 0 0 0,32-138-153 0 0,1-1-1 0 0,0 1 1 0 0,1 0-1 0 0,1 0 1 0 0,0 0-1 0 0,1 0 0 0 0,7 24 1 0 0,-8-34-16 0 0,1-1 1 0 0,1 1-1 0 0,-1 0 0 0 0,1-1 1 0 0,0 1-1 0 0,0-1 0 0 0,1 0 1 0 0,-1 0-1 0 0,9 8 0 0 0,-9-10-4 0 0,1-1-1 0 0,-1 1 0 0 0,1 0 0 0 0,0-1 0 0 0,0 0 0 0 0,0 0 0 0 0,0 0 0 0 0,0-1 0 0 0,0 1 1 0 0,1-1-1 0 0,-1 0 0 0 0,0 0 0 0 0,1 0 0 0 0,8 0 0 0 0,0-2 2 0 0,1 0 0 0 0,0-1 0 0 0,-1 0-1 0 0,1-1 1 0 0,-1 0 0 0 0,0-1 0 0 0,0-1 0 0 0,0 0 0 0 0,-1-1-1 0 0,15-8 1 0 0,4-5 17 0 0,-1-1-1 0 0,46-40 1 0 0,-50 36-32 0 0,-2-2 0 0 0,0-1 1 0 0,-1 0-1 0 0,-2-2 1 0 0,-1 0-1 0 0,-1-2 1 0 0,-2 0-1 0 0,-1-1 0 0 0,22-62 1 0 0,-21 41-15 0 0,-3 0 0 0 0,-1-1 1 0 0,-4 0-1 0 0,-1-1 0 0 0,0-93 1 0 0,-9 111 9 0 0,0 0 1 0 0,-14-69-1 0 0,13 93-1 0 0,-1 1 0 0 0,-1-1 1 0 0,0 1-1 0 0,0 0 0 0 0,-2 0 0 0 0,1 0 0 0 0,-1 1 0 0 0,-1 0 0 0 0,0 0 0 0 0,-1 1 0 0 0,-16-19 0 0 0,19 25 8 0 0,0-1 0 0 0,0 1 0 0 0,-1 0 1 0 0,1 1-1 0 0,-1-1 0 0 0,0 1 0 0 0,0 1 0 0 0,0-1 1 0 0,0 1-1 0 0,0 0 0 0 0,0 0 0 0 0,-1 0 0 0 0,1 1 1 0 0,-11-1-1 0 0,8 3 0 0 0,1-1 0 0 0,-1 1 0 0 0,1 0 0 0 0,0 1 0 0 0,0 0 0 0 0,0 0 0 0 0,0 1 0 0 0,0 0 0 0 0,0 0 0 0 0,-8 6 0 0 0,-3 3 1 0 0,1 0 0 0 0,1 1 0 0 0,0 1 1 0 0,1 1-1 0 0,1 0 0 0 0,0 1 0 0 0,-24 36 0 0 0,12-14 9 0 0,3 2 1 0 0,-24 52-1 0 0,39-72 3 0 0,1 1 0 0 0,0 0 0 0 0,2 1 0 0 0,0-1 0 0 0,2 1 0 0 0,-4 40 0 0 0,8-53-7 0 0,0 0-1 0 0,1 0 1 0 0,0 0 0 0 0,0 0 0 0 0,1 0 0 0 0,0 0-1 0 0,1-1 1 0 0,-1 1 0 0 0,2-1 0 0 0,-1 0 0 0 0,6 8 0 0 0,-3-5 2 0 0,1-1 0 0 0,1 0 1 0 0,0-1-1 0 0,0 0 1 0 0,1 0-1 0 0,0 0 1 0 0,12 7-1 0 0,13 6 28 0 0,2-1-1 0 0,0-1 0 0 0,69 25 1 0 0,-83-36-19 0 0,7 3 63 0 0,0 2-1 0 0,0 1 1 0 0,39 28 0 0 0,-54-33 43 0 0,0 2 0 0 0,-1-1 0 0 0,0 1 1 0 0,-1 1-1 0 0,-1 0 0 0 0,0 1 1 0 0,0 1-1 0 0,8 15 0 0 0,3 12 102 0 0,20 53 1 0 0,-38-85 554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4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4860 0 0,'18'-26'18253'0'0,"-18"25"-17888"0"0,7-16-230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48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794 124 328 0 0,'0'0'2705'0'0,"-33"13"6277"0"0,26-15-8931 0 0,0 0 0 0 0,1-1 1 0 0,-1 0-1 0 0,0 0 0 0 0,1 0 0 0 0,0-1 0 0 0,0 0 1 0 0,0-1-1 0 0,-9-8 0 0 0,-22-13-39 0 0,-18-11-47 0 0,53 36 32 0 0,10-2-13 0 0,-7 2 15 0 0,-1 0-1 0 0,1 1 1 0 0,0-1 0 0 0,-1 1-1 0 0,1 0 1 0 0,0-1 0 0 0,0 1-1 0 0,-1 0 1 0 0,1-1 0 0 0,0 1-1 0 0,0 0 1 0 0,0 0 0 0 0,-1 0-1 0 0,1 0 1 0 0,0-1 0 0 0,0 1-1 0 0,0 0 1 0 0,1 1 0 0 0,97 2-35 0 0,-92-3 33 0 0,166-10 80 0 0,-170 10-47 0 0,4-3-27 0 0,-6 3-3 0 0,0 0 0 0 0,0 0-1 0 0,-1 0 1 0 0,1 0-1 0 0,0 0 1 0 0,0 0 0 0 0,-1 0-1 0 0,1 0 1 0 0,0-1-1 0 0,0 1 1 0 0,-1 0 0 0 0,1-1-1 0 0,0 1 1 0 0,-1 0-1 0 0,1-1 1 0 0,-1 1 0 0 0,1-1-1 0 0,0 1 1 0 0,-1-1-1 0 0,1 1 1 0 0,-1-1 0 0 0,1 1-1 0 0,-1-1 1 0 0,0 0 0 0 0,1-1-1 0 0,0 2-5 0 0,-1 0 1 0 0,1-1-1 0 0,-1 1 0 0 0,1 0 0 0 0,0-1 1 0 0,-1 1-1 0 0,1 0 0 0 0,-1 0 1 0 0,1 0-1 0 0,0-1 0 0 0,-1 1 0 0 0,1 0 1 0 0,0 0-1 0 0,-1 0 0 0 0,1 0 0 0 0,0 0 1 0 0,-1 0-1 0 0,1 0 0 0 0,0 1 0 0 0,0 2 6 0 0,-1 0-1 0 0,1 1 0 0 0,-1-1 0 0 0,0 0 0 0 0,0 1 1 0 0,0-1-1 0 0,0 0 0 0 0,-1 1 0 0 0,-1 3 0 0 0,-10 40-6 0 0,5-22 37 0 0,-33 136 277 0 0,-113 286 1 0 0,140-417-78 0 0,-2 1 1 0 0,-28 43 0 0 0,36-63-95 0 0,0-1 0 0 0,-1-1 0 0 0,0 1 0 0 0,0-2 0 0 0,-1 1 0 0 0,0-1 0 0 0,0 0 0 0 0,-1-1 0 0 0,0 0 0 0 0,-15 8 0 0 0,13-11-82 0 0,0 1 0 0 0,-1-2 1 0 0,0 0-1 0 0,1 0 0 0 0,-1-1 0 0 0,0-1 0 0 0,0 0 0 0 0,0-1 1 0 0,0 0-1 0 0,0-1 0 0 0,0 0 0 0 0,0-1 0 0 0,1-1 1 0 0,-23-7-1 0 0,-10-6 8 0 0,1-3 0 0 0,-68-37 1 0 0,78 38 9 0 0,-59-38-65 0 0,91 55-26 0 0,4 0-369 0 0,-1 1 254 0 0,1-1 0 0 0,0 1-1 0 0,0-1 1 0 0,-1 1 0 0 0,1 0 0 0 0,0 0-1 0 0,0-1 1 0 0,-1 1 0 0 0,1 1 0 0 0,0-1 0 0 0,0 0-1 0 0,2 1 1 0 0,1-1-429 0 0,64 5-6402 0 0,-51-5 2746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49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56 190 1052 0 0,'-1'0'310'0'0,"-3"1"374"0"0,0 0-1 0 0,-1 0 0 0 0,1 0 1 0 0,0 0-1 0 0,0 1 1 0 0,0-1-1 0 0,1 1 0 0 0,-1 0 1 0 0,0 0-1 0 0,1 1 0 0 0,-7 4 1 0 0,9-5-449 0 0,1-1-201 0 0,0 0 0 0 0,1 0 0 0 0,-1 0 0 0 0,1 1 0 0 0,-1-1 0 0 0,1 0 0 0 0,0 0 0 0 0,-1 0 0 0 0,1 0 0 0 0,0 0 0 0 0,0 0 0 0 0,-1 0 0 0 0,1 0 0 0 0,0-1 0 0 0,0 1 0 0 0,0 0 0 0 0,0 0 0 0 0,0-1 0 0 0,0 1 0 0 0,0-1 0 0 0,1 1 1 0 0,-1-1-1 0 0,0 1 0 0 0,0-1 0 0 0,0 0 0 0 0,0 1 0 0 0,1-1 0 0 0,-1 0 0 0 0,0 0 0 0 0,0 0 0 0 0,1 0 0 0 0,1 0 0 0 0,5 0 28 0 0,1 1 0 0 0,-1-2-1 0 0,15-1 1 0 0,58-14-760 0 0,0-4 0 0 0,107-42-1 0 0,-175 57 373 0 0,-1 0 0 0 0,0-1-1 0 0,0-1 1 0 0,-1 0 0 0 0,0-1-1 0 0,0 0 1 0 0,17-17 0 0 0,-26 22 534 0 0,0 0 0 0 0,0 0 0 0 0,0-1 0 0 0,0 1 0 0 0,-1-1 0 0 0,1 1 0 0 0,-1-1 0 0 0,0 0 0 0 0,0 0 0 0 0,0 1 0 0 0,-1-1 0 0 0,1 0 0 0 0,-1-6 1 0 0,0 9 116 0 0,-1-8 838 0 0,-4 17-1023 0 0,0 0 1 0 0,0 0 0 0 0,1 0-1 0 0,0 1 1 0 0,1 0-1 0 0,0 0 1 0 0,0 0 0 0 0,-1 11-1 0 0,-2 2 126 0 0,3-12-161 0 0,-28 109 565 0 0,27-99-608 0 0,0 1 0 0 0,2-1 0 0 0,0 39 0 0 0,2-53-55 0 0,1 1-1 0 0,-1-1 1 0 0,2 0 0 0 0,-1 0 0 0 0,0 0 0 0 0,1 0-1 0 0,0 0 1 0 0,1 0 0 0 0,-1 0 0 0 0,1-1-1 0 0,0 1 1 0 0,4 5 0 0 0,-5-9-177 0 0,0 0-1 0 0,0 0 1 0 0,0-1 0 0 0,0 1-1 0 0,0 0 1 0 0,0-1 0 0 0,1 0-1 0 0,-1 1 1 0 0,0-1 0 0 0,1 0-1 0 0,-1 0 1 0 0,1 0 0 0 0,-1 0-1 0 0,1-1 1 0 0,0 1 0 0 0,-1-1 0 0 0,1 0-1 0 0,0 1 1 0 0,-1-1 0 0 0,1 0-1 0 0,0-1 1 0 0,-1 1 0 0 0,1 0-1 0 0,0-1 1 0 0,-1 0 0 0 0,1 1-1 0 0,-1-1 1 0 0,1 0 0 0 0,-1 0-1 0 0,4-3 1 0 0,12-5-2445 0 0,-1-3-592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4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46 328 0 0,'-10'-12'1824'0'0,"1"1"-436"0"0,-1 4-360 0 0,1 0-172 0 0,-1 2 313 0 0,-7 2-445 0 0,-2 6-504 0 0,8 1 44 0 0,3 3-184 0 0,-1 1 56 0 0,2 3-272 0 0,2 2-264 0 0,-2 3-256 0 0,2 1-360 0 0,4 2-817 0 0,-3 0 261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5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2212 0 0,'23'19'4035'0'0,"25"19"497"0"0,-34-26-4125 0 0,-2-1 0 0 0,0 2 0 0 0,16 19 0 0 0,-25-27-327 0 0,1 0 0 0 0,-1-1-1 0 0,0 2 1 0 0,0-1-1 0 0,0 0 1 0 0,-1 0 0 0 0,0 1-1 0 0,0 0 1 0 0,-1-1 0 0 0,1 1-1 0 0,-1 0 1 0 0,0 0 0 0 0,-1 0-1 0 0,1-1 1 0 0,-1 1 0 0 0,0 0-1 0 0,-1 0 1 0 0,1 0-1 0 0,-1 0 1 0 0,0 0 0 0 0,-1-1-1 0 0,0 1 1 0 0,-3 8 0 0 0,3-9 9 0 0,0 1 0 0 0,-1 0-1 0 0,0 0 1 0 0,0-1 0 0 0,0 0 0 0 0,-1 1 0 0 0,0-1 0 0 0,0-1 0 0 0,0 1 0 0 0,0-1 0 0 0,-1 1 0 0 0,0-1 0 0 0,0 0 0 0 0,0-1 0 0 0,0 1 0 0 0,0-1 0 0 0,-9 3-1 0 0,13-5-78 0 0,0-1-1 0 0,-1 0 1 0 0,1 0-1 0 0,-1 0 1 0 0,1 0-1 0 0,0 0 1 0 0,-1 0-1 0 0,1 0 0 0 0,-1 0 1 0 0,1-1-1 0 0,0 1 1 0 0,-1-1-1 0 0,1 1 1 0 0,0-1-1 0 0,-1 1 0 0 0,1-1 1 0 0,0 0-1 0 0,0 1 1 0 0,0-1-1 0 0,0 0 1 0 0,-1 0-1 0 0,1 0 1 0 0,0 0-1 0 0,1 0 0 0 0,-1 0 1 0 0,0 0-1 0 0,0 0 1 0 0,0-1-1 0 0,1 1 1 0 0,-1 0-1 0 0,0 0 1 0 0,1-1-1 0 0,-1 1 0 0 0,0-3 1 0 0,-1-3 2 0 0,-1-1 1 0 0,1 1-1 0 0,1-1 0 0 0,-2-12 1 0 0,2 1-27 0 0,1-1 0 0 0,1 1 0 0 0,1 0 0 0 0,1 0 0 0 0,0 0 1 0 0,1 1-1 0 0,1-1 0 0 0,1 1 0 0 0,8-19 0 0 0,-7 22 0 0 0,0 1-1 0 0,1-1 0 0 0,0 1 0 0 0,1 0 0 0 0,1 1 1 0 0,0 0-1 0 0,0 1 0 0 0,2 0 0 0 0,-1 0 1 0 0,26-17-1 0 0,-30 24 12 0 0,0 0 0 0 0,1 1 0 0 0,0 1 1 0 0,0-1-1 0 0,0 1 0 0 0,0 0 0 0 0,0 1 0 0 0,0 0 1 0 0,1 0-1 0 0,-1 1 0 0 0,1 0 0 0 0,8 1 1 0 0,-12 0 5 0 0,0 0 0 0 0,0 1 1 0 0,0 0-1 0 0,-1 0 1 0 0,1 0-1 0 0,0 0 1 0 0,-1 1-1 0 0,1 0 0 0 0,-1 0 1 0 0,0 0-1 0 0,1 0 1 0 0,-1 1-1 0 0,0 0 1 0 0,-1 0-1 0 0,1 0 0 0 0,0 0 1 0 0,-1 0-1 0 0,1 1 1 0 0,-1-1-1 0 0,0 1 1 0 0,-1 0-1 0 0,5 7 0 0 0,-4-4 43 0 0,1 1 0 0 0,-1 0 0 0 0,0 0 0 0 0,-1 0 0 0 0,0 0 0 0 0,0 0 0 0 0,0 15 0 0 0,-2 63 245 0 0,-1-10-159 0 0,1-73-139 0 0,0 2 18 0 0,1-1-1 0 0,-1 1 0 0 0,1-1 0 0 0,0 0 1 0 0,0 0-1 0 0,2 6 0 0 0,-2-9-17 0 0,-1 1-1 0 0,1-1 1 0 0,0 0 0 0 0,-1 0 0 0 0,1 0-1 0 0,0 0 1 0 0,0 1 0 0 0,0-1 0 0 0,0 0-1 0 0,0-1 1 0 0,1 1 0 0 0,-1 0 0 0 0,0 0-1 0 0,0 0 1 0 0,0-1 0 0 0,1 1-1 0 0,-1-1 1 0 0,0 1 0 0 0,1-1 0 0 0,-1 1-1 0 0,0-1 1 0 0,1 0 0 0 0,-1 0 0 0 0,1 1-1 0 0,-1-1 1 0 0,3-1 0 0 0,9 1-385 0 0,0-2 0 0 0,0 1 0 0 0,0-2 0 0 0,-1 0 0 0 0,1-1 1 0 0,23-9-1 0 0,-14 3-2007 0 0,0-1 1 0 0,40-28-1 0 0,-32 16-1971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5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25 512 0 0,'-16'0'4022'0'0,"-11"2"-437"0"0,24-2-2897 0 0,-14 1 1727 0 0,-2-1-369 0 0,28 1-1049 0 0,39-2-803 0 0,95-7-2323 0 0,-1-5-3799 0 0,-81 7 1930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5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449 754 268 0 0,'3'-14'4428'0'0,"-2"8"-3794"0"0,0 1-1 0 0,0 0 1 0 0,0-1-1 0 0,-1 1 1 0 0,0-1-1 0 0,0 1 1 0 0,0-1-1 0 0,-1 1 1 0 0,-1-9-1 0 0,1 12-564 0 0,0-1-1 0 0,0 0 0 0 0,-1 0 0 0 0,1 1 0 0 0,-1-1 0 0 0,1 1 0 0 0,-1-1 1 0 0,0 1-1 0 0,0 0 0 0 0,0 0 0 0 0,0 0 0 0 0,-1 0 0 0 0,1 0 0 0 0,-1 0 1 0 0,1 1-1 0 0,-1-1 0 0 0,1 1 0 0 0,-1-1 0 0 0,0 1 0 0 0,-4-1 0 0 0,-1 0-43 0 0,0 0-1 0 0,1 1 0 0 0,-1 0 0 0 0,0 0 0 0 0,0 1 0 0 0,0 0 0 0 0,0 1 0 0 0,1 0 0 0 0,-1 0 0 0 0,0 0 0 0 0,1 1 1 0 0,-1 0-1 0 0,1 1 0 0 0,-1-1 0 0 0,1 1 0 0 0,-9 6 0 0 0,-8 4 6 0 0,1 1-1 0 0,0 1 1 0 0,-27 25 0 0 0,29-23 33 0 0,1 2 0 0 0,-29 35 0 0 0,42-46-43 0 0,1 0-1 0 0,0 1 0 0 0,0 0 0 0 0,1 0 1 0 0,0 1-1 0 0,1-1 0 0 0,0 1 0 0 0,1 0 0 0 0,-1 0 1 0 0,0 11-1 0 0,3-19-15 0 0,1 0-1 0 0,-1 1 1 0 0,1-1-1 0 0,0 0 1 0 0,0 0 0 0 0,0 0-1 0 0,0 0 1 0 0,0 0 0 0 0,0 1-1 0 0,1-1 1 0 0,-1 0 0 0 0,1 0-1 0 0,0 0 1 0 0,-1 0-1 0 0,1 0 1 0 0,0 0 0 0 0,0 0-1 0 0,0 0 1 0 0,1-1 0 0 0,-1 1-1 0 0,0 0 1 0 0,1 0 0 0 0,-1-1-1 0 0,1 1 1 0 0,-1-1-1 0 0,1 0 1 0 0,0 1 0 0 0,-1-1-1 0 0,1 0 1 0 0,0 0 0 0 0,0 0-1 0 0,0 0 1 0 0,0 0 0 0 0,0-1-1 0 0,0 1 1 0 0,0 0-1 0 0,0-1 1 0 0,0 0 0 0 0,1 1-1 0 0,2-1 1 0 0,6 0-4 0 0,0 0 0 0 0,0 0 0 0 0,0-1 0 0 0,0-1 0 0 0,0 0 0 0 0,15-4 0 0 0,-4-1-24 0 0,-1 0 0 0 0,0-2 0 0 0,0 0 0 0 0,-1-1 0 0 0,0-1 1 0 0,-1-1-1 0 0,0-1 0 0 0,-1 0 0 0 0,27-27 0 0 0,-23 17 3 0 0,-1-1-1 0 0,-1-1 0 0 0,-1-1 1 0 0,-2-1-1 0 0,-1 0 1 0 0,15-33-1 0 0,-6 2 2 0 0,-3-1 0 0 0,19-76 0 0 0,14-118 56 0 0,-34 115 808 0 0,-21 136-837 0 0,0 5 42 0 0,-15 55 22 0 0,-7 74-1 0 0,10-55-18 0 0,10-66-53 0 0,-30 215 128 0 0,29-189-120 0 0,2 1-1 0 0,1 0 1 0 0,2 0 0 0 0,7 38-1 0 0,-6-57-490 0 0,2 0 0 0 0,0-1 0 0 0,15 33 0 0 0,-16-42-435 0 0,1 0-1 0 0,0 0 1 0 0,0-1-1 0 0,1 0 1 0 0,10 11-1 0 0,7 2-3602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53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33 891 372 0 0,'0'0'1872'0'0,"-22"11"3723"0"0,20-9-5458 0 0,1 0 0 0 0,0 1-1 0 0,0-1 1 0 0,0 1 0 0 0,0-1-1 0 0,0 1 1 0 0,0-1 0 0 0,1 1-1 0 0,-1 0 1 0 0,1-1 0 0 0,0 1-1 0 0,0 3 1 0 0,0-4-105 0 0,0-1 0 0 0,0 0 0 0 0,0 0 0 0 0,0 0 0 0 0,1 0 0 0 0,-1 0 0 0 0,0 0 0 0 0,1 0 0 0 0,-1 0 0 0 0,0 0 0 0 0,1 0 0 0 0,0-1 0 0 0,-1 1 0 0 0,1 0 0 0 0,-1 0 0 0 0,1 0 0 0 0,0 0 0 0 0,0-1 0 0 0,-1 1 0 0 0,1 0 0 0 0,0-1 1 0 0,0 1-1 0 0,0 0 0 0 0,0-1 0 0 0,0 1 0 0 0,0-1 0 0 0,0 0 0 0 0,0 1 0 0 0,0-1 0 0 0,0 0 0 0 0,0 0 0 0 0,0 1 0 0 0,0-1 0 0 0,0 0 0 0 0,0 0 0 0 0,0 0 0 0 0,0 0 0 0 0,0 0 0 0 0,0 0 0 0 0,0-1 0 0 0,0 1 0 0 0,2-1 0 0 0,13-2 14 0 0,1-1-1 0 0,-1-1 1 0 0,1-1-1 0 0,-1-1 1 0 0,-1 0-1 0 0,1 0 1 0 0,-1-2-1 0 0,16-12 1 0 0,1-2 61 0 0,-1-2 1 0 0,43-43-1 0 0,-43 33-121 0 0,-1-1-1 0 0,-2-1 0 0 0,-2-1 1 0 0,-1-2-1 0 0,29-63 1 0 0,-10 1-32 0 0,35-122 0 0 0,-34 63-37 0 0,-63 197 80 0 0,-162 534 325 0 0,173-539-277 0 0,1 1 0 0 0,-2 37 0 0 0,7-58-38 0 0,1 1 0 0 0,1 0 0 0 0,-1 0-1 0 0,2 0 1 0 0,0-1 0 0 0,0 1 0 0 0,1-1 0 0 0,0 1-1 0 0,6 12 1 0 0,-7-21-4 0 0,0 1 0 0 0,0 0 0 0 0,1-1 0 0 0,-1 1 0 0 0,1-1 0 0 0,0 0 0 0 0,-1 0 0 0 0,1 0 0 0 0,1 0 0 0 0,-1-1 0 0 0,0 1 0 0 0,1-1-1 0 0,-1 1 1 0 0,6 1 0 0 0,-2-1-10 0 0,-1-1 0 0 0,1 0-1 0 0,-1 0 1 0 0,1-1-1 0 0,0 0 1 0 0,0 0 0 0 0,0-1-1 0 0,7 0 1 0 0,7-1-122 0 0,-1-2-1 0 0,1 0 1 0 0,-1-1 0 0 0,37-13-1 0 0,-30 6-225 0 0,1-1 0 0 0,-1 0 0 0 0,-1-3-1 0 0,0 0 1 0 0,-1-1 0 0 0,-1-2 0 0 0,0 0-1 0 0,-2-1 1 0 0,0-2 0 0 0,34-41 0 0 0,-25 22-13 0 0,-3-1 1 0 0,-1-2 0 0 0,-1 0 0 0 0,-3-2 0 0 0,28-77 0 0 0,-21 42 2231 0 0,24-111 1 0 0,-53 190-1843 0 0,-1 1 1 0 0,0-1-1 0 0,1 0 1 0 0,-1 0 0 0 0,0 0-1 0 0,0 0 1 0 0,0 0-1 0 0,0 0 1 0 0,0 0-1 0 0,0 0 1 0 0,0 1-1 0 0,0-1 1 0 0,0 0 0 0 0,0 0-1 0 0,0 0 1 0 0,0 0-1 0 0,-1-1 1 0 0,-8 10 316 0 0,-10 26-161 0 0,-50 154 597 0 0,-57 247 1 0 0,105-328-456 0 0,21-105-134 0 0,2-2-183 0 0,-1 0 0 0 0,1-1 0 0 0,0 1 0 0 0,0-1 0 0 0,-1 1-1 0 0,1-1 1 0 0,0 0 0 0 0,-1 0 0 0 0,1 0 0 0 0,0 0 0 0 0,-1 0 0 0 0,1 0 0 0 0,-1 0 0 0 0,0 0-1 0 0,1-1 1 0 0,-1 1 0 0 0,0-1 0 0 0,1-1 0 0 0,21-32 10 0 0,-18 25-24 0 0,36-61-125 0 0,25-43-40 0 0,-54 95 147 0 0,1 1 0 0 0,2 0 1 0 0,25-26-1 0 0,-38 42 28 0 0,1-1 0 0 0,0 1 1 0 0,0 0-1 0 0,0 0 0 0 0,0 0 0 0 0,0 0 0 0 0,0 0 1 0 0,0 1-1 0 0,1-1 0 0 0,-1 1 0 0 0,0 0 0 0 0,1 0 1 0 0,-1 0-1 0 0,1 0 0 0 0,0 1 0 0 0,-1 0 0 0 0,1-1 0 0 0,4 1 1 0 0,-4 1 1 0 0,-1 0 0 0 0,1 0 0 0 0,0 0 0 0 0,-1 1 1 0 0,1-1-1 0 0,0 1 0 0 0,-1 0 0 0 0,0 0 0 0 0,1 0 0 0 0,-1 0 1 0 0,0 1-1 0 0,0-1 0 0 0,-1 1 0 0 0,1 0 0 0 0,0 0 1 0 0,3 5-1 0 0,-1 0 11 0 0,0-1 1 0 0,0 1-1 0 0,-1 0 1 0 0,0 0-1 0 0,-1 1 0 0 0,4 15 1 0 0,8 55 160 0 0,-13-60-134 0 0,1 1 1 0 0,2-1-1 0 0,8 28 0 0 0,-12-45-35 0 0,0 0 0 0 0,0 0 1 0 0,0-1-1 0 0,0 1 0 0 0,0 0 0 0 0,0-1 0 0 0,1 1 0 0 0,-1-1 0 0 0,1 1 1 0 0,-1-1-1 0 0,1 0 0 0 0,-1 0 0 0 0,1 1 0 0 0,0-1 0 0 0,-1 0 0 0 0,1-1 0 0 0,0 1 1 0 0,0 0-1 0 0,0 0 0 0 0,0-1 0 0 0,0 1 0 0 0,0-1 0 0 0,0 0 0 0 0,0 1 1 0 0,0-1-1 0 0,0 0 0 0 0,0 0 0 0 0,0 0 0 0 0,0 0 0 0 0,0-1 0 0 0,0 1 1 0 0,-1-1-1 0 0,1 1 0 0 0,4-2 0 0 0,5-2-23 0 0,1 0 0 0 0,-1-1 0 0 0,0-1 1 0 0,13-7-1 0 0,-7 1-5 0 0,0 0 0 0 0,0-1 0 0 0,-1-1 0 0 0,-1 0 0 0 0,20-24 1 0 0,-8 5 10 0 0,36-61 1 0 0,-48 68-2 0 0,-1 0 0 0 0,-1-2 0 0 0,-1 1 0 0 0,13-51 0 0 0,-25 78 13 0 0,1-1 0 0 0,-1 0 1 0 0,0 1-1 0 0,0-1 0 0 0,1 1 1 0 0,-1-1-1 0 0,0 0 0 0 0,0 1 0 0 0,0-1 1 0 0,0 0-1 0 0,0 1 0 0 0,0-1 1 0 0,0 0-1 0 0,0 1 0 0 0,0-1 1 0 0,0 0-1 0 0,0 1 0 0 0,-1-1 0 0 0,1 1 1 0 0,0-1-1 0 0,0 0 0 0 0,-1 1 1 0 0,1-1-1 0 0,0 1 0 0 0,-1-1 1 0 0,1 1-1 0 0,0-1 0 0 0,-1 1 0 0 0,1-1 1 0 0,-1 1-1 0 0,1-1 0 0 0,-1 1 1 0 0,1-1-1 0 0,-1 1 0 0 0,1 0 1 0 0,-1-1-1 0 0,0 1 0 0 0,1 0 0 0 0,-1 0 1 0 0,1-1-1 0 0,-1 1 0 0 0,0 0 1 0 0,1 0-1 0 0,-1 0 0 0 0,0 0 1 0 0,1 0-1 0 0,-1 0 0 0 0,0 0 0 0 0,1 0 1 0 0,-1 0-1 0 0,0 0 0 0 0,1 0 1 0 0,-1 0-1 0 0,1 1 0 0 0,-1-1 1 0 0,0 0-1 0 0,1 0 0 0 0,-1 1 0 0 0,1-1 1 0 0,-1 0-1 0 0,0 1 0 0 0,-7 4 1 0 0,1 1-1 0 0,1 0 0 0 0,-1 0 0 0 0,1 0 0 0 0,0 1 1 0 0,1-1-1 0 0,-1 1 0 0 0,-5 11 0 0 0,3-6 8 0 0,-69 108 37 0 0,69-107-1 0 0,1 2 0 0 0,1-1 0 0 0,0 1 0 0 0,1 0 0 0 0,0 0 1 0 0,-4 30-1 0 0,8-41-36 0 0,1 0 0 0 0,0 1 1 0 0,0-1-1 0 0,0 0 0 0 0,0 0 0 0 0,1 0 1 0 0,0 0-1 0 0,0 0 0 0 0,0 0 0 0 0,0 0 1 0 0,0 0-1 0 0,1-1 0 0 0,0 1 1 0 0,0 0-1 0 0,0-1 0 0 0,4 6 0 0 0,-3-5 4 0 0,1-1 0 0 0,0 1-1 0 0,0-1 1 0 0,-1 0-1 0 0,2-1 1 0 0,-1 1 0 0 0,0-1-1 0 0,1 1 1 0 0,-1-1-1 0 0,1 0 1 0 0,-1-1 0 0 0,1 1-1 0 0,7 0 1 0 0,1 1-135 0 0,0-2 1 0 0,0 0-1 0 0,1 0 0 0 0,-1-1 1 0 0,17-2-1 0 0,-15 0-2221 0 0,32-9 0 0 0,-19 2-2173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53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37 3448 0 0,'-45'10'2665'0'0,"0"0"-569"0"0,8-1-492 0 0,4-2-336 0 0,4 0-300 0 0,6-2-200 0 0,6-2 268 0 0,0 1-500 0 0,34-16-884 0 0,9 1-352 0 0,13-1-420 0 0,10-3-764 0 0,7-6-1380 0 0,8 1-1405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3:5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52 533 592 0 0,'-3'0'2578'0'0,"2"1"-2517"0"0,-6 0 1076 0 0,-1 1-1 0 0,1 0 1 0 0,-15 7 713 0 0,22-9-1834 0 0,-1 0 1 0 0,1 0 0 0 0,0 0-1 0 0,0 0 1 0 0,0 0 0 0 0,0 0-1 0 0,0 0 1 0 0,0 0-1 0 0,0 0 1 0 0,0 0 0 0 0,-1 0-1 0 0,1 0 1 0 0,0 0 0 0 0,0 0-1 0 0,0 0 1 0 0,0 0-1 0 0,0 0 1 0 0,0 0 0 0 0,0 0-1 0 0,-1 0 1 0 0,1 0 0 0 0,0 0-1 0 0,0 0 1 0 0,0 0-1 0 0,0 1 1 0 0,0-1 0 0 0,0 0-1 0 0,0 0 1 0 0,0 0 0 0 0,0 0-1 0 0,0 0 1 0 0,-1 0-1 0 0,1 0 1 0 0,0 0 0 0 0,0 0-1 0 0,0 0 1 0 0,0 1 0 0 0,0-1-1 0 0,0 0 1 0 0,0 0 0 0 0,0 0-1 0 0,0 0 1 0 0,0 0-1 0 0,0 0 1 0 0,0 0 0 0 0,0 0-1 0 0,0 1 1 0 0,0-1 0 0 0,0 0-1 0 0,0 0 1 0 0,0 0-1 0 0,0 0 1 0 0,0 0 0 0 0,0 0-1 0 0,0 0 1 0 0,0 1 0 0 0,0-1-1 0 0,0 0 1 0 0,0 0-1 0 0,1 0 1 0 0,2 8 872 0 0,-3-7-973 0 0,1 0 334 0 0,16-4 398 0 0,-4-3-526 0 0,0-1 1 0 0,-1 0-1 0 0,1 0 1 0 0,-1-2 0 0 0,20-18-1 0 0,52-59-65 0 0,-55 55-53 0 0,45-47-51 0 0,-2-4 0 0 0,73-111 0 0 0,-139 177 54 0 0,-6 16-7 0 0,0-1 1 0 0,0 1-1 0 0,0 0 1 0 0,0-1-1 0 0,0 1 1 0 0,0-1-1 0 0,0 1 0 0 0,0 0 1 0 0,0-1-1 0 0,0 1 1 0 0,-1 0-1 0 0,1-1 1 0 0,0 1-1 0 0,0 0 1 0 0,0-1-1 0 0,-1 1 0 0 0,1 0 1 0 0,0-1-1 0 0,0 1 1 0 0,-1 0-1 0 0,1 0 1 0 0,0-1-1 0 0,-1 1 0 0 0,1 0 1 0 0,-2-1 0 0 0,1 1-1 0 0,0 0 1 0 0,-1 0 0 0 0,1 0-1 0 0,0 0 1 0 0,0 0 0 0 0,-1 0-1 0 0,1 0 1 0 0,0 0 0 0 0,-1 0-1 0 0,1 1 1 0 0,0-1 0 0 0,0 1-1 0 0,-1-1 1 0 0,1 1 0 0 0,0-1-1 0 0,0 1 1 0 0,0 0 0 0 0,0-1-1 0 0,0 1 1 0 0,-2 1 0 0 0,-18 15 34 0 0,0 1 0 0 0,1 1 1 0 0,-24 28-1 0 0,35-36-17 0 0,0 1-1 0 0,1 0 1 0 0,0 0 0 0 0,0 1-1 0 0,2 0 1 0 0,0 0 0 0 0,-9 28-1 0 0,14-37-16 0 0,0 0 0 0 0,0 0-1 0 0,0-1 1 0 0,1 1 0 0 0,-1 0-1 0 0,1 0 1 0 0,0 0-1 0 0,1 0 1 0 0,-1-1 0 0 0,0 1-1 0 0,1 0 1 0 0,0 0-1 0 0,0 0 1 0 0,0-1 0 0 0,1 1-1 0 0,-1-1 1 0 0,1 1 0 0 0,0-1-1 0 0,0 1 1 0 0,0-1-1 0 0,0 0 1 0 0,0 0 0 0 0,1 0-1 0 0,-1 0 1 0 0,1-1-1 0 0,5 5 1 0 0,4 1 0 0 0,1-1 0 0 0,0 0 0 0 0,0 0 0 0 0,1-1 0 0 0,21 6 0 0 0,-18-6-6 0 0,32 12 13 0 0,-48-18-3 0 0,0 1 0 0 0,0-1 1 0 0,0 1-1 0 0,0-1 0 0 0,0 1 1 0 0,0 0-1 0 0,0 0 0 0 0,0-1 0 0 0,-1 1 1 0 0,1 0-1 0 0,0 0 0 0 0,0 0 1 0 0,-1 0-1 0 0,1 0 0 0 0,-1 0 0 0 0,1 0 1 0 0,-1 0-1 0 0,1 0 0 0 0,-1 0 1 0 0,0 0-1 0 0,1 0 0 0 0,-1 1 0 0 0,0-1 1 0 0,0 0-1 0 0,0 0 0 0 0,0 0 1 0 0,0 0-1 0 0,0 0 0 0 0,0 1 1 0 0,0-1-1 0 0,0 0 0 0 0,-1 0 0 0 0,1 0 1 0 0,0 0-1 0 0,-1 0 0 0 0,1 0 1 0 0,-1 0-1 0 0,1 0 0 0 0,-1 0 0 0 0,0 2 1 0 0,0-2 21 0 0,-2 4 72 0 0,0-1 1 0 0,0 0 0 0 0,0 0-1 0 0,0 0 1 0 0,-1 0-1 0 0,1 0 1 0 0,-1-1 0 0 0,0 1-1 0 0,0-1 1 0 0,-1 0-1 0 0,1 0 1 0 0,-7 3 0 0 0,-8 3 198 0 0,-32 11-1 0 0,49-20-279 0 0,-16 6 69 0 0,0-1 1 0 0,0-1-1 0 0,-1-1 0 0 0,-31 2 1 0 0,45-4-123 0 0,3-1-21 0 0,-1 1 0 0 0,1-1 0 0 0,-1 0 0 0 0,1 0 0 0 0,-1 0 0 0 0,1 0 0 0 0,-1 0 0 0 0,1 0 0 0 0,-1-1-1 0 0,1 1 1 0 0,-1-1 0 0 0,1 0 0 0 0,0 0 0 0 0,-4-1 0 0 0,6 1-47 0 0,-1 1-1 0 0,1-1 1 0 0,0 0 0 0 0,0 1-1 0 0,-1-1 1 0 0,1 1-1 0 0,0-1 1 0 0,0 0 0 0 0,0 1-1 0 0,-1-1 1 0 0,1 0-1 0 0,0 1 1 0 0,0-1 0 0 0,0 0-1 0 0,0 1 1 0 0,0-1-1 0 0,0 0 1 0 0,0 1 0 0 0,1-1-1 0 0,-1 0 1 0 0,0 1-1 0 0,0-1 1 0 0,0 1 0 0 0,1-1-1 0 0,-1 0 1 0 0,0 1-1 0 0,1-2 1 0 0,9-15-4206 0 0,-3 5 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62 583 1396 0 0,'2'-2'1922'0'0,"13"-21"5296"0"0,-19 29-6789 0 0,-1 4-333 0 0,0 0-1 0 0,1 0 1 0 0,0 1-1 0 0,0-1 1 0 0,1 1-1 0 0,-2 19 1 0 0,-2 0 42 0 0,3-14-70 0 0,-16 79 150 0 0,19-86-196 0 0,0 0-1 0 0,0 0 0 0 0,1 1 0 0 0,1-1 0 0 0,-1 0 1 0 0,2 1-1 0 0,-1-1 0 0 0,4 10 0 0 0,-5-17-13 0 0,1 0 1 0 0,0 0-1 0 0,-1 0 0 0 0,1-1 1 0 0,0 1-1 0 0,0 0 0 0 0,0 0 1 0 0,1-1-1 0 0,-1 1 0 0 0,0-1 1 0 0,1 1-1 0 0,-1-1 0 0 0,0 0 1 0 0,1 1-1 0 0,0-1 0 0 0,-1 0 1 0 0,1 0-1 0 0,0 0 0 0 0,-1 0 1 0 0,1 0-1 0 0,0-1 0 0 0,0 1 1 0 0,0-1-1 0 0,0 1 0 0 0,0-1 1 0 0,0 1-1 0 0,0-1 0 0 0,0 0 1 0 0,0 0-1 0 0,0 0 0 0 0,0 0 0 0 0,0 0 1 0 0,0-1-1 0 0,2 0 0 0 0,3-1 7 0 0,-1 0-1 0 0,0-1 0 0 0,0 0 0 0 0,0 0 0 0 0,0 0 0 0 0,0-1 0 0 0,-1 0 0 0 0,1 0 0 0 0,-1 0 0 0 0,0-1 0 0 0,-1 0 0 0 0,1 0 0 0 0,5-7 0 0 0,-5 3-4 0 0,1-1 0 0 0,-1 1 0 0 0,0-1 0 0 0,-1 0 0 0 0,0 0 0 0 0,-1-1 0 0 0,4-17 0 0 0,-4 1-4 0 0,0 1 1 0 0,-2-1 0 0 0,-1 1-1 0 0,-1-1 1 0 0,-1 1 0 0 0,-6-32-1 0 0,6 53 6 0 0,-17-84 289 0 0,16 78-260 0 0,0 1 0 0 0,-1 0 0 0 0,0 1 0 0 0,-1-1 0 0 0,0 1 0 0 0,-8-12 0 0 0,12 19-39 0 0,0 1 1 0 0,0 0-1 0 0,0 0 0 0 0,0 0 1 0 0,0 0-1 0 0,0 0 1 0 0,0 0-1 0 0,0 0 1 0 0,0 0-1 0 0,0 0 1 0 0,-1 1-1 0 0,1-1 1 0 0,0 0-1 0 0,-1 1 1 0 0,1-1-1 0 0,0 1 1 0 0,-1-1-1 0 0,1 1 1 0 0,-1 0-1 0 0,1 0 0 0 0,-1 0 1 0 0,-2-1-1 0 0,2 2 1 0 0,0 0-1 0 0,0-1 0 0 0,0 1 1 0 0,-1 0-1 0 0,1 0 0 0 0,0 0 1 0 0,0 0-1 0 0,0 0 0 0 0,0 1 1 0 0,0-1-1 0 0,1 0 0 0 0,-4 4 1 0 0,-1 2 0 0 0,0 0 0 0 0,0 0 1 0 0,1 1-1 0 0,0-1 1 0 0,1 1-1 0 0,-5 12 0 0 0,1-1 25 0 0,2 0 1 0 0,1 0-1 0 0,0 1 0 0 0,1 0 0 0 0,-1 25 0 0 0,4-36-27 0 0,1-1 0 0 0,0 1 1 0 0,0 0-1 0 0,1-1 0 0 0,0 1 0 0 0,1-1 0 0 0,0 1 0 0 0,0-1 0 0 0,0 0 0 0 0,1 0 0 0 0,1 0 0 0 0,-1 0 0 0 0,1 0 1 0 0,10 13-1 0 0,-12-18-41 0 0,1 0 0 0 0,0 0 0 0 0,0-1 1 0 0,0 1-1 0 0,0-1 0 0 0,1 1 1 0 0,-1-1-1 0 0,1 0 0 0 0,0 0 0 0 0,-1 0 1 0 0,1-1-1 0 0,0 0 0 0 0,6 2 1 0 0,-4-2-22 0 0,1 0 1 0 0,1 0 0 0 0,-1-1-1 0 0,0 0 1 0 0,0 0 0 0 0,0-1-1 0 0,8-1 1 0 0,4-3-27 0 0,0 0-1 0 0,0-2 1 0 0,0 0-1 0 0,28-15 1 0 0,-23 8 54 0 0,0-1 1 0 0,-1-1-1 0 0,0-1 0 0 0,-1-2 1 0 0,-1 0-1 0 0,-1 0 0 0 0,-1-2 0 0 0,0-1 1 0 0,-2 0-1 0 0,22-37 0 0 0,-16 17 34 0 0,-1 0 0 0 0,-3-1 0 0 0,-1-2 0 0 0,-3 1 0 0 0,16-70-1 0 0,-30 109 15 0 0,22-119 713 0 0,-23 122-651 0 0,-1 3-68 0 0,-1 1-1 0 0,1-1 1 0 0,0 1 0 0 0,-1-1 0 0 0,1 1 0 0 0,0 0-1 0 0,0 0 1 0 0,0 0 0 0 0,0-1 0 0 0,0 1 0 0 0,1 0-1 0 0,-1 0 1 0 0,1 0 0 0 0,-2 4 0 0 0,1-2 2 0 0,-23 87 280 0 0,-17 126 1 0 0,31-153-144 0 0,-3 6 28 0 0,4 1 0 0 0,-2 113 0 0 0,11-176-165 0 0,1-1-1 0 0,0 0 1 0 0,0 0-1 0 0,0 1 1 0 0,1-1 0 0 0,0 0-1 0 0,1 0 1 0 0,-1-1 0 0 0,7 12-1 0 0,-8-16-9 0 0,1 1-1 0 0,0-1 1 0 0,-1 0 0 0 0,1 1-1 0 0,0-1 1 0 0,1 0-1 0 0,-1 0 1 0 0,0-1 0 0 0,0 1-1 0 0,1 0 1 0 0,-1-1-1 0 0,1 1 1 0 0,-1-1-1 0 0,1 0 1 0 0,0 0 0 0 0,0 0-1 0 0,-1 0 1 0 0,1 0-1 0 0,0-1 1 0 0,0 1-1 0 0,0-1 1 0 0,0 0 0 0 0,0 0-1 0 0,0 0 1 0 0,-1 0-1 0 0,6-1 1 0 0,2-1-17 0 0,0-1 0 0 0,1 0-1 0 0,-1-1 1 0 0,0 0 0 0 0,-1-1 0 0 0,1 1 0 0 0,-1-2-1 0 0,0 1 1 0 0,0-2 0 0 0,0 1 0 0 0,-1-1 0 0 0,0 0-1 0 0,-1-1 1 0 0,0 0 0 0 0,0 0 0 0 0,0 0 0 0 0,7-14 0 0 0,5-10-25 0 0,-1 0 0 0 0,-2-2 0 0 0,20-59 0 0 0,-13 27 11 0 0,-23 64 67 0 0,0 5 20 0 0,-1 14 73 0 0,-2 1 0 0 0,0-1 1 0 0,-1 0-1 0 0,-9 27 0 0 0,-4 13 159 0 0,15-47-246 0 0,-4 15 81 0 0,-4 35 1 0 0,9-54-106 0 0,0 0 0 0 0,1 0 0 0 0,0 1 1 0 0,1-1-1 0 0,-1 0 0 0 0,1 0 0 0 0,0 1 1 0 0,1-1-1 0 0,-1 0 0 0 0,1 0 0 0 0,3 6 0 0 0,-3-9-12 0 0,-1-1-1 0 0,1 0 1 0 0,-1 0-1 0 0,1 0 0 0 0,0 0 1 0 0,0 0-1 0 0,0 0 1 0 0,0 0-1 0 0,0-1 0 0 0,0 1 1 0 0,0-1-1 0 0,0 1 1 0 0,1-1-1 0 0,-1 0 0 0 0,4 2 1 0 0,-1-2-4 0 0,0 0 1 0 0,1 0-1 0 0,-1 0 1 0 0,0 0 0 0 0,0-1-1 0 0,0 0 1 0 0,9-1-1 0 0,-1-1-8 0 0,1 0 0 0 0,-1-1 0 0 0,0-1 0 0 0,0 0 0 0 0,15-7-1 0 0,-14 4-7 0 0,-1 0 0 0 0,0-1-1 0 0,0 0 1 0 0,-1-1-1 0 0,0 0 1 0 0,-1-1 0 0 0,0 0-1 0 0,-1-1 1 0 0,1 0-1 0 0,9-16 1 0 0,-7 8-3 0 0,-1-1 0 0 0,-1 0-1 0 0,-1-1 1 0 0,-1-1 0 0 0,13-43 0 0 0,3-39-20 0 0,-19 89-13 0 0,-5 24 3 0 0,-6 28 42 0 0,-12 46 63 0 0,7-43 11 0 0,2 0-1 0 0,2 0 1 0 0,-1 81 0 0 0,7-116-64 0 0,1-1 0 0 0,-1 1 0 0 0,1-1 0 0 0,0 1 0 0 0,0-1 0 0 0,3 7 0 0 0,-3-10-13 0 0,-1 0 0 0 0,1 1-1 0 0,0-1 1 0 0,-1 0 0 0 0,1 0-1 0 0,0 1 1 0 0,0-1 0 0 0,0 0-1 0 0,0 0 1 0 0,0 0-1 0 0,0 0 1 0 0,0 0 0 0 0,0 0-1 0 0,1-1 1 0 0,-1 1 0 0 0,0 0-1 0 0,0 0 1 0 0,1-1-1 0 0,-1 1 1 0 0,0-1 0 0 0,1 1-1 0 0,-1-1 1 0 0,1 0 0 0 0,-1 0-1 0 0,1 1 1 0 0,-1-1-1 0 0,3 0 1 0 0,8-2-257 0 0,-1 0 0 0 0,0-1 0 0 0,1 0 0 0 0,-1-1 0 0 0,0 0 0 0 0,-1-1 0 0 0,1 0 0 0 0,-1-1 0 0 0,0 0 0 0 0,0 0-1 0 0,-1-1 1 0 0,15-13 0 0 0,-5 2-580 0 0,0-1 0 0 0,-1-1 0 0 0,-1-1-1 0 0,25-37 1 0 0,-14 9-1485 0 0,1-2-522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1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146 291 3248 0 0,'7'-29'999'0'0,"-1"-1"-1"0"0,-2 0 0 0 0,-1 0 0 0 0,-1 0 1 0 0,-2 0-1 0 0,-5-46 0 0 0,4 69-803 0 0,1 4-125 0 0,0 1 1 0 0,0-1 0 0 0,-1 1 0 0 0,1-1 0 0 0,-1 1 0 0 0,0 0-1 0 0,1-1 1 0 0,-1 1 0 0 0,0 0 0 0 0,-2-3 0 0 0,2 6-38 0 0,-1 1 0 0 0,1-1 0 0 0,0 0 0 0 0,-1 1 0 0 0,1-1 0 0 0,0 0 0 0 0,0 1 0 0 0,0-1 0 0 0,0 1 0 0 0,0 0 0 0 0,0 2 0 0 0,-19 51 666 0 0,-19 84-1 0 0,-1 60-296 0 0,32-151-288 0 0,-4 16 36 0 0,2 1 0 0 0,0 117 0 0 0,10-182-155 0 0,0 18-275 0 0,1 0 0 0 0,7 31 1 0 0,-8-46-38 0 0,1 1 0 0 0,0-1 1 0 0,0 0-1 0 0,0 0 1 0 0,0 0-1 0 0,0 0 1 0 0,0 0-1 0 0,1 0 0 0 0,0 0 1 0 0,-1 0-1 0 0,1 0 1 0 0,0-1-1 0 0,0 1 0 0 0,1-1 1 0 0,-1 1-1 0 0,0-1 1 0 0,1 0-1 0 0,0 0 1 0 0,-1 0-1 0 0,1 0 0 0 0,0-1 1 0 0,6 3-1 0 0,6-1-3122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36 161 1220 0 0,'5'-20'2619'0'0,"-1"-1"0"0"0,0 1 0 0 0,0-34 0 0 0,-4 45-1483 0 0,-2 15-260 0 0,-1 3-800 0 0,-9 30 234 0 0,2 0 1 0 0,1 1 0 0 0,2 0-1 0 0,-2 61 1 0 0,8-93-279 0 0,2 1 1 0 0,-1-1-1 0 0,1 1 1 0 0,1-1-1 0 0,3 12 1 0 0,-5-18-76 0 0,1 1 1 0 0,0-1-1 0 0,-1 0 1 0 0,1 0 0 0 0,0 0-1 0 0,1-1 1 0 0,-1 1 0 0 0,0 0-1 0 0,0 0 1 0 0,1 0-1 0 0,-1-1 1 0 0,1 1 0 0 0,-1-1-1 0 0,1 1 1 0 0,0-1 0 0 0,0 0-1 0 0,0 0 1 0 0,0 0-1 0 0,-1 0 1 0 0,1 0 0 0 0,1 0-1 0 0,-1 0 1 0 0,0 0 0 0 0,0-1-1 0 0,0 1 1 0 0,0-1-1 0 0,0 0 1 0 0,4 1 0 0 0,2-2-196 0 0,0 1 0 0 0,-1-1 1 0 0,1 0-1 0 0,-1-1 0 0 0,0 0 1 0 0,1 0-1 0 0,-1 0 0 0 0,0-1 1 0 0,0 0-1 0 0,11-7 0 0 0,-7 3-200 0 0,-1-1 0 0 0,0 0-1 0 0,-1 0 1 0 0,1-1-1 0 0,14-19 1 0 0,-7 5 437 0 0,-1-1 0 0 0,-2 0 0 0 0,0-1 0 0 0,-1-1 0 0 0,10-31 0 0 0,-1-11 2086 0 0,-21 66-1756 0 0,-7 20 357 0 0,-5 19-172 0 0,2 0 1 0 0,1 1-1 0 0,1 0 1 0 0,0 43-1 0 0,6-72-461 0 0,1 0 1 0 0,1 1-1 0 0,-1-1 1 0 0,2 0-1 0 0,-1 0 0 0 0,5 14 1 0 0,-5-20-39 0 0,0-1 0 0 0,0 1 0 0 0,0-1 0 0 0,0 1 1 0 0,0-1-1 0 0,1 1 0 0 0,-1-1 0 0 0,1 0 0 0 0,-1 1 0 0 0,1-1 0 0 0,0 0 0 0 0,0 0 1 0 0,0 0-1 0 0,0-1 0 0 0,0 1 0 0 0,1 0 0 0 0,-1-1 0 0 0,0 0 0 0 0,1 1 0 0 0,-1-1 1 0 0,1 0-1 0 0,0 0 0 0 0,-1 0 0 0 0,6 0 0 0 0,-3-1-9 0 0,-1 1-1 0 0,1-2 1 0 0,0 1 0 0 0,0-1-1 0 0,0 1 1 0 0,-1-1 0 0 0,1 0-1 0 0,0-1 1 0 0,-1 1 0 0 0,1-1-1 0 0,-1 0 1 0 0,1 0 0 0 0,-1-1-1 0 0,0 1 1 0 0,0-1 0 0 0,0 0-1 0 0,0 0 1 0 0,-1 0 0 0 0,1-1-1 0 0,5-6 1 0 0,1-3-22 0 0,-1 0 1 0 0,0 0-1 0 0,-1-1 0 0 0,12-26 0 0 0,-12 22-6 0 0,-1-1-1 0 0,0-1 1 0 0,-2 1 0 0 0,5-34 0 0 0,-8 42 19 0 0,-1 0 0 0 0,0 0 0 0 0,-1 0 0 0 0,-1 0 0 0 0,0 0 1 0 0,0 0-1 0 0,-1 0 0 0 0,0 0 0 0 0,-1 0 0 0 0,-5-12 0 0 0,8 21 4 0 0,-1-1 0 0 0,-1 1 0 0 0,1-1 0 0 0,0 1 0 0 0,0 0-1 0 0,-1-1 1 0 0,0 1 0 0 0,1 0 0 0 0,-1 0 0 0 0,0 0 0 0 0,0 0 0 0 0,0 0-1 0 0,0 0 1 0 0,0 1 0 0 0,-1-1 0 0 0,1 1 0 0 0,0-1 0 0 0,-1 1-1 0 0,1 0 1 0 0,-1 0 0 0 0,1 0 0 0 0,-1 0 0 0 0,0 1 0 0 0,1-1-1 0 0,-1 1 1 0 0,0-1 0 0 0,0 1 0 0 0,1 0 0 0 0,-1 0 0 0 0,0 0 0 0 0,0 1-1 0 0,1-1 1 0 0,-1 1 0 0 0,0-1 0 0 0,1 1 0 0 0,-1 0 0 0 0,-4 2-1 0 0,-4 2 5 0 0,1 0 0 0 0,-1 1 0 0 0,1 1-1 0 0,0-1 1 0 0,0 2 0 0 0,1-1 0 0 0,-11 12-1 0 0,7-5 16 0 0,1-1 0 0 0,1 2 0 0 0,0 0 0 0 0,1 0 0 0 0,-17 33-1 0 0,23-40-293 0 0,1 1-1 0 0,0-1 1 0 0,0 1 0 0 0,0-1-1 0 0,1 1 1 0 0,0 0-1 0 0,1 0 1 0 0,0 0-1 0 0,1 0 1 0 0,-1 0-1 0 0,2 0 1 0 0,-1 0-1 0 0,1 0 1 0 0,3 10-1 0 0,8 7-4493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1680 0 0,'49'-55'8994'0'0,"-48"54"-8576"0"0,-1 0-368 0 0,1 1 1 0 0,-1 0 0 0 0,1-1-1 0 0,-1 1 1 0 0,1 0 0 0 0,-1-1-1 0 0,1 1 1 0 0,-1 0-1 0 0,1 0 1 0 0,-1 0 0 0 0,1-1-1 0 0,-1 1 1 0 0,1 0 0 0 0,-1 0-1 0 0,1 0 1 0 0,-1 0 0 0 0,1 0-1 0 0,-1 0 1 0 0,1 0 0 0 0,0 0-1 0 0,0 0 1 0 0,1 5 131 0 0,1 1 0 0 0,-1-1 0 0 0,0 0 1 0 0,-1 1-1 0 0,1-1 0 0 0,-1 1 0 0 0,0-1 1 0 0,0 1-1 0 0,-1-1 0 0 0,0 1 0 0 0,0 0 1 0 0,0-1-1 0 0,-1 1 0 0 0,-1 5 0 0 0,-2 15 269 0 0,-12 40 0 0 0,-15 50 367 0 0,31-115-738 0 0,1-2-77 0 0,0-1 1 0 0,0 1-1 0 0,0-1 1 0 0,0 0 0 0 0,0 0-1 0 0,0 0 1 0 0,-1 1-1 0 0,1-1 1 0 0,0-3-1 0 0,0 1 3 0 0,2-2-7 0 0,81-185-97 0 0,-71 167 77 0 0,1 1 0 0 0,1 0-1 0 0,1 1 1 0 0,0 0 0 0 0,33-31 0 0 0,-43 46 14 0 0,-4 5 4 0 0,0 0 1 0 0,0 0-1 0 0,0 0 0 0 0,1 0 1 0 0,-1 1-1 0 0,1-1 0 0 0,-1 0 1 0 0,1 1-1 0 0,0 0 0 0 0,-1 0 1 0 0,1-1-1 0 0,0 2 0 0 0,0-1 1 0 0,0 0-1 0 0,0 0 0 0 0,2 1 1 0 0,-3-1 1 0 0,1 1 1 0 0,-1-1-1 0 0,0 1 1 0 0,0 0-1 0 0,0 0 1 0 0,0 0-1 0 0,0 0 1 0 0,0 0-1 0 0,0 0 1 0 0,0 1-1 0 0,0-1 1 0 0,0 1-1 0 0,0-1 1 0 0,0 1-1 0 0,0 0 1 0 0,0-1-1 0 0,0 1 1 0 0,0 0 0 0 0,0 1-1 0 0,-1-1 1 0 0,4 2-1 0 0,-3 0 11 0 0,0 0-1 0 0,0 0 1 0 0,0 0 0 0 0,0 0-1 0 0,0 0 1 0 0,-1 0 0 0 0,1 0-1 0 0,-1 0 1 0 0,0 1 0 0 0,0-1-1 0 0,1 7 1 0 0,0 5 56 0 0,-1 1 1 0 0,-1-1 0 0 0,0 1 0 0 0,-4 27-1 0 0,-9 33 180 0 0,7-49-156 0 0,1 1 0 0 0,2 0 0 0 0,-1 55 0 0 0,4-82-87 0 0,0 0 1 0 0,0 1-1 0 0,1-1 1 0 0,-1 0 0 0 0,0 0-1 0 0,0 1 1 0 0,1-1-1 0 0,-1 0 1 0 0,1 0 0 0 0,-1 0-1 0 0,1 1 1 0 0,-1-1-1 0 0,1 0 1 0 0,0 0 0 0 0,-1 0-1 0 0,1 0 1 0 0,0 0 0 0 0,0 0-1 0 0,0 0 1 0 0,0-1-1 0 0,0 1 1 0 0,0 0 0 0 0,0 0-1 0 0,0-1 1 0 0,0 1-1 0 0,1 0 1 0 0,1 0-29 0 0,-1-1 1 0 0,1 1-1 0 0,0-1 1 0 0,-1 0-1 0 0,1 0 0 0 0,0 0 1 0 0,-1 0-1 0 0,1 0 1 0 0,0-1-1 0 0,-1 1 0 0 0,5-2 1 0 0,4-2-426 0 0,0 0 0 0 0,-1-1 0 0 0,0 0-1 0 0,17-11 1 0 0,-17 9-589 0 0,-1 0 0 0 0,-1-1 0 0 0,1 0 0 0 0,-1 0 0 0 0,-1-1 0 0 0,1 0 0 0 0,9-17 0 0 0,-1 0-3342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2264 0 0,'-84'10'7208'0'0,"50"-5"-3912"0"0,-43 1 1 0 0,67 0-4502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58 568 0 0,'-116'53'10226'0'0,"113"-52"-9846"0"0,3-1-357 0 0,0 1 0 0 0,0-1 0 0 0,1 0 0 0 0,-1 1 0 0 0,0-1 0 0 0,0 1 0 0 0,0-1 0 0 0,0 1 0 0 0,0-1 0 0 0,0 0 0 0 0,1 1 0 0 0,-1-1 0 0 0,0 0 0 0 0,0 1 0 0 0,1-1 0 0 0,-1 0 0 0 0,0 1 0 0 0,0-1 0 0 0,1 0 0 0 0,-1 1 0 0 0,0-1 0 0 0,1 0 0 0 0,-1 0 0 0 0,1 1 0 0 0,-1-1 0 0 0,0 0 0 0 0,1 0 0 0 0,-1 0 0 0 0,1 0 0 0 0,-1 0 0 0 0,0 1 0 0 0,1-1 0 0 0,0 0 0 0 0,15 0 155 0 0,-13-1-155 0 0,38-3 123 0 0,76-20 0 0 0,-51 8-540 0 0,174-39-5281 0 0,-150 33 1699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197 625 2992 0 0,'-66'29'4332'0'0,"-62"22"2258"0"0,126-50-6329 0 0,1-11 70 0 0,2 8-310 0 0,0-1 0 0 0,-1 1 1 0 0,1 0-1 0 0,0 0 0 0 0,1 0 0 0 0,-1 0 0 0 0,0 0 1 0 0,1 0-1 0 0,-1 0 0 0 0,1 1 0 0 0,2-4 0 0 0,26-19 83 0 0,-19 15-58 0 0,20-15 1 0 0,223-188 34 0 0,-203 165-118 0 0,-2-3 0 0 0,73-96 0 0 0,-119 141 33 0 0,37-55-15 0 0,-37 54 14 0 0,0 1-1 0 0,0-1 1 0 0,-1 0 0 0 0,0 1-1 0 0,0-1 1 0 0,0 0-1 0 0,-1-1 1 0 0,0 1-1 0 0,0-7 1 0 0,-1 12 3 0 0,1 0 0 0 0,-1 0 0 0 0,0 0 0 0 0,0 0 0 0 0,0 0 0 0 0,-1 0 0 0 0,1 0-1 0 0,0 0 1 0 0,0 0 0 0 0,0 0 0 0 0,-1 0 0 0 0,1 0 0 0 0,-1 0 0 0 0,1 0 0 0 0,-1 0 0 0 0,1 0 0 0 0,-1 0 0 0 0,1 0 0 0 0,-1 0 0 0 0,0 1 0 0 0,1-1 0 0 0,-1 0-1 0 0,0 1 1 0 0,-1-2 0 0 0,1 1 0 0 0,-1 1 1 0 0,1 0-1 0 0,-1 0 0 0 0,1-1 0 0 0,0 1 0 0 0,-1 0 0 0 0,1 0 0 0 0,-1 0 0 0 0,1 0 0 0 0,0 1 0 0 0,-1-1 0 0 0,1 0 0 0 0,0 1 0 0 0,-1-1 1 0 0,-1 1-1 0 0,-4 2-3 0 0,1 1 0 0 0,-1-1 0 0 0,1 1 0 0 0,0 0 0 0 0,-9 8 0 0 0,10-7 6 0 0,0 0 0 0 0,0 0 1 0 0,0 1-1 0 0,1 0 0 0 0,0 0 0 0 0,0 0 1 0 0,0 0-1 0 0,1 0 0 0 0,0 1 0 0 0,0-1 1 0 0,0 1-1 0 0,1 0 0 0 0,0 0 0 0 0,1 0 1 0 0,-1 0-1 0 0,0 14 0 0 0,3-12 9 0 0,0 0 0 0 0,0-1-1 0 0,0 1 1 0 0,1 0 0 0 0,0 0 0 0 0,1 0 0 0 0,0-1-1 0 0,0 0 1 0 0,1 1 0 0 0,0-1 0 0 0,1 0-1 0 0,-1-1 1 0 0,7 8 0 0 0,40 46 23 0 0,-34-42 2 0 0,-1 0 0 0 0,22 34 0 0 0,-37-52 25 0 0,0 1-1 0 0,0 0 1 0 0,0 0-1 0 0,0-1 1 0 0,0 1-1 0 0,-1 0 1 0 0,1 0-1 0 0,-1 0 1 0 0,1 0-1 0 0,-1 0 1 0 0,1 0-1 0 0,-1 0 1 0 0,0 0-1 0 0,0 1 1 0 0,0-1-1 0 0,0 0 1 0 0,-1 0-1 0 0,1 0 1 0 0,0 0-1 0 0,-1 0 1 0 0,0 0-1 0 0,-1 3 1 0 0,0-2 22 0 0,0-1 0 0 0,0 1 0 0 0,0 0 1 0 0,0-1-1 0 0,-1 0 0 0 0,1 1 1 0 0,-1-1-1 0 0,0 0 0 0 0,0 0 0 0 0,0-1 1 0 0,0 1-1 0 0,-5 1 0 0 0,-6 3 89 0 0,-1-1 0 0 0,-1-1 1 0 0,1-1-1 0 0,-28 4 0 0 0,35-7-167 0 0,-43 4 190 0 0,47-4-226 0 0,1 0 0 0 0,0 0 0 0 0,0 0 0 0 0,-1-1 0 0 0,1 1 0 0 0,0-1 1 0 0,0 1-1 0 0,0-1 0 0 0,0 0 0 0 0,0-1 0 0 0,-4-1 0 0 0,7 3-67 0 0,-1-1 0 0 0,0 0 0 0 0,1 0-1 0 0,-1 1 1 0 0,1-1 0 0 0,-1 0 0 0 0,1 0 0 0 0,-1 0 0 0 0,1 1-1 0 0,-1-1 1 0 0,1 0 0 0 0,0 0 0 0 0,-1 0 0 0 0,1 0 0 0 0,0 0-1 0 0,0 0 1 0 0,0 0 0 0 0,0 0 0 0 0,0 0 0 0 0,0 0 0 0 0,0 0 0 0 0,0 0-1 0 0,0 0 1 0 0,1 0 0 0 0,-1 0 0 0 0,0 1 0 0 0,1-3 0 0 0,12-23-3118 0 0,-12 24 2723 0 0,11-17-3318 0 0,4-3-1628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3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42 1464 0 0,'0'0'2026'0'0,"3"14"2167"0"0,-12 13-1212 0 0,5-15-2151 0 0,0 0 0 0 0,-4 19 0 0 0,8-27-766 0 0,-1-1 1 0 0,1 1-1 0 0,0 0 1 0 0,0 0-1 0 0,0-1 0 0 0,1 1 1 0 0,-1 0-1 0 0,1-1 0 0 0,0 1 1 0 0,0-1-1 0 0,0 1 1 0 0,0-1-1 0 0,3 5 0 0 0,-3-6-44 0 0,1 0-1 0 0,0 0 0 0 0,0 0 0 0 0,-1-1 1 0 0,1 1-1 0 0,1-1 0 0 0,-1 1 0 0 0,0-1 1 0 0,0 0-1 0 0,0 0 0 0 0,1 1 1 0 0,-1-2-1 0 0,0 1 0 0 0,1 0 0 0 0,-1 0 1 0 0,1-1-1 0 0,-1 0 0 0 0,1 1 0 0 0,-1-1 1 0 0,1 0-1 0 0,0 0 0 0 0,-1 0 1 0 0,1 0-1 0 0,-1-1 0 0 0,1 1 0 0 0,2-2 1 0 0,0 1-11 0 0,0 0 0 0 0,0 0 0 0 0,0 0 0 0 0,-1-1 0 0 0,1 0 1 0 0,0 0-1 0 0,-1 0 0 0 0,1-1 0 0 0,-1 1 0 0 0,0-1 0 0 0,0 0 1 0 0,6-6-1 0 0,-6 4-9 0 0,-1 0 1 0 0,0 0-1 0 0,-1 0 1 0 0,1 0-1 0 0,-1 0 1 0 0,0-1-1 0 0,0 1 1 0 0,-1 0-1 0 0,0-1 1 0 0,0 0-1 0 0,0 1 1 0 0,-1-1-1 0 0,1 0 1 0 0,-1 1-1 0 0,-1-1 1 0 0,1 0-1 0 0,-2-8 1 0 0,1 10-3 0 0,1 1 0 0 0,-1-1 0 0 0,0 1 0 0 0,0-1 0 0 0,-1 1 0 0 0,1-1 0 0 0,-1 1 0 0 0,1 0 0 0 0,-1-1 0 0 0,0 1 0 0 0,0 0 0 0 0,-1 0 0 0 0,1 0 0 0 0,0 1 0 0 0,-1-1 0 0 0,0 1 0 0 0,0-1 0 0 0,0 1-1 0 0,0 0 1 0 0,0 0 0 0 0,0 0 0 0 0,0 0 0 0 0,-1 1 0 0 0,1-1 0 0 0,0 1 0 0 0,-8-2 0 0 0,6 3 4 0 0,0 0 0 0 0,0 0 0 0 0,0 0-1 0 0,0 1 1 0 0,1 0 0 0 0,-1 0 0 0 0,0 0-1 0 0,0 0 1 0 0,1 1 0 0 0,-1 0 0 0 0,1 0 0 0 0,-1 0-1 0 0,1 1 1 0 0,-6 3 0 0 0,-3 4 8 0 0,1-1 0 0 0,0 1-1 0 0,-11 13 1 0 0,6-4 53 0 0,1 0 0 0 0,0 2 0 0 0,-12 21 0 0 0,20-29-29 0 0,1 0 1 0 0,1-1-1 0 0,0 2 1 0 0,1-1-1 0 0,0 1 1 0 0,-4 25-1 0 0,8-33-20 0 0,0-1 0 0 0,1 0-1 0 0,0 0 1 0 0,0 0 0 0 0,0 0 0 0 0,0 0-1 0 0,1 1 1 0 0,0-1 0 0 0,0 0 0 0 0,1 0 0 0 0,-1 0-1 0 0,1-1 1 0 0,0 1 0 0 0,0 0 0 0 0,1-1-1 0 0,-1 1 1 0 0,1-1 0 0 0,5 6 0 0 0,-4-5-33 0 0,1-1 0 0 0,0 0 1 0 0,0 0-1 0 0,0 0 0 0 0,0 0 1 0 0,1-1-1 0 0,0 0 0 0 0,-1 0 0 0 0,1-1 1 0 0,0 0-1 0 0,0 0 0 0 0,1 0 1 0 0,-1-1-1 0 0,9 2 0 0 0,3-1-470 0 0,1-2 0 0 0,0 1 0 0 0,-1-2 0 0 0,1 0 0 0 0,36-9 0 0 0,-27 4-2029 0 0,37-16 0 0 0,-14 1-2297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3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187 100 964 0 0,'0'-99'11442'0'0,"-12"105"-10372"0"0,8-1-866 0 0,0-1 1 0 0,1 1-1 0 0,-1 0 1 0 0,1 1-1 0 0,0-1 1 0 0,1 0-1 0 0,-1 1 1 0 0,-2 8-1 0 0,-1 3 141 0 0,-23 56 283 0 0,3 1-1 0 0,4 2 1 0 0,3 0 0 0 0,-15 130-1 0 0,32-190-608 0 0,-1 7 102 0 0,0 32 0 0 0,3-50-150 0 0,0 0-1 0 0,1 1 1 0 0,-1-1-1 0 0,1 0 1 0 0,0 0-1 0 0,1 0 1 0 0,-1 0 0 0 0,1 0-1 0 0,0 0 1 0 0,0 0-1 0 0,5 8 1 0 0,-6-11-123 0 0,1-1 0 0 0,-1 0 0 0 0,0 1 0 0 0,0-1-1 0 0,1 0 1 0 0,-1 0 0 0 0,1 0 0 0 0,-1 0 0 0 0,1 0 0 0 0,-1-1 0 0 0,1 1 0 0 0,-1 0-1 0 0,1-1 1 0 0,0 1 0 0 0,-1-1 0 0 0,1 0 0 0 0,0 1 0 0 0,-1-1 0 0 0,1 0 0 0 0,0 0-1 0 0,0 0 1 0 0,2 0 0 0 0,23-9-5916 0 0,-9 0-668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151 103 2472 0 0,'-148'32'12885'0'0,"145"-31"-12067"0"0,22-6-261 0 0,222-62-1282 0 0,-81 19-6928 0 0,-107 32 1703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4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361 548 2276 0 0,'-9'0'956'0'0,"-1"0"-1"0"0,0 1 1 0 0,0 0 0 0 0,0 1-1 0 0,-12 3 1 0 0,17-3-756 0 0,0 0 0 0 0,0 0 1 0 0,0 1-1 0 0,1-1 0 0 0,-1 1 0 0 0,1 0 0 0 0,0 0 0 0 0,0 0 1 0 0,0 1-1 0 0,0 0 0 0 0,1 0 0 0 0,-4 4 0 0 0,-4 6 347 0 0,1 1-1 0 0,-14 27 0 0 0,21-35-455 0 0,-1 0-1 0 0,1 1 1 0 0,1 0-1 0 0,0 0 1 0 0,0 0-1 0 0,0 0 1 0 0,1 0-1 0 0,0 9 1 0 0,1-14-68 0 0,0-1 1 0 0,0 0 0 0 0,0 0-1 0 0,1 0 1 0 0,-1 0-1 0 0,1 0 1 0 0,0 0-1 0 0,0 0 1 0 0,-1 0 0 0 0,1 0-1 0 0,0 0 1 0 0,1 0-1 0 0,-1 0 1 0 0,0 0-1 0 0,1-1 1 0 0,-1 1 0 0 0,1 0-1 0 0,-1-1 1 0 0,1 0-1 0 0,-1 1 1 0 0,1-1-1 0 0,0 0 1 0 0,0 0 0 0 0,0 0-1 0 0,0 0 1 0 0,0 0-1 0 0,0 0 1 0 0,0 0-1 0 0,0-1 1 0 0,0 1-1 0 0,0-1 1 0 0,0 0 0 0 0,1 1-1 0 0,1-1 1 0 0,9 1 40 0 0,-1-1 0 0 0,1 0 0 0 0,-1 0 0 0 0,18-4 0 0 0,-7 1-32 0 0,-1-2 0 0 0,1 0 0 0 0,-1-1 0 0 0,-1-1 0 0 0,0-2 0 0 0,0 0 0 0 0,0-1 0 0 0,19-12 1 0 0,-33 16-24 0 0,1 1 1 0 0,-1-1 0 0 0,-1 0-1 0 0,1 0 1 0 0,-1 0 0 0 0,0-1 0 0 0,-1 0-1 0 0,1-1 1 0 0,-1 1 0 0 0,4-9-1 0 0,-7 9-7 0 0,1 0-1 0 0,-1 1 1 0 0,0-1-1 0 0,0 0 0 0 0,-1 0 1 0 0,0 0-1 0 0,0 0 1 0 0,-1 0-1 0 0,0 0 0 0 0,0 0 1 0 0,-1 0-1 0 0,1 0 1 0 0,-2 0-1 0 0,-1-9 0 0 0,1 10-1 0 0,0-1 0 0 0,0 1 0 0 0,-1 0 0 0 0,1 0 0 0 0,-1 0 0 0 0,-1 0 0 0 0,1 1 0 0 0,-1-1 0 0 0,0 1 0 0 0,0 0-1 0 0,0 0 1 0 0,-1 0 0 0 0,0 1 0 0 0,0-1 0 0 0,0 1 0 0 0,0 0 0 0 0,-1 1 0 0 0,1 0 0 0 0,-1-1 0 0 0,0 2 0 0 0,0-1 0 0 0,-10-2 0 0 0,6 2 0 0 0,0 1 0 0 0,0 1 0 0 0,0-1 0 0 0,0 2 0 0 0,-1-1 0 0 0,1 2 0 0 0,0-1 0 0 0,-1 1 0 0 0,1 1 0 0 0,0 0 0 0 0,0 0 1 0 0,0 1-1 0 0,-15 6 0 0 0,3 1 14 0 0,1 1 1 0 0,0 1-1 0 0,1 1 1 0 0,1 0-1 0 0,-33 30 1 0 0,40-33-7 0 0,2 1 1 0 0,-1 0-1 0 0,1 1 0 0 0,1 0 1 0 0,0 1-1 0 0,1 0 0 0 0,1 0 0 0 0,-1 1 1 0 0,2 0-1 0 0,-5 15 0 0 0,9-26-4 0 0,1 0-1 0 0,0 0 0 0 0,1 1 0 0 0,-1-1 0 0 0,1 0 1 0 0,-1 0-1 0 0,1 0 0 0 0,0 1 0 0 0,0-1 0 0 0,0 0 1 0 0,0 0-1 0 0,1 1 0 0 0,0-1 0 0 0,-1 0 0 0 0,1 0 1 0 0,0 0-1 0 0,0 0 0 0 0,1 0 0 0 0,-1 0 0 0 0,1 0 1 0 0,-1 0-1 0 0,1-1 0 0 0,0 1 0 0 0,0-1 0 0 0,0 1 1 0 0,0-1-1 0 0,1 0 0 0 0,-1 1 0 0 0,1-1 0 0 0,-1 0 1 0 0,1-1-1 0 0,0 1 0 0 0,-1 0 0 0 0,1-1 0 0 0,0 0 1 0 0,0 1-1 0 0,0-1 0 0 0,1 0 0 0 0,-1-1 1 0 0,4 2-1 0 0,12 0-3 0 0,0 0 0 0 0,0-1 0 0 0,0-1 0 0 0,0-1 0 0 0,36-6 0 0 0,92-30-60 0 0,-83 17 33 0 0,0-2-1 0 0,-2-4 0 0 0,-1-2 0 0 0,-2-3 1 0 0,83-55-1 0 0,-109 61 2 0 0,0-1 0 0 0,-2-2 0 0 0,55-62 0 0 0,-67 66 18 0 0,0-1 0 0 0,-2-1-1 0 0,-1-1 1 0 0,-2 0 0 0 0,0 0 0 0 0,10-31 0 0 0,-17 38-40 0 0,6-32 0 0 0,-12 47 41 0 0,0 0 0 0 0,0-1 0 0 0,-1 1 0 0 0,0 0 0 0 0,1 0 0 0 0,-2 0 0 0 0,1-1 0 0 0,-1 1 0 0 0,1 0-1 0 0,-2 0 1 0 0,-2-9 0 0 0,4 14 8 0 0,0 0 0 0 0,0-1 0 0 0,0 1 0 0 0,-1 0-1 0 0,1-1 1 0 0,0 1 0 0 0,0 0 0 0 0,-1-1 0 0 0,1 1-1 0 0,0 0 1 0 0,0-1 0 0 0,-1 1 0 0 0,1 0 0 0 0,-1 0 0 0 0,1-1-1 0 0,0 1 1 0 0,-1 0 0 0 0,1 0 0 0 0,0 0 0 0 0,-1 0-1 0 0,1-1 1 0 0,-1 1 0 0 0,1 0 0 0 0,0 0 0 0 0,-1 0 0 0 0,1 0-1 0 0,-1 0 1 0 0,1 0 0 0 0,-1 0 0 0 0,1 0 0 0 0,-1 0-1 0 0,-13 9 60 0 0,-10 16 54 0 0,-1 13-48 0 0,2 1-1 0 0,2 2 1 0 0,-25 61 0 0 0,-141 409 736 0 0,31 14-257 0 0,132-440-498 0 0,-132 365 329 0 0,133-398-280 0 0,-57 96 0 0 0,69-131-76 0 0,0-1 0 0 0,-1-1 0 0 0,0 0 0 0 0,-1-1 0 0 0,-1 0 0 0 0,0-1 0 0 0,-1-1 0 0 0,-1 0 0 0 0,-24 14 0 0 0,34-23-15 0 0,1 0 0 0 0,-1 0 0 0 0,0-1 1 0 0,-1 0-1 0 0,1 0 0 0 0,0 0 1 0 0,-1-1-1 0 0,1 0 0 0 0,0 0 1 0 0,-1 0-1 0 0,1-1 0 0 0,-1 0 1 0 0,1-1-1 0 0,-1 1 0 0 0,1-1 1 0 0,-1 0-1 0 0,1-1 0 0 0,0 0 1 0 0,-1 0-1 0 0,1 0 0 0 0,0-1 0 0 0,0 1 1 0 0,1-1-1 0 0,-1-1 0 0 0,1 1 1 0 0,-1-1-1 0 0,1 0 0 0 0,0 0 1 0 0,1-1-1 0 0,-1 0 0 0 0,1 1 1 0 0,-1-1-1 0 0,2-1 0 0 0,-5-5 1 0 0,1 0-14 0 0,1-1-1 0 0,0-1 1 0 0,1 1 0 0 0,0-1 0 0 0,1 0 0 0 0,1 0 0 0 0,0 0 0 0 0,-2-22 0 0 0,3 15-8 0 0,2 1 1 0 0,0-1-1 0 0,2 0 0 0 0,0 0 1 0 0,6-25-1 0 0,2 9-3 0 0,1 1 0 0 0,2 0 1 0 0,1 1-1 0 0,2 1 0 0 0,37-60 0 0 0,-23 50 10 0 0,2 2-1 0 0,2 0 0 0 0,1 3 0 0 0,2 1 1 0 0,2 1-1 0 0,1 2 0 0 0,1 2 1 0 0,2 2-1 0 0,1 2 0 0 0,2 2 0 0 0,0 1 1 0 0,2 3-1 0 0,0 2 0 0 0,2 2 1 0 0,90-21-1 0 0,-108 33-191 0 0,0 2 1 0 0,0 1-1 0 0,64 1 0 0 0,-73 4-648 0 0,0 1 1 0 0,0 1-1 0 0,34 10 0 0 0,-9 0-4317 0 0,-28-7 189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5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1080 1808 0 0,'-37'8'3381'0'0,"25"-5"-2011"0"0,0 0-1 0 0,-1-1 1 0 0,-17 1 0 0 0,30-3-1336 0 0,-1 0-1 0 0,1 0 0 0 0,-1 0 1 0 0,1 0-1 0 0,-1 0 0 0 0,0 0 1 0 0,1 0-1 0 0,-1 0 1 0 0,1 0-1 0 0,-1 0 0 0 0,0 0 1 0 0,1 0-1 0 0,-1 0 0 0 0,1-1 1 0 0,-1 1-1 0 0,1 0 0 0 0,-1 0 1 0 0,1-1-1 0 0,-1 1 1 0 0,1 0-1 0 0,-1-1 0 0 0,1 1 1 0 0,-1-1-1 0 0,1 1 0 0 0,0 0 1 0 0,-1-1-1 0 0,1 0 0 0 0,0 0-11 0 0,0 1 0 0 0,0-1 0 0 0,0 0 0 0 0,0 0 0 0 0,0 0 0 0 0,0 1 0 0 0,0-1 0 0 0,1 0 0 0 0,-1 0 0 0 0,0 1 0 0 0,1-1 0 0 0,-1 0 0 0 0,0 0-1 0 0,1 1 1 0 0,-1-1 0 0 0,1 1 0 0 0,0-2 0 0 0,34-30 120 0 0,-28 25-41 0 0,134-127-30 0 0,-117 108-87 0 0,-1-1 0 0 0,-1-2 0 0 0,26-44-1 0 0,-10-1-13 0 0,-3-1-1 0 0,-4-1 1 0 0,-3-2 0 0 0,-3-1-1 0 0,-4-1 1 0 0,12-84-1 0 0,-29 140 5 0 0,-1 14 19 0 0,-1 0-1 0 0,0 0 1 0 0,-1 0 0 0 0,0 0 0 0 0,-1 0 0 0 0,0 0 0 0 0,-2-16 0 0 0,1 25 8 0 0,1 1 1 0 0,-1-1-1 0 0,1 1 0 0 0,-1 0 1 0 0,1-1-1 0 0,-1 1 0 0 0,1 0 1 0 0,-1-1-1 0 0,0 1 0 0 0,1 0 1 0 0,-1 0-1 0 0,1 0 1 0 0,-1 0-1 0 0,0 0 0 0 0,1 0 1 0 0,-1-1-1 0 0,0 2 0 0 0,1-1 1 0 0,-1 0-1 0 0,0 0 1 0 0,1 0-1 0 0,-1 0 0 0 0,0 0 1 0 0,1 0-1 0 0,-1 1 0 0 0,1-1 1 0 0,-1 0-1 0 0,0 0 0 0 0,1 1 1 0 0,-1-1-1 0 0,1 0 1 0 0,-1 1-1 0 0,1-1 0 0 0,-1 1 1 0 0,0 0-1 0 0,-9 9 0 0 0,1 1-1 0 0,-1 0 0 0 0,2 0 1 0 0,-14 23-1 0 0,-24 56 7 0 0,33-62 13 0 0,-17 35 40 0 0,2 1 0 0 0,3 1 0 0 0,3 2 0 0 0,3 0 0 0 0,-16 109 0 0 0,32-152-31 0 0,2-1 0 0 0,0 0 0 0 0,4 26 0 0 0,-2-38-182 0 0,1 0 1 0 0,0 0-1 0 0,0 0 0 0 0,1-1 0 0 0,1 1 0 0 0,0-1 1 0 0,0 0-1 0 0,10 16 0 0 0,-11-22-167 0 0,-1-1 0 0 0,1 0 1 0 0,0 1-1 0 0,0-2 0 0 0,0 1 0 0 0,0 0 0 0 0,1 0 1 0 0,-1-1-1 0 0,1 0 0 0 0,0 0 0 0 0,-1 0 0 0 0,1 0 1 0 0,0 0-1 0 0,0-1 0 0 0,0 0 0 0 0,7 2 1 0 0,8-1-2970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6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62 115 2060 0 0,'7'-16'1312'0'0,"-2"4"-284"0"0,0 0-1 0 0,-1 0 1 0 0,0-1-1 0 0,-1 0 0 0 0,2-16 1 0 0,-5 29-999 0 0,0 0 1 0 0,0 0-1 0 0,0 0 0 0 0,0-1 1 0 0,0 1-1 0 0,-1 0 1 0 0,1 0-1 0 0,0-1 0 0 0,0 1 1 0 0,0 0-1 0 0,0 0 1 0 0,0-1-1 0 0,0 1 0 0 0,0 0 1 0 0,0 0-1 0 0,0-1 1 0 0,1 1-1 0 0,-1 0 0 0 0,0 0 1 0 0,0-1-1 0 0,0 1 0 0 0,0 0 1 0 0,0 0-1 0 0,0-1 1 0 0,0 1-1 0 0,0 0 0 0 0,1 0 1 0 0,-1 0-1 0 0,0-1 1 0 0,0 1-1 0 0,0 0 0 0 0,1 0 1 0 0,-1 0-1 0 0,0 0 1 0 0,0-1-1 0 0,0 1 0 0 0,1 0 1 0 0,0 12 238 0 0,-83 421 940 0 0,77-400-1115 0 0,0-1 151 0 0,-1 42 0 0 0,6-72-194 0 0,11-17-73 0 0,16-37-47 0 0,30-53-33 0 0,-50 94 90 0 0,1 0 0 0 0,1 0 0 0 0,-1 1 1 0 0,2 0-1 0 0,-1 0 0 0 0,18-12 0 0 0,-24 19 12 0 0,0 1 1 0 0,0 1-1 0 0,0-1 0 0 0,1 0 0 0 0,-1 1 1 0 0,1 0-1 0 0,-1-1 0 0 0,0 1 0 0 0,1 1 1 0 0,0-1-1 0 0,-1 0 0 0 0,1 1 0 0 0,-1 0 1 0 0,7 0-1 0 0,-8 1-1 0 0,1-1 0 0 0,0 1 0 0 0,-1-1 0 0 0,1 1 0 0 0,0 0 0 0 0,-1 0 1 0 0,0 0-1 0 0,1 1 0 0 0,-1-1 0 0 0,0 1 0 0 0,1-1 0 0 0,-1 1 0 0 0,0 0 0 0 0,0-1 0 0 0,0 1 0 0 0,0 0 0 0 0,-1 0 0 0 0,1 1 1 0 0,-1-1-1 0 0,1 0 0 0 0,1 3 0 0 0,2 6 12 0 0,0 0 1 0 0,-1 0-1 0 0,0 1 0 0 0,-1-1 1 0 0,0 1-1 0 0,2 18 0 0 0,-1 72 190 0 0,-2-18 25 0 0,-2-82-222 0 0,1 0 0 0 0,-1-1-1 0 0,0 0 1 0 0,0 1 0 0 0,1-1 0 0 0,-1 1 0 0 0,1-1-1 0 0,-1 1 1 0 0,1-1 0 0 0,0 0 0 0 0,-1 1-1 0 0,1-1 1 0 0,0 0 0 0 0,0 0 0 0 0,0 0-1 0 0,0 1 1 0 0,0-1 0 0 0,0 0 0 0 0,1 0-1 0 0,-1 0 1 0 0,0-1 0 0 0,0 1 0 0 0,1 0 0 0 0,-1 0-1 0 0,0-1 1 0 0,1 1 0 0 0,-1-1 0 0 0,1 1-1 0 0,-1-1 1 0 0,0 0 0 0 0,1 1 0 0 0,-1-1-1 0 0,1 0 1 0 0,-1 0 0 0 0,1 0 0 0 0,2 0-1 0 0,4-1-38 0 0,1 0 0 0 0,0 0 0 0 0,-1-1 0 0 0,1 0 0 0 0,9-4 0 0 0,7-3-292 0 0,-2-2 0 0 0,1 0-1 0 0,-1-2 1 0 0,-1 0 0 0 0,-1-2-1 0 0,0 0 1 0 0,0-2 0 0 0,26-27-1 0 0,-19 15 10 0 0,-1-2-1 0 0,-2-1 1 0 0,-2 0-1 0 0,37-67 1 0 0,-55 89 486 0 0,-1 0-1 0 0,0-1 1 0 0,3-12 0 0 0,-5 18-81 0 0,-1 1 0 0 0,-1 0 0 0 0,1 0 0 0 0,0 0 0 0 0,-1 0 0 0 0,0-1-1 0 0,0 1 1 0 0,0 0 0 0 0,-1 0 0 0 0,1 0 0 0 0,-2-6 0 0 0,1 10-69 0 0,1-1 1 0 0,0 1-1 0 0,0-1 0 0 0,-1 1 0 0 0,1-1 1 0 0,0 0-1 0 0,0 1 0 0 0,-1 0 1 0 0,1-1-1 0 0,-1 1 0 0 0,1-1 0 0 0,0 1 1 0 0,-1-1-1 0 0,1 1 0 0 0,-1 0 1 0 0,1-1-1 0 0,-1 1 0 0 0,1 0 1 0 0,-1-1-1 0 0,0 1 0 0 0,1 0 0 0 0,-1 0 1 0 0,1 0-1 0 0,-1-1 0 0 0,1 1 1 0 0,-1 0-1 0 0,-1 0 0 0 0,0 0 11 0 0,1 1 0 0 0,-1-1 0 0 0,1 0-1 0 0,-1 1 1 0 0,0-1 0 0 0,1 1 0 0 0,-1 0 0 0 0,1-1-1 0 0,-1 1 1 0 0,-1 1 0 0 0,-27 25 395 0 0,13-9-235 0 0,1 2 0 0 0,1 0 0 0 0,1 0 0 0 0,0 1 0 0 0,2 1 0 0 0,1 0 0 0 0,0 1 0 0 0,2 0 1 0 0,0 1-1 0 0,-5 25 0 0 0,13-43-148 0 0,0 0 1 0 0,1 1 0 0 0,-1-1-1 0 0,1 1 1 0 0,0-1 0 0 0,1 0-1 0 0,0 1 1 0 0,0-1 0 0 0,0 0-1 0 0,1 1 1 0 0,-1-1 0 0 0,6 11-1 0 0,-5-13-20 0 0,1 0 0 0 0,-1 0-1 0 0,0-1 1 0 0,1 1-1 0 0,0-1 1 0 0,0 0-1 0 0,0 0 1 0 0,0 0 0 0 0,0 0-1 0 0,1-1 1 0 0,-1 1-1 0 0,1-1 1 0 0,-1 0 0 0 0,1 0-1 0 0,0 0 1 0 0,0-1-1 0 0,0 1 1 0 0,0-1-1 0 0,0 0 1 0 0,5 1 0 0 0,1-1-108 0 0,0 0 0 0 0,0-1 0 0 0,0 0 0 0 0,0 0 1 0 0,0-1-1 0 0,-1-1 0 0 0,1 0 0 0 0,0 0 0 0 0,-1-1 0 0 0,1 0 1 0 0,12-6-1 0 0,-7 2-864 0 0,-1-1 0 0 0,0 0 0 0 0,0-1 0 0 0,-1-1 1 0 0,0 0-1 0 0,14-15 0 0 0,7-10-3100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231 164 3832 0 0,'-48'5'2383'0'0,"-132"23"5405"0"0,178-27-6827 0 0,23-8-364 0 0,388-87-1971 0 0,-231 58-987 0 0,-34 5-1440 0 0,9 1-1820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523 940 2460 0 0,'-344'88'11472'0'0,"324"-86"-10969"0"0,17-1-313 0 0,7-12 74 0 0,2 5-238 0 0,0-1 1 0 0,0 1-1 0 0,0 0 0 0 0,1 0 0 0 0,0 0 0 0 0,12-7 0 0 0,-2 2-3 0 0,62-49-11 0 0,71-72 0 0 0,-110 92-23 0 0,-2-1 0 0 0,-2-2 0 0 0,40-63 0 0 0,-43 53-3 0 0,-3-1-1 0 0,-3-2 0 0 0,-2 0 0 0 0,-2-2 0 0 0,-3-1 0 0 0,21-102 0 0 0,-41 158 7 0 0,1 0 0 0 0,-1 0 0 0 0,0 0 0 0 0,0-1 0 0 0,0 1 0 0 0,0 0-1 0 0,-1 0 1 0 0,0-4 0 0 0,1 7 8 0 0,0-1 0 0 0,0 1 0 0 0,-1 0 0 0 0,1-1 0 0 0,0 1 0 0 0,0-1 0 0 0,0 1 0 0 0,-1 0 0 0 0,1-1 0 0 0,0 1 0 0 0,0 0 0 0 0,-1-1 0 0 0,1 1 0 0 0,0 0 0 0 0,-1-1 0 0 0,1 1 0 0 0,0 0 0 0 0,-1 0 0 0 0,1-1 0 0 0,-1 1 0 0 0,1 0 0 0 0,0 0 0 0 0,-1 0 0 0 0,0-1 0 0 0,0 1 3 0 0,0 1 0 0 0,0-1-1 0 0,0 0 1 0 0,0 0 0 0 0,0 1 0 0 0,0-1 0 0 0,0 0-1 0 0,0 1 1 0 0,0-1 0 0 0,1 1 0 0 0,-1-1-1 0 0,0 1 1 0 0,0 0 0 0 0,0-1 0 0 0,1 1 0 0 0,-2 1-1 0 0,-10 10 1 0 0,1 0-1 0 0,0 1 1 0 0,1 1-1 0 0,-12 22 0 0 0,-29 62 15 0 0,42-78-22 0 0,-46 105 79 0 0,5 3 1 0 0,-58 235-1 0 0,-20 281 256 0 0,90-428-191 0 0,-45 281 124 0 0,31-176-60 0 0,15-112 51 0 0,35-196-230 0 0,2-13-24 0 0,0 0 0 0 0,0 0-1 0 0,0 1 1 0 0,0-1 0 0 0,0 0 0 0 0,1 0 0 0 0,-1 1 0 0 0,0-1-1 0 0,0 0 1 0 0,0 0 0 0 0,0 0 0 0 0,1 1 0 0 0,-1-1 0 0 0,0 0-1 0 0,0 0 1 0 0,1 0 0 0 0,-1 0 0 0 0,0 0 0 0 0,0 1 0 0 0,1-1 0 0 0,-1 0-1 0 0,0 0 1 0 0,0 0 0 0 0,1 0 0 0 0,-1 0 0 0 0,0 0 0 0 0,0 0-1 0 0,1 0 1 0 0,-1 0 0 0 0,0 0 0 0 0,1 0 0 0 0,-1 0 0 0 0,0 0-1 0 0,0 0 1 0 0,1 0 0 0 0,-1 0 0 0 0,0 0 0 0 0,0 0 0 0 0,1-1 0 0 0,-1 1-1 0 0,0 0 1 0 0,0 0 0 0 0,1 0 0 0 0,8-8-12 0 0,-8 7 10 0 0,28-26-7 0 0,-1-2 0 0 0,-1-2 0 0 0,-2 0-1 0 0,23-37 1 0 0,-18 26-8 0 0,76-121-3 0 0,-86 127-30 0 0,-2-1 0 0 0,26-74 0 0 0,-37 90 34 0 0,-2-1 0 0 0,0 0 0 0 0,-2 0 0 0 0,0 0 0 0 0,-1 0 0 0 0,-2-37 0 0 0,-2 42 25 0 0,0 1-1 0 0,-1 0 1 0 0,-1-1 0 0 0,0 2-1 0 0,-2-1 1 0 0,1 0 0 0 0,-2 1 0 0 0,0 0-1 0 0,-1 1 1 0 0,-9-15 0 0 0,0 7 117 0 0,1 1 0 0 0,-2 1 0 0 0,-1 0 0 0 0,-1 1 0 0 0,0 1 0 0 0,-37-24 0 0 0,-145-75 623 0 0,118 73-573 0 0,80 42-172 0 0,0 0 0 0 0,1 0 1 0 0,-1-1-1 0 0,1 1 0 0 0,0-1 1 0 0,0 0-1 0 0,0 0 0 0 0,0 0 1 0 0,0 0-1 0 0,1 0 1 0 0,-1 0-1 0 0,1-1 0 0 0,-4-6 1 0 0,5 7-43 0 0,0 0 0 0 0,1 0 0 0 0,-1 0 0 0 0,1 0 1 0 0,-1 0-1 0 0,1 0 0 0 0,0 0 0 0 0,0 0 1 0 0,1 0-1 0 0,-1-1 0 0 0,1 1 0 0 0,-1 0 0 0 0,1 0 1 0 0,0 0-1 0 0,0 1 0 0 0,0-1 0 0 0,0 0 0 0 0,1 0 1 0 0,1-3-1 0 0,8-10-473 0 0,-1 1 0 0 0,2 0 1 0 0,0 0-1 0 0,1 1 0 0 0,26-22 0 0 0,81-53-3451 0 0,-74 58 700 0 0,1 2-1292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7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86 1392 0 0,'-7'-9'4519'0'0,"2"8"-4214"0"0,-1 0 1 0 0,1 0 0 0 0,0 1-1 0 0,0 0 1 0 0,0 0 0 0 0,0 1-1 0 0,0-1 1 0 0,-1 1 0 0 0,1 0-1 0 0,0 1 1 0 0,0-1 0 0 0,1 1-1 0 0,-1 0 1 0 0,0 0 0 0 0,0 0-1 0 0,1 1 1 0 0,-8 5 0 0 0,-7 6-10 0 0,1 1 0 0 0,-26 27 0 0 0,42-41-247 0 0,-7 8 20 0 0,1 1 0 0 0,1-1 0 0 0,0 1 1 0 0,0 1-1 0 0,1-1 0 0 0,0 1 0 0 0,0 0 0 0 0,2 1 1 0 0,-6 16-1 0 0,9-23-45 0 0,0-1 0 0 0,0 1 0 0 0,0 0 0 0 0,1 0 0 0 0,-1 0-1 0 0,1 1 1 0 0,1-1 0 0 0,-1 0 0 0 0,1 0 0 0 0,0 0 0 0 0,1 5 0 0 0,0-6-10 0 0,-1-1-1 0 0,1 1 0 0 0,0-1 1 0 0,0 0-1 0 0,0 0 1 0 0,0 0-1 0 0,0 0 1 0 0,1 0-1 0 0,-1-1 1 0 0,1 1-1 0 0,0-1 1 0 0,0 1-1 0 0,0-1 1 0 0,0 0-1 0 0,0 0 0 0 0,6 3 1 0 0,-1-2-1 0 0,0 0 1 0 0,1-1 0 0 0,-1 0-1 0 0,0 0 1 0 0,1-1-1 0 0,-1 0 1 0 0,1 0-1 0 0,-1-1 1 0 0,1 0 0 0 0,-1 0-1 0 0,1-1 1 0 0,-1 0-1 0 0,1-1 1 0 0,-1 0-1 0 0,0 0 1 0 0,1-1 0 0 0,-1 0-1 0 0,12-6 1 0 0,-11 4-28 0 0,1 0-1 0 0,0-1 1 0 0,-1 0 0 0 0,0-1 0 0 0,-1 0 0 0 0,1-1 0 0 0,-1 1 0 0 0,-1-2 0 0 0,1 1-1 0 0,-1-1 1 0 0,-1 0 0 0 0,0 0 0 0 0,9-18 0 0 0,-8 11-14 0 0,-1-1-1 0 0,-1 1 1 0 0,0-1 0 0 0,-1 0 0 0 0,-1 0 0 0 0,1-24-1 0 0,-3 35 24 0 0,-1 1 0 0 0,0-1 0 0 0,0 0 0 0 0,-1 1 0 0 0,0-1 0 0 0,0 0 0 0 0,0 1 0 0 0,0-1 0 0 0,-1 1 0 0 0,0-1 0 0 0,0 1 0 0 0,0 0 0 0 0,-1 0 0 0 0,0 0 0 0 0,0 0 0 0 0,0 0 1 0 0,-1 1-1 0 0,1-1 0 0 0,-1 1 0 0 0,0 0 0 0 0,0 0 0 0 0,-1 1 0 0 0,-5-5 0 0 0,7 6 1 0 0,0 1 1 0 0,-1-1 0 0 0,1 1-1 0 0,0 0 1 0 0,-1-1 0 0 0,1 2 0 0 0,-1-1-1 0 0,1 0 1 0 0,-1 1 0 0 0,1-1-1 0 0,-1 1 1 0 0,0 0 0 0 0,1 0 0 0 0,-1 1-1 0 0,1-1 1 0 0,-6 2 0 0 0,3 0 4 0 0,1-1 0 0 0,-1 2 1 0 0,1-1-1 0 0,-1 1 0 0 0,1 0 0 0 0,0 0 1 0 0,0 0-1 0 0,1 1 0 0 0,-8 6 0 0 0,7-5 12 0 0,-1 0 0 0 0,1 1 0 0 0,1 0 0 0 0,-1 0 0 0 0,1 0 0 0 0,0 0 0 0 0,0 1 0 0 0,1-1 0 0 0,0 1 0 0 0,0 0 0 0 0,0 0 0 0 0,1 0 0 0 0,0 1 0 0 0,1-1 0 0 0,0 0 0 0 0,-1 11 0 0 0,2-14-11 0 0,1 0 1 0 0,-1 0-1 0 0,1 0 0 0 0,0 0 1 0 0,0 0-1 0 0,0 0 1 0 0,1 0-1 0 0,-1 0 0 0 0,1 0 1 0 0,0 0-1 0 0,0-1 1 0 0,1 1-1 0 0,-1-1 0 0 0,1 0 1 0 0,-1 1-1 0 0,4 2 1 0 0,-1-2-93 0 0,1 0 1 0 0,-1 0-1 0 0,1 0 1 0 0,0-1-1 0 0,0 1 1 0 0,0-2 0 0 0,1 1-1 0 0,-1-1 1 0 0,8 2-1 0 0,5 1-395 0 0,1-2 0 0 0,-1-1 0 0 0,1 0-1 0 0,0-1 1 0 0,36-4 0 0 0,-31 0-341 0 0,0-2 1 0 0,-1 0-1 0 0,1-2 0 0 0,-1-1 0 0 0,-1-1 1 0 0,36-18-1 0 0,-15 2-703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8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133 409 1368 0 0,'16'-33'1111'0'0,"13"-27"1973"0"0,26-78 1 0 0,-25 53-659 0 0,-30 83-2334 0 0,-10 16 48 0 0,-5 10-44 0 0,0 1 0 0 0,-21 52-1 0 0,19-39-66 0 0,-20 47 145 0 0,3 0 0 0 0,5 3 1 0 0,-24 111-1 0 0,47-168-127 0 0,-3 53 0 0 0,8-74-39 0 0,1 1 0 0 0,0-1-1 0 0,1 1 1 0 0,0-1 0 0 0,1 1 0 0 0,0-1 0 0 0,1 0-1 0 0,6 18 1 0 0,-7-25-12 0 0,0 0 0 0 0,0 1-1 0 0,0-1 1 0 0,0 0 0 0 0,0 0-1 0 0,1 0 1 0 0,-1-1 0 0 0,1 1-1 0 0,0 0 1 0 0,-1-1 0 0 0,1 0 0 0 0,1 0-1 0 0,-1 0 1 0 0,0 0 0 0 0,5 2-1 0 0,-3-2-31 0 0,1 0-1 0 0,-1-1 0 0 0,1 0 0 0 0,-1 0 0 0 0,1 0 0 0 0,0-1 1 0 0,-1 0-1 0 0,1 0 0 0 0,8-1 0 0 0,0-1-93 0 0,1-2 0 0 0,-1 1 0 0 0,0-2 0 0 0,0 0-1 0 0,0 0 1 0 0,-1-2 0 0 0,14-7 0 0 0,-2-3-71 0 0,-1 0 1 0 0,-1-2-1 0 0,-1 0 1 0 0,0-2-1 0 0,-2 0 1 0 0,0-1-1 0 0,-1-2 1 0 0,-2 1-1 0 0,0-2 0 0 0,14-29 1 0 0,14-36 234 0 0,53-153 1 0 0,-34 31 1578 0 0,-33 98 886 0 0,-24 79-1723 0 0,-7 33-482 0 0,-1 2-279 0 0,0 1 1 0 0,0-1-1 0 0,0 0 0 0 0,0 1 1 0 0,0-1-1 0 0,0 1 0 0 0,0-1 1 0 0,0 1-1 0 0,0-1 1 0 0,0 1-1 0 0,0 0 0 0 0,0-1 1 0 0,0 1-1 0 0,1 0 0 0 0,-1 0 1 0 0,0 0-1 0 0,1-1 0 0 0,-2 3 1 0 0,-11 19 43 0 0,12-19-41 0 0,-52 110 165 0 0,6 3 0 0 0,-42 152 0 0 0,47-102 15 0 0,37-139-188 0 0,1-1 1 0 0,2 1-1 0 0,1-1 1 0 0,2 38-1 0 0,0-57-136 0 0,0 1 1 0 0,0-1-1 0 0,1 0 0 0 0,0 1 0 0 0,0-1 1 0 0,1 0-1 0 0,0 0 0 0 0,0 0 0 0 0,1 0 1 0 0,-1-1-1 0 0,1 0 0 0 0,1 1 0 0 0,-1-1 1 0 0,1-1-1 0 0,0 1 0 0 0,1-1 0 0 0,6 6 1 0 0,-7-7-407 0 0,1 0 1 0 0,1-1 0 0 0,-1 1-1 0 0,0-1 1 0 0,1-1 0 0 0,-1 1-1 0 0,1-1 1 0 0,0 0 0 0 0,0 0-1 0 0,0-1 1 0 0,12 1 0 0 0,10-1-3644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159 140 1088 0 0,'12'-74'10167'0'0,"-12"73"-10050"0"0,1 0 1 0 0,-1 0-1 0 0,0 0 0 0 0,0 0 1 0 0,1 1-1 0 0,-1-1 1 0 0,0 0-1 0 0,0 0 0 0 0,0 0 1 0 0,0 0-1 0 0,0 0 0 0 0,0 1 1 0 0,-1-1-1 0 0,1 0 1 0 0,0 0-1 0 0,0 0 0 0 0,0 0 1 0 0,-1 1-1 0 0,1-1 0 0 0,-1 0 1 0 0,1 0-1 0 0,0 0 0 0 0,-1 1 1 0 0,0-1-1 0 0,1 0 1 0 0,-1 1-1 0 0,1-1 0 0 0,-2 0 1 0 0,1 1-75 0 0,0 0 1 0 0,0 0-1 0 0,0 0 1 0 0,-1 1-1 0 0,1-1 1 0 0,0 0-1 0 0,0 1 1 0 0,0-1-1 0 0,0 0 0 0 0,0 1 1 0 0,0 0-1 0 0,0-1 1 0 0,0 1-1 0 0,0-1 1 0 0,0 1-1 0 0,0 0 1 0 0,-1 1-1 0 0,-7 6 1 0 0,1 0-1 0 0,-14 18 0 0 0,7-5 45 0 0,0 1 0 0 0,2 1 0 0 0,1 1 1 0 0,-12 30-1 0 0,18-39-61 0 0,1 0 0 0 0,1 1 0 0 0,0-1 0 0 0,2 1 0 0 0,-1-1-1 0 0,2 1 1 0 0,0 0 0 0 0,2 23 0 0 0,-1-35-18 0 0,1 0-1 0 0,-1 0 1 0 0,1 0 0 0 0,0 0-1 0 0,0-1 1 0 0,0 1-1 0 0,1 0 1 0 0,-1 0 0 0 0,1-1-1 0 0,0 1 1 0 0,0-1 0 0 0,0 0-1 0 0,0 1 1 0 0,1-1-1 0 0,-1 0 1 0 0,1 0 0 0 0,0-1-1 0 0,0 1 1 0 0,0-1 0 0 0,0 1-1 0 0,1-1 1 0 0,-1 0-1 0 0,0 0 1 0 0,1 0 0 0 0,6 2-1 0 0,-3-2-4 0 0,-1-1 0 0 0,0 0 0 0 0,1 0 0 0 0,-1-1 0 0 0,0 0 0 0 0,1 0 0 0 0,-1 0 0 0 0,0-1 0 0 0,1 0 0 0 0,-1 0 0 0 0,0 0 0 0 0,0-1 0 0 0,1 0 0 0 0,-2 0 0 0 0,10-5 0 0 0,-1-1-10 0 0,0-1 1 0 0,0 0 0 0 0,-1-1 0 0 0,-1-1 0 0 0,0 0 0 0 0,0 0 0 0 0,-1-1 0 0 0,0-1 0 0 0,-1 0 0 0 0,-1 0 0 0 0,11-20 0 0 0,-8 10-18 0 0,0-1 0 0 0,-2-1 0 0 0,0 1 1 0 0,-2-2-1 0 0,-1 1 0 0 0,5-35 0 0 0,-11 54 26 0 0,-1 0 1 0 0,1 0 0 0 0,-1 0-1 0 0,-1 0 1 0 0,1 0-1 0 0,-1 0 1 0 0,0 1 0 0 0,0-1-1 0 0,-1 0 1 0 0,-3-9-1 0 0,4 13 1 0 0,0 0 0 0 0,0 0 0 0 0,-1-1-1 0 0,1 1 1 0 0,0 0 0 0 0,-1 0 0 0 0,0 0-1 0 0,1 0 1 0 0,-1 1 0 0 0,0-1-1 0 0,0 0 1 0 0,0 1 0 0 0,0-1 0 0 0,0 1-1 0 0,-1 0 1 0 0,1 0 0 0 0,0 0-1 0 0,0 0 1 0 0,-1 0 0 0 0,1 0 0 0 0,-1 0-1 0 0,1 1 1 0 0,-1-1 0 0 0,1 1 0 0 0,-1 0-1 0 0,1 0 1 0 0,-1 0 0 0 0,1 0-1 0 0,-4 1 1 0 0,-5 1 12 0 0,-1 0 1 0 0,1 1-1 0 0,0 0 0 0 0,1 1 0 0 0,-1 0 0 0 0,1 1 0 0 0,-1 0 1 0 0,1 1-1 0 0,-11 8 0 0 0,15-10-93 0 0,0 1 0 0 0,1-1 0 0 0,-1 1-1 0 0,1 0 1 0 0,1 0 0 0 0,-1 1 0 0 0,1-1 0 0 0,-1 1 0 0 0,2 0 0 0 0,-1 0 0 0 0,1 0-1 0 0,0 1 1 0 0,0-1 0 0 0,0 1 0 0 0,1 0 0 0 0,-2 12 0 0 0,5 14-2174 0 0,6-13-2872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192 106 556 0 0,'-4'-9'6735'0'0,"3"9"-6609"0"0,0-1 0 0 0,0 0 0 0 0,0 1 0 0 0,-1-1 0 0 0,1 1 0 0 0,0 0-1 0 0,0-1 1 0 0,0 1 0 0 0,0 0 0 0 0,0 0 0 0 0,0 0 0 0 0,-1 0 0 0 0,1-1 0 0 0,0 2-1 0 0,0-1 1 0 0,0 0 0 0 0,0 0 0 0 0,-1 0 0 0 0,1 0 0 0 0,0 1 0 0 0,0-1-1 0 0,0 1 1 0 0,0-1 0 0 0,0 1 0 0 0,0-1 0 0 0,0 1 0 0 0,0-1 0 0 0,0 1 0 0 0,0 0-1 0 0,0 0 1 0 0,0 0 0 0 0,1-1 0 0 0,-2 3 0 0 0,-34 35 906 0 0,31-31-763 0 0,-8 9-93 0 0,1 0 0 0 0,0 1 0 0 0,1 1 0 0 0,1 0 0 0 0,1 1 0 0 0,0-1 0 0 0,1 2 0 0 0,2-1 0 0 0,0 1 0 0 0,-6 35 0 0 0,11-52-169 0 0,1-1 0 0 0,0 1 0 0 0,-1 0 0 0 0,1-1 0 0 0,0 1 0 0 0,0-1 0 0 0,1 1 0 0 0,-1 0 0 0 0,1-1 0 0 0,-1 1 0 0 0,1-1 0 0 0,0 1 0 0 0,0-1 0 0 0,0 1 0 0 0,0-1 0 0 0,0 0 0 0 0,0 0 0 0 0,1 1 0 0 0,-1-1 0 0 0,1 0 0 0 0,0 0 0 0 0,0 0 0 0 0,-1 0 0 0 0,1-1 0 0 0,0 1 0 0 0,1-1 0 0 0,-1 1 0 0 0,3 1 0 0 0,-1-2-6 0 0,-1 1 0 0 0,1-1 0 0 0,0 0 0 0 0,0-1-1 0 0,0 1 1 0 0,0-1 0 0 0,1 1 0 0 0,-1-1 0 0 0,0 0 0 0 0,0-1 0 0 0,0 1 0 0 0,0-1 0 0 0,0 0 0 0 0,0 0 0 0 0,0 0 0 0 0,0 0-1 0 0,5-3 1 0 0,5-4-13 0 0,1 0-1 0 0,-2 0 0 0 0,1-2 0 0 0,-1 1 1 0 0,-1-2-1 0 0,0 0 0 0 0,0 0 0 0 0,12-17 1 0 0,7-12-64 0 0,34-58 0 0 0,-30 41 36 0 0,-28 51 36 0 0,-4 13 14 0 0,-3 12 10 0 0,-3 6 88 0 0,0 43 1 0 0,4-58-81 0 0,0-1 1 0 0,0 1-1 0 0,0-1 0 0 0,1 1 1 0 0,1-1-1 0 0,-1 0 0 0 0,7 14 1 0 0,-7-19-16 0 0,0-1-1 0 0,-1 0 1 0 0,1 0 0 0 0,0-1 0 0 0,1 1-1 0 0,-1 0 1 0 0,0 0 0 0 0,1-1 0 0 0,-1 0 0 0 0,1 1-1 0 0,0-1 1 0 0,0 0 0 0 0,0 0 0 0 0,0-1 0 0 0,0 1-1 0 0,0-1 1 0 0,4 2 0 0 0,-2-2-2 0 0,0 0 0 0 0,0 0 0 0 0,0 0 0 0 0,0-1 0 0 0,1 0 0 0 0,-1 0 0 0 0,0 0 0 0 0,0-1 0 0 0,0 0 0 0 0,8-2 0 0 0,-1 0-11 0 0,0-1 0 0 0,-1-1 0 0 0,1 0 1 0 0,-1-1-1 0 0,-1 0 0 0 0,1-1 1 0 0,-1 0-1 0 0,17-15 0 0 0,-11 6 8 0 0,-1 0 1 0 0,0-1-1 0 0,-2-1 0 0 0,17-27 0 0 0,-25 36 4 0 0,0 0 0 0 0,0 0 0 0 0,-1-1 0 0 0,0 0 1 0 0,-1 0-1 0 0,0 0 0 0 0,-1 0 0 0 0,0 0 0 0 0,0-1 0 0 0,-1 1 0 0 0,0-16 0 0 0,-1 24-16 0 0,0 1 0 0 0,0-1 0 0 0,0 1 0 0 0,0 0 0 0 0,0-1 0 0 0,-1 1-1 0 0,1-1 1 0 0,0 1 0 0 0,-1 0 0 0 0,1-1 0 0 0,-1 1 0 0 0,1 0 0 0 0,-1-1 0 0 0,0 1 0 0 0,1 0-1 0 0,-1 0 1 0 0,0 0 0 0 0,0-1 0 0 0,0 1 0 0 0,0 0 0 0 0,0 0 0 0 0,0 0 0 0 0,0 1 0 0 0,-1-1 0 0 0,1 0-1 0 0,0 0 1 0 0,0 1 0 0 0,-1-1 0 0 0,1 0 0 0 0,0 1 0 0 0,-1 0 0 0 0,1-1 0 0 0,0 1 0 0 0,-1 0 0 0 0,1-1-1 0 0,-1 1 1 0 0,1 0 0 0 0,-1 0 0 0 0,1 0 0 0 0,0 0 0 0 0,-1 1 0 0 0,1-1 0 0 0,-2 1 0 0 0,-2 0-8 0 0,0 0 1 0 0,1 1 0 0 0,-1 0 0 0 0,1 0-1 0 0,-1 0 1 0 0,1 0 0 0 0,0 1 0 0 0,0 0-1 0 0,0 0 1 0 0,0 0 0 0 0,-5 5 0 0 0,7-6-24 0 0,0 0 0 0 0,1 1 0 0 0,-1-1 1 0 0,1 0-1 0 0,0 0 0 0 0,0 1 0 0 0,0-1 1 0 0,0 0-1 0 0,0 1 0 0 0,0-1 0 0 0,1 1 1 0 0,-1-1-1 0 0,1 1 0 0 0,-1-1 0 0 0,1 1 1 0 0,0 0-1 0 0,0-1 0 0 0,0 1 0 0 0,1-1 1 0 0,-1 1-1 0 0,1 0 0 0 0,-1-1 0 0 0,1 1 1 0 0,0-1-1 0 0,0 0 0 0 0,0 1 0 0 0,0-1 1 0 0,0 0-1 0 0,1 1 0 0 0,-1-1 0 0 0,1 0 1 0 0,-1 0-1 0 0,1 0 0 0 0,0 0 0 0 0,0 0 1 0 0,0-1-1 0 0,0 1 0 0 0,0-1 0 0 0,0 1 0 0 0,0-1 1 0 0,0 0-1 0 0,1 1 0 0 0,-1-1 0 0 0,0 0 1 0 0,6 1-1 0 0,11 2-464 0 0,0 0 1 0 0,0-1-1 0 0,0-1 1 0 0,1 0-1 0 0,-1-2 1 0 0,0 0-1 0 0,1-1 1 0 0,-1-2-1 0 0,0 1 1 0 0,0-2-1 0 0,22-7 1 0 0,-19 4 122 0 0,0-2-1 0 0,0 0 1 0 0,30-18 0 0 0,-33 16 1087 0 0,-1-1 0 0 0,-1-1 0 0 0,29-27 0 0 0,2-5 5181 0 0,-49 51-5762 0 0,-1 1 0 0 0,1 0-1 0 0,-1-1 1 0 0,-1 1 0 0 0,0-1-1 0 0,1 0 1 0 0,-2 0 0 0 0,1 0-1 0 0,-6 6 1 0 0,-5 13 47 0 0,-6 13-34 0 0,-29 66 303 0 0,41-86-531 0 0,2 0 0 0 0,0 0 1 0 0,-6 35-1 0 0,11-51-165 0 0,1-1 1 0 0,0 0-1 0 0,0 1 1 0 0,-1-1 0 0 0,1 1-1 0 0,0-1 1 0 0,0 1-1 0 0,0-1 1 0 0,1 0-1 0 0,-1 1 1 0 0,0-1-1 0 0,0 1 1 0 0,1-1-1 0 0,-1 0 1 0 0,1 1 0 0 0,-1-1-1 0 0,1 0 1 0 0,0 1-1 0 0,-1-1 1 0 0,1 0-1 0 0,0 0 1 0 0,0 0-1 0 0,0 0 1 0 0,0 0-1 0 0,0 0 1 0 0,0 0-1 0 0,0 0 1 0 0,0 0 0 0 0,1 0-1 0 0,-1 0 1 0 0,0-1-1 0 0,0 1 1 0 0,1-1-1 0 0,-1 1 1 0 0,0-1-1 0 0,1 1 1 0 0,-1-1-1 0 0,2 1 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09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38 2408 0 0,'5'-12'3639'0'0,"7"-12"394"0"0,-12 23-3713 0 0,-2 30 720 0 0,-1 1-1 0 0,-2 0 1 0 0,-1-1 0 0 0,-14 41-1 0 0,1-3-458 0 0,14-47-288 0 0,-2 0 0 0 0,-11 21 0 0 0,18-39-226 0 0,-2-3-36 0 0,2 1-30 0 0,-1 0 0 0 0,1-1 0 0 0,-1 1 0 0 0,1 0 0 0 0,-1-1 0 0 0,1 1-1 0 0,-1 0 1 0 0,1-1 0 0 0,0 1 0 0 0,-1-1 0 0 0,1 1 0 0 0,0-1 0 0 0,-1 1 0 0 0,1-1 0 0 0,0 1-1 0 0,0-1 1 0 0,-1 1 0 0 0,1-1 0 0 0,0 1 0 0 0,0-1 0 0 0,0 1 0 0 0,0-1 0 0 0,0 1 0 0 0,0-1-1 0 0,0 0 1 0 0,0 1 0 0 0,0-1 0 0 0,0 1 0 0 0,0-1 0 0 0,0 1 0 0 0,0-1 0 0 0,0 0 0 0 0,1 1-1 0 0,-1-1 1 0 0,0 1 0 0 0,1-1 0 0 0,-1 0 8 0 0,3-12-7 0 0,1 0-1 0 0,0 0 0 0 0,1 0 1 0 0,1 1-1 0 0,0 0 1 0 0,1 0-1 0 0,0 0 1 0 0,0 1-1 0 0,1 0 0 0 0,1 0 1 0 0,19-18-1 0 0,-12 15-55 0 0,1-1-1 0 0,0 2 1 0 0,1 1 0 0 0,0 0-1 0 0,1 1 1 0 0,34-15-1 0 0,-49 25 35 0 0,0-1-1 0 0,0 1 0 0 0,0 0 1 0 0,0 0-1 0 0,0 0 1 0 0,0 0-1 0 0,0 1 1 0 0,0 0-1 0 0,0 0 0 0 0,0 0 1 0 0,0 0-1 0 0,0 0 1 0 0,1 1-1 0 0,-1 0 0 0 0,0 0 1 0 0,-1 0-1 0 0,1 0 1 0 0,0 1-1 0 0,0-1 1 0 0,3 3-1 0 0,-4-2 25 0 0,0 1 1 0 0,0-1-1 0 0,-1 1 1 0 0,1-1-1 0 0,-1 1 0 0 0,1 0 1 0 0,-1 0-1 0 0,0 0 0 0 0,0 0 1 0 0,-1 0-1 0 0,1 0 1 0 0,-1 1-1 0 0,1-1 0 0 0,-1 1 1 0 0,0-1-1 0 0,0 1 1 0 0,-1-1-1 0 0,1 1 0 0 0,-1 0 1 0 0,0-1-1 0 0,1 1 0 0 0,-2 6 1 0 0,-1 6 28 0 0,-1 0 1 0 0,-1 0-1 0 0,0 0 1 0 0,-1 0-1 0 0,0-1 0 0 0,-14 26 1 0 0,-11 31-53 0 0,30-71-32 0 0,-1 0-1 0 0,1 0 0 0 0,0 0 1 0 0,-1 0-1 0 0,1 0 0 0 0,0 0 1 0 0,0 0-1 0 0,0 0 0 0 0,0 0 1 0 0,0 0-1 0 0,0 0 0 0 0,0 0 1 0 0,0 0-1 0 0,0 0 0 0 0,1 1 1 0 0,-1-1-1 0 0,0 0 0 0 0,1 0 1 0 0,-1 0-1 0 0,0 0 0 0 0,1 0 1 0 0,-1 0-1 0 0,1-1 0 0 0,0 1 1 0 0,-1 0-1 0 0,1 0 0 0 0,0 0 1 0 0,0 0-1 0 0,-1-1 0 0 0,1 1 1 0 0,0 0-1 0 0,0-1 0 0 0,0 1 1 0 0,0-1-1 0 0,0 1 0 0 0,0-1 1 0 0,0 1-1 0 0,0-1 0 0 0,0 0 1 0 0,0 1-1 0 0,0-1 0 0 0,0 0 1 0 0,0 0-1 0 0,2 0 0 0 0,6 1-410 0 0,0 0-1 0 0,0-1 1 0 0,1 0-1 0 0,10-2 0 0 0,-15 2 298 0 0,23-3-1764 0 0,0-1 1 0 0,33-10-1 0 0,-10-1-1796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940 81 200 0 0,'11'-11'1807'0'0,"-7"8"-1194"0"0,1 0 1 0 0,-2-1 0 0 0,1 0-1 0 0,0 0 1 0 0,-1 0-1 0 0,0 0 1 0 0,0 0 0 0 0,0-1-1 0 0,0 0 1 0 0,-1 1-1 0 0,0-1 1 0 0,3-7 0 0 0,-5 12-577 0 0,-1 0 1 0 0,1-1 0 0 0,0 1 0 0 0,0-1 0 0 0,0 1 0 0 0,0 0 0 0 0,0-1 0 0 0,-1 1-1 0 0,1-1 1 0 0,0 1 0 0 0,0 0 0 0 0,-1-1 0 0 0,1 1 0 0 0,0 0 0 0 0,0-1 0 0 0,-1 1-1 0 0,1 0 1 0 0,0 0 0 0 0,-1-1 0 0 0,1 1 0 0 0,0 0 0 0 0,-1 0 0 0 0,1 0-1 0 0,-1-1 1 0 0,1 1 0 0 0,0 0 0 0 0,-1 0 0 0 0,1 0 0 0 0,-1 0 0 0 0,1 0 0 0 0,-1 0-1 0 0,1 0 1 0 0,0 0 0 0 0,-1 0 0 0 0,1 0 0 0 0,-1 0 0 0 0,-14 0 325 0 0,15 0-355 0 0,-10 2 181 0 0,0 0-1 0 0,0 0 0 0 0,0 1 0 0 0,1 0 0 0 0,-1 1 0 0 0,1 0 1 0 0,-11 7-1 0 0,-59 41 494 0 0,66-43-593 0 0,-19 14 73 0 0,-40 37 0 0 0,63-52-149 0 0,1 0 0 0 0,0 1 0 0 0,1 0 0 0 0,0 0 0 0 0,0 0-1 0 0,1 1 1 0 0,1 0 0 0 0,-1 0 0 0 0,-4 16 0 0 0,9-24 8 0 0,0 1 0 0 0,1 0 0 0 0,-1-1 0 0 0,1 1 0 0 0,0 0 0 0 0,0-1 0 0 0,0 1 0 0 0,0 3 0 0 0,1-4-13 0 0,-1-1 1 0 0,0 0-1 0 0,0 0 0 0 0,1 0 1 0 0,-1 0-1 0 0,1 0 1 0 0,-1 0-1 0 0,1 0 0 0 0,-1 0 1 0 0,1 0-1 0 0,-1 0 0 0 0,1 0 1 0 0,0 0-1 0 0,0 0 0 0 0,-1 0 1 0 0,1-1-1 0 0,0 1 0 0 0,0 0 1 0 0,0 0-1 0 0,0-1 0 0 0,0 1 1 0 0,0-1-1 0 0,1 1 0 0 0,5 1 24 0 0,-1-1 0 0 0,0 0 0 0 0,1 0 1 0 0,0-1-1 0 0,-1 1 0 0 0,1-2 0 0 0,-1 1 0 0 0,1-1 0 0 0,-1 0 0 0 0,1 0 0 0 0,-1 0 0 0 0,0-1 0 0 0,1 0 0 0 0,-1-1 0 0 0,0 1 0 0 0,6-5 0 0 0,15-7 74 0 0,-1-2-1 0 0,28-21 1 0 0,-46 30-85 0 0,120-84 22 0 0,-127 90-52 0 0,-1 0 0 0 0,1 1-1 0 0,0-1 1 0 0,0 0 0 0 0,0 1-1 0 0,-1-1 1 0 0,1 1 0 0 0,0-1-1 0 0,0 1 1 0 0,0 0 0 0 0,0-1-1 0 0,0 1 1 0 0,0 0 0 0 0,0-1-1 0 0,0 1 1 0 0,0 0 0 0 0,0 0-1 0 0,0 0 1 0 0,0 0 0 0 0,0 0-1 0 0,-1 0 1 0 0,1 0 0 0 0,1 1-1 0 0,-1-1 9 0 0,0 1 0 0 0,0-1 0 0 0,-1 1 0 0 0,1 0 0 0 0,0-1 0 0 0,-1 1 0 0 0,1 0-1 0 0,0 0 1 0 0,-1-1 0 0 0,1 1 0 0 0,-1 0 0 0 0,1 0 0 0 0,-1 0 0 0 0,0 0-1 0 0,1 0 1 0 0,-1 0 0 0 0,0 0 0 0 0,0 1 0 0 0,1 5 25 0 0,0 1 1 0 0,0-1 0 0 0,-1 1-1 0 0,-2 10 1 0 0,-7 43 629 0 0,-3 0 0 0 0,-20 59 0 0 0,20-78-297 0 0,-34 110 939 0 0,-7-2 0 0 0,-6-3 0 0 0,-95 170-1 0 0,123-262-636 0 0,-2-1-1 0 0,-78 96 0 0 0,92-128-291 0 0,-1-2-1 0 0,0 0 1 0 0,-2-1 0 0 0,0-1 0 0 0,-1-1-1 0 0,-1-1 1 0 0,0-1 0 0 0,-51 22 0 0 0,67-34-310 0 0,-1 0 0 0 0,0 0 1 0 0,0-1-1 0 0,0 0 1 0 0,0-1-1 0 0,0 0 0 0 0,0 0 1 0 0,0-1-1 0 0,0 0 0 0 0,-1-1 1 0 0,1 0-1 0 0,-11-3 1 0 0,15 3-35 0 0,1 0 0 0 0,-1-1 0 0 0,1 0 1 0 0,-1 0-1 0 0,1 0 0 0 0,0-1 1 0 0,0 1-1 0 0,0-1 0 0 0,0 0 1 0 0,0 0-1 0 0,1 0 0 0 0,-1-1 1 0 0,1 1-1 0 0,0-1 0 0 0,0 0 1 0 0,0 0-1 0 0,1 0 0 0 0,-1 0 1 0 0,1 0-1 0 0,0 0 0 0 0,0-1 0 0 0,1 1 1 0 0,-1-1-1 0 0,-1-9 0 0 0,2 2-23 0 0,-1 0 0 0 0,2-1 0 0 0,0 1 0 0 0,0 0 0 0 0,2-1 0 0 0,-1 1 1 0 0,1 0-1 0 0,1-1 0 0 0,6-15 0 0 0,2-3-22 0 0,1 1 0 0 0,24-40 1 0 0,-8 22-234 0 0,3 2 0 0 0,1 2 0 0 0,2 0 0 0 0,3 3 0 0 0,46-43 0 0 0,221-166-5438 0 0,-218 184 2659 0 0,-25 14-724 0 0,-23 13-2172 0 0,-12 9-1442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0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 5056 0 0,'-99'8'14342'0'0,"37"-2"-10950"0"0,54-5-3743 0 0,5-1-575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60 0 0,'5'-8'2640'0'0,"0"0"-1"0"0,0-1 1 0 0,5-14 0 0 0,5-8 2174 0 0,-12 23-2692 0 0,-3 8-2078 0 0,0 0 0 0 0,1-1 1 0 0,-1 1-1 0 0,0 0 1 0 0,0 0-1 0 0,0 0 1 0 0,0 0-1 0 0,0 0 1 0 0,1 0-1 0 0,-1 0 1 0 0,0 0-1 0 0,0 0 1 0 0,0 0-1 0 0,0 0 1 0 0,1 0-1 0 0,-1 0 1 0 0,0 0-1 0 0,0 0 1 0 0,0 0-1 0 0,0 0 1 0 0,1 0-1 0 0,-1 0 1 0 0,0 0-1 0 0,0 0 1 0 0,0 0-1 0 0,0 0 1 0 0,1 0-1 0 0,-1 0 1 0 0,0 0-1 0 0,0 0 1 0 0,0 0-1 0 0,0 0 1 0 0,0 0-1 0 0,0 0 1 0 0,1 1-1 0 0,-1-1 1 0 0,0 0-1 0 0,0 0 1 0 0,0 0-1 0 0,0 0 1 0 0,0 0-1 0 0,0 0 1 0 0,0 1-1 0 0,0-1 1 0 0,1 0-1 0 0,-1 0 1 0 0,0 0-1 0 0,0 0 1 0 0,0 1-1 0 0,0-1 1 0 0,0 0-1 0 0,0 0 1 0 0,0 0-1 0 0,0 0 1 0 0,0 1-1 0 0,0-1 1 0 0,0 0-1 0 0,0 0 1 0 0,0 0-1 0 0,0 0 1 0 0,0 1-1 0 0,0-1 1 0 0,0 0-1 0 0,-1 0 1 0 0,1 0-1 0 0,0 0 1 0 0,0 0-1 0 0,0 1 1 0 0,0 18 316 0 0,0 0 1 0 0,-1 1-1 0 0,-5 24 1 0 0,-1 10-113 0 0,-5 66 71 0 0,3-44-624 0 0,3 0-1 0 0,7 122 0 0 0,8-146-3151 0 0,-1-46 827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95 288 0 0,'-9'-19'2555'0'0,"-1"1"0"0"0,0 1 0 0 0,-17-22 0 0 0,26 37-2222 0 0,-6 8-2059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 0 0,'7'7'1527'0'0,"-1"0"0"0"0,0 1 0 0 0,0-1 0 0 0,-1 2 0 0 0,8 16 0 0 0,-7-11-864 0 0,0 0 1 0 0,-1 1-1 0 0,3 17 1 0 0,-2 0-491 0 0,-2 1 0 0 0,0 59 0 0 0,-4-66-95 0 0,-1 0 0 0 0,-1 1 0 0 0,-1-1-1 0 0,-1 0 1 0 0,-2 0 0 0 0,-12 36 0 0 0,18-60-70 0 0,-1-1 1 0 0,1 0-1 0 0,-1 0 0 0 0,1 1 1 0 0,-1-1-1 0 0,0 0 0 0 0,1 0 1 0 0,-1 0-1 0 0,0 0 0 0 0,0 0 1 0 0,0 0-1 0 0,0 0 1 0 0,0 0-1 0 0,-1 1 0 0 0,2-2-6 0 0,-1 0 1 0 0,1 0-1 0 0,-1 0 0 0 0,1 1 0 0 0,0-1 1 0 0,-1 0-1 0 0,1-1 0 0 0,0 1 0 0 0,-1 0 0 0 0,1 0 1 0 0,0 0-1 0 0,-1 0 0 0 0,1 0 0 0 0,-1 0 1 0 0,1 0-1 0 0,0 0 0 0 0,-1-1 0 0 0,1 1 0 0 0,0 0 1 0 0,0 0-1 0 0,-1 0 0 0 0,1-1 0 0 0,0 1 1 0 0,-1 0-1 0 0,1 0 0 0 0,0-1 0 0 0,0 1 0 0 0,0 0 1 0 0,-1-1-1 0 0,1 1 0 0 0,0-1 0 0 0,-2-2 3 0 0,1-1 0 0 0,-1 1 0 0 0,1-1 0 0 0,0 1 0 0 0,0-1 0 0 0,0 1 0 0 0,1-1 0 0 0,-1-4 0 0 0,1-13-10 0 0,1 0 0 0 0,1 0 0 0 0,1 0 0 0 0,0 1 1 0 0,2-1-1 0 0,0 1 0 0 0,2 0 0 0 0,0 0 1 0 0,1 1-1 0 0,1 0 0 0 0,1 0 0 0 0,1 1 1 0 0,0 0-1 0 0,1 1 0 0 0,1 0 0 0 0,1 1 0 0 0,0 1 1 0 0,19-16-1 0 0,-29 27 20 0 0,1 0 1 0 0,0 1-1 0 0,1-1 1 0 0,-1 1-1 0 0,1 1 1 0 0,-1-1-1 0 0,1 1 1 0 0,0 0-1 0 0,0 0 1 0 0,0 0-1 0 0,0 1 1 0 0,0 0-1 0 0,11-1 0 0 0,-14 3 3 0 0,0-1 0 0 0,0 0 0 0 0,1 1 0 0 0,-1-1 0 0 0,0 1 0 0 0,0 0 1 0 0,0 0-1 0 0,0 0 0 0 0,0 1 0 0 0,0-1 0 0 0,0 1 0 0 0,0-1 0 0 0,-1 1 0 0 0,1 0 0 0 0,-1 0 0 0 0,1 0 0 0 0,-1 1 0 0 0,0-1 0 0 0,0 1 0 0 0,0-1 0 0 0,0 1 0 0 0,0-1 0 0 0,0 1 0 0 0,-1 0 0 0 0,1 0 0 0 0,-1 0 0 0 0,2 5 0 0 0,3 11 103 0 0,-1 0 1 0 0,-1 1 0 0 0,3 37 0 0 0,-4 60-1761 0 0,2-88-4204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58 168 1028 0 0,'27'-31'11783'0'0,"-11"33"-11126"0"0,-13 0-593 0 0,0 1-34 0 0,0 0-1 0 0,1-1 0 0 0,-1 1 1 0 0,1-1-1 0 0,0 0 1 0 0,0 0-1 0 0,-1 0 1 0 0,1 0-1 0 0,0-1 0 0 0,1 0 1 0 0,-1 0-1 0 0,0 0 1 0 0,0 0-1 0 0,0-1 0 0 0,1 1 1 0 0,-1-1-1 0 0,0 0 1 0 0,1 0-1 0 0,-1-1 1 0 0,7-1-1 0 0,2 1 0 0 0,0-1 1 0 0,1-1-1 0 0,-1 0 0 0 0,0-1 1 0 0,16-6-1 0 0,-26 8-24 0 0,0 1-1 0 0,0-1 1 0 0,-1 1 0 0 0,1-1 0 0 0,0 0 0 0 0,-1 0 0 0 0,1 0-1 0 0,-1-1 1 0 0,0 1 0 0 0,0 0 0 0 0,0-1 0 0 0,2-3-1 0 0,-3 4-4 0 0,0 0-1 0 0,0-1 1 0 0,0 1-1 0 0,-1 0 1 0 0,1 0-1 0 0,-1 0 0 0 0,0-1 1 0 0,0 1-1 0 0,0 0 1 0 0,0 0-1 0 0,0-1 1 0 0,0 1-1 0 0,0 0 1 0 0,-1 0-1 0 0,1-1 1 0 0,-1 1-1 0 0,0 0 0 0 0,0 0 1 0 0,-1-4-1 0 0,0 2 0 0 0,0 0 0 0 0,0 0-1 0 0,-1 0 1 0 0,0 0 0 0 0,1 1-1 0 0,-1-1 1 0 0,0 1 0 0 0,-1-1 0 0 0,1 1-1 0 0,0 0 1 0 0,-1 0 0 0 0,0 1-1 0 0,0-1 1 0 0,0 1 0 0 0,0 0-1 0 0,0 0 1 0 0,0 0 0 0 0,0 0-1 0 0,-1 1 1 0 0,1 0 0 0 0,-1 0 0 0 0,-6-1-1 0 0,4 1 5 0 0,1 1 1 0 0,-1 0-1 0 0,0 1 0 0 0,1-1 0 0 0,-1 1 1 0 0,1 1-1 0 0,0-1 0 0 0,-1 1 0 0 0,1 0 0 0 0,0 0 1 0 0,0 1-1 0 0,0 0 0 0 0,0 0 0 0 0,1 1 0 0 0,-8 5 1 0 0,1 1 43 0 0,1 2 1 0 0,0 0-1 0 0,0 0 1 0 0,1 1 0 0 0,1 0-1 0 0,0 0 1 0 0,1 1 0 0 0,1 1-1 0 0,0-1 1 0 0,1 1-1 0 0,0 0 1 0 0,1 1 0 0 0,1-1-1 0 0,0 1 1 0 0,1 0-1 0 0,-1 25 1 0 0,4-37-43 0 0,0 1-1 0 0,0-1 1 0 0,0 1-1 0 0,0-1 1 0 0,1 1-1 0 0,0-1 1 0 0,0 1-1 0 0,0-1 1 0 0,0 0-1 0 0,1 0 1 0 0,-1 1-1 0 0,1-1 1 0 0,0 0-1 0 0,1-1 1 0 0,-1 1-1 0 0,1 0 1 0 0,-1-1-1 0 0,6 6 1 0 0,-4-6-12 0 0,0 0 0 0 0,0 0 0 0 0,1-1 0 0 0,-1 1 1 0 0,1-1-1 0 0,-1 0 0 0 0,1 0 0 0 0,0-1 0 0 0,-1 1 1 0 0,1-1-1 0 0,0 0 0 0 0,0-1 0 0 0,0 1 0 0 0,0-1 1 0 0,0 0-1 0 0,8-1 0 0 0,13-2-525 0 0,-1-1 0 0 0,1-1 0 0 0,-1-1-1 0 0,36-14 1 0 0,91-49-5753 0 0,-103 43 2457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3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28 1100 0 0,'-2'-3'429'0'0,"0"1"1"0"0,0 0-1 0 0,-1 0 0 0 0,1 0 0 0 0,0 0 0 0 0,-1 0 1 0 0,0 0-1 0 0,1 1 0 0 0,-1-1 0 0 0,0 1 1 0 0,0 0-1 0 0,1 0 0 0 0,-1 0 0 0 0,0 0 1 0 0,0 0-1 0 0,-6 0 0 0 0,3 1-99 0 0,0 0-1 0 0,1 0 1 0 0,-1 0 0 0 0,0 1 0 0 0,0 0-1 0 0,0 0 1 0 0,0 1 0 0 0,-7 2-1 0 0,0 2-38 0 0,0 0 0 0 0,1 1 0 0 0,0 0 0 0 0,0 1-1 0 0,0 0 1 0 0,-17 16 0 0 0,-2 6 269 0 0,2 1-1 0 0,-37 51 1 0 0,56-68-493 0 0,1 0 0 0 0,0 1 0 0 0,1 0 0 0 0,1 1 0 0 0,0 0 0 0 0,1 0 1 0 0,0 0-1 0 0,-5 35 0 0 0,11-50-65 0 0,-1 1 0 0 0,1 0 0 0 0,0 0 0 0 0,0 0 0 0 0,0 0 0 0 0,1 0 0 0 0,-1 0 0 0 0,0 0 0 0 0,1 0 0 0 0,-1 0 0 0 0,1 0 0 0 0,0 0 0 0 0,-1-1 0 0 0,1 1 0 0 0,0 0 0 0 0,0 0 0 0 0,0-1 0 0 0,0 1 0 0 0,1-1 0 0 0,-1 1 0 0 0,0-1 0 0 0,1 1 0 0 0,-1-1 0 0 0,1 0 1 0 0,-1 1-1 0 0,1-1 0 0 0,0 0 0 0 0,-1 0 0 0 0,1 0 0 0 0,0-1 0 0 0,0 1 0 0 0,0 0 0 0 0,-1-1 0 0 0,1 1 0 0 0,0-1 0 0 0,0 0 0 0 0,0 1 0 0 0,0-1 0 0 0,0 0 0 0 0,0 0 0 0 0,0 0 0 0 0,0 0 0 0 0,0-1 0 0 0,2 0 0 0 0,6-1-26 0 0,0-1-1 0 0,0 0 0 0 0,0 0 1 0 0,-1-1-1 0 0,1-1 1 0 0,8-5-1 0 0,53-38-1058 0 0,-50 32 714 0 0,-1-1 1 0 0,0-2 0 0 0,-1 0 0 0 0,-1 0 0 0 0,-1-2-1 0 0,-1 0 1 0 0,14-24 0 0 0,-15 18 1057 0 0,0 0 0 0 0,-2-1 0 0 0,11-36 947 0 0,-33 97-779 0 0,4-19-585 0 0,-33 137 1182 0 0,-21 163 1 0 0,31-147-932 0 0,21-127-437 0 0,-178 843 416 0 0,183-876-2075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4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152 104 2288 0 0,'-3'-24'5280'0'0,"-13"-46"-1"0"0,16 69-5255 0 0,0 1 1 0 0,0-1-1 0 0,0 1 0 0 0,0 0 0 0 0,0-1 0 0 0,0 1 1 0 0,0 0-1 0 0,0-1 0 0 0,0 1 0 0 0,0 0 0 0 0,0-1 1 0 0,-1 1-1 0 0,1 0 0 0 0,0-1 0 0 0,0 1 0 0 0,0 0 0 0 0,-1-1 1 0 0,1 1-1 0 0,0 0 0 0 0,-1-1 0 0 0,1 1 0 0 0,0 0 1 0 0,0 0-1 0 0,-1 0 0 0 0,1-1 0 0 0,0 1 0 0 0,-1 0 1 0 0,1 0-1 0 0,0 0 0 0 0,-1 0 0 0 0,1 0 0 0 0,-1-1 1 0 0,1 1-1 0 0,0 0 0 0 0,-1 0 0 0 0,1 0 0 0 0,0 0 1 0 0,-1 0-1 0 0,1 0 0 0 0,-1 0 0 0 0,1 0 0 0 0,0 1 1 0 0,-1-1-1 0 0,1 0 0 0 0,0 0 0 0 0,-1 0 0 0 0,1 0 1 0 0,0 0-1 0 0,-1 1 0 0 0,1-1 0 0 0,0 0 0 0 0,-1 0 0 0 0,1 1 1 0 0,0-1-1 0 0,-1 0 0 0 0,1 0 0 0 0,0 1 0 0 0,0-1 1 0 0,-1 0-1 0 0,1 1 0 0 0,0-1 0 0 0,0 0 0 0 0,0 1 1 0 0,-1-1-1 0 0,-13 22 289 0 0,14-21-277 0 0,-18 38 253 0 0,2 2 1 0 0,2 0 0 0 0,1 1 0 0 0,-10 65-1 0 0,21-100-278 0 0,-12 93 130 0 0,13-90-137 0 0,1 0 0 0 0,0 0-1 0 0,0 0 1 0 0,1-1 0 0 0,1 1 0 0 0,0 0-1 0 0,0 0 1 0 0,4 9 0 0 0,-5-17-13 0 0,0 0 1 0 0,0 0-1 0 0,0 0 1 0 0,0-1-1 0 0,0 1 1 0 0,0 0 0 0 0,0-1-1 0 0,0 1 1 0 0,1-1-1 0 0,-1 1 1 0 0,1-1-1 0 0,-1 0 1 0 0,1 0-1 0 0,-1 0 1 0 0,1 0-1 0 0,0 0 1 0 0,-1 0-1 0 0,5 2 1 0 0,-3-3-86 0 0,0 1 1 0 0,1 0-1 0 0,-1-1 1 0 0,0 0-1 0 0,1 0 1 0 0,-1 0-1 0 0,0 0 1 0 0,1 0-1 0 0,-1-1 1 0 0,5-1-1 0 0,2 0-275 0 0,0-2 0 0 0,0 0 0 0 0,-1 0 0 0 0,0-1 0 0 0,1 0 0 0 0,10-8 0 0 0,6-6-424 0 0,-2-2 0 0 0,0 0 1 0 0,-1-2-1 0 0,22-27 0 0 0,-19 15 1154 0 0,-1 0-1 0 0,31-60 0 0 0,-16 17 3432 0 0,-34 67-1695 0 0,-7 21-1602 0 0,-1 0-305 0 0,0 0 0 0 0,0 0-1 0 0,-1 0 1 0 0,-1-1 0 0 0,-5 12 0 0 0,-5 18 36 0 0,2 0-159 0 0,-14 55 323 0 0,24-85-542 0 0,0 0 0 0 0,1 1 0 0 0,0-1 0 0 0,1 0 0 0 0,0 1 0 0 0,1-1 0 0 0,3 18 0 0 0,-4-26-23 0 0,1 1 1 0 0,-1-1-1 0 0,1 1 0 0 0,0-1 1 0 0,-1 1-1 0 0,1-1 0 0 0,0 0 1 0 0,0 1-1 0 0,0-1 1 0 0,0 0-1 0 0,0 0 0 0 0,1 0 1 0 0,-1 0-1 0 0,0 0 0 0 0,0 0 1 0 0,1 0-1 0 0,-1 0 0 0 0,1 0 1 0 0,-1-1-1 0 0,1 1 1 0 0,-1 0-1 0 0,1-1 0 0 0,-1 0 1 0 0,1 1-1 0 0,1-1 0 0 0,4 1-1020 0 0,-1 0 0 0 0,0-1 0 0 0,0 0 0 0 0,11-1 0 0 0,4-2-2622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4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1004 92 0 0,'0'-2'483'0'0,"1"-1"1"0"0,-1 1-1 0 0,0-1 0 0 0,0 0 0 0 0,0 1 1 0 0,0-1-1 0 0,0 1 0 0 0,0-1 1 0 0,-1 1-1 0 0,1-1 0 0 0,-1 1 1 0 0,0-1-1 0 0,0 1 0 0 0,1 0 0 0 0,-2-1 1 0 0,1 1-1 0 0,0 0 0 0 0,0 0 1 0 0,-1 0-1 0 0,1 0 0 0 0,-1 0 1 0 0,0 0-1 0 0,0 0 0 0 0,1 0 0 0 0,-1 1 1 0 0,0-1-1 0 0,-3-1 0 0 0,2 2-244 0 0,1 0-1 0 0,-1 0 1 0 0,0 0-1 0 0,0 1 0 0 0,0-1 1 0 0,0 1-1 0 0,0-1 0 0 0,0 1 1 0 0,0 0-1 0 0,0 0 1 0 0,1 0-1 0 0,-1 1 0 0 0,0-1 1 0 0,-5 2-1 0 0,-1 1-20 0 0,1 0 0 0 0,0 0 0 0 0,0 1 0 0 0,1 0 0 0 0,-1 0-1 0 0,1 1 1 0 0,0 0 0 0 0,-8 7 0 0 0,-6 8 160 0 0,-20 22-1 0 0,33-33-286 0 0,-7 8 40 0 0,0 1 0 0 0,2 1 0 0 0,-16 27 1 0 0,23-36-107 0 0,1-1 0 0 0,1 1 1 0 0,0 1-1 0 0,0-1 0 0 0,1 0 0 0 0,0 1 1 0 0,1 0-1 0 0,0-1 0 0 0,0 15 1 0 0,2-22-24 0 0,0 1 0 0 0,0-1 0 0 0,1 0 0 0 0,-1 0 0 0 0,1 0 0 0 0,0 1 0 0 0,1 2 0 0 0,-1-5-4 0 0,-1 0 1 0 0,1 0-1 0 0,-1 0 0 0 0,1 0 1 0 0,-1 0-1 0 0,1 0 1 0 0,0 0-1 0 0,0 0 0 0 0,0 0 1 0 0,-1 0-1 0 0,1 0 0 0 0,0-1 1 0 0,0 1-1 0 0,0 0 1 0 0,0 0-1 0 0,0-1 0 0 0,0 1 1 0 0,0-1-1 0 0,1 1 0 0 0,-1-1 1 0 0,0 0-1 0 0,0 1 1 0 0,2-1-1 0 0,3 1-38 0 0,0-1 0 0 0,0-1 0 0 0,0 1 1 0 0,0-1-1 0 0,-1 0 0 0 0,1 0 0 0 0,0-1 0 0 0,-1 1 1 0 0,1-1-1 0 0,6-4 0 0 0,-2 1-89 0 0,0-1 0 0 0,-1 0-1 0 0,1 0 1 0 0,15-16 0 0 0,0-5-219 0 0,0-1 0 0 0,27-42 1 0 0,-36 48 296 0 0,31-40 76 0 0,-45 60 188 0 0,1 7-28 0 0,-3-5-177 0 0,0 0 0 0 0,1 0 0 0 0,-1 0 0 0 0,0 1 0 0 0,0-1 0 0 0,1 0 0 0 0,-1 0 0 0 0,0 0 0 0 0,0 1 0 0 0,0-1 0 0 0,1 0 0 0 0,-1 0-1 0 0,0 1 1 0 0,0-1 0 0 0,0 0 0 0 0,0 0 0 0 0,0 1 0 0 0,1-1 0 0 0,-1 0 0 0 0,0 1 0 0 0,0-1 0 0 0,0 0 0 0 0,0 0 0 0 0,0 1 0 0 0,0-1 0 0 0,0 0 0 0 0,0 1-1 0 0,0-1 1 0 0,0 0 0 0 0,0 0 0 0 0,0 1 0 0 0,-1-1 0 0 0,-4 37 668 0 0,-12 40 0 0 0,11-54-595 0 0,0 1-1 0 0,2-1 0 0 0,0 1 0 0 0,2 0 0 0 0,0 0 0 0 0,3 30 1 0 0,-1-51-84 0 0,1 0 0 0 0,0 0 1 0 0,0 0-1 0 0,0 0 0 0 0,0 0 1 0 0,0-1-1 0 0,0 1 1 0 0,1 0-1 0 0,1 2 0 0 0,-2-4-21 0 0,0 1-1 0 0,0-1 1 0 0,0 0-1 0 0,0 0 0 0 0,0 0 1 0 0,0 0-1 0 0,1 0 1 0 0,-1 0-1 0 0,0-1 0 0 0,0 1 1 0 0,1 0-1 0 0,-1-1 1 0 0,0 1-1 0 0,1 0 0 0 0,-1-1 1 0 0,1 0-1 0 0,-1 1 1 0 0,0-1-1 0 0,1 0 0 0 0,-1 0 1 0 0,1 0-1 0 0,-1 0 0 0 0,3 0 1 0 0,6-2-312 0 0,1-1 0 0 0,-1 0 0 0 0,0-1 0 0 0,0 0 0 0 0,0-1 0 0 0,0 0 0 0 0,-1 0 0 0 0,0-1 0 0 0,0 0 0 0 0,0 0 1 0 0,-1-1-1 0 0,0-1 0 0 0,0 1 0 0 0,6-10 0 0 0,11-12-981 0 0,-2-2 0 0 0,32-56 0 0 0,-24 29 308 0 0,-2-1 1 0 0,-4-1 0 0 0,20-64-1 0 0,38-193 845 0 0,-64 222 1885 0 0,10-146 0 0 0,-22 16 7054 0 0,-34 533-3503 0 0,11-177-4269 0 0,8-54-582 0 0,-56 488 869 0 0,48-453-1236 0 0,-18 200-973 0 0,34-308 615 0 0,0 0 0 0 0,-1 0 0 0 0,1 0 0 0 0,1 0-1 0 0,-1 0 1 0 0,0 0 0 0 0,1 0 0 0 0,0 0 0 0 0,0 0 0 0 0,0 0 0 0 0,1 0 0 0 0,-1-1 0 0 0,1 1 0 0 0,4 6 0 0 0,-5-10 6 0 0,1 1 0 0 0,0-1 1 0 0,0 0-1 0 0,-1 1 0 0 0,1-1 0 0 0,0 0 1 0 0,0 0-1 0 0,-1-1 0 0 0,1 1 0 0 0,0 0 1 0 0,0 0-1 0 0,0-1 0 0 0,-1 1 0 0 0,1-1 1 0 0,0 0-1 0 0,-1 1 0 0 0,4-3 1 0 0,2-2-985 0 0,0 1 1 0 0,0-1 0 0 0,0-1-1 0 0,-1 0 1 0 0,0 0 0 0 0,9-10 0 0 0,8-11-4142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95 2576 0 0,'3'-17'3121'0'0,"2"-1"0"0"0,-1 0 1 0 0,12-23 2446 0 0,-17 44-4787 0 0,-35 138 2966 0 0,23-101-3673 0 0,2 1 0 0 0,2 0 0 0 0,-5 60 0 0 0,13-96-349 0 0,1 0 0 0 0,1-1 0 0 0,-1 1 1 0 0,0 0-1 0 0,1-1 0 0 0,0 1 0 0 0,0 0 0 0 0,1-1 0 0 0,-1 1 0 0 0,4 5 0 0 0,-4-8-185 0 0,0 0-1 0 0,0 0 1 0 0,1 0-1 0 0,-1-1 1 0 0,1 1 0 0 0,-1 0-1 0 0,1-1 1 0 0,0 1-1 0 0,-1-1 1 0 0,1 0-1 0 0,0 1 1 0 0,0-1-1 0 0,0 0 1 0 0,0 0-1 0 0,0 0 1 0 0,0-1-1 0 0,0 1 1 0 0,0 0-1 0 0,0-1 1 0 0,1 1-1 0 0,-1-1 1 0 0,0 0-1 0 0,4 0 1 0 0,9-1-5393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97 1244 0 0,'0'-51'11070'0'0,"-17"79"-7737"0"0,3 8-2560 0 0,2 1 0 0 0,1 0 0 0 0,2 1 0 0 0,-4 41 0 0 0,11-65-638 0 0,2-12-123 0 0,-4 21 192 0 0,-2 39-1 0 0,6-57-172 0 0,0 1-1 0 0,0 0 0 0 0,1 0 0 0 0,0-1 0 0 0,0 1 0 0 0,0 0 0 0 0,0-1 0 0 0,1 1 0 0 0,0-1 1 0 0,0 0-1 0 0,1 1 0 0 0,4 7 0 0 0,-6-12-25 0 0,1 1 0 0 0,0 0 0 0 0,0-1 0 0 0,0 1 0 0 0,0-1 1 0 0,0 1-1 0 0,0-1 0 0 0,0 0 0 0 0,0 0 0 0 0,0 0 0 0 0,0 0 0 0 0,1 0 0 0 0,-1-1 1 0 0,0 1-1 0 0,1-1 0 0 0,-1 1 0 0 0,1-1 0 0 0,-1 0 0 0 0,0 0 0 0 0,1 0 0 0 0,-1 0 1 0 0,1-1-1 0 0,-1 1 0 0 0,0 0 0 0 0,1-1 0 0 0,2-1 0 0 0,1 0 7 0 0,1 0 0 0 0,-1 0 0 0 0,0-1 0 0 0,1 0 0 0 0,-1-1 0 0 0,-1 1 0 0 0,1-1 1 0 0,6-6-1 0 0,-4 2-16 0 0,0 0 0 0 0,-1 0 0 0 0,0-1 0 0 0,-1 0 0 0 0,0-1 1 0 0,0 1-1 0 0,-1-1 0 0 0,0 0 0 0 0,-1-1 0 0 0,0 1 0 0 0,-1-1 0 0 0,0 0 1 0 0,-1 1-1 0 0,0-1 0 0 0,0-1 0 0 0,-1-15 0 0 0,0 12-2 0 0,-2 0 1 0 0,0-1-1 0 0,0 1 0 0 0,-2 0 0 0 0,0 1 1 0 0,0-1-1 0 0,-2 0 0 0 0,1 1 0 0 0,-2 0 0 0 0,0 0 1 0 0,-14-22-1 0 0,16 30 3 0 0,0-1-1 0 0,-1 1 1 0 0,-1 0-1 0 0,1 1 1 0 0,-1-1 0 0 0,1 1-1 0 0,-1 0 1 0 0,-1 1 0 0 0,1-1-1 0 0,-1 1 1 0 0,0 0 0 0 0,0 1-1 0 0,0 0 1 0 0,-9-3 0 0 0,10 4 3 0 0,0 1 0 0 0,-1-1-1 0 0,1 1 1 0 0,0 1 0 0 0,-1 0 0 0 0,1-1 0 0 0,-1 2 0 0 0,1-1 0 0 0,-1 1 0 0 0,1 0 0 0 0,-1 0 0 0 0,1 1 0 0 0,0 0 0 0 0,0 0 0 0 0,0 1 0 0 0,0-1 0 0 0,-6 5 0 0 0,4-2-122 0 0,0 0 1 0 0,0 1 0 0 0,1 0 0 0 0,0 1 0 0 0,0-1 0 0 0,1 1 0 0 0,0 0-1 0 0,0 1 1 0 0,0 0 0 0 0,1 0 0 0 0,0 0 0 0 0,1 0 0 0 0,0 1 0 0 0,-4 12-1 0 0,6-13-603 0 0,-1 0-1 0 0,2 1 0 0 0,-1-1 0 0 0,1 9 0 0 0,0-9-699 0 0,2 0 0 0 0,-1 0-1 0 0,1-1 1 0 0,3 14-1 0 0,2-4-4115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5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77 912 0 0,'-3'-7'9685'0'0,"6"19"-8593"0"0,0 1 0 0 0,-2 0 0 0 0,1 21 0 0 0,1 7-72 0 0,-1-17-599 0 0,0-1 1 0 0,-2 1-1 0 0,-3 28 1 0 0,2-40-267 0 0,-1 1 0 0 0,-1-1 0 0 0,0 1 0 0 0,0-1 0 0 0,-1 0 0 0 0,-1 0-1 0 0,-9 16 1 0 0,14-26-127 0 0,-1-1 0 0 0,0 0 0 0 0,1 0 0 0 0,-1 1 0 0 0,0-1 0 0 0,0 0 0 0 0,0 0 0 0 0,0 0 0 0 0,0 0 0 0 0,0 0 0 0 0,-1 0 0 0 0,1 0 0 0 0,-2 0 0 0 0,2 0-21 0 0,1-1 1 0 0,0 0-1 0 0,-1 0 1 0 0,1 0-1 0 0,-1 0 1 0 0,1 0 0 0 0,-1 0-1 0 0,1 0 1 0 0,0 0-1 0 0,-1 0 1 0 0,1-1-1 0 0,-1 1 1 0 0,1 0-1 0 0,0 0 1 0 0,-1 0-1 0 0,1 0 1 0 0,-1-1-1 0 0,1 1 1 0 0,0 0-1 0 0,-1 0 1 0 0,1-1 0 0 0,0 1-1 0 0,-1 0 1 0 0,1 0-1 0 0,0-1 1 0 0,-1 1-1 0 0,1 0 1 0 0,0-1-1 0 0,-2-2-1 0 0,1 1 0 0 0,0-1 0 0 0,0 0 0 0 0,0 1 0 0 0,0-1 0 0 0,1 0 0 0 0,-1 1 0 0 0,1-1 0 0 0,-1 0 0 0 0,1 0 0 0 0,0-4 0 0 0,3-16-15 0 0,0 1-1 0 0,2-1 1 0 0,0 1-1 0 0,2 0 1 0 0,0 0-1 0 0,1 0 1 0 0,1 1-1 0 0,1 0 1 0 0,1 1-1 0 0,1 0 1 0 0,28-35-1 0 0,-30 45 4 0 0,-1 0 1 0 0,1 1-1 0 0,0 0 0 0 0,1 1 0 0 0,0 0 0 0 0,1 0 0 0 0,-1 1 0 0 0,1 1 0 0 0,1 0 0 0 0,18-6 0 0 0,-27 10 7 0 0,1 0 0 0 0,-1 1 0 0 0,1 0 0 0 0,0 0-1 0 0,0 1 1 0 0,-1-1 0 0 0,1 1 0 0 0,0 0 0 0 0,0 0 0 0 0,0 0 0 0 0,-1 1 0 0 0,1 0 0 0 0,0 0-1 0 0,0 0 1 0 0,-1 0 0 0 0,1 1 0 0 0,-1 0 0 0 0,0 0 0 0 0,1 0 0 0 0,-1 0 0 0 0,0 1 0 0 0,0 0 0 0 0,0 0-1 0 0,0 0 1 0 0,-1 0 0 0 0,1 0 0 0 0,-1 1 0 0 0,0 0 0 0 0,0-1 0 0 0,0 1 0 0 0,-1 0 0 0 0,4 8-1 0 0,-1-1 31 0 0,-1 1 0 0 0,0-1-1 0 0,-1 1 1 0 0,0 0-1 0 0,-1 0 1 0 0,0 0 0 0 0,-1 0-1 0 0,-1 25 1 0 0,0-21-305 0 0,1 1-1 0 0,0 0 1 0 0,8 32 0 0 0,-9-47 88 0 0,1 0 0 0 0,0 0 1 0 0,0 0-1 0 0,0 0 0 0 0,0 0 0 0 0,0 0 0 0 0,0 0 0 0 0,0 0 1 0 0,1-1-1 0 0,-1 1 0 0 0,1 0 0 0 0,-1-1 0 0 0,1 1 1 0 0,0-1-1 0 0,-1 0 0 0 0,1 1 0 0 0,0-1 0 0 0,0 0 0 0 0,0 0 1 0 0,0 0-1 0 0,0 0 0 0 0,0-1 0 0 0,0 1 0 0 0,1 0 1 0 0,-1-1-1 0 0,0 1 0 0 0,4-1 0 0 0,1 0-608 0 0,-1 0 1 0 0,0 0-1 0 0,1-1 0 0 0,-1 0 0 0 0,0 0 1 0 0,0-1-1 0 0,0 0 0 0 0,11-4 1 0 0,2-4-3078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6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214 160 872 0 0,'10'-17'1796'0'0,"0"0"0"0"0,-1 0-1 0 0,-1-1 1 0 0,-1 0 0 0 0,7-29-1 0 0,-13 45-1605 0 0,-1 1-1 0 0,0-1 1 0 0,0 1-1 0 0,0-1 0 0 0,0 1 1 0 0,0-1-1 0 0,0 1 1 0 0,0-1-1 0 0,0 1 0 0 0,0 0 1 0 0,-1-4-1 0 0,1 5-135 0 0,-1 0 0 0 0,1 0 0 0 0,0-1 0 0 0,0 1-1 0 0,0 0 1 0 0,-1-1 0 0 0,1 1 0 0 0,0 0 0 0 0,0 0 0 0 0,-1-1 0 0 0,1 1 0 0 0,0 0-1 0 0,-1 0 1 0 0,1 0 0 0 0,0-1 0 0 0,-1 1 0 0 0,1 0 0 0 0,0 0 0 0 0,-1 0 0 0 0,1 0-1 0 0,0 0 1 0 0,-1 0 0 0 0,1 0 0 0 0,0 0 0 0 0,-1 0 0 0 0,1 0 0 0 0,-1 0 0 0 0,1 0-1 0 0,0 0 1 0 0,-1 0 0 0 0,1 0 0 0 0,0 0 0 0 0,-1 0 0 0 0,0 2-8 0 0,0-1 0 0 0,0 0 0 0 0,1 0 0 0 0,-1 0 0 0 0,1 1 0 0 0,-1-1 0 0 0,1 0 0 0 0,-1 0 0 0 0,1 1 0 0 0,0-1 0 0 0,-1 0 0 0 0,1 1 0 0 0,0-1 0 0 0,0 1 0 0 0,0-1 0 0 0,0 0 0 0 0,0 1 0 0 0,1-1 0 0 0,-1 0 0 0 0,1 3 0 0 0,3 11 238 0 0,0 0-1 0 0,2-1 1 0 0,0 0-1 0 0,11 20 1 0 0,-9-20-36 0 0,-1 1 0 0 0,-1 0-1 0 0,0 0 1 0 0,6 25 0 0 0,-11-36-197 0 0,-1-1-1 0 0,1 1 1 0 0,-1 0 0 0 0,0-1 0 0 0,0 1-1 0 0,-1 0 1 0 0,1-1 0 0 0,-1 1 0 0 0,1 0 0 0 0,-1-1-1 0 0,0 1 1 0 0,-1-1 0 0 0,1 1 0 0 0,0-1-1 0 0,-1 0 1 0 0,0 0 0 0 0,0 1 0 0 0,0-1-1 0 0,0 0 1 0 0,0-1 0 0 0,-1 1 0 0 0,1 0 0 0 0,-1-1-1 0 0,0 1 1 0 0,0-1 0 0 0,0 0 0 0 0,0 0-1 0 0,0 0 1 0 0,0 0 0 0 0,-1-1 0 0 0,1 1 0 0 0,-7 1-1 0 0,0 0-262 0 0,0 0-1 0 0,1-1 1 0 0,-1 0-1 0 0,0-1 0 0 0,0 0 1 0 0,0 0-1 0 0,-1-1 1 0 0,1 0-1 0 0,0-1 1 0 0,0 0-1 0 0,-10-3 0 0 0,7 0-1030 0 0,1-1 0 0 0,-1 0 0 0 0,1 0 0 0 0,0-1-1 0 0,0-1 1 0 0,1 0 0 0 0,-16-13 0 0 0,-1-5-4906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85 142 1288 0 0,'-6'-33'5340'0'0,"4"19"-1481"0"0,-1-1-1 0 0,-8-21 1 0 0,11 34-3479 0 0,-7-17 223 0 0,1 8-3127 0 0,-25 2-6067 0 0,13 7 2923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17 1428 0 0,'-146'51'13186'0'0,"137"-44"-11067"0"0,15-4-681 0 0,19-2-647 0 0,222-29 342 0 0,-11 2-1972 0 0,4 11-2484 0 0,-79 9-2978 0 0,-55 2-927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4744 0 0,'15'17'13066'0'0,"-8"-8"-11662"0"0,2-2-2268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21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1680 0 0,'1'-18'3317'0'0,"6"-33"-1"0"0,-4 34-607 0 0,1-34 1820 0 0,12 85-2152 0 0,61 429 2552 0 0,-41 6-3840 0 0,46 721-793 0 0,15-168 1142 0 0,-20 430 383 0 0,-62-829-349 0 0,-11-403-1136 0 0,19 294-160 0 0,-12-303 134 0 0,12 160-11 0 0,-21-327-260 0 0,0-3 18 0 0,9 53 0 0 0,-11-92-66 0 0,2 41 82 0 0,-2-41-44 0 0,0-2-23 0 0,0 0 8 0 0,0 0 1 0 0,0 0-1 0 0,-1 0 0 0 0,1 0 0 0 0,0 0 0 0 0,0 0 0 0 0,0 0 0 0 0,0 0 0 0 0,0 0 1 0 0,0 0-1 0 0,0 0 0 0 0,0 0 0 0 0,0 0 0 0 0,0 0 0 0 0,0 1 0 0 0,-1-1 1 0 0,1 0-1 0 0,0 0 0 0 0,0 0 0 0 0,0 0 0 0 0,0 0 0 0 0,0 0 0 0 0,0 0 1 0 0,0 0-1 0 0,0 1 0 0 0,0-1 0 0 0,0 0 0 0 0,0 0 0 0 0,0 0 0 0 0,0 0 1 0 0,0 0-1 0 0,0 0 0 0 0,0 0 0 0 0,0 0 0 0 0,0 1 0 0 0,0-1 0 0 0,0 0 1 0 0,0 0-1 0 0,0 0 0 0 0,0 0 0 0 0,1 0 0 0 0,-1 0 0 0 0,0 0 0 0 0,0 0 0 0 0,0 0 1 0 0,0 1-1 0 0,0-1 0 0 0,0 0 0 0 0,0 0 0 0 0,0 0 0 0 0,0 0 0 0 0,0 0 1 0 0,1 0-1 0 0,-1 1 65 0 0,0 0 0 0 0,1 0 0 0 0,-1 0-1 0 0,1 0 1 0 0,-1 0 0 0 0,0 0 0 0 0,0 0 0 0 0,0 0 0 0 0,0 1 0 0 0,0-1 0 0 0,0 0 0 0 0,0 0 0 0 0,0 0 0 0 0,0 0 0 0 0,0 0-1 0 0,-1 0 1 0 0,1 0 0 0 0,0 0 0 0 0,-1 0 0 0 0,0 2 0 0 0,-5 3-79 0 0,1 1 0 0 0,5-7 0 0 0,0 0 0 0 0,0 0 0 0 0,-1 0 0 0 0,1 0 0 0 0,0 0 0 0 0,0 0 0 0 0,0 0 0 0 0,0 1 0 0 0,0-1 0 0 0,0 0 0 0 0,0 0 0 0 0,-1 0 0 0 0,1 0 0 0 0,0 0 0 0 0,0 0 0 0 0,0 1 0 0 0,0-1 0 0 0,0 0 0 0 0,0 0 0 0 0,0 0 0 0 0,0 0 0 0 0,0 0 0 0 0,0 1 0 0 0,0-1 0 0 0,0 0 0 0 0,0 0 0 0 0,0 0 0 0 0,0 0 0 0 0,0 1 0 0 0,0-1 0 0 0,0 0 0 0 0,0 0 0 0 0,0 0 0 0 0,0 0 0 0 0,0 0 0 0 0,0 1 0 0 0,0-1 0 0 0,0 0 0 0 0,0 0 0 0 0,1 0 0 0 0,-1 1 0 0 0,14-1 0 0 0,3-2 0 0 0,-2-1 0 0 0,-1 2 0 0 0,2-1 0 0 0,-1 0 0 0 0,2 1 0 0 0,2-1 0 0 0,1 0 0 0 0,2-1 0 0 0,1 1 0 0 0,23-3 0 0 0,184-16 0 0 0,277 11 0 0 0,205 0 0 0 0,-143 21 0 0 0,-309-3 0 0 0,27 0 0 0 0,461 3 0 0 0,-401-18 0 0 0,325-11 0 0 0,-338 8 0 0 0,223-14 0 0 0,519-36 0 0 0,-883 51 0 0 0,-65 6 0 0 0,89-6 0 0 0,-191 6 0 0 0,-2 3 0 0 0,-1-2 0 0 0,-2 2 0 0 0,1 0 0 0 0,0-1 0 0 0,1 0 0 0 0,58-2 0 0 0,123-3 0 0 0,-187 5 0 0 0,82-4 0 0 0,-72 4 0 0 0,31-5 0 0 0,-14-1 0 0 0,66-9 0 0 0,130-36 0 0 0,-129 24 0 0 0,-92 23 0 0 0,-1 0 0 0 0,-2 1 0 0 0,-3 1 0 0 0,0-1 0 0 0,1 1 0 0 0,-1-1 0 0 0,-4 0-123 0 0,-9 4 61 0 0,0 0 1 0 0,1 0 0 0 0,-1 0 0 0 0,0 0-1 0 0,0 0 1 0 0,0 0 0 0 0,1-1-1 0 0,-1 1 1 0 0,0 0 0 0 0,0 0 0 0 0,0 0-1 0 0,1 0 1 0 0,-1 0 0 0 0,0-1-1 0 0,0 1 1 0 0,0 0 0 0 0,0 0 0 0 0,0 0-1 0 0,0-1 1 0 0,0 1 0 0 0,1 0 0 0 0,-1 0-1 0 0,0 0 1 0 0,0-1 0 0 0,0 1-1 0 0,0 0 1 0 0,0 0 0 0 0,0-1 0 0 0,0 1-1 0 0,0 0 1 0 0,0 0 0 0 0,0-1-1 0 0,0 1 1 0 0,0 0 0 0 0,0 0 0 0 0,0 0-1 0 0,0-1 1 0 0,-1 1 0 0 0,1 0-1 0 0,0 0 1 0 0,0 0 0 0 0,0-1 0 0 0,0 1-1 0 0,0 0 1 0 0,0 0 0 0 0,-1 0 0 0 0,1 0-1 0 0,0-1 1 0 0,0 1 0 0 0,0 0-1 0 0,0 0 1 0 0,-1 0 0 0 0,1 0 0 0 0,0 0-1 0 0,0-1 1 0 0,-14-6-3103 0 0,-89-28-13556 0 0,78 26 9796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2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82 556 0 0,'-24'-27'9895'0'0,"21"17"-8742"0"0,4 8-1113 0 0,1 1-1 0 0,-1 0 1 0 0,1 0-1 0 0,-1-1 1 0 0,1 1-1 0 0,-1 0 1 0 0,1 1-1 0 0,0-1 1 0 0,0 0-1 0 0,-1 0 1 0 0,1 1-1 0 0,0-1 1 0 0,0 1-1 0 0,2-1 1 0 0,35-5 138 0 0,-22 3-122 0 0,132-17 181 0 0,-126 19-461 0 0,1 0 0 0 0,0 2 0 0 0,-1 0 0 0 0,34 7 0 0 0,-21 6-4402 0 0,-23-7 108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7 624 0 0,'0'0'4064'0'0,"11"-5"-4097"0"0,1 3-1524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33.93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1667 111 476 0 0,'0'0'711'0'0,"-2"-12"1133"0"0,-10-25-14 0 0,12 36-1725 0 0,-1 0-60 0 0,1-1 0 0 0,-1 1 0 0 0,1-1 0 0 0,-1 1 0 0 0,1-1 0 0 0,0 1 0 0 0,0-1 1 0 0,-1 1-1 0 0,1-1 0 0 0,0 1 0 0 0,0-1 0 0 0,1-2 0 0 0,-2-8 414 0 0,1 11-436 0 0,0 1 0 0 0,0-1 0 0 0,-1 1 0 0 0,1-1 0 0 0,0 1 0 0 0,0-1 0 0 0,0 1-1 0 0,0-1 1 0 0,0 0 0 0 0,0 1 0 0 0,0-1 0 0 0,1 1 0 0 0,-1-1 0 0 0,0 1 0 0 0,0-1 0 0 0,0 1 0 0 0,0-1 0 0 0,1 1 0 0 0,-1-1-1 0 0,0 1 1 0 0,0-1 0 0 0,1 1 0 0 0,-1-1 0 0 0,0 1 0 0 0,1 0 0 0 0,-1-1 0 0 0,1 1 0 0 0,-1-1 0 0 0,0 1 0 0 0,1 0-1 0 0,-1 0 1 0 0,1-1 0 0 0,-1 1 0 0 0,1 0 0 0 0,-1 0 0 0 0,1-1 0 0 0,-1 1 0 0 0,1 0 0 0 0,-1 0 0 0 0,1 0 0 0 0,0 0-1 0 0,35-6 415 0 0,-33 6-395 0 0,48-3 105 0 0,0 3 1 0 0,0 1-1 0 0,87 15 1 0 0,149 53-112 0 0,177 110 42 0 0,-55 19 90 0 0,-136-61-197 0 0,-213-108 8 0 0,495 257-211 0 0,-427-208 217 0 0,347 197-41 0 0,217 61 196 0 0,-606-295-114 0 0,195 89-83 0 0,321 162-96 0 0,-507-242 156 0 0,684 341 38 0 0,-709-362 1 0 0,55 26-51 0 0,-123-55 9 0 0,16 10 11 0 0,-15-6-3 0 0,-4-3-8 0 0,-1 0 0 0 0,1 0-1 0 0,-1 0 1 0 0,1 0 0 0 0,-1 0 0 0 0,1 0-1 0 0,-1 0 1 0 0,1-1 0 0 0,-1 1-1 0 0,0-1 1 0 0,1 1 0 0 0,-1-1-1 0 0,0 0 1 0 0,0 1 0 0 0,1-1-1 0 0,-1 0 1 0 0,0 0 0 0 0,0 0-1 0 0,1 0 1 0 0,-1-1 0 0 0,0 1 0 0 0,-2-1-1 0 0,2 1 0 0 0,-57-2 0 0 0,-89-14 0 0 0,-54-22 2 0 0,144 26-1 0 0,-1216-281-69 0 0,867 195 60 0 0,-1968-414 241 0 0,1150 247-400 0 0,883 189 176 0 0,140 31-68 0 0,199 44 53 0 0,5 3 0 0 0,0-1 7 0 0,0 0-1 0 0,0 0 1 0 0,0 0 0 0 0,1 0-1 0 0,-1 0 1 0 0,0 0 0 0 0,1 0 0 0 0,2 0-1 0 0,410 107-26 0 0,-306-77 28 0 0,742 237 114 0 0,-9 31-243 0 0,47 15 29 0 0,366 88 147 0 0,-516-170-138 0 0,370 115-55 0 0,-1046-328 142 0 0,-60-19 11 0 0,-8 0-12 0 0,-336-64 6 0 0,182 30 32 0 0,-1101-205 56 0 0,507 97 17 0 0,113 19-145 0 0,-578-109 25 0 0,-5 23 33 0 0,59 62 45 0 0,1162 147-64 0 0,-16-2-3 0 0,0 0 1 0 0,-1 2-1 0 0,1 0 1 0 0,-27 4-1 0 0,44-4 2 0 0,0 0 0 0 0,0 0 0 0 0,0 0 0 0 0,0 1 0 0 0,0-1 0 0 0,0 0-1 0 0,0 1 1 0 0,0-1 0 0 0,0 1 0 0 0,0-1 0 0 0,0 1 0 0 0,0-1 0 0 0,0 1 0 0 0,-1 1-1 0 0,2-2 1 0 0,0 1 0 0 0,0-1 0 0 0,0 0-1 0 0,0 1 1 0 0,-1-1 0 0 0,1 0 0 0 0,0 1-1 0 0,0-1 1 0 0,0 1 0 0 0,0-1 0 0 0,0 0-1 0 0,0 1 1 0 0,0-1 0 0 0,0 0 0 0 0,0 1-1 0 0,0-1 1 0 0,0 0 0 0 0,0 1 0 0 0,1-1-1 0 0,-1 1 1 0 0,0-1 0 0 0,0 0 0 0 0,0 1-1 0 0,1-1 1 0 0,11 13-7 0 0,-11-13 8 0 0,12 9-8 0 0,0-1 1 0 0,1-1 0 0 0,0-1-1 0 0,1 0 1 0 0,-1 0 0 0 0,31 6-1 0 0,-10-2-2 0 0,413 103 3 0 0,11-25-5 0 0,-369-72 14 0 0,1270 206 127 0 0,-144-26-143 0 0,140 69-154 0 0,-6 28 55 0 0,-1270-276 108 0 0,765 186-22 0 0,-756-174 46 0 0,-88-29-25 0 0,-1 1 6 0 0,0 0-1 0 0,0-1 1 0 0,-1 1 0 0 0,1-1-1 0 0,0 1 1 0 0,0-1-1 0 0,-1 1 1 0 0,1-1 0 0 0,0 1-1 0 0,-1-1 1 0 0,1 1 0 0 0,-1-1-1 0 0,1 1 1 0 0,0-1-1 0 0,-1 0 1 0 0,1 1 0 0 0,-1-1-1 0 0,1 0 1 0 0,-1 1-1 0 0,1-1 1 0 0,-1 0 0 0 0,0 0-1 0 0,1 1 1 0 0,-1-1 0 0 0,1 0-1 0 0,-1 0 1 0 0,1 0-1 0 0,-1 0 1 0 0,0 0 0 0 0,1 0-1 0 0,-1 0 1 0 0,0 0 0 0 0,-27-1 23 0 0,24 1-23 0 0,-576-79 6 0 0,414 52-3 0 0,-715-128-31 0 0,237 39 57 0 0,-2361-331 141 0 0,2058 355-161 0 0,-4 61 57 0 0,950 31-66 0 0,-82 0 47 0 0,-1 4 0 0 0,-95 17 0 0 0,173-20-49 0 0,0 1-1 0 0,0 0 1 0 0,0 0 0 0 0,0 1 0 0 0,-7 3-1 0 0,13-6 2 0 0,0 1-1 0 0,-1-1 0 0 0,1 0 0 0 0,-1 1 0 0 0,1-1 0 0 0,0 0 1 0 0,-1 1-1 0 0,1-1 0 0 0,0 0 0 0 0,0 1 0 0 0,-1-1 1 0 0,1 1-1 0 0,0-1 0 0 0,0 0 0 0 0,-1 1 0 0 0,1-1 0 0 0,0 1 1 0 0,0-1-1 0 0,0 1 0 0 0,0-1 0 0 0,0 1 0 0 0,0-1 0 0 0,0 1 1 0 0,0-1-1 0 0,0 1 0 0 0,0-1 0 0 0,0 1 0 0 0,0-1 1 0 0,0 1-1 0 0,0-1 0 0 0,0 0 0 0 0,0 1 0 0 0,0-1 0 0 0,1 1 1 0 0,-1-1-1 0 0,0 1 0 0 0,0-1 0 0 0,1 1 0 0 0,-1-1 0 0 0,0 0 1 0 0,1 1-1 0 0,-1-1 0 0 0,0 0 0 0 0,1 1 0 0 0,-1-1 1 0 0,19 15-35 0 0,5-4 23 0 0,1-1 0 0 0,0-1 0 0 0,0-2 0 0 0,30 6 0 0 0,-21-5 1 0 0,437 81-44 0 0,8-25-1 0 0,-353-48 46 0 0,4294 547-60 0 0,-3094-407 65 0 0,-338-42 8 0 0,-952-109 18 0 0,-34-5-17 0 0,-7 0-11 0 0,-196-11 6 0 0,101 3 0 0 0,-528-43-41 0 0,0 1 10 0 0,-1760-51-49 0 0,-1 94 16 0 0,544 81 165 0 0,1819-73-106 0 0,17-1 8 0 0,0 0 1 0 0,-1 1 0 0 0,1 0-1 0 0,0 1 1 0 0,0 0-1 0 0,-10 4 1 0 0,37-4 38 0 0,-4 1-40 0 0,232-1-38 0 0,-146-4 32 0 0,2313 31 51 0 0,-2 52 2 0 0,408 84-77 0 0,-2749-160 33 0 0,11 2 1 0 0,151-6-1 0 0,-232-1-4 0 0,0 0 1 0 0,0 0-1 0 0,0 0 0 0 0,1 0 0 0 0,-1 0 0 0 0,0 0 0 0 0,0 0 0 0 0,0 0 0 0 0,1 0 0 0 0,-1 0 0 0 0,0 0 0 0 0,0 0 0 0 0,0 0 0 0 0,1 0 0 0 0,-1 0 0 0 0,0 0 1 0 0,0 0-1 0 0,0-1 0 0 0,1 1 0 0 0,-1 0 0 0 0,0 0 0 0 0,0 0 0 0 0,0 0 0 0 0,0 0 0 0 0,1 0 0 0 0,-1-1 0 0 0,0 1 0 0 0,0 0 0 0 0,0 0 0 0 0,0 0 1 0 0,0 0-1 0 0,0-1 0 0 0,0 1 0 0 0,1 0 0 0 0,-1 0 0 0 0,0 0 0 0 0,0 0 0 0 0,0-1 0 0 0,0 1 0 0 0,0 0 0 0 0,0 0 0 0 0,0 0 0 0 0,0-1 0 0 0,0 1 0 0 0,0 0 1 0 0,0 0-1 0 0,0 0 0 0 0,0-1 0 0 0,0 1 0 0 0,0 0 0 0 0,0 0 0 0 0,0 0 0 0 0,0-1 0 0 0,-1 1 0 0 0,1 0 0 0 0,0 0 0 0 0,0 0 0 0 0,0-1 0 0 0,0 1 1 0 0,-11-8 2 0 0,-27-5 10 0 0,0 2 1 0 0,-58-9-1 0 0,40 9-1 0 0,-914-163 4 0 0,788 143-16 0 0,-96-15-12 0 0,-1995-342-7 0 0,-188-33 235 0 0,2349 402-182 0 0,-98-15-28 0 0,-460-81 20 0 0,5-25 15 0 0,586 122-37 0 0,2-3 0 0 0,-142-61 0 0 0,213 79-2 0 0,-1 0 0 0 0,1-1-1 0 0,0 0 1 0 0,0 0-1 0 0,0-1 1 0 0,-8-7-1 0 0,13 11 0 0 0,0 0-1 0 0,0 0 1 0 0,0 0-1 0 0,0 0 1 0 0,1-1-1 0 0,-1 1 0 0 0,0 0 1 0 0,1 0-1 0 0,-1-1 1 0 0,0 1-1 0 0,1-1 1 0 0,0 1-1 0 0,-1-1 1 0 0,1 1-1 0 0,0 0 0 0 0,0-1 1 0 0,0 1-1 0 0,0-1 1 0 0,0 1-1 0 0,0-1 1 0 0,0 1-1 0 0,0-1 0 0 0,1 1 1 0 0,-1-1-1 0 0,0 1 1 0 0,1-1-1 0 0,-1 1 1 0 0,1 0-1 0 0,0-1 0 0 0,-1 1 1 0 0,1 0-1 0 0,0 0 1 0 0,0-1-1 0 0,0 1 1 0 0,0 0-1 0 0,0 0 1 0 0,0 0-1 0 0,2-1 0 0 0,7-6 2 0 0,0 0 0 0 0,0 1 0 0 0,1 0-1 0 0,0 1 1 0 0,0 0 0 0 0,0 0 0 0 0,20-5 0 0 0,92-22 7 0 0,-109 30-9 0 0,165-33-12 0 0,192-13 0 0 0,186 17-6 0 0,896 33-3 0 0,1 62-22 0 0,-1076-45 31 0 0,261 14 10 0 0,594 27-18 0 0,-1196-57 17 0 0,-7 0 2 0 0,-1-2-1 0 0,53-4 1 0 0,-72-1 12 0 0,-16 0-4 0 0,-18-5-16 0 0,-379-74 12 0 0,315 69 11 0 0,-1297-167 55 0 0,-12 67 6 0 0,1288 107-76 0 0,-1730-121 182 0 0,1806 127-169 0 0,6 1-2 0 0,1-2 0 0 0,-48-10-1 0 0,72 13-2 0 0,5-2 12 0 0,11-3-22 0 0,-1 1-1 0 0,1 0 1 0 0,0 1-1 0 0,1 0 1 0 0,-1 1-1 0 0,1 1 0 0 0,15 0 1 0 0,5-1 7 0 0,1016-35-29 0 0,-854 34 28 0 0,716-6-32 0 0,301-4-70 0 0,-1155 12 101 0 0,-8 1 5 0 0,-1-2 0 0 0,62-10 0 0 0,-99 6-10 0 0,-20 2-6 0 0,-25-3 7 0 0,31 7 2 0 0,-695-63 18 0 0,535 53-13 0 0,-135-10-24 0 0,-455-33-47 0 0,4-34 19 0 0,447 27 63 0 0,294 58-17 0 0,1 1-1 0 0,-1-1 0 0 0,0 0 0 0 0,1 0 1 0 0,0-1-1 0 0,-1 0 0 0 0,1 0 1 0 0,0 0-1 0 0,-6-6 0 0 0,10 9 2 0 0,1-1 0 0 0,0 0 0 0 0,-1 1-1 0 0,1-1 1 0 0,0 0 0 0 0,0 1 0 0 0,0-1 0 0 0,-1 0-1 0 0,1 0 1 0 0,0 1 0 0 0,0-1 0 0 0,0 0 0 0 0,0 0 0 0 0,0 1-1 0 0,0-1 1 0 0,0 0 0 0 0,1 1 0 0 0,-1-1 0 0 0,0 0-1 0 0,0 0 1 0 0,0 1 0 0 0,1-1 0 0 0,-1 0 0 0 0,0 1-1 0 0,1-1 1 0 0,-1 1 0 0 0,1-1 0 0 0,-1 0 0 0 0,1 1 0 0 0,-1-1-1 0 0,1 1 1 0 0,-1-1 0 0 0,1 1 0 0 0,-1-1 0 0 0,1 1-1 0 0,0 0 1 0 0,1-1 0 0 0,25-14 8 0 0,15 4-21 0 0,0 2 1 0 0,1 2-1 0 0,85-4 0 0 0,-85 8 11 0 0,644-17 4 0 0,-205 11-2 0 0,-474 8-1 0 0,6 1 0 0 0,1 0 1 0 0,-1-1-1 0 0,0-1 0 0 0,1-1 0 0 0,-1 0 0 0 0,15-5 0 0 0,-28 7 2 0 0,-1 1-1 0 0,0-1 0 0 0,1 1 0 0 0,-1-1 0 0 0,0 1 0 0 0,1-1 0 0 0,-1 1 0 0 0,0-1 0 0 0,1 1 0 0 0,-1-1 0 0 0,0 1 1 0 0,0-1-1 0 0,0 1 0 0 0,0-1 0 0 0,0 1 0 0 0,0-1 0 0 0,0 0 0 0 0,0 1 0 0 0,0-1 0 0 0,0 1 0 0 0,0-1 0 0 0,0 1 1 0 0,0-1-1 0 0,0 0 0 0 0,0 1 0 0 0,0-1 0 0 0,-1 1 0 0 0,1-1 0 0 0,0 1 0 0 0,0-1 0 0 0,-1 1 0 0 0,1-1 0 0 0,0 1 1 0 0,-1-1-1 0 0,1 1 0 0 0,0 0 0 0 0,-1-1 0 0 0,1 1 0 0 0,-1-1 0 0 0,1 1 0 0 0,-1 0 0 0 0,0-1 0 0 0,-13-7-1 0 0,-1 0 0 0 0,0 2 0 0 0,0-1-1 0 0,-29-6 1 0 0,21 6 15 0 0,-351-94 24 0 0,-7 21 58 0 0,180 39-36 0 0,-687-129 42 0 0,811 156-86 0 0,70 13-12 0 0,-23-5 4 0 0,26 3-5 0 0,17 0 0 0 0,23 1-10 0 0,0 3 0 0 0,70 9 0 0 0,-55-4 16 0 0,177 24-74 0 0,339 89-1 0 0,204 129-80 0 0,67 115 254 0 0,-29 61-175 0 0,877 459-4 0 0,-1364-724-6 0 0,370 178-43 0 0,-660-323 140 0 0,-30-13-2 0 0,-6-1-4 0 0,-17-2-9 0 0,-1-1 1 0 0,0 0-1 0 0,1-2 0 0 0,-31-11 1 0 0,0 0-11 0 0,-1966-461 279 0 0,954 276-282 0 0,-9 59-4 0 0,1042 139 14 0 0,-342-18 2 0 0,364 21-5 0 0,0 0 1 0 0,1 0 0 0 0,-1 1-1 0 0,0 0 1 0 0,1 0 0 0 0,-1 1-1 0 0,1 0 1 0 0,-1 1 0 0 0,-13 6-1 0 0,22-9 2 0 0,-1 0-1 0 0,1 0 0 0 0,0 0 0 0 0,0 0 0 0 0,0 0 0 0 0,0 0 0 0 0,0 0 0 0 0,0 0 0 0 0,0 0 0 0 0,0 0 0 0 0,0 0 1 0 0,0 1-1 0 0,0-1 0 0 0,0 0 0 0 0,0 0 0 0 0,0 0 0 0 0,-1 0 0 0 0,1 0 0 0 0,0 0 0 0 0,0 0 0 0 0,0 0 0 0 0,0 0 1 0 0,0 0-1 0 0,0 1 0 0 0,0-1 0 0 0,0 0 0 0 0,0 0 0 0 0,0 0 0 0 0,0 0 0 0 0,0 0 0 0 0,0 0 0 0 0,0 0 1 0 0,0 0-1 0 0,0 0 0 0 0,0 1 0 0 0,0-1 0 0 0,1 0 0 0 0,-1 0 0 0 0,0 0 0 0 0,0 0 0 0 0,0 0 0 0 0,0 0 0 0 0,0 0 1 0 0,0 0-1 0 0,0 0 0 0 0,0 0 0 0 0,0 0 0 0 0,0 1 0 0 0,0-1 0 0 0,0 0 0 0 0,0 0 0 0 0,0 0 0 0 0,1 0 0 0 0,-1 0 1 0 0,0 0-1 0 0,0 0 0 0 0,3 4 0 0 0,1 0 1 0 0,0-1 0 0 0,0 1 0 0 0,0-1-1 0 0,0 0 1 0 0,0 0 0 0 0,1 0-1 0 0,0 0 1 0 0,-1-1 0 0 0,9 4 0 0 0,62 17-8 0 0,-48-16 17 0 0,565 123 84 0 0,-492-111-74 0 0,1737 301-131 0 0,-1135-202 48 0 0,-493-82 57 0 0,2297 408-153 0 0,-2358-413 150 0 0,-147-30 10 0 0,-1-1-1 0 0,0 0 1 0 0,0 0-1 0 0,0 0 1 0 0,0 1-1 0 0,0-1 1 0 0,0 0-1 0 0,0 0 1 0 0,0 0-1 0 0,0 1 1 0 0,0-1-1 0 0,0 0 1 0 0,0 0-1 0 0,0 0 1 0 0,-1 1-1 0 0,1-1 1 0 0,0 0-1 0 0,0 0 1 0 0,0 0-1 0 0,0 1 1 0 0,0-1-1 0 0,0 0 1 0 0,0 0-1 0 0,-1 0 1 0 0,1 0-1 0 0,0 1 1 0 0,0-1-1 0 0,0 0 1 0 0,0 0-1 0 0,-1 0 1 0 0,1 0 0 0 0,0 0-1 0 0,0 0 1 0 0,0 0-1 0 0,0 1 1 0 0,-1-1-1 0 0,1 0 1 0 0,0 0-1 0 0,0 0 1 0 0,0 0-1 0 0,-1 0 1 0 0,1 0-1 0 0,0 0 1 0 0,0 0-1 0 0,-1 0 1 0 0,1 0-1 0 0,0 0 1 0 0,-13 1 1 0 0,1 0-1 0 0,-1-1 1 0 0,1 0 0 0 0,-1-1 0 0 0,-16-3 0 0 0,-1 1 3 0 0,-1091-112 22 0 0,-175-16-5 0 0,-348 25 29 0 0,1632 105-51 0 0,-19 0 0 0 0,0 1 1 0 0,0 1-1 0 0,-34 6 0 0 0,66-7 0 0 0,-1 0 0 0 0,0 0 0 0 0,0 1 0 0 0,1-1 0 0 0,-1 0-1 0 0,0 0 1 0 0,0 0 0 0 0,0 1 0 0 0,1-1 0 0 0,-1 0 0 0 0,0 0 0 0 0,0 0 0 0 0,0 1-1 0 0,1-1 1 0 0,-1 0 0 0 0,0 0 0 0 0,0 1 0 0 0,0-1 0 0 0,0 0 0 0 0,0 0 0 0 0,0 1 0 0 0,0-1-1 0 0,0 0 1 0 0,0 1 0 0 0,0-1 0 0 0,0 0 0 0 0,0 0 0 0 0,0 1 0 0 0,0-1 0 0 0,0 0 0 0 0,0 1-1 0 0,0-1 1 0 0,0 0 0 0 0,0 0 0 0 0,0 1 0 0 0,0-1 0 0 0,0 0 0 0 0,-1 0 0 0 0,1 1 0 0 0,0-1-1 0 0,0 0 1 0 0,0 0 0 0 0,0 1 0 0 0,-1-1 0 0 0,1 0 0 0 0,0 0 0 0 0,0 0 0 0 0,-1 1 0 0 0,1-1-1 0 0,0 0 1 0 0,0 0 0 0 0,-1 0 0 0 0,1 0 0 0 0,0 0 0 0 0,0 0 0 0 0,-1 0 0 0 0,1 1-1 0 0,0-1 1 0 0,0 0 0 0 0,-1 0 0 0 0,1 0 0 0 0,0 0 0 0 0,-1 0 0 0 0,1 0 0 0 0,0 0 0 0 0,0 0-1 0 0,-1 0 1 0 0,1-1 0 0 0,19 12-9 0 0,31 5 3 0 0,1-3-1 0 0,69 9 0 0 0,-51-9 9 0 0,916 143-80 0 0,-649-107 31 0 0,-164-23 48 0 0,939 158 76 0 0,-1089-179-73 0 0,35 12-1 0 0,-58-16-1 0 0,1 0-1 0 0,-1 0 0 0 0,0 0 1 0 0,0 0-1 0 0,0 0 0 0 0,0 0 0 0 0,0-1 1 0 0,0 1-1 0 0,0 0 0 0 0,0 0 0 0 0,-3 0 1 0 0,-8 3-2 0 0,-1-2 1 0 0,0 0-1 0 0,0 0 1 0 0,0-1 0 0 0,0 0-1 0 0,-19-3 1 0 0,-1 2 5 0 0,-828-18-2 0 0,550 7-22 0 0,-146-3-2 0 0,-1029-25-40 0 0,4 54 93 0 0,1425-13-32 0 0,14-1-5 0 0,0 1 1 0 0,-51 10-1 0 0,85-7 3 0 0,13-1 6 0 0,19 1 4 0 0,254 13 2 0 0,-165-14-38 0 0,1041 34 45 0 0,-416-17-11 0 0,408 26 37 0 0,-2 30-73 0 0,-1050-69 19 0 0,231 27-30 0 0,-310-33 40 0 0,-12-1-14 0 0,-7 0-6 0 0,-34 3 24 0 0,0-1 0 0 0,-62-4-1 0 0,46-1-2 0 0,-1165-25 33 0 0,-490-6-17 0 0,431 35-55 0 0,1 44 23 0 0,1195-41 25 0 0,-287 30-24 0 0,329-26-16 0 0,38-8 32 0 0,4 0-4 0 0,0-1 1 0 0,-1 1-1 0 0,1 0 1 0 0,0-1-1 0 0,-1 1 0 0 0,1-1 1 0 0,0 1-1 0 0,0-1 1 0 0,0 1-1 0 0,0-1 1 0 0,-1 0-1 0 0,1 1 1 0 0,0-1-1 0 0,1 0 0 0 0,5 2-1 0 0,1-1 0 0 0,-1 0 0 0 0,0-1 1 0 0,13 0-1 0 0,0-1 1 0 0,1154-16 34 0 0,-340 2-10 0 0,960 23-24 0 0,-4 73 18 0 0,-1654-76-32 0 0,-133-5 20 0 0,-10 0 5 0 0,-1933-62-35 0 0,-7 83-9 0 0,992 56 13 0 0,924-73 19 0 0,11-2 0 0 0,0 1 0 0 0,0 0 0 0 0,0 2 0 0 0,0 0 0 0 0,1 1 0 0 0,-20 9 0 0 0,38-14 3 0 0,0-1 0 0 0,0 1 0 0 0,0-1 0 0 0,0 1 0 0 0,0 0 0 0 0,0-1 0 0 0,0 1 0 0 0,0 0 0 0 0,0 0 0 0 0,1 0 0 0 0,-1 0 0 0 0,0 0 0 0 0,1-1 0 0 0,-2 3 0 0 0,2-3 0 0 0,0 1 0 0 0,0-1 0 0 0,0 1 0 0 0,0-1 1 0 0,0 1-1 0 0,0-1 0 0 0,0 1 0 0 0,0-1 1 0 0,0 0-1 0 0,0 1 0 0 0,0-1 0 0 0,0 1 0 0 0,1-1 1 0 0,-1 1-1 0 0,0-1 0 0 0,0 0 0 0 0,0 1 0 0 0,1-1 1 0 0,-1 1-1 0 0,0-1 0 0 0,0 0 0 0 0,1 1 0 0 0,-1-1 1 0 0,0 0-1 0 0,1 0 0 0 0,-1 1 0 0 0,4 1 1 0 0,0 1-1 0 0,0-1 1 0 0,1 0 0 0 0,-1 0-1 0 0,0-1 1 0 0,9 3 0 0 0,61 11-7 0 0,0-3 1 0 0,89 3-1 0 0,-86-9 7 0 0,1263 69-8 0 0,-916-57 83 0 0,456 17 161 0 0,259 15-29 0 0,1130 79-42 0 0,-2207-125-160 0 0,94 4 47 0 0,-152-8-47 0 0,-10 0-9 0 0,-395-22 70 0 0,214 15-56 0 0,-1780-59-56 0 0,1685 59 34 0 0,-2822-46-47 0 0,2358 49 54 0 0,-637-10 47 0 0,1329 13-39 0 0,-52 0 28 0 0,-149-22 1 0 0,246 21-29 0 0,0 0 0 0 0,0 0 0 0 0,0 0-1 0 0,-17-9 1 0 0,25 11-4 0 0,0-1 0 0 0,0 1 0 0 0,-1-1 0 0 0,1 1 0 0 0,0-1 0 0 0,0 0 0 0 0,0 1 0 0 0,0-1 0 0 0,0 0 0 0 0,0 0 0 0 0,0 0-1 0 0,0 0 1 0 0,0 0 0 0 0,1 0 0 0 0,-1 0 0 0 0,0 0 0 0 0,1 0 0 0 0,-1 0 0 0 0,0-1 0 0 0,1 1 0 0 0,-1 0 0 0 0,1 0 0 0 0,0-1 0 0 0,-1 1-1 0 0,1 0 1 0 0,0 0 0 0 0,0-1 0 0 0,0 1 0 0 0,0 0 0 0 0,0-1 0 0 0,0 1 0 0 0,0 0 0 0 0,1-1 0 0 0,-1 1 0 0 0,0 0 0 0 0,1 0-1 0 0,-1-1 1 0 0,1 1 0 0 0,-1 0 0 0 0,1 0 0 0 0,-1 0 0 0 0,1 0 0 0 0,0 0 0 0 0,0 0 0 0 0,1-2 0 0 0,7-8 2 0 0,1 1 0 0 0,0 1 0 0 0,0 0-1 0 0,1 0 1 0 0,0 1 0 0 0,23-13 0 0 0,81-34 29 0 0,-110 52-32 0 0,345-122 67 0 0,15 30-20 0 0,635-103-33 0 0,12 48-28 0 0,-441 75-13 0 0,696-106 9 0 0,-1237 176 19 0 0,191-37 17 0 0,-167 29 11 0 0,100-39 1 0 0,-144 49-22 0 0,-1-2 0 0 0,-1 1 0 0 0,15-10 0 0 0,-22 13-5 0 0,1 0-1 0 0,-1 0 0 0 0,0 0 1 0 0,1 0-1 0 0,-1 0 0 0 0,0 0 1 0 0,0 0-1 0 0,0 0 0 0 0,0 0 1 0 0,0-1-1 0 0,0 1 0 0 0,0 0 1 0 0,0-1-1 0 0,-1 1 0 0 0,1-1 0 0 0,-1 1 1 0 0,1-1-1 0 0,-1 1 0 0 0,1-1 1 0 0,-1 1-1 0 0,0-1 0 0 0,1 0 1 0 0,-1 1-1 0 0,0-1 0 0 0,0 1 1 0 0,0-1-1 0 0,-1 0 0 0 0,1 1 1 0 0,0-1-1 0 0,-1-2 0 0 0,-1 0-2 0 0,-1 0 0 0 0,1 1 1 0 0,-1-1-1 0 0,1 1 0 0 0,-1 0 0 0 0,0-1 0 0 0,0 1 0 0 0,-1 1 0 0 0,1-1 1 0 0,-1 0-1 0 0,-4-2 0 0 0,-47-22 12 0 0,49 25-7 0 0,-59-24 25 0 0,-134-33 0 0 0,-75 4 27 0 0,233 48-36 0 0,-765-111 120 0 0,-6 35-162 0 0,582 61-35 0 0,-504-44 9 0 0,-340-36 39 0 0,736 57 14 0 0,321 42 0 0 0,-1 0 1 0 0,0-1 0 0 0,1-1-1 0 0,-28-12 1 0 0,44 17-6 0 0,0 0 0 0 0,0-1 0 0 0,0 1-1 0 0,0 0 1 0 0,0-1 0 0 0,0 1 0 0 0,0-1-1 0 0,1 1 1 0 0,-1-1 0 0 0,0 0 0 0 0,0 1 0 0 0,1-1-1 0 0,-1 0 1 0 0,0 1 0 0 0,0-1 0 0 0,1 0 0 0 0,-1 0-1 0 0,1 0 1 0 0,-1 0 0 0 0,1 1 0 0 0,-1-1 0 0 0,1 0-1 0 0,0 0 1 0 0,-1 0 0 0 0,1 0 0 0 0,0 0-1 0 0,0 0 1 0 0,0 0 0 0 0,0 0 0 0 0,0 0 0 0 0,0 0-1 0 0,0 0 1 0 0,0 0 0 0 0,0 0 0 0 0,0 0 0 0 0,0 0-1 0 0,0 0 1 0 0,1 0 0 0 0,-1 0 0 0 0,0 0 0 0 0,1 0-1 0 0,-1 0 1 0 0,1 0 0 0 0,-1 1 0 0 0,2-3-1 0 0,2-1 1 0 0,0-1 0 0 0,1 1 0 0 0,-1 0 0 0 0,1 0-1 0 0,0 0 1 0 0,8-4 0 0 0,18-10 1 0 0,1 2 0 0 0,56-21-1 0 0,74-14-13 0 0,-95 31 9 0 0,692-183 43 0 0,11 40 134 0 0,-297 79-110 0 0,129-26 38 0 0,-571 104-99 0 0,0-1 1 0 0,-1-1-1 0 0,1-2 1 0 0,56-27-1 0 0,-87 37-1 0 0,1-1-1 0 0,-1 0 0 0 0,0 0 1 0 0,0 1-1 0 0,0-1 0 0 0,1 0 1 0 0,-1 0-1 0 0,0 1 0 0 0,0-1 1 0 0,0 0-1 0 0,0 0 1 0 0,0 1-1 0 0,0-1 0 0 0,-1 0 1 0 0,1 0-1 0 0,0 1 0 0 0,0-1 1 0 0,0 0-1 0 0,-1 0 0 0 0,1 1 1 0 0,0-1-1 0 0,-1-1 0 0 0,1 2 0 0 0,0 0 0 0 0,-2-1-1 0 0,1-1 0 0 0,-1 1 0 0 0,0-1 0 0 0,1 1 0 0 0,-1 0 0 0 0,0-1 0 0 0,0 1 0 0 0,1 0 0 0 0,-1 0 0 0 0,0 1 0 0 0,0-1 0 0 0,0 0 0 0 0,0 0 0 0 0,-4 0 0 0 0,-2-1-1 0 0,-35-9-1 0 0,-1 2 0 0 0,-84-6 1 0 0,87 11 2 0 0,-658-36-6 0 0,-2 36-5 0 0,169 3 5 0 0,476 1 9 0 0,-138-7 13 0 0,194 7-18 0 0,-1 1 0 0 0,1-1 1 0 0,-1 0-1 0 0,1 0 0 0 0,-1 0 0 0 0,0 0 1 0 0,1 0-1 0 0,-1-1 0 0 0,1 1 1 0 0,-1 0-1 0 0,1 0 0 0 0,-1 0 0 0 0,1 0 1 0 0,-1-1-1 0 0,1 1 0 0 0,-1 0 0 0 0,1 0 1 0 0,-1-1-1 0 0,1 1 0 0 0,-1 0 0 0 0,1-1 1 0 0,0 1-1 0 0,-1-1 0 0 0,0 1 1 0 0,10-8-20 0 0,22-4 0 0 0,128-25-11 0 0,182-17 0 0 0,-183 32 21 0 0,923-128-38 0 0,-1041 145 52 0 0,-9 1-4 0 0,1-1 1 0 0,-1-1-1 0 0,59-21 0 0 0,-90 26 1 0 0,0 1 0 0 0,0 0 0 0 0,0-1 0 0 0,0 1 0 0 0,0-1 0 0 0,0 1 0 0 0,0-1 0 0 0,0 1 0 0 0,0-1 0 0 0,0 1 0 0 0,0-1 0 0 0,0 1 0 0 0,-1-1 1 0 0,1 1-1 0 0,0 0 0 0 0,0-1 0 0 0,-1 1 0 0 0,1-1 0 0 0,0 1 0 0 0,0 0 0 0 0,-1-1 0 0 0,1 1 0 0 0,0 0 0 0 0,-1-1 0 0 0,1 1 0 0 0,-1 0 0 0 0,1-1 0 0 0,-7-2 1 0 0,1 0 0 0 0,-1 1 0 0 0,0-1 0 0 0,0 2 0 0 0,0-1 0 0 0,0 1 0 0 0,0 0 0 0 0,-14-1 0 0 0,0 0 2 0 0,-355-24 9 0 0,-4 25 4 0 0,362 1-15 0 0,-442 14 6 0 0,5 41-269 0 0,438-52 137 0 0,-51 12-162 0 0,62-14 138 0 0,1 1 0 0 0,-1 0 0 0 0,1 0-1 0 0,0 1 1 0 0,0-1 0 0 0,0 1 0 0 0,0 0 0 0 0,-8 7 0 0 0,26 6-2702 0 0,7-6 809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51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 0 0,'0'0'236'0'0,"1"12"412"0"0,1-2-592 0 0,-2 1-704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56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164 441 788 0 0,'-6'3'809'0'0,"-11"5"498"0"0,0 0-1 0 0,-1-2 1 0 0,0 1 0 0 0,-22 3 0 0 0,38-9-1278 0 0,1-1 1 0 0,-1 0-1 0 0,0 0 0 0 0,1 0 1 0 0,-1 0-1 0 0,1 0 0 0 0,-1-1 1 0 0,0 1-1 0 0,1 0 1 0 0,-1-1-1 0 0,1 1 0 0 0,-1-1 1 0 0,1 1-1 0 0,-1-1 1 0 0,1 0-1 0 0,-1 0 0 0 0,1 0 1 0 0,0 1-1 0 0,-1-1 1 0 0,1-1-1 0 0,0 1 0 0 0,0 0 1 0 0,0 0-1 0 0,0 0 0 0 0,0-1 1 0 0,0 1-1 0 0,0 0 1 0 0,0-1-1 0 0,0 1 0 0 0,1-1 1 0 0,-1 1-1 0 0,0-1 1 0 0,1 1-1 0 0,-1-1 0 0 0,1 1 1 0 0,0-4-1 0 0,-2-5-14 0 0,1 0 1 0 0,1-1-1 0 0,0 1 0 0 0,1-17 0 0 0,0 20-14 0 0,1-21-190 0 0,1 0 1 0 0,1 0 0 0 0,1 0-1 0 0,1 1 1 0 0,2 0 0 0 0,1 0-1 0 0,1 1 1 0 0,13-26-1 0 0,3 3-2027 0 0,5-4-763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8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26 2364 0 0,'10'-25'13387'0'0,"-90"349"-9547"0"0,62-245-3619 0 0,-15 60-2490 0 0,30-131 701 0 0,1 0-947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50 556 0 0,'7'-34'9673'0'0,"-4"18"-6263"0"0,1 17-3320 0 0,1 1 0 0 0,-1-1 0 0 0,1 1 0 0 0,-1 0 0 0 0,0 0 0 0 0,0 0 0 0 0,0 1 0 0 0,0-1 0 0 0,-1 1 0 0 0,1 0 0 0 0,-1 0 0 0 0,1 0 0 0 0,2 5 0 0 0,6 2 78 0 0,52 47 509 0 0,-3 3 0 0 0,-2 2 0 0 0,54 75 0 0 0,-89-103-552 0 0,-1 1 0 0 0,-1 1 1 0 0,-2 1-1 0 0,-2 1 0 0 0,-2 0 0 0 0,-1 2 0 0 0,-2-1 0 0 0,11 58 0 0 0,-17-51-40 0 0,-2 1 1 0 0,-3 0-1 0 0,-1 0 0 0 0,-3 0 1 0 0,-2 0-1 0 0,-1 0 1 0 0,-3-1-1 0 0,-2 0 0 0 0,-1 0 1 0 0,-27 65-1 0 0,12-48-328 0 0,-2-1 0 0 0,-49 78 0 0 0,32-71-2038 0 0,-83 99 0 0 0,78-114-2502 0 0,6-11-2579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9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199 197 1436 0 0,'-4'-10'1769'0'0,"0"0"0"0"0,0 0 1 0 0,1-1-1 0 0,1 0 0 0 0,-2-16 0 0 0,3 23-1658 0 0,1 0-1 0 0,1 0 1 0 0,-1 0-1 0 0,0 0 1 0 0,1 1-1 0 0,0-1 1 0 0,0 0-1 0 0,0 0 1 0 0,1 1-1 0 0,-1-1 1 0 0,1 0-1 0 0,0 1 1 0 0,-1 0-1 0 0,2-1 1 0 0,-1 1-1 0 0,0 0 1 0 0,1 0-1 0 0,-1 0 1 0 0,4-2-1 0 0,-1 0-47 0 0,0 1 1 0 0,1-1-1 0 0,-1 1 0 0 0,1 1 0 0 0,0-1 0 0 0,0 1 0 0 0,0 0 1 0 0,0 1-1 0 0,1-1 0 0 0,-1 1 0 0 0,1 0 0 0 0,-1 1 0 0 0,1-1 1 0 0,0 2-1 0 0,0-1 0 0 0,-1 1 0 0 0,12 0 0 0 0,-10 1-13 0 0,-1 0 0 0 0,1 1 0 0 0,-1 0 0 0 0,0 0 0 0 0,1 1 0 0 0,-1 0 0 0 0,0 0 0 0 0,-1 1 0 0 0,1 0 0 0 0,0 0 0 0 0,-1 0 0 0 0,0 1 0 0 0,0 0 0 0 0,-1 0 0 0 0,9 10-1 0 0,-8-8 63 0 0,1 1-1 0 0,-2 1 1 0 0,1-1-1 0 0,-1 1 0 0 0,0 0 1 0 0,-1 1-1 0 0,0-1 0 0 0,-1 1 1 0 0,0-1-1 0 0,0 1 0 0 0,1 12 1 0 0,-2-7 75 0 0,-1 1-1 0 0,-1-1 1 0 0,0 0 0 0 0,-1 1 0 0 0,-1-1 0 0 0,-6 27 0 0 0,-2-9 133 0 0,-1-1 0 0 0,-1-1-1 0 0,-2 1 1 0 0,-1-2 0 0 0,-38 57 0 0 0,26-51 172 0 0,-1-1 0 0 0,-50 49 0 0 0,-74 52 1307 0 0,69-64-1262 0 0,83-72-534 0 0,-1 1 1 0 0,0-1-1 0 0,1 0 0 0 0,-1 1 0 0 0,0-1 1 0 0,1 1-1 0 0,-1 0 0 0 0,1-1 1 0 0,-1 1-1 0 0,1-1 0 0 0,-1 1 1 0 0,1 0-1 0 0,-1 0 0 0 0,1-1 0 0 0,0 1 1 0 0,-1 0-1 0 0,1 0 0 0 0,0-1 1 0 0,0 1-1 0 0,0 0 0 0 0,0 0 1 0 0,-1-1-1 0 0,1 2 0 0 0,1-1 1 0 0,-1 0 0 0 0,1-1 1 0 0,-1 1-1 0 0,1-1 0 0 0,-1 0 0 0 0,1 1 0 0 0,0-1 0 0 0,-1 1 0 0 0,1-1 0 0 0,-1 0 1 0 0,1 1-1 0 0,0-1 0 0 0,-1 0 0 0 0,1 0 0 0 0,0 0 0 0 0,-1 1 0 0 0,1-1 0 0 0,0 0 1 0 0,0 0-1 0 0,0 0 0 0 0,46-2 110 0 0,-42 1-111 0 0,195-38 89 0 0,-109 18-67 0 0,234-43 34 0 0,-321 64-108 0 0,57-13-873 0 0,-20 3-5924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1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6 153 2820 0 0,'-1'-3'2154'0'0,"-3"-46"6987"0"0,4 49-9082 0 0,0-1 0 0 0,1 0-1 0 0,-1 0 1 0 0,0 1 0 0 0,1-1-1 0 0,-1 0 1 0 0,1 1 0 0 0,-1-1-1 0 0,1 0 1 0 0,-1 1-1 0 0,1-1 1 0 0,0 1 0 0 0,-1-1-1 0 0,1 1 1 0 0,0-1 0 0 0,-1 1-1 0 0,1-1 1 0 0,0 1 0 0 0,0 0-1 0 0,-1-1 1 0 0,1 1 0 0 0,0 0-1 0 0,0 0 1 0 0,0 0 0 0 0,0 0-1 0 0,-1-1 1 0 0,1 1 0 0 0,0 0-1 0 0,0 0 1 0 0,0 1 0 0 0,0-1-1 0 0,-1 0 1 0 0,1 0 0 0 0,0 0-1 0 0,0 0 1 0 0,0 1-1 0 0,8 1 7 0 0,0 0 0 0 0,0 1 0 0 0,0 0 0 0 0,-1 1 0 0 0,0 0 0 0 0,1 0 0 0 0,-1 0 0 0 0,-1 1 0 0 0,1 1 0 0 0,-1-1 0 0 0,0 1 0 0 0,0 0 0 0 0,-1 1 0 0 0,1-1 0 0 0,-1 1 0 0 0,-1 1 0 0 0,0-1 0 0 0,0 1 0 0 0,0 0 0 0 0,-1 0 0 0 0,4 10 0 0 0,-5-10-47 0 0,0 0 0 0 0,0 0 0 0 0,-1 0 0 0 0,0 1 0 0 0,0-1 0 0 0,-1 1 0 0 0,-1-1 0 0 0,1 1-1 0 0,-1-1 1 0 0,-1 1 0 0 0,1 0 0 0 0,-1-1 0 0 0,-1 0 0 0 0,0 1 0 0 0,0-1 0 0 0,0 0 0 0 0,-1 0 0 0 0,-1 0 0 0 0,1 0 0 0 0,-1 0 0 0 0,0-1 0 0 0,-1 0 0 0 0,-6 8 0 0 0,4-6 8 0 0,-1-1 0 0 0,0 0 1 0 0,0 0-1 0 0,-1-1 0 0 0,0 0 0 0 0,0-1 0 0 0,-1 0 0 0 0,0 0 0 0 0,0-1 0 0 0,-18 7 0 0 0,28-12-26 0 0,0 0 0 0 0,-1 0 0 0 0,1 0 0 0 0,0 0 1 0 0,-1 0-1 0 0,1 0 0 0 0,0 0 0 0 0,-1 0 0 0 0,1 0 0 0 0,0 0 0 0 0,-1 0 0 0 0,1 0 0 0 0,0 0 0 0 0,0 0 1 0 0,-1 0-1 0 0,1-1 0 0 0,0 1 0 0 0,-1 0 0 0 0,1 0 0 0 0,0 0 0 0 0,0-1 0 0 0,-1 1 0 0 0,1 0 1 0 0,0 0-1 0 0,0 0 0 0 0,0-1 0 0 0,-1 1 0 0 0,1 0 0 0 0,0-1 0 0 0,0 1 0 0 0,0 0 0 0 0,0 0 1 0 0,0-1-1 0 0,-1 1 0 0 0,1 0 0 0 0,0-1 0 0 0,0 1 0 0 0,0 0 0 0 0,0-1 0 0 0,0 1 0 0 0,0 0 0 0 0,0-1 1 0 0,0 1-1 0 0,0-1 0 0 0,1-11 12 0 0,2 3-12 0 0,0 0 0 0 0,1 1 0 0 0,0 0 1 0 0,1-1-1 0 0,0 1 0 0 0,0 1 1 0 0,0-1-1 0 0,1 1 0 0 0,9-8 0 0 0,-2-1 11 0 0,54-58 2 0 0,111-94-1 0 0,-80 78-45 0 0,-81 75 29 0 0,-12 12 5 0 0,-1-1-1 0 0,0 1 1 0 0,0-1-1 0 0,0 0 1 0 0,0-1-1 0 0,3-4 1 0 0,-6 7-6 0 0,-2 2 11 0 0,0 0 1 0 0,-1 0 0 0 0,1 1 0 0 0,0-1-1 0 0,0 0 1 0 0,0 1 0 0 0,0-1-1 0 0,0 1 1 0 0,0-1 0 0 0,0 1 0 0 0,0-1-1 0 0,0 1 1 0 0,0 0 0 0 0,0-1-1 0 0,0 1 1 0 0,0 0 0 0 0,-1 1 0 0 0,-17 20 146 0 0,15-18-114 0 0,-19 23 310 0 0,1 0-1 0 0,1 2 1 0 0,-21 39-1 0 0,35-57-290 0 0,2 0 0 0 0,-1 0-1 0 0,2 1 1 0 0,0 0 0 0 0,0 0-1 0 0,1 0 1 0 0,0 0 0 0 0,1 1-1 0 0,1-1 1 0 0,0 0 0 0 0,0 1 0 0 0,3 21-1 0 0,-1-28-41 0 0,0 1 0 0 0,1-1-1 0 0,0 0 1 0 0,0 0 0 0 0,0 0-1 0 0,1 0 1 0 0,0-1 0 0 0,0 1 0 0 0,0-1-1 0 0,1 1 1 0 0,0-1 0 0 0,0 0-1 0 0,6 5 1 0 0,-3-3 2 0 0,0-2 0 0 0,1 1 0 0 0,0-1-1 0 0,0 0 1 0 0,0-1 0 0 0,0 0 0 0 0,1 0 0 0 0,11 3 0 0 0,6-1-18 0 0,0 0 0 0 0,1-2 1 0 0,-1-1-1 0 0,1-1 1 0 0,37-2-1 0 0,-38-1-799 0 0,1-2 0 0 0,-1 0 0 0 0,49-14 0 0 0,-43 7-3560 0 0,33-16-1 0 0,-30 11-2611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0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17 228 0 0,'-5'0'2777'0'0,"-64"2"6964"0"0,4 5-3295 0 0,65-7-6425 0 0,0 0 1 0 0,1 0-1 0 0,-1 0 1 0 0,0 0-1 0 0,0 0 1 0 0,0 0-1 0 0,0 0 1 0 0,0 1-1 0 0,0-1 1 0 0,0 0 0 0 0,0 0-1 0 0,1 0 1 0 0,-1 0-1 0 0,0 0 1 0 0,0 0-1 0 0,0 0 1 0 0,0 0-1 0 0,0 1 1 0 0,0-1-1 0 0,0 0 1 0 0,0 0-1 0 0,0 0 1 0 0,0 0-1 0 0,0 0 1 0 0,0 1-1 0 0,0-1 1 0 0,0 0-1 0 0,0 0 1 0 0,0 0-1 0 0,0 0 1 0 0,0 0-1 0 0,0 0 1 0 0,0 1 0 0 0,0-1-1 0 0,0 0 1 0 0,0 0-1 0 0,0 0 1 0 0,0 0-1 0 0,0 0 1 0 0,0 0-1 0 0,0 1 1 0 0,-1-1-1 0 0,1 0 1 0 0,0 0-1 0 0,0 0 1 0 0,0 0-1 0 0,0 0 1 0 0,0 0-1 0 0,0 0 1 0 0,0 0-1 0 0,0 0 1 0 0,-1 0-1 0 0,1 1 1 0 0,0-1 0 0 0,0 0-1 0 0,0 0 1 0 0,0 0-1 0 0,0 0 1 0 0,0 0-1 0 0,-1 0 1 0 0,1 0-1 0 0,0 0 1 0 0,0 0-1 0 0,0 0 1 0 0,0 0-1 0 0,0 0 1 0 0,-1 0-1 0 0,1 0 1 0 0,1 0 25 0 0,0 1 0 0 0,1 0 0 0 0,-1 0-1 0 0,0-1 1 0 0,0 1 0 0 0,1-1 0 0 0,-1 1 0 0 0,0-1 0 0 0,1 0 0 0 0,-1 1 0 0 0,1-1 0 0 0,2 0 0 0 0,326-12 907 0 0,-213 3-998 0 0,-28 3-1697 0 0,-35-1-4261 0 0,-41 4 844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28 1620 0 0,'-8'-4'2307'0'0,"0"0"0"0"0,0 0-1 0 0,-1 1 1 0 0,0 0 0 0 0,-11-3 914 0 0,13 5-2244 0 0,7 1-920 0 0,0-1 1 0 0,0 1 0 0 0,-1 0 0 0 0,1 0 0 0 0,0 0 0 0 0,0-1 0 0 0,-1 1-1 0 0,1 0 1 0 0,0 0 0 0 0,-1 0 0 0 0,1 0 0 0 0,0 0 0 0 0,0 0 0 0 0,-1 0-1 0 0,1-1 1 0 0,0 1 0 0 0,-1 0 0 0 0,1 0 0 0 0,0 0 0 0 0,-1 0-1 0 0,1 0 1 0 0,0 1 0 0 0,-1-1 0 0 0,1 0 0 0 0,0 0 0 0 0,-1 0 0 0 0,1 0-1 0 0,0 0 1 0 0,-1 0 0 0 0,1 0 0 0 0,0 1 0 0 0,0-1 0 0 0,-1 0 0 0 0,1 0-1 0 0,-2 2 80 0 0,1 0-1 0 0,-1 1 0 0 0,1-1 1 0 0,0 0-1 0 0,0 0 0 0 0,0 1 0 0 0,0-1 1 0 0,0 0-1 0 0,1 1 0 0 0,-1-1 0 0 0,1 1 1 0 0,-1-1-1 0 0,1 1 0 0 0,0-1 0 0 0,0 1 1 0 0,0-1-1 0 0,0 1 0 0 0,1 2 0 0 0,7 59 615 0 0,-6-46-612 0 0,13 171 890 0 0,-5-32-3641 0 0,7-53-8417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369 161 300 0 0,'-122'-86'12178'0'0,"121"86"-12132"0"0,0-1 0 0 0,0 1 0 0 0,0-1-1 0 0,0 0 1 0 0,0 1 0 0 0,0-1 0 0 0,0 0-1 0 0,0 0 1 0 0,1 1 0 0 0,-1-1 0 0 0,0 0-1 0 0,1 0 1 0 0,-1 0 0 0 0,0 0 0 0 0,1 0-1 0 0,-1 0 1 0 0,1 0 0 0 0,0 0 0 0 0,-1 0-1 0 0,1-1 1 0 0,0 1 0 0 0,0 0 0 0 0,-1 0-1 0 0,1 0 1 0 0,0 0 0 0 0,0 0 0 0 0,0 0-1 0 0,0-1 1 0 0,1 1 0 0 0,-1 0 0 0 0,0 0-1 0 0,0 0 1 0 0,1 0 0 0 0,-1 0 0 0 0,0 0-1 0 0,1 0 1 0 0,-1 0 0 0 0,1 0 0 0 0,0 0-1 0 0,-1 0 1 0 0,1 0 0 0 0,0 0 0 0 0,0 0-1 0 0,-1 0 1 0 0,1 1 0 0 0,0-1-1 0 0,0 0 1 0 0,0 1 0 0 0,0-1 0 0 0,1 0-1 0 0,4-3 53 0 0,0 1 0 0 0,1-1 0 0 0,-1 2 0 0 0,0-1 0 0 0,1 1 0 0 0,12-3 0 0 0,-10 3-28 0 0,1 1-1 0 0,-1 0 0 0 0,0 1 0 0 0,0 0 0 0 0,1 0 0 0 0,-1 1 1 0 0,0 0-1 0 0,0 1 0 0 0,1 0 0 0 0,-1 1 0 0 0,-1-1 0 0 0,1 2 1 0 0,0-1-1 0 0,11 7 0 0 0,-16-7-11 0 0,1 0 0 0 0,-1 0 0 0 0,0 0 0 0 0,0 1 0 0 0,0-1 0 0 0,-1 1 0 0 0,1 0 0 0 0,-1 0 1 0 0,0 0-1 0 0,0 1 0 0 0,0-1 0 0 0,0 1 0 0 0,-1 0 0 0 0,0-1 0 0 0,0 1 0 0 0,0 0 0 0 0,-1 0 0 0 0,0 0 0 0 0,0 1 0 0 0,0-1 1 0 0,0 0-1 0 0,-1 0 0 0 0,0 0 0 0 0,0 1 0 0 0,0-1 0 0 0,-2 9 0 0 0,-1-1 7 0 0,-1 0-1 0 0,0 0 1 0 0,-1 0 0 0 0,-1-1 0 0 0,0 1-1 0 0,0-1 1 0 0,-1-1 0 0 0,-1 1 0 0 0,-10 11-1 0 0,-10 10 177 0 0,-50 46 0 0 0,0-13 204 0 0,-12 12 93 0 0,88-76-481 0 0,17 2-71 0 0,20-5 21 0 0,0 3 0 0 0,57 9 0 0 0,-78-8-6 0 0,0 0 1 0 0,0 1 0 0 0,-1 1 0 0 0,0 0 0 0 0,0 1 0 0 0,0 1 0 0 0,-1 0 0 0 0,0 0 0 0 0,19 16 0 0 0,-18-12 6 0 0,-1 0-1 0 0,-1 1 1 0 0,0 1 0 0 0,14 20-1 0 0,-19-24 95 0 0,-1 0-1 0 0,-1 0 1 0 0,1 0-1 0 0,-1 0 1 0 0,-1 0-1 0 0,0 1 1 0 0,0 0-1 0 0,2 16 1 0 0,-5-22-24 0 0,1 1 0 0 0,-1 0 0 0 0,0-1 0 0 0,0 1 0 0 0,-1 0 0 0 0,1-1 1 0 0,-1 1-1 0 0,0 0 0 0 0,-1-1 0 0 0,1 0 0 0 0,-1 1 0 0 0,0-1 0 0 0,0 0 0 0 0,0 0 0 0 0,0 0 0 0 0,-4 4 0 0 0,2-2-16 0 0,-1-1 0 0 0,0 0 1 0 0,0-1-1 0 0,-1 1 0 0 0,1-1 0 0 0,-1 0 0 0 0,0 0 0 0 0,0-1 0 0 0,-11 5 0 0 0,-4 0-14 0 0,-1-2 0 0 0,1 0 0 0 0,-1-2 1 0 0,0 0-1 0 0,-36 1 0 0 0,3-2-21 0 0,-1-2 1 0 0,1-3 0 0 0,-95-16-1 0 0,123 10-1029 0 0,27 7 947 0 0,-1 1 0 0 0,1 0 0 0 0,0-1 0 0 0,-1 1 0 0 0,1 0 0 0 0,-1-1 0 0 0,1 1 0 0 0,0 0 0 0 0,-1-1 0 0 0,1 1 1 0 0,0-1-1 0 0,-1 1 0 0 0,1-1 0 0 0,0 1 0 0 0,0 0 0 0 0,0-1 0 0 0,-1 1 0 0 0,1-1 0 0 0,0 1 0 0 0,0-1 0 0 0,0 0 0 0 0,0 1 0 0 0,0-1 0 0 0,0 1 0 0 0,0-1 1 0 0,0 1-1 0 0,0-1 0 0 0,0 1 0 0 0,0-1 0 0 0,0 1 0 0 0,0-1 0 0 0,1 1 0 0 0,-1-1 0 0 0,0 1 0 0 0,0-1 0 0 0,0 1 0 0 0,1-1 0 0 0,-1 1 0 0 0,0 0 1 0 0,1-1-1 0 0,-1 1 0 0 0,0-1 0 0 0,1 1 0 0 0,0-1 0 0 0,16-18-2125 0 0,22-3-3042 0 0,-25 15 1909 0 0,11-6-3691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64 2720 0 0,'-4'-12'2718'0'0,"1"1"918"0"0,-1-1 1 0 0,-9-16 1611 0 0,11 42-3805 0 0,5 10-1130 0 0,1 1-1 0 0,0-1 0 0 0,2 0 1 0 0,1 0-1 0 0,0-1 0 0 0,13 26 0 0 0,-14-37-276 0 0,0 0 0 0 0,0-1 0 0 0,1 0 0 0 0,0 0 0 0 0,1 0 0 0 0,0-1 0 0 0,1 0-1 0 0,0-1 1 0 0,0 0 0 0 0,1 0 0 0 0,1-1 0 0 0,-1-1 0 0 0,18 11 0 0 0,-21-15-19 0 0,-1-1 0 0 0,0 1 0 0 0,1-1 0 0 0,0 0 0 0 0,-1-1 0 0 0,1 1 0 0 0,0-2 0 0 0,0 1 0 0 0,0 0 0 0 0,0-1 0 0 0,10-2 0 0 0,-12 2-10 0 0,-1-1 1 0 0,1 0 0 0 0,-1-1 0 0 0,1 1-1 0 0,-1-1 1 0 0,0 0 0 0 0,0 0 0 0 0,0 0-1 0 0,0-1 1 0 0,0 0 0 0 0,0 1 0 0 0,-1-1-1 0 0,1 0 1 0 0,-1-1 0 0 0,0 1 0 0 0,0-1-1 0 0,5-5 1 0 0,-3-1 7 0 0,0 0-1 0 0,0 0 1 0 0,0 0-1 0 0,-2-1 1 0 0,1 1-1 0 0,-1-1 1 0 0,-1 0-1 0 0,3-20 1 0 0,-3-10 2 0 0,-1-43 0 0 0,-2 41-54 0 0,-6 72 633 0 0,-21 446 2484 0 0,24-320-2590 0 0,0-50-252 0 0,-12 210 553 0 0,9-262-540 0 0,-1 0 0 0 0,-3 0 0 0 0,-32 92 0 0 0,36-126-133 0 0,-1 0 1 0 0,-1-1-1 0 0,-1-1 0 0 0,0 1 0 0 0,-2-1 0 0 0,0-1 0 0 0,0 0 0 0 0,-2-1 0 0 0,-14 13 1 0 0,21-22-79 0 0,0-1 0 0 0,0 0 1 0 0,0 0-1 0 0,0-1 0 0 0,-1 0 1 0 0,0 0-1 0 0,0-1 1 0 0,0 0-1 0 0,0 0 0 0 0,-10 1 1 0 0,11-3-31 0 0,0 0 1 0 0,0-1-1 0 0,0 0 1 0 0,0 0-1 0 0,0-1 1 0 0,0 0-1 0 0,0 0 1 0 0,1 0-1 0 0,-1-1 1 0 0,0 0-1 0 0,1-1 1 0 0,-1 1-1 0 0,1-1 1 0 0,-7-5-1 0 0,5 4-8 0 0,1-1 0 0 0,0 0-1 0 0,1 0 1 0 0,-1 0 0 0 0,1-1-1 0 0,0 0 1 0 0,0-1 0 0 0,1 1 0 0 0,0-1-1 0 0,0 0 1 0 0,0 0 0 0 0,1-1 0 0 0,0 1-1 0 0,1-1 1 0 0,-1 0 0 0 0,2 0-1 0 0,-1 0 1 0 0,-1-11 0 0 0,2 6-40 0 0,1-1 1 0 0,0 0-1 0 0,1 0 1 0 0,0 0 0 0 0,1 0-1 0 0,1 0 1 0 0,0 1-1 0 0,1-1 1 0 0,0 1-1 0 0,8-19 1 0 0,2 1-392 0 0,1 1 0 0 0,2 0 1 0 0,0 1-1 0 0,2 1 0 0 0,2 1 0 0 0,26-30 0 0 0,-4 12-1524 0 0,1 2 0 0 0,74-56-1 0 0,-17 29-2804 0 0,-32 27-1524 0 0,-63 39 5589 0 0,40-24-6473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6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0 139 764 0 0,'56'-64'8018'0'0,"-46"55"-7281"0"0,0-1 1 0 0,1 1-1 0 0,0 1 1 0 0,13-8-1 0 0,-18 13-652 0 0,-1 0 0 0 0,0 0 0 0 0,1 0-1 0 0,0 1 1 0 0,-1 0 0 0 0,1 0-1 0 0,0 1 1 0 0,0 0 0 0 0,0 0 0 0 0,0 0-1 0 0,1 0 1 0 0,-1 1 0 0 0,0 0-1 0 0,0 1 1 0 0,0-1 0 0 0,0 1 0 0 0,0 0-1 0 0,0 1 1 0 0,0-1 0 0 0,0 1-1 0 0,-1 1 1 0 0,1-1 0 0 0,0 1 0 0 0,-1 0-1 0 0,7 5 1 0 0,-8-6-60 0 0,0 1-1 0 0,-1 0 1 0 0,0 0 0 0 0,1 0 0 0 0,-1 0-1 0 0,-1 0 1 0 0,1 1 0 0 0,0-1 0 0 0,-1 1-1 0 0,0 0 1 0 0,0 0 0 0 0,0 0 0 0 0,3 8-1 0 0,-3-5 3 0 0,-1 1-1 0 0,1-1 1 0 0,-1 1-1 0 0,-1 0 0 0 0,1-1 1 0 0,-1 1-1 0 0,-2 10 1 0 0,-1 4 10 0 0,-2 1 1 0 0,0-2-1 0 0,-2 1 0 0 0,-12 29 1 0 0,3-16-35 0 0,-1-1 1 0 0,-43 63-1 0 0,-57 53 1238 0 0,99-133-498 0 0,15-17-377 0 0,9-11-315 0 0,9-9-11 0 0,2 0 0 0 0,0 1-1 0 0,2 1 1 0 0,0 1 0 0 0,25-18-1 0 0,-5 4-26 0 0,130-103-77 0 0,39-33 25 0 0,-198 157 27 0 0,1 0 0 0 0,13-18 1 0 0,-20 24 11 0 0,-1-1 1 0 0,0 0-1 0 0,0 0 1 0 0,0 0-1 0 0,-1-1 1 0 0,1 1-1 0 0,-1 0 1 0 0,2-12-1 0 0,-4 17 0 0 0,1-1 1 0 0,-1 0-1 0 0,0 0 0 0 0,0 0 1 0 0,0 1-1 0 0,0-1 1 0 0,0 0-1 0 0,0 0 0 0 0,0 0 1 0 0,0 1-1 0 0,0-1 0 0 0,0 0 1 0 0,0 0-1 0 0,0 1 0 0 0,-1-1 1 0 0,1 0-1 0 0,0 0 1 0 0,-1 1-1 0 0,1-1 0 0 0,0 0 1 0 0,-1 0-1 0 0,1 1 0 0 0,-1-1 1 0 0,1 1-1 0 0,-1-1 0 0 0,0 0 1 0 0,1 1-1 0 0,-1-1 1 0 0,1 1-1 0 0,-1-1 0 0 0,0 1 1 0 0,1 0-1 0 0,-1-1 0 0 0,0 1 1 0 0,0 0-1 0 0,1-1 0 0 0,-1 1 1 0 0,0 0-1 0 0,0 0 1 0 0,0 0-1 0 0,1 0 0 0 0,-1 0 1 0 0,0 0-1 0 0,0 0 0 0 0,0 0 1 0 0,1 0-1 0 0,-1 0 1 0 0,0 0-1 0 0,-1 0 0 0 0,-2 1 0 0 0,0 0 0 0 0,-1 0 0 0 0,1 0 0 0 0,0 0 0 0 0,0 1 0 0 0,0 0 0 0 0,0 0 0 0 0,-3 2 0 0 0,-11 10 32 0 0,1 0-1 0 0,1 2 1 0 0,0 0-1 0 0,2 1 1 0 0,-1 0 0 0 0,2 1-1 0 0,0 0 1 0 0,2 2 0 0 0,0-1-1 0 0,1 1 1 0 0,-12 34-1 0 0,19-46-22 0 0,1-1-1 0 0,0 0 0 0 0,1 1 0 0 0,0-1 1 0 0,0 1-1 0 0,0-1 0 0 0,1 1 1 0 0,0 0-1 0 0,1-1 0 0 0,0 1 0 0 0,0-1 1 0 0,0 1-1 0 0,1-1 0 0 0,4 11 0 0 0,-4-13-5 0 0,1 0-1 0 0,-1 0 1 0 0,1-1-1 0 0,0 1 1 0 0,0-1-1 0 0,1 1 1 0 0,-1-1-1 0 0,1 0 1 0 0,0 0-1 0 0,0-1 1 0 0,0 1-1 0 0,0-1 1 0 0,1 0-1 0 0,-1 0 1 0 0,1 0-1 0 0,0-1 0 0 0,0 0 1 0 0,0 0-1 0 0,0 0 1 0 0,10 2-1 0 0,4-1-507 0 0,-1 0 0 0 0,0-2 0 0 0,0 0 0 0 0,23-2 0 0 0,-19-1-3081 0 0,31-7 0 0 0,-22 1-2831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83 2772 0 0,'-3'0'2206'0'0,"-94"-15"12812"0"0,100 14-14836 0 0,11-4-86 0 0,0 0 0 0 0,0 1 0 0 0,1 1 0 0 0,23-3 0 0 0,-3 0-32 0 0,51-8-145 0 0,-27 5-1487 0 0,0-2-4216 0 0,-47 7 1470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291 137 2660 0 0,'-56'-97'15944'0'0,"56"96"-15898"0"0,-1 0 0 0 0,1 0 0 0 0,-1 0 0 0 0,1 0 0 0 0,-1 1 0 0 0,1-1 0 0 0,0 0 0 0 0,0 0 0 0 0,-1 0 0 0 0,1 0 0 0 0,0 0 0 0 0,0 0 0 0 0,0 0 0 0 0,0 0 0 0 0,0 0 0 0 0,0 0 0 0 0,0 0 0 0 0,1 0-1 0 0,-1 0 1 0 0,0 1 0 0 0,0-1 0 0 0,1 0 0 0 0,-1 0 0 0 0,1 0 0 0 0,-1 0 0 0 0,0 0 0 0 0,1 1 0 0 0,0-1 0 0 0,-1 0 0 0 0,1 0 0 0 0,-1 1 0 0 0,1-1 0 0 0,0 0 0 0 0,0 1 0 0 0,-1-1 0 0 0,1 1 0 0 0,0-1 0 0 0,0 1 0 0 0,0-1 0 0 0,-1 1-1 0 0,1 0 1 0 0,0-1 0 0 0,0 1 0 0 0,0 0 0 0 0,0 0 0 0 0,0 0 0 0 0,1-1 0 0 0,3 0-1 0 0,0 0 0 0 0,0 0-1 0 0,0 1 1 0 0,0-1 0 0 0,0 1-1 0 0,0 0 1 0 0,6 1 0 0 0,-3 0-16 0 0,0 1 1 0 0,-1 0-1 0 0,1 1 1 0 0,0 0-1 0 0,-1 0 1 0 0,1 1-1 0 0,-1 0 1 0 0,0 0-1 0 0,0 0 1 0 0,0 1-1 0 0,6 6 1 0 0,-9-7-14 0 0,-1 0 0 0 0,1 0 0 0 0,-1 0 0 0 0,1 1 0 0 0,-1-1 0 0 0,0 1 0 0 0,-1 0 0 0 0,1 0 0 0 0,-1 0 0 0 0,0 0 0 0 0,0 1 0 0 0,-1-1 0 0 0,0 1 0 0 0,0-1 0 0 0,0 1 0 0 0,0-1 0 0 0,-1 7 0 0 0,-1 1 18 0 0,0-1 0 0 0,-1 1-1 0 0,-1 0 1 0 0,0-1 0 0 0,-1 1 0 0 0,0-1-1 0 0,-1 0 1 0 0,0 0 0 0 0,-1-1 0 0 0,0 0 0 0 0,-15 20-1 0 0,-7 5 177 0 0,-1-1-1 0 0,-34 30 0 0 0,-57 42 686 0 0,-1 0-279 0 0,120-106-604 0 0,0-1-1 0 0,1 1 0 0 0,-1-1 1 0 0,0 1-1 0 0,0 0 0 0 0,1 0 1 0 0,-1-1-1 0 0,1 1 0 0 0,-1 0 1 0 0,1 0-1 0 0,-1 0 0 0 0,1 0 1 0 0,-1-1-1 0 0,1 1 0 0 0,0 0 1 0 0,-1 0-1 0 0,1 0 0 0 0,0 0 1 0 0,0 0-1 0 0,0 0 0 0 0,0 0 1 0 0,0 0-1 0 0,0 0 0 0 0,0 0 1 0 0,0 0-1 0 0,0 0 0 0 0,0 0 1 0 0,1 1-1 0 0,0 0 1 0 0,0-1 0 0 0,1 1 1 0 0,-1-1-1 0 0,0 0 0 0 0,1 1 0 0 0,-1-1 0 0 0,1 0 0 0 0,-1 0 1 0 0,1 0-1 0 0,0 0 0 0 0,-1 0 0 0 0,1 0 0 0 0,3 0 1 0 0,8 3 14 0 0,1 0 0 0 0,-1-2 0 0 0,16 2 0 0 0,-25-3-19 0 0,283 14 118 0 0,-1-25-142 0 0,-232 8-11 0 0,-28 2-53 0 0,1-2 1 0 0,0 0 0 0 0,40-10 0 0 0,-66 12-15 0 0,1-1 1 0 0,-1 1-1 0 0,1 0 0 0 0,-1-1 0 0 0,1 0 1 0 0,-1 1-1 0 0,1-1 0 0 0,-1 0 0 0 0,0 0 0 0 0,1 1 1 0 0,-1-1-1 0 0,0 0 0 0 0,0 0 0 0 0,0-1 0 0 0,0 1 1 0 0,0 0-1 0 0,1-2 0 0 0,0-9-3252 0 0,-8-5-3889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8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47 3036 0 0,'-29'-46'13597'0'0,"23"49"-12314"0"0,5-3-1250 0 0,1 1 0 0 0,-1-1 0 0 0,1 0-1 0 0,-1 0 1 0 0,1 0 0 0 0,-1 1 0 0 0,1-1 0 0 0,-1 0 0 0 0,1 0 0 0 0,-1 1 0 0 0,1-1 0 0 0,0 0-1 0 0,-1 1 1 0 0,1-1 0 0 0,-1 1 0 0 0,1-1 0 0 0,0 0 0 0 0,-1 1 0 0 0,1 0 0 0 0,-3 6 163 0 0,1 1 0 0 0,0-1 1 0 0,0 1-1 0 0,1-1 1 0 0,0 1-1 0 0,0 0 0 0 0,1-1 1 0 0,0 1-1 0 0,0 0 1 0 0,1-1-1 0 0,1 10 0 0 0,1-3-73 0 0,1 0-1 0 0,0 0 1 0 0,0 0-1 0 0,2 0 0 0 0,6 12 1 0 0,-7-17-79 0 0,1-1 0 0 0,0 0 0 0 0,0 0 0 0 0,1 0 0 0 0,0-1 1 0 0,0 0-1 0 0,1 0 0 0 0,0-1 0 0 0,0 0 0 0 0,0 0 0 0 0,1-1 1 0 0,0 0-1 0 0,0-1 0 0 0,0 1 0 0 0,1-2 0 0 0,-1 0 0 0 0,1 0 0 0 0,0 0 1 0 0,0-1-1 0 0,0-1 0 0 0,11 1 0 0 0,-18-2-39 0 0,1-1 0 0 0,0 1-1 0 0,-1-1 1 0 0,1 0 0 0 0,-1 0-1 0 0,0 0 1 0 0,1 0 0 0 0,-1-1 0 0 0,0 1-1 0 0,1-1 1 0 0,-1 0 0 0 0,0 0-1 0 0,-1 0 1 0 0,1 0 0 0 0,0-1 0 0 0,0 1-1 0 0,-1-1 1 0 0,0 0 0 0 0,1 1-1 0 0,-1-1 1 0 0,0 0 0 0 0,0-1 0 0 0,-1 1-1 0 0,1 0 1 0 0,1-5 0 0 0,4-8-2 0 0,-1-1-1 0 0,-1-1 1 0 0,5-29 0 0 0,-9 39-10 0 0,5-21 14 0 0,-2 0 0 0 0,0-29 1 0 0,-4 57 18 0 0,-10 29 422 0 0,-125 578 5813 0 0,45 8-3776 0 0,82-556-2262 0 0,5-33-189 0 0,-20 113 271 0 0,19-118-265 0 0,-1 0 0 0 0,-1-1 0 0 0,-1 0 0 0 0,-17 32 0 0 0,20-43-40 0 0,-1 0 0 0 0,0 0 0 0 0,0-1 0 0 0,-1 0 0 0 0,0 0 0 0 0,-1 0 0 0 0,1-1 0 0 0,-1 0 0 0 0,0 0 0 0 0,-1 0 0 0 0,1-1 0 0 0,-1-1 0 0 0,0 1 0 0 0,-1-1 0 0 0,1 0 0 0 0,-1-1 0 0 0,1 0 0 0 0,-1 0 0 0 0,0-1 0 0 0,0 0 0 0 0,0-1 0 0 0,-1 0 0 0 0,1 0 0 0 0,0-1 0 0 0,0 0 0 0 0,0-1 0 0 0,-1 0 0 0 0,1 0 0 0 0,0-1 0 0 0,0 0 0 0 0,-15-6 0 0 0,14 4-197 0 0,-1-1 0 0 0,1 0 0 0 0,0-1 0 0 0,0 0 0 0 0,0-1 0 0 0,1 1 1 0 0,0-2-1 0 0,1 0 0 0 0,-1 0 0 0 0,1 0 0 0 0,1-1 0 0 0,0 0 0 0 0,0 0 0 0 0,1-1 0 0 0,0 0 0 0 0,0 0 0 0 0,1 0 0 0 0,1-1 0 0 0,0 0 0 0 0,0 0 1 0 0,1 0-1 0 0,1 0 0 0 0,-1 0 0 0 0,2-1 0 0 0,0 1 0 0 0,0-1 0 0 0,1 1 0 0 0,0-1 0 0 0,1 1 0 0 0,0-1 0 0 0,1 1 0 0 0,5-17 0 0 0,2-1-900 0 0,2 0 0 0 0,0 0 0 0 0,2 1 0 0 0,1 1 0 0 0,26-37 0 0 0,-1 9-4126 0 0,65-69 0 0 0,-54 70-1613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84 2084 0 0,'-11'-67'12279'0'0,"11"66"-12197"0"0,0 1-1 0 0,0-1 0 0 0,0 0 0 0 0,0 1 0 0 0,0-1 0 0 0,0 0 1 0 0,0 1-1 0 0,0-1 0 0 0,1 0 0 0 0,-1 1 0 0 0,0-1 1 0 0,1 0-1 0 0,-1 1 0 0 0,0-1 0 0 0,1 1 0 0 0,-1-1 1 0 0,1 1-1 0 0,-1-1 0 0 0,1 1 0 0 0,-1-1 0 0 0,1 1 1 0 0,-1-1-1 0 0,1 1 0 0 0,-1-1 0 0 0,1 1 0 0 0,0 0 1 0 0,-1-1-1 0 0,1 1 0 0 0,0 0 0 0 0,-1 0 0 0 0,1 0 0 0 0,0-1 1 0 0,-1 1-1 0 0,1 0 0 0 0,0 0 0 0 0,-1 0 0 0 0,1 0 1 0 0,0 0-1 0 0,0 0 0 0 0,-1 0 0 0 0,1 1 0 0 0,0-1 1 0 0,-1 0-1 0 0,2 1 0 0 0,69 12 439 0 0,-1 4-1 0 0,0 3 1 0 0,125 54 0 0 0,-90-31-239 0 0,-103-43-244 0 0,-3 16 47 0 0,-6-10-55 0 0,-1 1-1 0 0,1-1 1 0 0,-1-1 0 0 0,0 0 0 0 0,0 0 0 0 0,-12 5-1 0 0,-13 8 80 0 0,-391 271 1213 0 0,375-254-1305 0 0,28-22-542 0 0,1 1 1 0 0,1 2-1 0 0,0 0 0 0 0,-24 27 1 0 0,37-29-2747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8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23 260 0 0,'38'-23'16400'0'0,"-63"23"-13146"0"0,-11 12-2500 0 0,0 2 0 0 0,0 1-1 0 0,2 1 1 0 0,-43 28 0 0 0,47-27-518 0 0,-95 57-687 0 0,-127 98 0 0 0,230-151-1060 0 0,12-5-3174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2648 0 0,'21'-25'3547'0'0,"-15"17"-2090"0"0,1 0-1 0 0,0 0 1 0 0,0 0 0 0 0,13-9-1 0 0,-16 15-1239 0 0,-1 0 0 0 0,1 0 0 0 0,-1 0 0 0 0,1 0-1 0 0,0 1 1 0 0,0 0 0 0 0,0 0 0 0 0,-1 0 0 0 0,1 0 0 0 0,1 0 0 0 0,-1 1 0 0 0,0 0 0 0 0,0-1-1 0 0,0 2 1 0 0,7 0 0 0 0,3 1-16 0 0,0 1 0 0 0,0 1 0 0 0,0 0 0 0 0,-1 1 0 0 0,1 0 0 0 0,-1 1 0 0 0,0 0 1 0 0,-1 2-1 0 0,0-1 0 0 0,0 1 0 0 0,0 1 0 0 0,-1 0 0 0 0,0 1 0 0 0,12 14 0 0 0,-17-17 59 0 0,0 0 1 0 0,-1 0-1 0 0,0 1 1 0 0,0 0-1 0 0,-1 0 1 0 0,1 0-1 0 0,-2 0 1 0 0,1 1-1 0 0,-2-1 0 0 0,1 1 1 0 0,-1 0-1 0 0,0 0 1 0 0,-1 0-1 0 0,0 0 1 0 0,0 0-1 0 0,-1 0 1 0 0,0 0-1 0 0,0 0 1 0 0,-1 0-1 0 0,-1 0 1 0 0,0 0-1 0 0,0 0 1 0 0,-6 16-1 0 0,1-9 247 0 0,-1 0 0 0 0,0-1 0 0 0,-1 0 0 0 0,-1-1 0 0 0,0 0 0 0 0,-21 22 1 0 0,12-18 242 0 0,0 0 1 0 0,-1-2-1 0 0,-43 27 1 0 0,-68 41-751 0 0,131-84 0 0 0,0 0 0 0 0,0 0 0 0 0,1 0 0 0 0,-1 0 0 0 0,0 0 0 0 0,0 0 0 0 0,0 0 0 0 0,1 0 0 0 0,-1 0 0 0 0,0 0 0 0 0,0 0 0 0 0,1 1 0 0 0,-1-1 0 0 0,0 0 0 0 0,0 0 0 0 0,0 0 0 0 0,1 0 0 0 0,-1 0 0 0 0,0 1 0 0 0,0-1 0 0 0,0 0 0 0 0,0 0 0 0 0,0 0 0 0 0,1 1 0 0 0,-1-1 0 0 0,0 0 0 0 0,0 0 0 0 0,0 0 0 0 0,0 1 0 0 0,0-1 0 0 0,0 0 0 0 0,0 0 0 0 0,0 1 0 0 0,0-1 0 0 0,0 0 0 0 0,0 0 0 0 0,0 1 0 0 0,0-1 0 0 0,0 0 0 0 0,0 0 0 0 0,0 1 0 0 0,0-1 0 0 0,0 0 0 0 0,0 0 0 0 0,0 0 0 0 0,0 1 0 0 0,0-1 0 0 0,0 0 0 0 0,-1 0 0 0 0,1 1 0 0 0,0-1 0 0 0,0 0 0 0 0,0 0 0 0 0,0 0 0 0 0,-1 0 0 0 0,1 1 0 0 0,0-1 0 0 0,0 0 0 0 0,0 0 0 0 0,-1 0 0 0 0,1 0 0 0 0,0 0 0 0 0,0 0 0 0 0,0 1 0 0 0,-1-1 0 0 0,8 0 0 0 0,0 0 0 0 0,0 0 0 0 0,0 0 0 0 0,0-1 0 0 0,0 0 0 0 0,0 0 0 0 0,7-3 0 0 0,17-2 0 0 0,440-51-3019 0 0,277-49-4770 0 0,-720 100 3594 0 0,-11 2-1622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4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43 2084 0 0,'-39'-43'12774'0'0,"73"61"-12141"0"0,1-1-1 0 0,1-2 1 0 0,63 17-1 0 0,-17-6-417 0 0,-39-11-166 0 0,178 70 135 0 0,-219-84-152 0 0,0 0 1 0 0,0-1-1 0 0,0 1 1 0 0,-1 0-1 0 0,1 0 1 0 0,-1 0 0 0 0,1 0-1 0 0,0 1 1 0 0,-1-1-1 0 0,0 0 1 0 0,1 1-1 0 0,-1-1 1 0 0,0 0 0 0 0,0 1-1 0 0,0 0 1 0 0,0-1-1 0 0,0 1 1 0 0,0 0-1 0 0,0-1 1 0 0,0 1-1 0 0,-1 0 1 0 0,1 0 0 0 0,-1 0-1 0 0,1 0 1 0 0,-1 0-1 0 0,0-1 1 0 0,0 1-1 0 0,0 0 1 0 0,0 0 0 0 0,0 0-1 0 0,0 0 1 0 0,-1 0-1 0 0,1 0 1 0 0,0 0-1 0 0,-1 0 1 0 0,0-1-1 0 0,1 1 1 0 0,-1 0 0 0 0,0 0-1 0 0,0-1 1 0 0,0 1-1 0 0,-2 2 1 0 0,-2 5 117 0 0,-2-1 0 0 0,1 1 0 0 0,-1-1 0 0 0,0-1 0 0 0,-1 1 0 0 0,-12 8 0 0 0,-34 22 69 0 0,-1-2 1 0 0,-64 28-1 0 0,-79 52-1245 0 0,194-113 511 0 0,-1 1 1 0 0,0 0-1 0 0,1 0 1 0 0,0 1-1 0 0,0-1 1 0 0,0 1-1 0 0,0 0 1 0 0,1 0-1 0 0,0 1 1 0 0,-4 7-1 0 0,6 1-4058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4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8 3200 0 0,'2'-1'2379'0'0,"24"-5"8390"0"0,-26 7-10673 0 0,0 0-1 0 0,0 1 1 0 0,0-1-1 0 0,0 0 1 0 0,0 0-1 0 0,-1 1 1 0 0,1-1-1 0 0,0 0 1 0 0,-1 0 0 0 0,1 0-1 0 0,-1 0 1 0 0,1 1-1 0 0,-1-1 1 0 0,1 0-1 0 0,-1 0 1 0 0,0 0-1 0 0,1 0 1 0 0,-1 0-1 0 0,0 0 1 0 0,0 0-1 0 0,0-1 1 0 0,0 1-1 0 0,-1 1 1 0 0,-32 28 665 0 0,20-18-489 0 0,-57 50 643 0 0,-97 65 1 0 0,92-73-3021 0 0,2 2-4171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526 144 2480 0 0,'-2'-4'1314'0'0,"-1"-1"1"0"0,0 1-1 0 0,0 0 0 0 0,-1 0 0 0 0,1 0 1 0 0,-1 0-1 0 0,0 1 0 0 0,-8-6 0 0 0,10 7-1011 0 0,0 1-1 0 0,0 0 1 0 0,-1-1-1 0 0,1 1 1 0 0,0 0 0 0 0,-1 0-1 0 0,1 0 1 0 0,-1 1-1 0 0,0-1 1 0 0,-4 0-1 0 0,4 1-206 0 0,1 1-1 0 0,0 0 1 0 0,0-1-1 0 0,-1 1 1 0 0,1 0-1 0 0,0 0 1 0 0,0 0-1 0 0,0 1 0 0 0,0-1 1 0 0,0 0-1 0 0,1 1 1 0 0,-1-1-1 0 0,-1 3 1 0 0,-3 0 212 0 0,-9 10 134 0 0,0-1 0 0 0,1 2 0 0 0,-20 28 0 0 0,-32 54 325 0 0,57-84-667 0 0,-18 31 91 0 0,2 1 0 0 0,1 1 1 0 0,3 1-1 0 0,-27 84 0 0 0,46-122-172 0 0,0-1-1 0 0,0 1 1 0 0,1 0-1 0 0,0 0 1 0 0,0 0 0 0 0,1 0-1 0 0,1 0 1 0 0,-1 0-1 0 0,4 14 1 0 0,-4-20-9 0 0,1 0 0 0 0,0 0 0 0 0,1 1 0 0 0,-1-1 0 0 0,1 0 0 0 0,-1 0 0 0 0,1 0 0 0 0,0 0 0 0 0,0 0 0 0 0,0-1 0 0 0,0 1 0 0 0,0-1 0 0 0,1 1 0 0 0,-1-1 0 0 0,1 0 0 0 0,0 0 0 0 0,0 0 0 0 0,0 0 0 0 0,0 0 1 0 0,0-1-1 0 0,0 1 0 0 0,0-1 0 0 0,0 0 0 0 0,0 0 0 0 0,1 0 0 0 0,-1 0 0 0 0,6 0 0 0 0,5 0 2 0 0,-1-1 0 0 0,1-1 0 0 0,0 0 0 0 0,0 0-1 0 0,0-1 1 0 0,-1-1 0 0 0,1-1 0 0 0,-1 0 0 0 0,0 0 0 0 0,0-1 0 0 0,-1-1 0 0 0,22-13 0 0 0,-7 3 27 0 0,-1-3 1 0 0,0 0-1 0 0,-2-1 0 0 0,32-34 1 0 0,-30 26-39 0 0,-1-1 0 0 0,-2-2 1 0 0,37-62-1 0 0,-48 70 9 0 0,-1 0-1 0 0,-1-1 1 0 0,0 0 0 0 0,-2-1 0 0 0,-1 1 0 0 0,6-45 0 0 0,-12 60-10 0 0,0 0-1 0 0,-1 0 1 0 0,0 0 0 0 0,0 0-1 0 0,-1 0 1 0 0,-1 0 0 0 0,1 0 0 0 0,-1 1-1 0 0,-1-1 1 0 0,0 0 0 0 0,0 1 0 0 0,0 0-1 0 0,-8-13 1 0 0,7 15-2 0 0,-1 0 1 0 0,1 1-1 0 0,-1-1 0 0 0,0 1 1 0 0,0 0-1 0 0,0 0 0 0 0,-1 1 1 0 0,0 0-1 0 0,1 0 0 0 0,-2 0 1 0 0,1 1-1 0 0,0-1 0 0 0,-1 2 1 0 0,1-1-1 0 0,-1 1 0 0 0,0 0 1 0 0,-11-2-1 0 0,-4 1-38 0 0,0 2 1 0 0,0 0 0 0 0,0 1-1 0 0,0 1 1 0 0,0 1 0 0 0,0 1-1 0 0,-39 11 1 0 0,23-3-770 0 0,1 2 1 0 0,1 2-1 0 0,-54 29 0 0 0,-3 16-3005 0 0,37-15-2133 0 0,14-7-2069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176 145 1516 0 0,'-53'-22'6424'0'0,"49"21"-6047"0"0,1-1 0 0 0,0 0 1 0 0,-1-1-1 0 0,1 1 0 0 0,0-1 1 0 0,0 1-1 0 0,0-1 0 0 0,0 0 1 0 0,0 0-1 0 0,1 0 0 0 0,-5-7 1 0 0,7 9-322 0 0,0-1 0 0 0,-1 1 0 0 0,1 0 0 0 0,0-1 0 0 0,0 1 0 0 0,-1 0 0 0 0,1-1 0 0 0,0 1 1 0 0,0-1-1 0 0,1 1 0 0 0,-1 0 0 0 0,0-1 0 0 0,0 1 0 0 0,1 0 0 0 0,-1-1 0 0 0,1 1 0 0 0,-1 0 0 0 0,1-1 0 0 0,-1 1 0 0 0,1 0 0 0 0,0 0 1 0 0,0 0-1 0 0,-1 0 0 0 0,1 0 0 0 0,0 0 0 0 0,0 0 0 0 0,2-2 0 0 0,2-1 162 0 0,0-1 0 0 0,1 1 0 0 0,11-7-1 0 0,-9 7-142 0 0,0 0-1 0 0,0 1 0 0 0,1 0 1 0 0,-1 0-1 0 0,1 1 0 0 0,0 0 1 0 0,-1 1-1 0 0,1 0 0 0 0,0 0 1 0 0,0 1-1 0 0,0 0 0 0 0,0 0 1 0 0,11 3-1 0 0,-15-2-59 0 0,0-1 0 0 0,0 2 0 0 0,0-1 0 0 0,0 0-1 0 0,0 1 1 0 0,-1 0 0 0 0,1 0 0 0 0,0 0 0 0 0,-1 1 0 0 0,0-1 0 0 0,1 1 0 0 0,-1 0 0 0 0,0 0-1 0 0,-1 1 1 0 0,1-1 0 0 0,0 1 0 0 0,-1 0 0 0 0,0 0 0 0 0,0 0 0 0 0,0 0 0 0 0,-1 0 0 0 0,1 1-1 0 0,-1-1 1 0 0,3 8 0 0 0,-4-6 5 0 0,0 0 0 0 0,-1 1 1 0 0,0-1-1 0 0,0 0 0 0 0,0 0 0 0 0,0 0 0 0 0,-1 1 0 0 0,0-1 0 0 0,-1 0 0 0 0,1 0 0 0 0,-1 0 1 0 0,0-1-1 0 0,-4 9 0 0 0,-3 3 33 0 0,0 0 1 0 0,-1-1-1 0 0,-12 16 1 0 0,-1-4 142 0 0,-27 25 0 0 0,-4 6 706 0 0,52-58-854 0 0,2 2 10 0 0,-1-3-56 0 0,1 0 1 0 0,0 0-1 0 0,0 1 1 0 0,0-1-1 0 0,0 0 1 0 0,0 0-1 0 0,0 1 0 0 0,0-1 1 0 0,-1 0-1 0 0,1 0 1 0 0,0 1-1 0 0,0-1 1 0 0,0 0-1 0 0,0 1 1 0 0,0-1-1 0 0,0 0 1 0 0,0 0-1 0 0,1 1 1 0 0,-1-1-1 0 0,0 0 1 0 0,0 1-1 0 0,0-1 0 0 0,0 0 1 0 0,0 0-1 0 0,0 1 1 0 0,0-1-1 0 0,1 0 1 0 0,-1 0-1 0 0,0 1 1 0 0,0-1-1 0 0,0 0 1 0 0,0 0-1 0 0,1 1 1 0 0,12 3 17 0 0,1-1 1 0 0,-1 0-1 0 0,15 2 1 0 0,13 3 7 0 0,-20-1-19 0 0,0 1 1 0 0,-1 0-1 0 0,0 2 0 0 0,22 13 0 0 0,-37-19 72 0 0,1-1 0 0 0,0 1 0 0 0,-1 0 0 0 0,0 1 0 0 0,0-1 0 0 0,0 1 0 0 0,0 0 0 0 0,-1 0-1 0 0,0 1 1 0 0,0-1 0 0 0,-1 1 0 0 0,1 0 0 0 0,-1 0 0 0 0,0 0 0 0 0,-1 0 0 0 0,1 1 0 0 0,1 11 0 0 0,-3-14 12 0 0,-1 1 0 0 0,-1 0 0 0 0,1 0 0 0 0,-1-1 1 0 0,0 1-1 0 0,0 0 0 0 0,0-1 0 0 0,0 1 0 0 0,-1-1 0 0 0,0 1 0 0 0,0-1 0 0 0,0 0 0 0 0,-1 0 0 0 0,1 0 0 0 0,-1 0 0 0 0,0 0 1 0 0,0 0-1 0 0,0-1 0 0 0,-1 1 0 0 0,-4 2 0 0 0,-4 4 109 0 0,0 0 0 0 0,-1-1 0 0 0,0-1 0 0 0,-27 13-1 0 0,17-12-133 0 0,0-2-1 0 0,-1 0 0 0 0,0-1 1 0 0,0-1-1 0 0,-1-1 0 0 0,1-2 0 0 0,-1 0 1 0 0,0-2-1 0 0,1 0 0 0 0,-1-2 1 0 0,-28-5-1 0 0,52 7-132 0 0,0 0 0 0 0,0 0 0 0 0,-1-1 0 0 0,1 1 1 0 0,0 0-1 0 0,0-1 0 0 0,-1 1 0 0 0,1 0 0 0 0,0-1 0 0 0,0 0 0 0 0,0 1 0 0 0,-1-1 1 0 0,1 0-1 0 0,0 1 0 0 0,0-1 0 0 0,0 0 0 0 0,0 0 0 0 0,0 0 0 0 0,0-1 1 0 0,0 1-37 0 0,1 0 1 0 0,0 0 0 0 0,0 0 0 0 0,-1 0-1 0 0,1 1 1 0 0,0-1 0 0 0,0 0 0 0 0,0 0-1 0 0,0 0 1 0 0,0 0 0 0 0,0 0 0 0 0,1 0-1 0 0,-1 0 1 0 0,0 1 0 0 0,0-1 0 0 0,1 0-1 0 0,-1 0 1 0 0,0 0 0 0 0,1 0 0 0 0,0 0-1 0 0,2-3-503 0 0,-1 0-1 0 0,1 0 1 0 0,1 0-1 0 0,-1 1 1 0 0,1-1-1 0 0,-1 1 1 0 0,7-4-1 0 0,24-16-6142 0 0,-12 11 450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1456 0 0,'1'-5'1462'0'0,"7"-26"5884"0"0,-8 29-7157 0 0,1 1 0 0 0,0-1 0 0 0,0 1 0 0 0,-1-1 0 0 0,1 1 0 0 0,0 0 0 0 0,0-1 0 0 0,1 1 1 0 0,-1 0-1 0 0,0 0 0 0 0,0 0 0 0 0,1 0 0 0 0,-1 0 0 0 0,0 0 0 0 0,1 0 0 0 0,1-1 0 0 0,-1 2-121 0 0,0 0 0 0 0,0 0 0 0 0,0 0 0 0 0,0 0 0 0 0,0 1 1 0 0,0-1-1 0 0,0 1 0 0 0,0-1 0 0 0,0 1 0 0 0,0 0 0 0 0,0 0 0 0 0,0 0 0 0 0,0 0 0 0 0,-1 0 1 0 0,1 0-1 0 0,2 2 0 0 0,0 0 80 0 0,3 2-79 0 0,-1 0-1 0 0,1 1 1 0 0,-1-1-1 0 0,0 2 1 0 0,0-1-1 0 0,-1 1 1 0 0,0 0 0 0 0,0 0-1 0 0,-1 0 1 0 0,0 0-1 0 0,0 1 1 0 0,0 0 0 0 0,-1 0-1 0 0,0 0 1 0 0,-1 0-1 0 0,0 0 1 0 0,0 1-1 0 0,0 8 1 0 0,0-1 59 0 0,-1-1-1 0 0,0 1 1 0 0,-1-1-1 0 0,-1 1 1 0 0,-1-1-1 0 0,0 0 1 0 0,-1 1-1 0 0,0-1 1 0 0,-7 16-1 0 0,5-17 88 0 0,-1 0 1 0 0,0-1-1 0 0,-1 0 0 0 0,-1 0 0 0 0,0 0 1 0 0,0-1-1 0 0,-1-1 0 0 0,-1 1 0 0 0,-12 10 0 0 0,10-16 40 0 0,10-13-67 0 0,9-15-79 0 0,17-11-95 0 0,1 1 0 0 0,1 2 0 0 0,60-53 0 0 0,-47 45-16 0 0,11-6-1 0 0,-31 29 1 0 0,-2-1 0 0 0,1-1 0 0 0,23-30 0 0 0,-40 46 2 0 0,-1 0 1 0 0,1-1-1 0 0,0 1 0 0 0,0 0 1 0 0,-1 0-1 0 0,1 0 0 0 0,0-1 1 0 0,-1 1-1 0 0,1 0 0 0 0,-1-1 1 0 0,0 1-1 0 0,1 0 0 0 0,-1-1 1 0 0,0 1-1 0 0,0 0 0 0 0,0-3 1 0 0,0 3-1 0 0,0 0 0 0 0,-1 1 1 0 0,1-1-1 0 0,0 1 1 0 0,-1-1-1 0 0,1 1 0 0 0,0-1 1 0 0,-1 1-1 0 0,1-1 0 0 0,-1 1 1 0 0,1-1-1 0 0,-1 1 0 0 0,1-1 1 0 0,-1 1-1 0 0,1 0 1 0 0,-1-1-1 0 0,0 1 0 0 0,1 0 1 0 0,-1 0-1 0 0,1-1 0 0 0,-1 1 1 0 0,0 0-1 0 0,1 0 0 0 0,-2 0 1 0 0,-2-1-1 0 0,0 1 0 0 0,0 0 1 0 0,0 0-1 0 0,0 1 1 0 0,1-1-1 0 0,-1 1 0 0 0,0 0 1 0 0,0 0-1 0 0,0 0 0 0 0,-3 2 1 0 0,-5 2 1 0 0,0 2 1 0 0,0 0 0 0 0,1 0-1 0 0,0 1 1 0 0,0 1 0 0 0,1 0-1 0 0,-12 12 1 0 0,15-13-2 0 0,0 0 1 0 0,0 1-1 0 0,1-1 0 0 0,1 1 0 0 0,-1 0 1 0 0,1 1-1 0 0,1 0 0 0 0,0-1 1 0 0,-6 19-1 0 0,10-24 2 0 0,-1 0 0 0 0,0-1 1 0 0,1 1-1 0 0,0 0 0 0 0,0 0 0 0 0,0 0 0 0 0,0-1 1 0 0,1 1-1 0 0,-1 0 0 0 0,1-1 0 0 0,0 1 1 0 0,0 0-1 0 0,0-1 0 0 0,1 1 0 0 0,-1-1 1 0 0,4 7-1 0 0,-1-5 2 0 0,0-1 1 0 0,0 1 0 0 0,0-1 0 0 0,0 0 0 0 0,1 0-1 0 0,-1 0 1 0 0,1-1 0 0 0,0 0 0 0 0,10 6-1 0 0,1-3 4 0 0,0 1 0 0 0,0-2-1 0 0,0 0 1 0 0,1-1-1 0 0,0-1 1 0 0,25 3 0 0 0,129-3-1259 0 0,-85-12-2035 0 0,-61 4-449 0 0,33-10 1 0 0,-29 5-2196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78 1144 0 0,'-3'-1'2423'0'0,"-59"-13"8525"0"0,60 13-10091 0 0,-1 1-156 0 0,52-5 2997 0 0,79-12-4153 0 0,-108 14-219 0 0,51-9-2307 0 0,-62 10 1038 0 0,-1-1 0 0 0,0 0 0 0 0,12-6 0 0 0,-7 1-3542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9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43 476 0 0,'-20'-20'9242'0'0,"-7"-2"-3317"0"0,25 23-4946 0 0,1-1-948 0 0,1 0 0 0 0,0 0 1 0 0,0 0-1 0 0,-1 0 0 0 0,1 0 0 0 0,0 0 1 0 0,-1 0-1 0 0,1 0 0 0 0,0 0 0 0 0,0 0 0 0 0,-1 0 1 0 0,1 1-1 0 0,0-1 0 0 0,0 0 0 0 0,-1 0 0 0 0,1 0 1 0 0,0 0-1 0 0,0 0 0 0 0,0 1 0 0 0,-1-1 1 0 0,1 0-1 0 0,0 0 0 0 0,0 0 0 0 0,0 1 0 0 0,0-1 1 0 0,-1 0-1 0 0,1 0 0 0 0,0 1 0 0 0,0-1 0 0 0,0 1 1 0 0,-5 18 840 0 0,2 1 0 0 0,0-1 0 0 0,-1 32 0 0 0,1-5-383 0 0,-27 141 504 0 0,16-117-1488 0 0,-5 85 0 0 0,18-149 25 0 0,1 0 0 0 0,0 0 1 0 0,1 0-1 0 0,1 10 0 0 0,6 2-2619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0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2876 0 0,'23'-106'12414'0'0,"-22"104"-11841"0"0,3-5 2131 0 0,2 30-1514 0 0,-2 0 0 0 0,0 0 1 0 0,1 35-1 0 0,1 13-552 0 0,-3-50-514 0 0,1 0-1 0 0,1 0 1 0 0,0 0-1 0 0,2 0 0 0 0,1-1 1 0 0,0 0-1 0 0,20 34 1 0 0,-24-47-111 0 0,1-1-1 0 0,0 1 1 0 0,0-1 0 0 0,0 0 0 0 0,0-1 0 0 0,1 1 0 0 0,0-1-1 0 0,0 0 1 0 0,1-1 0 0 0,-1 1 0 0 0,1-1 0 0 0,0-1-1 0 0,0 1 1 0 0,0-1 0 0 0,0 0 0 0 0,1-1 0 0 0,0 0 0 0 0,-1 0-1 0 0,1 0 1 0 0,0-1 0 0 0,0-1 0 0 0,-1 1 0 0 0,1-1-1 0 0,12-1 1 0 0,-15 0-22 0 0,-1 0 0 0 0,1 0-1 0 0,-1 0 1 0 0,0 0 0 0 0,0-1-1 0 0,0 0 1 0 0,0 0 0 0 0,0 0-1 0 0,0 0 1 0 0,0-1 0 0 0,0 1-1 0 0,-1-1 1 0 0,0 0 0 0 0,1 0-1 0 0,-1 0 1 0 0,0-1 0 0 0,0 1-1 0 0,-1-1 1 0 0,1 1 0 0 0,-1-1-1 0 0,0 0 1 0 0,0 0 0 0 0,0 0-1 0 0,0 0 1 0 0,-1 0 0 0 0,1-1-1 0 0,0-5 1 0 0,1-5 5 0 0,0-1 0 0 0,-1 1 0 0 0,-1-1 0 0 0,-1 0 0 0 0,0 1 1 0 0,-2-21-1 0 0,1 31-2 0 0,2 4 6 0 0,-1 0 0 0 0,0 1 0 0 0,0-1 1 0 0,0 0-1 0 0,0 0 0 0 0,0 0 0 0 0,0 1 1 0 0,0-1-1 0 0,0 0 0 0 0,0 0 1 0 0,0 0-1 0 0,0 1 0 0 0,0-1 0 0 0,0 0 1 0 0,-1 0-1 0 0,1 1 0 0 0,0-1 0 0 0,-1 0 1 0 0,1 0-1 0 0,-1 1 0 0 0,1-1 0 0 0,0 0 1 0 0,-2 0-1 0 0,-3 12 95 0 0,-83 442 1823 0 0,84-432-1935 0 0,0-2-383 0 0,-1 0-429 0 0,1 1-1 0 0,0 21 1 0 0,3-37 170 0 0,1 0 1 0 0,0 1-1 0 0,0-1 0 0 0,0 0 0 0 0,1 0 0 0 0,0 1 0 0 0,0-1 0 0 0,0 0 0 0 0,0 0 0 0 0,0 0 0 0 0,1 0 1 0 0,0 0-1 0 0,-1-1 0 0 0,2 1 0 0 0,3 6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0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662 86 2380 0 0,'-4'-23'3687'0'0,"3"14"-1697"0"0,-1 0 1 0 0,1 1-1 0 0,-1-1 0 0 0,-1 1 1 0 0,-5-11 758 0 0,8 31-572 0 0,6 129 1831 0 0,-3-113-3735 0 0,1 0 1 0 0,1-1-1 0 0,10 31 1 0 0,-14-52-258 0 0,1-1 1 0 0,0 0-1 0 0,0 0 0 0 0,0-1 0 0 0,1 1 1 0 0,0 0-1 0 0,0-1 0 0 0,0 1 0 0 0,0-1 1 0 0,1 0-1 0 0,-1 0 0 0 0,1-1 0 0 0,0 1 1 0 0,0-1-1 0 0,1 1 0 0 0,-1-1 0 0 0,8 3 1 0 0,-11-5-20 0 0,1 0 0 0 0,0-1 0 0 0,0 1 0 0 0,0-1 0 0 0,0 0 0 0 0,0 0 0 0 0,0 1 0 0 0,1-1 0 0 0,-1-1 0 0 0,0 1 0 0 0,0 0 0 0 0,0 0 0 0 0,0-1 0 0 0,0 1 0 0 0,0-1 0 0 0,0 1 0 0 0,-1-1 0 0 0,1 0 0 0 0,0 0 0 0 0,0 0 0 0 0,0 0 0 0 0,2-2 0 0 0,0 0-42 0 0,-1 0 0 0 0,1 0 0 0 0,0 0 1 0 0,-1-1-1 0 0,0 1 0 0 0,0-1 0 0 0,0 0 0 0 0,3-4 0 0 0,0-7-51 0 0,0 1-1 0 0,-2-1 1 0 0,1 0 0 0 0,-2 0-1 0 0,0 0 1 0 0,-1-1-1 0 0,0 1 1 0 0,-1-22 0 0 0,3-25-88 0 0,-4 59 157 0 0,-4 22 193 0 0,-18 116 583 0 0,10-46-463 0 0,-2-9 105 0 0,-60 304 961 0 0,54-309-1070 0 0,-2 0-1 0 0,-64 141 1 0 0,73-190-232 0 0,-1-2-1 0 0,-1 0 1 0 0,-1 0-1 0 0,-1-1 1 0 0,-1-2-1 0 0,-1 1 1 0 0,-1-2-1 0 0,-43 35 1 0 0,50-46-29 0 0,-1-1 0 0 0,1 0 0 0 0,-2-1-1 0 0,1 0 1 0 0,0-1 0 0 0,-1 0 0 0 0,-25 5 0 0 0,28-9-9 0 0,0-1 0 0 0,-1 1 1 0 0,1-2-1 0 0,-1 0 0 0 0,1 0 0 0 0,-1-1 0 0 0,1-1 1 0 0,-1 0-1 0 0,1-1 0 0 0,-18-6 0 0 0,22 7-12 0 0,1-1 0 0 0,0-1 0 0 0,0 1-1 0 0,1-1 1 0 0,-1 0 0 0 0,1-1 0 0 0,-1 1-1 0 0,1-1 1 0 0,1-1 0 0 0,-1 1 0 0 0,1-1-1 0 0,-6-8 1 0 0,8 10-46 0 0,0-2 1 0 0,0 1-1 0 0,0 0 1 0 0,1 0-1 0 0,0-1 0 0 0,0 0 1 0 0,0 1-1 0 0,1-1 0 0 0,-1 0 1 0 0,2 0-1 0 0,-1 0 0 0 0,0 1 1 0 0,1-1-1 0 0,0 0 0 0 0,1 0 1 0 0,1-10-1 0 0,4-7-347 0 0,1 1 0 0 0,0 0 0 0 0,2 0 0 0 0,1 1 0 0 0,0 0 0 0 0,2 1 0 0 0,0 0 0 0 0,1 0 0 0 0,1 2 0 0 0,21-23 0 0 0,10-5-1346 0 0,2 2 0 0 0,78-57 0 0 0,20 0-2622 0 0,-45 37-1623 0 0,-38 27-273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60 1720 0 0,'-3'-4'689'0'0,"-7"-8"2593"0"0,0 1-1 0 0,-15-13 664 0 0,25 23-3852 0 0,-1 1 0 0 0,1 0 1 0 0,0 0-1 0 0,0-1 0 0 0,0 1 0 0 0,0 0 0 0 0,-1 0 0 0 0,1-1 0 0 0,0 1 0 0 0,0 0 0 0 0,0-1 1 0 0,0 1-1 0 0,0 0 0 0 0,0 0 0 0 0,0-1 0 0 0,0 1 0 0 0,0 0 0 0 0,0-1 0 0 0,0 1 0 0 0,0 0 1 0 0,0-1-1 0 0,0 1 0 0 0,0 0 0 0 0,0 0 0 0 0,0-1 0 0 0,0 1 0 0 0,1 0 0 0 0,-1-1 0 0 0,11 2 284 0 0,1 0-1 0 0,-1 1 1 0 0,1 0-1 0 0,-1 1 1 0 0,13 4-1 0 0,58 26 182 0 0,-57-22-402 0 0,-23-10-148 0 0,74 30 226 0 0,112 65 0 0 0,-188-96-230 0 0,1 0 0 0 0,0 1 0 0 0,-1-1 0 0 0,1 0 1 0 0,-1 1-1 0 0,1-1 0 0 0,-1 1 0 0 0,1-1 0 0 0,-1 1 1 0 0,1-1-1 0 0,-1 1 0 0 0,1 0 0 0 0,-1-1 0 0 0,0 1 0 0 0,1-1 1 0 0,-1 1-1 0 0,0 0 0 0 0,0-1 0 0 0,0 1 0 0 0,1 0 0 0 0,-1 0 1 0 0,0-1-1 0 0,0 1 0 0 0,0 0 0 0 0,0-1 0 0 0,0 1 0 0 0,0 0 1 0 0,0-1-1 0 0,0 1 0 0 0,0 0 0 0 0,-1 0 0 0 0,1-1 1 0 0,0 1-1 0 0,0 0 0 0 0,-1-1 0 0 0,1 1 0 0 0,0-1 0 0 0,-1 1 1 0 0,1 0-1 0 0,0-1 0 0 0,-1 1 0 0 0,1-1 0 0 0,-1 1 0 0 0,1-1 1 0 0,-2 1-1 0 0,-27 23 241 0 0,24-21-204 0 0,-149 90 372 0 0,24-16-274 0 0,91-52-106 0 0,12-8-45 0 0,1 0 0 0 0,-42 38 0 0 0,67-54-51 0 0,0-1 0 0 0,1 1 1 0 0,-1 0-1 0 0,0-1 1 0 0,0 1-1 0 0,1 0 1 0 0,-1-1-1 0 0,1 1 1 0 0,-1 0-1 0 0,1 0 1 0 0,-1 0-1 0 0,1-1 1 0 0,-1 1-1 0 0,1 0 1 0 0,0 0-1 0 0,-1 0 1 0 0,1 0-1 0 0,0 0 0 0 0,0 0 1 0 0,0 0-1 0 0,0 0 1 0 0,0 0-1 0 0,0 0 1 0 0,0 0-1 0 0,0-1 1 0 0,0 1-1 0 0,0 0 1 0 0,0 0-1 0 0,1 0 1 0 0,-1 0-1 0 0,0 0 1 0 0,1 0-1 0 0,-1 0 1 0 0,0 0-1 0 0,1-1 0 0 0,0 1 1 0 0,-1 0-1 0 0,1 0 1 0 0,-1-1-1 0 0,1 1 1 0 0,0 0-1 0 0,-1-1 1 0 0,1 1-1 0 0,0 0 1 0 0,0-1-1 0 0,-1 1 1 0 0,1-1-1 0 0,0 1 1 0 0,0-1-1 0 0,0 0 1 0 0,0 1-1 0 0,1-1 0 0 0,6 3-927 0 0,0 0 0 0 0,1 0-1 0 0,-1-1 1 0 0,11 2-1 0 0,2-1-2820 0 0,1-1-1800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1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15 720 0 0,'48'-14'15639'0'0,"-89"28"-14004"0"0,-59 28-1 0 0,45-17-1192 0 0,-31 12-648 0 0,2 5-1 0 0,-113 74 0 0 0,194-114-109 0 0,1 0 1 0 0,-1 0 0 0 0,1 0-1 0 0,0 0 1 0 0,-1 0 0 0 0,1 1-1 0 0,0-1 1 0 0,-1 4 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1848 0 0,'39'-103'15905'0'0,"-35"105"-14677"0"0,-4-2-1193 0 0,1 0 1 0 0,-1 0-1 0 0,0 0 0 0 0,1 0 0 0 0,-1 0 0 0 0,0 0 0 0 0,1 0 0 0 0,-1 0 0 0 0,0 0 1 0 0,0 0-1 0 0,1 1 0 0 0,-1-1 0 0 0,0 0 0 0 0,0 0 0 0 0,1 0 0 0 0,-1 0 0 0 0,0 0 1 0 0,0 1-1 0 0,1-1 0 0 0,-1 0 0 0 0,0 0 0 0 0,0 1 0 0 0,1-1 0 0 0,-1 0 0 0 0,0 0 1 0 0,0 1-1 0 0,0-1 0 0 0,0 0 0 0 0,0 0 0 0 0,0 1 0 0 0,1-1 0 0 0,-1 1 1 0 0,11 30 1155 0 0,-2 0 0 0 0,-1 1 0 0 0,-1 0 0 0 0,3 38 1 0 0,-1 136 639 0 0,-13-138-1920 0 0,-3 0 0 0 0,-18 84 1 0 0,21-135-402 0 0,1 18-3101 0 0,3-34 3236 0 0,0 1-1 0 0,0-1 1 0 0,0 1-1 0 0,0-1 0 0 0,1 0 1 0 0,-1 1-1 0 0,0-1 1 0 0,1 0-1 0 0,-1 1 1 0 0,1-1-1 0 0,-1 0 0 0 0,1 0 1 0 0,0 1-1 0 0,-1-1 1 0 0,1 0-1 0 0,0 0 0 0 0,0 0 1 0 0,0 0-1 0 0,0 0 1 0 0,1 1-1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2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128 178 2336 0 0,'-22'-71'9152'0'0,"8"24"-3024"0"0,9 19-3236 0 0,5 27-2837 0 0,0 0-1 0 0,0 0 1 0 0,0 0 0 0 0,0 0-1 0 0,0 0 1 0 0,0 0 0 0 0,1 0-1 0 0,-1 0 1 0 0,0 0 0 0 0,0 0-1 0 0,1 0 1 0 0,-1 0 0 0 0,1 0-1 0 0,-1 0 1 0 0,1 0 0 0 0,-1 0-1 0 0,1 0 1 0 0,-1 0 0 0 0,1 1-1 0 0,0-1 1 0 0,0 0 0 0 0,-1 0-1 0 0,1 1 1 0 0,0-1 0 0 0,0 0-1 0 0,1 0 1 0 0,3-1-21 0 0,1 1-1 0 0,0 0 1 0 0,-1 0 0 0 0,1 0-1 0 0,0 0 1 0 0,0 1 0 0 0,-1 0-1 0 0,1 0 1 0 0,0 1 0 0 0,0 0-1 0 0,0 0 1 0 0,-1 0 0 0 0,1 0 0 0 0,-1 1-1 0 0,1 0 1 0 0,-1 0 0 0 0,0 1-1 0 0,1-1 1 0 0,-1 1 0 0 0,0 0-1 0 0,-1 1 1 0 0,9 6 0 0 0,-8-5-2 0 0,1 0 0 0 0,-1-1 0 0 0,-1 2 0 0 0,1-1 1 0 0,-1 1-1 0 0,0-1 0 0 0,0 1 0 0 0,-1 0 0 0 0,1 0 1 0 0,-2 1-1 0 0,1-1 0 0 0,0 1 0 0 0,-1 0 1 0 0,-1-1-1 0 0,1 1 0 0 0,-1 0 0 0 0,0 0 0 0 0,0 0 1 0 0,-1 9-1 0 0,-2 0 67 0 0,-1 0 0 0 0,-1-1 1 0 0,0 0-1 0 0,-1 0 0 0 0,-1 0 1 0 0,0 0-1 0 0,-1-1 0 0 0,-1 0 0 0 0,0 0 1 0 0,-11 13-1 0 0,-16 19 821 0 0,-58 58 0 0 0,74-84-559 0 0,-54 58 1065 0 0,72-77-1254 0 0,5 3-5 0 0,-4-4-164 0 0,0 1 1 0 0,1-1 0 0 0,-1 0 0 0 0,0 0-1 0 0,0 1 1 0 0,0-1 0 0 0,0 0 0 0 0,1 1-1 0 0,-1-1 1 0 0,0 0 0 0 0,0 0 0 0 0,1 0-1 0 0,-1 1 1 0 0,0-1 0 0 0,0 0-1 0 0,1 0 1 0 0,-1 0 0 0 0,0 1 0 0 0,1-1-1 0 0,-1 0 1 0 0,0 0 0 0 0,0 0 0 0 0,1 0-1 0 0,-1 0 1 0 0,0 0 0 0 0,1 0 0 0 0,-1 0-1 0 0,0 0 1 0 0,1 0 0 0 0,-1 0 0 0 0,0 0-1 0 0,1 0 1 0 0,-1 0 0 0 0,72-3 165 0 0,109-20 0 0 0,-57 2-154 0 0,-122 20-231 0 0,-1 1 0 0 0,1 0 0 0 0,-1-1 1 0 0,1 1-1 0 0,-1-1 0 0 0,1 0 0 0 0,-1 1 0 0 0,1-1 1 0 0,-1 0-1 0 0,0 0 0 0 0,0 0 0 0 0,1 0 1 0 0,-1 0-1 0 0,0 0 0 0 0,0 0 0 0 0,0 0 0 0 0,0 0 1 0 0,0-1-1 0 0,0 1 0 0 0,0 0 0 0 0,-1-1 1 0 0,2-1-1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2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 3092 0 0,'-2'-15'6237'0'0,"-6"-26"2711"0"0,8 39-8353 0 0,-2-6-178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2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1 2212 0 0,'-2'24'10344'0'0,"-2"19"-3997"0"0,3-26-5489 0 0,0-1 1 0 0,-2 0-1 0 0,1 0 1 0 0,-10 27-1 0 0,-1-11-604 0 0,-2-2-1 0 0,-1 0 0 0 0,-1-1 0 0 0,-41 52 0 0 0,-100 98-2315 0 0,135-154 1232 0 0,-49 47-3116 0 0,22-26-2559 0 0,10-12-2209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21 127 1392 0 0,'-2'-2'363'0'0,"0"0"0"0"0,1 0 1 0 0,-1 0-1 0 0,0 0 0 0 0,1 0 0 0 0,-1 0 0 0 0,1-1 0 0 0,0 1 0 0 0,0-1 1 0 0,0 1-1 0 0,0 0 0 0 0,0-1 0 0 0,0 0 0 0 0,1 1 0 0 0,-1-1 0 0 0,1 1 0 0 0,0-1 1 0 0,-1 0-1 0 0,1 1 0 0 0,1-5 0 0 0,0 4-223 0 0,0-1-1 0 0,0 1 1 0 0,0-1 0 0 0,1 1-1 0 0,-1 0 1 0 0,1-1-1 0 0,0 1 1 0 0,0 0 0 0 0,0 0-1 0 0,0 1 1 0 0,1-1-1 0 0,-1 0 1 0 0,1 1 0 0 0,3-4-1 0 0,-2 3-74 0 0,-1 1-1 0 0,1-1 0 0 0,0 1 1 0 0,-1 0-1 0 0,1 0 0 0 0,0 0 1 0 0,0 1-1 0 0,1-1 0 0 0,-1 1 1 0 0,0 0-1 0 0,0 0 0 0 0,1 0 1 0 0,-1 1-1 0 0,0 0 0 0 0,1 0 1 0 0,-1 0-1 0 0,1 0 0 0 0,-1 0 1 0 0,0 1-1 0 0,1 0 0 0 0,-1 0 1 0 0,0 0-1 0 0,0 1 0 0 0,0-1 1 0 0,0 1-1 0 0,7 4 0 0 0,-5-3-9 0 0,1 1-1 0 0,-1 1 0 0 0,0-1 0 0 0,-1 1 0 0 0,1 0 0 0 0,-1 1 1 0 0,0-1-1 0 0,0 1 0 0 0,0 0 0 0 0,-1 0 0 0 0,0 0 0 0 0,0 1 1 0 0,-1 0-1 0 0,5 12 0 0 0,-5-9 6 0 0,-1 0 1 0 0,0 1-1 0 0,-1-1 1 0 0,0 1-1 0 0,-1-1 1 0 0,0 1-1 0 0,-1 0 1 0 0,0-1-1 0 0,0 1 1 0 0,-1-1-1 0 0,-1 0 1 0 0,-5 15-1 0 0,-5 10 172 0 0,-2 0-1 0 0,-21 35 0 0 0,30-59-179 0 0,-27 45 567 0 0,56-77-493 0 0,20-32-49 0 0,1 1-35 0 0,-3-2 0 0 0,52-89 0 0 0,-88 133-39 0 0,-1 1-1 0 0,0-1 1 0 0,2-11-1 0 0,-4 18-7 0 0,-2-1 0 0 0,1 0 0 0 0,0 0 0 0 0,-1 0 0 0 0,1 0 0 0 0,-1 0 0 0 0,0 0 0 0 0,0 0 0 0 0,-1 1 0 0 0,-1-7 0 0 0,2 8 15 0 0,-3 2 3 0 0,2-1-11 0 0,-1 1-1 0 0,1 0 1 0 0,-1 0-1 0 0,1 0 1 0 0,0 0-1 0 0,-1 0 1 0 0,1 1-1 0 0,-1-1 1 0 0,1 0-1 0 0,-1 1 1 0 0,1-1-1 0 0,0 1 1 0 0,-1-1-1 0 0,1 1 1 0 0,0 0-1 0 0,-1-1 1 0 0,1 1-1 0 0,-1 1 1 0 0,-2 1 0 0 0,0 1 1 0 0,1-1-1 0 0,0 1 1 0 0,0-1 0 0 0,-5 8-1 0 0,-2 6 8 0 0,-14 35 0 0 0,22-49-9 0 0,-1 5 1 0 0,0 0 0 0 0,0 0 0 0 0,1 0 0 0 0,0 0-1 0 0,1 0 1 0 0,-1 0 0 0 0,2 1 0 0 0,-1-1-1 0 0,1 0 1 0 0,0 1 0 0 0,1-1 0 0 0,0 0-1 0 0,2 9 1 0 0,-1-12-7 0 0,-1 0-1 0 0,1 0 1 0 0,0 0 0 0 0,0 0-1 0 0,1-1 1 0 0,-1 1 0 0 0,1-1-1 0 0,0 1 1 0 0,1-1-1 0 0,-1 0 1 0 0,1 0 0 0 0,-1-1-1 0 0,1 1 1 0 0,0-1 0 0 0,1 0-1 0 0,-1 0 1 0 0,0 0 0 0 0,1 0-1 0 0,0-1 1 0 0,-1 0 0 0 0,10 3-1 0 0,3 0-528 0 0,0-1 0 0 0,-1-1 0 0 0,1 0 0 0 0,25 0 0 0 0,-25-3-1426 0 0,1 0-1 0 0,21-4 1 0 0,-6-3-3177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75 1992 0 0,'-36'-68'11683'0'0,"36"66"-11269"0"0,-3-3 539 0 0,9 14-487 0 0,15 8-200 0 0,0-1 0 0 0,0-1 0 0 0,2-1 0 0 0,32 16-1 0 0,17 11-76 0 0,-44-25-202 0 0,-16-10 385 0 0,0 1-1 0 0,-1 1 1 0 0,14 11 0 0 0,-25-19-357 0 0,1 1 1 0 0,-1-1-1 0 0,0 1 1 0 0,0 0-1 0 0,0-1 1 0 0,1 1 0 0 0,-1-1-1 0 0,0 1 1 0 0,0 0-1 0 0,0-1 1 0 0,0 1-1 0 0,0-1 1 0 0,0 1-1 0 0,0 0 1 0 0,0-1-1 0 0,0 1 1 0 0,0-1-1 0 0,-1 1 1 0 0,1 0 0 0 0,0-1-1 0 0,0 1 1 0 0,0-1-1 0 0,-1 1 1 0 0,1-1-1 0 0,0 1 1 0 0,-1-1-1 0 0,1 1 1 0 0,0-1-1 0 0,-1 1 1 0 0,0 0 0 0 0,-12 13 169 0 0,12-13-176 0 0,-104 82 306 0 0,41-35-234 0 0,11-8-136 0 0,-33 29 227 0 0,75-59-490 0 0,0 1-1 0 0,1 0 1 0 0,0 1 0 0 0,1 0-1 0 0,-10 17 1 0 0,18-26 64 0 0,-1-1 0 0 0,1 0-1 0 0,0 1 1 0 0,1-1 0 0 0,-1 0 0 0 0,0 1 0 0 0,1-1-1 0 0,-1 1 1 0 0,1-1 0 0 0,0 1 0 0 0,0 3 0 0 0,0-4-42 0 0,0-1-1 0 0,0 0 1 0 0,0 1 0 0 0,1-1 0 0 0,-1 0 0 0 0,1 0-1 0 0,-1 1 1 0 0,1-1 0 0 0,-1 0 0 0 0,1 0 0 0 0,0 0-1 0 0,0 0 1 0 0,-1 0 0 0 0,1 0 0 0 0,0 0 0 0 0,0 0-1 0 0,0 0 1 0 0,0 0 0 0 0,0 0 0 0 0,0-1 0 0 0,0 1-1 0 0,0 0 1 0 0,2 0 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4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26 1308 0 0,'44'-26'14719'0'0,"-56"41"-13368"0"0,-115 91 663 0 0,-47 44-1812 0 0,169-146-471 0 0,1 1 1 0 0,0-1-1 0 0,0 1 0 0 0,1 0 0 0 0,0 0 0 0 0,-5 9 0 0 0,7-13 171 0 0,1-1 1 0 0,0 1 0 0 0,0-1 0 0 0,0 1 0 0 0,0-1-1 0 0,0 0 1 0 0,0 1 0 0 0,0-1 0 0 0,0 1-1 0 0,0-1 1 0 0,0 1 0 0 0,0-1 0 0 0,0 1 0 0 0,0-1-1 0 0,0 1 1 0 0,1-1 0 0 0,-1 1 0 0 0,0-1-1 0 0,0 1 1 0 0,0-1 0 0 0,1 0 0 0 0,-1 1 0 0 0,0-1-1 0 0,0 1 1 0 0,1-1 0 0 0,-1 0 0 0 0,0 1-1 0 0,1-1 1 0 0,-1 0 0 0 0,1 0 0 0 0,-1 1 0 0 0,0-1-1 0 0,1 0 1 0 0,-1 0 0 0 0,1 1 0 0 0,-1-1 0 0 0,1 0-1 0 0,-1 0 1 0 0,1 0 0 0 0,-1 0 0 0 0,0 0-1 0 0,1 0 1 0 0,-1 0 0 0 0,1 0 0 0 0,-1 0 0 0 0,2 0-1 0 0,21 0-5037 0 0,-9-3-468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4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144 231 1556 0 0,'13'-17'2717'0'0,"-1"-1"1"0"0,-1-1-1 0 0,0 1 0 0 0,12-34 937 0 0,-24 53-3497 0 0,-1-1 0 0 0,0 1 0 0 0,1-1 0 0 0,-1 1 0 0 0,1 0 0 0 0,-1 0 0 0 0,1 0 0 0 0,-1 0 0 0 0,1 0 0 0 0,-3 2 0 0 0,-17 19 309 0 0,0 0 1 0 0,2 1 0 0 0,1 2-1 0 0,0 0 1 0 0,2 0 0 0 0,1 2 0 0 0,1 0-1 0 0,2 0 1 0 0,-15 47 0 0 0,23-64-412 0 0,2 1 0 0 0,-1-1 1 0 0,1 1-1 0 0,1 0 0 0 0,0 0 0 0 0,0 0 1 0 0,1 0-1 0 0,1 0 0 0 0,3 21 0 0 0,-3-27-28 0 0,1 0 0 0 0,-1 1 0 0 0,1-1 0 0 0,1 0 0 0 0,-1 0 0 0 0,0-1 0 0 0,1 1 0 0 0,0 0 0 0 0,0-1 0 0 0,1 0 0 0 0,-1 1 0 0 0,1-1 0 0 0,0-1 0 0 0,0 1 0 0 0,0-1 0 0 0,1 1 0 0 0,-1-1 0 0 0,1 0 0 0 0,-1-1 0 0 0,1 1 0 0 0,8 2 0 0 0,-3-1 23 0 0,1-2 1 0 0,-1 1-1 0 0,0-1 1 0 0,1-1-1 0 0,0 0 1 0 0,-1 0-1 0 0,1-1 0 0 0,0-1 1 0 0,-1 0-1 0 0,1 0 1 0 0,-1-1-1 0 0,1 0 1 0 0,-1-1-1 0 0,0 0 1 0 0,0 0-1 0 0,0-1 1 0 0,0-1-1 0 0,-1 0 1 0 0,18-11-1 0 0,-8 3 53 0 0,-1-1 1 0 0,-1-1-1 0 0,0-1 0 0 0,-1 0 0 0 0,-1-1 1 0 0,0 0-1 0 0,-1-2 0 0 0,14-24 1 0 0,-18 26 88 0 0,-1 0 0 0 0,-1-1 1 0 0,0 0-1 0 0,-2-1 0 0 0,0 1 1 0 0,-1-1-1 0 0,-1-1 0 0 0,0 1 1 0 0,0-34-1 0 0,-3 44-165 0 0,-1 0 0 0 0,-1 1 0 0 0,1-1 0 0 0,-2 1 0 0 0,1-1 0 0 0,-1 1 0 0 0,0 0 0 0 0,-1 0 0 0 0,0-1 0 0 0,0 2 0 0 0,-1-1 0 0 0,0 0 0 0 0,0 1-1 0 0,-1-1 1 0 0,1 1 0 0 0,-2 1 0 0 0,1-1 0 0 0,-1 1 0 0 0,0 0 0 0 0,0 0 0 0 0,-1 0 0 0 0,0 1 0 0 0,0 0 0 0 0,-11-5 0 0 0,8 5-174 0 0,-1 0-1 0 0,0 1 0 0 0,-1 0 1 0 0,1 1-1 0 0,0 1 0 0 0,-1 0 1 0 0,0 0-1 0 0,1 1 1 0 0,-1 0-1 0 0,0 1 0 0 0,0 1 1 0 0,1 0-1 0 0,-1 0 0 0 0,0 1 1 0 0,1 0-1 0 0,0 1 1 0 0,-22 9-1 0 0,18-6-693 0 0,1 1 0 0 0,0 1 0 0 0,0 0 0 0 0,1 1 0 0 0,-18 14-1 0 0,19-12-860 0 0,0 0-1 0 0,1 1 1 0 0,0 0-1 0 0,1 1 0 0 0,-10 16 1 0 0,5-3-6130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95 2312 0 0,'3'-10'2320'0'0,"0"-1"0"0"0,0 1 1 0 0,8-14-1 0 0,1-5 1741 0 0,-12 27-3518 0 0,4-6 1003 0 0,-61 63-1199 0 0,-78 83-1553 0 0,54-36-7083 0 0,60-71 2098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6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31 36 0 0,'-22'-31'15871'0'0,"22"32"-15807"0"0,-1-1 0 0 0,0 0 0 0 0,1 1 0 0 0,0-1 0 0 0,-1 1 0 0 0,1-1 0 0 0,-1 1 0 0 0,1-1 0 0 0,-1 1-1 0 0,1 0 1 0 0,0-1 0 0 0,0 1 0 0 0,-1-1 0 0 0,1 1 0 0 0,0 0 0 0 0,0-1 0 0 0,0 1 0 0 0,-1 0 0 0 0,1-1-1 0 0,0 1 1 0 0,0 0 0 0 0,0-1 0 0 0,0 2 0 0 0,-1 23 759 0 0,1-18-541 0 0,-1 8-103 0 0,0-1 1 0 0,2 1 0 0 0,0 0-1 0 0,0-1 1 0 0,1 1 0 0 0,1-1-1 0 0,1 0 1 0 0,0 0 0 0 0,9 21-1 0 0,-11-30-149 0 0,0 0-1 0 0,1 0 1 0 0,0-1-1 0 0,0 1 1 0 0,0-1 0 0 0,1 0-1 0 0,-1 0 1 0 0,1 0-1 0 0,0 0 1 0 0,0 0-1 0 0,0-1 1 0 0,0 0-1 0 0,1 0 1 0 0,0 0 0 0 0,-1 0-1 0 0,1-1 1 0 0,0 0-1 0 0,0 0 1 0 0,0 0-1 0 0,0-1 1 0 0,1 1-1 0 0,-1-1 1 0 0,0 0 0 0 0,1-1-1 0 0,-1 0 1 0 0,1 1-1 0 0,-1-2 1 0 0,9 0-1 0 0,-8 0-20 0 0,1-1 0 0 0,-1 1 1 0 0,0-1-1 0 0,0-1 0 0 0,1 1 0 0 0,-1-1 0 0 0,-1 0 0 0 0,1 0 0 0 0,0-1 0 0 0,-1 0 0 0 0,0 0 0 0 0,0 0 1 0 0,0 0-1 0 0,0-1 0 0 0,-1 0 0 0 0,0 0 0 0 0,0 0 0 0 0,0-1 0 0 0,6-10 0 0 0,2-9 12 0 0,0-1 0 0 0,-1 0 1 0 0,9-36-1 0 0,-9 26 70 0 0,-14 65 404 0 0,-5 26-143 0 0,-24 108 494 0 0,-20 94-241 0 0,34-186-450 0 0,-40 105 1 0 0,50-156-109 0 0,-1 0 0 0 0,0-1 0 0 0,-1-1 1 0 0,-22 30-1 0 0,27-42 10 0 0,0 0-1 0 0,0-1 1 0 0,0 1-1 0 0,-1-1 0 0 0,0 0 1 0 0,0-1-1 0 0,-1 0 1 0 0,1 0-1 0 0,-1 0 1 0 0,0 0-1 0 0,0-1 1 0 0,0 0-1 0 0,0-1 1 0 0,0 0-1 0 0,-1 0 1 0 0,-13 2-1 0 0,19-4-44 0 0,0 0 0 0 0,0 1 0 0 0,1-1-1 0 0,-1 0 1 0 0,0 0 0 0 0,0 0 0 0 0,0 0-1 0 0,1-1 1 0 0,-1 1 0 0 0,0 0 0 0 0,0-1-1 0 0,1 1 1 0 0,-1-1 0 0 0,0 0 0 0 0,1 1-1 0 0,-1-1 1 0 0,0 0 0 0 0,1 0 0 0 0,-1 0-1 0 0,1 0 1 0 0,0 0 0 0 0,-1-1 0 0 0,1 1-1 0 0,0 0 1 0 0,0-1 0 0 0,0 1 0 0 0,-1 0-1 0 0,2-1 1 0 0,-1 0 0 0 0,0 1 0 0 0,0-1-1 0 0,0 1 1 0 0,1-1 0 0 0,-1 0 0 0 0,1 0 0 0 0,-1 1-1 0 0,1-1 1 0 0,0 0 0 0 0,0 0 0 0 0,-1 1-1 0 0,1-1 1 0 0,1 0 0 0 0,-1 0 0 0 0,0 0-1 0 0,1-2 1 0 0,1-7-109 0 0,0 0 0 0 0,1 0 0 0 0,1 0 0 0 0,0 0 0 0 0,0 1 0 0 0,1 0 0 0 0,7-12 0 0 0,48-65-2119 0 0,-55 81 2005 0 0,78-99-5269 0 0,-25 36-2772 0 0,-33 40 1688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78 536 0 0,'1'-2'2587'0'0,"23"-35"7313"0"0,-16 29-7748 0 0,-6 5-1996 0 0,-2 3-64 0 0,1-1-1 0 0,0 0 1 0 0,0 0-1 0 0,-1 0 1 0 0,1 0-1 0 0,-1 0 1 0 0,1 0-1 0 0,-1 0 1 0 0,1 0-1 0 0,-1 0 1 0 0,1 0-1 0 0,-1-1 1 0 0,0 1-1 0 0,0 0 1 0 0,0 0-1 0 0,0 0 1 0 0,0 0-1 0 0,0 0 1 0 0,0-1-1 0 0,0 1 1 0 0,0-1-1 0 0,-1 1-88 0 0,-15-1 1106 0 0,15 2-1095 0 0,1 0 0 0 0,-1 0-1 0 0,1-1 1 0 0,-1 1-1 0 0,1 0 1 0 0,-1 0 0 0 0,1 0-1 0 0,-1 0 1 0 0,1 0 0 0 0,-1 0-1 0 0,1 1 1 0 0,-1-1-1 0 0,1 0 1 0 0,-1 0 0 0 0,1 0-1 0 0,-1 0 1 0 0,1 1-1 0 0,0-1 1 0 0,-1 0 0 0 0,1 0-1 0 0,-1 1 1 0 0,1-1-1 0 0,-1 0 1 0 0,1 1 0 0 0,0-1-1 0 0,-1 0 1 0 0,1 1 0 0 0,0-1-1 0 0,-1 1 1 0 0,1-1-1 0 0,0 1 1 0 0,0-1 0 0 0,-1 0-1 0 0,1 1 1 0 0,0-1-1 0 0,0 1 1 0 0,0-1 0 0 0,0 1-1 0 0,0-1 1 0 0,0 1 0 0 0,0-1-1 0 0,0 1 1 0 0,0-1-1 0 0,0 1 1 0 0,0-1 0 0 0,0 1-1 0 0,0-1 1 0 0,0 1-1 0 0,0-1 1 0 0,0 1 0 0 0,0-1-1 0 0,1 1 1 0 0,-1-1 0 0 0,0 1-1 0 0,0-1 1 0 0,1 1-1 0 0,-1-1 1 0 0,0 0 0 0 0,1 1-1 0 0,-1-1 1 0 0,1 1-1 0 0,14 22 124 0 0,2-2 0 0 0,0 0 0 0 0,1-1 0 0 0,1 0 0 0 0,22 16 0 0 0,-31-27-115 0 0,45 37 62 0 0,3-3-1 0 0,1-2 1 0 0,93 48 0 0 0,-131-77-88 0 0,-9-4 14 0 0,1-1 0 0 0,16 7 0 0 0,-26-13-10 0 0,-21 9-22 0 0,2-6 21 0 0,1 1 1 0 0,0 0 0 0 0,0 2 0 0 0,-28 14 0 0 0,-49 41-3 0 0,69-45-4 0 0,-21 12-313 0 0,3 3 0 0 0,0 1 0 0 0,-63 69 0 0 0,87-77-1705 0 0,14-12-931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665 5 2912 0 0,'22'-5'12847'0'0,"-27"13"-11996"0"0,-4-1-399 0 0,1 0 0 0 0,-1 0 0 0 0,-1 0 0 0 0,-18 9 1 0 0,2-1 9 0 0,-112 67 726 0 0,-33 21-702 0 0,73-41-310 0 0,-14 10-1789 0 0,40-19-9104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47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313 251 2624 0 0,'5'-14'5116'0'0,"-8"1"-1872"0"0,-6 13-1059 0 0,-10 14-341 0 0,-7 11-1063 0 0,2 1 1 0 0,0 0-1 0 0,2 2 1 0 0,1 0-1 0 0,2 2 1 0 0,1 0-1 0 0,-18 40 1 0 0,33-64-724 0 0,0 1 1 0 0,1 0 0 0 0,0 0-1 0 0,0 0 1 0 0,1 0 0 0 0,-1 0 0 0 0,2 0-1 0 0,-1 0 1 0 0,1 0 0 0 0,0 0 0 0 0,0 1-1 0 0,1-1 1 0 0,3 13 0 0 0,-3-15-5 0 0,1-1 0 0 0,0 1 0 0 0,0-1 0 0 0,1 1 0 0 0,-1-1 0 0 0,1 0 0 0 0,0 0 0 0 0,0 0 0 0 0,0 0 0 0 0,0 0 0 0 0,1-1 0 0 0,0 1 0 0 0,-1-1 0 0 0,1 0 0 0 0,1 0 0 0 0,-1-1 0 0 0,0 1 0 0 0,1-1 0 0 0,-1 0 0 0 0,9 3 0 0 0,-3-2 11 0 0,1-1-1 0 0,0 0 1 0 0,0-1-1 0 0,0 0 1 0 0,0 0-1 0 0,-1-1 0 0 0,1 0 1 0 0,0-1-1 0 0,17-4 1 0 0,-5 0 109 0 0,1-1 0 0 0,-1-1 1 0 0,28-13-1 0 0,-23 7-46 0 0,-1-2 0 0 0,-1-1 0 0 0,0 0 0 0 0,-1-2 0 0 0,-1-1 0 0 0,0-2 0 0 0,31-34 0 0 0,-38 36-13 0 0,-1 0-1 0 0,-1-2 0 0 0,-1 0 1 0 0,-1 0-1 0 0,0-1 0 0 0,-2-1 1 0 0,-1 0-1 0 0,0-1 0 0 0,9-37 0 0 0,-17 53-104 0 0,-1 0-1 0 0,0 1 1 0 0,0-1 0 0 0,-1 0-1 0 0,1 0 1 0 0,-2 0-1 0 0,1 0 1 0 0,-1 1-1 0 0,0-1 1 0 0,-1 0-1 0 0,0 1 1 0 0,0-1-1 0 0,-1 1 1 0 0,0-1-1 0 0,0 1 1 0 0,-1 0-1 0 0,1 0 1 0 0,-2 1-1 0 0,1-1 1 0 0,-1 1-1 0 0,0 0 1 0 0,0 0-1 0 0,0 0 1 0 0,-1 1-1 0 0,0 0 1 0 0,0 0-1 0 0,-1 0 1 0 0,1 1-1 0 0,-1 0 1 0 0,0 0-1 0 0,0 1 1 0 0,0 0-1 0 0,-1 0 1 0 0,1 1-1 0 0,-1 0 1 0 0,-10-2-1 0 0,0 2-47 0 0,1 0-1 0 0,-1 2 1 0 0,0 0-1 0 0,0 1 1 0 0,0 1-1 0 0,1 0 0 0 0,-1 2 1 0 0,-18 5-1 0 0,5 1-396 0 0,0 1 0 0 0,0 2 0 0 0,-41 23-1 0 0,42-18-509 0 0,0 2-1 0 0,1 0 1 0 0,2 2-1 0 0,-30 29 1 0 0,34-27-2279 0 0,1 1 1 0 0,-25 37 0 0 0,21-18-4970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5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30 1504 0 0,'-29'-29'15247'0'0,"35"44"-13428"0"0,-1-5-1564 0 0,-1 0 0 0 0,0 1 0 0 0,-1-1 0 0 0,0 1 0 0 0,-1 0 0 0 0,0 0 0 0 0,-1 1 0 0 0,1 18 0 0 0,-1-17-123 0 0,2 295 1439 0 0,-5-168-1512 0 0,-1-26 4298 0 0,1-104-3578 0 0,1-9-779 0 0,1-1-1 0 0,0 0 0 0 0,0 1 0 0 0,0-1 1 0 0,-1 0-1 0 0,1 1 0 0 0,0-1 0 0 0,0 0 0 0 0,0 1 1 0 0,0-1-1 0 0,0 1 0 0 0,0-1 0 0 0,0 0 0 0 0,0 1 1 0 0,0-1-1 0 0,0 0 0 0 0,0 1 0 0 0,0-1 1 0 0,0 1-1 0 0,0-1 0 0 0,0 0 0 0 0,1 1 0 0 0,-1-1 1 0 0,0 0-1 0 0,0 1 0 0 0,0-1 0 0 0,1 1 0 0 0,1 0-2 0 0,1 1-1 0 0,-1-1 0 0 0,0 0 0 0 0,1 0 0 0 0,-1 0 1 0 0,1 0-1 0 0,0 0 0 0 0,4 0 0 0 0,26 3 16 0 0,0-1 0 0 0,0-2-1 0 0,0-1 1 0 0,49-7 0 0 0,-48 4-1 0 0,-17 2 3 0 0,-1-1 0 0 0,27-8 1 0 0,-42 9-10 0 0,3-1-49 0 0,-3 2-39 0 0,-1 0 1 0 0,1 0-1 0 0,0 0 1 0 0,-1 0-1 0 0,1-1 0 0 0,0 1 1 0 0,-1 0-1 0 0,1-1 1 0 0,0 1-1 0 0,-1-1 1 0 0,1 1-1 0 0,-1 0 1 0 0,1-1-1 0 0,-1 1 1 0 0,1-1-1 0 0,-1 0 1 0 0,1 1-1 0 0,-1-1 1 0 0,0 1-1 0 0,1-1 1 0 0,-1 0-1 0 0,0 1 1 0 0,1-2-1 0 0,-12-10-4585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6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57 712 0 0,'0'-16'5873'0'0,"0"-4"-858"0"0,0 0 190 0 0,-26 244-1122 0 0,21-179-3786 0 0,-7 244 73 0 0,10-268-334 0 0,0-19-491 0 0,3-13-349 0 0,4-58-845 0 0,6-56 758 0 0,-10 115 953 0 0,1-1 0 0 0,0 1 0 0 0,1 0 0 0 0,8-18 0 0 0,-10 26-37 0 0,0 1-1 0 0,0-1 1 0 0,1 1-1 0 0,-1 0 1 0 0,0-1-1 0 0,1 1 1 0 0,-1 0-1 0 0,1 0 1 0 0,-1 0-1 0 0,1 0 1 0 0,0 1-1 0 0,-1-1 1 0 0,1 0-1 0 0,3 0 1 0 0,29-5 77 0 0,-17 3-54 0 0,34-5 97 0 0,-31 6-179 0 0,-1-1 0 0 0,0-1 0 0 0,28-10 0 0 0,-42 12-4 0 0,0 0 1 0 0,0-1-1 0 0,0 1 1 0 0,0-1-1 0 0,0-1 1 0 0,0 1-1 0 0,-1 0 1 0 0,1-1-1 0 0,-1 0 1 0 0,0 0-1 0 0,0-1 1 0 0,-1 1 0 0 0,1-1-1 0 0,-1 1 1 0 0,0-1-1 0 0,3-7 1 0 0,-2 0 134 0 0,0 0 0 0 0,-1 0 0 0 0,-1 0 0 0 0,0 0 0 0 0,0 0-1 0 0,-1-1 1 0 0,-1 1 0 0 0,-1-15 0 0 0,1 7 673 0 0,9 253 1921 0 0,-2-116-3382 0 0,-4 0-3425 0 0,-3-89-3358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7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227 135 2876 0 0,'19'-120'14724'0'0,"-19"120"-14694"0"0,0 0 0 0 0,0-1-1 0 0,0 1 1 0 0,1-1-1 0 0,-1 1 1 0 0,0-1 0 0 0,0 1-1 0 0,0 0 1 0 0,0-1 0 0 0,0 1-1 0 0,0-1 1 0 0,0 1-1 0 0,0-1 1 0 0,0 1 0 0 0,-1-1-1 0 0,1 1 1 0 0,0 0 0 0 0,0-1-1 0 0,0 1 1 0 0,0-1-1 0 0,0 1 1 0 0,-1 0 0 0 0,1-1-1 0 0,0 1 1 0 0,0 0 0 0 0,-1-1-1 0 0,1 1 1 0 0,0 0-1 0 0,-1-1 1 0 0,1 1 0 0 0,0 0-1 0 0,-1 0 1 0 0,1-1 0 0 0,0 1-1 0 0,-1 0 1 0 0,1 0-1 0 0,-1 0 1 0 0,1-1 0 0 0,-1 1-1 0 0,1 0 1 0 0,0 0 0 0 0,-1 0-1 0 0,1 0 1 0 0,-1 0-1 0 0,1 0 1 0 0,-1 0 0 0 0,1 0-1 0 0,0 0 1 0 0,-1 0 0 0 0,1 0-1 0 0,-1 0 1 0 0,1 0-1 0 0,-1 0 1 0 0,1 1 0 0 0,0-1-1 0 0,-1 0 1 0 0,1 0 0 0 0,-1 0-1 0 0,1 1 1 0 0,-1-1 0 0 0,-26 16-13 0 0,25-15 100 0 0,-14 11-73 0 0,2 0 1 0 0,-1 1 0 0 0,2 0-1 0 0,0 1 1 0 0,0 1 0 0 0,2 0-1 0 0,0 1 1 0 0,0 0 0 0 0,2 0-1 0 0,-9 19 1 0 0,17-32-37 0 0,-1 1-1 0 0,1-1 1 0 0,0 0-1 0 0,0 1 0 0 0,0-1 1 0 0,1 1-1 0 0,-1-1 1 0 0,1 1-1 0 0,0-1 1 0 0,0 1-1 0 0,0-1 1 0 0,0 1-1 0 0,0-1 0 0 0,1 1 1 0 0,0-1-1 0 0,0 1 1 0 0,0-1-1 0 0,0 1 1 0 0,3 4-1 0 0,-1-2 33 0 0,1-1-1 0 0,0 1 1 0 0,0-1 0 0 0,1 0-1 0 0,-1-1 1 0 0,1 1 0 0 0,0-1-1 0 0,1 0 1 0 0,8 6 0 0 0,68 33 859 0 0,-64-36-558 0 0,-1 2-1 0 0,1 0 0 0 0,-2 1 1 0 0,0 1-1 0 0,29 23 1 0 0,-44-32-260 0 0,1-1 1 0 0,-1 1-1 0 0,0-1 1 0 0,1 1-1 0 0,-1 0 1 0 0,0-1 0 0 0,0 1-1 0 0,0 0 1 0 0,0 0-1 0 0,0 0 1 0 0,-1 0-1 0 0,1 0 1 0 0,-1 0-1 0 0,1 0 1 0 0,-1 0-1 0 0,0 0 1 0 0,1 0-1 0 0,-1 0 1 0 0,0 0-1 0 0,-1 3 1 0 0,0-1 8 0 0,0-1 0 0 0,0 1 0 0 0,0-1 0 0 0,-1 1 0 0 0,1-1-1 0 0,-1 0 1 0 0,0 0 0 0 0,0 0 0 0 0,0 0 0 0 0,0 0 0 0 0,-3 2 0 0 0,-4 3 45 0 0,1 0 0 0 0,-1-1 0 0 0,0 0 0 0 0,-1 0 0 0 0,0-1 0 0 0,-18 9 0 0 0,0-6-384 0 0,-1 0 0 0 0,1-2-1 0 0,-1-1 1 0 0,-1-1 0 0 0,-31 1-1 0 0,56-5-76 0 0,3-1-471 0 0,-1-1 1 0 0,1 1-1 0 0,0 0 0 0 0,0 0 1 0 0,0-1-1 0 0,0 1 0 0 0,0-1 0 0 0,-4-1 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34 125 2424 0 0,'-3'-2'576'0'0,"0"-1"0"0"0,0 1 0 0 0,1-1 0 0 0,-1 0 0 0 0,1 0 0 0 0,0 0-1 0 0,0 0 1 0 0,0 0 0 0 0,0 0 0 0 0,0 0 0 0 0,1-1 0 0 0,-1 1 0 0 0,1-1 0 0 0,0 1-1 0 0,0-1 1 0 0,0-6 0 0 0,1 7-437 0 0,0 1 0 0 0,0 0 1 0 0,1-1-1 0 0,-1 1 0 0 0,1 0 0 0 0,-1 0 0 0 0,1-1 0 0 0,0 1 0 0 0,0 0 0 0 0,0 0 0 0 0,0 0 1 0 0,1 0-1 0 0,-1 0 0 0 0,0 0 0 0 0,1 0 0 0 0,0 1 0 0 0,-1-1 0 0 0,1 0 0 0 0,0 1 0 0 0,0-1 0 0 0,0 1 1 0 0,0 0-1 0 0,0-1 0 0 0,0 1 0 0 0,0 0 0 0 0,4-1 0 0 0,3-1 3 0 0,0 0-1 0 0,0 1 1 0 0,0 0 0 0 0,0 0-1 0 0,0 1 1 0 0,1 0-1 0 0,-1 1 1 0 0,1 0-1 0 0,-1 0 1 0 0,0 1 0 0 0,1 0-1 0 0,-1 1 1 0 0,0 0-1 0 0,0 0 1 0 0,0 1 0 0 0,16 8-1 0 0,-20-9-103 0 0,0 0 0 0 0,0 1 0 0 0,0-1 0 0 0,-1 1 0 0 0,1 1 0 0 0,-1-1-1 0 0,0 1 1 0 0,0-1 0 0 0,0 1 0 0 0,0 0 0 0 0,-1 0 0 0 0,0 1 0 0 0,0-1 0 0 0,0 1-1 0 0,0 0 1 0 0,-1 0 0 0 0,1 0 0 0 0,-1 0 0 0 0,0 0 0 0 0,-1 0 0 0 0,1 0 0 0 0,-1 1 0 0 0,0-1-1 0 0,-1 0 1 0 0,1 1 0 0 0,-1-1 0 0 0,0 1 0 0 0,0-1 0 0 0,-3 11 0 0 0,1-6 4 0 0,-1-1 0 0 0,0 0 1 0 0,-1 0-1 0 0,0 0 0 0 0,0 0 1 0 0,-1 0-1 0 0,0-1 0 0 0,-7 9 1 0 0,-9 9 180 0 0,-26 23 1 0 0,22-23 1 0 0,-3 2 3 0 0,-13 16 54 0 0,40-43-250 0 0,0 0 0 0 0,0 0 0 0 0,0 0 1 0 0,1-1-1 0 0,-1 1 0 0 0,1 0 0 0 0,-1 0 1 0 0,1 1-1 0 0,-1-1 0 0 0,1 0 0 0 0,-1 0 1 0 0,1 0-1 0 0,0 0 0 0 0,0 0 0 0 0,-1 0 1 0 0,1 0-1 0 0,0 1 0 0 0,0 1 1 0 0,1-3-18 0 0,-1 1 1 0 0,0-1 0 0 0,1 1-1 0 0,-1-1 1 0 0,1 1 0 0 0,-1-1-1 0 0,1 1 1 0 0,-1-1 0 0 0,1 1-1 0 0,-1-1 1 0 0,1 1 0 0 0,-1-1 0 0 0,1 0-1 0 0,-1 1 1 0 0,1-1 0 0 0,0 0-1 0 0,-1 0 1 0 0,1 1 0 0 0,-1-1-1 0 0,1 0 1 0 0,0 0 0 0 0,-1 0-1 0 0,2 0 1 0 0,5 1 45 0 0,1-1-1 0 0,0-1 1 0 0,-1 1-1 0 0,10-3 1 0 0,-13 3-49 0 0,230-51 575 0 0,-80 6-4176 0 0,-137 39 2146 0 0,-1 0 0 0 0,24-13 0 0 0,3-11-6085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8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59 2248 0 0,'-18'-43'11812'0'0,"12"27"-5105"0"0,37 49-4685 0 0,134 129 663 0 0,-70-75-3494 0 0,-9 6-7050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41 1200 0 0,'-38'-41'11366'0'0,"26"45"-9667"0"0,11-4-1648 0 0,0 0 0 0 0,1 0 0 0 0,-1 0 1 0 0,0 0-1 0 0,0 0 0 0 0,0 0 1 0 0,1 1-1 0 0,-1-1 0 0 0,0 0 0 0 0,0 0 1 0 0,0 1-1 0 0,1-1 0 0 0,-1 1 0 0 0,0-1 1 0 0,1 1-1 0 0,-1-1 0 0 0,-1 2 0 0 0,-8 11 424 0 0,0 0-1 0 0,1 1 1 0 0,0 0-1 0 0,1 1 1 0 0,-9 24-1 0 0,2 1-203 0 0,-9 41 0 0 0,18-60-527 0 0,2 0-1 0 0,-2 25 1 0 0,5-39-419 0 0,1 1 0 0 0,0 0-1 0 0,0-1 1 0 0,1 1 0 0 0,0-1 0 0 0,0 1 0 0 0,1-1 0 0 0,0 1 0 0 0,5 11 0 0 0,0-7-2910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58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36 2712 0 0,'1'-8'1818'0'0,"-1"6"-1500"0"0,0 1 1 0 0,0 0 0 0 0,0-1 0 0 0,0 1-1 0 0,0 0 1 0 0,0-1 0 0 0,0 1-1 0 0,0 0 1 0 0,0 0 0 0 0,0-1-1 0 0,-1 1 1 0 0,1 0 0 0 0,-1-1-1 0 0,1 1 1 0 0,-1 0 0 0 0,1 0 0 0 0,-1 0-1 0 0,-3-4 1482 0 0,3 6-1619 0 0,0 0 0 0 0,0-1 0 0 0,0 1 1 0 0,-1 0-1 0 0,1-1 0 0 0,0 1 0 0 0,0 0 1 0 0,0 0-1 0 0,0 0 0 0 0,0 0 0 0 0,0 0 1 0 0,1 0-1 0 0,-1 0 0 0 0,0 1 0 0 0,0-1 1 0 0,1 0-1 0 0,-1 2 0 0 0,-11 22 1206 0 0,2 0-768 0 0,1 1 1 0 0,1 0-1 0 0,1 0 1 0 0,2 0-1 0 0,0 1 0 0 0,0 33 1 0 0,4-50-563 0 0,1-1 0 0 0,1 0 1 0 0,0 0-1 0 0,0 0 0 0 0,1 0 1 0 0,0 0-1 0 0,0 0 0 0 0,1 0 1 0 0,0-1-1 0 0,1 1 0 0 0,0-1 0 0 0,0 0 1 0 0,1 0-1 0 0,0 0 0 0 0,0-1 1 0 0,1 0-1 0 0,0 0 0 0 0,0 0 1 0 0,1 0-1 0 0,0-1 0 0 0,0 0 0 0 0,8 5 1 0 0,-8-7-43 0 0,1 1 0 0 0,-1-1-1 0 0,1 0 1 0 0,0-1 0 0 0,0 0 0 0 0,0 0 0 0 0,0-1 0 0 0,1 0 0 0 0,-1 0 0 0 0,1-1 0 0 0,-1 0 0 0 0,1 0 0 0 0,-1-1-1 0 0,1 0 1 0 0,-1-1 0 0 0,1 0 0 0 0,-1 0 0 0 0,1 0 0 0 0,-1-2 0 0 0,0 1 0 0 0,1-1 0 0 0,-1 0 0 0 0,-1 0 0 0 0,1-1-1 0 0,0 0 1 0 0,-1-1 0 0 0,0 1 0 0 0,0-1 0 0 0,0-1 0 0 0,-1 0 0 0 0,1 1 0 0 0,-2-2 0 0 0,1 1 0 0 0,0-1 0 0 0,4-8-1 0 0,-2 1-1 0 0,-1 0-1 0 0,-1-1 0 0 0,0 0 1 0 0,-1 1-1 0 0,-1-2 0 0 0,0 1 0 0 0,-1 0 1 0 0,0-1-1 0 0,-2 0 0 0 0,1-17 1 0 0,-2 23-19 0 0,0 1 0 0 0,-1-1 0 0 0,0 1 0 0 0,0-1 0 0 0,-1 1 0 0 0,0 0 0 0 0,-1-1 0 0 0,0 1 0 0 0,0 0 0 0 0,-1 1 0 0 0,0-1 0 0 0,-1 1 0 0 0,0 0 0 0 0,0 0 0 0 0,-1 0 0 0 0,0 0 0 0 0,-12-12 0 0 0,11 16-149 0 0,0-1 1 0 0,-1 1-1 0 0,1 0 1 0 0,-1 0-1 0 0,0 1 1 0 0,0 0-1 0 0,0 0 1 0 0,0 1 0 0 0,-1 0-1 0 0,1 1 1 0 0,0 0-1 0 0,-1 0 1 0 0,1 0-1 0 0,-1 1 1 0 0,1 1-1 0 0,-1 0 1 0 0,-9 1-1 0 0,-11 4-1180 0 0,0 0 0 0 0,1 2 1 0 0,-43 17-1 0 0,13 0-3554 0 0,-8 4-2631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53 60 0 0,'-3'-8'5328'0'0,"0"-6"-2295"0"0,-1 2-1373 0 0,1 3-1540 0 0,1-1-4236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0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154 260 452 0 0,'-14'-8'5418'0'0,"-104"-62"9100"0"0,116 69-14043 0 0,-17-8 1867 0 0,29 8-2229 0 0,315-42 858 0 0,-264 31-942 0 0,137-31 113 0 0,-194 42-371 0 0,-1 0-1 0 0,0 0 0 0 0,1 0 1 0 0,-1 0-1 0 0,0 0 0 0 0,0-1 1 0 0,0 1-1 0 0,0-1 0 0 0,0 0 1 0 0,-1 0-1 0 0,1 0 0 0 0,0 0 1 0 0,-1-1-1 0 0,4-3 0 0 0,-6 5 96 0 0,1 1 0 0 0,-1-1-1 0 0,0 0 1 0 0,0 1-1 0 0,1-1 1 0 0,-1 1 0 0 0,0-1-1 0 0,0 0 1 0 0,0 1-1 0 0,0-1 1 0 0,0 0 0 0 0,0 1-1 0 0,0-1 1 0 0,0 0 0 0 0,0 1-1 0 0,0-1 1 0 0,0 0-1 0 0,-1 1 1 0 0,1-1 0 0 0,0 0-1 0 0,0 1 1 0 0,-1-1 0 0 0,1 1-1 0 0,0-1 1 0 0,-1 0-1 0 0,1 1 1 0 0,0-1 0 0 0,-1 1-1 0 0,1-1 1 0 0,-1 1 0 0 0,1 0-1 0 0,-1-1 1 0 0,1 1-1 0 0,-1-1 1 0 0,1 1 0 0 0,-1 0-1 0 0,0-1 1 0 0,1 1 0 0 0,-1 0-1 0 0,0-1 1 0 0,-27-8-2839 0 0,26 9 2808 0 0,-52-9-6366 0 0,40 5 3098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0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59 2028 0 0,'-2'-1'1322'0'0,"-12"-6"1049"0"0,1 0 1 0 0,-17-12 0 0 0,0-1 1785 0 0,28 19-3678 0 0,-6-2 1980 0 0,13 22-1611 0 0,12 34 0 0 0,0 2-449 0 0,-2 13-43 0 0,6 78-1 0 0,-4-22-2780 0 0,-17-123 2211 0 0,7 29-2057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1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10 167 888 0 0,'-5'-49'9793'0'0,"0"9"-4147"0"0,5 38-5526 0 0,0 0 1 0 0,0 0 0 0 0,1 0-1 0 0,-1 0 1 0 0,0 1-1 0 0,1-1 1 0 0,-1 0-1 0 0,1 0 1 0 0,0 0-1 0 0,0 0 1 0 0,-1 1 0 0 0,1-1-1 0 0,0 0 1 0 0,1 1-1 0 0,-1-1 1 0 0,0 1-1 0 0,0-1 1 0 0,1 1 0 0 0,-1 0-1 0 0,0-1 1 0 0,1 1-1 0 0,2-2 1 0 0,2-1 10 0 0,0 0 0 0 0,1 0 1 0 0,0 1-1 0 0,9-4 0 0 0,-5 3-66 0 0,0 1 0 0 0,0 0 0 0 0,1 1 0 0 0,-1 0 0 0 0,1 1 0 0 0,-1 1 0 0 0,1-1 0 0 0,-1 2 0 0 0,1-1 0 0 0,-1 2 0 0 0,15 3 0 0 0,-22-5-48 0 0,-1 1-1 0 0,1 0 1 0 0,0 1-1 0 0,-1-1 1 0 0,1 0-1 0 0,-1 1 0 0 0,0 0 1 0 0,0 0-1 0 0,0 0 1 0 0,1 0-1 0 0,-2 0 1 0 0,1 1-1 0 0,0 0 0 0 0,0-1 1 0 0,-1 1-1 0 0,0 0 1 0 0,1 0-1 0 0,-1 0 1 0 0,0 0-1 0 0,-1 1 0 0 0,1-1 1 0 0,0 0-1 0 0,-1 1 1 0 0,0 0-1 0 0,0-1 1 0 0,0 1-1 0 0,0-1 0 0 0,-1 1 1 0 0,1 0-1 0 0,-1 0 1 0 0,0-1-1 0 0,0 1 0 0 0,0 0 1 0 0,-1 0-1 0 0,1-1 1 0 0,-1 1-1 0 0,-2 7 1 0 0,-1 1 1 0 0,0 0 1 0 0,-1 0-1 0 0,0-1 1 0 0,-1 1 0 0 0,0-1-1 0 0,-12 16 1 0 0,-53 61 29 0 0,64-80-45 0 0,-71 76 157 0 0,77-82-164 0 0,1-2-25 0 0,0 0 27 0 0,0 1 1 0 0,0-1 0 0 0,0 0-1 0 0,1 1 1 0 0,-1-1 0 0 0,0 0-1 0 0,0 1 1 0 0,0-1 0 0 0,1 0-1 0 0,-1 1 1 0 0,0-1 0 0 0,1 0 0 0 0,-1 0-1 0 0,0 1 1 0 0,0-1 0 0 0,1 0-1 0 0,-1 0 1 0 0,0 0 0 0 0,1 0-1 0 0,-1 1 1 0 0,1-1 0 0 0,-1 0-1 0 0,0 0 1 0 0,1 0 0 0 0,-1 0-1 0 0,0 0 1 0 0,1 0 0 0 0,-1 0-1 0 0,1 0 1 0 0,-1 0 0 0 0,0 0 0 0 0,1 0-1 0 0,-1 0 1 0 0,1 0 0 0 0,18-3-19 0 0,-17 3 16 0 0,9-2 8 0 0,0 1-1 0 0,0 0 1 0 0,1 1-1 0 0,-1 0 1 0 0,0 1-1 0 0,0 0 1 0 0,0 1-1 0 0,0 0 0 0 0,16 6 1 0 0,-19-5 49 0 0,-1-1 0 0 0,0 2-1 0 0,0-1 1 0 0,0 1 0 0 0,0 0 0 0 0,-1 0 0 0 0,0 1 0 0 0,0 0-1 0 0,0 0 1 0 0,0 0 0 0 0,-1 1 0 0 0,0 0 0 0 0,0 0 0 0 0,0 0 0 0 0,3 8-1 0 0,-6-11-15 0 0,0 1 0 0 0,-1 0 0 0 0,1 0 0 0 0,-1 0 0 0 0,0 0-1 0 0,0 0 1 0 0,-1 0 0 0 0,1 0 0 0 0,-1 0 0 0 0,0 1 0 0 0,0-1 0 0 0,0 0-1 0 0,-1 0 1 0 0,0 0 0 0 0,1 0 0 0 0,-1 0 0 0 0,-1 0 0 0 0,1 0-1 0 0,0 0 1 0 0,-1 0 0 0 0,0 0 0 0 0,0-1 0 0 0,0 1 0 0 0,-1-1-1 0 0,1 1 1 0 0,-4 3 0 0 0,1-1 7 0 0,-1 0 0 0 0,0 0 0 0 0,0-1 0 0 0,0 0 0 0 0,-1 0 1 0 0,0 0-1 0 0,0-1 0 0 0,0 0 0 0 0,0 0 0 0 0,-1-1 0 0 0,1 0 0 0 0,-11 3 0 0 0,13-4-24 0 0,-22 1 37 0 0,14-4-32 0 0,1 0 0 0 0,0 0 1 0 0,-19-5-1 0 0,27 5-38 0 0,-1 0 0 0 0,0 0 0 0 0,1-1 0 0 0,-1 0 0 0 0,1 0 0 0 0,-1 0 0 0 0,1-1 0 0 0,0 1 0 0 0,0-1 0 0 0,0 0 0 0 0,0 0 0 0 0,-3-4 0 0 0,6 5-142 0 0,0 1 0 0 0,0-1 0 0 0,0 1 0 0 0,0-1 0 0 0,1 1 1 0 0,-1-1-1 0 0,1 0 0 0 0,-1 1 0 0 0,1-1 0 0 0,0 0 0 0 0,-1 0 1 0 0,1 1-1 0 0,0-1 0 0 0,0 0 0 0 0,0 0 0 0 0,0 1 0 0 0,1-1 1 0 0,-1 0-1 0 0,0 1 0 0 0,1-1 0 0 0,-1 0 0 0 0,1 1 1 0 0,0-1-1 0 0,-1 1 0 0 0,1-1 0 0 0,0 0 0 0 0,0 1 0 0 0,0 0 1 0 0,0-1-1 0 0,0 1 0 0 0,0 0 0 0 0,1-1 0 0 0,1 0 0 0 0,5-6-1701 0 0,1 0 0 0 0,0 0 0 0 0,17-10 0 0 0,-17 12-752 0 0,8-6-3547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1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54 1324 0 0,'-16'-53'18641'0'0,"15"52"-18576"0"0,83 70 3221 0 0,-11-11-2394 0 0,109 116 1 0 0,-137-122-2804 0 0,-16-17-3474 0 0,-18-27 2376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66 2944 0 0,'-32'-65'14303'0'0,"30"65"-14163"0"0,0 0 0 0 0,0 0 0 0 0,1 0 0 0 0,-1 0 0 0 0,0 1 0 0 0,1-1 0 0 0,-1 1 0 0 0,0-1 0 0 0,1 1 0 0 0,-1 0 0 0 0,1 0 0 0 0,-3 1 0 0 0,-7 9 197 0 0,0 1 0 0 0,1 0 0 0 0,1 0 0 0 0,0 1-1 0 0,1 0 1 0 0,-8 17 0 0 0,1-4-141 0 0,-17 30-247 0 0,3 2 1 0 0,2 0-1 0 0,-20 67 0 0 0,47-123-81 0 0,-5 11-688 0 0,2 1 1 0 0,-4 19 0 0 0,8-1-2656 0 0,-1-30 2931 0 0,1 0 1 0 0,-1-1-1 0 0,1 1 1 0 0,-1 0-1 0 0,1-1 1 0 0,0 1-1 0 0,0-1 1 0 0,0 1-1 0 0,0-1 0 0 0,0 1 1 0 0,0-1-1 0 0,0 1 1 0 0,3 1-1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401 149 1984 0 0,'2'-3'926'0'0,"0"0"0"0"0,-1-1 0 0 0,1 1 1 0 0,-1-1-1 0 0,0 0 0 0 0,0 1 0 0 0,0-1 0 0 0,-1 0 0 0 0,1 0 0 0 0,-1-4 0 0 0,0 7-837 0 0,0 1-1 0 0,-1-1 1 0 0,1 1-1 0 0,0-1 1 0 0,0 1 0 0 0,-1-1-1 0 0,1 1 1 0 0,0-1-1 0 0,-1 1 1 0 0,1-1 0 0 0,0 1-1 0 0,-1 0 1 0 0,1-1-1 0 0,-1 1 1 0 0,1-1 0 0 0,-1 1-1 0 0,1 0 1 0 0,-1 0-1 0 0,1-1 1 0 0,-1 1-1 0 0,1 0 1 0 0,-1 0 0 0 0,1 0-1 0 0,-1-1 1 0 0,1 1-1 0 0,-1 0 1 0 0,0 0 0 0 0,1 0-1 0 0,-1 0 1 0 0,1 0-1 0 0,-1 0 1 0 0,1 0 0 0 0,-1 0-1 0 0,0 0 1 0 0,1 1-1 0 0,-1-1 1 0 0,1 0-1 0 0,-1 0 1 0 0,1 0 0 0 0,-1 1-1 0 0,1-1 1 0 0,-1 0-1 0 0,1 1 1 0 0,-1-1 0 0 0,1 0-1 0 0,-1 1 1 0 0,1-1-1 0 0,0 0 1 0 0,-1 1 0 0 0,1-1-1 0 0,0 1 1 0 0,-1-1-1 0 0,1 1 1 0 0,-16 21 475 0 0,0 0 0 0 0,2 1 0 0 0,1 1 1 0 0,1 0-1 0 0,-10 29 0 0 0,17-39-483 0 0,1-1 1 0 0,0 1-1 0 0,1-1 1 0 0,0 1-1 0 0,1 0 1 0 0,1 0-1 0 0,0 0 1 0 0,1 1-1 0 0,0-1 1 0 0,2 0-1 0 0,4 25 1 0 0,-5-34-72 0 0,1 1 1 0 0,0-1-1 0 0,0 0 0 0 0,0 0 1 0 0,1-1-1 0 0,-1 1 0 0 0,1 0 1 0 0,0-1-1 0 0,1 1 0 0 0,-1-1 1 0 0,1 0-1 0 0,-1 0 0 0 0,1-1 1 0 0,1 1-1 0 0,-1-1 0 0 0,0 0 1 0 0,1 0-1 0 0,0 0 0 0 0,-1-1 1 0 0,1 1-1 0 0,0-1 0 0 0,0 0 1 0 0,11 2-1 0 0,-9-3-2 0 0,1 0-1 0 0,-1 0 1 0 0,1-1-1 0 0,0 0 1 0 0,-1-1-1 0 0,1 1 1 0 0,-1-1-1 0 0,1-1 1 0 0,-1 1-1 0 0,1-1 1 0 0,-1-1-1 0 0,0 0 1 0 0,0 0-1 0 0,0 0 1 0 0,0 0-1 0 0,9-8 1 0 0,-1-1 1 0 0,0 0 0 0 0,-1-1 0 0 0,0 0 0 0 0,-1-2 0 0 0,-1 1 1 0 0,0-2-1 0 0,-1 1 0 0 0,11-22 0 0 0,-11 17-1 0 0,-2-1 0 0 0,0 0 0 0 0,0 0 0 0 0,-2-1-1 0 0,-1 0 1 0 0,5-36 0 0 0,-10 50-6 0 0,0 1-1 0 0,-1-1 1 0 0,0 0-1 0 0,0 0 0 0 0,-1 0 1 0 0,0 1-1 0 0,-1-1 1 0 0,0 0-1 0 0,0 1 1 0 0,0 0-1 0 0,-1-1 0 0 0,0 1 1 0 0,0 0-1 0 0,-1 0 1 0 0,0 0-1 0 0,0 1 1 0 0,-10-11-1 0 0,10 12 0 0 0,-1 0 1 0 0,0 1-1 0 0,0 0 1 0 0,-1 0-1 0 0,1 0 1 0 0,-1 1-1 0 0,0-1 1 0 0,0 2-1 0 0,0-1 1 0 0,0 0-1 0 0,0 1 1 0 0,-1 0-1 0 0,1 1 1 0 0,-1 0-1 0 0,1 0 1 0 0,-1 0-1 0 0,1 0 0 0 0,-1 1 1 0 0,0 0-1 0 0,1 1 1 0 0,-8 1-1 0 0,-5 1-40 0 0,1 2 0 0 0,-1 1 0 0 0,1 0 0 0 0,-29 15 0 0 0,12-3-558 0 0,-42 30 1 0 0,38-19-1514 0 0,-71 69 1 0 0,19-5-4864 0 0,80-82 5679 0 0,-23 24-4317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3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25 936 0 0,'-8'-18'10984'0'0,"6"12"-9639"0"0,24 13-1018 0 0,1-1-1 0 0,0 0 1 0 0,41 3-1 0 0,77-1-1540 0 0,-47-4-6292 0 0,-71-2 4059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3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1132 0 0,'-2'1'466'0'0,"-4"1"580"0"0,0 1 1 0 0,0-1-1 0 0,0 2 1 0 0,1-1-1 0 0,-1 0 1 0 0,-4 5-1 0 0,10-7-996 0 0,-1-1-1 0 0,1 0 1 0 0,0 1-1 0 0,-1-1 1 0 0,1 0-1 0 0,0 1 0 0 0,-1-1 1 0 0,1 0-1 0 0,0 1 1 0 0,0-1-1 0 0,-1 1 1 0 0,1-1-1 0 0,0 1 0 0 0,0-1 1 0 0,0 0-1 0 0,0 1 1 0 0,0-1-1 0 0,0 1 1 0 0,0-1-1 0 0,-1 1 0 0 0,1-1 1 0 0,0 1-1 0 0,1-1 1 0 0,-1 1-1 0 0,0-1 1 0 0,0 0-1 0 0,0 1 0 0 0,0-1 1 0 0,0 1-1 0 0,0-1 1 0 0,1 1-1 0 0,-1-1 1 0 0,0 1-1 0 0,0-1 0 0 0,1 1 1 0 0,0 0 22 0 0,0 1-1 0 0,0-1 1 0 0,0 0 0 0 0,1 0 0 0 0,-1 0-1 0 0,0 0 1 0 0,0 0 0 0 0,1 0 0 0 0,-1 0 0 0 0,3 1-1 0 0,9 3 30 0 0,0-1-1 0 0,0 0 1 0 0,0-1-1 0 0,1-1 1 0 0,-1 0-1 0 0,19 1 1 0 0,89-5-314 0 0,-95 1-9 0 0,36-5-1499 0 0,-21-3-2398 0 0,-21 4 602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04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355 137 380 0 0,'10'-43'9837'0'0,"-6"22"-6240"0"0,-4 12-2026 0 0,-5 17-1312 0 0,-18 46 81 0 0,2 0 0 0 0,2 1 0 0 0,3 1 0 0 0,3 1 0 0 0,-9 76 0 0 0,20-119-191 0 0,2 0 0 0 0,0 0-1 0 0,0 0 1 0 0,1 0 0 0 0,1 0-1 0 0,4 20 1 0 0,-4-30-84 0 0,-1 0 0 0 0,1 0 0 0 0,-1 1-1 0 0,1-1 1 0 0,0 0 0 0 0,1 0 0 0 0,-1-1 0 0 0,1 1 0 0 0,0 0-1 0 0,-1-1 1 0 0,2 0 0 0 0,-1 1 0 0 0,0-1 0 0 0,1-1 0 0 0,-1 1 0 0 0,1 0-1 0 0,0-1 1 0 0,0 0 0 0 0,0 0 0 0 0,0 0 0 0 0,0 0 0 0 0,0 0-1 0 0,7 0 1 0 0,-3 0 36 0 0,1-2 0 0 0,-1 1 0 0 0,0-1 0 0 0,1 0 0 0 0,-1-1 0 0 0,0 0 0 0 0,1 0 0 0 0,-1-1 0 0 0,0 0 0 0 0,0 0 0 0 0,0-1 0 0 0,0 0 0 0 0,-1-1 0 0 0,13-7 0 0 0,3-3 4 0 0,-1-1 1 0 0,-1 0 0 0 0,26-26 0 0 0,-34 30-82 0 0,-2-1 1 0 0,0 0-1 0 0,0-1 1 0 0,-1 0-1 0 0,-1-1 1 0 0,0 0-1 0 0,-1-1 1 0 0,0 1-1 0 0,-1-2 1 0 0,-1 1-1 0 0,0-1 1 0 0,3-17-1 0 0,-7 22-41 0 0,0 0 1 0 0,-1 1-1 0 0,0-1 0 0 0,-1 0 0 0 0,0 0 1 0 0,-1 0-1 0 0,0 1 0 0 0,0-1 0 0 0,-1 0 1 0 0,-1 1-1 0 0,0-1 0 0 0,0 1 0 0 0,-1 0 1 0 0,0 0-1 0 0,-1 0 0 0 0,0 1 0 0 0,-1 0 1 0 0,0 0-1 0 0,-11-14 0 0 0,4 10-141 0 0,0 0 1 0 0,-1 1-1 0 0,0 0 1 0 0,-1 1-1 0 0,0 1 0 0 0,-1 0 1 0 0,0 2-1 0 0,0-1 0 0 0,-1 2 1 0 0,0 0-1 0 0,-1 1 0 0 0,1 1 1 0 0,-23-4-1 0 0,7 4-894 0 0,-1 1-1 0 0,0 1 1 0 0,0 2-1 0 0,0 1 1 0 0,0 2-1 0 0,-42 8 1 0 0,13 2-3092 0 0,1 1-1936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0 528 0 0,'0'0'1924'0'0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47 584 0 0,'33'-31'6994'0'0,"-14"19"-2406"0"0,-15 8-2844 0 0,-14 13-935 0 0,-330 286 2674 0 0,335-290-3371 0 0,2-4-50 0 0,1 1 0 0 0,-1 0 0 0 0,1 0 1 0 0,-1 1-1 0 0,1-1 0 0 0,0 0 0 0 0,0 1 0 0 0,0-1 1 0 0,0 1-1 0 0,1 0 0 0 0,-1-1 0 0 0,1 1 0 0 0,-3 5 0 0 0,5-5-28 0 0,0 0-1 0 0,-1 0 1 0 0,1 0-1 0 0,0 0 1 0 0,1-1-1 0 0,-1 1 1 0 0,0-1-1 0 0,1 1 1 0 0,-1-1-1 0 0,1 1 1 0 0,0-1-1 0 0,0 0 0 0 0,0 0 1 0 0,0 0-1 0 0,0 0 1 0 0,1 0-1 0 0,-1 0 1 0 0,1 0-1 0 0,3 1 1 0 0,11 7-4 0 0,32 14 0 0 0,-35-18-2 0 0,262 134-1201 0 0,-273-138 410 0 0,-1 0 1 0 0,1-1-1 0 0,-1 1 0 0 0,0 0 1 0 0,0 0-1 0 0,0 0 0 0 0,0 0 1 0 0,0 1-1 0 0,0-1 0 0 0,2 4 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0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14 16 0 0,'-3'-1'2012'0'0,"-77"-10"7172"0"0,77 11-8515 0 0,-13-2 2179 0 0,3 3-2445 0 0,10 0 369 0 0,8 12 165 0 0,14-3-752 0 0,1 0 0 0 0,0-2 0 0 0,0 0 0 0 0,1-1 0 0 0,32 6 1 0 0,9 3-114 0 0,-45-11-205 0 0,183 65-1699 0 0,-199-70 1575 0 0,-1 1 0 0 0,1-1 0 0 0,0 0 0 0 0,-1 1 0 0 0,7 8-3855 0 0,-7-8 3855 0 0,0 0 0 0 0,0-1 0 0 0,0 1 0 0 0,0 0 0 0 0,0 0 0 0 0,0-1 0 0 0,0 1 0 0 0,0 0-1 0 0,0-1 1 0 0,0 1 0 0 0,-1 0 0 0 0,1 0 0 0 0,-1 1 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2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0 876 0 0,'4'8'16069'0'0,"-49"65"-15281"0"0,25-40-460 0 0,1 2 0 0 0,1 0 0 0 0,-19 57 1 0 0,20-47-96 0 0,5-8-54 0 0,1 0-1 0 0,-9 58 0 0 0,11-46-264 0 0,7-33 102 0 0,0-1 0 0 0,1 0 0 0 0,0 1 0 0 0,2-1 0 0 0,0 0 0 0 0,0 1 0 0 0,1-1 0 0 0,1 0 0 0 0,1 0 0 0 0,0 0 0 0 0,1-1 0 0 0,0 1 0 0 0,2-1 0 0 0,-1 0 0 0 0,13 17 0 0 0,-15-24-7 0 0,1-1 1 0 0,-1 0 0 0 0,2-1-1 0 0,-1 1 1 0 0,1-1-1 0 0,-1 0 1 0 0,1 0 0 0 0,1-1-1 0 0,-1 0 1 0 0,1 0-1 0 0,-1 0 1 0 0,1-1-1 0 0,0 0 1 0 0,1 0 0 0 0,-1-1-1 0 0,0 0 1 0 0,1 0-1 0 0,-1-1 1 0 0,1 0 0 0 0,10 1-1 0 0,-13-3 52 0 0,-1 1-1 0 0,1 0 1 0 0,-1-1-1 0 0,0 0 1 0 0,1 0-1 0 0,-1 0 1 0 0,0-1-1 0 0,0 0 1 0 0,0 1-1 0 0,0-1 0 0 0,0-1 1 0 0,0 1-1 0 0,0 0 1 0 0,-1-1-1 0 0,5-4 1 0 0,-3 2 41 0 0,0 0 0 0 0,-1 0 0 0 0,0-1 0 0 0,0 1 0 0 0,0-1 0 0 0,-1 0 1 0 0,0 0-1 0 0,0 0 0 0 0,4-12 0 0 0,-6 12-31 0 0,1 0 0 0 0,-1-1 1 0 0,0 1-1 0 0,0 0 0 0 0,-1-1 0 0 0,1 1 1 0 0,-2 0-1 0 0,1-1 0 0 0,-1 1 0 0 0,-1-9 1 0 0,1 11-57 0 0,0 0 0 0 0,-1 0 0 0 0,1 1 0 0 0,-1-1 0 0 0,0 0 0 0 0,0 1 0 0 0,0-1 0 0 0,0 1 0 0 0,-1 0 1 0 0,1-1-1 0 0,-1 1 0 0 0,0 1 0 0 0,0-1 0 0 0,0 0 0 0 0,0 1 0 0 0,-6-4 0 0 0,5 3-34 0 0,-1 1-1 0 0,0 0 1 0 0,0 0-1 0 0,1 0 1 0 0,-1 1-1 0 0,0-1 1 0 0,-1 1-1 0 0,1 0 1 0 0,0 1-1 0 0,0-1 1 0 0,0 1-1 0 0,0 0 1 0 0,-9 2 0 0 0,5-1-243 0 0,0 1 0 0 0,1 1 0 0 0,-1 0 1 0 0,1 0-1 0 0,0 0 0 0 0,0 1 1 0 0,-11 7-1 0 0,-1 3-2068 0 0,0 1 0 0 0,1 1 0 0 0,1 1 0 0 0,-31 36 0 0 0,21-18-4464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1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36 0 0,'0'0'339'0'0,"0"27"7681"0"0,1-25-7704 0 0,1-3-368 0 0,0 0-1 0 0,0 1 1 0 0,0-1-1 0 0,0 0 0 0 0,0 0 1 0 0,0 0-1 0 0,0-1 0 0 0,-1 1 1 0 0,4-3-1 0 0,6-7-3718 0 0,-4 4 1761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6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0 265 992 0 0,'11'-22'5123'0'0,"7"-25"1546"0"0,-17 48-6622 0 0,-1-1 1 0 0,1 0 0 0 0,-1 0-1 0 0,1 1 1 0 0,-1-1-1 0 0,1 0 1 0 0,-1 1-1 0 0,0-1 1 0 0,1 0 0 0 0,-1 1-1 0 0,1-1 1 0 0,-1 1-1 0 0,0-1 1 0 0,1 0-1 0 0,-1 1 1 0 0,0-1 0 0 0,0 1-1 0 0,0-1 1 0 0,1 1-1 0 0,9 67 1214 0 0,2 117-1 0 0,-6-58-940 0 0,-5-104-279 0 0,7 55 77 0 0,-7-72-100 0 0,1 1 1 0 0,-1-1-1 0 0,1 1 1 0 0,0-1-1 0 0,1 0 1 0 0,0 0-1 0 0,-1 0 1 0 0,2 0-1 0 0,4 6 1 0 0,-7-10-14 0 0,1-1 1 0 0,0 1-1 0 0,-1-1 1 0 0,1 1-1 0 0,0-1 1 0 0,0 1 0 0 0,0-1-1 0 0,0 0 1 0 0,0 0-1 0 0,0 0 1 0 0,0 0 0 0 0,1 0-1 0 0,-1-1 1 0 0,0 1-1 0 0,0-1 1 0 0,1 1 0 0 0,-1-1-1 0 0,0 0 1 0 0,1 0-1 0 0,-1 0 1 0 0,0 0-1 0 0,1 0 1 0 0,-1-1 0 0 0,0 1-1 0 0,0-1 1 0 0,1 1-1 0 0,-1-1 1 0 0,0 0 0 0 0,0 0-1 0 0,0 0 1 0 0,0 0-1 0 0,3-1 1 0 0,2-3 12 0 0,0 1 1 0 0,0-1 0 0 0,0 0-1 0 0,-1-1 1 0 0,0 0-1 0 0,0 0 1 0 0,9-12-1 0 0,7-17-5 0 0,-1 0 0 0 0,-3-1 0 0 0,29-76 0 0 0,8-19-68 0 0,-55 131 53 0 0,0-1 1 0 0,0 1-1 0 0,0 0 0 0 0,1-1 0 0 0,-1 1 1 0 0,0 0-1 0 0,0-1 0 0 0,0 1 1 0 0,0 0-1 0 0,0 0 0 0 0,1-1 0 0 0,-1 1 1 0 0,0 0-1 0 0,0 0 0 0 0,0-1 1 0 0,1 1-1 0 0,-1 0 0 0 0,0 0 1 0 0,0-1-1 0 0,1 1 0 0 0,-1 0 0 0 0,0 0 1 0 0,1 0-1 0 0,-1 0 0 0 0,0-1 1 0 0,1 1-1 0 0,-1 0 0 0 0,0 0 0 0 0,1 0 1 0 0,-1 0-1 0 0,0 0 0 0 0,1 0 1 0 0,-1 0-1 0 0,0 0 0 0 0,1 0 1 0 0,-1 0-1 0 0,0 0 0 0 0,1 0 0 0 0,-1 0 1 0 0,0 0-1 0 0,1 0 0 0 0,-1 0 1 0 0,0 1-1 0 0,1-1 0 0 0,9 17-44 0 0,3 24-10 0 0,-9-23 42 0 0,0 3 10 0 0,1 1 0 0 0,0-1 0 0 0,18 39 0 0 0,-21-55 11 0 0,1 0-1 0 0,0 1 0 0 0,0-1 1 0 0,1 0-1 0 0,-1-1 0 0 0,1 1 0 0 0,0-1 1 0 0,1 0-1 0 0,-1 0 0 0 0,1 0 1 0 0,0 0-1 0 0,-1-1 0 0 0,1 0 0 0 0,1 0 1 0 0,-1 0-1 0 0,0 0 0 0 0,1-1 1 0 0,0 0-1 0 0,7 2 0 0 0,-6-3 1 0 0,-1 0-1 0 0,1 0 0 0 0,0 0 0 0 0,0-1 1 0 0,0 0-1 0 0,0 0 0 0 0,0-1 1 0 0,0 0-1 0 0,-1 0 0 0 0,1 0 1 0 0,0-1-1 0 0,-1 0 0 0 0,1-1 1 0 0,-1 1-1 0 0,7-5 0 0 0,-8 5-4 0 0,-1-2 0 0 0,1 1 1 0 0,-1 0-1 0 0,0-1 0 0 0,0 0 0 0 0,-1 0 0 0 0,1 0 0 0 0,-1 0 0 0 0,1-1 0 0 0,-1 1 1 0 0,-1-1-1 0 0,1 0 0 0 0,-1 1 0 0 0,0-1 0 0 0,0-1 0 0 0,0 1 0 0 0,-1 0 0 0 0,1 0 0 0 0,0-10 1 0 0,-1 3-2 0 0,0 0 0 0 0,0 0 1 0 0,-2-1-1 0 0,1 1 1 0 0,-2 0-1 0 0,1 0 0 0 0,-2 0 1 0 0,0 0-1 0 0,0 0 0 0 0,-1 1 1 0 0,0-1-1 0 0,-1 1 1 0 0,0 0-1 0 0,-1 0 0 0 0,0 1 1 0 0,-1 0-1 0 0,0 0 1 0 0,-1 0-1 0 0,0 1 0 0 0,0 0 1 0 0,-1 1-1 0 0,0 0 1 0 0,-11-8-1 0 0,9 8-14 0 0,8 6 9 0 0,0-1 0 0 0,0 1 0 0 0,0 0 0 0 0,-1 0 0 0 0,1 0 0 0 0,-1 0-1 0 0,0 1 1 0 0,1 0 0 0 0,-1-1 0 0 0,0 1 0 0 0,0 0 0 0 0,-6 0 0 0 0,6 1-1 0 0,0 0 1 0 0,0 0-1 0 0,-1 0 1 0 0,1 0-1 0 0,0 1 0 0 0,-4 1 1 0 0,6-2 2 0 0,1 1-1 0 0,-1 0 1 0 0,0-1 0 0 0,1 1-1 0 0,-1 0 1 0 0,1 0 0 0 0,-1 0-1 0 0,1 0 1 0 0,-1 0 0 0 0,1 0 0 0 0,0 0-1 0 0,-1 0 1 0 0,1 1 0 0 0,0-1-1 0 0,0 0 1 0 0,0 1 0 0 0,0-1-1 0 0,0 1 1 0 0,0 0 0 0 0,0-1 0 0 0,0 4-1 0 0,0-3 1 0 0,0 0 1 0 0,1 1-1 0 0,-1-1 0 0 0,1 1 0 0 0,0-1 0 0 0,0 0 0 0 0,0 1 0 0 0,0-1 1 0 0,0 1-1 0 0,0-1 0 0 0,1 1 0 0 0,-1-1 0 0 0,1 0 0 0 0,-1 1 1 0 0,1-1-1 0 0,0 0 0 0 0,0 1 0 0 0,0-1 0 0 0,1 0 0 0 0,-1 0 1 0 0,0 0-1 0 0,1 0 0 0 0,-1 0 0 0 0,1 0 0 0 0,0-1 0 0 0,-1 1 0 0 0,1 0 1 0 0,0-1-1 0 0,0 1 0 0 0,0-1 0 0 0,0 0 0 0 0,1 0 0 0 0,-1 0 1 0 0,0 0-1 0 0,3 1 0 0 0,4 1-100 0 0,0 0-1 0 0,0 0 1 0 0,0-1 0 0 0,1-1 0 0 0,-1 1-1 0 0,0-2 1 0 0,1 1 0 0 0,12-2-1 0 0,-5 0-83 0 0,0-1-1 0 0,0-1 0 0 0,0 0 0 0 0,-1-1 0 0 0,0-1 0 0 0,1-1 0 0 0,-2 0 0 0 0,1-1 0 0 0,-1-1 0 0 0,0 0 0 0 0,0-1 0 0 0,-1-1 0 0 0,-1 0 0 0 0,1-1 0 0 0,-2 0 0 0 0,1-1 0 0 0,-2 0 0 0 0,0-1 0 0 0,0-1 0 0 0,-1 1 0 0 0,-1-2 0 0 0,0 1 0 0 0,-1-1 0 0 0,9-24 0 0 0,13-46 294 0 0,-29 83 578 0 0,-5 17-86 0 0,-11 63 1007 0 0,-21 122 102 0 0,30-151-1565 0 0,2 0 0 0 0,2 54 1 0 0,11-1 157 0 0,-9-102-299 0 0,0 1 1 0 0,-1-1-1 0 0,1 0 0 0 0,0 1 1 0 0,0-1-1 0 0,0 0 0 0 0,0 1 1 0 0,0-1-1 0 0,0 1 0 0 0,0-1 1 0 0,0 0-1 0 0,0 1 0 0 0,1-1 1 0 0,-1 0-1 0 0,0 1 0 0 0,0-1 1 0 0,0 1-1 0 0,0-1 0 0 0,0 0 1 0 0,1 1-1 0 0,-1-1 0 0 0,0 0 1 0 0,0 0-1 0 0,1 1 0 0 0,-1-1 1 0 0,0 0-1 0 0,0 1 0 0 0,1-1 1 0 0,-1 0-1 0 0,0 0 0 0 0,1 0 1 0 0,-1 1-1 0 0,0-1 0 0 0,1 0 1 0 0,-1 0-1 0 0,0 0 0 0 0,1 0 1 0 0,-1 0-1 0 0,1 0 0 0 0,-1 0 0 0 0,0 1 1 0 0,1-1-1 0 0,-1 0 0 0 0,0 0 1 0 0,1 0-1 0 0,-1-1 0 0 0,1 1 1 0 0,-1 0-1 0 0,0 0 0 0 0,1 0 1 0 0,-1 0-1 0 0,0 0 0 0 0,1 0 1 0 0,-1 0-1 0 0,1-1 0 0 0,-1 1 1 0 0,1 0-1 0 0,0-1 4 0 0,1 0-1 0 0,0 0 1 0 0,-1 0-1 0 0,1-1 0 0 0,-1 1 1 0 0,1 0-1 0 0,-1-1 1 0 0,0 1-1 0 0,0 0 1 0 0,2-3-1 0 0,46-115 67 0 0,1-3-18 0 0,-42 106-58 0 0,1 1 0 0 0,0 0 0 0 0,0 1 0 0 0,2 0 0 0 0,17-19 0 0 0,-26 31-1 0 0,0 0 1 0 0,0 0 0 0 0,0 0 0 0 0,0 0 0 0 0,1 0-1 0 0,-1 1 1 0 0,1-1 0 0 0,-1 1 0 0 0,1 0 0 0 0,0 0-1 0 0,-1 0 1 0 0,1 0 0 0 0,0 0 0 0 0,0 0 0 0 0,0 1 0 0 0,-1-1-1 0 0,1 1 1 0 0,0 0 0 0 0,0 0 0 0 0,0 0 0 0 0,0 0-1 0 0,0 0 1 0 0,0 1 0 0 0,0-1 0 0 0,-1 1 0 0 0,1 0-1 0 0,0 0 1 0 0,0 0 0 0 0,-1 0 0 0 0,1 1 0 0 0,-1-1-1 0 0,1 0 1 0 0,-1 1 0 0 0,1 0 0 0 0,-1 0 0 0 0,0 0-1 0 0,0 0 1 0 0,0 0 0 0 0,0 0 0 0 0,0 0 0 0 0,-1 1 0 0 0,1-1-1 0 0,0 1 1 0 0,-1-1 0 0 0,0 1 0 0 0,0-1 0 0 0,0 1-1 0 0,1 3 1 0 0,3 11-2 0 0,-1 0 0 0 0,-1 0 1 0 0,-1 0-1 0 0,0 0 0 0 0,-1 0 0 0 0,-1 1 0 0 0,-2 21 0 0 0,0-15 13 0 0,2 0 0 0 0,4 42 0 0 0,-3-64-5 0 0,-1-1 0 0 0,0 1 0 0 0,0 0 0 0 0,0-1-1 0 0,1 1 1 0 0,-1-1 0 0 0,1 1 0 0 0,0 0 0 0 0,-1-1-1 0 0,1 1 1 0 0,0-1 0 0 0,0 0 0 0 0,0 1 0 0 0,0-1 0 0 0,0 0-1 0 0,0 1 1 0 0,0-1 0 0 0,0 0 0 0 0,1 0 0 0 0,-1 0-1 0 0,0 0 1 0 0,1 0 0 0 0,-1 0 0 0 0,1 0 0 0 0,-1-1 0 0 0,1 1-1 0 0,-1 0 1 0 0,1-1 0 0 0,-1 1 0 0 0,1-1 0 0 0,0 0-1 0 0,-1 0 1 0 0,1 1 0 0 0,0-1 0 0 0,-1 0 0 0 0,3-1 0 0 0,4-1-68 0 0,-1-1 1 0 0,0 0-1 0 0,0-1 1 0 0,-1 1-1 0 0,1-2 1 0 0,-1 1-1 0 0,0-1 1 0 0,0 1 0 0 0,0-2-1 0 0,-1 1 1 0 0,0-1-1 0 0,0 1 1 0 0,5-8-1 0 0,9-15-261 0 0,27-50-1 0 0,-40 67 311 0 0,6-12 3 0 0,-2 0 1 0 0,0-1-1 0 0,-2 0 1 0 0,6-26-1 0 0,-13 38 96 0 0,-6 14 168 0 0,-5 13 60 0 0,3 1-200 0 0,1 1 0 0 0,0 0 0 0 0,1 0 0 0 0,1 0 0 0 0,-3 30 0 0 0,7-39-103 0 0,-1-1 0 0 0,1 0-1 0 0,1 0 1 0 0,-1 0 0 0 0,1 0-1 0 0,0 0 1 0 0,1 0 0 0 0,0-1 0 0 0,0 1-1 0 0,0 0 1 0 0,1-1 0 0 0,0 1 0 0 0,0-1-1 0 0,1 0 1 0 0,0 0 0 0 0,0 0-1 0 0,5 5 1 0 0,-5-7-196 0 0,0-1-1 0 0,0 1 1 0 0,0-1-1 0 0,0 0 0 0 0,1 0 1 0 0,-1 0-1 0 0,1-1 1 0 0,0 0-1 0 0,0 0 1 0 0,0 0-1 0 0,8 2 0 0 0,-4-2-1539 0 0,-1-1-1 0 0,1 0 0 0 0,12 0 1 0 0,-5-1-3542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6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25 956 0 0,'-16'-7'1796'0'0,"4"2"-376"0"0,4 0 481 0 0,-10-1-705 0 0,0 5-472 0 0,7 6-324 0 0,3 7-588 0 0,4 5-560 0 0,4-8 20 0 0,2 3-1377 0 0,1 0-115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227 393 452 0 0,'0'0'7299'0'0,"-13"-7"-4100"0"0,8 6-2894 0 0,0 1 0 0 0,-1 0 0 0 0,1 0 0 0 0,0 1 0 0 0,0-1 0 0 0,0 1 0 0 0,0 0 0 0 0,0 1 0 0 0,0-1 0 0 0,0 1 0 0 0,0 0 0 0 0,-7 4 0 0 0,4-1-121 0 0,0 0 1 0 0,0 1-1 0 0,0 0 0 0 0,1 1 1 0 0,0-1-1 0 0,-9 11 1 0 0,6-4-145 0 0,1-1-1 0 0,0 1 1 0 0,1 1 0 0 0,0-1 0 0 0,1 1-1 0 0,1 1 1 0 0,0-1 0 0 0,-5 22 0 0 0,10-30-27 0 0,0 1 1 0 0,0-1 0 0 0,0 1-1 0 0,1-1 1 0 0,0 1 0 0 0,0 0 0 0 0,0-1-1 0 0,1 1 1 0 0,0-1 0 0 0,1 1-1 0 0,1 6 1 0 0,-1-10-10 0 0,-1 1 0 0 0,1-1 0 0 0,-1 0 0 0 0,1 0 0 0 0,0 0 0 0 0,0 0 0 0 0,0-1 0 0 0,1 1 0 0 0,-1 0 0 0 0,0-1 0 0 0,1 0-1 0 0,0 1 1 0 0,0-1 0 0 0,-1 0 0 0 0,1 0 0 0 0,1-1 0 0 0,-1 1 0 0 0,0-1 0 0 0,0 1 0 0 0,0-1 0 0 0,1 0 0 0 0,4 1 0 0 0,0-1-138 0 0,1 0 1 0 0,-1 0 0 0 0,1-1-1 0 0,-1 0 1 0 0,1 0-1 0 0,-1-1 1 0 0,1 0-1 0 0,-1-1 1 0 0,0 1-1 0 0,12-5 1 0 0,-8 1-143 0 0,0 0 0 0 0,-1-1 0 0 0,1 0 0 0 0,-1-1 0 0 0,-1 0 0 0 0,14-12 1 0 0,-6 2-227 0 0,0-1 1 0 0,-1-1 0 0 0,0 0-1 0 0,-2-2 1 0 0,-1 1 0 0 0,18-35-1 0 0,-14 20-68 0 0,-3-1 1 0 0,0 0-1 0 0,-3-1 0 0 0,9-41 0 0 0,-9 18 957 0 0,7-117 0 0 0,-22 137 1098 0 0,3 37-1016 0 0,-1 3-390 0 0,-1 1 0 0 0,1-1 0 0 0,0 1-1 0 0,0-1 1 0 0,0 1 0 0 0,-1-1 0 0 0,1 1 0 0 0,0 0 0 0 0,0-1 0 0 0,0 1 0 0 0,0 0-1 0 0,0 0 1 0 0,0 0 0 0 0,1 0 0 0 0,-1 0 0 0 0,0 0 0 0 0,0 0 0 0 0,1 0 0 0 0,-1 0-1 0 0,0 0 1 0 0,1 1 0 0 0,-1-1 0 0 0,1 0 0 0 0,-1 2 0 0 0,-9 36 1057 0 0,8-31-860 0 0,-8 42 160 0 0,2 1 0 0 0,1 0 0 0 0,4 0 1 0 0,1 0-1 0 0,2 0 0 0 0,3 0 0 0 0,2 0 1 0 0,19 82-1 0 0,-23-130-422 0 0,0-1 1 0 0,-1 1 0 0 0,1 0-1 0 0,1 0 1 0 0,-1 0-1 0 0,0-1 1 0 0,1 1 0 0 0,-1-1-1 0 0,1 1 1 0 0,3 3-1 0 0,-5-6-10 0 0,1 1 0 0 0,-1-1 0 0 0,1 0 0 0 0,-1 1 0 0 0,1-1 0 0 0,-1 0 0 0 0,1 1 0 0 0,-1-1 0 0 0,1 0 0 0 0,-1 0 0 0 0,1 0 0 0 0,-1 1 0 0 0,1-1 0 0 0,0 0 0 0 0,-1 0 0 0 0,1 0 0 0 0,-1 0 0 0 0,1 0 0 0 0,-1 0 0 0 0,1 0 0 0 0,0 0 0 0 0,1-1-2 0 0,-1 1-1 0 0,0-1 1 0 0,0 1-1 0 0,0-1 0 0 0,-1 0 1 0 0,1 1-1 0 0,0-1 0 0 0,0 0 1 0 0,0 0-1 0 0,0 1 1 0 0,-1-1-1 0 0,1 0 0 0 0,0 0 1 0 0,-1 0-1 0 0,2-1 1 0 0,11-23 14 0 0,-1-1 1 0 0,-1 0 0 0 0,9-30 0 0 0,17-42 17 0 0,-32 86-38 0 0,1 1 1 0 0,1 0-1 0 0,0 0 0 0 0,0 0 1 0 0,1 1-1 0 0,10-9 1 0 0,-16 16-2 0 0,1 0 0 0 0,0 0 0 0 0,0 1 0 0 0,1-1 0 0 0,-1 1 0 0 0,0 0 0 0 0,1 0 0 0 0,0 0 0 0 0,-1 0 0 0 0,1 1 0 0 0,0-1 0 0 0,0 1 0 0 0,0 0 0 0 0,0 1 0 0 0,0-1 0 0 0,0 0 0 0 0,0 1 0 0 0,0 0 0 0 0,0 0 0 0 0,0 0 0 0 0,0 1 0 0 0,0-1 0 0 0,0 1 0 0 0,0 0 0 0 0,0 0 0 0 0,0 0 0 0 0,5 3 0 0 0,-2 0 1 0 0,-1 0 0 0 0,1 0-1 0 0,-1 0 1 0 0,0 1 0 0 0,0 0-1 0 0,0 0 1 0 0,-1 0 0 0 0,0 1 0 0 0,0 0-1 0 0,0 0 1 0 0,0 0 0 0 0,-1 0 0 0 0,6 13-1 0 0,-4-4 7 0 0,-1 0-1 0 0,-1 0 1 0 0,0 1-1 0 0,4 28 1 0 0,3 18 6 0 0,-10-58-121 0 0,0-1 0 0 0,1 1 0 0 0,-1-1 0 0 0,1 1 1 0 0,0-1-1 0 0,0 0 0 0 0,0 0 0 0 0,0 0 0 0 0,1 0 1 0 0,-1 0-1 0 0,1 0 0 0 0,-1-1 0 0 0,1 1 1 0 0,0-1-1 0 0,0 0 0 0 0,1 0 0 0 0,-1 0 0 0 0,0 0 1 0 0,0 0-1 0 0,1-1 0 0 0,-1 1 0 0 0,1-1 0 0 0,0 0 1 0 0,-1 0-1 0 0,5 0 0 0 0,5 1-1144 0 0,0-1 0 0 0,0 0 1 0 0,0-1-1 0 0,0 0 0 0 0,25-4 0 0 0,-3-2-3127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64 2616 0 0,'39'-63'13281'0'0,"-38"65"-13120"0"0,-1-1 0 0 0,1 1-1 0 0,-1-1 1 0 0,1 1-1 0 0,-1 0 1 0 0,0 0 0 0 0,0-1-1 0 0,0 1 1 0 0,0 0-1 0 0,0-1 1 0 0,0 1-1 0 0,-1 3 1 0 0,-27 117 2330 0 0,-1 12-1773 0 0,25-110-636 0 0,1 0-1 0 0,2 0 1 0 0,1 38 0 0 0,1-55-262 0 0,0 0 1 0 0,0 0-1 0 0,0 0 1 0 0,1-1 0 0 0,0 1-1 0 0,0 0 1 0 0,1-1-1 0 0,-1 1 1 0 0,2-1 0 0 0,-1 0-1 0 0,6 7 1 0 0,-7-9-384 0 0,1-1 1 0 0,0 0 0 0 0,0 0-1 0 0,0-1 1 0 0,1 1-1 0 0,-1 0 1 0 0,1-1 0 0 0,-1 0-1 0 0,1 0 1 0 0,0 0-1 0 0,0 0 1 0 0,0-1-1 0 0,0 1 1 0 0,0-1 0 0 0,0 0-1 0 0,0-1 1 0 0,0 1-1 0 0,0 0 1 0 0,8-1-1 0 0,11-1-5152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7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22 1896 0 0,'-5'-15'5181'0'0,"5"15"-5015"0"0,-1-1 0 0 0,0 0 0 0 0,1 1 0 0 0,-1-1 0 0 0,0 1 0 0 0,1-1 0 0 0,-1 1 0 0 0,0-1 0 0 0,0 1 0 0 0,1 0 0 0 0,-1-1 0 0 0,0 1 0 0 0,0 0 0 0 0,0 0 0 0 0,0-1 0 0 0,1 1 0 0 0,-1 0 0 0 0,0 0 0 0 0,0 0 0 0 0,0 0 0 0 0,0 0 0 0 0,0 0 0 0 0,-1 1 0 0 0,-24 10 1628 0 0,-20 24-426 0 0,45-34-1301 0 0,-12 11 299 0 0,0 0 0 0 0,-18 24 0 0 0,27-31-312 0 0,0 0 0 0 0,1 1 0 0 0,-1-1 0 0 0,1 1 0 0 0,1-1 0 0 0,-1 1 0 0 0,1 0 0 0 0,0 0 0 0 0,0 0-1 0 0,-1 12 1 0 0,3-16-43 0 0,0 0 0 0 0,0 0 0 0 0,0 1 0 0 0,1-1-1 0 0,-1 0 1 0 0,1 0 0 0 0,-1 0 0 0 0,1 0-1 0 0,0 1 1 0 0,0-1 0 0 0,0 0 0 0 0,0-1-1 0 0,0 1 1 0 0,0 0 0 0 0,1 0 0 0 0,-1 0 0 0 0,1-1-1 0 0,-1 1 1 0 0,1-1 0 0 0,-1 1 0 0 0,1-1-1 0 0,0 1 1 0 0,0-1 0 0 0,0 0 0 0 0,0 0 0 0 0,0 0-1 0 0,2 1 1 0 0,9 3 17 0 0,-1-1 0 0 0,1 0 0 0 0,20 3 0 0 0,-9-2 24 0 0,13 3 130 0 0,-21-5-162 0 0,-1 0-1 0 0,23 8 1 0 0,-35-9 68 0 0,1-1-1 0 0,-1 1 0 0 0,1-1 1 0 0,-1 1-1 0 0,0 0 0 0 0,1 1 1 0 0,-1-1-1 0 0,0 0 1 0 0,-1 1-1 0 0,1 0 0 0 0,0 0 1 0 0,-1 0-1 0 0,1 0 1 0 0,-1 0-1 0 0,2 4 0 0 0,-3-5-5 0 0,0 0-1 0 0,0 1 0 0 0,-1-1 1 0 0,1 1-1 0 0,-1-1 1 0 0,0 1-1 0 0,0-1 0 0 0,0 1 1 0 0,0-1-1 0 0,0 1 0 0 0,0-1 1 0 0,0 1-1 0 0,-1-1 0 0 0,0 1 1 0 0,1-1-1 0 0,-1 1 0 0 0,0-1 1 0 0,0 0-1 0 0,0 1 1 0 0,0-1-1 0 0,-1 0 0 0 0,1 0 1 0 0,-1 0-1 0 0,1 0 0 0 0,-1 0 1 0 0,0 0-1 0 0,0 0 0 0 0,-3 2 1 0 0,-6 5 75 0 0,0 0 0 0 0,0-1 0 0 0,-22 11 1 0 0,25-15-260 0 0,0 0 1 0 0,-1 0-1 0 0,0-1 1 0 0,1 0-1 0 0,-1-1 1 0 0,0 1-1 0 0,0-2 1 0 0,-1 0-1 0 0,1 0 1 0 0,0 0-1 0 0,0-1 1 0 0,0 0-1 0 0,-1-1 1 0 0,-14-3 0 0 0,16 2-935 0 0,-1-1 0 0 0,1 1 0 0 0,-15-9 1 0 0,16 7-498 0 0,0 0 1 0 0,0-1-1 0 0,0 0 1 0 0,-7-7-1 0 0,-1-3-3810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7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63 96 0 0,'-18'-9'4117'0'0,"-32"-12"1"0"0,33 14-1792 0 0,-29-15 1 0 0,44 21-2274 0 0,0 1 1 0 0,0-1-1 0 0,0 1 1 0 0,0-1-1 0 0,0 1 0 0 0,0-1 1 0 0,0 1-1 0 0,0 0 1 0 0,0 0-1 0 0,0 0 0 0 0,0 0 1 0 0,0 1-1 0 0,0-1 1 0 0,-3 1-1 0 0,4 0-153 0 0,0-1 2 0 0,0 0 0 0 0,1 0 1 0 0,-1 1-1 0 0,0-1 0 0 0,1 0 0 0 0,-1 1 0 0 0,1-1 0 0 0,-1 0 0 0 0,1 1 0 0 0,-1-1 1 0 0,1 1-1 0 0,-1-1 0 0 0,1 1 0 0 0,-1-1 0 0 0,1 1 0 0 0,-1-1 0 0 0,1 1 0 0 0,0 0 0 0 0,-1-1 1 0 0,1 1-1 0 0,0 0 0 0 0,0-1 0 0 0,-1 1 0 0 0,1 0 0 0 0,0-1 0 0 0,0 1 0 0 0,0 0 0 0 0,0 1 1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2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10 857 1984 0 0,'-2'4'819'0'0,"0"0"0"0"0,1 0 0 0 0,0 0 0 0 0,0 0-1 0 0,0 0 1 0 0,0 1 0 0 0,0 5 0 0 0,1-8-667 0 0,1 0-1 0 0,-1 0 1 0 0,0 0-1 0 0,1 0 1 0 0,0 0-1 0 0,-1 0 1 0 0,1 0 0 0 0,0-1-1 0 0,0 1 1 0 0,0 0-1 0 0,0 0 1 0 0,0 0-1 0 0,0-1 1 0 0,1 1 0 0 0,-1-1-1 0 0,2 2 1 0 0,-1-1-72 0 0,0-1 0 0 0,-1 0 0 0 0,1 0 1 0 0,0-1-1 0 0,0 1 0 0 0,0 0 0 0 0,0-1 0 0 0,0 1 1 0 0,-1-1-1 0 0,1 1 0 0 0,0-1 0 0 0,0 0 1 0 0,0 0-1 0 0,0 0 0 0 0,0 0 0 0 0,3-1 0 0 0,31-7 724 0 0,-27 4-668 0 0,0 0-1 0 0,0-1 0 0 0,-1 0 1 0 0,0 0-1 0 0,0-1 1 0 0,0 0-1 0 0,0-1 0 0 0,-1 0 1 0 0,-1 0-1 0 0,12-14 1 0 0,2-8 61 0 0,27-50 1 0 0,-25 34-136 0 0,-1-1 0 0 0,-3-1 0 0 0,-2-1-1 0 0,18-86 1 0 0,15-204-175 0 0,-47 319 99 0 0,3-47-158 0 0,-14 88 119 0 0,7 131 976 0 0,25 212-1 0 0,-21-328-859 0 0,2 0-1 0 0,2-1 1 0 0,2 0-1 0 0,20 60 1 0 0,-26-91-55 0 0,0 0 0 0 0,1 1 0 0 0,-1-2 0 0 0,1 1 1 0 0,0 0-1 0 0,1-1 0 0 0,-1 1 0 0 0,1-1 0 0 0,0 0 0 0 0,0 0 1 0 0,0 0-1 0 0,0-1 0 0 0,1 0 0 0 0,0 1 0 0 0,-1-2 0 0 0,1 1 0 0 0,0 0 1 0 0,0-1-1 0 0,1 0 0 0 0,-1 0 0 0 0,0-1 0 0 0,1 1 0 0 0,-1-1 0 0 0,1 0 1 0 0,-1-1-1 0 0,1 0 0 0 0,0 1 0 0 0,-1-2 0 0 0,1 1 0 0 0,-1-1 0 0 0,1 1 1 0 0,-1-1-1 0 0,1-1 0 0 0,-1 1 0 0 0,1-1 0 0 0,8-4 0 0 0,-1-1-11 0 0,-1-1 0 0 0,0 0 0 0 0,0 0-1 0 0,-1-1 1 0 0,0-1 0 0 0,-1 0 0 0 0,0 0-1 0 0,0-1 1 0 0,-1 0 0 0 0,0-1 0 0 0,12-23 0 0 0,-10 15 7 0 0,-1-1 0 0 0,0 1 1 0 0,-2-2-1 0 0,-1 1 0 0 0,-1-1 1 0 0,7-43-1 0 0,-12 56-6 0 0,0 0-1 0 0,-1 1 0 0 0,0-1 0 0 0,-1 0 1 0 0,0 0-1 0 0,-1 0 0 0 0,1 0 0 0 0,-7-15 1 0 0,7 20-2 0 0,0 1 0 0 0,-1-1 1 0 0,1 1-1 0 0,-1 0 0 0 0,0-1 1 0 0,0 1-1 0 0,0 0 1 0 0,-1 0-1 0 0,1 1 0 0 0,-1-1 1 0 0,1 0-1 0 0,-1 1 0 0 0,0 0 1 0 0,0-1-1 0 0,0 1 1 0 0,0 0-1 0 0,0 1 0 0 0,-1-1 1 0 0,1 1-1 0 0,0-1 0 0 0,-1 1 1 0 0,0 0-1 0 0,1 0 1 0 0,-8-1-1 0 0,9 2 4 0 0,-2 0 0 0 0,1-1 0 0 0,-1 1 0 0 0,1 0 0 0 0,-1 0 0 0 0,1 1 0 0 0,-1-1 0 0 0,1 1 0 0 0,-7 2 1 0 0,-10 6 3 0 0,18-5 5 0 0,1-2-3 0 0,0-1-6 0 0,1 0 0 0 0,-1 0-1 0 0,1 0 1 0 0,-1 0 0 0 0,1 0 0 0 0,-1 0 0 0 0,1 0-1 0 0,0 0 1 0 0,0 0 0 0 0,0 0 0 0 0,-1 0 0 0 0,1 0-1 0 0,0 0 1 0 0,0 0 0 0 0,0 0 0 0 0,0 0 0 0 0,0 0-1 0 0,1 0 1 0 0,-1 0 0 0 0,0 0 0 0 0,0 0 0 0 0,1 0-1 0 0,-1 0 1 0 0,1-1 0 0 0,-1 1 0 0 0,1 0 0 0 0,-1 0 0 0 0,1 0-1 0 0,-1 0 1 0 0,1 0 0 0 0,0-1 0 0 0,-1 1 0 0 0,1 0-1 0 0,0-1 1 0 0,1 2 0 0 0,28 20 1 0 0,-13-14 3 0 0,0-1 1 0 0,1 0-1 0 0,-1-1 0 0 0,1-1 1 0 0,0 0-1 0 0,0-1 0 0 0,37 2 1 0 0,-27-5 5 0 0,0-1 1 0 0,0-1 0 0 0,0-2 0 0 0,46-10 0 0 0,-65 11-8 0 0,-1 0 0 0 0,1-1 1 0 0,-1 0-1 0 0,0 0 1 0 0,0-1-1 0 0,0 0 1 0 0,8-5-1 0 0,7-14-68 0 0,-24 23 64 0 0,0 0 1 0 0,0 0-1 0 0,0 0 1 0 0,0 0-1 0 0,0 0 0 0 0,-1 0 1 0 0,1 1-1 0 0,0-1 1 0 0,0 0-1 0 0,0 1 1 0 0,0-1-1 0 0,0 1 1 0 0,0-1-1 0 0,0 1 1 0 0,0-1-1 0 0,0 1 1 0 0,0 0-1 0 0,0-1 1 0 0,0 1-1 0 0,0 0 1 0 0,1 0-1 0 0,-1 0 1 0 0,-1 1-1 0 0,0 1-1 0 0,-13 11 65 0 0,0 0-1 0 0,1 2 1 0 0,1 0 0 0 0,0 0-1 0 0,1 1 1 0 0,-15 29 0 0 0,21-35-22 0 0,1 0-1 0 0,0 0 1 0 0,1 1 0 0 0,0 0-1 0 0,1 0 1 0 0,0 0 0 0 0,1 0-1 0 0,0 1 1 0 0,1-1 0 0 0,0 1 0 0 0,1-1-1 0 0,2 14 1 0 0,-2-21-32 0 0,1 0-1 0 0,0-1 1 0 0,0 1 0 0 0,0 0 0 0 0,1-1-1 0 0,0 1 1 0 0,0-1 0 0 0,0 1-1 0 0,0-1 1 0 0,1 0 0 0 0,-1 0 0 0 0,1 0-1 0 0,0 0 1 0 0,0-1 0 0 0,1 1-1 0 0,-1-1 1 0 0,1 1 0 0 0,0-1-1 0 0,0-1 1 0 0,0 1 0 0 0,0 0 0 0 0,0-1-1 0 0,1 0 1 0 0,-1 0 0 0 0,1 0-1 0 0,-1-1 1 0 0,1 1 0 0 0,0-1 0 0 0,-1 0-1 0 0,1 0 1 0 0,8-1 0 0 0,-2 1-11 0 0,0-1 1 0 0,0-1-1 0 0,0 0 0 0 0,0-1 1 0 0,0 0-1 0 0,-1-1 1 0 0,1 0-1 0 0,0 0 1 0 0,-1-1-1 0 0,0-1 0 0 0,0 0 1 0 0,0 0-1 0 0,9-7 1 0 0,6-8-120 0 0,0-2 0 0 0,-2 0 0 0 0,-1-2 1 0 0,0 0-1 0 0,-2-2 0 0 0,-1 0 1 0 0,-1-1-1 0 0,-1-1 0 0 0,-1 0 0 0 0,22-59 1 0 0,-16 20 215 0 0,-21 65 150 0 0,-2 2-228 0 0,0 1 0 0 0,0-1-1 0 0,0 1 1 0 0,0 0 0 0 0,0-1 0 0 0,1 1 0 0 0,-1 0 0 0 0,0-1 0 0 0,1 1 0 0 0,-1 0 0 0 0,0 0 0 0 0,1 0 0 0 0,-1 0 0 0 0,1-1 0 0 0,-1 1 0 0 0,1 0 0 0 0,-1 0 0 0 0,1 0 0 0 0,0 0-1 0 0,-1 1 1 0 0,-6 23 281 0 0,7-24-264 0 0,-6 22 118 0 0,1 0 0 0 0,1 0 0 0 0,1 0 0 0 0,2 1-1 0 0,0-1 1 0 0,1 1 0 0 0,1-1 0 0 0,2 1 0 0 0,6 32 0 0 0,-7-51-141 0 0,-1 0 1 0 0,1-1-1 0 0,0 1 1 0 0,0-1-1 0 0,0 0 1 0 0,0 1-1 0 0,1-1 1 0 0,0 0-1 0 0,0 0 1 0 0,0 0-1 0 0,0-1 1 0 0,1 1-1 0 0,-1-1 1 0 0,1 0-1 0 0,0 0 1 0 0,0 0-1 0 0,0 0 1 0 0,0-1-1 0 0,1 0 1 0 0,8 4-1 0 0,-7-5-7 0 0,-1 1 0 0 0,1-1 0 0 0,0 0 0 0 0,-1-1 0 0 0,1 1 0 0 0,0-1 0 0 0,-1-1 0 0 0,1 1 1 0 0,0-1-1 0 0,-1 0 0 0 0,1 0 0 0 0,0 0 0 0 0,-1-1 0 0 0,0 0 0 0 0,1 0 0 0 0,-1 0 0 0 0,9-6 0 0 0,2-2-20 0 0,-2-1 1 0 0,1-1-1 0 0,-2 0 1 0 0,0-1-1 0 0,0 0 1 0 0,-1-1 0 0 0,13-20-1 0 0,63-114-118 0 0,-84 141 134 0 0,17-46-120 0 0,-18 44 106 0 0,-3 7-4 0 0,-1 4-20 0 0,-2 1 46 0 0,0 0 1 0 0,0 0-1 0 0,0 1 1 0 0,1-1-1 0 0,0 1 0 0 0,-1 0 1 0 0,1 0-1 0 0,1 0 1 0 0,-1 0-1 0 0,1 0 1 0 0,-1 0-1 0 0,1 0 1 0 0,0 0-1 0 0,1 1 0 0 0,-1 4 1 0 0,-1 1 39 0 0,-2 9 97 0 0,1 1 0 0 0,1 0 0 0 0,1 0 0 0 0,1 0 0 0 0,0 0 0 0 0,1 0-1 0 0,1 0 1 0 0,8 30 0 0 0,-8-45-125 0 0,0 1 0 0 0,0-1 0 0 0,1 0 0 0 0,0 0 0 0 0,0 1 0 0 0,0-2 0 0 0,0 1 0 0 0,1 0 0 0 0,0-1 0 0 0,0 0 0 0 0,0 1 0 0 0,9 5 0 0 0,-5-5-7 0 0,0 0 0 0 0,0-1 0 0 0,0 0 0 0 0,0 0 0 0 0,1-1 0 0 0,0 0 0 0 0,14 3 0 0 0,-5-3-5 0 0,1-1 1 0 0,-1 0-1 0 0,1-1 0 0 0,-1-2 0 0 0,1 0 0 0 0,-1 0 0 0 0,30-8 1 0 0,-28 4-13 0 0,-1-2 0 0 0,0 0 1 0 0,0-1-1 0 0,0-1 0 0 0,-1-1 0 0 0,0-1 1 0 0,-1 0-1 0 0,-1-1 0 0 0,19-17 1 0 0,-17 13-28 0 0,-1-2 1 0 0,0 0 0 0 0,-2-1 0 0 0,0 0 0 0 0,-1-1-1 0 0,-1-1 1 0 0,15-31 0 0 0,-24 43 19 0 0,0 0 1 0 0,-1-1 0 0 0,0 1-1 0 0,1-13 1 0 0,-3 19 5 0 0,-1 1-1 0 0,1 0 1 0 0,-1 0 0 0 0,0 0 0 0 0,0 0 0 0 0,0 0 0 0 0,0 0 0 0 0,0-1 0 0 0,0 1 0 0 0,0 0 0 0 0,-1 0 0 0 0,1 0 0 0 0,-1 0 0 0 0,0 0 0 0 0,0 0 0 0 0,0 0 0 0 0,0 0 0 0 0,0 0 0 0 0,0 0 0 0 0,0 1 0 0 0,0-1 0 0 0,-1 0 0 0 0,1 1 0 0 0,-1-1 0 0 0,-1-1 0 0 0,0 2 3 0 0,1 0 1 0 0,-1 1 0 0 0,1-1 0 0 0,-1 0 0 0 0,1 1 0 0 0,-1 0 0 0 0,1 0-1 0 0,-1 0 1 0 0,1 0 0 0 0,-1 0 0 0 0,1 0 0 0 0,-1 1 0 0 0,1-1 0 0 0,-4 2 0 0 0,-1 0 7 0 0,0 0 0 0 0,0 0 0 0 0,-12 7 0 0 0,7-2 90 0 0,0 1-1 0 0,1 1 1 0 0,0 0 0 0 0,0 0 0 0 0,1 1-1 0 0,0 1 1 0 0,0 0 0 0 0,1 0-1 0 0,1 1 1 0 0,0 0 0 0 0,-12 25 0 0 0,16-29-39 0 0,0 0-1 0 0,1 0 1 0 0,0 0 0 0 0,0 1 0 0 0,1-1 0 0 0,0 1 0 0 0,1 0 0 0 0,0-1 0 0 0,0 1 0 0 0,1 0 0 0 0,0 0-1 0 0,1-1 1 0 0,-1 1 0 0 0,2 0 0 0 0,-1 0 0 0 0,1-1 0 0 0,1 1 0 0 0,-1-1 0 0 0,1 0 0 0 0,7 13-1 0 0,-7-17-34 0 0,0 1-1 0 0,1-1 0 0 0,-1 1 1 0 0,1-1-1 0 0,0 0 0 0 0,0 0 0 0 0,0-1 1 0 0,1 1-1 0 0,-1-1 0 0 0,1 0 0 0 0,0 0 1 0 0,8 3-1 0 0,-5-3-51 0 0,0 0-1 0 0,1-1 1 0 0,-1 0 0 0 0,1 0 0 0 0,0-1 0 0 0,0 0-1 0 0,12 0 1 0 0,-5-2-598 0 0,0 0 0 0 0,0-1-1 0 0,0-1 1 0 0,0-1 0 0 0,0 0-1 0 0,-1-1 1 0 0,1 0 0 0 0,17-10 0 0 0,18-16-3239 0 0,-21 4-2103 0 0,-16 10 209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3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26 136 1704 0 0,'-26'-6'14384'0'0,"36"1"-14331"0"0,9-1 97 0 0,0 0 1 0 0,1 2-1 0 0,30-3 0 0 0,2-1-52 0 0,219-34 33 0 0,-127 21-2398 0 0,0-3-5085 0 0,-108 17 2404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54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19 1556 0 0,'0'0'1414'0'0,"2"-19"5376"0"0,-5 30-6559 0 0,0 0-1 0 0,2 0 1 0 0,-1 0-1 0 0,1 1 1 0 0,1-1-1 0 0,1 16 1 0 0,-1 14-88 0 0,-17 222 493 0 0,13-213-599 0 0,2 7-739 0 0,5-21-3983 0 0,-1-25 286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5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93 1036 0 0,'-54'-93'10998'0'0,"70"115"-9522"0"0,38 51-304 0 0,-3 2 0 0 0,52 105 0 0 0,-70-108-1066 0 0,-3 2 1 0 0,-4 1-1 0 0,-2 1 1 0 0,-4 1 0 0 0,-4 0-1 0 0,-3 2 1 0 0,-3 0 0 0 0,-3 0-1 0 0,-5 0 1 0 0,-2 1-1 0 0,-4-1 1 0 0,-21 115 0 0 0,2-87-146 0 0,-4-1 0 0 0,-54 135 0 0 0,17-96-2639 0 0,-10-7-3942 0 0,43-87 27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09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188 191 1044 0 0,'-3'-1'3124'0'0,"-21"-2"1153"0"0,22 3-3460 0 0,-19-13 2389 0 0,19 11-3055 0 0,0 0 0 0 0,1 0 0 0 0,0-1 0 0 0,-1 1-1 0 0,1 0 1 0 0,0-1 0 0 0,0 1 0 0 0,0-1 0 0 0,1 1 0 0 0,-1-1 0 0 0,1 1 0 0 0,-1-1 0 0 0,1 0 0 0 0,0 1 0 0 0,0-1 0 0 0,0 1 0 0 0,1-6 0 0 0,0 4-90 0 0,0 0 0 0 0,0 0 0 0 0,1 0 1 0 0,0 1-1 0 0,0-1 0 0 0,0 1 1 0 0,0-1-1 0 0,0 1 0 0 0,1 0 0 0 0,4-5 1 0 0,2-1-63 0 0,0 1-1 0 0,0 1 1 0 0,1 0 0 0 0,0 0 0 0 0,0 1 0 0 0,1 0 0 0 0,11-4-1 0 0,-12 6 5 0 0,0 0 0 0 0,1 1 0 0 0,-1 0-1 0 0,0 1 1 0 0,1 0 0 0 0,-1 1-1 0 0,1 0 1 0 0,0 0 0 0 0,-1 2-1 0 0,1-1 1 0 0,0 1 0 0 0,-1 1-1 0 0,17 3 1 0 0,-20-2-3 0 0,0-1 1 0 0,0 1-1 0 0,0 0 1 0 0,-1 0-1 0 0,0 1 1 0 0,1 0-1 0 0,-1 0 0 0 0,0 1 1 0 0,-1-1-1 0 0,1 1 1 0 0,-1 0-1 0 0,0 1 1 0 0,0 0-1 0 0,-1-1 1 0 0,0 1-1 0 0,0 1 0 0 0,0-1 1 0 0,-1 0-1 0 0,0 1 1 0 0,4 11-1 0 0,-3-3 0 0 0,-1 0-1 0 0,0 0 1 0 0,-1 1 0 0 0,-1-1-1 0 0,0 1 1 0 0,-2-1-1 0 0,1 1 1 0 0,-2-1 0 0 0,0 1-1 0 0,-1-1 1 0 0,0 0-1 0 0,-9 23 1 0 0,-1-4 4 0 0,-1 0-1 0 0,-2-1 1 0 0,-1-1-1 0 0,-27 38 1 0 0,5-16 12 0 0,-60 64-1 0 0,-55 40 18 0 0,107-111-41 0 0,32-32 19 0 0,-31 34-4 0 0,45-49-4 0 0,1 0-1 0 0,0 1 1 0 0,-1-1 0 0 0,1 1 0 0 0,0-1-1 0 0,-1 0 1 0 0,1 1 0 0 0,0-1 0 0 0,0 1 0 0 0,0-1-1 0 0,0 1 1 0 0,-1-1 0 0 0,1 1 0 0 0,0-1-1 0 0,0 1 1 0 0,0-1 0 0 0,0 1 0 0 0,0-1-1 0 0,0 1 1 0 0,0-1 0 0 0,0 1 0 0 0,0-1 0 0 0,0 1-1 0 0,1-1 1 0 0,-1 1 0 0 0,0-1 0 0 0,0 1-1 0 0,0-1 1 0 0,1 0 0 0 0,-1 1 0 0 0,0-1 0 0 0,0 1-1 0 0,1-1 1 0 0,-1 0 0 0 0,0 1 0 0 0,1-1-1 0 0,-1 1 1 0 0,1-1 0 0 0,-1 0 0 0 0,0 0-1 0 0,1 1 1 0 0,-1-1 0 0 0,1 0 0 0 0,-1 0 0 0 0,1 1-1 0 0,-1-1 1 0 0,1 0 0 0 0,-1 0 0 0 0,1 0-1 0 0,-1 0 1 0 0,1 0 0 0 0,-1 0 0 0 0,1 0 0 0 0,-1 0-1 0 0,1 0 1 0 0,0 0 0 0 0,70-14 136 0 0,117-39 0 0 0,5-1-126 0 0,-147 43-89 0 0,10-2-1393 0 0,-15 5-6055 0 0,-25 5 2565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09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64 2172 0 0,'-82'-63'13509'0'0,"84"63"-13461"0"0,1 0-1 0 0,-1 0 0 0 0,1 1 0 0 0,-1-1 0 0 0,1 1 0 0 0,-1 0 1 0 0,1-1-1 0 0,-1 1 0 0 0,1 0 0 0 0,-1 1 0 0 0,0-1 0 0 0,3 2 1 0 0,-4-2-10 0 0,11 5 30 0 0,-1 1 0 0 0,0 0 0 0 0,-1 1 0 0 0,0 0 0 0 0,0 1 0 0 0,-1 0 0 0 0,0 0-1 0 0,0 1 1 0 0,-1 0 0 0 0,0 1 0 0 0,11 21 0 0 0,-15-24-23 0 0,0 0 0 0 0,-1 1 0 0 0,0 0 0 0 0,0 0 0 0 0,-1 0-1 0 0,0 0 1 0 0,-1 0 0 0 0,0 0 0 0 0,0 0 0 0 0,-1 1 0 0 0,0-1 0 0 0,-1 0 0 0 0,0 0 0 0 0,0 1 0 0 0,-1-1 0 0 0,0 0-1 0 0,-5 11 1 0 0,2-8 31 0 0,-1 1 1 0 0,0-1-1 0 0,-1 0 0 0 0,0-1 0 0 0,-1 0 0 0 0,-12 14 0 0 0,1-5 156 0 0,0-1 1 0 0,-25 18-1 0 0,32-32-113 0 0,9-11-27 0 0,3 4-87 0 0,0 0 1 0 0,0 0-1 0 0,0 0 0 0 0,1 1 1 0 0,-1-1-1 0 0,1 0 1 0 0,-1 0-1 0 0,1 0 1 0 0,1-2-1 0 0,20-26 1 0 0,2 2-1 0 0,52-49 1 0 0,-38 40-6 0 0,184-168 21 0 0,-221 204-22 0 0,0 0 0 0 0,0 0 0 0 0,1 0 1 0 0,-1 0-1 0 0,0 0 0 0 0,0 0 0 0 0,0-1 0 0 0,0 1 0 0 0,-1 0 0 0 0,1-1 0 0 0,0 1 0 0 0,0 0 1 0 0,-1-1-1 0 0,1 1 0 0 0,-1-1 0 0 0,1 1 0 0 0,-1-1 0 0 0,0 1 0 0 0,1-1 0 0 0,-1 1 0 0 0,0-1 1 0 0,0 0-1 0 0,-1-2 0 0 0,1 4 1 0 0,-1-1 0 0 0,0 0 0 0 0,0 1 0 0 0,0-1 0 0 0,0 1 0 0 0,0-1 0 0 0,0 1 0 0 0,0 0 1 0 0,0-1-1 0 0,-1 1 0 0 0,1 0 0 0 0,0 0 0 0 0,0-1 0 0 0,0 1 0 0 0,0 0 0 0 0,0 0 0 0 0,0 0 0 0 0,-1 1 0 0 0,1-1 0 0 0,0 0 1 0 0,0 0-1 0 0,0 1 0 0 0,-2 0 0 0 0,-11 6-4 0 0,1 0 0 0 0,0 1 0 0 0,1 1 1 0 0,-1 0-1 0 0,1 0 0 0 0,1 2 0 0 0,0-1 0 0 0,-18 24 1 0 0,24-27 2 0 0,0 0 0 0 0,1 0 1 0 0,0 1-1 0 0,0 0 0 0 0,0 0 1 0 0,1 0-1 0 0,-4 15 1 0 0,6-18 2 0 0,0 1 0 0 0,1-1 0 0 0,-1 1 1 0 0,1-1-1 0 0,0 1 0 0 0,1-1 1 0 0,-1 1-1 0 0,1-1 0 0 0,0 1 1 0 0,1-1-1 0 0,-1 1 0 0 0,1-1 1 0 0,2 5-1 0 0,-1-4 4 0 0,0-1-1 0 0,0 0 1 0 0,0-1 0 0 0,1 1-1 0 0,-1 0 1 0 0,1-1 0 0 0,0 0-1 0 0,0 0 1 0 0,1 0 0 0 0,-1 0-1 0 0,9 4 1 0 0,-4-3 21 0 0,0 0 1 0 0,0-1-1 0 0,1 0 0 0 0,0-1 1 0 0,19 4-1 0 0,0-2-565 0 0,1-2-1 0 0,-1-1 0 0 0,46-3 1 0 0,57-13-7749 0 0,-89 5 1437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09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66 932 0 0,'-79'-2'10191'0'0,"70"2"-8883"0"0,-20 9 5037 0 0,30-8-6321 0 0,0-1 0 0 0,0 1 1 0 0,1-1-1 0 0,-1 0 0 0 0,0 0 0 0 0,1 0 1 0 0,-1 0-1 0 0,0 0 0 0 0,0 0 0 0 0,1 0 1 0 0,-1 0-1 0 0,0 0 0 0 0,1 0 1 0 0,-1-1-1 0 0,0 1 0 0 0,2-1 0 0 0,2-1 41 0 0,217-35 671 0 0,-77 7-7724 0 0,-130 26 2760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0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35 1364 0 0,'-25'-12'5762'0'0,"15"6"-2405"0"0,0 2 0 0 0,-22-8 1366 0 0,31 12-4567 0 0,0 1 0 0 0,-1 0-1 0 0,1 0 1 0 0,0 0 0 0 0,0 0-1 0 0,0 0 1 0 0,0 0 0 0 0,0 1 0 0 0,0-1-1 0 0,1 0 1 0 0,-1 0 0 0 0,0 1 0 0 0,1-1-1 0 0,-1 0 1 0 0,0 1 0 0 0,1-1 0 0 0,0 1-1 0 0,-1-1 1 0 0,1 1 0 0 0,0-1-1 0 0,0 1 1 0 0,0 1 0 0 0,3 41 949 0 0,-1-22-709 0 0,11 277 480 0 0,-5-212-4073 0 0,-3-58-733 0 0,2-1-3358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4 175 1652 0 0,'-1'-11'1757'0'0,"0"-1"-373"0"0,0 0 0 0 0,1-1 0 0 0,0 1 0 0 0,1 0 0 0 0,2-14 0 0 0,-2 22-1263 0 0,0 1 0 0 0,0 0 0 0 0,0-1 0 0 0,1 1 0 0 0,-1 0 0 0 0,1-1 0 0 0,0 1 1 0 0,0 0-1 0 0,0 0 0 0 0,0 1 0 0 0,1-1 0 0 0,-1 0 0 0 0,1 1 0 0 0,-1-1 1 0 0,1 1-1 0 0,0 0 0 0 0,0 0 0 0 0,0 0 0 0 0,0 0 0 0 0,0 1 0 0 0,1-1 1 0 0,4-1-1 0 0,5-1 59 0 0,0 1 0 0 0,-1 0 1 0 0,1 1-1 0 0,0 1 0 0 0,1 0 1 0 0,-1 0-1 0 0,0 1 0 0 0,22 4 0 0 0,-26-3-136 0 0,-1 0 0 0 0,1 1-1 0 0,0 0 1 0 0,-1 1 0 0 0,1 0 0 0 0,-1 1-1 0 0,0-1 1 0 0,0 1 0 0 0,0 1-1 0 0,-1 0 1 0 0,1 0 0 0 0,-1 0-1 0 0,11 11 1 0 0,-15-12-29 0 0,0 0 1 0 0,0-1-1 0 0,-1 1 1 0 0,1 0-1 0 0,-1 0 0 0 0,0 1 1 0 0,0-1-1 0 0,0 0 1 0 0,-1 1-1 0 0,0-1 1 0 0,0 1-1 0 0,0-1 0 0 0,1 7 1 0 0,-2-3 0 0 0,0-1 0 0 0,-1 0 0 0 0,0 1 0 0 0,0-1 0 0 0,0 0 0 0 0,-1 0 0 0 0,-4 12 0 0 0,-5 5 24 0 0,0-1 0 0 0,-1-1 0 0 0,-28 37 0 0 0,35-52-27 0 0,-54 65 133 0 0,20-27 654 0 0,37-43-462 0 0,2-2-335 0 0,0 0 0 0 0,1 0 0 0 0,-1 1 0 0 0,0-1 0 0 0,0 0 0 0 0,0 0 0 0 0,0 0 0 0 0,0 1 0 0 0,0-1 0 0 0,0 0 0 0 0,1 0 0 0 0,-1 0 0 0 0,0 1 0 0 0,0-1 0 0 0,0 0 0 0 0,0 0 0 0 0,1 0 0 0 0,-1 0 0 0 0,0 0 0 0 0,0 1 0 0 0,0-1 0 0 0,1 0 0 0 0,-1 0 0 0 0,0 0 0 0 0,0 0 0 0 0,1 0 0 0 0,-1 0 0 0 0,0 0 0 0 0,0 0 0 0 0,1 0 0 0 0,-1 0 0 0 0,0 0 0 0 0,0 0 0 0 0,1 0 1 0 0,-1 0-1 0 0,0 0 0 0 0,0 0 0 0 0,1 0 0 0 0,14-3 39 0 0,-6 1-14 0 0,9 0-15 0 0,0 1 0 0 0,0 1 0 0 0,0 0 0 0 0,0 1 0 0 0,0 1 0 0 0,0 1 0 0 0,21 6 0 0 0,-28-6 28 0 0,-1 1 0 0 0,0-1-1 0 0,1 2 1 0 0,-2-1-1 0 0,1 1 1 0 0,-1 1 0 0 0,0 0-1 0 0,0 0 1 0 0,0 1 0 0 0,-1 0-1 0 0,0 0 1 0 0,0 1-1 0 0,11 15 1 0 0,-17-20 62 0 0,0 1 0 0 0,0-1 0 0 0,0 1 0 0 0,0 0-1 0 0,-1 0 1 0 0,1 0 0 0 0,-1 0 0 0 0,0 0 0 0 0,0 0 0 0 0,-1 0 0 0 0,1 0 0 0 0,-1 0-1 0 0,0 0 1 0 0,-1 8 0 0 0,0-5 63 0 0,0 0 0 0 0,-1 0 0 0 0,0 0 0 0 0,0-1-1 0 0,-1 1 1 0 0,0-1 0 0 0,0 1 0 0 0,-5 6 0 0 0,0-1 103 0 0,-1-1 1 0 0,0 0 0 0 0,0-1 0 0 0,-1 0-1 0 0,0 0 1 0 0,0-1 0 0 0,-1-1 0 0 0,-18 11-1 0 0,17-12-142 0 0,-1-1-1 0 0,-1 0 0 0 0,1-1 0 0 0,-1 0 0 0 0,0-2 1 0 0,0 1-1 0 0,0-2 0 0 0,-23 2 0 0 0,12-3-44 0 0,0-1 0 0 0,0-2-1 0 0,-49-9 1 0 0,73 11-208 0 0,0 0 1 0 0,0 0-1 0 0,0 0 1 0 0,0 0-1 0 0,0 0 0 0 0,0-1 1 0 0,0 1-1 0 0,0 0 0 0 0,0-1 1 0 0,0 1-1 0 0,0 0 1 0 0,0-1-1 0 0,0 1 0 0 0,0-1 1 0 0,0 0-1 0 0,1 1 0 0 0,-1-1 1 0 0,0 0-1 0 0,0 1 1 0 0,0-1-1 0 0,1 0 0 0 0,-1 0 1 0 0,1 0-1 0 0,-1 1 0 0 0,0-1 1 0 0,1 0-1 0 0,-1 0 1 0 0,1 0-1 0 0,0 0 0 0 0,-1 0 1 0 0,1 0-1 0 0,0 0 1 0 0,0 0-1 0 0,0 0 0 0 0,-1 0 1 0 0,1 0-1 0 0,0 0 0 0 0,0-1 1 0 0,0 1-1 0 0,1 0 1 0 0,-1 0-1 0 0,0 0 0 0 0,0 0 1 0 0,1 0-1 0 0,-1 0 0 0 0,0 0 1 0 0,1 0-1 0 0,-1 0 1 0 0,1 0-1 0 0,-1 1 0 0 0,1-1 1 0 0,0 0-1 0 0,0-1 0 0 0,3-4-1426 0 0,0 1 0 0 0,0 0 0 0 0,1-1 0 0 0,0 1 0 0 0,0 1-1 0 0,9-7 1 0 0,3-1-4716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28 1864 0 0,'-46'-23'13338'0'0,"45"24"-13228"0"0,0-1-1 0 0,0 0 1 0 0,0 0-1 0 0,1 1 1 0 0,-1-1-1 0 0,0 0 1 0 0,0 1-1 0 0,1-1 1 0 0,-1 1 0 0 0,0-1-1 0 0,1 1 1 0 0,-1-1-1 0 0,0 1 1 0 0,1-1-1 0 0,-2 2 1 0 0,2 6 110 0 0,0-1 1 0 0,1 1 0 0 0,-1 0-1 0 0,1-1 1 0 0,1 1-1 0 0,-1-1 1 0 0,2 1-1 0 0,-1-1 1 0 0,1 0 0 0 0,0 0-1 0 0,0 0 1 0 0,0 0-1 0 0,6 6 1 0 0,-1 1-113 0 0,2-1 1 0 0,0 0-1 0 0,0-1 0 0 0,1 0 1 0 0,17 13-1 0 0,-20-18-65 0 0,1-1 1 0 0,0 0-1 0 0,0-1 0 0 0,1 0 1 0 0,0-1-1 0 0,0 0 0 0 0,0 0 0 0 0,0-1 1 0 0,0 0-1 0 0,1-1 0 0 0,-1 0 0 0 0,19 0 1 0 0,-25-1-39 0 0,0-1 1 0 0,1 0 0 0 0,-1 0-1 0 0,0-1 1 0 0,0 1-1 0 0,0-1 1 0 0,1 0 0 0 0,-1 0-1 0 0,0-1 1 0 0,0 1-1 0 0,0-1 1 0 0,-1 0-1 0 0,1 0 1 0 0,0 0 0 0 0,-1 0-1 0 0,1-1 1 0 0,-1 1-1 0 0,1-1 1 0 0,-1 0 0 0 0,0 0-1 0 0,-1 0 1 0 0,1 0-1 0 0,0-1 1 0 0,-1 1 0 0 0,0-1-1 0 0,0 0 1 0 0,0 1-1 0 0,0-1 1 0 0,0 0 0 0 0,-1 0-1 0 0,0 0 1 0 0,0 0-1 0 0,1-8 1 0 0,1-10-24 0 0,-1 0 0 0 0,-2 0 1 0 0,0 1-1 0 0,-1-1 0 0 0,-1 0 0 0 0,-6-22 0 0 0,8 41-15 0 0,-10 20-68 0 0,5 31 827 0 0,2 90-1 0 0,17 51 632 0 0,-3-52-856 0 0,3 255 739 0 0,-16-305-832 0 0,-3 1 1 0 0,-25 125 0 0 0,28-202-205 0 0,-1 1 0 0 0,0 0 1 0 0,-1-1-1 0 0,0 1 0 0 0,-1-1 1 0 0,0 0-1 0 0,-1-1 1 0 0,0 1-1 0 0,-8 9 0 0 0,10-15-108 0 0,0-1 0 0 0,0 0 1 0 0,-1 0-1 0 0,1 0 0 0 0,-1 0 0 0 0,0-1 0 0 0,0 0 0 0 0,0 0 1 0 0,-1 0-1 0 0,1 0 0 0 0,-1-1 0 0 0,1 0 0 0 0,-1 0 0 0 0,0-1 0 0 0,0 1 1 0 0,0-1-1 0 0,0-1 0 0 0,0 1 0 0 0,-12-1 0 0 0,7-1-43 0 0,-1 0-1 0 0,0-1 1 0 0,1 0-1 0 0,-1-1 1 0 0,1 0-1 0 0,0-1 1 0 0,0-1-1 0 0,0 1 1 0 0,0-2 0 0 0,1 1-1 0 0,0-1 1 0 0,0-1-1 0 0,0 0 1 0 0,1 0-1 0 0,0-1 1 0 0,1 0-1 0 0,0-1 1 0 0,0 0-1 0 0,0 0 1 0 0,1-1-1 0 0,1 1 1 0 0,0-1 0 0 0,0-1-1 0 0,1 1 1 0 0,0-1-1 0 0,1 0 1 0 0,0 0-1 0 0,1-1 1 0 0,0 1-1 0 0,1-1 1 0 0,0 0-1 0 0,1 1 1 0 0,0-1-1 0 0,1-19 1 0 0,2 6-109 0 0,2-1 0 0 0,0 1-1 0 0,2 0 1 0 0,1 0 0 0 0,0 1 0 0 0,2 0 0 0 0,12-23-1 0 0,0 6-147 0 0,2 1 0 0 0,55-73 1 0 0,-55 84-713 0 0,1 1 0 0 0,2 1 0 0 0,1 2 0 0 0,40-31 0 0 0,-2 14-5044 0 0,5 6-5592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1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370 142 816 0 0,'17'-23'4209'0'0,"59"-80"6781"0"0,-71 97-10736 0 0,-5 5-179 0 0,0 1 0 0 0,0-1 0 0 0,1 1 0 0 0,-1-1 1 0 0,0 1-1 0 0,0-1 0 0 0,1 1 0 0 0,-1-1 1 0 0,0 1-1 0 0,0 0 0 0 0,1-1 0 0 0,-1 1 0 0 0,1 0 1 0 0,-1-1-1 0 0,0 1 0 0 0,1 0 0 0 0,-1-1 1 0 0,1 1-1 0 0,-1 0 0 0 0,1 0 0 0 0,-1-1 0 0 0,1 1 1 0 0,-1 0-1 0 0,1 0 0 0 0,-1 0 0 0 0,1 0 0 0 0,-1 0 1 0 0,1 0-1 0 0,-1 0 0 0 0,1 0 0 0 0,-1 0 1 0 0,1 0-1 0 0,-1 0 0 0 0,1 0 0 0 0,-1 0 0 0 0,1 0 1 0 0,-1 0-1 0 0,1 0 0 0 0,-1 1 0 0 0,1-1 1 0 0,0 0-1 0 0,-1 2 16 0 0,0 0 0 0 0,0-1 0 0 0,0 1 1 0 0,0-1-1 0 0,0 1 0 0 0,0-1 0 0 0,0 1 0 0 0,0 0 1 0 0,-1-1-1 0 0,1 1 0 0 0,-1-1 0 0 0,1 1 0 0 0,-1-1 1 0 0,-1 3-1 0 0,-4 9 149 0 0,-1-1-1 0 0,-1 1 1 0 0,0-1 0 0 0,0-1 0 0 0,-1 1 0 0 0,-1-2-1 0 0,-17 17 1 0 0,-85 60 828 0 0,88-70-921 0 0,-210 144 919 0 0,230-159-1049 0 0,3-1-13 0 0,-1 0 0 0 0,0 0 0 0 0,1 0 0 0 0,-1 0 0 0 0,1 0 0 0 0,0 0 0 0 0,-1 1 0 0 0,1-1 0 0 0,0 0 0 0 0,0 1 0 0 0,0-1 0 0 0,0 1 0 0 0,0-1 0 0 0,0 1 0 0 0,0 0 0 0 0,0-1 0 0 0,1 1 0 0 0,-1 0 0 0 0,0 3 0 0 0,1-4 35 0 0,0 1 0 0 0,0 0-1 0 0,0 0 1 0 0,1 0 0 0 0,-1-1-1 0 0,1 1 1 0 0,-1 0 0 0 0,1-1-1 0 0,-1 1 1 0 0,1 0 0 0 0,0-1-1 0 0,0 1 1 0 0,0-1 0 0 0,0 1-1 0 0,2 2 1 0 0,4 2 125 0 0,-1 0 0 0 0,1 0 0 0 0,0-1-1 0 0,0 0 1 0 0,12 6 0 0 0,-18-10-172 0 0,24 12 186 0 0,0-1 1 0 0,1-1-1 0 0,0-1 0 0 0,38 8 1 0 0,114 16-218 0 0,-106-22-578 0 0,-47-9-932 0 0,-19-3 442 0 0,0 0 0 0 0,0 1 0 0 0,-1 0 0 0 0,1 1 0 0 0,0-1 0 0 0,0 1 0 0 0,5 2 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1788 0 0,'-83'11'13843'0'0,"83"-12"-13724"0"0,0 1-1 0 0,0 0 0 0 0,-1 0 0 0 0,1 0 0 0 0,0 0 0 0 0,-1 0 0 0 0,1 0 1 0 0,0 0-1 0 0,-1 0 0 0 0,1 0 0 0 0,0 0 0 0 0,-1 0 0 0 0,-3 3 1772 0 0,4-2-1772 0 0,-1-1 1 0 0,1 0-1 0 0,0 0 0 0 0,0 1 0 0 0,0-1 0 0 0,0 0 0 0 0,0 1 0 0 0,0-1 1 0 0,0 0-1 0 0,-1 1 0 0 0,1 0 0 0 0,12 10 2005 0 0,23 8-903 0 0,103 37-226 0 0,57 21-3414 0 0,-152-64-3270 0 0,48 9 0 0 0,-58-16-2918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535 120 2212 0 0,'-1'-12'1712'0'0,"0"-4"189"0"0,0 1 1 0 0,-1 0 0 0 0,0 0 0 0 0,-8-23 0 0 0,9 38-1827 0 0,1-1 0 0 0,-1 0 0 0 0,0 0 1 0 0,1 1-1 0 0,-1-1 0 0 0,0 1 0 0 0,0-1 1 0 0,1 1-1 0 0,-1-1 0 0 0,0 1 1 0 0,0-1-1 0 0,0 1 0 0 0,0 0 0 0 0,0-1 1 0 0,0 1-1 0 0,0 0 0 0 0,0 0 0 0 0,0 0 1 0 0,0 0-1 0 0,0 0 0 0 0,0 0 1 0 0,0 0-1 0 0,0 0 0 0 0,1 0 0 0 0,-1 0 1 0 0,0 1-1 0 0,0-1 0 0 0,0 0 0 0 0,-1 1 1 0 0,-28 10 914 0 0,16-3-654 0 0,1 1 0 0 0,0 0 0 0 0,0 1 0 0 0,1 1 0 0 0,1 0 0 0 0,0 0 0 0 0,-10 14 0 0 0,-3 5 420 0 0,-33 60 1 0 0,40-59-508 0 0,1 1 1 0 0,2 0 0 0 0,1 2-1 0 0,1-1 1 0 0,2 1-1 0 0,2 1 1 0 0,1 0-1 0 0,1 0 1 0 0,-1 62-1 0 0,8-81-202 0 0,-1-1 0 0 0,2 1 0 0 0,0-1-1 0 0,1 0 1 0 0,0 0 0 0 0,7 18 0 0 0,-8-28-35 0 0,0 0 0 0 0,0 0 0 0 0,0 0 0 0 0,1 0 1 0 0,0 0-1 0 0,0-1 0 0 0,0 1 0 0 0,0-1 0 0 0,1 0 1 0 0,-1 0-1 0 0,1 0 0 0 0,0-1 0 0 0,1 1 0 0 0,-1-1 1 0 0,0 0-1 0 0,1 0 0 0 0,0-1 0 0 0,0 1 0 0 0,0-1 1 0 0,7 3-1 0 0,-7-5-10 0 0,-1 1 1 0 0,1-1-1 0 0,0 0 1 0 0,-1 0-1 0 0,1 0 1 0 0,0-1 0 0 0,-1 0-1 0 0,1 1 1 0 0,-1-2-1 0 0,1 1 1 0 0,-1 0-1 0 0,0-1 1 0 0,1 0-1 0 0,-1 0 1 0 0,4-3-1 0 0,2-1 1 0 0,-1 0-1 0 0,1-1 0 0 0,-1 0 1 0 0,13-14-1 0 0,-11 9 0 0 0,-1 0 0 0 0,0 0 0 0 0,10-17 0 0 0,-18 26-5 0 0,0 0 0 0 0,0 0-1 0 0,0-1 1 0 0,-1 1 0 0 0,1-1 0 0 0,-1 0 0 0 0,0 1 0 0 0,0-1 0 0 0,0 0 0 0 0,-1 0-1 0 0,1 0 1 0 0,-1 0 0 0 0,0 1 0 0 0,0-1 0 0 0,0 0 0 0 0,-1 0 0 0 0,1 0 0 0 0,-2-5 0 0 0,0 6-2 0 0,1 0 1 0 0,-1 1 0 0 0,0-1 0 0 0,0 1 0 0 0,0-1-1 0 0,0 1 1 0 0,0 0 0 0 0,0 0 0 0 0,-1 0 0 0 0,1 0-1 0 0,-1 0 1 0 0,0 0 0 0 0,1 1 0 0 0,-1-1 0 0 0,0 1-1 0 0,0 0 1 0 0,0 0 0 0 0,-3-1 0 0 0,-9-2-55 0 0,0 0-1 0 0,-22-1 1 0 0,26 4-20 0 0,-26-3-1022 0 0,-1 1 1 0 0,-72 6-1 0 0,-13 12-9273 0 0,91-10 2829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1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 1500 0 0,'0'0'644'0'0,"-11"-6"-1320"0"0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4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37 260 0 0,'-5'-7'8567'0'0,"-5"2"-5307"0"0,9 5-3216 0 0,1 0-1 0 0,-1 0 1 0 0,1 0 0 0 0,-1 0-1 0 0,0-1 1 0 0,1 1 0 0 0,-1 0-1 0 0,1 0 1 0 0,-1-1 0 0 0,1 1 0 0 0,-1 0-1 0 0,1 0 1 0 0,-1-1 0 0 0,1 1-1 0 0,-1-1 1 0 0,1 1 0 0 0,-1 0-1 0 0,1-1 1 0 0,-1 1 0 0 0,1-1 0 0 0,0 1-1 0 0,-1-1 1 0 0,1 1 0 0 0,0-1-1 0 0,-1 1 1 0 0,1-1 0 0 0,0 0 0 0 0,0 1-1 0 0,0-1 1 0 0,0 1 0 0 0,-1-1-1 0 0,1 0 1 0 0,0 1 0 0 0,0-1-1 0 0,0 1 1 0 0,0-1 0 0 0,0 0 0 0 0,1 0-1 0 0,-1-1-27 0 0,3 1-14 0 0,0 0-2 0 0,1 0 0 0 0,-1 1 0 0 0,1-1 0 0 0,-1 0 0 0 0,1 1 0 0 0,-1 0 0 0 0,1 0 0 0 0,0 0 0 0 0,-1 0 0 0 0,1 1 0 0 0,-1-1 0 0 0,1 1 0 0 0,-1 0 0 0 0,1 0 0 0 0,-1 0 0 0 0,0 0 0 0 0,1 1 0 0 0,-1 0 0 0 0,0-1 0 0 0,0 1 0 0 0,0 0 0 0 0,0 0 0 0 0,0 1 0 0 0,-1-1 0 0 0,1 1 0 0 0,-1-1 0 0 0,1 1 0 0 0,-1 0 0 0 0,0 0 0 0 0,0 0 0 0 0,0 0 0 0 0,1 4 0 0 0,3 3 0 0 0,-2 0-1 0 0,1 1 0 0 0,-1 0 0 0 0,-1-1 0 0 0,0 1 0 0 0,-1 0 0 0 0,0 1 0 0 0,0-1 0 0 0,-1 15 1 0 0,-2-4 0 0 0,-1 1 0 0 0,-2-1 0 0 0,0-1 0 0 0,-1 1 0 0 0,-1 0 0 0 0,-1-1 0 0 0,-1-1 0 0 0,-1 1 0 0 0,-19 32 0 0 0,-7 4 53 0 0,-82 99 0 0 0,78-111-22 0 0,-65 59-1 0 0,-54 28 353 0 0,79-67 153 0 0,78-64-528 0 0,-1 0 6 0 0,-1 1 1 0 0,1-1-1 0 0,0 1 1 0 0,0 0-1 0 0,0 0 1 0 0,1 0-1 0 0,-1 0 1 0 0,0 0 0 0 0,1 0-1 0 0,-1 0 1 0 0,1 0-1 0 0,0 1 1 0 0,0-1-1 0 0,0 0 1 0 0,0 1-1 0 0,-1 3 1 0 0,2-5-10 0 0,0-1-1 0 0,1 1 1 0 0,-1 0 0 0 0,0-1-1 0 0,1 1 1 0 0,-1-1 0 0 0,1 1-1 0 0,-1-1 1 0 0,1 0 0 0 0,-1 1-1 0 0,1-1 1 0 0,-1 1 0 0 0,1-1-1 0 0,-1 0 1 0 0,1 1 0 0 0,-1-1-1 0 0,1 0 1 0 0,-1 0 0 0 0,1 1-1 0 0,0-1 1 0 0,-1 0 0 0 0,1 0-1 0 0,0 0 1 0 0,-1 0 0 0 0,1 0-1 0 0,0 0 1 0 0,0 0 0 0 0,18 1 25 0 0,-18-1-30 0 0,41-3 43 0 0,-1-1 0 0 0,1-2-1 0 0,64-19 1 0 0,-46 11-10 0 0,23-5-219 0 0,115-27 421 0 0,-68 9-3884 0 0,-96 25-1271 0 0,-18 5 337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49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54 1992 0 0,'-33'-45'9048'0'0,"35"42"-8434"0"0,-2 3-594 0 0,0 0-1 0 0,0 0 1 0 0,0-1-1 0 0,0 1 1 0 0,0 0 0 0 0,0 0-1 0 0,0-1 1 0 0,0 1-1 0 0,0 0 1 0 0,1 0 0 0 0,-1 0-1 0 0,0-1 1 0 0,0 1-1 0 0,0 0 1 0 0,0 0-1 0 0,0 0 1 0 0,0 0 0 0 0,0-1-1 0 0,1 1 1 0 0,-1 0-1 0 0,0 0 1 0 0,0 0 0 0 0,0 0-1 0 0,0 0 1 0 0,1-1-1 0 0,-1 1 1 0 0,0 0-1 0 0,0 0 1 0 0,0 0 0 0 0,1 0-1 0 0,-1 0 1 0 0,0 0-1 0 0,0 0 1 0 0,0 0 0 0 0,1 0-1 0 0,-1 0 1 0 0,0 0-1 0 0,0 0 1 0 0,1 0-1 0 0,-1 0 1 0 0,0 0 0 0 0,0 0-1 0 0,1 0 1 0 0,3 0 51 0 0,1 1 0 0 0,0 0 0 0 0,0 0 0 0 0,-1 0 0 0 0,1 1 0 0 0,0-1 0 0 0,-1 1 0 0 0,0 0 1 0 0,1 0-1 0 0,-1 1 0 0 0,0-1 0 0 0,0 1 0 0 0,0 0 0 0 0,0 0 0 0 0,4 5 0 0 0,-4-3-20 0 0,1 1 0 0 0,-1 0-1 0 0,0 0 1 0 0,-1 0 0 0 0,0 0 0 0 0,0 1 0 0 0,0-1-1 0 0,0 1 1 0 0,2 12 0 0 0,-3-6 48 0 0,0 0 0 0 0,0 0 1 0 0,-1 0-1 0 0,-1 1 0 0 0,0-1 0 0 0,-1 0 0 0 0,0 0 1 0 0,-1 1-1 0 0,-1-1 0 0 0,0 0 0 0 0,-5 13 0 0 0,6-22-56 0 0,-7 20 334 0 0,0-1 0 0 0,-2 0 0 0 0,-25 39 0 0 0,215-252 348 0 0,-55 64-753 0 0,-107 109 35 0 0,-10 11-9 0 0,-1-1 1 0 0,0 0-1 0 0,11-15 0 0 0,-16 20-3 0 0,-22 15-9 0 0,9-1 15 0 0,0 2 0 0 0,1 0 1 0 0,0 0-1 0 0,1 1 0 0 0,1 0 1 0 0,1 1-1 0 0,-9 19 0 0 0,14-26 1 0 0,1-1-1 0 0,-1 0 1 0 0,1 1-1 0 0,1 0 1 0 0,-1-1-1 0 0,2 1 1 0 0,-1 11-1 0 0,1-15 0 0 0,1 0-1 0 0,0 1 0 0 0,0-1 0 0 0,0 0 1 0 0,0 0-1 0 0,1 0 0 0 0,0 0 0 0 0,0 0 1 0 0,0 0-1 0 0,0-1 0 0 0,1 1 0 0 0,6 7 1 0 0,-4-7 4 0 0,0 0 0 0 0,0-1 0 0 0,1 0 0 0 0,0 0 1 0 0,-1 0-1 0 0,1-1 0 0 0,1 1 0 0 0,-1-1 0 0 0,0-1 0 0 0,1 0 1 0 0,-1 1-1 0 0,1-2 0 0 0,0 1 0 0 0,0-1 0 0 0,0 0 1 0 0,12 0-1 0 0,11-1-273 0 0,0-1 0 0 0,42-7 1 0 0,37-11-2445 0 0,-39 0-2846 0 0,-29 4-659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49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82 1920 0 0,'-96'0'13254'0'0,"108"5"-11639"0"0,35-8-1014 0 0,1-2-1 0 0,91-23 1 0 0,-48 9-1628 0 0,-28 5-2029 0 0,-22 3-3257 0 0,-25 5 522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49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19 2472 0 0,'-49'-18'10156'0'0,"47"18"-9397"0"0,-2 0 406 0 0,3 0-1102 0 0,1 0 0 0 0,-1 0 0 0 0,1 0 0 0 0,-1 0 0 0 0,1 0 0 0 0,-1 0 0 0 0,1 0 0 0 0,-1 0 0 0 0,1 0 0 0 0,-1 0-1 0 0,1 0 1 0 0,-1 0 0 0 0,1 1 0 0 0,-1-1 0 0 0,1 0 0 0 0,-1 0 0 0 0,1 0 0 0 0,0 1 0 0 0,-1-1 0 0 0,1 0 0 0 0,-1 1 0 0 0,1-1-1 0 0,-3 6 344 0 0,1-1-1 0 0,0 1 1 0 0,1-1-1 0 0,-1 1 1 0 0,1 0-1 0 0,0-1 1 0 0,1 1-1 0 0,-1 6 1 0 0,2 55 907 0 0,0-47-1016 0 0,1 101 406 0 0,11 148-1062 0 0,-11-256-281 0 0,9 53-2092 0 0,2-25-5959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23 133 1736 0 0,'-12'-43'8995'0'0,"2"4"-4207"0"0,10 38-4743 0 0,0 0 0 0 0,0 0 0 0 0,0 0 0 0 0,0 0-1 0 0,1 0 1 0 0,-1 0 0 0 0,0 0 0 0 0,1 0-1 0 0,-1 0 1 0 0,0 1 0 0 0,1-1 0 0 0,-1 0-1 0 0,1 0 1 0 0,0 0 0 0 0,-1 0 0 0 0,1 1 0 0 0,-1-1-1 0 0,1 0 1 0 0,0 1 0 0 0,0-1 0 0 0,-1 0-1 0 0,2 0 1 0 0,19-12 282 0 0,-12 10-287 0 0,0-1 1 0 0,0 2-1 0 0,0-1 0 0 0,0 2 0 0 0,0-1 0 0 0,1 1 1 0 0,-1 0-1 0 0,0 1 0 0 0,1 0 0 0 0,-1 1 1 0 0,0-1-1 0 0,1 2 0 0 0,-1 0 0 0 0,0 0 0 0 0,0 0 1 0 0,14 7-1 0 0,-17-7-37 0 0,-1 0-1 0 0,0 1 1 0 0,0 0 0 0 0,0 0 0 0 0,0 0-1 0 0,-1 0 1 0 0,1 1 0 0 0,-1 0 0 0 0,0 0-1 0 0,0 0 1 0 0,0 0 0 0 0,-1 1 0 0 0,1-1-1 0 0,-1 1 1 0 0,0 0 0 0 0,0 0 0 0 0,-1 0-1 0 0,0 1 1 0 0,0-1 0 0 0,0 1 0 0 0,0-1-1 0 0,-1 1 1 0 0,0-1 0 0 0,0 1 0 0 0,0 0-1 0 0,-1-1 1 0 0,-1 13 0 0 0,0-7 4 0 0,-1 1 0 0 0,-1-1 0 0 0,0 0 0 0 0,0 0 1 0 0,-1 0-1 0 0,-1 0 0 0 0,0-1 0 0 0,0 0 0 0 0,-1 0 0 0 0,-7 10 0 0 0,-11 12 29 0 0,-46 45-1 0 0,13-15 11 0 0,1-1 224 0 0,55-60-162 0 0,1 0-97 0 0,1-1 0 0 0,0 1 0 0 0,-1-1 0 0 0,1 1 0 0 0,0-1-1 0 0,-1 0 1 0 0,1 1 0 0 0,0-1 0 0 0,0 0 0 0 0,-1 1 0 0 0,1-1 0 0 0,0 0-1 0 0,0 0 1 0 0,0 0 0 0 0,0 0 0 0 0,-1 0 0 0 0,1 0 0 0 0,0 0-1 0 0,0 0 1 0 0,0 0 0 0 0,-1 0 0 0 0,1-1 0 0 0,0 1 0 0 0,0 0 0 0 0,0 0-1 0 0,0-1 1 0 0,7 0 75 0 0,16-1 10 0 0,1 1 1 0 0,0 1-1 0 0,42 6 0 0 0,-54-4-61 0 0,1 2 0 0 0,-1-1 0 0 0,1 1 0 0 0,-1 1 0 0 0,-1 1-1 0 0,1-1 1 0 0,-1 2 0 0 0,17 11 0 0 0,-18-10 20 0 0,0 0 1 0 0,-1 0 0 0 0,0 1-1 0 0,0 1 1 0 0,-1 0 0 0 0,-1 0-1 0 0,10 14 1 0 0,-15-18 77 0 0,1 0 0 0 0,-1 0 0 0 0,-1 0 0 0 0,1 1 0 0 0,-1-1 0 0 0,0 1 1 0 0,0-1-1 0 0,-1 1 0 0 0,0 0 0 0 0,0 0 0 0 0,-1 0 0 0 0,0-1 0 0 0,0 1 0 0 0,0 0 0 0 0,-4 13 0 0 0,1-8 79 0 0,-1 0-1 0 0,0 0 1 0 0,-1-1-1 0 0,0 1 1 0 0,-1-1 0 0 0,0 0-1 0 0,-1-1 1 0 0,0 1-1 0 0,-1-1 1 0 0,0-1-1 0 0,-1 1 1 0 0,1-1 0 0 0,-2-1-1 0 0,1 0 1 0 0,-22 14-1 0 0,20-16-119 0 0,1 0-1 0 0,-1 0 1 0 0,0-1-1 0 0,0 0 1 0 0,0-1-1 0 0,-1 0 1 0 0,1-1-1 0 0,-1 0 1 0 0,0-1-1 0 0,0 0 1 0 0,0-1-1 0 0,0-1 1 0 0,0 0-1 0 0,-1 0 1 0 0,1-1-1 0 0,-20-4 0 0 0,27 3-142 0 0,0 1-1 0 0,-1-1 0 0 0,1 0 1 0 0,0-1-1 0 0,0 1 0 0 0,0-1 1 0 0,0 0-1 0 0,1 0 0 0 0,-1-1 1 0 0,1 1-1 0 0,0-1 0 0 0,0 0 1 0 0,0 0-1 0 0,0-1 0 0 0,-5-7 1 0 0,8 9-198 0 0,-1 0 1 0 0,1 0 0 0 0,0 0 0 0 0,-1 0-1 0 0,2 0 1 0 0,-1-1 0 0 0,0 1 0 0 0,1 0-1 0 0,-1 0 1 0 0,1-1 0 0 0,0 1 0 0 0,0 0-1 0 0,0-1 1 0 0,0 1 0 0 0,1 0-1 0 0,0 0 1 0 0,-1-1 0 0 0,1 1 0 0 0,0 0-1 0 0,0 0 1 0 0,1 0 0 0 0,-1 0 0 0 0,1 0-1 0 0,-1 0 1 0 0,1 0 0 0 0,0 1 0 0 0,3-4-1 0 0,5-5-2861 0 0,0 0-1 0 0,19-15 0 0 0,-9 8-4177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0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2164 0 0,'-3'1'690'0'0,"0"1"-1"0"0,0-1 0 0 0,0 1 0 0 0,0 0 1 0 0,0 0-1 0 0,0 0 0 0 0,0 0 1 0 0,0 0-1 0 0,1 1 0 0 0,-5 4 1 0 0,5-4-377 0 0,1 0 0 0 0,0 0 1 0 0,-1 0-1 0 0,1 1 0 0 0,0-1 1 0 0,1 0-1 0 0,-1 1 0 0 0,0-1 1 0 0,1 0-1 0 0,0 1 0 0 0,0 5 1 0 0,0 0-100 0 0,1-1 0 0 0,0 1 1 0 0,0-1-1 0 0,1 1 0 0 0,0-1 1 0 0,0 0-1 0 0,1 0 0 0 0,0 0 1 0 0,1 0-1 0 0,0 0 0 0 0,0-1 1 0 0,0 0-1 0 0,1 0 0 0 0,0 0 1 0 0,0 0-1 0 0,1-1 0 0 0,0 0 1 0 0,8 7-1 0 0,-6-7-168 0 0,1 1-1 0 0,0-1 1 0 0,0-1 0 0 0,0 1-1 0 0,1-2 1 0 0,0 1 0 0 0,0-1-1 0 0,0-1 1 0 0,1 0 0 0 0,-1 0-1 0 0,1-1 1 0 0,-1 0 0 0 0,22 0-1 0 0,-17-2-20 0 0,-1-1 0 0 0,1-1 0 0 0,-1 1 0 0 0,1-2 0 0 0,-1 0 0 0 0,0-1 0 0 0,0-1 0 0 0,21-9 0 0 0,-29 11-25 0 0,0 0-1 0 0,0-1 0 0 0,-1 0 0 0 0,1 1 0 0 0,-1-2 0 0 0,0 1 0 0 0,0-1 0 0 0,-1 1 0 0 0,1-1 0 0 0,-1 0 0 0 0,0-1 0 0 0,0 1 0 0 0,-1-1 0 0 0,0 0 0 0 0,0 0 0 0 0,0 0 0 0 0,-1 0 0 0 0,1 0 1 0 0,-2-1-1 0 0,3-12 0 0 0,-2 11-36 0 0,-1 0 1 0 0,-1 1-1 0 0,0-1 1 0 0,-1-15 0 0 0,1 20-2 0 0,-1 4-27 0 0,0-1 63 0 0,0 0 0 0 0,1 1 1 0 0,-1-1-1 0 0,0 1 0 0 0,0-1 0 0 0,0 1 0 0 0,1-1 0 0 0,-1 1 0 0 0,0 0 1 0 0,1-1-1 0 0,-1 1 0 0 0,0 0 0 0 0,1-1 0 0 0,-1 1 0 0 0,1 0 0 0 0,-1 0 1 0 0,1 0-1 0 0,0-1 0 0 0,-1 1 0 0 0,1 0 0 0 0,0 0 0 0 0,-1 2 0 0 0,-4 26 10 0 0,4-21-12 0 0,-20 213-41 0 0,15-128 37 0 0,-8 230 102 0 0,-3 39 356 0 0,13-318 158 0 0,-17 72-1 0 0,18-104-441 0 0,0 0 1 0 0,-1 0-1 0 0,0 0 0 0 0,-1 0 0 0 0,-1-1 0 0 0,0 0 0 0 0,0 0 0 0 0,-1-1 0 0 0,0 1 0 0 0,-15 14 0 0 0,18-21-127 0 0,1-1 0 0 0,-1 0 0 0 0,0 0-1 0 0,-1-1 1 0 0,1 1 0 0 0,0-1 0 0 0,-1 0-1 0 0,1 0 1 0 0,-1 0 0 0 0,0 0 0 0 0,0-1-1 0 0,0 0 1 0 0,-6 1 0 0 0,3-2-13 0 0,1 0 0 0 0,-1 0 0 0 0,1-1 0 0 0,-1 0 0 0 0,0 0 1 0 0,1 0-1 0 0,-14-6 0 0 0,-2-2-28 0 0,1-2 0 0 0,0 0 0 0 0,1-2 0 0 0,-25-18 0 0 0,36 24-149 0 0,0 0 0 0 0,1-1-1 0 0,0 0 1 0 0,1-1-1 0 0,0 0 1 0 0,0 0-1 0 0,1-1 1 0 0,0 0 0 0 0,-10-19-1 0 0,13 21-306 0 0,1-1-1 0 0,0 1 1 0 0,0-1 0 0 0,1 1 0 0 0,0-1-1 0 0,1 0 1 0 0,0 0 0 0 0,0 0-1 0 0,1 0 1 0 0,0 0 0 0 0,1 1-1 0 0,0-1 1 0 0,4-17 0 0 0,20-53-5998 0 0,-6 32 871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23 137 2876 0 0,'-23'-7'16453'0'0,"26"6"-16189"0"0,22-9 115 0 0,47-10 0 0 0,-6 2-459 0 0,92-34-3578 0 0,-94 31-3874 0 0,-44 14 855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1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2188 0 0,'-28'19'2858'0'0,"19"-13"-1787"0"0,-1 0 0 0 0,1 0 0 0 0,0 1 0 0 0,1 0 0 0 0,0 1 0 0 0,0 0 0 0 0,-9 11 1 0 0,16-18-1000 0 0,1 0 1 0 0,-1-1-1 0 0,1 1 1 0 0,-1 0-1 0 0,1 0 1 0 0,-1 0-1 0 0,1-1 1 0 0,0 1-1 0 0,-1 0 1 0 0,1 0-1 0 0,0 0 1 0 0,0 0-1 0 0,-1 0 1 0 0,1-1-1 0 0,0 1 1 0 0,0 0-1 0 0,0 0 1 0 0,0 0 0 0 0,0 0-1 0 0,0 0 1 0 0,0 0-1 0 0,1 0 1 0 0,-1 0-1 0 0,0-1 1 0 0,0 1-1 0 0,1 0 1 0 0,-1 0-1 0 0,0 0 1 0 0,1 0-1 0 0,-1-1 1 0 0,1 1-1 0 0,-1 0 1 0 0,1 0-1 0 0,0-1 1 0 0,-1 1-1 0 0,1 0 1 0 0,-1-1-1 0 0,1 1 1 0 0,0-1 0 0 0,0 1-1 0 0,-1-1 1 0 0,1 1-1 0 0,0-1 1 0 0,0 0-1 0 0,0 1 1 0 0,0-1-1 0 0,0 0 1 0 0,-1 1-1 0 0,1-1 1 0 0,2 0-1 0 0,5 1 4 0 0,0 1 1 0 0,0-2-1 0 0,1 1 0 0 0,10-2 0 0 0,-18 1-58 0 0,141-13-3019 0 0,-2-13-4054 0 0,-74 12 1803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608 22 2684 0 0,'-6'-3'1151'0'0,"0"-1"0"0"0,-1 2 0 0 0,0-1-1 0 0,1 1 1 0 0,-1 0 0 0 0,0 0 0 0 0,0 0 0 0 0,-12 0 0 0 0,13 3-856 0 0,1-1 0 0 0,0 1 0 0 0,-1 0 0 0 0,1 0 0 0 0,0 1 0 0 0,0 0 0 0 0,0 0 0 0 0,0 0 0 0 0,0 0 0 0 0,1 1 0 0 0,-1 0 0 0 0,-5 4 0 0 0,-29 23 844 0 0,2 2-1 0 0,1 2 1 0 0,2 1 0 0 0,1 1-1 0 0,-33 50 1 0 0,29-38-279 0 0,3 1-1 0 0,2 2 1 0 0,-48 103 0 0 0,72-135-706 0 0,2 1-1 0 0,0 0 1 0 0,1 1-1 0 0,1-1 1 0 0,0 1 0 0 0,0 27-1 0 0,4-34-73 0 0,1 0 0 0 0,0 0 0 0 0,1 0 0 0 0,0 0 0 0 0,1-1 0 0 0,1 1-1 0 0,0-1 1 0 0,1 0 0 0 0,0 0 0 0 0,11 18 0 0 0,-8-19-62 0 0,0 0 0 0 0,0-1 0 0 0,1 0 0 0 0,0-1 0 0 0,1 0 1 0 0,0 0-1 0 0,1-1 0 0 0,0 0 0 0 0,0-1 0 0 0,1 0 0 0 0,0-1 0 0 0,0-1 0 0 0,1 0 0 0 0,0 0 0 0 0,0-1 0 0 0,0-1 0 0 0,1 0 1 0 0,0-1-1 0 0,-1 0 0 0 0,1-1 0 0 0,0-1 0 0 0,0 0 0 0 0,0-1 0 0 0,0 0 0 0 0,0-1 0 0 0,0-1 0 0 0,0 0 0 0 0,0-1 1 0 0,-1-1-1 0 0,1 0 0 0 0,-1 0 0 0 0,0-2 0 0 0,0 1 0 0 0,-1-2 0 0 0,0 0 0 0 0,0 0 0 0 0,0-1 0 0 0,14-13 0 0 0,-17 13-19 0 0,-1-1 0 0 0,0 0 0 0 0,-1 0-1 0 0,0 0 1 0 0,0-1 0 0 0,-1 0 0 0 0,-1 0 0 0 0,0-1-1 0 0,0 0 1 0 0,6-19 0 0 0,-10 25-8 0 0,0 0 1 0 0,0-1 0 0 0,0 1-1 0 0,0 0 1 0 0,-1 0-1 0 0,0-1 1 0 0,0 1 0 0 0,0 0-1 0 0,-1-1 1 0 0,0 1-1 0 0,0 0 1 0 0,0 0 0 0 0,-1 0-1 0 0,1 0 1 0 0,-1 0-1 0 0,0 0 1 0 0,-1 0 0 0 0,1 0-1 0 0,-1 1 1 0 0,0-1-1 0 0,0 1 1 0 0,-1 0 0 0 0,1 0-1 0 0,-1 0 1 0 0,-6-5-1 0 0,3 4-161 0 0,1 1 0 0 0,-1 0 0 0 0,1 0 0 0 0,-1 0 0 0 0,0 1 0 0 0,0 0 0 0 0,-1 1-1 0 0,1 0 1 0 0,-1 0 0 0 0,-10-2 0 0 0,5 3-283 0 0,0 0 0 0 0,0 1 0 0 0,0 0 0 0 0,-1 1 0 0 0,-18 4 1 0 0,-1 3-1335 0 0,0 2 1 0 0,0 1 0 0 0,-53 27 0 0 0,4 3-4272 0 0,-4 9-3322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3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84 656 0 0,'4'-12'3252'0'0,"0"1"-1908"0"0,-1 4-602 0 0,0-1 0 0 0,0 1 0 0 0,6-11 0 0 0,-8 17-698 0 0,0-1-1 0 0,0 1 1 0 0,0-1 0 0 0,0 1-1 0 0,0 0 1 0 0,0 0 0 0 0,0 0-1 0 0,0-1 1 0 0,1 1 0 0 0,-1 0-1 0 0,0 1 1 0 0,1-1 0 0 0,-1 0 0 0 0,1 0-1 0 0,-1 0 1 0 0,1 1 0 0 0,-1-1-1 0 0,1 1 1 0 0,-1-1 0 0 0,1 1-1 0 0,0 0 1 0 0,-1 0 0 0 0,1 0-1 0 0,1 0 1 0 0,1 0-33 0 0,-1 1-1 0 0,1 0 0 0 0,-1-1 1 0 0,1 2-1 0 0,-1-1 0 0 0,1 0 1 0 0,-1 1-1 0 0,0-1 1 0 0,0 1-1 0 0,0 0 0 0 0,0 0 1 0 0,0 0-1 0 0,4 5 0 0 0,-2-2 6 0 0,0 1 0 0 0,0 0 0 0 0,-1 0 0 0 0,0 0 0 0 0,0 1 0 0 0,4 8 0 0 0,-2 2 20 0 0,0-1 0 0 0,-1 1 1 0 0,0 0-1 0 0,-1 1 0 0 0,1 17 0 0 0,-4-12 84 0 0,-1-1 1 0 0,-1 1-1 0 0,0-1 0 0 0,-2 1 0 0 0,-1-1 0 0 0,-1 0 0 0 0,0 0 0 0 0,-2 0 1 0 0,0-1-1 0 0,-2 0 0 0 0,0-1 0 0 0,-1 0 0 0 0,-2 0 0 0 0,-20 28 0 0 0,32-47-108 0 0,0-1 0 0 0,0 1 0 0 0,0-1 0 0 0,-1 0 0 0 0,1 1 0 0 0,0-1-1 0 0,0 1 1 0 0,0-1 0 0 0,-1 0 0 0 0,1 1 0 0 0,0-1 0 0 0,-1 1 0 0 0,1-1 0 0 0,0 0-1 0 0,-1 1 1 0 0,1-1 0 0 0,0 0 0 0 0,-1 0 0 0 0,1 1 0 0 0,0-1 0 0 0,-1 0-1 0 0,1 0 1 0 0,-1 0 0 0 0,1 1 0 0 0,-1-1 0 0 0,1 0 0 0 0,-1 0 0 0 0,1 0-1 0 0,0 0 1 0 0,-1 0 0 0 0,1 0 0 0 0,-1 0 0 0 0,1 0 0 0 0,-1 0 0 0 0,1 0 0 0 0,-1 0-1 0 0,1 0 1 0 0,-1 0 0 0 0,1-1 0 0 0,0 1 0 0 0,-1 0 0 0 0,1 0 0 0 0,-1 0-1 0 0,1-1 1 0 0,0 1 0 0 0,-1 0 0 0 0,1 0 0 0 0,-1-1 0 0 0,1 0-8 0 0,-1 0 0 0 0,1 0 0 0 0,0 1 0 0 0,0-1 0 0 0,-1 0 0 0 0,1 0 0 0 0,0 0 0 0 0,0 0 1 0 0,0 0-1 0 0,0 1 0 0 0,0-1 0 0 0,0 0 0 0 0,0 0 0 0 0,1 0 0 0 0,-1 0 0 0 0,0 0 0 0 0,0 1 0 0 0,1-2 0 0 0,-1 1 3 0 0,6-19 12 0 0,0 0 1 0 0,1 0 0 0 0,1 1-1 0 0,1 0 1 0 0,1 0 0 0 0,18-26-1 0 0,-7 12-30 0 0,1 1 0 0 0,2 2 0 0 0,1 0 0 0 0,1 1 0 0 0,1 2 0 0 0,56-44 0 0 0,-70 62-123 0 0,1 0 0 0 0,23-12-1 0 0,-35 20 111 0 0,-2 1-39 0 0,1 0 61 0 0,-1 0 0 0 0,1 0 0 0 0,-1 1 0 0 0,0-1-1 0 0,1 0 1 0 0,-1 0 0 0 0,1 0 0 0 0,-1 1 0 0 0,0-1 0 0 0,1 0 0 0 0,-1 1-1 0 0,1-1 1 0 0,-1 0 0 0 0,0 1 0 0 0,1-1 0 0 0,-1 0 0 0 0,0 1-1 0 0,0-1 1 0 0,1 0 0 0 0,-1 1 0 0 0,0-1 0 0 0,0 1 0 0 0,0-1-1 0 0,0 1 1 0 0,1-1 0 0 0,-1 1 0 0 0,0-1 0 0 0,0 0 0 0 0,0 1 0 0 0,0-1-1 0 0,0 1 1 0 0,0-1 0 0 0,0 1 0 0 0,0-1 0 0 0,0 1 0 0 0,0-1-1 0 0,0 1 1 0 0,-1-1 0 0 0,1 1 0 0 0,0-1 0 0 0,0 0 0 0 0,0 1-1 0 0,-1-1 1 0 0,1 1 0 0 0,-10 23-3 0 0,10-22-9 0 0,-67 165-11 0 0,59-143 21 0 0,2 1 0 0 0,0 0-1 0 0,2 0 1 0 0,1 0-1 0 0,0 28 1 0 0,3-47 2 0 0,0 1 0 0 0,1 0 1 0 0,0-1-1 0 0,0 1 0 0 0,1-1 0 0 0,2 9 1 0 0,-3-12 0 0 0,1 0 1 0 0,-1 0 0 0 0,0-1 0 0 0,1 1 0 0 0,0 0 0 0 0,-1-1 0 0 0,1 1 0 0 0,0-1 0 0 0,1 1 0 0 0,-1-1-1 0 0,0 0 1 0 0,1 0 0 0 0,-1 0 0 0 0,3 2 0 0 0,0-3 7 0 0,0 0 0 0 0,-1 0 0 0 0,1-1 0 0 0,0 1 0 0 0,0-1 0 0 0,0 0 0 0 0,-1 0 0 0 0,1-1 0 0 0,0 1 1 0 0,0-1-1 0 0,-1 0 0 0 0,7-3 0 0 0,-5 3-16 0 0,13-4-353 0 0,1-1-1 0 0,23-11 1 0 0,8-10-4713 0 0,-39 18 1915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4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41 1624 0 0,'-50'-2'7303'0'0,"47"2"-6800"0"0,1 0-71 0 0,-11 2 530 0 0,3 0-362 0 0,14-1-576 0 0,1 0 1 0 0,0-1 0 0 0,0 1-1 0 0,-1-1 1 0 0,1 0 0 0 0,0-1-1 0 0,0 1 1 0 0,0-1 0 0 0,5-1-1 0 0,49-17 200 0 0,-45 14-756 0 0,0 1 1 0 0,20-5-1 0 0,-14 4-1870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4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34 105 136 0 0,'-33'41'9593'0'0,"33"-40"-9566"0"0,0-1 0 0 0,0 0 0 0 0,0 0 1 0 0,0 1-1 0 0,0-1 0 0 0,0 0 0 0 0,0 0 0 0 0,0 0 1 0 0,0 1-1 0 0,0-1 0 0 0,0 0 0 0 0,0 0 0 0 0,0 0 0 0 0,0 1 1 0 0,0-1-1 0 0,0 0 0 0 0,1 0 0 0 0,-1 0 0 0 0,0 1 0 0 0,0-1 1 0 0,0 0-1 0 0,0 0 0 0 0,0 0 0 0 0,1 0 0 0 0,-1 1 1 0 0,0-1-1 0 0,0 0 0 0 0,0 0 0 0 0,1 0 0 0 0,-1 0 0 0 0,0 0 1 0 0,0 0-1 0 0,0 0 0 0 0,1 0 0 0 0,-1 0 0 0 0,0 0 1 0 0,0 1-1 0 0,0-1 0 0 0,1 0 0 0 0,-1 0 0 0 0,0 0 0 0 0,0 0 1 0 0,0 0-1 0 0,1-1 0 0 0,-1 1 0 0 0,0 0 0 0 0,0 0 0 0 0,1 0 1 0 0,15 2 547 0 0,-14-1-613 0 0,17-5 165 0 0,0-1 0 0 0,0-1 0 0 0,0 0 0 0 0,-1-1 0 0 0,25-14 0 0 0,1 1-458 0 0,98-47-5593 0 0,-109 48 2223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4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37 92 0 0,'-10'-7'5277'0'0,"7"6"-4656"0"0,0 0 0 0 0,0 0 0 0 0,0 1 0 0 0,-1-1 0 0 0,1 1 0 0 0,0 0 0 0 0,-6 0 0 0 0,7 1-511 0 0,-1-1 0 0 0,1 1 1 0 0,0 0-1 0 0,0 0 0 0 0,0 0 0 0 0,0 0 0 0 0,0 0 0 0 0,0 1 1 0 0,0-1-1 0 0,0 1 0 0 0,0-1 0 0 0,0 1 0 0 0,1 0 1 0 0,-1-1-1 0 0,1 1 0 0 0,-1 0 0 0 0,1 0 0 0 0,-3 4 0 0 0,-3 7 85 0 0,1 0-1 0 0,0 1 0 0 0,1-1 0 0 0,0 1 1 0 0,1 0-1 0 0,1 0 0 0 0,0 1 0 0 0,1-1 1 0 0,-1 16-1 0 0,2-17-149 0 0,1 1 0 0 0,1-1 1 0 0,0 1-1 0 0,0-1 0 0 0,1 0 1 0 0,1 0-1 0 0,0 0 0 0 0,1 0 1 0 0,11 25-1 0 0,-11-31-23 0 0,0 0 1 0 0,1 0-1 0 0,0-1 0 0 0,0 1 1 0 0,1-1-1 0 0,-1 0 0 0 0,1 0 1 0 0,0-1-1 0 0,1 0 0 0 0,-1 0 0 0 0,1 0 1 0 0,0-1-1 0 0,1 0 0 0 0,-1 0 1 0 0,1-1-1 0 0,7 3 0 0 0,-9-5-10 0 0,1 1-1 0 0,-1-1 1 0 0,0 0-1 0 0,1 0 1 0 0,-1-1-1 0 0,0 0 1 0 0,1 0-1 0 0,-1 0 1 0 0,0-1 0 0 0,1 0-1 0 0,-1 0 1 0 0,0 0-1 0 0,0-1 1 0 0,1 0-1 0 0,-1-1 1 0 0,-1 1-1 0 0,1-1 1 0 0,0 0-1 0 0,-1 0 1 0 0,1-1-1 0 0,5-5 1 0 0,-4 3-8 0 0,0-2 0 0 0,-1 1 0 0 0,0-1 0 0 0,0 1 0 0 0,-1-2 0 0 0,1 1 0 0 0,-2-1 0 0 0,1 1 0 0 0,-1-1 1 0 0,-1 0-1 0 0,0-1 0 0 0,0 1 0 0 0,-1-1 0 0 0,0 1 0 0 0,0-1 0 0 0,-1 0 0 0 0,-1-16 0 0 0,0 11-12 0 0,0 0 0 0 0,-2 0-1 0 0,0 0 1 0 0,0 1 0 0 0,-1-1-1 0 0,-1 1 1 0 0,-1 0 0 0 0,0 0 0 0 0,-1 0-1 0 0,0 1 1 0 0,-9-14 0 0 0,11 21 10 0 0,0 1 0 0 0,0-1 1 0 0,0 1-1 0 0,0 0 0 0 0,-1 1 1 0 0,0-1-1 0 0,0 1 0 0 0,0 0 1 0 0,-1 0-1 0 0,1 1 0 0 0,-1-1 1 0 0,0 1-1 0 0,0 0 0 0 0,0 1 1 0 0,0 0-1 0 0,-1 0 0 0 0,1 0 1 0 0,-1 0-1 0 0,-12 0 0 0 0,13 2-70 0 0,0 0 0 0 0,0 0 0 0 0,0 1-1 0 0,0 0 1 0 0,0 0 0 0 0,0 1 0 0 0,1 0-1 0 0,-1 0 1 0 0,0 0 0 0 0,1 1-1 0 0,0-1 1 0 0,-1 1 0 0 0,1 0 0 0 0,0 1-1 0 0,0-1 1 0 0,1 1 0 0 0,-1 0 0 0 0,1 1-1 0 0,0-1 1 0 0,0 1 0 0 0,0-1 0 0 0,-3 7-1 0 0,0 0-1005 0 0,0 2-1 0 0,1-1 0 0 0,0 1 1 0 0,1 0-1 0 0,0 0 0 0 0,-3 19 1 0 0,4-7-2909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4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25 668 0 0,'4'-2'1209'0'0,"0"1"-1"0"0,-1-1 1 0 0,1 0-1 0 0,-1 0 1 0 0,1 0 0 0 0,-1 0-1 0 0,0-1 1 0 0,1 1-1 0 0,2-4 1 0 0,-5 7-772 0 0,-1-1-425 0 0,1 0-1 0 0,-1 1 0 0 0,0-1 1 0 0,1 0-1 0 0,-1 0 1 0 0,0 0-1 0 0,0 0 1 0 0,1 1-1 0 0,-1-1 0 0 0,0 0 1 0 0,0 0-1 0 0,0 0 1 0 0,1 1-1 0 0,-1-1 0 0 0,0 0 1 0 0,0 0-1 0 0,0 1 1 0 0,0-1-1 0 0,0 0 1 0 0,0 1-1 0 0,1-1 0 0 0,-1 0 1 0 0,0 0-1 0 0,0 1 1 0 0,0-1-1 0 0,0 0 0 0 0,0 1 1 0 0,0-1-1 0 0,0 0 1 0 0,0 0-1 0 0,0 1 0 0 0,-1 0 1 0 0,-18 42-172 0 0,-2-1-1 0 0,-2-1 1 0 0,-29 39 0 0 0,29-44-927 0 0,-21 29-2684 0 0,-4 4-1894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6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100 154 1436 0 0,'-1'-2'1165'0'0,"-6"-28"1331"0"0,-2 0 1 0 0,-16-40-1 0 0,24 69-2456 0 0,0-1 1 0 0,1 0-1 0 0,-1 1 0 0 0,0-1 0 0 0,0 1 0 0 0,0-1 0 0 0,0 1 0 0 0,-1-1 1 0 0,1 1-1 0 0,0 0 0 0 0,-1 0 0 0 0,-1-2 0 0 0,3 3-35 0 0,-1 0 1 0 0,1 0-1 0 0,-1-1 0 0 0,1 1 0 0 0,-1 0 0 0 0,1 0 0 0 0,-1 0 1 0 0,1 0-1 0 0,-1 0 0 0 0,1 0 0 0 0,-1 0 0 0 0,0 0 1 0 0,1 0-1 0 0,-1 0 0 0 0,1 0 0 0 0,-1 0 0 0 0,1 0 0 0 0,-1 0 1 0 0,1 1-1 0 0,-1-1 0 0 0,1 0 0 0 0,-1 0 0 0 0,1 1 0 0 0,-1-1 1 0 0,1 0-1 0 0,-1 0 0 0 0,1 1 0 0 0,0-1 0 0 0,-1 1 1 0 0,1-1-1 0 0,0 0 0 0 0,-1 1 0 0 0,1-1 0 0 0,0 1 0 0 0,-1-1 1 0 0,1 1-1 0 0,0 0 0 0 0,-5 7 26 0 0,2 1-1 0 0,-1-1 1 0 0,1 1 0 0 0,1 0 0 0 0,-1 0-1 0 0,2 0 1 0 0,-1 0 0 0 0,1 0 0 0 0,1 0-1 0 0,-1 0 1 0 0,1 1 0 0 0,3 13 0 0 0,-1-7-21 0 0,0-1 0 0 0,1 0 1 0 0,1 1-1 0 0,1-1 0 0 0,0-1 1 0 0,13 27-1 0 0,-15-35 4 0 0,1 0 0 0 0,0 0 0 0 0,0 0 0 0 0,1 0-1 0 0,0-1 1 0 0,0 0 0 0 0,0 0 0 0 0,1 0 0 0 0,-1-1 0 0 0,1 1 0 0 0,0-1 0 0 0,0-1 0 0 0,1 1-1 0 0,8 2 1 0 0,-6-2 10 0 0,1-1-1 0 0,0-1 0 0 0,0 0 1 0 0,0 0-1 0 0,0-1 1 0 0,1-1-1 0 0,-1 1 0 0 0,0-2 1 0 0,13-1-1 0 0,-5-1-1 0 0,0 0 1 0 0,0-1-1 0 0,-1-2 0 0 0,0 0 0 0 0,0 0 1 0 0,0-2-1 0 0,-1 0 0 0 0,0 0 1 0 0,0-2-1 0 0,-1 0 0 0 0,14-12 0 0 0,-18 10-7 0 0,0 0 0 0 0,0-1 0 0 0,-1 0-1 0 0,-1-1 1 0 0,14-24 0 0 0,4-8-14 0 0,-25 44 10 0 0,-2 4-15 0 0,1 1 2 0 0,0 0 0 0 0,-1-1-1 0 0,1 1 1 0 0,-1-1 0 0 0,0 1 0 0 0,0 3 0 0 0,-3 106 376 0 0,15 128 0 0 0,-8-178-275 0 0,14 109 116 0 0,3 82 26 0 0,-21-246-223 0 0,-1 0 0 0 0,1 0-1 0 0,-1 1 1 0 0,0-1 0 0 0,-1 0 0 0 0,1 0 0 0 0,-1 0 0 0 0,-1 0 0 0 0,1 0 0 0 0,-1-1 0 0 0,-1 1 0 0 0,1-1 0 0 0,-1 0 0 0 0,0 0 0 0 0,-6 6 0 0 0,6-8-3 0 0,0 0 0 0 0,0 0-1 0 0,-1-1 1 0 0,1 0 0 0 0,-1 0-1 0 0,0 0 1 0 0,0 0 0 0 0,0-1-1 0 0,0 0 1 0 0,-1 0 0 0 0,1 0-1 0 0,-1-1 1 0 0,1 1 0 0 0,-1-1 0 0 0,1-1-1 0 0,-1 1 1 0 0,0-1 0 0 0,1 0-1 0 0,-12-1 1 0 0,9 0 1 0 0,0-1 0 0 0,0 1-1 0 0,0-1 1 0 0,0-1 0 0 0,0 0 0 0 0,0 0 0 0 0,0 0-1 0 0,1-1 1 0 0,0 0 0 0 0,0 0 0 0 0,0-1 0 0 0,0 0-1 0 0,1 0 1 0 0,-1-1 0 0 0,-6-8 0 0 0,8 9-8 0 0,1-1-1 0 0,0 0 1 0 0,0 1 0 0 0,1-2 0 0 0,0 1-1 0 0,0 0 1 0 0,0-1 0 0 0,1 1 0 0 0,0-1-1 0 0,0 0 1 0 0,0 0 0 0 0,1 0 0 0 0,0 0-1 0 0,1 0 1 0 0,0 0 0 0 0,0 0-1 0 0,0 0 1 0 0,2-10 0 0 0,3-5-4 0 0,1 1 0 0 0,1 0 0 0 0,1 0 0 0 0,1 1 0 0 0,0 0 0 0 0,2 1 0 0 0,0 0 0 0 0,1 0 0 0 0,29-33 0 0 0,7 0-1572 0 0,96-81 0 0 0,-84 83-3156 0 0,-31 28 592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6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49 152 380 0 0,'-48'-19'12907'0'0,"49"15"-12574"0"0,-1 4-325 0 0,0 0 1 0 0,0-1-1 0 0,0 1 1 0 0,0-1-1 0 0,0 1 0 0 0,0 0 1 0 0,0-1-1 0 0,0 1 1 0 0,1 0-1 0 0,-1-1 0 0 0,0 1 1 0 0,0 0-1 0 0,0-1 1 0 0,0 1-1 0 0,0 0 0 0 0,1-1 1 0 0,-1 1-1 0 0,0 0 0 0 0,0-1 1 0 0,1 1-1 0 0,-1 0 1 0 0,0 0-1 0 0,0-1 0 0 0,1 1 1 0 0,-1 0-1 0 0,1 0 1 0 0,21-14 94 0 0,1 2 0 0 0,1 0 1 0 0,38-12-1 0 0,80-17-2575 0 0,-75 27-3077 0 0,-53 10 1714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98 260 0 0,'-72'55'10806'0'0,"72"-54"-10764"0"0,1-1 1 0 0,-1 0-1 0 0,1 1 0 0 0,0-1 0 0 0,-1 1 0 0 0,1-1 0 0 0,-1 0 0 0 0,1 0 1 0 0,0 1-1 0 0,-1-1 0 0 0,1 0 0 0 0,0 0 0 0 0,-1 0 0 0 0,1 0 0 0 0,0 0 0 0 0,-1 0 1 0 0,1 0-1 0 0,0 0 0 0 0,-1 0 0 0 0,2 0 0 0 0,234-80-28 0 0,-80 19-6389 0 0,-119 45 3189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5:57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76 1308 0 0,'-21'-3'5959'0'0,"-31"-8"-1"0"0,50 11-5542 0 0,1 0-390 0 0,1 0 1 0 0,0 0 0 0 0,0 0-1 0 0,-1 0 1 0 0,1 0 0 0 0,0 0-1 0 0,0 0 1 0 0,-1 0 0 0 0,1-1-1 0 0,0 1 1 0 0,0 0 0 0 0,-1 0-1 0 0,1 0 1 0 0,0 0 0 0 0,0 0-1 0 0,-1-1 1 0 0,1 1 0 0 0,0 0-1 0 0,0 0 1 0 0,0 0 0 0 0,0 0-1 0 0,-1-1 1 0 0,1 1 0 0 0,0 0-1 0 0,0 0 1 0 0,0-1 0 0 0,0 1-1 0 0,0 0 1 0 0,0 0 0 0 0,-1-1-1 0 0,1 1 1 0 0,0 0 0 0 0,0 0-1 0 0,0-1 1 0 0,0 1 0 0 0,0-1-1 0 0,7-8 277 0 0,13-4-206 0 0,-5 6-61 0 0,1 2 0 0 0,-1 0 0 0 0,1 1 0 0 0,0 0 0 0 0,0 1 0 0 0,0 1-1 0 0,1 0 1 0 0,16 2 0 0 0,-26 0-33 0 0,-1 1 0 0 0,1 0 0 0 0,-1 0-1 0 0,1 0 1 0 0,-1 1 0 0 0,1 0 0 0 0,-1 1 0 0 0,0-1-1 0 0,10 7 1 0 0,-11-6 0 0 0,-1 0 0 0 0,-1 0 0 0 0,1 0 0 0 0,0 1-1 0 0,-1-1 1 0 0,0 1 0 0 0,0 0 0 0 0,0 0 0 0 0,0 0 0 0 0,-1 1-1 0 0,1-1 1 0 0,-1 1 0 0 0,0-1 0 0 0,2 8 0 0 0,-2 0 2 0 0,1 0 1 0 0,-2 1-1 0 0,1-1 0 0 0,-2 1 1 0 0,0-1-1 0 0,0 1 1 0 0,-1-1-1 0 0,-1 1 1 0 0,0-1-1 0 0,-1 1 1 0 0,-5 15-1 0 0,-6 13-3 0 0,-38 73-1 0 0,-18 7-176 0 0,28-51 1056 0 0,41-69-801 0 0,1 0 1 0 0,-1 0 0 0 0,1-1-1 0 0,-1 1 1 0 0,1 0 0 0 0,0 0-1 0 0,-1 0 1 0 0,1 0 0 0 0,0 0-1 0 0,0-1 1 0 0,-1 1 0 0 0,1 0-1 0 0,0 0 1 0 0,0 0 0 0 0,0 0-1 0 0,0 0 1 0 0,0 0 0 0 0,1 2-1 0 0,-1-3-39 0 0,0 0 0 0 0,1 1 0 0 0,-1-1-1 0 0,0 1 1 0 0,1-1 0 0 0,-1 0 0 0 0,1 1 0 0 0,-1-1-1 0 0,1 0 1 0 0,-1 1 0 0 0,1-1 0 0 0,-1 0 0 0 0,1 0-1 0 0,-1 0 1 0 0,1 1 0 0 0,-1-1 0 0 0,1 0 0 0 0,-1 0-1 0 0,1 0 1 0 0,-1 0 0 0 0,1 0 0 0 0,0 0-1 0 0,6 0 107 0 0,-1-1 0 0 0,0 0 0 0 0,0 0 0 0 0,8-2 0 0 0,-7 1-83 0 0,199-61 712 0 0,-85 23-643 0 0,59-13-34 0 0,69-21-778 0 0,-87 17-2772 0 0,-137 48-168 0 0,35-20 0 0 0,-28 10-3081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4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23 872 0 0,'-22'-15'5300'0'0,"21"14"-5156"0"0,0 0 1 0 0,0 1 0 0 0,0-1-1 0 0,0 0 1 0 0,-1 1-1 0 0,1-1 1 0 0,0 1-1 0 0,0-1 1 0 0,-1 1-1 0 0,1-1 1 0 0,0 1-1 0 0,0 0 1 0 0,-1 0-1 0 0,1 0 1 0 0,0 0 0 0 0,-1 0-1 0 0,1 0 1 0 0,0 0-1 0 0,-2 0 1 0 0,2 1-117 0 0,0 0 0 0 0,0 0 1 0 0,0 0-1 0 0,0 0 0 0 0,0 0 1 0 0,0 1-1 0 0,0-1 0 0 0,1 0 1 0 0,-1 0-1 0 0,0 0 0 0 0,1 1 0 0 0,-1-1 1 0 0,1 0-1 0 0,0 1 0 0 0,-1-1 1 0 0,1 0-1 0 0,0 1 0 0 0,0-1 1 0 0,0 0-1 0 0,0 1 0 0 0,0 1 1 0 0,-1 8 30 0 0,0 0-1 0 0,1 0 1 0 0,1 0 0 0 0,0 0 0 0 0,0 0 0 0 0,1 0 0 0 0,1 0 0 0 0,-1 0 0 0 0,2 0 0 0 0,7 15 0 0 0,-9-21-43 0 0,1 0 1 0 0,0-1-1 0 0,0 1 0 0 0,0-1 1 0 0,1 1-1 0 0,0-1 0 0 0,0 0 1 0 0,0-1-1 0 0,0 1 0 0 0,0-1 0 0 0,1 1 1 0 0,0-1-1 0 0,-1-1 0 0 0,1 1 1 0 0,0-1-1 0 0,0 0 0 0 0,1 0 1 0 0,-1 0-1 0 0,0-1 0 0 0,1 1 1 0 0,-1-1-1 0 0,1-1 0 0 0,5 1 1 0 0,-5-1-5 0 0,0 1 0 0 0,1-1 0 0 0,-1-1 0 0 0,0 1 0 0 0,0-1 0 0 0,0 0 0 0 0,0 0 0 0 0,-1-1 0 0 0,1 0 0 0 0,0 0 0 0 0,-1 0 0 0 0,1-1 0 0 0,-1 0 0 0 0,1 0 0 0 0,-1 0 0 0 0,0-1 0 0 0,-1 1 0 0 0,1-1 0 0 0,-1 0 1 0 0,1-1-1 0 0,-1 1 0 0 0,0-1 0 0 0,-1 0 0 0 0,1 0 0 0 0,-1 0 0 0 0,0 0 0 0 0,0-1 0 0 0,-1 1 0 0 0,1-1 0 0 0,2-10 0 0 0,-2 0-22 0 0,1 0 0 0 0,-2-1 0 0 0,1-19 0 0 0,-3 34-8 0 0,0 25 117 0 0,-5 148-116 0 0,-44 279 0 0 0,44-415 34 0 0,0 1 113 0 0,-2 0 1 0 0,-14 44-1 0 0,21-78-95 0 0,-1 0-1 0 0,0 0 0 0 0,0 0 0 0 0,0-1 0 0 0,0 1 1 0 0,0 0-1 0 0,0 0 0 0 0,0-1 0 0 0,-1 1 1 0 0,1-1-1 0 0,-1 1 0 0 0,1-1 0 0 0,-1 1 0 0 0,1-1 1 0 0,-1 0-1 0 0,0 0 0 0 0,0 0 0 0 0,1 0 1 0 0,-1 0-1 0 0,0 0 0 0 0,0 0 0 0 0,0-1 0 0 0,0 1 1 0 0,0-1-1 0 0,0 1 0 0 0,0-1 0 0 0,-4 0 0 0 0,0-1 7 0 0,0-1 0 0 0,1 1-1 0 0,-1-1 1 0 0,0-1 0 0 0,1 1-1 0 0,-1-1 1 0 0,1 0 0 0 0,0 0-1 0 0,0 0 1 0 0,0-1-1 0 0,0 0 1 0 0,1 0 0 0 0,-1 0-1 0 0,1-1 1 0 0,0 1 0 0 0,0-1-1 0 0,1 0 1 0 0,0 0 0 0 0,-1 0-1 0 0,2-1 1 0 0,-5-9-1 0 0,3 5-31 0 0,1 1-1 0 0,1-1 0 0 0,-1 1 0 0 0,2-1 0 0 0,-1 0 1 0 0,1 0-1 0 0,1 0 0 0 0,0 1 0 0 0,0-1 0 0 0,1 0 1 0 0,0 0-1 0 0,0 0 0 0 0,4-11 0 0 0,2 1-15 0 0,1 0 1 0 0,0 1-1 0 0,1 0 0 0 0,1 0 0 0 0,1 1 1 0 0,1 0-1 0 0,1 1 0 0 0,0 0 0 0 0,1 1 0 0 0,17-15 1 0 0,-3 6-806 0 0,43-31 0 0 0,37-15-5168 0 0,-84 56 2581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1712 0 0,'0'0'7307'0'0,"0"1"-7246"0"0,0-1-1 0 0,0 1 0 0 0,1-1 0 0 0,-1 1 0 0 0,1-1 0 0 0,-1 1 0 0 0,0-1 0 0 0,1 1 0 0 0,-1-1 1 0 0,1 1-1 0 0,-1-1 0 0 0,1 1 0 0 0,0-1 0 0 0,-1 0 0 0 0,1 1 0 0 0,-1-1 0 0 0,1 0 0 0 0,1 1 1 0 0,10-1 95 0 0,0 0 0 0 0,1 0 0 0 0,-1-1 1 0 0,0-1-1 0 0,14-3 0 0 0,66-22-182 0 0,-27 7-1185 0 0,-11 3-3485 0 0,-41 13 1934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5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60 1236 0 0,'-36'40'6339'0'0,"35"-40"-6298"0"0,1 0-1 0 0,0 0 1 0 0,-1 1-1 0 0,1-1 1 0 0,0 0-1 0 0,0 0 1 0 0,-1 0-1 0 0,1 1 0 0 0,0-1 1 0 0,0 0-1 0 0,-1 1 1 0 0,1-1-1 0 0,0 0 1 0 0,0 0-1 0 0,0 1 1 0 0,-1-1-1 0 0,1 0 1 0 0,0 1-1 0 0,0-1 0 0 0,0 0 1 0 0,0 1-1 0 0,0-1 1 0 0,0 0-1 0 0,0 1 1 0 0,0-1-1 0 0,0 0 1 0 0,0 1-1 0 0,0-1 1 0 0,0 1-1 0 0,0-1 0 0 0,0 0 1 0 0,0 1-1 0 0,0-1 1 0 0,0 0-1 0 0,0 1 1 0 0,1-1-1 0 0,-1 0 1 0 0,0 1-1 0 0,0-1 1 0 0,0 0-1 0 0,0 0 1 0 0,1 1-1 0 0,-1-1 0 0 0,0 0 1 0 0,0 0-1 0 0,1 1 1 0 0,-1-1-1 0 0,0 0 1 0 0,1 0-1 0 0,-1 0 1 0 0,0 1-1 0 0,0-1 1 0 0,1 0-1 0 0,-1 0 0 0 0,0 0 1 0 0,1 0-1 0 0,16 3 235 0 0,2-6-247 0 0,0-1-1 0 0,0 0 1 0 0,0-2-1 0 0,-1 0 1 0 0,25-13-1 0 0,-12 6-565 0 0,77-33-4310 0 0,-72 29 2317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35 400 0 0,'-10'-10'5877'0'0,"8"10"-5709"0"0,1-1-1 0 0,-1 1 0 0 0,1-1 1 0 0,-1 1-1 0 0,1 0 1 0 0,-1-1-1 0 0,1 1 0 0 0,-1 0 1 0 0,1 0-1 0 0,-1 0 1 0 0,1 0-1 0 0,-1 1 0 0 0,1-1 1 0 0,-1 0-1 0 0,1 0 0 0 0,-1 1 1 0 0,1-1-1 0 0,-1 1 1 0 0,1 0-1 0 0,-2 0 0 0 0,-1 2-12 0 0,1-1-1 0 0,1 0 0 0 0,-1 1 0 0 0,0-1 0 0 0,0 1 1 0 0,1 0-1 0 0,0 0 0 0 0,-3 4 0 0 0,-3 6 123 0 0,1 0 0 0 0,1 1-1 0 0,-6 17 1 0 0,6-13-161 0 0,0 0 1 0 0,2 0-1 0 0,0 0 0 0 0,1 1 1 0 0,1-1-1 0 0,0 30 0 0 0,3-36-69 0 0,-1 0 0 0 0,2 0 0 0 0,0-1 0 0 0,0 1-1 0 0,1-1 1 0 0,1 0 0 0 0,-1 0 0 0 0,2 0 0 0 0,0 0 0 0 0,0-1-1 0 0,11 16 1 0 0,-15-24-21 0 0,1 1 0 0 0,0-1 0 0 0,0 1 1 0 0,1-1-1 0 0,-1 0 0 0 0,0 0 0 0 0,1 0 0 0 0,-1 0 0 0 0,1 0 0 0 0,0-1 0 0 0,-1 1 0 0 0,1-1 0 0 0,0 1 0 0 0,0-1 0 0 0,0 0 0 0 0,0 0 1 0 0,0-1-1 0 0,4 1 0 0 0,-3 0 3 0 0,1-1 1 0 0,-1-1 0 0 0,1 1 0 0 0,0-1 0 0 0,-1 0-1 0 0,1 0 1 0 0,-1 0 0 0 0,1 0 0 0 0,-1-1-1 0 0,0 0 1 0 0,5-2 0 0 0,2-2 24 0 0,-1-1 1 0 0,0 0-1 0 0,-1 0 0 0 0,0-1 0 0 0,0 0 0 0 0,-1 0 1 0 0,0-1-1 0 0,12-17 0 0 0,-12 12-37 0 0,0 0 1 0 0,-1 0-1 0 0,-1 0 0 0 0,-1 0 0 0 0,0-1 0 0 0,-1 0 1 0 0,0 0-1 0 0,1-19 0 0 0,-3 23-12 0 0,-1-1-1 0 0,-1 0 0 0 0,0 1 1 0 0,0-1-1 0 0,-1 1 0 0 0,-1-1 1 0 0,0 1-1 0 0,-1-1 0 0 0,0 1 1 0 0,0 0-1 0 0,-9-18 0 0 0,10 25-8 0 0,-1 0-1 0 0,1 0 1 0 0,-1 0 0 0 0,0 1-1 0 0,0-1 1 0 0,0 1-1 0 0,0 0 1 0 0,-1 0-1 0 0,1 0 1 0 0,-1 0-1 0 0,0 0 1 0 0,0 1-1 0 0,-5-3 1 0 0,2 3-61 0 0,0-1 0 0 0,0 1 0 0 0,0 0 0 0 0,0 0 0 0 0,-1 1 0 0 0,1 0 0 0 0,-12 0-1 0 0,-3 2-1417 0 0,-1 1 0 0 0,0 1-1 0 0,1 1 1 0 0,-29 9-1 0 0,19-5-3323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6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32 148 0 0,'0'0'1403'0'0,"2"-13"2322"0"0,1 8-2756 0 0,5-8 1975 0 0,-11 32-2354 0 0,-9 22-616 0 0,-2 0 0 0 0,-1-1 0 0 0,-29 54 0 0 0,17-38-1486 0 0,12-23-882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72 1192 0 0,'-5'-10'3637'0'0,"3"-3"-2048"0"0,-1-14 1337 0 0,3 26-2881 0 0,0 0 1 0 0,1-1-1 0 0,-1 1 1 0 0,0 0 0 0 0,1 0-1 0 0,-1 0 1 0 0,1 0-1 0 0,-1 0 1 0 0,1 0 0 0 0,-1 0-1 0 0,1 0 1 0 0,0 0-1 0 0,-1 1 1 0 0,1-1 0 0 0,0 0-1 0 0,0 0 1 0 0,0 0-1 0 0,0 1 1 0 0,0-1-1 0 0,0 1 1 0 0,0-1 0 0 0,1 0-1 0 0,-1 0 93 0 0,15 1-57 0 0,-13 0-77 0 0,1 1 1 0 0,-1-1-1 0 0,0 1 0 0 0,1 0 0 0 0,-1 0 1 0 0,0 0-1 0 0,0 1 0 0 0,0-1 1 0 0,0 1-1 0 0,0-1 0 0 0,0 1 0 0 0,0 0 1 0 0,-1 0-1 0 0,1 0 0 0 0,2 3 1 0 0,0 0 0 0 0,0 1 1 0 0,0 0-1 0 0,0 0 0 0 0,-1 0 1 0 0,5 8-1 0 0,-4-2 12 0 0,-1-1 0 0 0,0 1-1 0 0,0 0 1 0 0,-1-1-1 0 0,-1 1 1 0 0,0 1 0 0 0,-1-1-1 0 0,0 0 1 0 0,0 0 0 0 0,-2 1-1 0 0,1-1 1 0 0,-2 0-1 0 0,0 0 1 0 0,0 0 0 0 0,-1 0-1 0 0,-7 18 1 0 0,2 5 102 0 0,7-34-103 0 0,4-14-26 0 0,7-2 15 0 0,1-1-1 0 0,0 1 0 0 0,26-25 0 0 0,48-38 30 0 0,-33 32 3 0 0,-36 32-40 0 0,-10 10 7 0 0,-1-1 0 0 0,1 0 0 0 0,-1 0 0 0 0,-1 0 0 0 0,9-11 0 0 0,-12 14 3 0 0,-12-2 11 0 0,5 5-7 0 0,0 1-1 0 0,1 0 0 0 0,-1 1 0 0 0,1-1 0 0 0,-1 1 0 0 0,1 0 0 0 0,0 0 1 0 0,0 1-1 0 0,0 0 0 0 0,1-1 0 0 0,-1 2 0 0 0,1-1 0 0 0,-7 9 0 0 0,5-5 3 0 0,-1 0 0 0 0,1 0-1 0 0,1 1 1 0 0,0 0 0 0 0,0 0-1 0 0,1 0 1 0 0,-6 17 0 0 0,9-22 1 0 0,0 0 1 0 0,0-1-1 0 0,0 1 0 0 0,1 0 1 0 0,0 0-1 0 0,0 0 0 0 0,0-1 1 0 0,0 1-1 0 0,0 0 1 0 0,1 0-1 0 0,-1-1 0 0 0,1 1 1 0 0,0 0-1 0 0,0-1 1 0 0,1 1-1 0 0,-1-1 0 0 0,1 1 1 0 0,0-1-1 0 0,0 0 1 0 0,0 1-1 0 0,0-1 0 0 0,0 0 1 0 0,1-1-1 0 0,-1 1 1 0 0,4 2-1 0 0,0 0 6 0 0,1 0 1 0 0,0-1-1 0 0,0 0 1 0 0,0-1-1 0 0,0 1 1 0 0,1-2-1 0 0,-1 1 1 0 0,1-1-1 0 0,0 0 1 0 0,14 2-1 0 0,10-1-214 0 0,0-1-1 0 0,0-1 1 0 0,53-7 0 0 0,33-15-4894 0 0,-81 11 1260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37 101 540 0 0,'-12'-6'6570'0'0,"6"4"-5674"0"0,-12-5 5137 0 0,18 2-3963 0 0,12-2-2719 0 0,145-40 1067 0 0,-48 24-4744 0 0,-84 19-611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7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40 1348 0 0,'-85'67'10139'0'0,"84"-65"-9616"0"0,4-2-450 0 0,-1 1-1 0 0,1 0 1 0 0,0 0 0 0 0,0-1 0 0 0,0 0-1 0 0,0 1 1 0 0,0-1 0 0 0,0 0 0 0 0,0 0-1 0 0,0-1 1 0 0,5 0 0 0 0,39-12 17 0 0,-25 7-2 0 0,25-6-188 0 0,99-26-1372 0 0,-50 8-3835 0 0,-65 18 1529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08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179 106 1276 0 0,'-8'-8'3322'0'0,"-24"-29"1990"0"0,31 36-5114 0 0,1-1-167 0 0,0 1-1 0 0,0 0 1 0 0,0 0 0 0 0,0 0 0 0 0,0-1 0 0 0,0 1 0 0 0,0 0 0 0 0,0 0 0 0 0,0 0 0 0 0,1 0 0 0 0,-1-1 0 0 0,1 1 0 0 0,-1 0 0 0 0,0 0 0 0 0,1 0 0 0 0,0 0 0 0 0,-1 0-1 0 0,1 0 1 0 0,1-1 0 0 0,5-3-7 0 0,0 1-1 0 0,0 0 1 0 0,0 0-1 0 0,1 1 1 0 0,0 0-1 0 0,0 0 1 0 0,-1 0-1 0 0,2 1 1 0 0,-1 1-1 0 0,0-1 1 0 0,0 2 0 0 0,0-1-1 0 0,1 1 1 0 0,10 1-1 0 0,-10-1-5 0 0,0 1 1 0 0,0 0-1 0 0,0 0 0 0 0,0 1 1 0 0,0 0-1 0 0,-1 1 0 0 0,1 0 1 0 0,-1 1-1 0 0,1-1 0 0 0,-1 2 1 0 0,0-1-1 0 0,-1 1 0 0 0,9 7 1 0 0,-13-10 25 0 0,0 1 1 0 0,0 0-1 0 0,-1 0 1 0 0,0 0-1 0 0,0 0 1 0 0,1 0-1 0 0,-2 1 1 0 0,1-1-1 0 0,0 1 1 0 0,-1-1-1 0 0,1 1 1 0 0,-1 0-1 0 0,0-1 1 0 0,0 1-1 0 0,0 6 1 0 0,-1-3 37 0 0,0-1 0 0 0,0 1 0 0 0,-1-1 0 0 0,0 1 0 0 0,0-1 0 0 0,-1 1 0 0 0,0-1 0 0 0,-3 9 0 0 0,-4 4 118 0 0,-1 0 1 0 0,0-1 0 0 0,-2-1 0 0 0,-22 29-1 0 0,-13 4 1226 0 0,45-48-1158 0 0,0-2-173 0 0,1 0-86 0 0,0 0 0 0 0,0 0 0 0 0,0 0 0 0 0,1 0 0 0 0,-1 0 0 0 0,0 0 0 0 0,0-1-1 0 0,0 1 1 0 0,0 0 0 0 0,1 0 0 0 0,-1-1 0 0 0,0 1 0 0 0,0-1 0 0 0,0 1 0 0 0,1 0 0 0 0,-1-1 0 0 0,0 1 0 0 0,1-1 0 0 0,-1 0-1 0 0,1 1 1 0 0,-1-1 0 0 0,0 0 0 0 0,1 1 0 0 0,-1-1 0 0 0,1 0 0 0 0,0 1 0 0 0,-1-1 0 0 0,1 0 0 0 0,-1 0 0 0 0,1 0 0 0 0,0 1-1 0 0,0-1 1 0 0,0 0 0 0 0,-1 0 0 0 0,1 0 0 0 0,0 0 0 0 0,0 0 0 0 0,0 1 0 0 0,0-1 0 0 0,0 0 0 0 0,1 0 0 0 0,-1 0 0 0 0,0 0-1 0 0,0 0 1 0 0,0 1 0 0 0,1-1 0 0 0,0-1 0 0 0,-1 0-9 0 0,1 0 0 0 0,0 1 1 0 0,0-1-1 0 0,0 1 0 0 0,0-1 0 0 0,0 1 0 0 0,0-1 1 0 0,0 1-1 0 0,0-1 0 0 0,1 1 0 0 0,-1 0 0 0 0,0 0 0 0 0,1 0 1 0 0,-1 0-1 0 0,1 0 0 0 0,-1 0 0 0 0,1 0 0 0 0,0 0 1 0 0,-1 0-1 0 0,4 0 0 0 0,-1 0 2 0 0,0 1 0 0 0,0-1 0 0 0,0 1 0 0 0,0 0 0 0 0,0 0 0 0 0,-1 1 0 0 0,1-1 0 0 0,0 1 0 0 0,5 1 0 0 0,5 3-5 0 0,-1 0-1 0 0,1 1 1 0 0,-1 0 0 0 0,16 11-1 0 0,0 1-41 0 0,51 43-1 0 0,-68-50 81 0 0,0 1 0 0 0,0 0 0 0 0,-1 1 0 0 0,-1 0-1 0 0,0 1 1 0 0,8 15 0 0 0,-17-27 24 0 0,0 1 0 0 0,0 0 1 0 0,0 0-1 0 0,0 0 0 0 0,0 0 0 0 0,0 0 0 0 0,-1 0 0 0 0,1 0 0 0 0,-1 0 0 0 0,0 0 1 0 0,0 0-1 0 0,0 0 0 0 0,0 0 0 0 0,-1 0 0 0 0,1 0 0 0 0,-2 3 0 0 0,0 0 5 0 0,0-1-1 0 0,0 0 0 0 0,-1 0 0 0 0,0 0 0 0 0,0 0 0 0 0,0-1 0 0 0,0 1 0 0 0,-5 4 1 0 0,-4 3 12 0 0,1-2 0 0 0,-2 1 0 0 0,1-2 0 0 0,-1 0 0 0 0,-18 10 0 0 0,12-10-85 0 0,0 0-1 0 0,0-2 1 0 0,-1 0-1 0 0,0-1 0 0 0,0-1 1 0 0,-1-1-1 0 0,0 0 1 0 0,1-2-1 0 0,-30 0 0 0 0,18-2-1386 0 0,-56-9 0 0 0,-28-17-5779 0 0,75 13 1446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122 216 240 0 0,'-71'-27'7401'0'0,"68"26"-6968"0"0,-33-7 3012 0 0,32 6-3243 0 0,3 2-176 0 0,1 0 0 0 0,0 1 1 0 0,-1-1-1 0 0,1 0 0 0 0,0 0 0 0 0,0 0 1 0 0,-1 0-1 0 0,1-1 0 0 0,0 1 1 0 0,0 0-1 0 0,-1 0 0 0 0,1 0 1 0 0,0 0-1 0 0,-1 0 0 0 0,1 0 0 0 0,0 0 1 0 0,0 0-1 0 0,0-1 0 0 0,-1 1 1 0 0,1 0-1 0 0,0 0 0 0 0,0 0 0 0 0,-1 0 1 0 0,1-1-1 0 0,0 1 0 0 0,0 0 1 0 0,0 0-1 0 0,0-1 0 0 0,-1 1 1 0 0,1 0-1 0 0,1-2 16 0 0,0 0-1 0 0,0 0 1 0 0,0 1 0 0 0,1-1 0 0 0,-1 1 0 0 0,0-1 0 0 0,1 1 0 0 0,-1-1-1 0 0,1 1 1 0 0,-1 0 0 0 0,1-1 0 0 0,0 1 0 0 0,-1 0 0 0 0,1 0-1 0 0,0 1 1 0 0,0-1 0 0 0,0 0 0 0 0,3 0 0 0 0,45-15 206 0 0,-39 13-190 0 0,125-31 253 0 0,188-22 0 0 0,144 16-873 0 0,-419 40-2064 0 0,-47 0 1729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203 993 636 0 0,'-120'40'10479'0'0,"77"-21"-7871"0"0,41-18-2285 0 0,-2 1 332 0 0,0 1 1 0 0,0-1-1 0 0,0-1 0 0 0,0 1 0 0 0,-5 1 1 0 0,9-3-647 0 0,-4-2-9 0 0,1-11 81 0 0,2 6-68 0 0,2 2-9 0 0,2-19 21 0 0,1 2-23 0 0,1 0-3 0 0,-3 12-10 0 0,-1 5 6 0 0,1 0 0 0 0,-1 0 0 0 0,1 1 0 0 0,0-1 0 0 0,3-5 0 0 0,-5 9 0 0 0,3 0 4 0 0,-1-1 0 0 0,0 1 0 0 0,1 0 0 0 0,-1 0 0 0 0,1 0 0 0 0,-1 1 0 0 0,1-1 0 0 0,2 0 0 0 0,202-34 39 0 0,-125 24-30 0 0,460-78 35 0 0,23-4 642 0 0,-224 42-370 0 0,705-99-10 0 0,-68 8-205 0 0,-792 114-80 0 0,1322-149-12 0 0,-608 91-28 0 0,-775 75-34 0 0,230-28-302 0 0,-332 35-997 0 0,-35 4-1892 0 0,-42 4-1768 0 0,49-4 5117 0 0,-42 4-3239 0 0,-10 1-967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0 875 980 0 0,'0'0'803'0'0,"1"-16"1086"0"0,0 11-1686 0 0,0 1-118 0 0,0 0 0 0 0,0 0 0 0 0,1 0 0 0 0,-1 0 0 0 0,1 0 0 0 0,0 0 0 0 0,0 1 0 0 0,0-1 0 0 0,0 0 0 0 0,1 1 0 0 0,-1 0 0 0 0,1 0 0 0 0,6-5 0 0 0,1 0 225 0 0,0 1 0 0 0,1 0 0 0 0,0 1-1 0 0,0 1 1 0 0,0 0 0 0 0,21-7 0 0 0,81-15 1915 0 0,-66 17-1893 0 0,555-86 1334 0 0,-407 70-1477 0 0,2117-204 399 0 0,-640 67-403 0 0,-1099 101-188 0 0,580-46 20 0 0,-1051 102-53 0 0,110-13-343 0 0,-209 18-17 0 0,-20 1-1775 0 0,-28 2-1749 0 0,10-2 793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5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0 785 976 0 0,'0'0'3086'0'0,"12"-7"-1316"0"0,342-62 1176 0 0,184-13-2889 0 0,-441 68 121 0 0,2098-277 325 0 0,-18 34 40 0 0,-1976 238-511 0 0,166-23 17 0 0,-322 38-473 0 0,-41 4-821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4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6 728 0 0,'0'0'4042'0'0,"-8"-6"-5607"0"0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81 804 0 0,'-13'-47'5589'0'0,"4"15"-2985"0"0,8 31-2097 0 0,-2 2-200 0 0,3-1-300 0 0,-1 0 0 0 0,1 0-1 0 0,0 0 1 0 0,0 0 0 0 0,0 0 0 0 0,-1 0 0 0 0,1 0-1 0 0,0 0 1 0 0,0 0 0 0 0,0 0 0 0 0,-1 0-1 0 0,1 0 1 0 0,0 0 0 0 0,0 0 0 0 0,0 0 0 0 0,-1 1-1 0 0,1-1 1 0 0,0 0 0 0 0,0 0 0 0 0,0 0-1 0 0,0 0 1 0 0,-1 0 0 0 0,1 1 0 0 0,0-1-1 0 0,0 0 1 0 0,0 0 0 0 0,0 0 0 0 0,0 0 0 0 0,0 1-1 0 0,0-1 1 0 0,-1 0 0 0 0,1 0 0 0 0,0 0-1 0 0,0 0 1 0 0,0 1 0 0 0,0-1 0 0 0,0 0 0 0 0,0 0-1 0 0,0 1 1 0 0,0-1 0 0 0,0 0 0 0 0,-4 39 223 0 0,1 1 1 0 0,2-1 0 0 0,8 70 0 0 0,0 20-1520 0 0,-8-64-2830 0 0,-2-30 912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63 1432 0 0,'0'0'6652'0'0,"-2"0"-6112"0"0,1 0-495 0 0,1 0 0 0 0,-1 0 0 0 0,1 0 0 0 0,-1 0 0 0 0,1 0-1 0 0,-1 0 1 0 0,1 0 0 0 0,-1 0 0 0 0,1 0 0 0 0,0 0 0 0 0,-1 0 0 0 0,1 0 0 0 0,-1 0-1 0 0,1 0 1 0 0,-1 0 0 0 0,1 0 0 0 0,0-1 0 0 0,-1 1 0 0 0,1 0 0 0 0,-1 0 0 0 0,1-1-1 0 0,0 1 1 0 0,-1 0 0 0 0,1-1 0 0 0,0 1 0 0 0,-1 0 0 0 0,1-1 0 0 0,0 1 0 0 0,-1 0-1 0 0,1-1 1 0 0,0 1 0 0 0,0 0 0 0 0,0-1 0 0 0,-1 1 0 0 0,1-1 0 0 0,0 1 0 0 0,0-1-1 0 0,0 1 1 0 0,0-1 0 0 0,0-1 11 0 0,1 1 1 0 0,0 0-1 0 0,0-1 0 0 0,0 1 0 0 0,0 0 0 0 0,0 0 0 0 0,0 0 0 0 0,0 0 1 0 0,0 0-1 0 0,1 0 0 0 0,1-2 0 0 0,7-3 25 0 0,0 0-1 0 0,17-7 1 0 0,-18 10-59 0 0,1 1 0 0 0,-1-1-1 0 0,1 2 1 0 0,-1-1 0 0 0,1 1 0 0 0,0 1-1 0 0,13 1 1 0 0,-19-1-20 0 0,1 0 0 0 0,0 1 0 0 0,-1-1 0 0 0,1 1-1 0 0,-1 1 1 0 0,1-1 0 0 0,-1 1 0 0 0,1-1 0 0 0,-1 1 0 0 0,7 4 0 0 0,-9-4 0 0 0,-1-1 0 0 0,1 0 0 0 0,-1 0 0 0 0,0 1 0 0 0,1-1 0 0 0,-1 1-1 0 0,0-1 1 0 0,0 1 0 0 0,0 0 0 0 0,0-1 0 0 0,0 1 0 0 0,0 0 0 0 0,0 0 0 0 0,-1 0 0 0 0,1 2 0 0 0,0 0 4 0 0,-1-1 0 0 0,0 1 0 0 0,0 0 0 0 0,-1-1 0 0 0,1 1 0 0 0,-1-1 0 0 0,0 1 0 0 0,1 0 0 0 0,-2-1-1 0 0,1 0 1 0 0,0 1 0 0 0,-1-1 0 0 0,1 0 0 0 0,-1 0 0 0 0,0 0 0 0 0,0 0 0 0 0,-1 0 0 0 0,1 0 0 0 0,-3 3 0 0 0,-7 6 37 0 0,-1 0-1 0 0,-23 16 1 0 0,28-21-46 0 0,-23 14 54 0 0,21-14 8 0 0,0-1 1 0 0,-13 14-1 0 0,22-19-23 0 0,25 12 42 0 0,21-1 331 0 0,79 32 0 0 0,-104-35-182 0 0,-1 0 1 0 0,0 1-1 0 0,0 2 1 0 0,-1 0-1 0 0,0 0 1 0 0,21 21-1 0 0,-37-31-91 0 0,0 0 1 0 0,-1-1-1 0 0,1 1 1 0 0,0 0-1 0 0,-1 0 0 0 0,1 0 1 0 0,-1 0-1 0 0,0 1 0 0 0,1-1 1 0 0,-1 0-1 0 0,0 1 1 0 0,0-1-1 0 0,-1 0 0 0 0,1 1 1 0 0,0-1-1 0 0,-1 1 1 0 0,0-1-1 0 0,1 1 0 0 0,-1 0 1 0 0,0-1-1 0 0,-1 5 0 0 0,0-4 24 0 0,0 1-1 0 0,-1-1 1 0 0,1 0-1 0 0,-1 0 1 0 0,0 0-1 0 0,0 0 1 0 0,0 0-1 0 0,0 0 1 0 0,0-1-1 0 0,-1 1 1 0 0,1-1-1 0 0,-1 1 0 0 0,0-1 1 0 0,0 0-1 0 0,-3 2 1 0 0,-7 4 6 0 0,0-1 0 0 0,-1 0 0 0 0,0-1 0 0 0,0-1 1 0 0,0 0-1 0 0,0-1 0 0 0,-26 5 0 0 0,7-5-65 0 0,0-1 0 0 0,-49-1-1 0 0,37-5-844 0 0,0-2 0 0 0,-50-11-1 0 0,-27-14-8803 0 0,78 17 1992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44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64 512 0 0,'0'0'3546'0'0,"-16"-2"5"0"0,16 2-3503 0 0,-1 0 0 0 0,1 0-1 0 0,0 0 1 0 0,-1 0-1 0 0,1 0 1 0 0,-1 0-1 0 0,1 0 1 0 0,-1 0 0 0 0,1 0-1 0 0,0 0 1 0 0,-1 0-1 0 0,1 0 1 0 0,-1 1-1 0 0,1-1 1 0 0,-1 0 0 0 0,1 0-1 0 0,0 0 1 0 0,-1 0-1 0 0,1 1 1 0 0,0-1-1 0 0,-1 0 1 0 0,1 1 0 0 0,0-1-1 0 0,-1 0 1 0 0,1 0-1 0 0,0 1 1 0 0,-1-1 0 0 0,1 0-1 0 0,-2 7 2607 0 0,3-9-2671 0 0,0 0 19 0 0,-1 0 0 0 0,1 1 0 0 0,-1-1 0 0 0,1 0-1 0 0,-1 0 1 0 0,0 0 0 0 0,1 0 0 0 0,-1 0 0 0 0,0 0-1 0 0,-1 0 1 0 0,1-3 0 0 0,0 2 4 0 0,0-1-2 0 0,0 1-10 0 0,0 1 1 0 0,0-1-1 0 0,0 1 1 0 0,0-1-1 0 0,0 1 0 0 0,-1-1 1 0 0,1 1-1 0 0,-1 0 0 0 0,1-1 1 0 0,-1 1-1 0 0,0 0 1 0 0,-2-5-1 0 0,0 8 7 0 0,0 0 0 0 0,0 0-1 0 0,1 0 1 0 0,-1 0 0 0 0,0 0 0 0 0,1 0-1 0 0,-1 1 1 0 0,-3 2 0 0 0,5-3 30 0 0,26-17-76 0 0,-32 29-1437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4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16 624 0 0,'9'-6'6345'0'0,"-9"6"-6489"0"0,1 0 243 0 0,-1-1 0 0 0,1 1-1 0 0,-1 0 1 0 0,0-1 0 0 0,1 1 0 0 0,-1 0 0 0 0,1 0 0 0 0,-1 0 0 0 0,1-1 0 0 0,-1 1 0 0 0,1 0 0 0 0,-1 0 0 0 0,1 0 0 0 0,-1 0 0 0 0,1 0 0 0 0,-1 0 0 0 0,1 0 0 0 0,-1 0 0 0 0,1 0-1 0 0,-1 0 1 0 0,1 0 0 0 0,-1 0 0 0 0,1 0 0 0 0,-1 1 0 0 0,1-1 0 0 0,-1 0 0 0 0,1 0 0 0 0,-1 0 0 0 0,1 1 0 0 0,-3 2-103 0 0,-5 8 36 0 0,8-7-8 0 0,8-3-3 0 0,2-2-180 0 0,24-5-704 0 0,-33 6 378 0 0,0-1 1 0 0,0 0-1 0 0,0 0 0 0 0,0 0 1 0 0,0 0-1 0 0,0 0 1 0 0,0-1-1 0 0,2-2 0 0 0,5-4-1593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45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551 137 372 0 0,'-1'-4'338'0'0,"0"-1"1"0"0,0 1-1 0 0,0-1 0 0 0,0 1 1 0 0,-1 0-1 0 0,0 0 0 0 0,0-1 0 0 0,0 1 1 0 0,0 1-1 0 0,-1-1 0 0 0,1 0 1 0 0,-1 0-1 0 0,0 1 0 0 0,0 0 1 0 0,0 0-1 0 0,-1 0 0 0 0,1 0 0 0 0,-1 0 1 0 0,-6-3-1 0 0,-3-3-143 0 0,0 1-1 0 0,-1 1 1 0 0,-1 0-1 0 0,-20-7 1 0 0,25 11-118 0 0,0 0 0 0 0,1 1 0 0 0,-1 0 0 0 0,0 0 0 0 0,0 1 0 0 0,0 1 0 0 0,-1-1 0 0 0,1 2 0 0 0,-17 2 0 0 0,20-2-21 0 0,-1 1 1 0 0,0 1-1 0 0,0-1 1 0 0,1 2-1 0 0,-1-1 1 0 0,1 1-1 0 0,0 0 1 0 0,0 0-1 0 0,1 1 1 0 0,-1-1-1 0 0,1 2 0 0 0,-9 8 1 0 0,-5 9 76 0 0,0 0 0 0 0,2 2 0 0 0,0 0 0 0 0,2 1 0 0 0,1 1 0 0 0,1 0 0 0 0,1 1 0 0 0,2 0 0 0 0,-13 49 0 0 0,18-52-50 0 0,1 0-1 0 0,1 0 0 0 0,1 0 1 0 0,1 1-1 0 0,2-1 1 0 0,0 1-1 0 0,2-1 0 0 0,1 0 1 0 0,1 0-1 0 0,0 0 1 0 0,2 0-1 0 0,10 23 0 0 0,-10-32-35 0 0,2-1 0 0 0,0 0-1 0 0,1-1 1 0 0,0 0 0 0 0,1-1-1 0 0,1 0 1 0 0,0 0 0 0 0,0-1-1 0 0,1 0 1 0 0,1-1 0 0 0,0-1-1 0 0,1 0 1 0 0,0-1 0 0 0,0 0-1 0 0,1-1 1 0 0,0 0 0 0 0,0-2-1 0 0,30 10 1 0 0,-24-10-27 0 0,1-1 0 0 0,0 0-1 0 0,0-2 1 0 0,0 0 0 0 0,1-2 0 0 0,-1 0 0 0 0,1-1 0 0 0,-1-2-1 0 0,1 0 1 0 0,-1-2 0 0 0,0 0 0 0 0,0-1 0 0 0,33-13 0 0 0,-40 11-11 0 0,-1 0 1 0 0,0 0 0 0 0,-1-1 0 0 0,0-1 0 0 0,0 0 0 0 0,-1-1 0 0 0,0-1-1 0 0,-1 1 1 0 0,0-2 0 0 0,-1 0 0 0 0,0 0 0 0 0,-1-1 0 0 0,0 0 0 0 0,-1 0-1 0 0,7-16 1 0 0,-6 7 6 0 0,0 0-1 0 0,-2 0 0 0 0,-1-1 0 0 0,0 0 0 0 0,-2 0 0 0 0,0 0 0 0 0,-2-1 1 0 0,-1 1-1 0 0,-2-33 0 0 0,-1 17 24 0 0,-2 1 0 0 0,-2 0 0 0 0,-14-46 0 0 0,15 66-34 0 0,-1 0 1 0 0,0 1 0 0 0,-2 0 0 0 0,0 0-1 0 0,-1 1 1 0 0,0 0 0 0 0,-1 1 0 0 0,-24-27-1 0 0,27 34-25 0 0,-1 1 0 0 0,0 0 0 0 0,-1 1 0 0 0,0 0-1 0 0,0 0 1 0 0,0 1 0 0 0,0 0 0 0 0,-1 1 0 0 0,0 0-1 0 0,0 0 1 0 0,0 1 0 0 0,0 0 0 0 0,-1 1 0 0 0,1 1 0 0 0,-1-1-1 0 0,-13 1 1 0 0,11 1-518 0 0,0 1 0 0 0,0 0 0 0 0,0 1 0 0 0,0 0 0 0 0,0 1-1 0 0,0 1 1 0 0,1 0 0 0 0,0 1 0 0 0,-1 0 0 0 0,1 0 0 0 0,1 2 0 0 0,-19 12 0 0 0,2 1-3417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1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42 448 1280 0 0,'0'0'1130'0'0,"6"-34"12559"0"0,-6 38-13467 0 0,1 1 0 0 0,-1-1-1 0 0,0 1 1 0 0,0-1-1 0 0,-1 1 1 0 0,-1 4-1 0 0,1 2 81 0 0,-21 143 912 0 0,7-50-1057 0 0,8-77 2491 0 0,6-40-2392 0 0,5-40-153 0 0,1-1-1 0 0,16-62 1 0 0,-4 25-32 0 0,50-249-12 0 0,-65 331-62 0 0,1 1 0 0 0,-1-1-1 0 0,2 1 1 0 0,-1 0-1 0 0,1 0 1 0 0,6-8-1 0 0,-9 14 0 0 0,0 1-1 0 0,0 0 0 0 0,0 0 1 0 0,1 0-1 0 0,-1 0 0 0 0,0 1 0 0 0,0-1 1 0 0,1 0-1 0 0,-1 0 0 0 0,0 1 1 0 0,1-1-1 0 0,-1 1 0 0 0,1-1 0 0 0,-1 1 1 0 0,1 0-1 0 0,-1-1 0 0 0,1 1 1 0 0,-1 0-1 0 0,1 0 0 0 0,-1 0 0 0 0,1 0 1 0 0,-1 0-1 0 0,1 1 0 0 0,-1-1 1 0 0,1 0-1 0 0,-1 1 0 0 0,1-1 0 0 0,-1 1 1 0 0,0-1-1 0 0,1 1 0 0 0,-1 0 1 0 0,0 0-1 0 0,2 0 0 0 0,2 3-10 0 0,0-1 1 0 0,1 1-1 0 0,-2-1 0 0 0,1 1 0 0 0,0 1 0 0 0,6 6 0 0 0,6 13-4 0 0,-1 0-1 0 0,-1 1 1 0 0,-1 0-1 0 0,21 53 1 0 0,27 117 70 0 0,-48-146-13 0 0,24 114 95 0 0,-28-118 49 0 0,-10-43-151 0 0,5-37-6000 0 0,-3 17 3629 0 0,-2-25-5556 0 0,-2 29 3790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15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91 152 732 0 0,'-54'2'7699'0'0,"51"-2"-6696"0"0,0 0-120 0 0,-28 1 3408 0 0,34-2-3860 0 0,44-17 294 0 0,94-22-1 0 0,-68 22-699 0 0,-10 1-580 0 0,39-11-1844 0 0,-34 8-2903 0 0,-27 8-551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48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86 1524 0 0,'0'0'1151'0'0,"0"-33"4509"0"0,0 32-5594 0 0,0 0-25 0 0,0 0 0 0 0,0 0 0 0 0,0 0 0 0 0,0 0 0 0 0,-1 0 0 0 0,1-1 0 0 0,0 1 0 0 0,0 0 0 0 0,-1 0 0 0 0,1 0 0 0 0,-1 0 0 0 0,1 0 0 0 0,-1 0 0 0 0,1 0 0 0 0,-1 0 0 0 0,0 0 0 0 0,1 0 0 0 0,-1 0 0 0 0,0 1 0 0 0,0-1 0 0 0,0 0 0 0 0,0 0 0 0 0,0 1 0 0 0,1-1 0 0 0,-1 0 0 0 0,0 1 0 0 0,-1-1 0 0 0,1 1 0 0 0,0-1 0 0 0,0 1 0 0 0,0 0 0 0 0,0 0 0 0 0,0-1 0 0 0,-2 1 0 0 0,-47 11 203 0 0,48-10-198 0 0,-12 3 180 0 0,-5 5-76 0 0,17-9-121 0 0,-8 5 30 0 0,6-2-48 0 0,0 0 0 0 0,0 0 0 0 0,0 1 1 0 0,0-1-1 0 0,1 1 0 0 0,-1 0 0 0 0,1 0 1 0 0,-4 7-1 0 0,6-10-12 0 0,1-1 4 0 0,-1 1 0 0 0,0-1-1 0 0,1 1 1 0 0,-1-1 0 0 0,1 1-1 0 0,-1-1 1 0 0,1 1-1 0 0,-1-1 1 0 0,1 1 0 0 0,-1-1-1 0 0,1 1 1 0 0,0 0 0 0 0,-1-1-1 0 0,1 1 1 0 0,0 0 0 0 0,0-1-1 0 0,-1 1 1 0 0,1 0 0 0 0,0-1-1 0 0,0 2 1 0 0,-5 20 132 0 0,4-18-117 0 0,-2 17 30 0 0,0-1 0 0 0,2 1 0 0 0,0 0 0 0 0,2 0 0 0 0,0-1 0 0 0,1 1 0 0 0,9 37 0 0 0,-3-24 350 0 0,0 0-72 0 0,22 61-1 0 0,-27-87-296 0 0,1 0 0 0 0,0 0 0 0 0,0 0 1 0 0,1 0-1 0 0,0-1 0 0 0,0 0 0 0 0,0 0 0 0 0,1 0 0 0 0,0-1 0 0 0,1 1 0 0 0,0-1 0 0 0,10 7 0 0 0,-8-9 8 0 0,1 0-1 0 0,-1 0 0 0 0,0-1 1 0 0,1 0-1 0 0,0-1 0 0 0,0 0 1 0 0,-1 0-1 0 0,1-1 0 0 0,0 0 1 0 0,0-1-1 0 0,0 0 0 0 0,0-1 1 0 0,0 0-1 0 0,0-1 0 0 0,0 0 1 0 0,10-3-1 0 0,5-3 156 0 0,0 0 0 0 0,0-2 1 0 0,-1-1-1 0 0,43-25 0 0 0,-51 25-65 0 0,-1-1 0 0 0,1 0 0 0 0,-2-1 0 0 0,0 0 0 0 0,0-1 0 0 0,-2-1-1 0 0,0 0 1 0 0,17-27 0 0 0,-22 31-87 0 0,-1 0-1 0 0,0-1 0 0 0,-1 0 1 0 0,0 0-1 0 0,-1 0 1 0 0,0-1-1 0 0,-1 0 1 0 0,0 0-1 0 0,-1 0 1 0 0,0 0-1 0 0,-1 0 1 0 0,-1 0-1 0 0,-2-21 0 0 0,1 25-38 0 0,-1 0-1 0 0,0 1 0 0 0,0-1 0 0 0,-1 0 0 0 0,0 1 0 0 0,-1-1 1 0 0,0 1-1 0 0,0 0 0 0 0,-1 1 0 0 0,0-1 0 0 0,0 1 1 0 0,-12-13-1 0 0,9 12 17 0 0,-1 1 0 0 0,1 0 0 0 0,-1 1 1 0 0,-1 0-1 0 0,1 1 0 0 0,-1 0 0 0 0,0 0 0 0 0,0 1 1 0 0,-16-5-1 0 0,2 3-175 0 0,-1 2 0 0 0,0 1 1 0 0,1 0-1 0 0,-1 2 0 0 0,0 1 0 0 0,0 1 1 0 0,0 1-1 0 0,-40 8 0 0 0,43-5-321 0 0,0 1-1 0 0,0 1 1 0 0,1 1-1 0 0,0 1 1 0 0,0 1-1 0 0,-33 21 1 0 0,36-19-1863 0 0,-31 29 0 0 0,19-13-1952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48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2408 0 0,'0'0'1800'0'0,"13"10"3857"0"0,-9-2-5601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0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35 1036 0 0,'6'-24'6351'0'0,"0"14"-3374"0"0,-7 29-2284 0 0,-7 32-674 0 0,-23 71 75 0 0,-2 5-4920 0 0,27-83 886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0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45 596 0 0,'20'-31'8205'0'0,"-19"30"-7898"0"0,0 0 0 0 0,0-1 1 0 0,0 1-1 0 0,0 0 0 0 0,0 0 1 0 0,0 0-1 0 0,0 0 0 0 0,0-1 0 0 0,3 0 1 0 0,-4 9-56 0 0,0 0 0 0 0,0 0 0 0 0,0 0 0 0 0,-1 0 1 0 0,0 0-1 0 0,0 0 0 0 0,-3 8 0 0 0,-21 53 85 0 0,11-31-164 0 0,-14 50-823 0 0,14-27-5408 0 0,10-36 769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5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1184 0 0,'1'-34'6677'0'0,"-1"32"-5931"0"0,3-17 4806 0 0,3 37-4779 0 0,0 1-1 0 0,-1 0 1 0 0,-1 0-1 0 0,-1 0 1 0 0,0 0-1 0 0,-1 24 1 0 0,1-10-287 0 0,9 138 598 0 0,8 76-615 0 0,-16-180-211 0 0,-15-121-289 0 0,6-14 8 0 0,1 37 11 0 0,2 0 0 0 0,3-51 0 0 0,-1 81 11 0 0,1 0 0 0 0,-1 0 0 0 0,1 0 0 0 0,-1-1 0 0 0,1 1 0 0 0,-1 0 0 0 0,1 0 0 0 0,0 0 0 0 0,-1 0 0 0 0,1 0 0 0 0,0 0 0 0 0,0 0 0 0 0,0 0 0 0 0,0 0 0 0 0,0 1 0 0 0,0-1 0 0 0,0 0 0 0 0,0 0 0 0 0,0 1 0 0 0,0-1 0 0 0,1 1 0 0 0,-1-1 0 0 0,0 1 0 0 0,0-1 0 0 0,1 1 0 0 0,-1 0 0 0 0,2 0 0 0 0,-1-1 4 0 0,16 3-5 0 0,-3-1 25 0 0,-5 1-19 0 0,12-2-2 0 0,-16 0-3 0 0,19-2-15 0 0,-20-1 15 0 0,6-3 12 0 0,-5 4-39 0 0,1 0 1 0 0,0 0 0 0 0,-1-1-1 0 0,1 0 1 0 0,-1-1-1 0 0,0 1 1 0 0,0-1 0 0 0,-1 0-1 0 0,1 0 1 0 0,-1-1 0 0 0,0 0-1 0 0,0 0 1 0 0,0 0 0 0 0,0-1-1 0 0,-1 1 1 0 0,0-1-1 0 0,-1 0 1 0 0,1 0 0 0 0,4-13-1 0 0,-6 9 17 0 0,0-2 0 0 0,-1 1 0 0 0,-1 0 0 0 0,0 0 0 0 0,0 0 0 0 0,-1 0 0 0 0,0 0 0 0 0,-6-21 0 0 0,7 31 1 0 0,-7-21 58 0 0,3 18 143 0 0,4 15 199 0 0,11 144 2268 0 0,17 141-1108 0 0,-14-178-1175 0 0,-14-116-317 0 0,0-1-94 0 0,3 5-225 0 0,1-15-823 0 0,5-21-4654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5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26 828 0 0,'14'-25'26413'0'0,"-10"35"-26073"0"0,-1 1-1 0 0,-1-1 0 0 0,0 1 1 0 0,-1-1-1 0 0,0 1 0 0 0,0 0 1 0 0,-1 12-1 0 0,1 20-146 0 0,2-10-1761 0 0,8 34-1 0 0,5-18-3211 0 0,-12-40 2364 0 0,0 0 0 0 0,1 0 0 0 0,6 9 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56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14 392 0 0,'-19'-13'15471'0'0,"23"30"-11953"0"0,0-3-3749 0 0,33 147 1776 0 0,-22-84-1352 0 0,35 100 0 0 0,-40-147-584 0 0,-6-16-823 0 0,0-1 1 0 0,11 21-1 0 0,-17-49-3265 0 0,0 6 3859 0 0,-1 1 0 0 0,1 0 0 0 0,-2 0 1 0 0,1 0-1 0 0,-1 0 0 0 0,-8-12 0 0 0,4 5 188 0 0,-53-90 4058 0 0,55 97-2966 0 0,-4-10 930 0 0,10 17-1565 0 0,0 1-1 0 0,0-1 1 0 0,0 1 0 0 0,0 0 0 0 0,0-1 0 0 0,0 1 0 0 0,1-1 0 0 0,-1 1 0 0 0,0-1 0 0 0,0 1 0 0 0,0-1-1 0 0,0 1 1 0 0,0-1 0 0 0,1 1 0 0 0,-1-1 0 0 0,0 1 0 0 0,0 0 0 0 0,1-1 0 0 0,-1 1 0 0 0,0 0 0 0 0,1-1-1 0 0,-1 1 1 0 0,0 0 0 0 0,1-1 0 0 0,-1 1 0 0 0,1 0 0 0 0,-1-1 0 0 0,0 1 0 0 0,1 0 0 0 0,-1 0 0 0 0,1 0-1 0 0,-1 0 1 0 0,1-1 0 0 0,-1 1 0 0 0,1 0 0 0 0,0 0 0 0 0,161-61 734 0 0,-157 59-882 0 0,1 0 1 0 0,-1 0-1 0 0,0-1 0 0 0,1 0 1 0 0,-1 0-1 0 0,-1 0 1 0 0,1-1-1 0 0,0 1 1 0 0,-1-1-1 0 0,0 0 0 0 0,0 0 1 0 0,0-1-1 0 0,0 1 1 0 0,-1-1-1 0 0,0 0 1 0 0,0 0-1 0 0,0 0 0 0 0,3-7 1 0 0,-5 8 90 0 0,0 1 1 0 0,0-1-1 0 0,-1 0 0 0 0,1 1 1 0 0,-1-1-1 0 0,0 0 1 0 0,0 0-1 0 0,0 1 0 0 0,-1-1 1 0 0,1 0-1 0 0,-3-5 1 0 0,-15-39 603 0 0,13 39-130 0 0,1 0 1 0 0,1 0 0 0 0,-5-15 1054 0 0,10 26-1129 0 0,7 12 61 0 0,-1 1 1 0 0,0 0 0 0 0,0 0 0 0 0,9 31 0 0 0,13 70-96 0 0,-17-64-185 0 0,2 22-69 0 0,9 33-1027 0 0,-19-94-405 0 0,0 0 1 0 0,0 0-1 0 0,10 14 1 0 0,-7-15-2803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8:57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22 125 1596 0 0,'-9'-25'8751'0'0,"-3"-7"-3493"0"0,11 30-5014 0 0,15-17 652 0 0,-5 12-756 0 0,1 1 0 0 0,-1 0 0 0 0,1 0 0 0 0,1 1-1 0 0,-1 0 1 0 0,22-6 0 0 0,-30 11-132 0 0,0 0 11 0 0,1 0-19 0 0,-2 0 0 0 0,0 0 1 0 0,0 0 0 0 0,1 0 0 0 0,-1 0 0 0 0,0 0-1 0 0,0 1 1 0 0,0-1 0 0 0,0 0 0 0 0,0 1-1 0 0,0-1 1 0 0,0 0 0 0 0,0 1 0 0 0,0-1 0 0 0,0 1-1 0 0,0 0 1 0 0,0-1 0 0 0,0 1 0 0 0,0 0 0 0 0,0-1-1 0 0,0 1 1 0 0,0 0 0 0 0,-1 0 0 0 0,1 0-1 0 0,0 0 1 0 0,-1 0 0 0 0,1 0 0 0 0,-1 0 0 0 0,1 0-1 0 0,-1 0 1 0 0,1 0 0 0 0,-1 0 0 0 0,0 0-1 0 0,1 0 1 0 0,-1 0 0 0 0,0 0 0 0 0,0 3 0 0 0,0 5 3 0 0,0 1 1 0 0,0-1 0 0 0,-1 1-1 0 0,-1-1 1 0 0,0 1-1 0 0,0-1 1 0 0,0 0 0 0 0,-6 11-1 0 0,-36 76 17 0 0,32-74-12 0 0,-9 20-16 0 0,21-42 8 0 0,0 1 0 0 0,-1-1 0 0 0,1 0-1 0 0,0 1 1 0 0,0-1 0 0 0,-1 0 0 0 0,1 1-1 0 0,0-1 1 0 0,0 1 0 0 0,0-1 0 0 0,-1 0-1 0 0,1 1 1 0 0,0-1 0 0 0,0 1 0 0 0,0-1-1 0 0,0 1 1 0 0,0-1 0 0 0,0 1 0 0 0,0-1-1 0 0,0 1 1 0 0,0-1 0 0 0,0 0 0 0 0,0 1-1 0 0,1-1 1 0 0,-1 1 0 0 0,0-1-1 0 0,0 1 1 0 0,0-1 0 0 0,0 0 0 0 0,1 1-1 0 0,-1-1 1 0 0,0 1 0 0 0,0-1 0 0 0,1 0-1 0 0,-1 1 1 0 0,0-1 0 0 0,1 0 0 0 0,-1 1-1 0 0,0-1 1 0 0,1 0 0 0 0,-1 0 0 0 0,1 1-1 0 0,-1-1 1 0 0,0 0 0 0 0,1 0 0 0 0,-1 0-1 0 0,1 0 1 0 0,-1 0 0 0 0,1 1 0 0 0,-1-1-1 0 0,0 0 1 0 0,2 0 0 0 0,19 0 11 0 0,26-6-10 0 0,67-19-1 0 0,-30 5 6 0 0,453-90-383 0 0,-447 93 108 0 0,-89 17 239 0 0,0 0-1 0 0,-1 0 1 0 0,1 0-1 0 0,0-1 1 0 0,-1 1-1 0 0,1 0 1 0 0,0 0-1 0 0,0 0 0 0 0,-1 0 1 0 0,1 0-1 0 0,0 1 1 0 0,0-1-1 0 0,-1 0 1 0 0,1 0-1 0 0,0 0 1 0 0,0 1-1 0 0,-1-1 1 0 0,1 0-1 0 0,0 0 1 0 0,-1 1-1 0 0,1-1 1 0 0,-1 1-1 0 0,1-1 0 0 0,0 1 1 0 0,0 0-18 0 0,-1 0-1 0 0,0-1 1 0 0,0 1 0 0 0,0 0 0 0 0,1 0 0 0 0,-1 0-1 0 0,0-1 1 0 0,0 1 0 0 0,0 0 0 0 0,0 0-1 0 0,0 0 1 0 0,-1-1 0 0 0,1 1 0 0 0,0 0-1 0 0,0 0 1 0 0,0-1 0 0 0,-1 1 0 0 0,1 1 0 0 0,-19 28-1644 0 0,3-10-455 0 0,-2 0 0 0 0,-26 22-1 0 0,1-4-2946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27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5 208 640 0 0,'-4'6'10908'0'0,"3"-6"-10872"0"0,15 0 6 0 0,0-1-1 0 0,0 0 1 0 0,0-1 0 0 0,0-1 0 0 0,21-5 0 0 0,12-3 5 0 0,576-98-1656 0 0,-309 56-3125 0 0,-165 27 1599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28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80 1128 0 0,'-1'-3'1650'0'0,"-2"-26"2922"0"0,2 21-3303 0 0,1 1 0 0 0,-1-1 0 0 0,-5-15 0 0 0,6 22-912 0 0,0 37 164 0 0,4 186-445 0 0,13-69-6147 0 0,-5-98 1166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25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9 948 0 0,'0'0'4106'0'0,"-22"8"4582"0"0,22-8-8626 0 0,0 0 1 0 0,0 0-1 0 0,0 0 0 0 0,0 0 1 0 0,-1 0-1 0 0,1 1 1 0 0,0-1-1 0 0,0 0 0 0 0,0 0 1 0 0,0 0-1 0 0,0 0 1 0 0,-1 1-1 0 0,1-1 0 0 0,0 0 1 0 0,0 0-1 0 0,0 0 0 0 0,0 1 1 0 0,0-1-1 0 0,0 0 1 0 0,0 0-1 0 0,0 0 0 0 0,0 1 1 0 0,0-1-1 0 0,0 0 1 0 0,0 0-1 0 0,0 1 0 0 0,0-1 1 0 0,0 0-1 0 0,0 0 1 0 0,0 0-1 0 0,0 1 0 0 0,0-1 1 0 0,0 0-1 0 0,0 0 0 0 0,0 0 1 0 0,0 1-1 0 0,1-1 1 0 0,-1 0-1 0 0,0 0 0 0 0,0 1 1 0 0,11 3 509 0 0,17-3-651 0 0,-27-1 106 0 0,270-13 369 0 0,-111 3-4247 0 0,-127 5-1724 0 0,-21 3 189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2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126 130 764 0 0,'-18'-31'6476'0'0,"7"-1"-3921"0"0,11 29-2443 0 0,1 0 0 0 0,-1 0 0 0 0,1 0 0 0 0,0 0-1 0 0,0 1 1 0 0,0-1 0 0 0,0 0 0 0 0,1 0 0 0 0,-1 1 0 0 0,1-1 0 0 0,-1 1 0 0 0,3-3 0 0 0,-2 3-104 0 0,-1-1 16 0 0,1 2-1 0 0,-1-1 1 0 0,1 0-1 0 0,-1 0 0 0 0,1 0 1 0 0,0 1-1 0 0,0-1 1 0 0,0 1-1 0 0,0-1 0 0 0,0 1 1 0 0,0 0-1 0 0,1 0 0 0 0,-1 0 1 0 0,0 0-1 0 0,0 0 1 0 0,1 1-1 0 0,-1-1 0 0 0,1 1 1 0 0,-1-1-1 0 0,0 1 1 0 0,1 0-1 0 0,-1 0 0 0 0,1 0 1 0 0,-1 0-1 0 0,1 1 1 0 0,-1-1-1 0 0,0 0 0 0 0,1 1 1 0 0,-1 0-1 0 0,0 0 1 0 0,1-1-1 0 0,-1 1 0 0 0,0 1 1 0 0,0-1-1 0 0,0 0 1 0 0,0 0-1 0 0,0 1 0 0 0,0-1 1 0 0,0 1-1 0 0,0 0 1 0 0,0 0-1 0 0,-1-1 0 0 0,1 1 1 0 0,-1 0-1 0 0,0 0 1 0 0,1 1-1 0 0,-1-1 0 0 0,0 0 1 0 0,0 0-1 0 0,0 0 1 0 0,-1 1-1 0 0,1-1 0 0 0,0 0 1 0 0,-1 1-1 0 0,1 2 0 0 0,-1 4 78 0 0,0 0 0 0 0,0 0 0 0 0,-1 1 0 0 0,0-1 0 0 0,-1 0-1 0 0,1 0 1 0 0,-2 0 0 0 0,0 0 0 0 0,0-1 0 0 0,-8 17 0 0 0,-1-2 318 0 0,-2 0 0 0 0,-24 32 0 0 0,-88 106 1250 0 0,125-161-1666 0 0,1 0 1 0 0,0 1 0 0 0,0-1 0 0 0,0 1 0 0 0,0-1-1 0 0,-1 1 1 0 0,1-1 0 0 0,0 0 0 0 0,0 1 0 0 0,0-1 0 0 0,0 1-1 0 0,0-1 1 0 0,0 1 0 0 0,0-1 0 0 0,0 1 0 0 0,0-1 0 0 0,0 0-1 0 0,0 1 1 0 0,0-1 0 0 0,1 1 0 0 0,-1-1 0 0 0,0 1-1 0 0,0-1 1 0 0,0 0 0 0 0,1 1 0 0 0,-1-1 0 0 0,0 1 0 0 0,0-1-1 0 0,1 0 1 0 0,-1 1 0 0 0,0-1 0 0 0,1 0 0 0 0,-1 1-1 0 0,0-1 1 0 0,1 0 0 0 0,-1 0 0 0 0,0 1 0 0 0,1-1 0 0 0,-1 0-1 0 0,1 0 1 0 0,-1 0 0 0 0,1 0 0 0 0,-1 1 0 0 0,0-1 0 0 0,1 0-1 0 0,0 0 1 0 0,22 5 59 0 0,6-4-268 0 0,1-1 1 0 0,-1-2 0 0 0,52-9-1 0 0,-47 5-523 0 0,138-23-6999 0 0,-108 15 2558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30 504 0 0,'-17'10'5745'0'0,"17"-9"-5662"0"0,-1-1 0 0 0,1 0 1 0 0,-1 0-1 0 0,1 0 0 0 0,0 1 1 0 0,-1-1-1 0 0,1 0 1 0 0,-1 0-1 0 0,1 0 0 0 0,-1 0 1 0 0,1 0-1 0 0,-1 0 0 0 0,1 0 1 0 0,0 0-1 0 0,-1 0 1 0 0,1 0-1 0 0,-1 0 0 0 0,1 0 1 0 0,-1 0-1 0 0,1 0 1 0 0,-1 0-1 0 0,1 0 0 0 0,0-1 1 0 0,-1 1-1 0 0,1 0 0 0 0,-1 0 1 0 0,1 0-1 0 0,0-1 1 0 0,-1 1-1 0 0,1 0 0 0 0,0-1 1 0 0,-1 1-1 0 0,1 0 0 0 0,-1-1 1 0 0,1 0-75 0 0,15-26 65 0 0,-15 26-75 0 0,0 1 1 0 0,0 0-1 0 0,0 0 1 0 0,1 0-1 0 0,-1 0 1 0 0,0 0 0 0 0,0 0-1 0 0,0-1 1 0 0,0 1-1 0 0,1 0 1 0 0,-1 0 0 0 0,0 0-1 0 0,0 0 1 0 0,0-1-1 0 0,0 1 1 0 0,0 0 0 0 0,0 0-1 0 0,0 0 1 0 0,1-1-1 0 0,-1 1 1 0 0,0 0 0 0 0,0 0-1 0 0,0-1 1 0 0,0 1-1 0 0,0 0 1 0 0,0 0 0 0 0,0 0-1 0 0,0-1 1 0 0,0 1-1 0 0,0 0 1 0 0,0 0-1 0 0,0-1 1 0 0,-1 1 0 0 0,1 0-1 0 0,0 0 1 0 0,0 0-1 0 0,0-1 1 0 0,0 1 0 0 0,0 0-1 0 0,0 0 1 0 0,0 0-1 0 0,0 0 1 0 0,-1-1 0 0 0,1 1-1 0 0,0 0 1 0 0,0 0-1 0 0,0 0 1 0 0,0 0 0 0 0,-1 0-1 0 0,1-1 1 0 0,0 1-1 0 0,0 0 1 0 0,-13 2-7 0 0,11-2-12 0 0,-23 9 108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6:38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91 1012 0 0,'0'-13'3670'0'0,"0"11"-3561"0"0,0 0 0 0 0,0 0 0 0 0,0 0 0 0 0,0 0 0 0 0,-1 0 0 0 0,1 0 0 0 0,-1 0-1 0 0,1 1 1 0 0,-1-1 0 0 0,0 0 0 0 0,0 0 0 0 0,0 0 0 0 0,0 1 0 0 0,0-1 0 0 0,0 0 0 0 0,0 1-1 0 0,-1-1 1 0 0,1 1 0 0 0,-1-1 0 0 0,1 1 0 0 0,-1 0 0 0 0,1 0 0 0 0,-1 0 0 0 0,0 0 0 0 0,1 0-1 0 0,-1 0 1 0 0,0 0 0 0 0,0 0 0 0 0,0 1 0 0 0,0-1 0 0 0,0 1 0 0 0,0-1 0 0 0,0 1-1 0 0,-3-1 1 0 0,-2 1-46 0 0,0 0 0 0 0,0 0 1 0 0,0 0-1 0 0,0 1 0 0 0,0 0 0 0 0,0 0 0 0 0,0 1 0 0 0,-12 4 0 0 0,7-1-19 0 0,1 1 1 0 0,-1 0-1 0 0,1 0 0 0 0,1 1 1 0 0,-1 1-1 0 0,1 0 0 0 0,1 0 1 0 0,-11 12-1 0 0,7-5-13 0 0,1 0-1 0 0,0 1 1 0 0,1 1-1 0 0,-15 30 1 0 0,9-6 111 0 0,1 1 1 0 0,2 1-1 0 0,-16 83 0 0 0,22-91 51 0 0,3 0 0 0 0,1 0 0 0 0,1 0 0 0 0,4 71 0 0 0,0-94-101 0 0,1-1 1 0 0,1 0 0 0 0,0 0-1 0 0,0 0 1 0 0,1-1 0 0 0,0 1 0 0 0,1-1-1 0 0,9 15 1 0 0,-10-18-13 0 0,1 0 1 0 0,0-1-1 0 0,1 0 0 0 0,0-1 0 0 0,0 1 1 0 0,0-1-1 0 0,0 0 0 0 0,1 0 0 0 0,0-1 1 0 0,0 0-1 0 0,0 0 0 0 0,0-1 0 0 0,11 4 1 0 0,-1-2 1 0 0,-1-1 1 0 0,1-1 0 0 0,1 0 0 0 0,-1-1 0 0 0,0-1 0 0 0,1-1 0 0 0,-1 0 0 0 0,0-1 0 0 0,1-1 0 0 0,-1-1 0 0 0,0 0 0 0 0,0-1 0 0 0,0-1 0 0 0,29-13 0 0 0,-25 9-32 0 0,-1-1 0 0 0,0-2 1 0 0,0 0-1 0 0,-1-1 0 0 0,-1 0 0 0 0,0-2 1 0 0,-1 0-1 0 0,-1-1 0 0 0,0-1 0 0 0,24-34 1 0 0,-23 26-38 0 0,-2-1 1 0 0,-1-1 0 0 0,-1 0-1 0 0,-1-1 1 0 0,-2 0 0 0 0,0-1-1 0 0,6-37 1 0 0,-12 42-2 0 0,0 1 1 0 0,-2-1-1 0 0,-1 0 1 0 0,-1 0-1 0 0,-1 0 0 0 0,0 0 1 0 0,-2 0-1 0 0,-1 1 1 0 0,-12-40-1 0 0,12 52 2 0 0,-1 1-1 0 0,0-1 1 0 0,0 1 0 0 0,-1 0-1 0 0,-1 0 1 0 0,0 1 0 0 0,0-1-1 0 0,0 2 1 0 0,-1-1 0 0 0,-1 1-1 0 0,1 0 1 0 0,-1 1-1 0 0,-16-10 1 0 0,17 12-103 0 0,0 0 0 0 0,0 1 0 0 0,-1 0 0 0 0,0 0 0 0 0,0 1-1 0 0,0 0 1 0 0,0 1 0 0 0,0 0 0 0 0,0 0 0 0 0,-1 1 0 0 0,1 0 0 0 0,-1 1 0 0 0,1 0 0 0 0,-1 0-1 0 0,1 1 1 0 0,-19 4 0 0 0,14 0-635 0 0,0 0-1 0 0,-1 2 1 0 0,2 0-1 0 0,-1 0 1 0 0,1 1-1 0 0,1 0 1 0 0,-1 2 0 0 0,1-1-1 0 0,-15 16 1 0 0,-1 4-3510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16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1768 0 0,'3'-16'4468'0'0,"-1"7"-3056"0"0,0 1-1 0 0,0 0 1 0 0,1 0 0 0 0,5-14 563 0 0,2-3 3572 0 0,-8 27-5533 0 0,-1 0 0 0 0,1 0 0 0 0,-1 0 0 0 0,1 0-1 0 0,-1 1 1 0 0,0-1 0 0 0,0 0 0 0 0,0 1 0 0 0,0-1 0 0 0,0 0 0 0 0,0 5 0 0 0,7 36 159 0 0,-6-28-104 0 0,4 29 56 0 0,-1-1 0 0 0,-3 63 1 0 0,-6-26-3296 0 0,-5-53-5643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16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42 307 2328 0 0,'-10'-19'2670'0'0,"4"8"-1170"0"0,1-1 0 0 0,-1 1 0 0 0,2-1 0 0 0,-4-12 1 0 0,7 20-1334 0 0,0 1 1 0 0,1-1-1 0 0,-1 0 1 0 0,1 1 0 0 0,0-1-1 0 0,0 0 1 0 0,1 1 0 0 0,-1-1-1 0 0,1 1 1 0 0,-1-1-1 0 0,1 0 1 0 0,0 1 0 0 0,0-1-1 0 0,1 1 1 0 0,-1 0 0 0 0,1-1-1 0 0,0 1 1 0 0,3-4-1 0 0,4-5-11 0 0,1 0 0 0 0,1 1-1 0 0,0 1 1 0 0,0 0-1 0 0,1 0 1 0 0,1 1-1 0 0,-1 1 1 0 0,27-13 0 0 0,-22 13-111 0 0,0 1 1 0 0,0 1 0 0 0,0 0 0 0 0,1 1-1 0 0,0 1 1 0 0,0 1 0 0 0,20-1 0 0 0,-29 4-26 0 0,-1 0 0 0 0,0 0 0 0 0,1 1 0 0 0,-1 0 0 0 0,0 1 0 0 0,1 0 0 0 0,-1 0 0 0 0,0 0 0 0 0,11 6 0 0 0,-16-7 0 0 0,-1 1 0 0 0,1-1-1 0 0,-1 1 1 0 0,1-1 0 0 0,-1 1 0 0 0,0 0 0 0 0,0-1 0 0 0,0 1-1 0 0,0 0 1 0 0,0 1 0 0 0,0-1 0 0 0,-1 0 0 0 0,1 0 0 0 0,-1 1 0 0 0,0-1-1 0 0,1 1 1 0 0,-1-1 0 0 0,0 1 0 0 0,0 0 0 0 0,-1-1 0 0 0,1 1-1 0 0,0 0 1 0 0,-1 0 0 0 0,0-1 0 0 0,0 1 0 0 0,1 0 0 0 0,-2 0 0 0 0,1 0-1 0 0,0-1 1 0 0,-1 1 0 0 0,0 4 0 0 0,-7 16 72 0 0,0-1 1 0 0,-1 1-1 0 0,-2-2 1 0 0,-23 39-1 0 0,12-24 31 0 0,-4 8 1582 0 0,25-43-1507 0 0,5-1-185 0 0,-1 0 0 0 0,1 0 1 0 0,-1-1-1 0 0,1 0 1 0 0,-1 1-1 0 0,1-1 1 0 0,-1-1-1 0 0,5-1 1 0 0,-4 1-12 0 0,1 1 1 0 0,-1-1-1 0 0,1 1 1 0 0,0 0 0 0 0,6-1-1 0 0,10 1 13 0 0,-1 0 0 0 0,1 2 0 0 0,0 0-1 0 0,28 6 1 0 0,-41-5 85 0 0,0 0-1 0 0,0 0 1 0 0,0 0 0 0 0,0 1-1 0 0,-1 1 1 0 0,0-1-1 0 0,1 1 1 0 0,-1 0 0 0 0,0 1-1 0 0,-1 0 1 0 0,1 0 0 0 0,-1 0-1 0 0,0 1 1 0 0,9 11-1 0 0,-13-15 27 0 0,-1 1 1 0 0,1-1-1 0 0,-1 1 0 0 0,0-1 0 0 0,1 1 0 0 0,-1-1 0 0 0,-1 1 0 0 0,1 0 0 0 0,0-1 0 0 0,-1 1 0 0 0,1 0 0 0 0,-1 0 0 0 0,0 0 0 0 0,0-1 0 0 0,0 1 0 0 0,0 0 0 0 0,-1 5 1 0 0,0-3 32 0 0,-1 0 1 0 0,0 0 0 0 0,0 0 0 0 0,0 0 0 0 0,-1 0 0 0 0,1 0 0 0 0,-1-1 0 0 0,-7 8 0 0 0,-3 2 223 0 0,0 0 0 0 0,-1-2 1 0 0,-1 0-1 0 0,-21 14 1 0 0,2-4-65 0 0,-2-1 1 0 0,-1-2 0 0 0,0-1 0 0 0,-1-2-1 0 0,-1-2 1 0 0,-70 16 0 0 0,65-23-562 0 0,-8 1-5070 0 0,17 5-6874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3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81 364 0 0,'0'0'3129'0'0,"2"-12"-1037"0"0,11-25-397 0 0,-13 36-1558 0 0,3-9 600 0 0,1-7 146 0 0,-2 13-1396 0 0,2 16-1543 0 0,-4-10 1780 0 0,1-1-255 0 0,1 10-2120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6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32 1232 0 0,'1'-2'547'0'0,"-1"0"1"0"0,1 1-1 0 0,-1-1 0 0 0,0 0 1 0 0,0 0-1 0 0,0 0 0 0 0,0 0 1 0 0,0 0-1 0 0,0 0 0 0 0,-1-4 1 0 0,-5 0 711 0 0,6 6-1253 0 0,-1 0 0 0 0,0 0 1 0 0,1 1-1 0 0,-1-1 0 0 0,0 0 1 0 0,1 0-1 0 0,-1 1 0 0 0,1-1 0 0 0,-1 0 1 0 0,1 1-1 0 0,-1-1 0 0 0,1 1 1 0 0,-1-1-1 0 0,1 1 0 0 0,-1-1 1 0 0,1 1-1 0 0,0-1 0 0 0,-1 2 0 0 0,-26 40 117 0 0,2 1 0 0 0,-35 82 0 0 0,36-73-167 0 0,-229 538 177 0 0,205-468-54 0 0,-22 61 57 0 0,54-143-38 0 0,15-39-158 0 0,3-2-1063 0 0,1-1 720 0 0,-1 0 0 0 0,1 0-1 0 0,-1 0 1 0 0,0-1 0 0 0,0 1-1 0 0,0 0 1 0 0,0-1 0 0 0,3-4-1 0 0,-3 4-260 0 0,5-7-857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6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856 1 288 0 0,'0'0'7206'0'0,"-3"0"-7008"0"0,0 1-132 0 0,0 0 0 0 0,1 0 0 0 0,-1 0 0 0 0,0 1 0 0 0,1-1 0 0 0,-1 0 0 0 0,1 1 0 0 0,-1 0 0 0 0,1 0 0 0 0,0 0 0 0 0,0 0 0 0 0,0 0 0 0 0,0 0 0 0 0,0 0 0 0 0,0 1 0 0 0,0-1 0 0 0,-1 4 0 0 0,-30 54 523 0 0,26-44-501 0 0,-389 861 1219 0 0,126-142-1050 0 0,241-652-249 0 0,-41 136-3 0 0,70-216 192 0 0,-5 19-2240 0 0,17-21-2166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7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11 416 0 0,'-2'-11'6315'0'0,"0"12"-6198"0"0,0-1 0 0 0,0 0 0 0 0,0 1 0 0 0,0 0 1 0 0,0-1-1 0 0,0 1 0 0 0,0 0 0 0 0,0 0 0 0 0,0 0 0 0 0,0 0 1 0 0,0 1-1 0 0,1-1 0 0 0,-1 0 0 0 0,0 1 0 0 0,1-1 0 0 0,-1 1 1 0 0,1-1-1 0 0,-2 4 0 0 0,-29 37 544 0 0,-5 20-199 0 0,-33 75 0 0 0,-18 71-55 0 0,43-98-249 0 0,-343 903 97 0 0,322-817-260 0 0,-17 47-3 0 0,60-174 33 0 0,18-58-34 0 0,4-11-44 0 0,1 0 1 0 0,0 1-1 0 0,-1-1 1 0 0,1 1-1 0 0,0-1 1 0 0,0 0-1 0 0,-1 1 0 0 0,1-1 1 0 0,0 1-1 0 0,0-1 1 0 0,0 1-1 0 0,0-1 0 0 0,-1 1 1 0 0,1-1-1 0 0,0 0 1 0 0,0 1-1 0 0,0-1 1 0 0,0 1-1 0 0,0-1 0 0 0,0 1 1 0 0,0-1-1 0 0,0 1 1 0 0,1-1-1 0 0,-1 2 0 0 0,10-4-726 0 0,13-12-1394 0 0,-12 1 33 0 0,0 1-414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8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743 20 912 0 0,'19'-20'8291'0'0,"-19"23"-8201"0"0,0 0 1 0 0,0 0 0 0 0,-1-1-1 0 0,1 1 1 0 0,-1 0-1 0 0,0 0 1 0 0,1 0 0 0 0,-1-1-1 0 0,0 1 1 0 0,-3 4 0 0 0,-19 32 330 0 0,10-17-226 0 0,-66 138 248 0 0,-67 196 0 0 0,39-87-230 0 0,-107 267 51 0 0,70-134-568 0 0,134-376 320 0 0,7-19-29 0 0,0 0-1 0 0,0 0 1 0 0,1 1-1 0 0,0 0 1 0 0,-2 13-1 0 0,4-20-38 0 0,0-1 0 0 0,0 0 0 0 0,0 1 0 0 0,0-1-1 0 0,0 0 1 0 0,0 1 0 0 0,0-1 0 0 0,0 0-1 0 0,0 1 1 0 0,0-1 0 0 0,1 0 0 0 0,-1 0 0 0 0,0 1-1 0 0,0-1 1 0 0,0 0 0 0 0,0 1 0 0 0,0-1 0 0 0,1 0-1 0 0,-1 0 1 0 0,0 1 0 0 0,0-1 0 0 0,0 0-1 0 0,1 0 1 0 0,-1 1 0 0 0,0-1 0 0 0,0 0 0 0 0,1 0-1 0 0,-1 0 1 0 0,0 1 0 0 0,0-1 0 0 0,1 0 0 0 0,-1 0-1 0 0,1 0 1 0 0,11-3-1468 0 0,13-14-2274 0 0,-13 6 1477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8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24 392 0 0,'15'-24'6603'0'0,"-45"67"-4977"0"0,3 2-1 0 0,-31 63 0 0 0,-41 117-2021 0 0,23-50 779 0 0,-285 618-381 0 0,329-725-29 0 0,-5 12-116 0 0,-27 86-1 0 0,63-160-47 0 0,0-5 52 0 0,0 1 0 0 0,1-1 0 0 0,-1 1 0 0 0,0 0 0 0 0,1-1 0 0 0,0 1 0 0 0,-1 0 0 0 0,1-1 0 0 0,0 1 0 0 0,0 0 0 0 0,0-1 0 0 0,0 1 0 0 0,0 0 0 0 0,0 0 0 0 0,0-1 0 0 0,1 1 0 0 0,-1 0 0 0 0,1-1 0 0 0,0 3 0 0 0,16-10-6032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676 25 1368 0 0,'0'0'1091'0'0,"9"-24"7616"0"0,-17 34-8615 0 0,1 0 1 0 0,0 0-1 0 0,-10 22 1 0 0,2-4-1 0 0,-336 601 914 0 0,132-140-1031 0 0,217-483-90 0 0,-39 108-471 0 0,35-94-3072 0 0,-5 35-1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19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767 8 552 0 0,'-2'-7'10764'0'0,"-86"123"-10639"0"0,-114 201 0 0 0,78-103-173 0 0,-116 277 0 0 0,170-295-1061 0 0,35-62-3868 0 0,30-104 1997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0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1530 46 1348 0 0,'7'-24'6269'0'0,"-3"13"-4876"0"0,-1 0 6 0 0,-14 24-1083 0 0,-662 915 1846 0 0,325-438-1883 0 0,37 22-447 0 0,271-436 92 0 0,4 2 0 0 0,-29 90 0 0 0,47-107-3301 0 0,-18 105 0 0 0,31-141-235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1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982 19 300 0 0,'0'0'1385'0'0,"14"-4"1973"0"0,32-11 1904 0 0,-42 18-5185 0 0,-4-4-73 0 0,1 1 0 0 0,-1 0 0 0 0,0 0-1 0 0,0 0 1 0 0,0 0 0 0 0,1 1-1 0 0,-1-1 1 0 0,0 0 0 0 0,0 0-1 0 0,1 0 1 0 0,-1 0 0 0 0,0 0-1 0 0,0 0 1 0 0,0 0 0 0 0,1 0-1 0 0,-1 0 1 0 0,0 0 0 0 0,0 1 0 0 0,0-1-1 0 0,1 0 1 0 0,-1 0 0 0 0,0 0-1 0 0,0 0 1 0 0,0 1 0 0 0,0-1-1 0 0,0 0 1 0 0,0 0 0 0 0,1 0-1 0 0,-1 1 1 0 0,0-1 0 0 0,0 0-1 0 0,0 0 1 0 0,0 0 0 0 0,0 1 0 0 0,0-1-1 0 0,0 0 1 0 0,0 0 0 0 0,0 1-1 0 0,-5 19 125 0 0,-1 0 1 0 0,0 0-1 0 0,-2 0 0 0 0,0-1 0 0 0,-20 32 0 0 0,8-12-28 0 0,-321 548 1162 0 0,177-320-980 0 0,146-236-277 0 0,-231 419 59 0 0,222-394-414 0 0,-76 175 1129 0 0,63-111-2479 0 0,31-81-1151 0 0,-7 46 0 0 0,13-67-780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959 57 872 0 0,'1'-6'1036'0'0,"0"0"-1"0"0,1 0 1 0 0,0 0 0 0 0,0 0-1 0 0,3-6 1 0 0,-4 11-664 0 0,7-13 2978 0 0,-12 31-3176 0 0,0-1 0 0 0,-1 1 0 0 0,-14 29 1 0 0,-30 49 104 0 0,33-66-241 0 0,-458 769 399 0 0,461-778-440 0 0,-191 293-1305 0 0,65-109-3535 0 0,85-125 1142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1395 1 1576 0 0,'0'0'5525'0'0,"-1"2"-5153"0"0,-46 71 697 0 0,-48 104-1 0 0,71-129-898 0 0,-606 1315 1014 0 0,530-1113-1134 0 0,-115 293 45 0 0,22 6-117 0 0,133-336-38 0 0,50-163-1244 0 0,1 1-1 0 0,-2 65 1 0 0,11-96-843 0 0,2-3-416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1893 42 556 0 0,'41'-41'5575'0'0,"-40"42"-5519"0"0,0 0 1 0 0,-1 0 0 0 0,1 0 0 0 0,-1 0 0 0 0,1 0 0 0 0,-1 0 0 0 0,0 0-1 0 0,1 0 1 0 0,-1 0 0 0 0,0 0 0 0 0,0 0 0 0 0,0 0 0 0 0,0 0-1 0 0,0 1 1 0 0,0-1 0 0 0,0 0 0 0 0,0 0 0 0 0,0 0 0 0 0,0 0 0 0 0,0 0-1 0 0,-1 2 1 0 0,-11 26 328 0 0,8-20-200 0 0,-237 472 2037 0 0,117-247-1871 0 0,-427 864 255 0 0,520-1034-588 0 0,-567 1201 5 0 0,360-641-18 0 0,198-487-521 0 0,6 2 1 0 0,-27 236 0 0 0,58-347-1664 0 0,2 29 1 0 0,3-38-691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3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1698 0 424 0 0,'0'0'1435'0'0,"-9"15"1206"0"0,-120 217 1121 0 0,71-121-3135 0 0,-172 346 651 0 0,123-238-1015 0 0,-268 576 389 0 0,5-13-488 0 0,315-672-228 0 0,-255 536-3123 0 0,264-534-788 0 0,37-88 2359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4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2043 15 1700 0 0,'10'-14'5287'0'0,"-20"37"-4794"0"0,-1 0 0 0 0,-1-1-1 0 0,-16 24 1 0 0,8-13-273 0 0,-887 1386 1686 0 0,663-1079-1844 0 0,-126 187 31 0 0,264-361-186 0 0,-106 223-1 0 0,186-329-93 0 0,1 0 0 0 0,-21 83 0 0 0,35-96-1855 0 0,-9 88 0 0 0,17-107 99 0 0,1-3-117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2287 16 584 0 0,'-14'-7'3561'0'0,"11"5"-3461"0"0,0 1-1 0 0,0 0 1 0 0,0 0 0 0 0,0 0-1 0 0,0 0 1 0 0,0 1 0 0 0,0-1 0 0 0,0 1-1 0 0,0 0 1 0 0,-1 0 0 0 0,1 0-1 0 0,0 0 1 0 0,0 1 0 0 0,0-1-1 0 0,0 1 1 0 0,0-1 0 0 0,0 1-1 0 0,0 0 1 0 0,0 1 0 0 0,0-1-1 0 0,0 0 1 0 0,0 1 0 0 0,0 0 0 0 0,1-1-1 0 0,-1 1 1 0 0,1 0 0 0 0,0 0-1 0 0,-1 0 1 0 0,1 1 0 0 0,-4 4-1 0 0,-178 229 1085 0 0,117-143-986 0 0,-491 638 377 0 0,95-177-497 0 0,24-31-5 0 0,113-55-175 0 0,200-260-4327 0 0,110-181 2021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2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1459 29 672 0 0,'-3'-15'3857'0'0,"3"14"-3767"0"0,0 0-1 0 0,1 1 1 0 0,-2-1 0 0 0,1 1 0 0 0,0-1 0 0 0,0 1 0 0 0,0-1 0 0 0,0 1-1 0 0,0-1 1 0 0,0 1 0 0 0,0-1 0 0 0,-1 1 0 0 0,1-1 0 0 0,0 1 0 0 0,-1-1-1 0 0,1 1 1 0 0,0-1 0 0 0,-1 1 0 0 0,1-1 0 0 0,0 1 0 0 0,-1-1 0 0 0,1 1-1 0 0,-1 0 1 0 0,1-1 0 0 0,0 1 0 0 0,-1 0 0 0 0,0-1 0 0 0,-9 9 73 0 0,0-1 0 0 0,1 1 1 0 0,0 1-1 0 0,0 0 1 0 0,1 0-1 0 0,-12 17 0 0 0,1-2-43 0 0,-478 610 928 0 0,422-535-995 0 0,-335 459 295 0 0,223-269-1363 0 0,20 13-3758 0 0,148-263 3208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30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1734 95 952 0 0,'0'0'1464'0'0,"20"-24"1727"0"0,-1-6-1598 0 0,-19 29-1442 0 0,1 0-114 0 0,0 1 1 0 0,-1-1-1 0 0,1 1 1 0 0,0-1 0 0 0,-1 1-1 0 0,1-1 1 0 0,0 0 0 0 0,-1 1-1 0 0,1-1 1 0 0,-1 0-1 0 0,0 0 1 0 0,1 1 0 0 0,-1-1-1 0 0,1 0 1 0 0,-1 0-1 0 0,0 0 1 0 0,0 1 0 0 0,1-1-1 0 0,-1-2 1 0 0,5-18 1285 0 0,-4 18-1203 0 0,-12 16-112 0 0,2-1 1 0 0,0 1 0 0 0,0 1 0 0 0,-10 23 0 0 0,-2 1-1 0 0,-428 791-50 0 0,207-377 53 0 0,127-239-35 0 0,-228 430-32 0 0,37 18-99 0 0,146-232-647 0 0,79-137-3174 0 0,66-227 1826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31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679 7 1272 0 0,'13'-4'3475'0'0,"-13"3"-3431"0"0,1 1 1 0 0,-1 0-1 0 0,1-1 0 0 0,-1 1 0 0 0,1 0 1 0 0,-1 0-1 0 0,1 0 0 0 0,-1-1 1 0 0,1 1-1 0 0,0 0 0 0 0,-1 0 0 0 0,1 0 1 0 0,-1 0-1 0 0,1 0 0 0 0,0 0 0 0 0,-1 0 1 0 0,1 0-1 0 0,-1 0 0 0 0,1 0 1 0 0,-1 1-1 0 0,1-1 0 0 0,0 0 0 0 0,-1 0 1 0 0,1 0-1 0 0,-1 1 0 0 0,1-1 1 0 0,-1 0-1 0 0,1 1 0 0 0,-1-1 0 0 0,1 0 1 0 0,-1 1-1 0 0,1 0 0 0 0,0 0 8 0 0,-1 1 0 0 0,1 0-1 0 0,0-1 1 0 0,-1 1 0 0 0,0-1 0 0 0,1 1 0 0 0,-1 0-1 0 0,0-1 1 0 0,0 1 0 0 0,0 0 0 0 0,0 2-1 0 0,-1 9 111 0 0,-1-1 0 0 0,-5 17 0 0 0,6-26-83 0 0,-22 76 447 0 0,-36 84 0 0 0,-46 73-355 0 0,84-189-149 0 0,-176 325 7 0 0,113-224-119 0 0,-74 180-1 0 0,111-176-3697 0 0,39-124 1493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3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0 488 0 0,'0'0'1251'0'0,"-5"11"1248"0"0,-20 29-1126 0 0,2 1-1 0 0,-32 79 1 0 0,13-27-998 0 0,-254 437 103 0 0,217-397-411 0 0,-42 91-430 0 0,58-68-4292 0 0,54-128 2801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43 1548 0 0,'-18'-27'7331'0'0,"8"13"-6044"0"0,9 12-838 0 0,0 20-18 0 0,1 29 48 0 0,-2 1 1 0 0,-15 93-1 0 0,4-48-202 0 0,-19 113 121 0 0,4-38-1035 0 0,27-155 364 0 0,-1 3-538 0 0,-8 31 1 0 0,9-45 485 0 0,0-5-403 0 0,-3-8 522 0 0,0-2 0 0 0,1 1 0 0 0,1 0 1 0 0,-1 0-1 0 0,1-18 0 0 0,-1-66 600 0 0,3 95-366 0 0,0-5 145 0 0,0 0 0 0 0,0 0 0 0 0,1 0 0 0 0,0-1 0 0 0,3-9 0 0 0,-3 14-111 0 0,-1 0 0 0 0,1 1 1 0 0,0-1-1 0 0,0 0 0 0 0,0 1 1 0 0,0-1-1 0 0,0 1 0 0 0,0-1 0 0 0,0 1 1 0 0,1-1-1 0 0,-1 1 0 0 0,0 0 1 0 0,1 0-1 0 0,0-1 0 0 0,-1 1 1 0 0,1 0-1 0 0,-1 1 0 0 0,1-1 1 0 0,0 0-1 0 0,0 0 0 0 0,-1 1 0 0 0,1-1 1 0 0,3 0-1 0 0,103-12 1065 0 0,-66 10-924 0 0,66-15 1 0 0,-91 14-191 0 0,-1-1 0 0 0,0-1 0 0 0,0 0 0 0 0,0-1 0 0 0,-1-1 0 0 0,0 0 0 0 0,0-1 0 0 0,15-12 0 0 0,-21 12-15 0 0,1 1 0 0 0,-1-1 1 0 0,-1-1-1 0 0,0 1 0 0 0,0-2 0 0 0,-1 1 0 0 0,0-1 1 0 0,-1 0-1 0 0,0 0 0 0 0,-1-1 0 0 0,6-19 1 0 0,-3-2 11 0 0,-1-1 0 0 0,-1 0 1 0 0,-2 0-1 0 0,-1-53 1 0 0,-3 84-12 0 0,-1-4 6 0 0,1 5-12 0 0,-2 4 2 0 0,-4 11-12 0 0,1 0 0 0 0,1 0 0 0 0,-1 1 1 0 0,2-1-1 0 0,-3 23 0 0 0,-1 0 35 0 0,-53 296 1262 0 0,58-307-1219 0 0,0 1 1 0 0,3 38-1 0 0,-1-55-40 0 0,1 0-1 0 0,1-1 1 0 0,-1 1 0 0 0,1-1 0 0 0,1 1-1 0 0,0-1 1 0 0,0 0 0 0 0,0 0-1 0 0,1 0 1 0 0,0 0 0 0 0,6 7 0 0 0,-8-13-12 0 0,0 1 1 0 0,0-1-1 0 0,0 0 1 0 0,1 1-1 0 0,-1-1 1 0 0,1 0-1 0 0,0-1 1 0 0,-1 1-1 0 0,1 0 1 0 0,0-1-1 0 0,0 1 1 0 0,0-1-1 0 0,0 0 1 0 0,0 0-1 0 0,0 0 1 0 0,5 0-1 0 0,-3-1 0 0 0,1 0 0 0 0,-1 0 0 0 0,1 0 0 0 0,-1 0-1 0 0,0-1 1 0 0,1 0 0 0 0,-1 0 0 0 0,0-1 0 0 0,6-2 0 0 0,1-1 1 0 0,0-1-1 0 0,0 0 1 0 0,-1-1 0 0 0,0 0 0 0 0,0-1-1 0 0,0 0 1 0 0,10-11 0 0 0,-8 5-15 0 0,-1 0 1 0 0,0-1 0 0 0,-1 0-1 0 0,-1 0 1 0 0,0-2 0 0 0,-1 1 0 0 0,-1-1-1 0 0,-1 0 1 0 0,0-1 0 0 0,-1 1-1 0 0,-1-1 1 0 0,-1-1 0 0 0,0 1-1 0 0,-1-1 1 0 0,-1 1 0 0 0,-1-22-1 0 0,-2 32 2 0 0,0 1 0 0 0,0 0 1 0 0,-1 0-1 0 0,-5-14 0 0 0,3 9-10 0 0,4 12 13 0 0,-1 0-1 0 0,1-1 1 0 0,0 1-1 0 0,-1-1 1 0 0,1 1-1 0 0,0 0 1 0 0,-1-1 0 0 0,1 1-1 0 0,0 0 1 0 0,-1 0-1 0 0,1-1 1 0 0,-1 1-1 0 0,1 0 1 0 0,-1 0 0 0 0,1 0-1 0 0,-1-1 1 0 0,1 1-1 0 0,-1 0 1 0 0,1 0-1 0 0,-1 0 1 0 0,1 0 0 0 0,-1 0-1 0 0,1 0 1 0 0,-1 0-1 0 0,1 0 1 0 0,-1 0-1 0 0,1 0 1 0 0,-1 0 0 0 0,1 0-1 0 0,-1 1 1 0 0,1-1-1 0 0,-1 0 1 0 0,1 0-1 0 0,0 0 1 0 0,-1 1-1 0 0,1-1 1 0 0,-1 0 0 0 0,1 1-1 0 0,0-1 1 0 0,-1 0-1 0 0,1 1 1 0 0,0-1-1 0 0,-1 1 1 0 0,-17 14-9 0 0,9 0 18 0 0,1 1 0 0 0,0 0-1 0 0,1 0 1 0 0,0 0 0 0 0,2 1 0 0 0,0 0-1 0 0,0 0 1 0 0,2 0 0 0 0,0 1 0 0 0,1-1-1 0 0,1 1 1 0 0,1 22 0 0 0,0-34-5 0 0,1 0 1 0 0,0 0-1 0 0,0 0 1 0 0,0 0-1 0 0,1 0 0 0 0,0-1 1 0 0,0 1-1 0 0,1 0 1 0 0,-1-1-1 0 0,1 0 0 0 0,0 0 1 0 0,0 0-1 0 0,1 0 1 0 0,4 5-1 0 0,-4-7 0 0 0,-1 0 1 0 0,1 0-1 0 0,0 0 0 0 0,0 0 1 0 0,1-1-1 0 0,-1 0 0 0 0,0 0 1 0 0,1 0-1 0 0,-1-1 0 0 0,1 1 1 0 0,0-1-1 0 0,-1 0 0 0 0,1 0 0 0 0,0-1 1 0 0,0 1-1 0 0,-1-1 0 0 0,1 0 1 0 0,6-1-1 0 0,7-1-6 0 0,1-1-1 0 0,-1-1 1 0 0,1 0-1 0 0,-1-1 1 0 0,0-2-1 0 0,-1 1 1 0 0,0-2 0 0 0,0 0-1 0 0,31-21 1 0 0,-17 6-62 0 0,-1-1 0 0 0,-1-1 0 0 0,47-55 0 0 0,-17 17-85 0 0,-58 63 144 0 0,0-1 1 0 0,0 0-1 0 0,0 0 0 0 0,0 1 1 0 0,0-1-1 0 0,0 1 1 0 0,1-1-1 0 0,-1 1 0 0 0,0 0 1 0 0,0-1-1 0 0,0 1 1 0 0,0 0-1 0 0,1 0 1 0 0,-1-1-1 0 0,0 1 0 0 0,0 0 1 0 0,1 0-1 0 0,-1 1 1 0 0,0-1-1 0 0,0 0 0 0 0,0 0 1 0 0,2 1-1 0 0,-2-1 9 0 0,0 1-4 0 0,0-1 1 0 0,-1 1-1 0 0,1 0 0 0 0,0-1 0 0 0,-1 1 0 0 0,1 0 0 0 0,-1-1 0 0 0,1 1 1 0 0,-1 0-1 0 0,0 0 0 0 0,1 0 0 0 0,-1-1 0 0 0,0 1 0 0 0,0 0 0 0 0,1 0 0 0 0,-1 0 1 0 0,0 0-1 0 0,0 0 0 0 0,0 1 0 0 0,2 6 11 0 0,0 1-1 0 0,0 0 1 0 0,-1 0-1 0 0,0 0 1 0 0,-1 0-1 0 0,0 0 1 0 0,-1 12 0 0 0,-14 65 90 0 0,11-65-94 0 0,0-2 20 0 0,0 0 0 0 0,-2 0 0 0 0,-9 23 0 0 0,13-40 17 0 0,1-3-42 0 0,-4-5 0 0 0,4 2-3 0 0,0-1-1 0 0,1 1 1 0 0,0 0-1 0 0,0-1 1 0 0,0 1-1 0 0,1 0 1 0 0,-1-1-1 0 0,3-5 1 0 0,11-39-60 0 0,-11 40 44 0 0,3-11 0 0 0,1 0 0 0 0,1 0 0 0 0,1 1 0 0 0,16-25 0 0 0,-21 38 12 0 0,0 0 0 0 0,1 0 0 0 0,0 0 0 0 0,0 0 1 0 0,0 1-1 0 0,1 0 0 0 0,0 0 0 0 0,0 0 0 0 0,0 1 1 0 0,0 0-1 0 0,1 0 0 0 0,0 1 0 0 0,0-1 1 0 0,0 1-1 0 0,9-2 0 0 0,-12 4 9 0 0,0 0 0 0 0,0 1-1 0 0,0-1 1 0 0,0 1 0 0 0,0 0 0 0 0,0 0 0 0 0,0 1-1 0 0,0-1 1 0 0,0 1 0 0 0,0-1 0 0 0,-1 1 0 0 0,1 1-1 0 0,0-1 1 0 0,0 0 0 0 0,-1 1 0 0 0,1 0 0 0 0,-1 0-1 0 0,1 0 1 0 0,-1 0 0 0 0,0 1 0 0 0,0-1 0 0 0,0 1-1 0 0,0 0 1 0 0,0 0 0 0 0,4 5 0 0 0,-3-2 4 0 0,0 1 1 0 0,0-1-1 0 0,0 1 1 0 0,-1-1-1 0 0,0 1 1 0 0,0 0-1 0 0,-1 0 0 0 0,0 1 1 0 0,0-1-1 0 0,-1 0 1 0 0,1 1-1 0 0,-1 10 1 0 0,-3 27-372 0 0,-2-1 0 0 0,-14 68 0 0 0,18-111 286 0 0,0-1-1 0 0,0 1 1 0 0,-1-1 0 0 0,1 1 0 0 0,0-1-1 0 0,0 1 1 0 0,0 0 0 0 0,0-1 0 0 0,0 1-1 0 0,0-1 1 0 0,0 1 0 0 0,0-1-1 0 0,0 1 1 0 0,1-1 0 0 0,-1 1 0 0 0,0-1-1 0 0,0 1 1 0 0,0 0 0 0 0,1-1 0 0 0,-1 1-1 0 0,0-1 1 0 0,0 0 0 0 0,1 1 0 0 0,-1-1-1 0 0,1 1 1 0 0,-1-1 0 0 0,0 1-1 0 0,1-1 1 0 0,-1 0 0 0 0,1 1 0 0 0,-1-1-1 0 0,1 0 1 0 0,-1 0 0 0 0,1 1 0 0 0,-1-1-1 0 0,1 0 1 0 0,-1 0 0 0 0,1 1 0 0 0,-1-1-1 0 0,1 0 1 0 0,-1 0 0 0 0,1 0-1 0 0,22-3-4434 0 0,-9-4 1003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2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23 788 0 0,'4'-5'462'0'0,"2"-12"6607"0"0,-14 18-6304 0 0,3 1-540 0 0,0 1 0 0 0,0 0 1 0 0,1 1-1 0 0,-1-1 1 0 0,1 1-1 0 0,0 0 1 0 0,0 0-1 0 0,0 0 1 0 0,-4 7-1 0 0,-6 5 332 0 0,-22 23 924 0 0,-54 75 1 0 0,75-92-1289 0 0,1 2 1 0 0,0 0-1 0 0,2 1 0 0 0,1 0 1 0 0,-10 31-1 0 0,20-51-167 0 0,0-1-1 0 0,0 1 1 0 0,0 0 0 0 0,0 0-1 0 0,0 0 1 0 0,1 0-1 0 0,0 0 1 0 0,0 0 0 0 0,1 0-1 0 0,-1-1 1 0 0,1 1-1 0 0,0 0 1 0 0,0 0 0 0 0,3 6-1 0 0,-2-8-13 0 0,-1 0 1 0 0,1 0-1 0 0,0 0 0 0 0,0-1 1 0 0,1 1-1 0 0,-1-1 1 0 0,1 1-1 0 0,-1-1 0 0 0,1 0 1 0 0,-1 0-1 0 0,1 0 0 0 0,0 0 1 0 0,0 0-1 0 0,0-1 0 0 0,0 1 1 0 0,1-1-1 0 0,-1 0 0 0 0,0 0 1 0 0,0 0-1 0 0,1 0 0 0 0,4 0 1 0 0,7 0 6 0 0,1 0 0 0 0,-1-1 1 0 0,0-1-1 0 0,1 0 1 0 0,-1-1-1 0 0,28-7 1 0 0,-2-3 22 0 0,46-20 0 0 0,-60 21-40 0 0,-1-1 1 0 0,0-1-1 0 0,-1-1 0 0 0,-1-1 0 0 0,0-1 0 0 0,-1-2 0 0 0,-1 0 0 0 0,-1-1 1 0 0,0-1-1 0 0,-2-1 0 0 0,0-1 0 0 0,19-29 0 0 0,-33 42-4 0 0,0 0-1 0 0,0 0 1 0 0,5-17 0 0 0,-8 23-1 0 0,-1-1 1 0 0,0 0-1 0 0,-1 1 1 0 0,1-1-1 0 0,-1 0 1 0 0,0 0-1 0 0,0 1 1 0 0,0-1-1 0 0,0 0 1 0 0,0 0-1 0 0,-1 1 1 0 0,-1-6-1 0 0,2 8 3 0 0,-1 0 0 0 0,1 0 0 0 0,-1 1 0 0 0,0-1 0 0 0,1 0 0 0 0,-1 1 1 0 0,0-1-1 0 0,1 0 0 0 0,-1 1 0 0 0,0-1 0 0 0,0 1 0 0 0,1-1 0 0 0,-1 1 0 0 0,0-1 0 0 0,0 1 0 0 0,0-1 0 0 0,0 1 0 0 0,0 0 0 0 0,0 0 0 0 0,0-1 0 0 0,0 1 0 0 0,0 0 0 0 0,0 0 0 0 0,0 0 0 0 0,1 0 0 0 0,-1 0 0 0 0,0 0 1 0 0,0 0-1 0 0,0 1 0 0 0,-1-1 0 0 0,-28 8-20 0 0,14 0 39 0 0,1 1 0 0 0,0 0 0 0 0,0 1 0 0 0,1 1 0 0 0,0 0 0 0 0,1 1 0 0 0,0 0 0 0 0,1 1 0 0 0,0 1 1 0 0,1 0-1 0 0,1 0 0 0 0,0 1 0 0 0,1 0 0 0 0,1 1 0 0 0,0 0 0 0 0,-8 26 0 0 0,14-37-10 0 0,1-1 0 0 0,0 1 0 0 0,0 0 0 0 0,0 0 0 0 0,1-1 0 0 0,0 1 0 0 0,0 0 0 0 0,0 0 0 0 0,0 0 0 0 0,1 0 0 0 0,0-1 0 0 0,0 1 0 0 0,0 0 0 0 0,0-1 0 0 0,1 1 0 0 0,0-1 0 0 0,0 1 0 0 0,3 4 0 0 0,-1-4 1 0 0,-1-1 0 0 0,1 1 0 0 0,0-1 0 0 0,0 0 0 0 0,0-1 0 0 0,1 1 0 0 0,0-1 0 0 0,-1 0 0 0 0,1 0 0 0 0,0 0 0 0 0,0 0 0 0 0,1-1 0 0 0,-1 0 0 0 0,0 0 1 0 0,9 1-1 0 0,11 2-313 0 0,0-1 0 0 0,0-1 0 0 0,0-1 1 0 0,0-1-1 0 0,29-3 0 0 0,-18-2-3312 0 0,48-10-1 0 0,-32 1-2450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4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0 877 1516 0 0,'0'0'3178'0'0,"3"32"3218"0"0,0-29-6122 0 0,-1 0 1 0 0,1 0-1 0 0,0 0 1 0 0,1 0-1 0 0,-1-1 1 0 0,0 1-1 0 0,1-1 1 0 0,7 3 0 0 0,-9-4-19 0 0,14-4 174 0 0,-10 2-349 0 0,-1-1-1 0 0,1 0 0 0 0,-1 0 1 0 0,1 0-1 0 0,-1-1 0 0 0,0 1 1 0 0,0-1-1 0 0,9-7 0 0 0,31-32 121 0 0,-36 33-160 0 0,13-15-29 0 0,-2 0 0 0 0,-1-1 1 0 0,-1-1-1 0 0,-2-1 0 0 0,0-1 0 0 0,-2 0 0 0 0,21-57 0 0 0,49-221-20 0 0,-76 268 40 0 0,0 4-39 0 0,34-174-17 0 0,-41 206 3 0 0,-1 4-5 0 0,0 1 19 0 0,-1-1 0 0 0,1 1 0 0 0,0-1 0 0 0,-1 1 0 0 0,1-1 0 0 0,-1 1 0 0 0,-2 3 0 0 0,0 7-17 0 0,-17 91-15 0 0,-23 142 237 0 0,36-182-69 0 0,0 122 0 0 0,7-176-109 0 0,1-1-1 0 0,0 1 1 0 0,0-1-1 0 0,1 1 1 0 0,1-1-1 0 0,-1 0 1 0 0,1 0-1 0 0,7 13 1 0 0,-9-19-8 0 0,1 0 0 0 0,0 0-1 0 0,1 0 1 0 0,-1 0 0 0 0,1 0 0 0 0,-1 0 0 0 0,1 0 0 0 0,0-1-1 0 0,0 1 1 0 0,0-1 0 0 0,0 0 0 0 0,0 0 0 0 0,1 0-1 0 0,-1-1 1 0 0,1 1 0 0 0,-1-1 0 0 0,1 1 0 0 0,-1-1 0 0 0,1 0-1 0 0,0-1 1 0 0,0 1 0 0 0,-1-1 0 0 0,1 1 0 0 0,4-1-1 0 0,6-1 4 0 0,0-1-1 0 0,0 0 1 0 0,0-1-1 0 0,0 0 0 0 0,-1-1 1 0 0,1-1-1 0 0,-1 0 0 0 0,0-1 1 0 0,-1 0-1 0 0,21-14 0 0 0,-10 5-16 0 0,0-2 0 0 0,-1-1-1 0 0,-1-1 1 0 0,26-29-1 0 0,-21 17-3 0 0,-1-2-1 0 0,-1 0 1 0 0,-2-2-1 0 0,-2 0 1 0 0,17-40-1 0 0,-17 26 16 0 0,-3 1-1 0 0,-1-2 1 0 0,13-79 0 0 0,-31 106-48 0 0,1 10-32 0 0,-2 14 49 0 0,-1 1 17 0 0,0 0 0 0 0,1 0-1 0 0,-1 1 1 0 0,1 0 0 0 0,0-1 0 0 0,0 1 0 0 0,0 0 0 0 0,0 0 0 0 0,1 1 0 0 0,-1-1 0 0 0,1 1 0 0 0,0-1-1 0 0,-2 5 1 0 0,-26 57-16 0 0,25-54 18 0 0,-15 39-17 0 0,-74 192 108 0 0,81-202-67 0 0,2 0 1 0 0,2 0-1 0 0,2 1 0 0 0,-3 50 0 0 0,10-84-17 0 0,1 42 91 0 0,-1-47-87 0 0,0-1 1 0 0,0 1 0 0 0,1 0-1 0 0,-1 0 1 0 0,0-1-1 0 0,1 1 1 0 0,-1 0 0 0 0,1-1-1 0 0,0 1 1 0 0,0 0 0 0 0,0-1-1 0 0,-1 1 1 0 0,2-1 0 0 0,-1 1-1 0 0,0-1 1 0 0,0 0-1 0 0,0 0 1 0 0,0 1 0 0 0,1-1-1 0 0,-1 0 1 0 0,4 2 0 0 0,-2-2-1 0 0,0-1 1 0 0,1 1 0 0 0,-1 0-1 0 0,0-1 1 0 0,1 0 0 0 0,-1 0-1 0 0,0 0 1 0 0,1 0 0 0 0,-1-1-1 0 0,0 1 1 0 0,1-1 0 0 0,-1 0-1 0 0,0 0 1 0 0,0 0 0 0 0,1 0-1 0 0,-1-1 1 0 0,0 1 0 0 0,0-1-1 0 0,-1 0 1 0 0,1 0 0 0 0,5-4 0 0 0,4-4 1 0 0,-1-1 0 0 0,0 0 0 0 0,11-14 1 0 0,67-98-40 0 0,-12 14-4 0 0,-75 105 27 0 0,2 0 0 0 0,-1 1 0 0 0,0-1 0 0 0,1 1 0 0 0,0 0 0 0 0,-1 0 0 0 0,1 0 0 0 0,0 0 0 0 0,1 1 0 0 0,-1 0 0 0 0,7-4 0 0 0,-9 6 5 0 0,0 0 0 0 0,0-1 0 0 0,0 1 0 0 0,0 0-1 0 0,-1 0 1 0 0,1 0 0 0 0,0 0 0 0 0,0 1 0 0 0,0-1-1 0 0,0 0 1 0 0,-1 1 0 0 0,1-1 0 0 0,0 1 0 0 0,0 0-1 0 0,-1-1 1 0 0,1 1 0 0 0,0 0 0 0 0,-1 0 0 0 0,1 0-1 0 0,-1 0 1 0 0,1 1 0 0 0,-1-1 0 0 0,1 0 0 0 0,-1 0-1 0 0,0 1 1 0 0,0-1 0 0 0,0 1 0 0 0,0-1 0 0 0,0 1-1 0 0,0 0 1 0 0,0-1 0 0 0,0 3 0 0 0,4 6 9 0 0,0 1 0 0 0,-1 0 0 0 0,-1-1 0 0 0,0 1 0 0 0,3 17 0 0 0,3 59 41 0 0,-4-27-20 0 0,-4-54-9 0 0,0 0 1 0 0,0 0-1 0 0,0 0 1 0 0,1 0-1 0 0,-1-1 1 0 0,2 1-1 0 0,-1 0 1 0 0,4 6 0 0 0,-5-11-14 0 0,0 0 1 0 0,0 0 0 0 0,0-1 0 0 0,0 1-1 0 0,0 0 1 0 0,0 0 0 0 0,0-1 0 0 0,0 1-1 0 0,0-1 1 0 0,0 1 0 0 0,0-1 0 0 0,0 1-1 0 0,0-1 1 0 0,1 0 0 0 0,-1 0 0 0 0,0 1-1 0 0,0-1 1 0 0,1 0 0 0 0,-1 0 0 0 0,1 0-1 0 0,25-3 61 0 0,-14-1-56 0 0,-1 0-1 0 0,1-1 0 0 0,-1-1 0 0 0,-1 1 1 0 0,1-2-1 0 0,-1 0 0 0 0,0 0 1 0 0,-1-1-1 0 0,12-10 0 0 0,6-9-35 0 0,45-54 0 0 0,-53 57 15 0 0,0-1 1 0 0,-2 0-1 0 0,-1-2 1 0 0,-2 0-1 0 0,21-46 1 0 0,-36 72 5 0 0,5-20-31 0 0,-4 20 32 0 0,-1 1 1 0 0,0-1-1 0 0,0 1 0 0 0,0-1 0 0 0,-1 1 1 0 0,1-1-1 0 0,0 0 0 0 0,0 1 0 0 0,0-1 1 0 0,0 1-1 0 0,0-1 0 0 0,-1 1 0 0 0,1 0 1 0 0,0-1-1 0 0,0 1 0 0 0,-1-1 1 0 0,1 1-1 0 0,0-1 0 0 0,-1 1 0 0 0,1 0 1 0 0,0-1-1 0 0,-1 1 0 0 0,1 0 0 0 0,-1-1 1 0 0,1 1-1 0 0,-1 0 0 0 0,1-1 1 0 0,-1 1-1 0 0,1 0 0 0 0,-1 0 0 0 0,0-1 1 0 0,0 2 0 0 0,0-1 1 0 0,1 0 0 0 0,-1 0 0 0 0,0 0-1 0 0,0 1 1 0 0,0-1 0 0 0,0 0 0 0 0,0 1 0 0 0,0-1-1 0 0,1 1 1 0 0,-1-1 0 0 0,0 1 0 0 0,0-1-1 0 0,1 1 1 0 0,-1 0 0 0 0,0-1 0 0 0,0 2 0 0 0,0-1 0 0 0,-9 8 10 0 0,-1 2 0 0 0,1 0 0 0 0,1 0 1 0 0,0 1-1 0 0,1 0 0 0 0,0 0 1 0 0,-11 26-1 0 0,13-28-2 0 0,-4 9 59 0 0,0 0 1 0 0,1 1 0 0 0,1 1 0 0 0,1 0 0 0 0,1 0 0 0 0,1 0 0 0 0,0 0-1 0 0,-2 39 1 0 0,7-56-47 0 0,0 1-1 0 0,1 0 0 0 0,-1-1 0 0 0,1 1 0 0 0,0-1 1 0 0,0 1-1 0 0,0-1 0 0 0,1 1 0 0 0,-1-1 1 0 0,1 0-1 0 0,0 1 0 0 0,0-1 0 0 0,1 0 0 0 0,-1 0 1 0 0,5 4-1 0 0,-5-6-9 0 0,1 1 0 0 0,0-1 0 0 0,0 1-1 0 0,0-1 1 0 0,1 0 0 0 0,-1 0 0 0 0,0-1 0 0 0,1 1 0 0 0,-1-1 0 0 0,1 0 0 0 0,-1 1 0 0 0,1-2-1 0 0,0 1 1 0 0,0 0 0 0 0,-1-1 0 0 0,1 1 0 0 0,0-1 0 0 0,0 0 0 0 0,3-1 0 0 0,6 0-164 0 0,-1-1 0 0 0,0-1 0 0 0,0 0 1 0 0,0 0-1 0 0,0-1 0 0 0,0-1 0 0 0,-1 0 0 0 0,0-1 1 0 0,21-13-1 0 0,-19 10-959 0 0,-1-1 1 0 0,0 0-1 0 0,0-1 1 0 0,-1 0-1 0 0,-1-1 0 0 0,0 0 1 0 0,13-20-1 0 0,-4 0-4263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134 118 328 0 0,'-133'29'13308'0'0,"384"-99"-11237"0"0,4 20-3401 0 0,-224 45 537 0 0,67-11-5727 0 0,-69 11 1860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 76 0 0,'0'0'8999'0'0,"-7"11"-6989"0"0,-5 4-1825 0 0,-91 127 2333 0 0,61-65-3821 0 0,33-57-564 0 0,1 1 1 0 0,-5 22 0 0 0,8-23-2616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65 455 332 0 0,'-16'2'4568'0'0,"9"0"-5018"0"0,-25 4 8506 0 0,22-6-7045 0 0,11-1-948 0 0,-1-1 0 0 0,1 1 0 0 0,0-1 0 0 0,0 1-1 0 0,0 0 1 0 0,-1-1 0 0 0,1 1 0 0 0,0 0 0 0 0,0 0 0 0 0,1 0-1 0 0,0-1 1 0 0,126-113 509 0 0,2-2-495 0 0,64-89-21 0 0,-187 196-99 0 0,-15 10 26 0 0,-17 14-28 0 0,22-11 43 0 0,-1 0 0 0 0,1 1 1 0 0,0-1-1 0 0,0 1 0 0 0,0-1 1 0 0,0 1-1 0 0,1 0 1 0 0,-1 0-1 0 0,1 0 0 0 0,0 0 1 0 0,0 0-1 0 0,1 1 0 0 0,-1-1 1 0 0,1 0-1 0 0,0 1 0 0 0,0-1 1 0 0,1 1-1 0 0,-1 0 1 0 0,1-1-1 0 0,0 1 0 0 0,0-1 1 0 0,0 1-1 0 0,1 0 0 0 0,0-1 1 0 0,0 1-1 0 0,0-1 0 0 0,0 1 1 0 0,3 5-1 0 0,2 3 11 0 0,1-1-1 0 0,0 0 1 0 0,1 0-1 0 0,0 0 0 0 0,1-1 1 0 0,0 0-1 0 0,1-1 1 0 0,12 10-1 0 0,36 29 69 0 0,-33-29 68 0 0,44 45-1 0 0,-68-64-101 0 0,0 0 0 0 0,0 0 0 0 0,0-1 0 0 0,0 1 0 0 0,0 0 0 0 0,0 0 0 0 0,0 0 0 0 0,-1 0 0 0 0,1 0 0 0 0,-1 0 0 0 0,1 1 0 0 0,0-1 0 0 0,-1 0 0 0 0,0 0 0 0 0,1 0 0 0 0,-1 0 0 0 0,0 1 0 0 0,1-1 0 0 0,-1 0 0 0 0,0 0-1 0 0,0 1 1 0 0,0-1 0 0 0,0 0 0 0 0,0 0 0 0 0,-1 1 0 0 0,1-1 0 0 0,0 0 0 0 0,0 0 0 0 0,-1 0 0 0 0,1 1 0 0 0,-1-1 0 0 0,1 0 0 0 0,-1 0 0 0 0,0 0 0 0 0,1 0 0 0 0,-1 0 0 0 0,0 0 0 0 0,0 0 0 0 0,1 0 0 0 0,-1 0 0 0 0,0 0 0 0 0,0-1 0 0 0,0 1 0 0 0,0 0-1 0 0,0-1 1 0 0,0 1 0 0 0,-1 0 0 0 0,-1 0 0 0 0,-4 2 74 0 0,0 0 0 0 0,-1 0 0 0 0,0-1-1 0 0,1 0 1 0 0,-1-1 0 0 0,-10 1 0 0 0,-8 0 32 0 0,1-2-1 0 0,-1-1 1 0 0,-44-8 0 0 0,-72-23-1182 0 0,142 32 974 0 0,0 0-1 0 0,-1 0 0 0 0,1 0 0 0 0,0 0 0 0 0,-1 0 1 0 0,1 0-1 0 0,0-1 0 0 0,-1 1 0 0 0,1 0 0 0 0,0 0 1 0 0,-1 0-1 0 0,1 0 0 0 0,0-1 0 0 0,-1 1 0 0 0,1 0 1 0 0,0 0-1 0 0,0 0 0 0 0,-1-1 0 0 0,1 1 1 0 0,0 0-1 0 0,0-1 0 0 0,-1 1 0 0 0,1 0 0 0 0,0 0 1 0 0,0-1-1 0 0,0 1 0 0 0,0 0 0 0 0,0-1 0 0 0,-1 1 1 0 0,1 0-1 0 0,0-1 0 0 0,0 1 0 0 0,0-1 0 0 0,0 1 1 0 0,0 0-1 0 0,0-1 0 0 0,0 1 0 0 0,0 0 1 0 0,0-1-1 0 0,0 1 0 0 0,0 0 0 0 0,1-1 0 0 0,-1 1 1 0 0,0 0-1 0 0,0-1 0 0 0,0 1 0 0 0,0 0 0 0 0,0-1 1 0 0,1 1-1 0 0,-1 0 0 0 0,0-1 0 0 0,0 1 0 0 0,1 0 1 0 0,-1 0-1 0 0,0-1 0 0 0,0 1 0 0 0,1 0 1 0 0,-1 0-1 0 0,0 0 0 0 0,1-1 0 0 0,-1 1 0 0 0,18-13-2915 0 0,0 5-614 0 0,5-2-1486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30 358 1144 0 0,'0'-20'5172'0'0,"-7"30"-2141"0"0,-8 32-1343 0 0,12-29-1491 0 0,1 0 1 0 0,0 1-1 0 0,1-1 1 0 0,1 0-1 0 0,0 1 0 0 0,1-1 1 0 0,1 0-1 0 0,3 20 0 0 0,-3-28-163 0 0,-1-1 0 0 0,1 1 0 0 0,0-1 0 0 0,0 1 0 0 0,0-1-1 0 0,0 1 1 0 0,1-1 0 0 0,-1 0 0 0 0,1 0 0 0 0,0 0-1 0 0,1-1 1 0 0,-1 1 0 0 0,1-1 0 0 0,-1 0 0 0 0,1 0 0 0 0,0 0-1 0 0,0 0 1 0 0,1-1 0 0 0,-1 1 0 0 0,0-1 0 0 0,1 0-1 0 0,-1 0 1 0 0,1-1 0 0 0,0 0 0 0 0,-1 1 0 0 0,8-1 0 0 0,-4 1-27 0 0,1-1 1 0 0,0-1 0 0 0,0 0 0 0 0,-1 0-1 0 0,1 0 1 0 0,0-1 0 0 0,0-1 0 0 0,-1 1-1 0 0,1-1 1 0 0,-1-1 0 0 0,1 0 0 0 0,-1 0-1 0 0,0-1 1 0 0,0 1 0 0 0,0-2 0 0 0,-1 1 0 0 0,0-1-1 0 0,1 0 1 0 0,-2-1 0 0 0,1 0 0 0 0,-1 0-1 0 0,0 0 1 0 0,0-1 0 0 0,0 0 0 0 0,-1 0-1 0 0,0 0 1 0 0,-1-1 0 0 0,1 1 0 0 0,-1-1-1 0 0,-1 0 1 0 0,0 0 0 0 0,0-1 0 0 0,0 1-1 0 0,-1-1 1 0 0,2-14 0 0 0,-3 12-13 0 0,-1 0 0 0 0,0 0 0 0 0,0-1 1 0 0,-1 1-1 0 0,-1 0 0 0 0,0 0 0 0 0,0 0 0 0 0,-1 1 0 0 0,-7-20 1 0 0,6 23-3 0 0,1 0 0 0 0,-1 0 0 0 0,-1 0 1 0 0,1 0-1 0 0,-1 0 0 0 0,0 1 1 0 0,0 0-1 0 0,-1 0 0 0 0,0 0 0 0 0,0 1 1 0 0,0 0-1 0 0,-1 0 0 0 0,0 1 0 0 0,-7-5 1 0 0,10 8 5 0 0,0-1 1 0 0,-1 0-1 0 0,1 1 1 0 0,0 0-1 0 0,-1 0 1 0 0,1 0-1 0 0,-1 1 1 0 0,1-1-1 0 0,-1 1 1 0 0,1 0-1 0 0,-1 0 1 0 0,1 1-1 0 0,-1-1 1 0 0,1 1-1 0 0,0 0 1 0 0,-6 2-1 0 0,3 0 3 0 0,0 0-1 0 0,1 0 1 0 0,-1 0 0 0 0,1 1-1 0 0,-1 0 1 0 0,1 0 0 0 0,0 1-1 0 0,1 0 1 0 0,-9 8 0 0 0,9-7 1 0 0,0 1-1 0 0,0-1 1 0 0,0 0 0 0 0,1 1 0 0 0,0 0 0 0 0,1 0-1 0 0,-1 0 1 0 0,-3 16 0 0 0,5-19-2 0 0,1 1 0 0 0,0-1 0 0 0,1 1 0 0 0,-1 0 0 0 0,1-1 1 0 0,0 1-1 0 0,0 0 0 0 0,1-1 0 0 0,-1 1 0 0 0,1-1 0 0 0,0 1 0 0 0,0 0 0 0 0,1-1 0 0 0,-1 0 0 0 0,3 6 0 0 0,-1-5 5 0 0,0 1 1 0 0,1-1-1 0 0,0 0 0 0 0,0 0 0 0 0,0 0 0 0 0,0-1 1 0 0,1 1-1 0 0,-1-1 0 0 0,1 0 0 0 0,0-1 0 0 0,1 1 0 0 0,8 4 1 0 0,-5-4-7 0 0,0 0 0 0 0,0-1 0 0 0,1 0 0 0 0,0-1 0 0 0,-1 0 0 0 0,1 0 0 0 0,13-1 1 0 0,3-1-15 0 0,0-1 1 0 0,0-1 0 0 0,-1-1-1 0 0,1-2 1 0 0,29-9 0 0 0,-27 6-52 0 0,0-2 1 0 0,0-1 0 0 0,-2-1 0 0 0,1-1-1 0 0,-2-2 1 0 0,0 0 0 0 0,33-28 0 0 0,-30 19-69 0 0,-1-1 0 0 0,-1-2 0 0 0,-1 0 0 0 0,-2-2 0 0 0,31-47 0 0 0,5-35-36 0 0,-52 98 169 0 0,-4 3 2 0 0,-7 9 126 0 0,-10 12 137 0 0,1 10 117 0 0,0 1 0 0 0,1 1 1 0 0,2 0-1 0 0,-11 29 0 0 0,-19 100 427 0 0,37-137-758 0 0,0 0 0 0 0,1 0 0 0 0,1 0 0 0 0,1 0 0 0 0,0 0 0 0 0,1 0 1 0 0,0 0-1 0 0,2 0 0 0 0,-1 0 0 0 0,9 23 0 0 0,-9-33-40 0 0,0 0 0 0 0,0 1-1 0 0,0-1 1 0 0,1-1 0 0 0,0 1 0 0 0,0 0-1 0 0,0-1 1 0 0,1 1 0 0 0,-1-1 0 0 0,1 0-1 0 0,0 0 1 0 0,0 0 0 0 0,1-1-1 0 0,-1 0 1 0 0,1 0 0 0 0,0 0 0 0 0,0 0-1 0 0,0 0 1 0 0,0-1 0 0 0,0 0 0 0 0,0 0-1 0 0,0-1 1 0 0,1 1 0 0 0,-1-1 0 0 0,1-1-1 0 0,-1 1 1 0 0,1-1 0 0 0,0 1 0 0 0,-1-2-1 0 0,1 1 1 0 0,7-2 0 0 0,1 0-176 0 0,0-2 0 0 0,0 0 0 0 0,-1 0 0 0 0,1-1 0 0 0,-1-1 0 0 0,-1 0 0 0 0,1-1-1 0 0,-1 0 1 0 0,0-1 0 0 0,0 0 0 0 0,18-18 0 0 0,-5 1-90 0 0,-1 0 0 0 0,-1-1-1 0 0,33-51 1 0 0,-47 63 233 0 0,19-24-54 0 0,-27 37 94 0 0,-9 23 381 0 0,-1 1-22 0 0,1 0 0 0 0,-6 32 0 0 0,12-45-322 0 0,0-1 0 0 0,1 1 0 0 0,1 0 0 0 0,-1 0 0 0 0,2-1 0 0 0,-1 1-1 0 0,1 0 1 0 0,4 17 0 0 0,-4-25-41 0 0,0 0-1 0 0,0 0 0 0 0,0 0 0 0 0,0 0 0 0 0,0 0 0 0 0,0 0 1 0 0,0 0-1 0 0,0 0 0 0 0,1 0 0 0 0,-1-1 0 0 0,1 1 0 0 0,-1-1 1 0 0,1 1-1 0 0,0-1 0 0 0,0 1 0 0 0,-1-1 0 0 0,5 2 0 0 0,-2-2 0 0 0,-1 1-1 0 0,1-1 1 0 0,0 0-1 0 0,0-1 0 0 0,-1 1 1 0 0,1-1-1 0 0,0 1 1 0 0,0-1-1 0 0,7-1 0 0 0,-1 0-76 0 0,0-1-1 0 0,0-1 0 0 0,0 1 0 0 0,-1-2 0 0 0,1 1 1 0 0,-1-1-1 0 0,11-7 0 0 0,-1-1-159 0 0,-2-1 0 0 0,0-1 0 0 0,0-1 0 0 0,-1 0-1 0 0,-1-1 1 0 0,-1 0 0 0 0,0-2 0 0 0,-1 0 0 0 0,-1 0 0 0 0,0-1 0 0 0,-2 0 0 0 0,13-32-1 0 0,-23 50 232 0 0,2-4 65 0 0,0 0 1 0 0,0 0 0 0 0,-1 0 0 0 0,1 0-1 0 0,-1 0 1 0 0,0-1 0 0 0,0-9 0 0 0,-15 18 397 0 0,11 0-389 0 0,-1-1 0 0 0,1 1 0 0 0,0 0 0 0 0,1 0 0 0 0,-1 0 1 0 0,0 1-1 0 0,1-1 0 0 0,0 1 0 0 0,0 0 0 0 0,0-1 0 0 0,0 1 0 0 0,1 0 1 0 0,-2 6-1 0 0,-1 0 41 0 0,-1 0-44 0 0,2 0 0 0 0,-1 0 1 0 0,1 0-1 0 0,1 1 1 0 0,0-1-1 0 0,0 1 0 0 0,1 0 1 0 0,1-1-1 0 0,0 1 1 0 0,1 14-1 0 0,0-22-203 0 0,-1 1 1 0 0,1 0-1 0 0,0 0 0 0 0,0 0 1 0 0,0-1-1 0 0,1 1 1 0 0,-1 0-1 0 0,1-1 0 0 0,0 1 1 0 0,0-1-1 0 0,0 0 0 0 0,0 0 1 0 0,1 0-1 0 0,-1 0 1 0 0,1 0-1 0 0,0 0 0 0 0,0 0 1 0 0,0-1-1 0 0,0 0 1 0 0,1 0-1 0 0,-1 1 0 0 0,0-2 1 0 0,1 1-1 0 0,-1 0 0 0 0,1-1 1 0 0,0 0-1 0 0,0 0 1 0 0,-1 0-1 0 0,1 0 0 0 0,8 0 1 0 0,-8 0-607 0 0,0-1 0 0 0,1 0 0 0 0,-1-1 0 0 0,0 1 0 0 0,1-1 0 0 0,5-1 0 0 0,9-4-3382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7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35 1700 0 0,'-5'-35'12429'0'0,"2"50"-10202"0"0,-13 150 3486 0 0,-3 29-3967 0 0,-13-18-1066 0 0,-6 64-3180 0 0,37-198-528 0 0,6-23-478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25 400 0 0,'8'-25'11537'0'0,"-8"37"-9556"0"0,-4 22-843 0 0,-1 1 1 0 0,-13 40-1 0 0,9-41-849 0 0,-8 65 1 0 0,15-79-290 0 0,0-10-16 0 0,1 0-1 0 0,1 1 0 0 0,1 15 1 0 0,-1-23-151 0 0,0-1 1 0 0,1 1-1 0 0,-1-1 0 0 0,1 1 1 0 0,0-1-1 0 0,0 0 1 0 0,0 1-1 0 0,0-1 1 0 0,0 0-1 0 0,0 0 0 0 0,1 0 1 0 0,-1 0-1 0 0,1 0 1 0 0,-1 0-1 0 0,1 0 0 0 0,0 0 1 0 0,0-1-1 0 0,0 1 1 0 0,3 2-1 0 0,-3-4-292 0 0,0 1 1 0 0,1 0-1 0 0,-1-1 1 0 0,0 1-1 0 0,1-1 1 0 0,-1 0-1 0 0,0 0 0 0 0,1 0 1 0 0,-1 0-1 0 0,0 0 1 0 0,1-1-1 0 0,-1 1 1 0 0,0-1-1 0 0,3 0 0 0 0,9-5-4772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7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2048 0 0,'4'-7'8563'0'0,"-2"15"-8098"0"0,0-1 0 0 0,-1 0 0 0 0,0 1 0 0 0,0-1 1 0 0,-1 1-1 0 0,0-1 0 0 0,-1 10 0 0 0,1 27 788 0 0,1-33-1023 0 0,0-1 1 0 0,1 0-1 0 0,0 0 0 0 0,1 0 0 0 0,0 0 0 0 0,6 14 0 0 0,-7-20-188 0 0,1-1 1 0 0,-1 1-1 0 0,0-1 1 0 0,1 0-1 0 0,0 0 0 0 0,0 0 1 0 0,0 0-1 0 0,0 0 1 0 0,0-1-1 0 0,1 1 0 0 0,-1-1 1 0 0,1 0-1 0 0,-1 0 1 0 0,1 0-1 0 0,0 0 0 0 0,0-1 1 0 0,0 1-1 0 0,7 0 1 0 0,-2 0-34 0 0,-1-1 0 0 0,1-1 0 0 0,0 0 0 0 0,-1 0 0 0 0,1 0 1 0 0,-1-1-1 0 0,1 0 0 0 0,-1-1 0 0 0,1 0 0 0 0,-1-1 0 0 0,0 1 1 0 0,0-1-1 0 0,0-1 0 0 0,0 0 0 0 0,-1 0 0 0 0,1 0 0 0 0,-1-1 1 0 0,0 0-1 0 0,0 0 0 0 0,-1-1 0 0 0,0 0 0 0 0,0 0 0 0 0,0-1 1 0 0,-1 1-1 0 0,1-1 0 0 0,-2 0 0 0 0,1-1 0 0 0,-1 1 0 0 0,0-1 1 0 0,-1 0-1 0 0,0 0 0 0 0,0 0 0 0 0,0 0 0 0 0,2-17 0 0 0,-5 22-12 0 0,0 0 0 0 0,1-1 0 0 0,-1 1 0 0 0,-1-1 0 0 0,1 1 0 0 0,0-1 0 0 0,-1 1 0 0 0,0-1 0 0 0,0 1-1 0 0,0-1 1 0 0,0 1 0 0 0,0 0 0 0 0,-1 0 0 0 0,1 0 0 0 0,-1 0 0 0 0,-2-3 0 0 0,1 2-1 0 0,-1 0 0 0 0,1 1 0 0 0,-1-1 0 0 0,0 1 0 0 0,1 0 0 0 0,-2 0 0 0 0,1 1 0 0 0,0-1 0 0 0,0 1 0 0 0,-6-2 0 0 0,-4-1-4 0 0,-1 1 1 0 0,1 1-1 0 0,0 0 1 0 0,-1 0-1 0 0,0 2 1 0 0,-20 0-1 0 0,30 1-127 0 0,0 0-1 0 0,0 1 1 0 0,1-1-1 0 0,-1 1 1 0 0,-8 4-1 0 0,11-5-66 0 0,0 1 0 0 0,1-1 0 0 0,-1 1 0 0 0,1 0 0 0 0,-1 0 0 0 0,1-1 0 0 0,-1 1 0 0 0,1 0 0 0 0,0 1 0 0 0,-1-1 0 0 0,1 0 0 0 0,0 0 0 0 0,0 0 1 0 0,0 1-1 0 0,0-1 0 0 0,0 1 0 0 0,-1 1 0 0 0,5 6-2503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8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2424 0 0,'20'12'6956'0'0,"-15"8"-5706"0"0,-1 0 0 0 0,-1 1 0 0 0,-1-1 0 0 0,-1 0 0 0 0,-2 41 0 0 0,0-21-294 0 0,2-23 468 0 0,-1-17-1405 0 0,0 0 0 0 0,0 0 1 0 0,0 0-1 0 0,0 0 0 0 0,0 0 1 0 0,0 0-1 0 0,0 0 1 0 0,0 0-1 0 0,0 0 0 0 0,0 0 1 0 0,0 0-1 0 0,1 0 0 0 0,-1 0 1 0 0,0-1-1 0 0,0 1 1 0 0,0 0-1 0 0,0 0 0 0 0,0 0 1 0 0,0 0-1 0 0,0 0 1 0 0,0 0-1 0 0,0 0 0 0 0,0 0 1 0 0,0 0-1 0 0,0 0 0 0 0,0 0 1 0 0,0 0-1 0 0,1 0 1 0 0,-1 0-1 0 0,0 0 0 0 0,0 0 1 0 0,0 0-1 0 0,0 0 0 0 0,0 0 1 0 0,0 0-1 0 0,0 0 1 0 0,0 0-1 0 0,0 0 0 0 0,0 0 1 0 0,0 0-1 0 0,0 0 0 0 0,0 0 1 0 0,1 0-1 0 0,-1 0 1 0 0,0 0-1 0 0,0 0 0 0 0,0 0 1 0 0,0 0-1 0 0,0 0 0 0 0,0 0 1 0 0,0 1-1 0 0,0-1 1 0 0,0 0-1 0 0,0 0 0 0 0,0 0 1 0 0,0 0-1 0 0,0 0 1 0 0,0 0-1 0 0,0 0 0 0 0,0 0 1 0 0,0 0-1 0 0,0 0 0 0 0,0 0 1 0 0,0 0-1 0 0,0 0 1 0 0,0 1-1 0 0,10-28 1378 0 0,-7 15-1640 0 0,13-34 342 0 0,22-47 1 0 0,-31 80-114 0 0,0-1 1 0 0,1 1-1 0 0,0 0 1 0 0,1 0 0 0 0,1 1-1 0 0,0 0 1 0 0,20-17-1 0 0,-28 27 8 0 0,-1 1 0 0 0,1-1 0 0 0,0 1 0 0 0,0-1 0 0 0,0 1 0 0 0,0 0 0 0 0,0 0 0 0 0,0 0 0 0 0,0 0 0 0 0,0 0 0 0 0,1 1 1 0 0,-1-1-1 0 0,0 1 0 0 0,0-1 0 0 0,1 1 0 0 0,-1 0 0 0 0,0 0 0 0 0,1 0 0 0 0,-1 0 0 0 0,0 0 0 0 0,0 0 0 0 0,1 1 0 0 0,-1-1 0 0 0,0 1 0 0 0,0 0 0 0 0,1 0 0 0 0,-1-1 0 0 0,0 1 0 0 0,0 1 0 0 0,0-1 0 0 0,0 0 0 0 0,0 0 0 0 0,-1 1 0 0 0,1-1 0 0 0,0 1 0 0 0,0-1 0 0 0,-1 1 0 0 0,1 0 0 0 0,-1 0 0 0 0,0 0 0 0 0,1 0 0 0 0,-1 0 0 0 0,0 0 0 0 0,0 0 0 0 0,1 4 0 0 0,3 9 28 0 0,0 0 1 0 0,0 0-1 0 0,-2 0 1 0 0,0 1-1 0 0,1 22 1 0 0,-3 82 458 0 0,-1-70-106 0 0,0-49-368 0 0,0-1-1 0 0,0 1 0 0 0,0-1 0 0 0,0 1 0 0 0,0-1 0 0 0,0 1 1 0 0,0-1-1 0 0,0 1 0 0 0,0-1 0 0 0,0 1 0 0 0,1-1 0 0 0,-1 1 0 0 0,0-1 1 0 0,0 1-1 0 0,1-1 0 0 0,-1 1 0 0 0,0-1 0 0 0,1 1 0 0 0,-1-1 1 0 0,0 0-1 0 0,1 1 0 0 0,-1-1 0 0 0,1 0 0 0 0,-1 1 0 0 0,0-1 1 0 0,1 0-1 0 0,-1 1 0 0 0,1-1 0 0 0,-1 0 0 0 0,1 0 0 0 0,-1 0 1 0 0,1 0-1 0 0,-1 1 0 0 0,1-1 0 0 0,-1 0 0 0 0,1 0 0 0 0,0 0 1 0 0,-1 0-1 0 0,1 0 0 0 0,-1 0 0 0 0,1 0 0 0 0,-1 0 0 0 0,1 0 1 0 0,-1-1-1 0 0,2 1 0 0 0,19-9-421 0 0,-15 5-145 0 0,0-1 0 0 0,0 0 0 0 0,-1-1 0 0 0,1 1 0 0 0,-1-1-1 0 0,0 0 1 0 0,-1-1 0 0 0,1 1 0 0 0,4-11 0 0 0,12-36-7931 0 0,-15 33 2599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8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61 1628 0 0,'-34'-9'4142'0'0,"-46"-14"5752"0"0,29 10-6943 0 0,40 8-1934 0 0,-8-6-8082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48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54 3436 0 0,'-94'30'11393'0'0,"91"-29"-10547"0"0,5 0-130 0 0,2 0-575 0 0,0 1 0 0 0,0-1 1 0 0,0 0-1 0 0,0 0 0 0 0,1 0 0 0 0,-1 0 0 0 0,0-1 1 0 0,0 1-1 0 0,9-2 0 0 0,45-5 197 0 0,-31 3-171 0 0,243-30-1324 0 0,-91 7-4068 0 0,-114 15 1277 0 0,1-4-1626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0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3 853 1508 0 0,'-2'4'2121'0'0,"2"-3"-1768"0"0,0 0 0 0 0,-1 0 1 0 0,1 0-1 0 0,0-1 1 0 0,3 12 4593 0 0,-2-11-4593 0 0,1-1-181 0 0,1-1 0 0 0,-1 1 0 0 0,1-1 0 0 0,-1 0 1 0 0,1 0-1 0 0,-1 0 0 0 0,0 0 0 0 0,0-1 0 0 0,4-2 0 0 0,78-44 24 0 0,-2-4 0 0 0,-3-4-1 0 0,84-75 1 0 0,31-58-208 0 0,-184 179 11 0 0,-3-1-8 0 0,-14 11 8 0 0,-17 10-2 0 0,14-3 8 0 0,1 1 1 0 0,0 0-1 0 0,0 1 0 0 0,0 0 0 0 0,1 0 1 0 0,1 1-1 0 0,0 0 0 0 0,0 0 1 0 0,-6 12-1 0 0,9-14 0 0 0,1-1 1 0 0,0 1-1 0 0,0 0 1 0 0,0 0-1 0 0,1 0 0 0 0,0 0 1 0 0,1 0-1 0 0,-1 0 1 0 0,2 0-1 0 0,-1 1 1 0 0,1-1-1 0 0,0 0 0 0 0,1 1 1 0 0,2 9-1 0 0,0-7 4 0 0,1 0 0 0 0,1 1 0 0 0,0-2-1 0 0,0 1 1 0 0,1 0 0 0 0,11 14 0 0 0,53 59 315 0 0,-40-50-197 0 0,-28-32-84 0 0,0 0-1 0 0,0 0 0 0 0,-1 0 0 0 0,1 1 1 0 0,0-1-1 0 0,-1 1 0 0 0,0-1 0 0 0,1 1 1 0 0,0 3-1 0 0,-2-4 15 0 0,0-1 0 0 0,0 1 0 0 0,0 0 0 0 0,0-1 0 0 0,-1 1-1 0 0,1-1 1 0 0,0 1 0 0 0,-1-1 0 0 0,1 1 0 0 0,-1-1 0 0 0,0 0 0 0 0,1 1 0 0 0,-1-1 0 0 0,0 0 0 0 0,0 1 0 0 0,0-1 0 0 0,0 0 0 0 0,0 0 0 0 0,-2 2 0 0 0,-4 3 123 0 0,0 0 0 0 0,0-1 0 0 0,-1 0 1 0 0,0-1-1 0 0,0 1 0 0 0,0-2 0 0 0,0 1 1 0 0,-1-1-1 0 0,1 0 0 0 0,-14 2 0 0 0,-4 3 364 0 0,24-7-440 0 0,-1-1-32 0 0,-5 0 71 0 0,15-5-30 0 0,262-142 261 0 0,-225 119-410 0 0,-1-2 0 0 0,-2-2-1 0 0,71-70 1 0 0,-108 99 27 0 0,-1-1-1 0 0,0 0 1 0 0,0 0-1 0 0,0 0 1 0 0,0 0-1 0 0,0 0 1 0 0,-1-1 0 0 0,0 1-1 0 0,0-1 1 0 0,0 1-1 0 0,0-1 1 0 0,-1 0-1 0 0,0 0 1 0 0,0 0 0 0 0,0 0-1 0 0,0-5 1 0 0,-1 9 6 0 0,-1 1 1 0 0,1-1-1 0 0,0 0 0 0 0,0 0 1 0 0,0 0-1 0 0,-1 0 1 0 0,1 1-1 0 0,0-1 1 0 0,-1 0-1 0 0,1 0 0 0 0,-1 1 1 0 0,1-1-1 0 0,-1 0 1 0 0,0 0-1 0 0,1 1 1 0 0,-1-1-1 0 0,1 1 1 0 0,-1-1-1 0 0,0 1 0 0 0,0-1 1 0 0,1 1-1 0 0,-1-1 1 0 0,0 1-1 0 0,0 0 1 0 0,1-1-1 0 0,-1 1 0 0 0,0 0 1 0 0,0 0-1 0 0,0-1 1 0 0,0 1-1 0 0,0 0 1 0 0,1 0-1 0 0,-1 0 1 0 0,0 0-1 0 0,0 0 0 0 0,-1 1 1 0 0,-28 6-18 0 0,22-4 14 0 0,-1 1 0 0 0,1 1 0 0 0,0 0 0 0 0,1 0 0 0 0,0 0 0 0 0,-1 1 0 0 0,2 0 0 0 0,-1 0-1 0 0,1 1 1 0 0,0 0 0 0 0,0 0 0 0 0,-5 9 0 0 0,5-6 2 0 0,0 0 0 0 0,1 1-1 0 0,0-1 1 0 0,1 1 0 0 0,0 0-1 0 0,1 1 1 0 0,0-1 0 0 0,0 1-1 0 0,0 12 1 0 0,2-15 5 0 0,1 1-1 0 0,0 0 1 0 0,0-1-1 0 0,1 1 1 0 0,0-1 0 0 0,1 0-1 0 0,0 1 1 0 0,1-1 0 0 0,-1 0-1 0 0,2 0 1 0 0,4 10-1 0 0,-4-12 5 0 0,0-1 0 0 0,0 0 0 0 0,0 0-1 0 0,1 0 1 0 0,0-1 0 0 0,0 0 0 0 0,0 1 0 0 0,1-2-1 0 0,0 1 1 0 0,0-1 0 0 0,0 0 0 0 0,0 0-1 0 0,1 0 1 0 0,0-1 0 0 0,10 4 0 0 0,-3-3-1 0 0,-1-1 1 0 0,1-1-1 0 0,0 1 1 0 0,0-2-1 0 0,1 0 1 0 0,-1-1-1 0 0,0 0 1 0 0,0-1-1 0 0,0-1 1 0 0,0 0-1 0 0,0-1 1 0 0,-1-1-1 0 0,27-9 1 0 0,-19 4-39 0 0,-1 0 1 0 0,1-2-1 0 0,-2 0 1 0 0,0-1 0 0 0,0-1-1 0 0,-1-1 1 0 0,-1-1-1 0 0,16-16 1 0 0,-6 0-214 0 0,-2 0 0 0 0,-1-2-1 0 0,-1 0 1 0 0,-2-2 0 0 0,-2 0 0 0 0,20-48 0 0 0,-15 20-50 0 0,-3-2 1 0 0,26-128-1 0 0,-44 178 275 0 0,8-55-47 0 0,-10 62 66 0 0,-1 0-1 0 0,1 0 1 0 0,-2 0 0 0 0,1 0 0 0 0,-1 0-1 0 0,-2-9 1 0 0,3 16 0 0 0,0 0-1 0 0,0 1 1 0 0,0-1 0 0 0,0 0-1 0 0,-1 0 1 0 0,1 0-1 0 0,0 1 1 0 0,-1-1 0 0 0,1 0-1 0 0,0 0 1 0 0,-1 1-1 0 0,1-1 1 0 0,-1 0 0 0 0,1 1-1 0 0,-1-1 1 0 0,1 0-1 0 0,-1 1 1 0 0,1-1 0 0 0,-1 1-1 0 0,0-1 1 0 0,1 1-1 0 0,-1-1 1 0 0,0 1 0 0 0,0 0-1 0 0,1-1 1 0 0,-1 1-1 0 0,0 0 1 0 0,0-1 0 0 0,0 1-1 0 0,-1 0 1 0 0,1 1 0 0 0,-1-1-1 0 0,1 1 1 0 0,0-1 0 0 0,0 1-1 0 0,-1-1 1 0 0,1 1 0 0 0,0 0-1 0 0,0 0 1 0 0,0-1 0 0 0,0 1-1 0 0,-1 0 1 0 0,1 0 0 0 0,0 0-1 0 0,0 2 1 0 0,-5 4 62 0 0,1 0 0 0 0,0 0 0 0 0,0 1 0 0 0,-4 9 0 0 0,-6 22 517 0 0,2-1-1 0 0,1 2 0 0 0,3 0 1 0 0,-6 47-1 0 0,-6 166 1323 0 0,20-242-1858 0 0,-1 25 124 0 0,1 0 0 0 0,2-1 1 0 0,9 58-1 0 0,-9-90-202 0 0,-1 1 0 0 0,1 0 0 0 0,0 0 0 0 0,1 0-1 0 0,-1-1 1 0 0,1 1 0 0 0,-1 0 0 0 0,1-1 0 0 0,0 0 0 0 0,1 1 0 0 0,-1-1 0 0 0,0 0 0 0 0,1 0 0 0 0,0 0-1 0 0,0 0 1 0 0,0-1 0 0 0,0 1 0 0 0,0-1 0 0 0,0 0 0 0 0,1 0 0 0 0,-1 0 0 0 0,1 0 0 0 0,-1 0 0 0 0,1-1-1 0 0,0 0 1 0 0,0 0 0 0 0,-1 0 0 0 0,1 0 0 0 0,0 0 0 0 0,0-1 0 0 0,6 0 0 0 0,-1 1-636 0 0,-1-2-1 0 0,1 1 1 0 0,0-1 0 0 0,-1-1 0 0 0,16-4-1 0 0,-13 3-800 0 0,-1-1 0 0 0,0 0 0 0 0,-1-1-1 0 0,12-6 1 0 0,8-9-4736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0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83 200 0 0,'-94'-15'6901'0'0,"-44"-4"4568"0"0,142 19-10968 0 0,95 7 417 0 0,193-14 0 0 0,-214 3-693 0 0,219-19-377 0 0,-39 3-6403 0 0,-253 19 6126 0 0,-1 0-967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2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26 860 0 0,'10'-22'7119'0'0,"-10"22"-7076"0"0,0 0 1 0 0,0 0-1 0 0,0 0 0 0 0,0 0 0 0 0,0-1 0 0 0,0 1 0 0 0,0 0 0 0 0,0 0 0 0 0,0 0 0 0 0,0 0 0 0 0,0 0 0 0 0,0-1 0 0 0,0 1 1 0 0,0 0-1 0 0,0 0 0 0 0,0 0 0 0 0,0 0 0 0 0,1 0 0 0 0,-1-1 0 0 0,0 1 0 0 0,0 0 0 0 0,0 0 0 0 0,0 0 0 0 0,0 0 1 0 0,0 0-1 0 0,0 0 0 0 0,1 0 0 0 0,-1 0 0 0 0,0 0 0 0 0,0 0 0 0 0,0 0 0 0 0,0-1 0 0 0,0 1 0 0 0,1 0 0 0 0,-1 0 0 0 0,0 0 1 0 0,0 0-1 0 0,0 0 0 0 0,0 0 0 0 0,1 0 0 0 0,-1 0 0 0 0,0 0 0 0 0,0 0 0 0 0,0 1 0 0 0,0-1 0 0 0,0 0 0 0 0,1 0 0 0 0,-1 0 1 0 0,0 0-1 0 0,0 0 0 0 0,0 0 0 0 0,0 0 0 0 0,0 0 0 0 0,0 0 0 0 0,1 0 0 0 0,-1 0 0 0 0,0 1 0 0 0,0-1 0 0 0,0 0 0 0 0,0 0 1 0 0,0 0-1 0 0,0 0 0 0 0,0 16 562 0 0,-7 20-530 0 0,-12 31 158 0 0,7-29-213 0 0,2 1 1 0 0,1 0 0 0 0,3 0 0 0 0,-4 57-1 0 0,10-95-123 0 0,3 29-452 0 0,-3-29 284 0 0,1 1 0 0 0,-1-1 0 0 0,0 1 0 0 0,1-1 0 0 0,0 0 0 0 0,-1 1 0 0 0,1-1 0 0 0,0 0 0 0 0,-1 0 0 0 0,1 1 0 0 0,0-1 0 0 0,0 0 0 0 0,0 0 0 0 0,0 0 0 0 0,0 0 0 0 0,0 0 0 0 0,1 0 0 0 0,-1 0 0 0 0,0-1 0 0 0,2 2 0 0 0,11 4-2686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3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45 2060 0 0,'2'-3'499'0'0,"0"0"-1"0"0,-1 0 0 0 0,1 0 1 0 0,-1 0-1 0 0,1 0 0 0 0,-1-1 1 0 0,0 1-1 0 0,0 0 1 0 0,0-1-1 0 0,-1 1 0 0 0,1-7 953 0 0,-3 11-1078 0 0,-7 4-257 0 0,0 0 0 0 0,1 0-1 0 0,0 1 1 0 0,0 0 0 0 0,0 0-1 0 0,1 1 1 0 0,0 0 0 0 0,0 0 0 0 0,1 1-1 0 0,0 0 1 0 0,0 0 0 0 0,1 0-1 0 0,0 1 1 0 0,0 0 0 0 0,1 0 0 0 0,0 0-1 0 0,-3 12 1 0 0,7-17-93 0 0,0-1-1 0 0,0 0 1 0 0,0 1-1 0 0,1-1 1 0 0,-1 0-1 0 0,1 0 1 0 0,0 0-1 0 0,0 1 1 0 0,0-1-1 0 0,0 0 1 0 0,1 0-1 0 0,-1 0 1 0 0,1 0-1 0 0,0-1 1 0 0,-1 1-1 0 0,1 0 1 0 0,1-1-1 0 0,2 4 1 0 0,6 5 83 0 0,1 0-1 0 0,18 12 1 0 0,-27-20-96 0 0,27 19 63 0 0,-14-12-59 0 0,-1 1-1 0 0,0 1 0 0 0,-1 1 1 0 0,24 26-1 0 0,-37-38-10 0 0,0 1 0 0 0,0-1 0 0 0,0 1 0 0 0,0-1 0 0 0,0 1 0 0 0,-1-1 0 0 0,1 1 0 0 0,0 0 0 0 0,-1-1 0 0 0,1 1 0 0 0,-1 0 0 0 0,0 0 0 0 0,0-1 0 0 0,0 1 0 0 0,0 0 0 0 0,0 0 0 0 0,0 0 0 0 0,0-1 0 0 0,-1 4 1 0 0,0-2 5 0 0,0 0 0 0 0,0 0 1 0 0,-1-1-1 0 0,1 1 1 0 0,-1 0-1 0 0,1-1 1 0 0,-1 1-1 0 0,0-1 1 0 0,0 0-1 0 0,-4 4 1 0 0,1-2-15 0 0,-1 1 0 0 0,1-1-1 0 0,-1-1 1 0 0,0 1 0 0 0,0-1 0 0 0,0 0 0 0 0,0 0 0 0 0,0-1 0 0 0,-10 3 0 0 0,12-5-357 0 0,1 1-1 0 0,0 0 1 0 0,-1-1 0 0 0,1 0 0 0 0,-1 0 0 0 0,1 0-1 0 0,0 0 1 0 0,-1-1 0 0 0,1 1 0 0 0,0-1 0 0 0,-1 0-1 0 0,1 0 1 0 0,0 0 0 0 0,0 0 0 0 0,-5-2 0 0 0,-8-6-3897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97 2432 0 0,'-6'-17'1804'0'0,"0"1"-299"0"0,2 4-441 0 0,2 0-108 0 0,-3 2-320 0 0,2 0 388 0 0,-1-4-224 0 0,11 9-2904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34 590 424 0 0,'-4'4'954'0'0,"1"-1"-1"0"0,0 1 1 0 0,-1 1 0 0 0,1-1-1 0 0,0 0 1 0 0,1 1 0 0 0,-1-1-1 0 0,-2 8 1 0 0,4-9-788 0 0,1-1 1 0 0,-1 1-1 0 0,0 0 1 0 0,1 0-1 0 0,0 0 1 0 0,-1 0-1 0 0,1 0 1 0 0,0 0-1 0 0,1 0 1 0 0,-1-1-1 0 0,0 1 1 0 0,1 0-1 0 0,0 0 0 0 0,0 0 1 0 0,1 3-1 0 0,-2-5-115 0 0,1 0 0 0 0,-1 0 0 0 0,1 0 0 0 0,-1 0 0 0 0,1-1 0 0 0,0 1-1 0 0,0 0 1 0 0,-1 0 0 0 0,1-1 0 0 0,0 1 0 0 0,0 0 0 0 0,-1-1-1 0 0,1 1 1 0 0,0-1 0 0 0,0 1 0 0 0,0-1 0 0 0,0 1 0 0 0,0-1 0 0 0,0 0-1 0 0,0 1 1 0 0,2-1 0 0 0,0 0 20 0 0,0 1-1 0 0,0-1 1 0 0,1 0-1 0 0,-1 0 1 0 0,0-1-1 0 0,7 0 1 0 0,0-2 24 0 0,0 0 1 0 0,0-1-1 0 0,12-6 1 0 0,-8 3-52 0 0,-1 0 0 0 0,-1-1 0 0 0,0-1-1 0 0,0 0 1 0 0,0-1 0 0 0,-1 0 0 0 0,-1 0 0 0 0,0-1 0 0 0,0-1 0 0 0,-1 0 0 0 0,14-24 0 0 0,-13 17-24 0 0,-2 0 0 0 0,0 0-1 0 0,-1-1 1 0 0,-1 0-1 0 0,0 0 1 0 0,-2-1 0 0 0,4-40-1 0 0,-6 17-32 0 0,-1 0-1 0 0,-3 0 0 0 0,-1 1 1 0 0,-2-1-1 0 0,-13-47 0 0 0,18 90 8 0 0,0 0-1 0 0,0 0 0 0 0,0 0 1 0 0,0 0-1 0 0,0 0 0 0 0,0 0 1 0 0,-1 0-1 0 0,1 0 0 0 0,0 1 0 0 0,-1-1 1 0 0,1 0-1 0 0,-1 0 0 0 0,1 0 1 0 0,-1 0-1 0 0,1 1 0 0 0,-1-1 1 0 0,0 0-1 0 0,1 0 0 0 0,-1 1 1 0 0,-1-2-1 0 0,2 3 7 0 0,-1-1 0 0 0,1 1 1 0 0,-1-1-1 0 0,0 1 0 0 0,1-1 0 0 0,0 1 1 0 0,-1 0-1 0 0,1-1 0 0 0,-1 1 0 0 0,1-1 1 0 0,0 1-1 0 0,-1 0 0 0 0,1-1 0 0 0,0 1 0 0 0,-1 0 1 0 0,1-1-1 0 0,0 1 0 0 0,0 0 0 0 0,0 1 1 0 0,-9 49 48 0 0,9-47-68 0 0,-6 46 2 0 0,3 1 1 0 0,2-1-1 0 0,3 1 1 0 0,1-1-1 0 0,3 0 1 0 0,12 52-1 0 0,-16-94 31 0 0,0 0 0 0 0,1-1 0 0 0,-1 1 0 0 0,1-1 0 0 0,1 0 0 0 0,0 1 0 0 0,0-2 0 0 0,0 1 0 0 0,0 0 0 0 0,1-1-1 0 0,1 0 1 0 0,9 9 0 0 0,-11-12-56 0 0,0 0-1 0 0,0 0 1 0 0,1 0-1 0 0,0-1 1 0 0,-1 1-1 0 0,1-1 1 0 0,0-1 0 0 0,0 1-1 0 0,0-1 1 0 0,0 1-1 0 0,1-1 1 0 0,-1-1-1 0 0,0 1 1 0 0,0-1-1 0 0,1 0 1 0 0,-1 0-1 0 0,0-1 1 0 0,0 1-1 0 0,0-1 1 0 0,6-2-1 0 0,4-1-301 0 0,0-2 1 0 0,0 0-1 0 0,0 0 0 0 0,-1-1 1 0 0,0-1-1 0 0,-1-1 0 0 0,0 0 0 0 0,0 0 1 0 0,0-2-1 0 0,-2 1 0 0 0,1-1 0 0 0,-1-1 1 0 0,-1 0-1 0 0,15-22 0 0 0,-5 2 10 0 0,-1-1 1 0 0,-1 0-1 0 0,-2-2 0 0 0,-1 0 0 0 0,10-37 1 0 0,-16 38 888 0 0,-2 0 0 0 0,3-36 1 0 0,-1 10 789 0 0,-9 49-779 0 0,-3 11 275 0 0,-3 17-32 0 0,-20 192 1228 0 0,21-149-1799 0 0,5 90 0 0 0,0-133-170 0 0,0-14-31 0 0,0 0-1 0 0,0 1 0 0 0,0-1 1 0 0,0 0-1 0 0,0 0 1 0 0,1 0-1 0 0,-1 1 0 0 0,1-1 1 0 0,0 0-1 0 0,0 0 1 0 0,1 3-1 0 0,-1-5 21 0 0,1-1-49 0 0,0-1-1 0 0,0 0 1 0 0,-1 1-1 0 0,1-1 0 0 0,0 0 1 0 0,-1 0-1 0 0,1 0 1 0 0,-1 0-1 0 0,1-1 0 0 0,-1 1 1 0 0,1 0-1 0 0,-1 0 1 0 0,0-1-1 0 0,2-2 0 0 0,18-29 39 0 0,-15 22-39 0 0,6-7 5 0 0,0 1 1 0 0,0 1 0 0 0,23-23 0 0 0,-28 32-14 0 0,1 0 0 0 0,-1 1 0 0 0,1 0 0 0 0,1 0 1 0 0,-1 1-1 0 0,1 0 0 0 0,0 1 0 0 0,0-1 0 0 0,12-2 0 0 0,-16 6 0 0 0,-1 1 0 0 0,0 0 0 0 0,1 0 0 0 0,-1 0 0 0 0,1 0 0 0 0,-1 1 0 0 0,0-1 0 0 0,1 1 0 0 0,-1 1-1 0 0,0-1 1 0 0,0 0 0 0 0,1 1 0 0 0,-1 0 0 0 0,0 0 0 0 0,-1 0 0 0 0,1 1 0 0 0,0-1 0 0 0,4 5 0 0 0,-3-2 9 0 0,0 1 0 0 0,-1-1 0 0 0,0 1 1 0 0,0 0-1 0 0,0 0 0 0 0,-1 0 0 0 0,0 1 1 0 0,0-1-1 0 0,0 1 0 0 0,2 8 0 0 0,1 13 183 0 0,5 35-1 0 0,-5-28-65 0 0,-4-21-102 0 0,-1-7 19 0 0,0-1-1 0 0,0 1 0 0 0,1-1 1 0 0,2 8-1 0 0,-3-12-27 0 0,0 0-1 0 0,0-1 1 0 0,0 1-1 0 0,0 0 1 0 0,0-1-1 0 0,0 1 1 0 0,0-1-1 0 0,1 0 1 0 0,-1 1-1 0 0,1-1 1 0 0,-1 0-1 0 0,1 0 1 0 0,-1 0-1 0 0,1 0 1 0 0,0 0 0 0 0,-1 0-1 0 0,1 0 1 0 0,3 1-1 0 0,0-1-2 0 0,0-1-1 0 0,0 1 0 0 0,0-1 1 0 0,0 0-1 0 0,0 0 1 0 0,0 0-1 0 0,0-1 1 0 0,0 0-1 0 0,0 0 1 0 0,0 0-1 0 0,0 0 0 0 0,0-1 1 0 0,-1 0-1 0 0,1 0 1 0 0,8-5-1 0 0,1-2 3 0 0,0 0 0 0 0,0-1 0 0 0,17-16 0 0 0,-15 9 1 0 0,1 0 0 0 0,-2-1 0 0 0,-1-1 0 0 0,0 0 0 0 0,-1-1 0 0 0,-1 0 0 0 0,-1-1 0 0 0,-1-1 0 0 0,15-43 0 0 0,-24 63-15 0 0,-1 1 0 0 0,1-1 0 0 0,-1 1 0 0 0,1-1 0 0 0,-1 1-1 0 0,1-1 1 0 0,-1 1 0 0 0,0-1 0 0 0,0 0 0 0 0,0 1-1 0 0,0-1 1 0 0,0 1 0 0 0,0-1 0 0 0,0 1 0 0 0,-1-1-1 0 0,1 0 1 0 0,0 1 0 0 0,-1-1 0 0 0,1 1 0 0 0,-1-1-1 0 0,0 1 1 0 0,1 0 0 0 0,-1-1 0 0 0,0 1 0 0 0,0 0-1 0 0,0-1 1 0 0,0 1 0 0 0,0 0 0 0 0,-1-1 0 0 0,0 1-1 0 0,0 1 1 0 0,1 0 0 0 0,-1-1-1 0 0,1 1 1 0 0,-1 0 0 0 0,0 0-1 0 0,1 0 1 0 0,-1 0 0 0 0,0 0-1 0 0,1 0 1 0 0,-1 0 0 0 0,1 1 0 0 0,-1-1-1 0 0,0 1 1 0 0,1-1 0 0 0,-1 1-1 0 0,1-1 1 0 0,-1 1 0 0 0,1 0-1 0 0,0 0 1 0 0,-1 0 0 0 0,1 0-1 0 0,0 0 1 0 0,-1 0 0 0 0,1 0-1 0 0,0 0 1 0 0,-2 2 0 0 0,-6 8 5 0 0,0-1 0 0 0,1 1 1 0 0,0 0-1 0 0,1 1 0 0 0,0-1 1 0 0,1 2-1 0 0,0-1 0 0 0,1 1 1 0 0,0-1-1 0 0,-4 22 0 0 0,7-27-1 0 0,1 0 1 0 0,0 0-1 0 0,1 0 0 0 0,0-1 0 0 0,0 1 0 0 0,0 0 0 0 0,1 0 0 0 0,0 0 1 0 0,0 0-1 0 0,3 6 0 0 0,-2-8-2 0 0,-1-1 0 0 0,1 0 1 0 0,1 0-1 0 0,-1 0 0 0 0,1 0 0 0 0,-1 0 1 0 0,1 0-1 0 0,0 0 0 0 0,1-1 0 0 0,-1 0 1 0 0,1 1-1 0 0,-1-1 0 0 0,1-1 0 0 0,0 1 1 0 0,7 4-1 0 0,-5-5-92 0 0,1 0 1 0 0,-1 0-1 0 0,0 0 1 0 0,1 0-1 0 0,-1-1 1 0 0,0 0-1 0 0,1-1 1 0 0,0 1-1 0 0,-1-1 1 0 0,1 0-1 0 0,-1-1 1 0 0,1 0-1 0 0,-1 0 1 0 0,1 0-1 0 0,-1-1 1 0 0,0 0-1 0 0,7-3 1 0 0,-2 1-834 0 0,0-1 0 0 0,0-1 0 0 0,0 0 0 0 0,-1 0 0 0 0,0-1-1 0 0,0 0 1 0 0,-1-1 0 0 0,13-12 0 0 0,-3-2-2863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4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182 144 1012 0 0,'-181'28'10324'0'0,"197"-40"-9426"0"0,223-77-1362 0 0,-103 40-4727 0 0,-78 28 1016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5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1 456 1100 0 0,'-1'-10'9178'0'0,"6"4"-9061"0"0,-1 1 0 0 0,1 0 0 0 0,0 0 0 0 0,1 1 1 0 0,-1 0-1 0 0,1 0 0 0 0,12-7 0 0 0,1-1-92 0 0,6-5-18 0 0,-1-1-1 0 0,-1-1 0 0 0,-1-1 0 0 0,-1-1 0 0 0,0-1 1 0 0,-2 0-1 0 0,-1-2 0 0 0,0 0 0 0 0,-2-1 1 0 0,-1-1-1 0 0,19-44 0 0 0,0-10 3 0 0,-33 78-35 0 0,-4 7-16 0 0,0 1 51 0 0,0-1-1 0 0,1 0 1 0 0,-1 1 0 0 0,1-1-1 0 0,1 1 1 0 0,-3 11-1 0 0,1-4 3 0 0,-27 112 288 0 0,6 2 0 0 0,-10 165 0 0 0,31-242 292 0 0,3-48-388 0 0,12-16-6 0 0,-9 7-172 0 0,11-25 94 0 0,35-57 0 0 0,-42 78-126 0 0,1 1 0 0 0,0 1 0 0 0,0-1 0 0 0,1 1 0 0 0,0 1 0 0 0,1 0 0 0 0,-1 0 0 0 0,2 1 0 0 0,10-7 1 0 0,-14 10 4 0 0,1 1 0 0 0,-1 0 0 0 0,1 0 0 0 0,0 0 0 0 0,0 1 0 0 0,0 0 0 0 0,0 1 0 0 0,0-1 0 0 0,0 2 0 0 0,0-1 0 0 0,0 1 0 0 0,13 1 0 0 0,-17 0 4 0 0,0 0 0 0 0,1 0 1 0 0,-1 0-1 0 0,1 0 0 0 0,-1 1 1 0 0,0 0-1 0 0,0 0 0 0 0,0 0 1 0 0,0 0-1 0 0,0 1 0 0 0,-1-1 1 0 0,1 1-1 0 0,-1 0 0 0 0,1 0 0 0 0,-1 0 1 0 0,0 1-1 0 0,0-1 0 0 0,-1 1 1 0 0,1-1-1 0 0,-1 1 0 0 0,1 0 1 0 0,-1 0-1 0 0,0 0 0 0 0,2 7 1 0 0,0 7-9 0 0,0 0 0 0 0,-1 1 0 0 0,0-1 0 0 0,-1 25 0 0 0,2 8-215 0 0,-4-50 95 0 0,0 1-1 0 0,1 0 1 0 0,-1 0 0 0 0,1-1 0 0 0,-1 1 0 0 0,1-1-1 0 0,0 1 1 0 0,0 0 0 0 0,0-1 0 0 0,0 1 0 0 0,0-1-1 0 0,0 0 1 0 0,0 1 0 0 0,0-1 0 0 0,3 2 0 0 0,-3-2-161 0 0,0 0 0 0 0,0-1 0 0 0,0 1 0 0 0,0 0 0 0 0,0-1 0 0 0,1 1 0 0 0,-1-1 0 0 0,0 0 0 0 0,0 1 0 0 0,0-1 0 0 0,1 0 0 0 0,-1 0 0 0 0,0 0 0 0 0,1 0 0 0 0,-1 0 0 0 0,0 0 0 0 0,3-1 0 0 0,17-3-3314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283 489 1904 0 0,'1'-2'626'0'0,"0"-1"0"0"0,0 0-1 0 0,0 0 1 0 0,-1 0 0 0 0,1 0-1 0 0,-1 1 1 0 0,1-7 0 0 0,-1 8-564 0 0,0 1 0 0 0,0-1-1 0 0,0 1 1 0 0,-1-1 0 0 0,1 1 0 0 0,0-1 0 0 0,0 0 0 0 0,0 1 0 0 0,-1-1 0 0 0,1 1-1 0 0,0-1 1 0 0,0 1 0 0 0,-1-1 0 0 0,1 1 0 0 0,-1-1 0 0 0,1 1 0 0 0,0 0 0 0 0,-1-1-1 0 0,1 1 1 0 0,-1-1 0 0 0,-1 1 34 0 0,1-1-1 0 0,0 1 1 0 0,0 0 0 0 0,0-1-1 0 0,0 1 1 0 0,-1 0 0 0 0,1 0-1 0 0,0 0 1 0 0,0 0-1 0 0,0 0 1 0 0,-1 0 0 0 0,1 0-1 0 0,0 0 1 0 0,-2 1 0 0 0,-12 4 195 0 0,-1 0 1 0 0,1 0 0 0 0,1 2-1 0 0,-1 0 1 0 0,1 1 0 0 0,0 0-1 0 0,-24 19 1 0 0,24-15-191 0 0,-1 0-1 0 0,2 1 1 0 0,0 0-1 0 0,0 1 1 0 0,1 1-1 0 0,-17 27 0 0 0,27-39-89 0 0,1 0-1 0 0,-1 1 0 0 0,1-1 0 0 0,-1 0 1 0 0,1 0-1 0 0,0 1 0 0 0,0-1 0 0 0,1 1 0 0 0,-1-1 1 0 0,1 0-1 0 0,-1 1 0 0 0,1-1 0 0 0,0 1 0 0 0,0-1 1 0 0,1 1-1 0 0,0 4 0 0 0,0-6-4 0 0,0 0-1 0 0,0 0 1 0 0,0 0 0 0 0,0 0-1 0 0,1 0 1 0 0,-1 0 0 0 0,0 0-1 0 0,1 0 1 0 0,0 0 0 0 0,-1-1-1 0 0,1 1 1 0 0,0 0 0 0 0,0-1-1 0 0,0 0 1 0 0,0 1 0 0 0,0-1-1 0 0,0 0 1 0 0,1 0 0 0 0,-1 0-1 0 0,0 0 1 0 0,0-1 0 0 0,1 1-1 0 0,4 0 1 0 0,-1 0-4 0 0,1 0 0 0 0,0 0 0 0 0,0-1 0 0 0,-1 0 0 0 0,1 0 0 0 0,0-1 0 0 0,0 0 0 0 0,-1 0 0 0 0,1 0 0 0 0,0-1-1 0 0,-1 0 1 0 0,1 0 0 0 0,-1-1 0 0 0,0 0 0 0 0,0 0 0 0 0,0 0 0 0 0,0-1 0 0 0,-1 0 0 0 0,1 0 0 0 0,-1-1 0 0 0,0 1 0 0 0,0-1 0 0 0,-1 0 0 0 0,6-8 0 0 0,0-1 3 0 0,0 0-1 0 0,-1-1 1 0 0,-1 0 0 0 0,0-1-1 0 0,-1 0 1 0 0,-1 0 0 0 0,-1-1 0 0 0,5-19-1 0 0,-9 18 29 0 0,-1 18-32 0 0,0 0 1 0 0,0 0 0 0 0,0 0-1 0 0,0-1 1 0 0,0 1 0 0 0,-1 0-1 0 0,1 0 1 0 0,0 0-1 0 0,0 0 1 0 0,0 0 0 0 0,0 0-1 0 0,0-1 1 0 0,0 1 0 0 0,0 0-1 0 0,-1 0 1 0 0,1 0 0 0 0,0 0-1 0 0,0 0 1 0 0,0 0 0 0 0,0 0-1 0 0,0 0 1 0 0,-1 0 0 0 0,1 0-1 0 0,0 0 1 0 0,0 0-1 0 0,0 0 1 0 0,0 0 0 0 0,0 0-1 0 0,-1 0 1 0 0,1 0 0 0 0,0 0-1 0 0,0 0 1 0 0,0 0 0 0 0,0 0-1 0 0,0 0 1 0 0,-1 0 0 0 0,1 0-1 0 0,0 0 1 0 0,0 0 0 0 0,0 0-1 0 0,0 0 1 0 0,0 0-1 0 0,-1 0 1 0 0,1 0 0 0 0,0 1-1 0 0,-2 0 16 0 0,0 1 0 0 0,0 0 0 0 0,0 0 0 0 0,0 0-1 0 0,1 0 1 0 0,-1 0 0 0 0,1 0 0 0 0,-2 3 0 0 0,-4 9 84 0 0,0 1 0 0 0,1 0 0 0 0,0 0 0 0 0,-5 29 1 0 0,9-36-92 0 0,1 0 0 0 0,0 1 0 0 0,0-1 1 0 0,1 0-1 0 0,0 0 0 0 0,0 0 0 0 0,1 1 0 0 0,0-1 1 0 0,1 0-1 0 0,-1 0 0 0 0,5 10 0 0 0,-5-15-1 0 0,1-1-1 0 0,-1 1 1 0 0,1 0 0 0 0,-1-1-1 0 0,1 1 1 0 0,0-1-1 0 0,0 0 1 0 0,0 0-1 0 0,0 0 1 0 0,0 0 0 0 0,1 0-1 0 0,-1 0 1 0 0,1 0-1 0 0,-1-1 1 0 0,6 3-1 0 0,-3-2 6 0 0,0 0-1 0 0,1-1 0 0 0,-1 0 0 0 0,1 0 1 0 0,-1 0-1 0 0,1 0 0 0 0,-1-1 0 0 0,7 0 1 0 0,1-1-4 0 0,0-1 0 0 0,0 0 0 0 0,0-1 0 0 0,0-1 0 0 0,0 1 0 0 0,17-10 0 0 0,-12 4-134 0 0,-1 0 1 0 0,-1-1-1 0 0,0-2 1 0 0,0 1-1 0 0,-1-2 1 0 0,-1 0-1 0 0,0 0 0 0 0,0-2 1 0 0,-2 1-1 0 0,0-2 1 0 0,0 0-1 0 0,-2 0 0 0 0,0-1 1 0 0,10-22-1 0 0,-8 9 8 0 0,-1 0 0 0 0,-1-1 0 0 0,-1 0 0 0 0,-2 0 0 0 0,-2-1 0 0 0,0 0 0 0 0,-1-59 0 0 0,-3 85 121 0 0,-1 1-1 0 0,-1-1 1 0 0,1 1-1 0 0,-1-1 1 0 0,0 1-1 0 0,0-1 1 0 0,0 1-1 0 0,-1 0 1 0 0,0-1-1 0 0,0 1 1 0 0,-4-7-1 0 0,6 12 7 0 0,-1-1-1 0 0,1 1 1 0 0,-1-1 0 0 0,1 1-1 0 0,-1-1 1 0 0,0 1-1 0 0,1 0 1 0 0,-1-1-1 0 0,1 1 1 0 0,-1 0-1 0 0,0-1 1 0 0,1 1-1 0 0,-1 0 1 0 0,0 0 0 0 0,1 0-1 0 0,-1 0 1 0 0,0 0-1 0 0,1-1 1 0 0,-1 1-1 0 0,0 0 1 0 0,1 0-1 0 0,-1 1 1 0 0,0-1-1 0 0,1 0 1 0 0,-1 0 0 0 0,0 0-1 0 0,1 0 1 0 0,-1 1-1 0 0,-1-1 1 0 0,-15 12 242 0 0,10-3-126 0 0,0 1-1 0 0,0-1 0 0 0,1 1 0 0 0,0 0 1 0 0,1 1-1 0 0,-4 12 0 0 0,-2 6 187 0 0,-6 34 0 0 0,11-39-236 0 0,1 0 1 0 0,1 0-1 0 0,2 1 0 0 0,0-1 1 0 0,2 1-1 0 0,0-1 0 0 0,2 1 1 0 0,1 0-1 0 0,1-1 0 0 0,1 0 1 0 0,11 33-1 0 0,-14-51-67 0 0,0-1-1 0 0,0 0 1 0 0,1 0-1 0 0,0 0 1 0 0,0 0-1 0 0,1 0 1 0 0,-1 0-1 0 0,1-1 1 0 0,0 0-1 0 0,0 0 1 0 0,0 0 0 0 0,1 0-1 0 0,-1-1 1 0 0,1 1-1 0 0,0-1 1 0 0,0 0-1 0 0,0-1 1 0 0,0 1-1 0 0,1-1 1 0 0,-1 0-1 0 0,1-1 1 0 0,-1 1-1 0 0,1-1 1 0 0,7 1 0 0 0,-2-2-136 0 0,0 1 1 0 0,0-2 0 0 0,0 0-1 0 0,0 0 1 0 0,0-1 0 0 0,0 0 0 0 0,0-1-1 0 0,-1 0 1 0 0,1-1 0 0 0,-1 0-1 0 0,0-1 1 0 0,10-6 0 0 0,0-2-330 0 0,0-1 0 0 0,-1 0 0 0 0,-1-1 0 0 0,-1-2 0 0 0,0 1 0 0 0,-1-2 0 0 0,-1 0 0 0 0,-1-1 0 0 0,24-41 0 0 0,-12 10 144 0 0,-2 0 0 0 0,-2-2 0 0 0,17-60 0 0 0,-24 53 2317 0 0,12-87-1 0 0,-27 145-1986 0 0,3-13 389 0 0,0-1 323 0 0,-4 13-366 0 0,-3 7-50 0 0,1 1-91 0 0,0 0-1 0 0,0 0 1 0 0,1 1-1 0 0,0-1 1 0 0,0 1 0 0 0,-1 6-1 0 0,-1 6 245 0 0,-118 448 5820 0 0,94-332-5267 0 0,-43 228 366 0 0,30 3-1153 0 0,40-342-200 0 0,-1 111 79 0 0,3-119-52 0 0,0 1-1 0 0,2-1 1 0 0,0 1 0 0 0,0-1 0 0 0,13 31 0 0 0,-15-44-44 0 0,1 1 0 0 0,0 0 0 0 0,0 0-1 0 0,1-1 1 0 0,-1 1 0 0 0,1-1 0 0 0,0 0-1 0 0,0 0 1 0 0,0 0 0 0 0,0 0-1 0 0,0 0 1 0 0,1 0 0 0 0,-1-1 0 0 0,1 0-1 0 0,5 3 1 0 0,-3-3-8 0 0,0 0 0 0 0,0 0 0 0 0,1 0-1 0 0,-1-1 1 0 0,1 0 0 0 0,0 0 0 0 0,-1 0 0 0 0,1-1-1 0 0,7-1 1 0 0,1 0-7 0 0,-1-1 0 0 0,1-1 0 0 0,-1-1 0 0 0,0 0 0 0 0,0-1 0 0 0,0 0 0 0 0,0-1 0 0 0,15-9 0 0 0,-12 4 8 0 0,0-1 1 0 0,-1-1-1 0 0,0-1 1 0 0,-1 0-1 0 0,-1-1 1 0 0,0 0-1 0 0,-1-1 1 0 0,-1-1-1 0 0,0 0 1 0 0,16-34-1 0 0,-20 36-7 0 0,-1-1-1 0 0,-1 0 1 0 0,0 0-1 0 0,-1-1 1 0 0,-1 1 0 0 0,0-1-1 0 0,-1 0 1 0 0,-1 0-1 0 0,-1 0 1 0 0,0-1-1 0 0,-2 1 1 0 0,0 0-1 0 0,-4-23 1 0 0,2 26-19 0 0,-1 0 1 0 0,-1 1-1 0 0,0 0 1 0 0,-1 0-1 0 0,-1 0 1 0 0,0 1-1 0 0,-9-14 1 0 0,2 8-9 0 0,-1 1 0 0 0,0 0 0 0 0,-33-28 1 0 0,-4 7-19 0 0,-1 1 0 0 0,-66-33-1 0 0,100 59 35 0 0,-16-7-48 0 0,24 13 31 0 0,0 0-1 0 0,1-1 1 0 0,-1 0 0 0 0,1-1 0 0 0,-12-10 0 0 0,21 16 2 0 0,0 0 0 0 0,0 0-1 0 0,1 0 1 0 0,-1 0-1 0 0,0 0 1 0 0,0 0 0 0 0,1 0-1 0 0,-1 0 1 0 0,1-1 0 0 0,-1 1-1 0 0,1 0 1 0 0,-1 0 0 0 0,1-1-1 0 0,0 1 1 0 0,0 0 0 0 0,-1-1-1 0 0,1 1 1 0 0,0 0 0 0 0,0-1-1 0 0,1-1 1 0 0,-1 0-50 0 0,1 1 1 0 0,0-1-1 0 0,0 1 0 0 0,0-1 1 0 0,0 1-1 0 0,0 0 0 0 0,1-1 1 0 0,-1 1-1 0 0,4-4 1 0 0,3-2-323 0 0,0 0 1 0 0,0 0 0 0 0,17-11 0 0 0,30-16-2505 0 0,1 3 1 0 0,103-42-1 0 0,-92 44-2076 0 0,-19 9-837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143 100 432 0 0,'-143'-9'12972'0'0,"165"-2"-12251"0"0,208-33-1505 0 0,-79 18-5762 0 0,-104 16 2155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7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52 1012 0 0,'-19'-52'13989'0'0,"26"86"-12990"0"0,-2-1-1 0 0,-2 1 1 0 0,0 38-1 0 0,-12 105 486 0 0,3-71-897 0 0,-34 508 613 0 0,40-603-1281 0 0,-9 105-16 0 0,7-41-3237 0 0,0-66 1431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8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92 0 0,'1'-21'1631'0'0,"1"1"0"0"0,1 0-1 0 0,0 0 1 0 0,7-20 0 0 0,-9 35-1449 0 0,1 0-1 0 0,0 0 1 0 0,0 1 0 0 0,0-1-1 0 0,1 0 1 0 0,0 1-1 0 0,0 0 1 0 0,0-1 0 0 0,0 1-1 0 0,1 1 1 0 0,-1-1-1 0 0,1 0 1 0 0,0 1 0 0 0,0 0-1 0 0,0 0 1 0 0,0 0-1 0 0,1 0 1 0 0,0 1 0 0 0,-1-1-1 0 0,11-2 1 0 0,-4 2-62 0 0,1 1 0 0 0,0 1 0 0 0,-1 0 1 0 0,1 0-1 0 0,0 1 0 0 0,0 1 0 0 0,0 0 0 0 0,-1 1 1 0 0,1 0-1 0 0,0 0 0 0 0,-1 1 0 0 0,18 8 0 0 0,-17-6-73 0 0,1 0 0 0 0,-1 1-1 0 0,1 1 1 0 0,-2 0-1 0 0,1 1 1 0 0,-1 0-1 0 0,0 0 1 0 0,-1 1-1 0 0,0 1 1 0 0,14 17 0 0 0,-21-24 27 0 0,-1 1 1 0 0,1 0 0 0 0,-1 0 0 0 0,0 0 0 0 0,0 0 0 0 0,0 0-1 0 0,-1 0 1 0 0,1 1 0 0 0,-1-1 0 0 0,0 0 0 0 0,0 1-1 0 0,-1-1 1 0 0,1 1 0 0 0,-1 0 0 0 0,0-1 0 0 0,0 1 0 0 0,-1 4-1 0 0,-1-3 38 0 0,1 0-1 0 0,-1 0 1 0 0,-1 0-1 0 0,1 0 1 0 0,-1 0-1 0 0,0 0 1 0 0,0-1-1 0 0,-1 1 1 0 0,1-1-1 0 0,-10 9 1 0 0,2-3 27 0 0,-1 0-1 0 0,0-1 1 0 0,0-1 0 0 0,-1 0-1 0 0,0-1 1 0 0,-1 0 0 0 0,0-1 0 0 0,0 0-1 0 0,-16 4 1 0 0,22-8-94 0 0,0-1 0 0 0,1 0 0 0 0,-1-1 0 0 0,0 0 0 0 0,0 0 0 0 0,0 0 0 0 0,-14-2 0 0 0,22 1-45 0 0,0 0-1 0 0,-1 0 1 0 0,1 0 0 0 0,0 0-1 0 0,0 0 1 0 0,-1 0 0 0 0,1 0-1 0 0,0 0 1 0 0,0 0 0 0 0,0-1-1 0 0,-1 1 1 0 0,1 0 0 0 0,0 0-1 0 0,0 0 1 0 0,0 0-1 0 0,-1 0 1 0 0,1 0 0 0 0,0-1-1 0 0,0 1 1 0 0,0 0 0 0 0,0 0-1 0 0,-1 0 1 0 0,1-1 0 0 0,0 1-1 0 0,0 0 1 0 0,0 0 0 0 0,0 0-1 0 0,0-1 1 0 0,0 1 0 0 0,0 0-1 0 0,0 0 1 0 0,-1-1 0 0 0,1 1-1 0 0,0 0 1 0 0,0 0 0 0 0,0-1-1 0 0,0 1 1 0 0,0 0 0 0 0,0 0-1 0 0,0 0 1 0 0,0-1 0 0 0,1 1-1 0 0,-1 0 1 0 0,0 0-1 0 0,0-1 1 0 0,0 1 0 0 0,0 0-1 0 0,0 0 1 0 0,0 0 0 0 0,0-1-1 0 0,0 1 1 0 0,1 0 0 0 0,-1 0-1 0 0,0 0 1 0 0,0-1 0 0 0,0 1-1 0 0,0 0 1 0 0,1 0 0 0 0,-1 0-1 0 0,0 0 1 0 0,0 0 0 0 0,1-1-1 0 0,8-8-98 0 0,9-3-487 0 0,0 1 1 0 0,0 1 0 0 0,1 1 0 0 0,0 0-1 0 0,33-9 1 0 0,1-2-713 0 0,-4 1-1023 0 0,0-2 0 0 0,-2-3 0 0 0,86-56 0 0 0,-102 58 485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138 184 2240 0 0,'6'-16'816'0'0,"-2"-1"0"0"0,0 0 0 0 0,1-22 0 0 0,-4 34-604 0 0,-1 1 0 0 0,0-1 0 0 0,0 1 0 0 0,0-1 1 0 0,0 1-1 0 0,-1-1 0 0 0,0 1 0 0 0,0-1 1 0 0,0 1-1 0 0,-1-1 0 0 0,1 1 0 0 0,-1 0 0 0 0,0 0 1 0 0,0 0-1 0 0,-1 0 0 0 0,1 0 0 0 0,-5-5 1 0 0,5 8-145 0 0,1-1 0 0 0,0 1 0 0 0,0 0 0 0 0,-1 1 1 0 0,1-1-1 0 0,-1 0 0 0 0,1 0 0 0 0,-1 1 1 0 0,1-1-1 0 0,-1 0 0 0 0,0 1 0 0 0,1 0 1 0 0,-1-1-1 0 0,1 1 0 0 0,-1 0 0 0 0,0 0 1 0 0,1 0-1 0 0,-1 0 0 0 0,0 0 0 0 0,1 0 1 0 0,-1 0-1 0 0,0 1 0 0 0,1-1 0 0 0,-1 1 1 0 0,1-1-1 0 0,-1 1 0 0 0,0 0 0 0 0,1-1 1 0 0,0 1-1 0 0,-1 0 0 0 0,1 0 0 0 0,-1 0 1 0 0,1 0-1 0 0,-2 2 0 0 0,-2 2 126 0 0,0-1 0 0 0,0 1 0 0 0,0 0 0 0 0,1 1-1 0 0,0-1 1 0 0,-7 13 0 0 0,4-3-34 0 0,1 0 0 0 0,0 1 0 0 0,1-1 0 0 0,1 2-1 0 0,1-1 1 0 0,0 0 0 0 0,1 0 0 0 0,1 1 0 0 0,0 0 0 0 0,1-1-1 0 0,1 1 1 0 0,0-1 0 0 0,5 20 0 0 0,0-10-93 0 0,0-1 0 0 0,2 0 0 0 0,1-1 0 0 0,0 0 0 0 0,2 0 0 0 0,1-1 0 0 0,26 38 0 0 0,-32-52-156 0 0,1 0 0 0 0,0-1 0 0 0,1 0 0 0 0,0 0-1 0 0,0-1 1 0 0,1 0 0 0 0,0 0 0 0 0,0-1-1 0 0,1 0 1 0 0,16 7 0 0 0,-16-9-291 0 0,0-1 0 0 0,0 0 0 0 0,1 0 0 0 0,-1-1 0 0 0,1 0-1 0 0,0-1 1 0 0,-1 0 0 0 0,1-1 0 0 0,0 0 0 0 0,0-1 0 0 0,-1 0 0 0 0,1 0 0 0 0,0-1 0 0 0,-1-1 0 0 0,0 0 0 0 0,1 0 0 0 0,11-7 0 0 0,-7 3 68 0 0,0-1 1 0 0,-1-1 0 0 0,0-1-1 0 0,-1 1 1 0 0,0-2 0 0 0,19-20-1 0 0,-21 19 525 0 0,0-1 0 0 0,-1 0 0 0 0,0 0-1 0 0,-1-1 1 0 0,-1-1 0 0 0,11-24 0 0 0,-17 33 12 0 0,0 1 1 0 0,-1 0 0 0 0,1 0 0 0 0,-1-1 0 0 0,0 1 0 0 0,-1-1-1 0 0,1 1 1 0 0,-1-9 0 0 0,-1 12-138 0 0,1 0-1 0 0,0 1 1 0 0,0-1-1 0 0,-1 0 1 0 0,1 0 0 0 0,-1 1-1 0 0,0-1 1 0 0,1 0-1 0 0,-1 1 1 0 0,0-1-1 0 0,0 1 1 0 0,0-1 0 0 0,0 1-1 0 0,0-1 1 0 0,-1 1-1 0 0,1 0 1 0 0,0-1 0 0 0,0 1-1 0 0,-1 0 1 0 0,1 0-1 0 0,-1 0 1 0 0,1 0 0 0 0,-1 0-1 0 0,0 1 1 0 0,1-1-1 0 0,-1 0 1 0 0,0 1-1 0 0,1-1 1 0 0,-1 1 0 0 0,0-1-1 0 0,-2 1 1 0 0,-2 0 74 0 0,-1 0 1 0 0,0 0-1 0 0,0 0 1 0 0,0 1-1 0 0,0 0 1 0 0,1 1-1 0 0,-1-1 0 0 0,0 1 1 0 0,1 1-1 0 0,0-1 1 0 0,-1 1-1 0 0,1 0 1 0 0,0 1-1 0 0,0-1 1 0 0,1 1-1 0 0,-7 5 1 0 0,1 1-20 0 0,0-1 1 0 0,0 2-1 0 0,1-1 1 0 0,1 1-1 0 0,-1 1 1 0 0,-13 23-1 0 0,21-32-122 0 0,0 0 0 0 0,1 1 0 0 0,-1-1 0 0 0,1 0-1 0 0,0 1 1 0 0,-1-1 0 0 0,2 0 0 0 0,-1 1 0 0 0,0-1 0 0 0,1 1 0 0 0,-1 0 0 0 0,1-1-1 0 0,0 1 1 0 0,0-1 0 0 0,1 1 0 0 0,-1 0 0 0 0,1-1 0 0 0,0 1 0 0 0,0-1-1 0 0,0 0 1 0 0,0 1 0 0 0,0-1 0 0 0,3 5 0 0 0,-1-5-8 0 0,-1 0 1 0 0,1 0-1 0 0,0 0 1 0 0,0 0 0 0 0,0 0-1 0 0,0-1 1 0 0,0 0-1 0 0,1 1 1 0 0,-1-1-1 0 0,1-1 1 0 0,-1 1-1 0 0,1 0 1 0 0,0-1-1 0 0,-1 0 1 0 0,1 0-1 0 0,0 0 1 0 0,0 0-1 0 0,0 0 1 0 0,0-1-1 0 0,0 0 1 0 0,4 0-1 0 0,1 0-11 0 0,-1 0-1 0 0,0-1 1 0 0,0 0 0 0 0,1-1-1 0 0,-1 0 1 0 0,0 0-1 0 0,0 0 1 0 0,-1-1-1 0 0,1-1 1 0 0,-1 1 0 0 0,1-1-1 0 0,-1 0 1 0 0,0-1-1 0 0,8-6 1 0 0,4-7-2 0 0,-1 0 0 0 0,0-1 0 0 0,19-30 0 0 0,1 2 5 0 0,-37 45-6 0 0,1 0 1 0 0,-1 0-1 0 0,0 0 1 0 0,1 1-1 0 0,-1-1 1 0 0,1 1-1 0 0,0-1 1 0 0,0 1-1 0 0,-1 0 1 0 0,1 0-1 0 0,0 0 1 0 0,0 0-1 0 0,0 0 1 0 0,3-1-1 0 0,-4 2 2 0 0,0 0 0 0 0,0 1 1 0 0,0-1-1 0 0,0 0 0 0 0,0 1 0 0 0,0-1 0 0 0,0 1 0 0 0,0 0 1 0 0,0-1-1 0 0,0 1 0 0 0,0 0 0 0 0,0-1 0 0 0,0 1 0 0 0,0 0 1 0 0,0 0-1 0 0,-1 0 0 0 0,1 0 0 0 0,0 0 0 0 0,-1-1 0 0 0,1 1 1 0 0,-1 0-1 0 0,1 1 0 0 0,-1-1 0 0 0,1 0 0 0 0,-1 0 0 0 0,0 0 1 0 0,1 0-1 0 0,-1 2 0 0 0,5 14 84 0 0,-1-1 1 0 0,-1 1-1 0 0,2 27 0 0 0,-1-6-2512 0 0,3-4-5115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59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1220 0 0,'16'-2'4527'0'0,"-11"5"-4196"0"0,0-1 0 0 0,0 0 0 0 0,0 1 0 0 0,0 0 0 0 0,0 0 0 0 0,-1 1 0 0 0,0-1 0 0 0,1 1 0 0 0,-2 0 0 0 0,1 0 0 0 0,0 0 0 0 0,-1 0 0 0 0,1 1 0 0 0,-1 0 0 0 0,0 0 0 0 0,-1-1 0 0 0,1 2 0 0 0,-1-1 0 0 0,0 0 0 0 0,2 10 0 0 0,1 3 252 0 0,-1 0 0 0 0,-1 1-1 0 0,0 0 1 0 0,0 34-1 0 0,-5-25 2217 0 0,6-44-1997 0 0,3-11-843 0 0,2 1 0 0 0,0 0 0 0 0,2 1 0 0 0,1 0 0 0 0,1 0 0 0 0,1 2 0 0 0,1 0 0 0 0,32-38-1 0 0,-44 58 39 0 0,0 0 0 0 0,0 0-1 0 0,0 1 1 0 0,0-1-1 0 0,0 1 1 0 0,0 0-1 0 0,1 0 1 0 0,-1 0-1 0 0,1 0 1 0 0,-1 1 0 0 0,1-1-1 0 0,0 1 1 0 0,0 0-1 0 0,0 0 1 0 0,-1 1-1 0 0,1-1 1 0 0,0 1 0 0 0,0-1-1 0 0,0 1 1 0 0,0 1-1 0 0,0-1 1 0 0,0 0-1 0 0,0 1 1 0 0,5 1 0 0 0,-3 0 1 0 0,-1 0 1 0 0,0 0 0 0 0,0 1 0 0 0,0 0 0 0 0,0-1 0 0 0,-1 2 0 0 0,1-1 0 0 0,-1 0-1 0 0,0 1 1 0 0,0 0 0 0 0,0 0 0 0 0,0 0 0 0 0,-1 0 0 0 0,1 1 0 0 0,-1 0 0 0 0,0-1 0 0 0,3 8-1 0 0,5 14-109 0 0,8 34-1 0 0,-10-32 104 0 0,14 32-1 0 0,-22-56 17 0 0,1 0 0 0 0,1-1 0 0 0,-1 1 0 0 0,1-1 0 0 0,-1 1 0 0 0,1-1 0 0 0,0 0 0 0 0,0 0 0 0 0,0 0 0 0 0,1 0 0 0 0,-1-1 0 0 0,1 1 0 0 0,0-1 0 0 0,4 2 0 0 0,-1-1 7 0 0,0 0 0 0 0,0-1 0 0 0,0 0 0 0 0,1 0 0 0 0,-1-1 0 0 0,1 0 0 0 0,11 0 1 0 0,2-1 41 0 0,-1-2 0 0 0,1 0 0 0 0,-1-2 1 0 0,0 0-1 0 0,22-8 0 0 0,-9 0-36 0 0,-1-2-1 0 0,0-1 0 0 0,0-1 0 0 0,-2-2 0 0 0,0-1 0 0 0,-1-1 0 0 0,-1-2 0 0 0,-1-1 0 0 0,-1-1 1 0 0,-1-1-1 0 0,33-44 0 0 0,-53 63-28 0 0,-1 0-1 0 0,0 0 1 0 0,-1 0 0 0 0,1 0 0 0 0,3-11 0 0 0,-6 16 8 0 0,-1 0 0 0 0,1 0 1 0 0,-1 0-1 0 0,0 0 0 0 0,1 0 1 0 0,-1 0-1 0 0,0-1 0 0 0,0 1 0 0 0,0 0 1 0 0,0 0-1 0 0,0 0 0 0 0,0 0 0 0 0,0 0 1 0 0,0 0-1 0 0,0 0 0 0 0,-1 0 1 0 0,1 0-1 0 0,0 0 0 0 0,-1 0 0 0 0,1 0 1 0 0,-1 0-1 0 0,1 0 0 0 0,-1 0 0 0 0,1 0 1 0 0,-1 0-1 0 0,0 1 0 0 0,1-1 1 0 0,-1 0-1 0 0,0 0 0 0 0,0 1 0 0 0,1-1 1 0 0,-1 0-1 0 0,0 1 0 0 0,0-1 0 0 0,0 1 1 0 0,0-1-1 0 0,0 1 0 0 0,0-1 1 0 0,0 1-1 0 0,0 0 0 0 0,0-1 0 0 0,0 1 1 0 0,0 0-1 0 0,0 0 0 0 0,0 0 1 0 0,-2 0-1 0 0,-7-1 6 0 0,0 1 0 0 0,0 1 0 0 0,0-1 1 0 0,0 2-1 0 0,0-1 0 0 0,0 1 0 0 0,1 1 0 0 0,-1 0 1 0 0,-12 5-1 0 0,-4 4 115 0 0,-49 30 0 0 0,56-30-49 0 0,1 0-1 0 0,-20 19 1 0 0,31-25-65 0 0,1 1-1 0 0,-1-1 1 0 0,1 2-1 0 0,0-1 1 0 0,1 1 0 0 0,0-1-1 0 0,-8 17 1 0 0,12-21 6 0 0,-1 0 0 0 0,1 0 0 0 0,0 0 0 0 0,1 0 0 0 0,-1 0 0 0 0,0 0 0 0 0,1 0 0 0 0,0 0 1 0 0,0 0-1 0 0,0 1 0 0 0,0-1 0 0 0,0 0 0 0 0,0 0 0 0 0,1 0 0 0 0,0 0 0 0 0,-1 0 0 0 0,1 0 0 0 0,2 4 0 0 0,-1-3 3 0 0,1 0-1 0 0,-1-1 1 0 0,1 1 0 0 0,0-1-1 0 0,0 0 1 0 0,0 0-1 0 0,0 0 1 0 0,1 0 0 0 0,-1-1-1 0 0,1 1 1 0 0,7 3-1 0 0,7 2-333 0 0,1 0 0 0 0,1-2-1 0 0,-1 0 1 0 0,31 5-1 0 0,-41-9-35 0 0,13 2-1537 0 0,38 1 0 0 0,-5-6-4013 0 0,-19-2-353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11 265 1192 0 0,'-6'-35'8882'0'0,"1"23"-7485"0"0,7 18-613 0 0,6 30-449 0 0,-5 0-269 0 0,7 64 10 0 0,-8-87-64 0 0,1 0 0 0 0,0 0 0 0 0,1 0 0 0 0,1-1 0 0 0,7 18 1 0 0,-10-27-9 0 0,1 1 1 0 0,-1 0-1 0 0,1-1 1 0 0,-1 1-1 0 0,1-1 1 0 0,0 0-1 0 0,0 0 1 0 0,1 0-1 0 0,-1 0 1 0 0,1 0-1 0 0,-1-1 1 0 0,1 0-1 0 0,0 0 1 0 0,0 0-1 0 0,0 0 1 0 0,0 0-1 0 0,0-1 1 0 0,5 2-1 0 0,-6-3-3 0 0,0 1 0 0 0,0-1 0 0 0,0 0 0 0 0,0 0 0 0 0,0 0 0 0 0,1 0 1 0 0,-1-1-1 0 0,0 1 0 0 0,0-1 0 0 0,0 0 0 0 0,0 0 0 0 0,0 0 0 0 0,0 0 0 0 0,0 0 0 0 0,-1-1 0 0 0,1 1 0 0 0,0-1 0 0 0,-1 0 0 0 0,1 0 0 0 0,-1 0 0 0 0,1 0 1 0 0,-1 0-1 0 0,0 0 0 0 0,0-1 0 0 0,2-3 0 0 0,5-8 8 0 0,0-1 0 0 0,-2-1-1 0 0,0 0 1 0 0,9-30 0 0 0,-4 11 21 0 0,-11 31-28 0 0,-1 2-4 0 0,0 1 0 0 0,1-1 1 0 0,-1 1-1 0 0,0-1 0 0 0,1 1 0 0 0,-1-1 0 0 0,1 1 1 0 0,0-1-1 0 0,-1 1 0 0 0,1 0 0 0 0,0-1 0 0 0,0 1 1 0 0,0 0-1 0 0,0 0 0 0 0,0 0 0 0 0,0 0 0 0 0,0-1 1 0 0,3 0-1 0 0,16 2-7 0 0,-12 8 7 0 0,4 6-12 0 0,8 6 9 0 0,-11-9 7 0 0,1-1 0 0 0,0 0 1 0 0,1-1-1 0 0,0 0 0 0 0,1-1 1 0 0,13 8-1 0 0,-21-14 10 0 0,0 0 1 0 0,0 0-1 0 0,0-1 1 0 0,0 1-1 0 0,0-1 1 0 0,0 0-1 0 0,0 0 1 0 0,1-1-1 0 0,-1 1 1 0 0,0-1-1 0 0,1 0 1 0 0,-1 0-1 0 0,0 0 0 0 0,0-1 1 0 0,1 0-1 0 0,3-1 1 0 0,-6 2-11 0 0,-1-1 0 0 0,1 0 0 0 0,-1 0 1 0 0,1 0-1 0 0,-1 0 0 0 0,1 0 0 0 0,-1-1 1 0 0,0 1-1 0 0,0 0 0 0 0,1-1 0 0 0,-1 1 0 0 0,0-1 1 0 0,0 1-1 0 0,0-1 0 0 0,-1 1 0 0 0,1-1 0 0 0,0 0 1 0 0,-1 1-1 0 0,1-1 0 0 0,-1 0 0 0 0,1-2 0 0 0,0-2 3 0 0,0 1-1 0 0,0-1 0 0 0,-1 1 0 0 0,0-1 1 0 0,-1-7-1 0 0,-1-3 39 0 0,-1 1-1 0 0,-1-1 1 0 0,-1 1 0 0 0,-10-25-1 0 0,-33-53-43 0 0,47 91-36 0 0,-8-3-55 0 0,9 8 81 0 0,0-1 0 0 0,0 1 0 0 0,0-1 0 0 0,1 1 0 0 0,-1-1 0 0 0,1 1 0 0 0,0-1 0 0 0,-1 1 0 0 0,1-1 0 0 0,0 0 0 0 0,0 0 0 0 0,1 1 0 0 0,-1-1 0 0 0,0 0 0 0 0,1 0 0 0 0,0 0-1 0 0,-1 0 1 0 0,1 0 0 0 0,0 0 0 0 0,0-1 0 0 0,0 1 0 0 0,0-1 0 0 0,0 1 0 0 0,0-1 0 0 0,0 0 0 0 0,1 0 0 0 0,2 1 0 0 0,1 1-83 0 0,0 0 0 0 0,1 0 0 0 0,0-1 0 0 0,0 0 0 0 0,-1 0-1 0 0,1-1 1 0 0,0 0 0 0 0,0 0 0 0 0,10-1 0 0 0,-6-1-31 0 0,1 0 0 0 0,0 0 1 0 0,0-1-1 0 0,-1-1 0 0 0,1 0 0 0 0,-1-1 0 0 0,0 0 0 0 0,13-7 1 0 0,-18 8 107 0 0,0-1 0 0 0,0 1 0 0 0,-1-2 0 0 0,0 1 1 0 0,1 0-1 0 0,-2-1 0 0 0,1 0 0 0 0,0 0 1 0 0,-1-1-1 0 0,0 1 0 0 0,0-1 0 0 0,-1 0 0 0 0,0 0 1 0 0,0 0-1 0 0,4-11 0 0 0,-3 1 34 0 0,-1-1 0 0 0,0 0-1 0 0,-1 1 1 0 0,0-1 0 0 0,-2-28 0 0 0,0 32 62 0 0,-3 17 16 0 0,2-4-91 0 0,1 0 1 0 0,0 0-1 0 0,-1 0 0 0 0,1 1 0 0 0,0-1 1 0 0,-1 0-1 0 0,1 0 0 0 0,0 0 0 0 0,-1 0 1 0 0,1 1-1 0 0,0-1 0 0 0,0 0 0 0 0,-1 0 1 0 0,1 1-1 0 0,0-1 0 0 0,0 0 0 0 0,-1 1 1 0 0,1-1-1 0 0,0 0 0 0 0,0 1 0 0 0,0-1 1 0 0,0 0-1 0 0,0 1 0 0 0,0-1 0 0 0,-1 0 0 0 0,1 1 1 0 0,0-1-1 0 0,0 0 0 0 0,0 1 0 0 0,0 0 1 0 0,-18 222 486 0 0,13-146-513 0 0,4 94 9 0 0,2-90 215 0 0,-1-80-201 0 0,0-1 1 0 0,0 0 0 0 0,0 0 0 0 0,0 1-1 0 0,0-1 1 0 0,-1 0 0 0 0,1 0-1 0 0,0 1 1 0 0,1-1 0 0 0,-1 0 0 0 0,0 0-1 0 0,0 1 1 0 0,0-1 0 0 0,0 0-1 0 0,0 0 1 0 0,0 1 0 0 0,0-1 0 0 0,0 0-1 0 0,0 0 1 0 0,0 1 0 0 0,1-1 0 0 0,-1 0-1 0 0,0 0 1 0 0,0 0 0 0 0,0 1-1 0 0,0-1 1 0 0,1 0 0 0 0,-1 0 0 0 0,0 0-1 0 0,0 0 1 0 0,0 1 0 0 0,1-1-1 0 0,-1 0 1 0 0,8-5 53 0 0,4-11-20 0 0,21-49 33 0 0,10-20 107 0 0,-37 76-163 0 0,0 1-1 0 0,0-1 0 0 0,1 1 1 0 0,0 0-1 0 0,0 1 0 0 0,14-12 0 0 0,-20 18-17 0 0,0 1 0 0 0,1-1-1 0 0,-1 0 1 0 0,0 0-1 0 0,1 1 1 0 0,-1-1-1 0 0,1 0 1 0 0,-1 1-1 0 0,1 0 1 0 0,0-1-1 0 0,-1 1 1 0 0,1 0-1 0 0,-1 0 1 0 0,1 0-1 0 0,0 0 1 0 0,-1 0-1 0 0,1 0 1 0 0,-1 0 0 0 0,1 1-1 0 0,0-1 1 0 0,-1 1-1 0 0,1-1 1 0 0,-1 1-1 0 0,1-1 1 0 0,-1 1-1 0 0,1 0 1 0 0,-1 0-1 0 0,0 0 1 0 0,1 0-1 0 0,-1 0 1 0 0,0 0-1 0 0,0 0 1 0 0,0 0-1 0 0,0 0 1 0 0,0 0 0 0 0,0 1-1 0 0,1 1 1 0 0,3 3 1 0 0,-1 0 0 0 0,0 0 1 0 0,-1 1-1 0 0,1-1 0 0 0,-1 1 0 0 0,3 11 1 0 0,15 96 60 0 0,-20-112-54 0 0,-1 0-1 0 0,0 0 0 0 0,1 0 1 0 0,-1 0-1 0 0,1 0 1 0 0,0 0-1 0 0,0 0 0 0 0,-1-1 1 0 0,1 1-1 0 0,0 0 0 0 0,1 0 1 0 0,-1-1-1 0 0,0 1 0 0 0,0-1 1 0 0,1 1-1 0 0,-1-1 0 0 0,1 0 1 0 0,-1 1-1 0 0,1-1 0 0 0,0 0 1 0 0,-1 0-1 0 0,1 0 0 0 0,0 0 1 0 0,0 0-1 0 0,0-1 1 0 0,-1 1-1 0 0,1-1 0 0 0,0 1 1 0 0,0-1-1 0 0,0 1 0 0 0,0-1 1 0 0,0 0-1 0 0,0 0 0 0 0,0 0 1 0 0,0 0-1 0 0,0-1 0 0 0,0 1 1 0 0,0 0-1 0 0,4-2 0 0 0,2-1-47 0 0,1 1 0 0 0,-1-2 0 0 0,0 0-1 0 0,0 0 1 0 0,-1 0 0 0 0,1-1-1 0 0,-1 0 1 0 0,0 0 0 0 0,0-1-1 0 0,0 0 1 0 0,-1 0 0 0 0,0-1-1 0 0,0 1 1 0 0,-1-1 0 0 0,0 0-1 0 0,5-10 1 0 0,0 0 61 0 0,-2 0 1 0 0,0-1-1 0 0,0 0 0 0 0,-2 0 0 0 0,0-1 0 0 0,4-24 1 0 0,-3-3 192 0 0,-7 45-103 0 0,-1 2-96 0 0,-1 1 1 0 0,1-1-1 0 0,0 1 0 0 0,-1 0 1 0 0,1 0-1 0 0,0 0 0 0 0,0-1 1 0 0,0 1-1 0 0,1 0 0 0 0,-1 0 1 0 0,0 0-1 0 0,0 3 0 0 0,0 0 21 0 0,-4 6-8 0 0,1 1 0 0 0,1 0 0 0 0,0 0 0 0 0,1 1 0 0 0,0-1 1 0 0,1 0-1 0 0,0 14 0 0 0,2-18-12 0 0,-1 0 1 0 0,1-1-1 0 0,0 1 0 0 0,0-1 1 0 0,1 1-1 0 0,0-1 1 0 0,0 0-1 0 0,1 0 0 0 0,0 0 1 0 0,1 0-1 0 0,-1 0 0 0 0,9 11 1 0 0,-11-16-18 0 0,1 0 1 0 0,0 0-1 0 0,-1 0 1 0 0,1 0-1 0 0,0 0 1 0 0,0-1 0 0 0,0 1-1 0 0,0-1 1 0 0,0 1-1 0 0,1-1 1 0 0,-1 0-1 0 0,0 0 1 0 0,1 0-1 0 0,-1 0 1 0 0,0 0-1 0 0,6 1 1 0 0,-2-1-136 0 0,-2 0-417 0 0,0-1 0 0 0,0 1 0 0 0,1-1 0 0 0,-1 0 1 0 0,1 0-1 0 0,-1 0 0 0 0,0-1 0 0 0,1 0 0 0 0,6-1 1 0 0,-9 1 326 0 0,13-4-3428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2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50 784 0 0,'-14'-8'1864'0'0,"0"-1"-352"0"0,4 4-408 0 0,-4-2-147 0 0,2 2-277 0 0,2 0 280 0 0,-7-2-284 0 0,5 4-176 0 0,-1 6-792 0 0,15 6-1236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2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8 1700 0 0,'-12'-6'3725'0'0,"7"6"-3483"0"0,0-1-1 0 0,0 1 1 0 0,0-1 0 0 0,0 1-1 0 0,1 1 1 0 0,-1-1 0 0 0,0 1-1 0 0,0-1 1 0 0,0 2 0 0 0,0-1-1 0 0,0 0 1 0 0,1 1-1 0 0,-1 0 1 0 0,1 0 0 0 0,-1 0-1 0 0,1 1 1 0 0,0-1 0 0 0,0 1-1 0 0,0 0 1 0 0,-6 6-1 0 0,-7 7-38 0 0,1 1 0 0 0,0 0-1 0 0,-13 21 1 0 0,12-16-59 0 0,2 1 0 0 0,-17 35 1 0 0,25-44-126 0 0,1-1 1 0 0,1 1-1 0 0,0 1 1 0 0,1-1-1 0 0,0 1 1 0 0,-1 15-1 0 0,5-27-11 0 0,-1 1 0 0 0,1 0-1 0 0,0 0 1 0 0,0 0 0 0 0,1 0 0 0 0,-1 0-1 0 0,1 0 1 0 0,0 0 0 0 0,0 0 0 0 0,0-1-1 0 0,0 1 1 0 0,1 0 0 0 0,-1-1 0 0 0,1 1-1 0 0,0-1 1 0 0,0 1 0 0 0,3 2 0 0 0,-1-2 5 0 0,-1-1 1 0 0,1 0-1 0 0,-1 0 1 0 0,1 0-1 0 0,0-1 1 0 0,0 1-1 0 0,1-1 1 0 0,-1 0-1 0 0,0 0 1 0 0,1 0-1 0 0,-1-1 0 0 0,7 2 1 0 0,3-1-168 0 0,-1 0 1 0 0,1-1-1 0 0,-1-1 1 0 0,1 0-1 0 0,-1-1 0 0 0,1 0 1 0 0,-1-1-1 0 0,26-7 1 0 0,-22 4-540 0 0,-1-1 0 0 0,0-1 0 0 0,0-1 0 0 0,0-1 1 0 0,-1 0-1 0 0,0 0 0 0 0,-1-2 0 0 0,14-12 0 0 0,-1-4-1479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3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41 1460 0 0,'-12'-41'5479'0'0,"10"42"-4961"0"0,-1 0-434 0 0,1 0 0 0 0,0 0 0 0 0,0 0 0 0 0,0 0-1 0 0,0 0 1 0 0,1 1 0 0 0,-1-1 0 0 0,0 0 0 0 0,1 1-1 0 0,-1 0 1 0 0,1-1 0 0 0,-1 1 0 0 0,1 0 0 0 0,0 0-1 0 0,-1 0 1 0 0,1 0 0 0 0,0 0 0 0 0,0 0 0 0 0,1 0-1 0 0,-1 0 1 0 0,0 1 0 0 0,0 2 0 0 0,-3 12 302 0 0,-4 35-1 0 0,5-25-134 0 0,-6 46 1 0 0,3 1-1 0 0,4-1 1 0 0,8 93 0 0 0,-5-153-232 0 0,-2-10-9 0 0,1 0 0 0 0,0 0 1 0 0,0 0-1 0 0,0-1 0 0 0,1 1 0 0 0,-1 0 1 0 0,1 0-1 0 0,-1 0 0 0 0,1-1 1 0 0,0 1-1 0 0,0 0 0 0 0,0-1 1 0 0,0 1-1 0 0,1-1 0 0 0,2 5 0 0 0,-3-6 9 0 0,2-1 1 0 0,1-1-17 0 0,-1 0 1 0 0,0 0-1 0 0,0 0 0 0 0,0 0 1 0 0,0-1-1 0 0,0 1 0 0 0,0-1 0 0 0,0 0 1 0 0,0 0-1 0 0,-1 0 0 0 0,1 0 1 0 0,-1 0-1 0 0,1 0 0 0 0,-1-1 1 0 0,2-2-1 0 0,35-51 45 0 0,-20 27-50 0 0,-14 22 18 0 0,0 0 0 0 0,0 0 0 0 0,1 0 0 0 0,0 1 0 0 0,0 0 0 0 0,0 0 0 0 0,1 0 0 0 0,0 1 0 0 0,0 0 0 0 0,8-4-1 0 0,-13 8-20 0 0,-1 1-1 0 0,0 0 0 0 0,1-1 0 0 0,-1 1 0 0 0,1 0 0 0 0,-1 0 1 0 0,0 0-1 0 0,1 0 0 0 0,-1 0 0 0 0,1 0 0 0 0,-1 0 0 0 0,1 0 1 0 0,-1 1-1 0 0,0-1 0 0 0,1 0 0 0 0,-1 1 0 0 0,0 0 0 0 0,1-1 1 0 0,-1 1-1 0 0,2 1 0 0 0,0-1 6 0 0,-1 1 1 0 0,1 0 0 0 0,-1 0-1 0 0,0 0 1 0 0,1 1-1 0 0,-1-1 1 0 0,3 5-1 0 0,1 4 143 0 0,-1 0 1 0 0,0 1-1 0 0,0 0 0 0 0,-2 0 1 0 0,1 0-1 0 0,-1 0 0 0 0,-1 1 1 0 0,0-1-1 0 0,-1 1 0 0 0,0 12 1 0 0,0-3 58 0 0,2-1 1 0 0,6 28 0 0 0,-8-42-50 0 0,5 13 85 0 0,-6-19-231 0 0,1 0 1 0 0,-1-1 0 0 0,1 1 0 0 0,-1-1-1 0 0,1 1 1 0 0,-1-1 0 0 0,1 1 0 0 0,0-1-1 0 0,-1 0 1 0 0,1 1 0 0 0,-1-1 0 0 0,1 0-1 0 0,0 1 1 0 0,0-1 0 0 0,-1 0 0 0 0,1 0-1 0 0,0 1 1 0 0,-1-1 0 0 0,1 0 0 0 0,0 0-1 0 0,-1 0 1 0 0,1 0 0 0 0,0 0 0 0 0,0 0-1 0 0,-1 0 1 0 0,1 0 0 0 0,0-1 0 0 0,0 1-1 0 0,-1 0 1 0 0,1 0 0 0 0,1-1 0 0 0,7-3-11 0 0,-1 0 0 0 0,1 0 1 0 0,-1-1-1 0 0,0 0 0 0 0,0 0 1 0 0,-1-1-1 0 0,1 0 0 0 0,10-12 1 0 0,53-68-1987 0 0,-40 46-237 0 0,5-7-2235 0 0,-13 19 811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4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96 1680 0 0,'2'-6'1057'0'0,"-1"0"-1"0"0,1 0 0 0 0,-1 0 1 0 0,-1 0-1 0 0,1-8 0 0 0,-2 11-809 0 0,1 0-1 0 0,-1 1 1 0 0,1-1 0 0 0,-1 1-1 0 0,0-1 1 0 0,0 1-1 0 0,0-1 1 0 0,0 1 0 0 0,-1-1-1 0 0,1 1 1 0 0,-1 0-1 0 0,1 0 1 0 0,-1 0-1 0 0,-4-4 1 0 0,5 5-183 0 0,0 1 0 0 0,0-1 0 0 0,0 0 0 0 0,-1 1 0 0 0,1 0 0 0 0,0-1 0 0 0,0 1 0 0 0,-1 0 0 0 0,1-1 0 0 0,0 1-1 0 0,0 0 1 0 0,-1 0 0 0 0,1 0 0 0 0,0 0 0 0 0,0 0 0 0 0,-1 1 0 0 0,1-1 0 0 0,0 0 0 0 0,-2 1 0 0 0,-21 7 471 0 0,16-3-414 0 0,-1 0 0 0 0,1 0 0 0 0,0 1 0 0 0,0 0 0 0 0,1 1 0 0 0,0 0 0 0 0,0 0 0 0 0,-9 12 0 0 0,-1 6 199 0 0,-21 36-1 0 0,26-39-238 0 0,1 1-1 0 0,0-1 0 0 0,2 2 0 0 0,1-1 0 0 0,1 1 0 0 0,-5 27 0 0 0,11-39-62 0 0,-1-1 0 0 0,2 1 0 0 0,0 0 0 0 0,0-1-1 0 0,1 1 1 0 0,3 18 0 0 0,-2-23-6 0 0,0 0 0 0 0,1 1 0 0 0,0-1 0 0 0,0 0 0 0 0,0 0 0 0 0,1-1 0 0 0,0 1 0 0 0,0-1 0 0 0,0 0 0 0 0,1 0 0 0 0,5 5 0 0 0,-5-7 0 0 0,-1 0 0 0 0,1 0 0 0 0,-1-1-1 0 0,1 1 1 0 0,0-1 0 0 0,1-1-1 0 0,-1 1 1 0 0,0-1 0 0 0,1 0-1 0 0,-1 0 1 0 0,10 2 0 0 0,-5-3-5 0 0,0 1 0 0 0,0-2 1 0 0,0 1-1 0 0,0-2 1 0 0,0 1-1 0 0,13-3 0 0 0,-5-1-8 0 0,-1 0-1 0 0,0-1 0 0 0,0-1 0 0 0,0 0 0 0 0,-1-1 0 0 0,0-1 1 0 0,19-12-1 0 0,-22 10-57 0 0,0 0 1 0 0,0-1-1 0 0,-1 0 0 0 0,0-1 1 0 0,-1-1-1 0 0,0 1 0 0 0,-1-2 1 0 0,-1 1-1 0 0,0-1 0 0 0,7-17 1 0 0,-3 3 4 0 0,-2-1 0 0 0,0 0 0 0 0,-3-1 1 0 0,9-45-1 0 0,-16 57 27 0 0,-2 18 26 0 0,1 0 0 0 0,0 0 0 0 0,0 0 0 0 0,0-1 0 0 0,0 1 0 0 0,0 0 0 0 0,0 0 0 0 0,-1 0 0 0 0,1 0 0 0 0,0 0 0 0 0,0 0 0 0 0,0 0 0 0 0,0 0 0 0 0,0 0 0 0 0,-1 0 0 0 0,1 0 0 0 0,0 0 0 0 0,0 0 0 0 0,0 0 1 0 0,0 0-1 0 0,-1 0 0 0 0,1 0 0 0 0,0 0 0 0 0,0 0 0 0 0,0 0 0 0 0,0 0 0 0 0,0 0 0 0 0,-1 0 0 0 0,1 0 0 0 0,0 0 0 0 0,0 0 0 0 0,0 0 0 0 0,0 0 0 0 0,0 0 0 0 0,-1 1 0 0 0,1-1 0 0 0,0 0 0 0 0,0 0 0 0 0,0 0 0 0 0,0 0 0 0 0,0 0 0 0 0,0 0 0 0 0,0 1 1 0 0,0-1-1 0 0,0 0 0 0 0,-1 0 0 0 0,1 0 0 0 0,-2 4-6 0 0,-1-1 0 0 0,1 1 0 0 0,-1-1 0 0 0,1 1 0 0 0,-2 7 0 0 0,-3 6 4 0 0,2 0 0 0 0,0 1-1 0 0,0-1 1 0 0,2 1 0 0 0,-1 19 0 0 0,3-29 11 0 0,1-1 0 0 0,0 1 0 0 0,0 0 1 0 0,1-1-1 0 0,0 1 0 0 0,0-1 0 0 0,1 1 0 0 0,0-1 0 0 0,1 0 1 0 0,-1 0-1 0 0,1 0 0 0 0,1 0 0 0 0,-1 0 0 0 0,8 9 0 0 0,-9-13-2 0 0,0-1 0 0 0,1 0 0 0 0,-1 0 0 0 0,1 0 0 0 0,-1 0 0 0 0,1 0-1 0 0,0-1 1 0 0,0 1 0 0 0,-1-1 0 0 0,1 0 0 0 0,1 1 0 0 0,-1-2 0 0 0,0 1-1 0 0,0 0 1 0 0,0 0 0 0 0,0-1 0 0 0,0 0 0 0 0,1 0 0 0 0,-1 0 0 0 0,0 0 0 0 0,0 0-1 0 0,0-1 1 0 0,1 1 0 0 0,-1-1 0 0 0,0 0 0 0 0,0 0 0 0 0,4-2 0 0 0,-1 1-2 0 0,-1 0 1 0 0,1 0 0 0 0,-1-1 0 0 0,0 0 0 0 0,0 0 0 0 0,0 0-1 0 0,0-1 1 0 0,-1 0 0 0 0,0 0 0 0 0,1 0 0 0 0,-1 0 0 0 0,-1 0-1 0 0,1-1 1 0 0,4-6 0 0 0,-5 4-2 0 0,-1 1 0 0 0,1-1 0 0 0,-1 1 0 0 0,0-1 0 0 0,-1 0 1 0 0,0 0-1 0 0,0 1 0 0 0,0-1 0 0 0,-1 0 0 0 0,0 0 0 0 0,0 0 0 0 0,-1 0 0 0 0,0 0 0 0 0,0 0 0 0 0,-1 0 0 0 0,1 1 0 0 0,-1-1 0 0 0,-1 1 1 0 0,1-1-1 0 0,-1 1 0 0 0,-1 0 0 0 0,1 0 0 0 0,-5-6 0 0 0,-9-10 10 0 0,0 0 1 0 0,-2 1-1 0 0,0 1 0 0 0,-28-23 1 0 0,15 9-14 0 0,33 32-1 0 0,0 1 0 0 0,0-1-1 0 0,0 1 1 0 0,0-1 0 0 0,0 1 0 0 0,1-1 0 0 0,-1 1 0 0 0,0 0 0 0 0,1 0 0 0 0,-1-1 0 0 0,1 1 0 0 0,-1 0 0 0 0,4-1-1 0 0,10-4-3 0 0,0 1 0 0 0,1 1-1 0 0,-1 0 1 0 0,1 1-1 0 0,0 1 1 0 0,0 1 0 0 0,0 0-1 0 0,0 1 1 0 0,0 0-1 0 0,19 4 1 0 0,-19-2-11 0 0,-1 0 0 0 0,1 2 1 0 0,-1 0-1 0 0,1 0 0 0 0,-1 2 0 0 0,-1 0 1 0 0,1 1-1 0 0,-1 0 0 0 0,0 1 0 0 0,18 13 1 0 0,-27-16 13 0 0,1-1 0 0 0,-1 1 1 0 0,-1 0-1 0 0,1 0 0 0 0,-1 0 1 0 0,0 1-1 0 0,0 0 0 0 0,0 0 1 0 0,-1 0-1 0 0,0 0 0 0 0,0 0 1 0 0,-1 1-1 0 0,0-1 0 0 0,0 1 1 0 0,0-1-1 0 0,-1 1 0 0 0,0 0 1 0 0,0 0-1 0 0,0 0 0 0 0,-1 0 1 0 0,0 0-1 0 0,-1-1 0 0 0,0 1 1 0 0,0 0-1 0 0,-3 12 0 0 0,-1 0 37 0 0,-1 0-1 0 0,0 0 1 0 0,-11 22-1 0 0,16-39 19 0 0,-6-11-39 0 0,7 4-13 0 0,0 1-1 0 0,0-1 1 0 0,0 0 0 0 0,0 0 0 0 0,1 0-1 0 0,0 1 1 0 0,0-1 0 0 0,1 0-1 0 0,-1 1 1 0 0,1-1 0 0 0,2-4-1 0 0,1-4 1 0 0,5-17 4 0 0,2 0 0 0 0,1 1 0 0 0,26-44 0 0 0,-33 63-4 0 0,0 1 0 0 0,1-1 0 0 0,0 1 0 0 0,1 1 0 0 0,0-1 0 0 0,0 1 0 0 0,1 1 1 0 0,0-1-1 0 0,0 2 0 0 0,1-1 0 0 0,0 1 0 0 0,0 0 0 0 0,14-4 0 0 0,-19 8-3 0 0,0 0 0 0 0,1 1 0 0 0,-1-1-1 0 0,0 1 1 0 0,1 1 0 0 0,0-1 0 0 0,-1 1 0 0 0,1 0 0 0 0,-1 0-1 0 0,1 1 1 0 0,-1-1 0 0 0,1 1 0 0 0,-1 1 0 0 0,1-1 0 0 0,-1 1-1 0 0,0 0 1 0 0,0 0 0 0 0,0 0 0 0 0,0 1 0 0 0,0 0 0 0 0,0 0-1 0 0,5 4 1 0 0,-4-1-2 0 0,0 0-1 0 0,0 0 1 0 0,0 0-1 0 0,-1 1 1 0 0,0 0-1 0 0,-1 0 1 0 0,1 0-1 0 0,-1 1 1 0 0,-1 0-1 0 0,1-1 1 0 0,-1 1-1 0 0,-1 0 1 0 0,1 0-1 0 0,0 9 1 0 0,0 10 76 0 0,0 0 1 0 0,-3 39 0 0 0,0-36-2021 0 0,4 46-1 0 0,1-58-2962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22 121 980 0 0,'17'-120'12293'0'0,"-20"146"-10623"0"0,-30 336 3333 0 0,31-274-4704 0 0,3 0 1 0 0,16 98-1 0 0,-16-174-239 0 0,1 1 0 0 0,1-1 0 0 0,0 0 1 0 0,1 0-1 0 0,0 0 0 0 0,1 0 0 0 0,7 12 0 0 0,-11-21-172 0 0,1-1 0 0 0,0 1-1 0 0,0-1 1 0 0,0 1 0 0 0,0-1-1 0 0,0 0 1 0 0,0 0 0 0 0,0 0-1 0 0,1 0 1 0 0,-1 0 0 0 0,1 0-1 0 0,0-1 1 0 0,-1 1-1 0 0,1-1 1 0 0,0 0 0 0 0,0 0-1 0 0,0 0 1 0 0,0 0 0 0 0,0 0-1 0 0,0-1 1 0 0,0 1 0 0 0,0-1-1 0 0,0 0 1 0 0,0 0 0 0 0,0 0-1 0 0,0 0 1 0 0,0 0-1 0 0,0-1 1 0 0,0 0 0 0 0,0 1-1 0 0,0-1 1 0 0,0 0 0 0 0,0 0-1 0 0,4-3 1 0 0,-1 2-944 0 0,-1-2 1 0 0,1 1 0 0 0,0-1-1 0 0,-1 1 1 0 0,1-1-1 0 0,-1-1 1 0 0,5-5-1 0 0,6-9-5489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5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138 173 1648 0 0,'-124'-37'11469'0'0,"124"37"-11420"0"0,-1 0-1 0 0,0 0 0 0 0,1 0 1 0 0,-1 0-1 0 0,0-1 1 0 0,1 1-1 0 0,-1 0 1 0 0,0 0-1 0 0,1 0 0 0 0,-1-1 1 0 0,1 1-1 0 0,-1 0 1 0 0,1-1-1 0 0,-1 1 1 0 0,1 0-1 0 0,-1-1 0 0 0,1 1 1 0 0,-1-1-1 0 0,1 1 1 0 0,-1-1-1 0 0,1 1 1 0 0,0-1-1 0 0,-1 1 0 0 0,1-1 1 0 0,-1-1-1 0 0,1 2-22 0 0,0-1-1 0 0,1 0 0 0 0,-1 1 1 0 0,0-1-1 0 0,0 0 0 0 0,1 1 1 0 0,-1-1-1 0 0,1 1 0 0 0,-1-1 1 0 0,0 0-1 0 0,1 1 0 0 0,-1-1 1 0 0,1 1-1 0 0,-1-1 0 0 0,1 1 1 0 0,0 0-1 0 0,-1-1 1 0 0,2 0-1 0 0,30-15 181 0 0,-32 16-197 0 0,49-18 143 0 0,1 2 0 0 0,57-11 0 0 0,1 8-1933 0 0,-3 5-4372 0 0,-71 10 962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6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175 141 1412 0 0,'0'-4'398'0'0,"2"-9"1079"0"0,0 0 0 0 0,-1 0 0 0 0,-1-20 0 0 0,0 30-1336 0 0,-1-1-1 0 0,1 1 1 0 0,-1-1-1 0 0,0 1 1 0 0,0 0 0 0 0,0-1-1 0 0,0 1 1 0 0,-1 0 0 0 0,1 0-1 0 0,-1 0 1 0 0,0 0 0 0 0,0 0-1 0 0,0 0 1 0 0,0 0 0 0 0,0 1-1 0 0,-1-1 1 0 0,1 1 0 0 0,-4-3-1 0 0,4 4-113 0 0,1 0 0 0 0,-1 1 0 0 0,0-1 0 0 0,1 1-1 0 0,-1-1 1 0 0,0 1 0 0 0,1 0 0 0 0,-1-1 0 0 0,0 1 0 0 0,1 0-1 0 0,-1 0 1 0 0,0 0 0 0 0,1 0 0 0 0,-1 1 0 0 0,0-1 0 0 0,1 0-1 0 0,-1 1 1 0 0,0-1 0 0 0,1 1 0 0 0,-1 0 0 0 0,1-1 0 0 0,-1 1 0 0 0,1 0-1 0 0,-1 0 1 0 0,1 0 0 0 0,0 0 0 0 0,-1 0 0 0 0,1 0 0 0 0,0 0-1 0 0,0 1 1 0 0,-2 1 0 0 0,-4 4 52 0 0,1 1 0 0 0,-1 0 0 0 0,-7 14 0 0 0,3-3 2 0 0,0 0 0 0 0,2 1 0 0 0,-8 22-1 0 0,13-33-36 0 0,2 0 0 0 0,-1 1-1 0 0,1-1 1 0 0,1 1-1 0 0,0-1 1 0 0,0 1 0 0 0,1 0-1 0 0,0-1 1 0 0,2 16-1 0 0,-1-21-27 0 0,0 0 0 0 0,0 0 0 0 0,1 0 0 0 0,-1 0 0 0 0,1 0 0 0 0,0 0 0 0 0,0 0 0 0 0,1 0 0 0 0,-1 0 0 0 0,1-1 0 0 0,0 0 0 0 0,-1 1 0 0 0,1-1 0 0 0,1 0 0 0 0,-1 0 0 0 0,0-1 0 0 0,1 1 0 0 0,0-1 0 0 0,-1 1 0 0 0,1-1 0 0 0,0 0 0 0 0,0-1 0 0 0,0 1 0 0 0,0-1 0 0 0,1 0 0 0 0,-1 0 0 0 0,6 1 0 0 0,-5-1-10 0 0,1-1-1 0 0,-1 1 1 0 0,0-1-1 0 0,1-1 1 0 0,-1 1-1 0 0,0-1 1 0 0,1 0-1 0 0,-1 0 1 0 0,0 0-1 0 0,0-1 1 0 0,0 1-1 0 0,0-1 1 0 0,0-1-1 0 0,0 1 1 0 0,-1-1-1 0 0,1 1 1 0 0,-1-2-1 0 0,1 1 1 0 0,-1 0-1 0 0,0-1 1 0 0,-1 0-1 0 0,5-4 1 0 0,4-10-58 0 0,-1-1-1 0 0,-1 0 1 0 0,-1-1 0 0 0,0 0 0 0 0,-2 0 0 0 0,10-41 0 0 0,-4 17 60 0 0,-7 22 14 0 0,-6 22-19 0 0,0 0-1 0 0,0 0 1 0 0,0 0 0 0 0,0-1-1 0 0,0 1 1 0 0,0 0 0 0 0,0 0-1 0 0,0 0 1 0 0,0 0 0 0 0,0 0 0 0 0,0-1-1 0 0,0 1 1 0 0,0 0 0 0 0,0 0-1 0 0,0 0 1 0 0,0 0 0 0 0,0-1 0 0 0,0 1-1 0 0,0 0 1 0 0,0 0 0 0 0,1 0-1 0 0,-1 0 1 0 0,0 0 0 0 0,0 0 0 0 0,0-1-1 0 0,0 1 1 0 0,0 0 0 0 0,0 0-1 0 0,0 0 1 0 0,0 0 0 0 0,1 0 0 0 0,-1 0-1 0 0,0 0 1 0 0,0 0 0 0 0,0 0-1 0 0,0 0 1 0 0,0-1 0 0 0,1 1 0 0 0,-1 0-1 0 0,0 0 1 0 0,0 0 0 0 0,0 0-1 0 0,0 0 1 0 0,1 0 0 0 0,-1 0-1 0 0,0 0 1 0 0,0 0 0 0 0,0 0 0 0 0,0 0-1 0 0,0 0 1 0 0,1 0 0 0 0,-1 1-1 0 0,0-1 1 0 0,0 0 0 0 0,0 0 0 0 0,0 0-1 0 0,0 0 1 0 0,1 0 0 0 0,-1 0-1 0 0,0 0 1 0 0,0 0 0 0 0,0 0 0 0 0,0 1-1 0 0,0-1 1 0 0,0 0 0 0 0,0 0-1 0 0,1 0 1 0 0,-1 0 0 0 0,7 18 164 0 0,4 25 236 0 0,-5-6-133 0 0,14 69 104 0 0,-16-93-348 0 0,0 0 0 0 0,0 0 0 0 0,2 0 0 0 0,-1 0 0 0 0,12 18 0 0 0,-15-28-101 0 0,0-1 0 0 0,0 1 0 0 0,0 0 1 0 0,0 0-1 0 0,0-1 0 0 0,1 0 0 0 0,-1 1 0 0 0,1-1 1 0 0,0 0-1 0 0,-1 0 0 0 0,1 0 0 0 0,0 0 1 0 0,0-1-1 0 0,0 1 0 0 0,1-1 0 0 0,-1 0 0 0 0,0 0 1 0 0,0 0-1 0 0,1 0 0 0 0,-1-1 0 0 0,0 1 1 0 0,1-1-1 0 0,-1 0 0 0 0,1 0 0 0 0,-1 0 0 0 0,1 0 1 0 0,-1-1-1 0 0,5 0 0 0 0,-3-1-206 0 0,1-1 1 0 0,0 1-1 0 0,-1-1 0 0 0,0 1 1 0 0,1-2-1 0 0,-1 1 0 0 0,0-1 0 0 0,-1 1 1 0 0,1-1-1 0 0,-1 0 0 0 0,1-1 1 0 0,-1 1-1 0 0,0-1 0 0 0,-1 0 0 0 0,5-7 1 0 0,0-4 133 0 0,0 0 1 0 0,-1 0 0 0 0,-1-1-1 0 0,0 0 1 0 0,-1 0 0 0 0,4-25-1 0 0,-4 4 2507 0 0,1-74 1316 0 0,-6 128-2867 0 0,-1 34-26 0 0,2 0 1 0 0,2 1-1 0 0,3-1 1 0 0,12 52-1 0 0,-18-100-874 0 0,1-1-1 0 0,-1 1 0 0 0,1 0 0 0 0,-1 0 1 0 0,1-1-1 0 0,0 1 0 0 0,-1-1 0 0 0,1 1 1 0 0,0-1-1 0 0,0 1 0 0 0,0-1 1 0 0,0 1-1 0 0,1-1 0 0 0,-1 0 0 0 0,0 0 1 0 0,1 0-1 0 0,-1 1 0 0 0,0-1 1 0 0,1 0-1 0 0,-1-1 0 0 0,1 1 0 0 0,0 0 1 0 0,-1 0-1 0 0,1-1 0 0 0,0 1 1 0 0,-1-1-1 0 0,1 1 0 0 0,0-1 0 0 0,1 0 1 0 0,-2 0-169 0 0,0 1 1 0 0,0-1 0 0 0,-1 0 0 0 0,1 0-1 0 0,0-1 1 0 0,-1 1 0 0 0,1 0 0 0 0,0 0-1 0 0,-1 0 1 0 0,1 0 0 0 0,0 0-1 0 0,-1-1 1 0 0,1 1 0 0 0,0 0 0 0 0,-1-1-1 0 0,3-1-517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6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58 564 0 0,'-12'-11'2008'0'0,"0"1"-516"0"0,3 3-304 0 0,0-1-271 0 0,1 2-189 0 0,1 0 316 0 0,-5-1-112 0 0,-4 5-836 0 0,11 7-1076 0 0,2 7-2417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7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0 804 0 0,'9'45'6768'0'0,"2"-1"-4194"0"0,-3-19-1862 0 0,7 50 1 0 0,-13 37 904 0 0,-3-69 944 0 0,15-61-2247 0 0,3-18-306 0 0,2 1 0 0 0,0 1 0 0 0,37-47 1 0 0,-46 68-20 0 0,1 0 0 0 0,0 1 0 0 0,1 1 0 0 0,0 0 0 0 0,1 0 1 0 0,0 1-1 0 0,0 1 0 0 0,1 0 0 0 0,0 1 0 0 0,1 0 0 0 0,18-6 0 0 0,-28 13 19 0 0,0-1-1 0 0,1 1 0 0 0,-1-1 0 0 0,1 1 0 0 0,-1 1 0 0 0,1-1 0 0 0,-1 1 0 0 0,1 0 0 0 0,-1 0 0 0 0,1 1 0 0 0,0 0 0 0 0,-1 0 0 0 0,0 0 0 0 0,1 1 0 0 0,-1-1 0 0 0,0 1 0 0 0,0 0 1 0 0,1 1-1 0 0,-2-1 0 0 0,1 1 0 0 0,0 0 0 0 0,-1 0 0 0 0,6 5 0 0 0,-4-2 4 0 0,-1 0 1 0 0,0 0-1 0 0,0 0 1 0 0,-1 1-1 0 0,1-1 1 0 0,-1 1-1 0 0,-1 0 1 0 0,1 1-1 0 0,-1-1 0 0 0,-1 0 1 0 0,1 1-1 0 0,-1 0 1 0 0,0 0-1 0 0,-1-1 1 0 0,1 15-1 0 0,-3 31-91 0 0,0 6-5758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18 1244 0 0,'1'-1'588'0'0,"-1"0"-392"0"0,0 1 0 0 0,1-1 1 0 0,-1 1-1 0 0,0-1 0 0 0,0 1 0 0 0,0-1 0 0 0,0 1 0 0 0,1-1 0 0 0,-1 1 0 0 0,0-1 0 0 0,0 1 0 0 0,0-1 0 0 0,0 1 0 0 0,0-1 0 0 0,0 1 1 0 0,0-1-1 0 0,0 1 0 0 0,-1-1 0 0 0,1 1 0 0 0,0-1 0 0 0,0 1 0 0 0,-2-4 1373 0 0,1 3-1373 0 0,0 1-31 0 0,0 0 0 0 0,-1-1 0 0 0,1 1 0 0 0,0 0 1 0 0,0 0-1 0 0,-1 0 0 0 0,1 1 0 0 0,0-1 0 0 0,0 0 1 0 0,0 0-1 0 0,0 0 0 0 0,-1 1 0 0 0,-1 0 0 0 0,-43 23 624 0 0,42-22-347 0 0,-2 2-284 0 0,-112 70 1698 0 0,104-64-1715 0 0,1 1-1 0 0,0 0 1 0 0,1 0 0 0 0,0 1-1 0 0,1 1 1 0 0,-12 17 0 0 0,22-28-125 0 0,0-1 0 0 0,0 1 0 0 0,0-1 0 0 0,0 1 0 0 0,0-1 0 0 0,0 1 1 0 0,1-1-1 0 0,-1 1 0 0 0,1 0 0 0 0,-1 0 0 0 0,1-1 0 0 0,-1 1 0 0 0,1 0 1 0 0,0 0-1 0 0,0-1 0 0 0,0 1 0 0 0,0 0 0 0 0,0 0 0 0 0,0 0 0 0 0,1-1 0 0 0,-1 1 1 0 0,1 0-1 0 0,0 2 0 0 0,1-2-5 0 0,-1 0 1 0 0,1 0-1 0 0,0 0 1 0 0,-1 0-1 0 0,1-1 1 0 0,0 1-1 0 0,0-1 0 0 0,0 1 1 0 0,1-1-1 0 0,-1 1 1 0 0,0-1-1 0 0,0 0 1 0 0,1 0-1 0 0,3 1 1 0 0,9 2 8 0 0,1-1 1 0 0,0 0-1 0 0,0-1 1 0 0,16 0-1 0 0,-29-2-12 0 0,50 1 29 0 0,-18-1-34 0 0,35 5 0 0 0,-61-4 46 0 0,1 1 1 0 0,-1 0-1 0 0,0 1 0 0 0,0-1 0 0 0,0 2 0 0 0,-1-1 0 0 0,1 1 0 0 0,13 9 0 0 0,-20-12 58 0 0,0 1-1 0 0,1-1 1 0 0,-1 1-1 0 0,0 0 1 0 0,-1-1-1 0 0,1 1 1 0 0,0 0-1 0 0,0 0 1 0 0,-1 0-1 0 0,1 1 1 0 0,-1-1-1 0 0,0 0 1 0 0,0 1-1 0 0,0-1 1 0 0,0 0-1 0 0,0 1 1 0 0,0-1-1 0 0,-1 1 1 0 0,1 3-1 0 0,-1-3 19 0 0,0 0 0 0 0,0 0 0 0 0,-1 1 0 0 0,1-1 0 0 0,-1 0-1 0 0,0 0 1 0 0,0 1 0 0 0,0-1 0 0 0,0 0 0 0 0,-1 0 0 0 0,1 0 0 0 0,-1-1 0 0 0,-2 5 0 0 0,-3 1 27 0 0,0 0 1 0 0,-1 0 0 0 0,0 0 0 0 0,0-1 0 0 0,0 0 0 0 0,-1 0 0 0 0,0-1-1 0 0,-11 5 1 0 0,-7 2-48 0 0,1-1 0 0 0,-2-2-1 0 0,0-1 1 0 0,-49 10 0 0 0,57-16-1193 0 0,-41 2 0 0 0,56-5 416 0 0,0-1-1 0 0,0 1 1 0 0,1-1-1 0 0,-1 1 0 0 0,-8-4 1 0 0,-9-8-5732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17 244 0 0,'-1'-17'10966'0'0,"7"24"-9799"0"0,6 18-613 0 0,-4 4 396 0 0,-1 0 1 0 0,-2 1 0 0 0,4 58-1 0 0,-12 92 252 0 0,2 6-931 0 0,1-177-591 0 0,2 1 0 0 0,-1 0 0 0 0,5 14 0 0 0,7 7-5784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09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48 299 1776 0 0,'-46'-40'8309'0'0,"44"39"-7817"0"0,3-1-408 0 0,-1 0 0 0 0,0 1 0 0 0,1-1 0 0 0,0 1-1 0 0,-1-1 1 0 0,1 1 0 0 0,0-1 0 0 0,0 1 0 0 0,-1-1 0 0 0,1 1 0 0 0,0 0 0 0 0,1-1 0 0 0,-1 1 0 0 0,0 0-1 0 0,0 0 1 0 0,0 0 0 0 0,1 0 0 0 0,-1 0 0 0 0,1 0 0 0 0,-1 0 0 0 0,1 1 0 0 0,1-2 0 0 0,44-17 200 0 0,-27 13-115 0 0,74-27 187 0 0,-52 19-287 0 0,58-26 1 0 0,-88 33-59 0 0,1 0 0 0 0,-1 0 0 0 0,-1-1 0 0 0,1 0 0 0 0,-2-1 0 0 0,1-1-1 0 0,-1 1 1 0 0,15-20 0 0 0,-23 26-15 0 0,-1 1 1 0 0,1 0-1 0 0,0 0 0 0 0,0 0 0 0 0,0 0 0 0 0,0 0 1 0 0,0 0-1 0 0,4-2 0 0 0,-6 4 2 0 0,0 0 1 0 0,1 0-1 0 0,-1-1 0 0 0,0 1 1 0 0,0 0-1 0 0,0 0 0 0 0,1 0 1 0 0,-1 0-1 0 0,0 0 0 0 0,0 1 1 0 0,1-1-1 0 0,-1 0 0 0 0,0 0 0 0 0,0 0 1 0 0,0 0-1 0 0,1 0 0 0 0,-1 0 1 0 0,0 0-1 0 0,0 0 0 0 0,0 0 1 0 0,1 1-1 0 0,-1-1 0 0 0,0 0 1 0 0,0 0-1 0 0,0 0 0 0 0,0 0 1 0 0,1 0-1 0 0,-1 1 0 0 0,0-1 1 0 0,0 0-1 0 0,0 0 0 0 0,0 0 0 0 0,0 1 1 0 0,0-1-1 0 0,4 17 27 0 0,-2 89 1220 0 0,-12 107 1 0 0,4-109-754 0 0,3-60-198 0 0,-11 166 1748 0 0,14-207-1061 0 0,6-23-617 0 0,1-10-363 0 0,1 1 0 0 0,1-1 0 0 0,2 1 1 0 0,18-36-1 0 0,-23 53-26 0 0,1 0 1 0 0,0 1 0 0 0,0 0-1 0 0,1 1 1 0 0,1 0-1 0 0,-1 0 1 0 0,2 1-1 0 0,-1 0 1 0 0,1 0-1 0 0,1 1 1 0 0,0 0 0 0 0,20-10-1 0 0,-28 16 30 0 0,0 1 1 0 0,1-1-1 0 0,-1 1 0 0 0,0 0 0 0 0,1 0 0 0 0,-1 0 1 0 0,1 1-1 0 0,0-1 0 0 0,-1 1 0 0 0,1 0 1 0 0,0 0-1 0 0,-1 0 0 0 0,1 0 0 0 0,-1 1 0 0 0,1-1 1 0 0,0 1-1 0 0,-1 0 0 0 0,1 0 0 0 0,-1 0 1 0 0,0 1-1 0 0,1-1 0 0 0,-1 1 0 0 0,0 0 0 0 0,0-1 1 0 0,0 2-1 0 0,5 3 0 0 0,-3 0 12 0 0,0-1 0 0 0,-1 0 0 0 0,0 1 0 0 0,0 0 0 0 0,0 0 1 0 0,-1 0-1 0 0,0 1 0 0 0,0-1 0 0 0,0 1 0 0 0,-1-1 0 0 0,0 1 0 0 0,-1 0 0 0 0,2 7 0 0 0,19 154-17 0 0,-22-165 2 0 0,1 0 0 0 0,-1 0-1 0 0,1 0 1 0 0,0-1 0 0 0,0 1-1 0 0,0 0 1 0 0,0-1 0 0 0,0 1-1 0 0,0-1 1 0 0,1 1 0 0 0,0-1-1 0 0,-1 0 1 0 0,1 0 0 0 0,0 1-1 0 0,0-1 1 0 0,0 0 0 0 0,0-1-1 0 0,0 1 1 0 0,1 0 0 0 0,1 1 0 0 0,1-1 4 0 0,-1 0 0 0 0,1-1 0 0 0,-1 1 0 0 0,1-1 0 0 0,0 0 0 0 0,0 0 0 0 0,-1-1 0 0 0,1 1 0 0 0,0-1 0 0 0,9-1 0 0 0,3-1 9 0 0,-1-1 1 0 0,0-1-1 0 0,0 0 0 0 0,0-1 1 0 0,28-14-1 0 0,-22 8-51 0 0,-1-2 0 0 0,0 0 0 0 0,0-2 0 0 0,-2 0 0 0 0,0-1 0 0 0,-1-1 0 0 0,0 0-1 0 0,-1-2 1 0 0,-1 0 0 0 0,-1-1 0 0 0,-1 0 0 0 0,-1-1 0 0 0,14-28 0 0 0,-26 45 17 0 0,1 1 1 0 0,0-1-1 0 0,-1 1 1 0 0,0-1-1 0 0,0 0 1 0 0,0 1-1 0 0,0-1 1 0 0,-1 0-1 0 0,1 0 1 0 0,-1 0-1 0 0,0 1 1 0 0,0-1-1 0 0,0 0 1 0 0,-2-4-1 0 0,2 7 22 0 0,-1 0-1 0 0,1 0 0 0 0,-1 0 0 0 0,0 0 1 0 0,1 0-1 0 0,-1 0 0 0 0,0 1 0 0 0,0-1 1 0 0,0 0-1 0 0,0 0 0 0 0,0 1 0 0 0,0-1 1 0 0,0 1-1 0 0,0-1 0 0 0,0 0 0 0 0,0 1 0 0 0,0 0 1 0 0,0-1-1 0 0,0 1 0 0 0,0 0 0 0 0,0 0 1 0 0,0-1-1 0 0,-1 1 0 0 0,1 0 0 0 0,0 0 1 0 0,0 0-1 0 0,0 0 0 0 0,0 0 0 0 0,-1 1 1 0 0,0-1-1 0 0,-7 3 15 0 0,1 0 1 0 0,0 1-1 0 0,1 0 0 0 0,-1 0 1 0 0,1 1-1 0 0,0-1 0 0 0,0 2 1 0 0,0-1-1 0 0,0 1 1 0 0,1 0-1 0 0,0 0 0 0 0,0 1 1 0 0,1 0-1 0 0,-5 8 0 0 0,2-4-4 0 0,0 1-1 0 0,1 1 1 0 0,1-1-1 0 0,0 1 1 0 0,1 0-1 0 0,0 0 1 0 0,1 1-1 0 0,-3 17 1 0 0,6-26-6 0 0,0 0 1 0 0,1-1-1 0 0,0 1 1 0 0,0 0 0 0 0,0-1-1 0 0,1 1 1 0 0,-1-1 0 0 0,1 1-1 0 0,0 0 1 0 0,0-1 0 0 0,1 0-1 0 0,-1 1 1 0 0,1-1 0 0 0,0 0-1 0 0,0 0 1 0 0,4 5 0 0 0,-2-4 12 0 0,0-1 1 0 0,0 1-1 0 0,1-1 0 0 0,-1 0 1 0 0,1 0-1 0 0,0-1 1 0 0,0 1-1 0 0,1-1 1 0 0,-1 0-1 0 0,11 4 1 0 0,4-1-280 0 0,1-1 1 0 0,-1 0 0 0 0,1-2-1 0 0,-1 0 1 0 0,1-1-1 0 0,23-2 1 0 0,-15 0-1866 0 0,53-10 0 0 0,-9-5-3461 0 0,-15 0-795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1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162 238 1068 0 0,'0'-2'1604'0'0,"-3"-64"6692"0"0,-11 72-7896 0 0,9-3-290 0 0,0 1-1 0 0,0-1 0 0 0,0 1 0 0 0,1 0 0 0 0,-1 1 1 0 0,1-1-1 0 0,0 1 0 0 0,-3 5 0 0 0,-25 43 629 0 0,26-43-576 0 0,-5 11 29 0 0,1-1 0 0 0,0 1 0 0 0,2 0 0 0 0,-7 26 0 0 0,13-37-110 0 0,0 1-1 0 0,0-1 1 0 0,0 0 0 0 0,2 1-1 0 0,-1-1 1 0 0,1 1-1 0 0,1-1 1 0 0,0 1 0 0 0,0-1-1 0 0,1 1 1 0 0,4 12-1 0 0,-5-20-69 0 0,0 0-1 0 0,1 1 0 0 0,-1-2 0 0 0,1 1 0 0 0,0 0 0 0 0,0 0 0 0 0,-1 0 0 0 0,2-1 0 0 0,-1 1 0 0 0,0-1 1 0 0,1 0-1 0 0,-1 1 0 0 0,1-1 0 0 0,-1 0 0 0 0,1 0 0 0 0,0-1 0 0 0,5 3 0 0 0,-3-2 17 0 0,0-1 0 0 0,0 1 0 0 0,0-1 0 0 0,0 0 0 0 0,1-1 0 0 0,-1 1 0 0 0,0-1 0 0 0,0 0 0 0 0,1 0 0 0 0,6-2-1 0 0,-1 0 14 0 0,0 0 0 0 0,0-1 0 0 0,0-1 0 0 0,-1 0-1 0 0,1 0 1 0 0,-1-1 0 0 0,0 0 0 0 0,0-1 0 0 0,16-12-1 0 0,-15 8-43 0 0,-1-1 0 0 0,0 0 0 0 0,-1 0 0 0 0,-1-1 0 0 0,1 0 0 0 0,-2 0 0 0 0,0-1 0 0 0,0 0 0 0 0,-1 0 0 0 0,-1-1 0 0 0,0 1 0 0 0,-1-1 0 0 0,0-1 0 0 0,2-21 0 0 0,-4 19-1 0 0,0 0 1 0 0,-2 0 0 0 0,0-1-1 0 0,-1 1 1 0 0,0 0-1 0 0,-2 0 1 0 0,0 0 0 0 0,-1 0-1 0 0,-1 0 1 0 0,0 1 0 0 0,-14-31-1 0 0,14 40 0 0 0,1-1 1 0 0,-1 1-1 0 0,0 0 0 0 0,-1 0 1 0 0,0 1-1 0 0,0 0 0 0 0,0 0 0 0 0,-1 0 1 0 0,0 1-1 0 0,0 0 0 0 0,0 0 1 0 0,0 1-1 0 0,-1 0 0 0 0,0 0 1 0 0,0 0-1 0 0,0 1 0 0 0,0 1 0 0 0,-1-1 1 0 0,1 1-1 0 0,-1 1 0 0 0,1 0 1 0 0,-1 0-1 0 0,0 0 0 0 0,1 1 1 0 0,-1 1-1 0 0,0-1 0 0 0,1 1 0 0 0,-1 1 1 0 0,1-1-1 0 0,-1 2 0 0 0,1-1 1 0 0,0 1-1 0 0,0 0 0 0 0,0 1 0 0 0,-15 9 1 0 0,22-12 1 0 0,-1-1 1 0 0,1 1 0 0 0,-1 0-1 0 0,1 1 1 0 0,-1-1-1 0 0,1 0 1 0 0,0 0-1 0 0,0 1 1 0 0,0-1 0 0 0,-1 0-1 0 0,1 1 1 0 0,1-1-1 0 0,-1 1 1 0 0,0 0 0 0 0,0-1-1 0 0,0 1 1 0 0,0 2-1 0 0,1-2 3 0 0,0-1-1 0 0,0 0 1 0 0,0 0-1 0 0,0 0 0 0 0,1 1 1 0 0,-1-1-1 0 0,0 0 1 0 0,1 0-1 0 0,-1 0 1 0 0,1 0-1 0 0,-1 0 0 0 0,1 1 1 0 0,-1-1-1 0 0,1 0 1 0 0,0 0-1 0 0,-1 0 1 0 0,1-1-1 0 0,0 1 0 0 0,1 1 1 0 0,2 2-1 0 0,1-1 0 0 0,-1 0-1 0 0,0-1 1 0 0,1 1 0 0 0,0-1 0 0 0,0 0 0 0 0,-1 0 0 0 0,1 0 0 0 0,0-1 0 0 0,8 2-1 0 0,7 0-3 0 0,1-2-1 0 0,-1 0 0 0 0,0-1 0 0 0,31-4 1 0 0,77-21 103 0 0,-38 7 65 0 0,-81 16-177 0 0,-1 1 0 0 0,1 0 1 0 0,0 1-1 0 0,-1 0 0 0 0,1 0 0 0 0,8 2 0 0 0,-12-1 1 0 0,0 0 0 0 0,-1 0 0 0 0,1 1 0 0 0,-1-1 0 0 0,1 1 0 0 0,-1 0 0 0 0,0 1 0 0 0,0-1 0 0 0,0 1 0 0 0,0-1 0 0 0,0 1-1 0 0,4 5 1 0 0,4 4 28 0 0,-2 0-1 0 0,1 1 0 0 0,-1 0 0 0 0,-1 1 0 0 0,-1 0 0 0 0,11 22 1 0 0,-15-26 73 0 0,0 1 1 0 0,0-1-1 0 0,-1 1 1 0 0,0 0-1 0 0,-1 0 1 0 0,-1 0 0 0 0,1 1-1 0 0,-2-1 1 0 0,0 0-1 0 0,-1 17 1 0 0,0-23 100 0 0,1 1-1 0 0,-1 0 1 0 0,-1-1 0 0 0,1 1 0 0 0,-1-1-1 0 0,0 1 1 0 0,0-1 0 0 0,-1 0 0 0 0,1 0-1 0 0,-1 0 1 0 0,0 0 0 0 0,0 0 0 0 0,-1-1-1 0 0,0 0 1 0 0,0 1 0 0 0,0-1 0 0 0,-6 5 0 0 0,8-9-162 0 0,1 1 0 0 0,0-1 0 0 0,0 1 0 0 0,-1-1 0 0 0,1 1 1 0 0,0-1-1 0 0,-1 0 0 0 0,1 0 0 0 0,0 0 0 0 0,-1 0 0 0 0,1 0 1 0 0,0 0-1 0 0,0 0 0 0 0,-1 0 0 0 0,1 0 0 0 0,0-1 0 0 0,-1 1 1 0 0,1-1-1 0 0,0 1 0 0 0,0-1 0 0 0,-1 1 0 0 0,1-1 0 0 0,0 0 1 0 0,0 1-1 0 0,0-1 0 0 0,0 0 0 0 0,-1-1 0 0 0,0 1-37 0 0,1-1 1 0 0,-1 1-1 0 0,1-1 0 0 0,0 1 1 0 0,-1-1-1 0 0,1 0 0 0 0,0 1 1 0 0,0-1-1 0 0,0 0 0 0 0,0 0 1 0 0,1 0-1 0 0,-1 0 0 0 0,0 0 0 0 0,1 0 1 0 0,0 0-1 0 0,-1 0 0 0 0,1 0 1 0 0,0 0-1 0 0,0-2 0 0 0,1-3-10 0 0,1 0 1 0 0,0 1-1 0 0,0-1 0 0 0,0 0 0 0 0,1 1 1 0 0,0-1-1 0 0,0 1 0 0 0,1 0 0 0 0,-1 0 0 0 0,1 1 1 0 0,1-1-1 0 0,-1 1 0 0 0,1-1 0 0 0,0 1 0 0 0,0 1 1 0 0,1-1-1 0 0,-1 1 0 0 0,9-5 0 0 0,15-9-266 0 0,0 2-1 0 0,50-21 0 0 0,-51 24-7 0 0,41-14-494 0 0,-44 18 467 0 0,0-1 0 0 0,-1-2 0 0 0,0 0 0 0 0,26-17 0 0 0,-47 26 304 0 0,0 1 1 0 0,1 0 0 0 0,-1-1-1 0 0,0 1 1 0 0,0-1 0 0 0,0 0-1 0 0,-1 0 1 0 0,1 0 0 0 0,-1-1-1 0 0,1 1 1 0 0,-1 0 0 0 0,0-1-1 0 0,0 0 1 0 0,-1 1 0 0 0,1-1-1 0 0,-1 0 1 0 0,0 0-1 0 0,0 0 1 0 0,0 0 0 0 0,0 0-1 0 0,-1-4 1 0 0,0 6-14 0 0,0-1 20 0 0,0 3 10 0 0,1 0-1 0 0,-1 0 0 0 0,0-1 0 0 0,0 1 1 0 0,0 0-1 0 0,0 0 0 0 0,0-1 0 0 0,0 1 1 0 0,0 0-1 0 0,0 0 0 0 0,0-1 0 0 0,0 1 1 0 0,0 0-1 0 0,0 0 0 0 0,0-1 0 0 0,0 1 1 0 0,0 0-1 0 0,0 0 0 0 0,-1-1 0 0 0,1 1 1 0 0,0 0-1 0 0,0 0 0 0 0,0 0 0 0 0,0-1 0 0 0,0 1 1 0 0,0 0-1 0 0,-1 0 0 0 0,1 0 0 0 0,0 0 1 0 0,0-1-1 0 0,-1 1 0 0 0,-1 2-2 0 0,0-1 1 0 0,0 1-1 0 0,-1 0 0 0 0,1 0 1 0 0,0 0-1 0 0,0 0 0 0 0,1 0 0 0 0,-1 1 1 0 0,0-1-1 0 0,1 0 0 0 0,-1 1 0 0 0,1-1 1 0 0,0 1-1 0 0,0 0 0 0 0,0-1 0 0 0,0 1 1 0 0,-1 4-1 0 0,-11 52-11 0 0,10-42 83 0 0,1 0 0 0 0,1 1-1 0 0,0-1 1 0 0,1 0 0 0 0,1 0 0 0 0,6 33 0 0 0,-6-45-109 0 0,0 0 0 0 0,0 0 0 0 0,1 0 0 0 0,-1-1 0 0 0,1 1 0 0 0,0-1 0 0 0,1 1 0 0 0,-1-1 0 0 0,1 0 0 0 0,0 0 0 0 0,0 0 0 0 0,0 0 0 0 0,0 0 0 0 0,1-1-1 0 0,0 1 1 0 0,-1-1 0 0 0,1 0 0 0 0,0 0 0 0 0,1-1 0 0 0,-1 1 0 0 0,0-1 0 0 0,1 0 0 0 0,-1 0 0 0 0,1 0 0 0 0,0-1 0 0 0,0 1 0 0 0,8 0 0 0 0,-8-1-512 0 0,0-1-1 0 0,0 0 1 0 0,0 0-1 0 0,0-1 1 0 0,0 1-1 0 0,8-3 1 0 0,5-3-3710 0 0,-5-2-859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10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69 392 0 0,'-10'-12'1856'0'0,"2"0"-460"0"0,2 2-264 0 0,0 1-275 0 0,-1 3-185 0 0,2-1-128 0 0,-1 0 228 0 0,-4 2-124 0 0,-2 8-552 0 0,7 7-800 0 0,5 8-1160 0 0,0-8 35 0 0,3 0 265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11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85 1772 0 0,'0'0'4'0'0,"-3"-9"1421"0"0,0 1 0 0 0,-1 0 0 0 0,-1 0 0 0 0,-7-12 0 0 0,10 18-1302 0 0,0 0-1 0 0,0 0 0 0 0,0 0 1 0 0,0 0-1 0 0,0 0 0 0 0,0 1 0 0 0,0-1 1 0 0,-1 0-1 0 0,1 1 0 0 0,0 0 1 0 0,-1-1-1 0 0,0 1 0 0 0,1 0 0 0 0,-1 1 1 0 0,1-1-1 0 0,-1 0 0 0 0,0 1 1 0 0,0-1-1 0 0,0 1 0 0 0,1 0 0 0 0,-4 0 1 0 0,-7 1-35 0 0,1 1 1 0 0,0 1-1 0 0,0 0 1 0 0,0 0-1 0 0,1 1 1 0 0,-1 1-1 0 0,1 0 1 0 0,0 1-1 0 0,0 0 1 0 0,0 0-1 0 0,-13 12 1 0 0,15-11-54 0 0,1 0 0 0 0,0 0 1 0 0,1 1-1 0 0,-1 0 1 0 0,2 0-1 0 0,-1 0 0 0 0,1 1 1 0 0,0 0-1 0 0,1 1 0 0 0,0-1 1 0 0,1 1-1 0 0,0 0 0 0 0,-6 21 1 0 0,10-28-14 0 0,-1 0 0 0 0,1 0 1 0 0,-1 0-1 0 0,1 1 1 0 0,0-1-1 0 0,0 0 1 0 0,0 0-1 0 0,1 1 1 0 0,-1-1-1 0 0,1 0 0 0 0,0 0 1 0 0,0 0-1 0 0,0 0 1 0 0,0 0-1 0 0,0 0 1 0 0,1 0-1 0 0,3 5 1 0 0,-2-4-5 0 0,0-1 0 0 0,0 0 0 0 0,1 0 0 0 0,-1 0 1 0 0,1 0-1 0 0,-1-1 0 0 0,1 1 0 0 0,0-1 0 0 0,0 0 1 0 0,0 0-1 0 0,8 2 0 0 0,-3-1-1 0 0,1-1-1 0 0,-1 0 1 0 0,1-1-1 0 0,0 0 1 0 0,0 0 0 0 0,0-1-1 0 0,0 0 1 0 0,-1-1-1 0 0,1 0 1 0 0,0 0-1 0 0,11-4 1 0 0,-8 0-12 0 0,-1 0 0 0 0,0-1-1 0 0,0-1 1 0 0,0 0 0 0 0,0-1 0 0 0,-1 0 0 0 0,-1 0 0 0 0,12-12 0 0 0,73-86 878 0 0,-67 74 35 0 0,-28 31-913 0 0,0 1 1 0 0,0-1 0 0 0,0 1-1 0 0,1 0 1 0 0,-1-1 0 0 0,0 1-1 0 0,0 0 1 0 0,1-1 0 0 0,-1 1-1 0 0,0 0 1 0 0,1-1 0 0 0,-1 1-1 0 0,0 0 1 0 0,1 0 0 0 0,-1 0-1 0 0,0-1 1 0 0,1 1-1 0 0,-1 0 1 0 0,1 0 0 0 0,-1 0-1 0 0,0 0 1 0 0,1-1 0 0 0,-1 1-1 0 0,1 0 1 0 0,-1 0 0 0 0,1 0-1 0 0,-1 0 1 0 0,0 0 0 0 0,1 0-1 0 0,-1 0 1 0 0,1 0 0 0 0,-1 1-1 0 0,1-1 1 0 0,5 14 203 0 0,-6 19 296 0 0,-23 124 3533 0 0,-46 158 1 0 0,36-174-2601 0 0,-57 186 288 0 0,87-317-1673 0 0,0 0-1 0 0,-2 0 1 0 0,1-1-1 0 0,-1 0 1 0 0,0 0 0 0 0,-7 9-1 0 0,9-15-34 0 0,0 0 1 0 0,1 0-1 0 0,-1 0 0 0 0,0-1 1 0 0,0 1-1 0 0,-1-1 0 0 0,1 0 0 0 0,0 0 1 0 0,-1 0-1 0 0,1 0 0 0 0,-1-1 0 0 0,0 0 1 0 0,0 1-1 0 0,1-1 0 0 0,-1-1 1 0 0,0 1-1 0 0,0 0 0 0 0,0-1 0 0 0,0 0 1 0 0,-6 0-1 0 0,-1-1 6 0 0,-1-1 0 0 0,1-1 0 0 0,0 1 1 0 0,1-2-1 0 0,-1 1 0 0 0,1-2 0 0 0,-1 1 0 0 0,1-1 1 0 0,0-1-1 0 0,1 0 0 0 0,-1 0 0 0 0,1-1 0 0 0,1 0 0 0 0,-1-1 1 0 0,-8-9-1 0 0,12 12-18 0 0,0-1 0 0 0,0 0 0 0 0,1 0 0 0 0,0-1 0 0 0,0 1 0 0 0,0-1 0 0 0,1 1 0 0 0,0-1-1 0 0,0-1 1 0 0,0 1 0 0 0,1 0 0 0 0,0 0 0 0 0,1-1 0 0 0,0 1 0 0 0,0-1 0 0 0,0 0 0 0 0,1 1 0 0 0,0-1 0 0 0,1 1 0 0 0,0-1 0 0 0,0 1 0 0 0,0-1 0 0 0,1 1 0 0 0,3-9 0 0 0,4-4-82 0 0,1 0 0 0 0,1 0 0 0 0,1 1 0 0 0,1 1 1 0 0,0 0-1 0 0,1 0 0 0 0,18-15 0 0 0,12-9-560 0 0,66-48 0 0 0,218-126-2349 0 0,-288 191 2665 0 0,-19 13 107 0 0,0-2 0 0 0,-2 0 0 0 0,1-1 0 0 0,-2-1 0 0 0,0-1 0 0 0,17-21 0 0 0,-30 31 179 0 0,1 0 1 0 0,-1 0-1 0 0,-1 0 1 0 0,1-1-1 0 0,-2 0 1 0 0,1 0-1 0 0,-1 0 1 0 0,0 0 0 0 0,0-1-1 0 0,-1 1 1 0 0,0-1-1 0 0,-1 0 1 0 0,0 1-1 0 0,0-1 1 0 0,-1 0-1 0 0,0 0 1 0 0,-1 0-1 0 0,0 1 1 0 0,0-1-1 0 0,-3-10 1 0 0,3 16 36 0 0,-2-10-102 0 0,-2-1-1 0 0,-6-15 0 0 0,10 28 99 0 0,2 0-1 0 0,-1 1 1 0 0,0 0-1 0 0,0 0 1 0 0,0 0 0 0 0,0 0-1 0 0,0-1 1 0 0,0 1-1 0 0,0 0 1 0 0,0 0-1 0 0,0 0 1 0 0,0 0 0 0 0,0-1-1 0 0,0 1 1 0 0,0 0-1 0 0,-1 0 1 0 0,1 0 0 0 0,0 0-1 0 0,0-1 1 0 0,0 1-1 0 0,0 0 1 0 0,0 0-1 0 0,0 0 1 0 0,0 0 0 0 0,0 0-1 0 0,0-1 1 0 0,-1 1-1 0 0,1 0 1 0 0,0 0-1 0 0,0 0 1 0 0,0 0 0 0 0,0 0-1 0 0,0 0 1 0 0,-1 0-1 0 0,1 0 1 0 0,0 0 0 0 0,0-1-1 0 0,0 1 1 0 0,0 0-1 0 0,-1 0 1 0 0,1 0-1 0 0,0 0 1 0 0,0 0 0 0 0,0 0-1 0 0,-1 0 1 0 0,-7 5-66 0 0,-6 9 31 0 0,7-3 28 0 0,1 1 0 0 0,0 1 0 0 0,1-1 0 0 0,1 1 0 0 0,0-1 0 0 0,0 1-1 0 0,-1 15 1 0 0,2-3 46 0 0,0-1-1 0 0,3 49 0 0 0,0-60 16 0 0,2-1-1 0 0,-1 1 1 0 0,6 19-1 0 0,-6-28-159 0 0,1 0 0 0 0,-1 0 0 0 0,1-1 0 0 0,-1 1 0 0 0,1-1 0 0 0,0 0 0 0 0,0 1 0 0 0,0-1 0 0 0,1 0 0 0 0,-1 0 0 0 0,1 0 0 0 0,0 0 0 0 0,0-1 0 0 0,0 1 0 0 0,6 3-1 0 0,-6-4-317 0 0,1 0-1 0 0,0 0 0 0 0,0-1 0 0 0,0 1 0 0 0,-1-1 0 0 0,1 0 0 0 0,0 0 0 0 0,1 0 0 0 0,-1-1 0 0 0,0 0 0 0 0,0 1 0 0 0,0-1 0 0 0,0-1 0 0 0,0 1 0 0 0,0-1 0 0 0,6-1 0 0 0,22-10-5029 0 0,-15 2 603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1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25 800 0 0,'1'-3'1382'0'0,"8"-18"4555"0"0,-9 23-5314 0 0,-5 22 645 0 0,-1 0 1 0 0,-1-1-1 0 0,-19 42 0 0 0,-6 20-39 0 0,2 19-305 0 0,27-91-864 0 0,-1 7 1988 0 0,8-20-1209 0 0,7-12-852 0 0,44-61 228 0 0,-28 36-142 0 0,1 1 0 0 0,37-36-1 0 0,-49 57-78 0 0,0 1 0 0 0,1 0-1 0 0,1 1 1 0 0,32-18 0 0 0,-48 30 2 0 0,0 0 0 0 0,0 1 0 0 0,0-1 0 0 0,0 0-1 0 0,0 1 1 0 0,0-1 0 0 0,0 1 0 0 0,0-1 0 0 0,0 1 0 0 0,0 0 0 0 0,0 0 0 0 0,0 0 0 0 0,1 0 0 0 0,-1 0 0 0 0,0 1 0 0 0,0-1 0 0 0,0 1 0 0 0,0-1 0 0 0,0 1 0 0 0,0 0 0 0 0,0-1 0 0 0,0 1 0 0 0,0 0-1 0 0,-1 0 1 0 0,1 1 0 0 0,0-1 0 0 0,-1 0 0 0 0,1 1 0 0 0,0-1 0 0 0,-1 1 0 0 0,0-1 0 0 0,3 3 0 0 0,-1 1-10 0 0,0-1 0 0 0,0 1 0 0 0,-1 0 0 0 0,0 0 0 0 0,1 0 0 0 0,-1 0 0 0 0,-1 1 0 0 0,1-1 0 0 0,-1 0 0 0 0,0 1 0 0 0,0 5 0 0 0,-1 14 190 0 0,-1 1 1 0 0,-1-1-1 0 0,-9 41 1 0 0,3-18 300 0 0,3-28-247 0 0,4-17-148 0 0,0 0 1 0 0,0 1-1 0 0,1-1 0 0 0,-1 0 0 0 0,1 0 0 0 0,0 0 0 0 0,0 1 1 0 0,0-1-1 0 0,0 0 0 0 0,0 0 0 0 0,2 5 0 0 0,-2-8-62 0 0,1 1-1 0 0,0 0 1 0 0,0 0-1 0 0,0-1 1 0 0,0 1-1 0 0,0 0 1 0 0,0-1-1 0 0,0 1 1 0 0,0-1-1 0 0,0 1 1 0 0,0-1-1 0 0,0 1 1 0 0,0-1-1 0 0,0 0 1 0 0,0 0-1 0 0,0 0 1 0 0,0 1-1 0 0,0-1 1 0 0,1 0-1 0 0,0 0 1 0 0,25-1 122 0 0,-8-2-158 0 0,0-1 0 0 0,-1-1 1 0 0,1 0-1 0 0,-1-2 0 0 0,-1 0 0 0 0,1-1 1 0 0,30-18-1 0 0,-33 16-874 0 0,-1 0-1 0 0,0-1 1 0 0,0 0 0 0 0,23-26 0 0 0,-33 32-81 0 0,-1 1 1 0 0,0-1 0 0 0,0 0 0 0 0,0 1-1 0 0,-1-1 1 0 0,1-1 0 0 0,-1 1 0 0 0,2-9-1 0 0,-1-5-5268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12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76 1248 0 0,'-124'-63'10434'0'0,"114"56"-9778"0"0,17 3-843 0 0,15 3-1318 0 0,9 6-3162 0 0,-15-2 1092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12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3420 0 0,'0'0'12519'0'0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42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1 256 0 0,'0'0'6489'0'0,"-5"8"-5515"0"0,18 155 2510 0 0,-6-93-3087 0 0,34 254 1331 0 0,-27-216-1549 0 0,59 291 413 0 0,-23-145 44 0 0,-9-50-194 0 0,-29-142-365 0 0,16 94 301 0 0,-27-154-425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0:44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255 223 328 0 0,'0'0'2310'0'0,"-17"-1"-991"0"0,-6-3-535 0 0,21 3-533 0 0,-1 1-25 0 0,-28-5 813 0 0,0-1 1 0 0,-39-13 0 0 0,68 18-918 0 0,-37-8 504 0 0,37 8-497 0 0,-12-1 174 0 0,-5 4-322 0 0,17-2 47 0 0,3 12-6 0 0,1-6-20 0 0,5 2 4 0 0,19 1 0 0 0,18-3-1 0 0,0-2-1 0 0,0-1 1 0 0,1-2 0 0 0,46-6-1 0 0,24 1 3 0 0,-64 2-2 0 0,-2-2-18 0 0,34-1 25 0 0,-66 4-4 0 0,27-3 15 0 0,169-23-47 0 0,-58 6 12 0 0,-65 10 48 0 0,157-14-91 0 0,-5-1 82 0 0,-3-6-52 0 0,16 1 98 0 0,-200 26-68 0 0,46-3-38 0 0,-88 7 34 0 0,-9 1-11 0 0,-2 0 16 0 0,23-2 8 0 0,-23 2-22 0 0,1 0 14 0 0,113 3 18 0 0,44 0-14 0 0,68-14-1462 0 0,-169 8-1269 0 0,-12 1-364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74 1532 0 0,'-1'-4'1133'0'0,"0"-1"0"0"0,0 0 1 0 0,0 0-1 0 0,1 0 0 0 0,0 0 0 0 0,0 0 0 0 0,0 0 0 0 0,0 0 0 0 0,1 0 0 0 0,0 0 1 0 0,0 1-1 0 0,0-11 3572 0 0,-11 23-3302 0 0,-18 21-922 0 0,9-9 103 0 0,-34 30 413 0 0,8-9-451 0 0,1 2-1 0 0,-62 80 0 0 0,102-118-532 0 0,0 1-1 0 0,1 0 1 0 0,-1 0-1 0 0,1 0 1 0 0,0 0-1 0 0,1 0 1 0 0,-1 1-1 0 0,1-1 1 0 0,-1 11-1 0 0,2-14-5 0 0,1 0-1 0 0,0-1 1 0 0,1 1-1 0 0,-1-1 1 0 0,0 1-1 0 0,1 0 0 0 0,0-1 1 0 0,-1 1-1 0 0,1-1 1 0 0,0 1-1 0 0,0-1 1 0 0,1 1-1 0 0,-1-1 1 0 0,0 0-1 0 0,1 0 1 0 0,-1 0-1 0 0,1 0 1 0 0,0 0-1 0 0,0 0 1 0 0,-1 0-1 0 0,1 0 0 0 0,1-1 1 0 0,-1 1-1 0 0,0-1 1 0 0,0 1-1 0 0,1-1 1 0 0,2 1-1 0 0,10 6 17 0 0,1-2-1 0 0,0 0 1 0 0,0-1-1 0 0,29 6 1 0 0,70 4-241 0 0,-96-13 82 0 0,10 1-678 0 0,-4-1-964 0 0,29 7 0 0 0,-44-7-1064 0 0,0 1 1 0 0,-1 0-1 0 0,13 7 1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2084 0 0,'-16'4'4242'0'0,"12"-3"-3436"0"0,1-1-1 0 0,-1 1 1 0 0,0 0 0 0 0,1 1-1 0 0,-1-1 1 0 0,1 1 0 0 0,-1-1 0 0 0,1 1-1 0 0,-1 0 1 0 0,-3 4 0 0 0,7-6-707 0 0,0 1 1 0 0,-1-1-1 0 0,1 1 0 0 0,0-1 1 0 0,0 1-1 0 0,-1-1 1 0 0,1 1-1 0 0,0-1 0 0 0,0 1 1 0 0,0 0-1 0 0,0-1 1 0 0,0 1-1 0 0,0-1 1 0 0,0 1-1 0 0,0-1 0 0 0,0 1 1 0 0,0 0-1 0 0,0-1 1 0 0,0 1-1 0 0,1-1 0 0 0,-1 1 1 0 0,0-1-1 0 0,0 1 1 0 0,1-1-1 0 0,-1 1 1 0 0,0-1-1 0 0,0 1 0 0 0,1-1 1 0 0,-1 1-1 0 0,1 0 1 0 0,12 12 1043 0 0,0-2-721 0 0,1-1 0 0 0,0 0-1 0 0,1-1 1 0 0,0-1 0 0 0,29 12 0 0 0,87 24-94 0 0,-114-39-244 0 0,12 3-389 0 0,97 27 105 0 0,-62-25-3036 0 0,-48-9-870 0 0,31-1 0 0 0,-24-3-3894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2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79 1904 0 0,'2'-6'2157'0'0,"0"0"0"0"0,0-1 0 0 0,-1 1 0 0 0,0-1 0 0 0,1-11-1 0 0,2-11 4904 0 0,-16 35-6439 0 0,-9 11-198 0 0,1 1 0 0 0,-20 22 1 0 0,14-12-210 0 0,-16 14-20 0 0,3 1 1 0 0,1 2 0 0 0,2 2 0 0 0,-39 68 0 0 0,62-90-148 0 0,0 0 1 0 0,2 2-1 0 0,1-1 1 0 0,-10 44 0 0 0,16-51 3 0 0,1 0 1 0 0,1 0 0 0 0,0 1-1 0 0,2-1 1 0 0,0 0 0 0 0,1 1-1 0 0,6 28 1 0 0,-5-37-27 0 0,1-1 0 0 0,0 1 1 0 0,1-1-1 0 0,0 0 0 0 0,1 0 0 0 0,0 0 1 0 0,0-1-1 0 0,1 0 0 0 0,0 0 0 0 0,1 0 1 0 0,0-1-1 0 0,0 0 0 0 0,17 13 0 0 0,-19-16-10 0 0,1-1-1 0 0,0 0 1 0 0,0-1-1 0 0,0 1 0 0 0,0-1 1 0 0,1-1-1 0 0,-1 1 1 0 0,1-1-1 0 0,-1 0 0 0 0,1 0 1 0 0,0-1-1 0 0,0 0 1 0 0,0 0-1 0 0,0-1 0 0 0,0 0 1 0 0,0 0-1 0 0,0-1 1 0 0,0 1-1 0 0,-1-2 1 0 0,1 1-1 0 0,0-1 0 0 0,11-4 1 0 0,-8 2-20 0 0,-1-1 0 0 0,0 0 0 0 0,0-1 0 0 0,0 0 0 0 0,0 0 0 0 0,-1-1 0 0 0,0 0 0 0 0,-1-1 0 0 0,0 1 0 0 0,0-1 0 0 0,0-1 0 0 0,7-11 0 0 0,-10 13 6 0 0,0-1-1 0 0,0 1 1 0 0,0-1 0 0 0,-1 0 0 0 0,0 0-1 0 0,-1 0 1 0 0,0 0 0 0 0,0 0-1 0 0,-1-1 1 0 0,0 1 0 0 0,0 0 0 0 0,-1-1-1 0 0,0 1 1 0 0,0-1 0 0 0,-3-15-1 0 0,2 20 0 0 0,-1-1 0 0 0,1 1 0 0 0,-1 0-1 0 0,0-1 1 0 0,0 1 0 0 0,0 0 0 0 0,0 0 0 0 0,-1 0-1 0 0,0 1 1 0 0,0-1 0 0 0,0 1 0 0 0,0-1-1 0 0,0 1 1 0 0,-7-5 0 0 0,4 4-64 0 0,0 1-1 0 0,-1-1 1 0 0,1 1-1 0 0,-1 0 1 0 0,0 0 0 0 0,0 1-1 0 0,0 0 1 0 0,-11-1-1 0 0,-3 0-375 0 0,1 2 0 0 0,-1 1 0 0 0,1 0 0 0 0,-1 2-1 0 0,-36 6 1 0 0,-18 10-3269 0 0,1 4 0 0 0,-98 42-1 0 0,34-5-5800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4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54 1512 0 0,'1'-5'1447'0'0,"0"1"-1"0"0,0-1 1 0 0,-1 0-1 0 0,0 1 1 0 0,0-1-1 0 0,0 0 1 0 0,-1-7 1997 0 0,1 3-1644 0 0,5 82-4 0 0,-2-44-1518 0 0,-1 35 0 0 0,-17 87 234 0 0,1-25-3021 0 0,14-115 1527 0 0,4 11-7392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5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45 2320 0 0,'0'-3'1774'0'0,"-7"-39"6506"0"0,5 74-6675 0 0,-29 161 570 0 0,1-14-3144 0 0,26-138-1299 0 0,4-14-3243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5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151 115 1260 0 0,'-95'-77'10343'0'0,"47"45"-6720"0"0,47 31-3406 0 0,-5-3 2039 0 0,50 13-1937 0 0,0 3-1 0 0,-1 1 1 0 0,-1 2 0 0 0,54 27-1 0 0,-73-30-270 0 0,-1 0-1 0 0,-1 2 1 0 0,0 0-1 0 0,-1 1 1 0 0,0 2-1 0 0,-1 0 1 0 0,29 34-1 0 0,-28-25 32 0 0,0 2 0 0 0,-2-1 0 0 0,-1 2 0 0 0,-1 1 0 0 0,16 42 0 0 0,-14-19 5 0 0,-3 0 0 0 0,-1 1 0 0 0,-3 1 0 0 0,-2 0-1 0 0,-3 0 1 0 0,-2 108 0 0 0,-8-89-242 0 0,-4 0 0 0 0,-3 0-1 0 0,-3-1 1 0 0,-37 114 0 0 0,-37 43-2917 0 0,-15-11-4146 0 0,53-123-21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2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76 84 0 0,'0'-9'5817'0'0,"-5"-8"-3973"0"0,-2 10 748 0 0,2-5-1312 0 0,-2 0-1348 0 0,2 2-2168 0 0,0 1-724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26 1748 0 0,'25'-22'11131'0'0,"-16"18"-9066"0"0,-29 120 2410 0 0,-10 60-2750 0 0,-14 32-1557 0 0,37-174-3908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7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2488 0 0,'28'-34'11486'0'0,"-21"40"-9453"0"0,-6-6-1973 0 0,-1 1 0 0 0,0-1-1 0 0,1 0 1 0 0,-1 1 0 0 0,1-1 0 0 0,-1 0 0 0 0,0 1 0 0 0,1-1 0 0 0,-1 1 0 0 0,0-1 0 0 0,1 1 0 0 0,-1-1 0 0 0,0 0 0 0 0,0 1 0 0 0,1-1 0 0 0,-1 1 0 0 0,0-1 0 0 0,0 1 0 0 0,0-1 0 0 0,0 1 0 0 0,0 0 0 0 0,0-1 0 0 0,0 1 0 0 0,0 0 0 0 0,34 171 5138 0 0,-20-120-4756 0 0,3-1 0 0 0,42 91 0 0 0,-47-118-200 0 0,28 42 0 0 0,-39-66-235 0 0,-1 1 0 0 0,1-1 0 0 0,-1 1 0 0 0,0-1 0 0 0,1 1 0 0 0,-1-1 0 0 0,1 1 0 0 0,-1-1 0 0 0,1 1 0 0 0,0-1 0 0 0,-1 0 0 0 0,1 1 0 0 0,-1-1 0 0 0,1 0 0 0 0,0 1 0 0 0,-1-1 0 0 0,1 0 0 0 0,0 0 0 0 0,-1 0 0 0 0,1 1 0 0 0,0-1 0 0 0,-1 0 0 0 0,1 0 0 0 0,0 0 0 0 0,-1 0 0 0 0,1 0 0 0 0,0-1 0 0 0,1 1 1 0 0,-1-1 0 0 0,1 0 0 0 0,-1 1-1 0 0,1-1 1 0 0,-1 0 0 0 0,0 0-1 0 0,0 0 1 0 0,1 0 0 0 0,-1 0 0 0 0,0 0-1 0 0,1-2 1 0 0,2-2 0 0 0,0-1 0 0 0,0 1 1 0 0,-1-1-1 0 0,4-8 0 0 0,8-33-37 0 0,-1 0-1 0 0,-3 0 1 0 0,9-84-1 0 0,-10 64 30 0 0,12-119-537 0 0,-14 118-3795 0 0,-8 53 1086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58 1316 0 0,'-29'-54'12153'0'0,"29"54"-12110"0"0,1 0 0 0 0,-1-1 0 0 0,0 1 0 0 0,0 0-1 0 0,1 0 1 0 0,-1-1 0 0 0,0 1 0 0 0,1 0 0 0 0,-1 0 0 0 0,0-1-1 0 0,1 1 1 0 0,-1 0 0 0 0,1 0 0 0 0,-1 0 0 0 0,0 0-1 0 0,1 0 1 0 0,-1 0 0 0 0,1-1 0 0 0,-1 1 0 0 0,0 0 0 0 0,1 0-1 0 0,-1 0 1 0 0,1 0 0 0 0,-1 0 0 0 0,0 1 0 0 0,1-1 0 0 0,-1 0-1 0 0,1 0 1 0 0,13 2 543 0 0,14 7 15 0 0,0 2 0 0 0,-1 1 0 0 0,0 1 0 0 0,40 27 0 0 0,-32-16-291 0 0,-1 2 0 0 0,51 49 0 0 0,-63-52-242 0 0,-1 1 0 0 0,-2 0 0 0 0,0 2-1 0 0,-1 0 1 0 0,-2 2 0 0 0,0-1 0 0 0,-2 2-1 0 0,-2 0 1 0 0,0 1 0 0 0,-2 0 0 0 0,-1 0-1 0 0,-2 1 1 0 0,0 0 0 0 0,-3 0 0 0 0,0 1-1 0 0,-2 0 1 0 0,-1-1 0 0 0,-2 1 0 0 0,-1 0-1 0 0,-9 42 1 0 0,-4-3-5 0 0,-4-1-1 0 0,-2-1 0 0 0,-60 128 0 0 0,-130 178-1221 0 0,27-108-2864 0 0,42-104-3736 0 0,87-107 2200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5:53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265 166 2700 0 0,'8'-23'4342'0'0,"-7"19"-3435"0"0,0 1 0 0 0,1 0-1 0 0,-1-1 1 0 0,0 1-1 0 0,-1 0 1 0 0,1-1 0 0 0,0-4-1 0 0,-19 29 265 0 0,4 6-694 0 0,1 0 0 0 0,1 1 0 0 0,-9 29 0 0 0,15-38-373 0 0,2 0 0 0 0,0 0 0 0 0,0 0 0 0 0,2 1 0 0 0,0 33 0 0 0,2-47-81 0 0,1-1 0 0 0,0 1 1 0 0,-1-1-1 0 0,2 1 0 0 0,-1-1 1 0 0,1 1-1 0 0,-1-1 0 0 0,1 0 1 0 0,1 0-1 0 0,-1 0 1 0 0,1 0-1 0 0,0 0 0 0 0,0-1 1 0 0,0 1-1 0 0,1-1 0 0 0,6 7 1 0 0,-6-8-7 0 0,0-1 1 0 0,0 1 0 0 0,-1-1-1 0 0,1 0 1 0 0,1 0 0 0 0,-1 0-1 0 0,0 0 1 0 0,0-1 0 0 0,1 0-1 0 0,-1 0 1 0 0,0 0 0 0 0,1 0-1 0 0,-1-1 1 0 0,1 1 0 0 0,0-1-1 0 0,-1-1 1 0 0,1 1 0 0 0,-1 0-1 0 0,1-1 1 0 0,8-3 0 0 0,-3 1 10 0 0,-1-1-1 0 0,1-1 1 0 0,-1 0 0 0 0,0 0 0 0 0,0-1 0 0 0,0 0-1 0 0,-1 0 1 0 0,0-1 0 0 0,0 0 0 0 0,0 0 0 0 0,-1-1 0 0 0,-1 0-1 0 0,1-1 1 0 0,-1 1 0 0 0,0-1 0 0 0,-1 0 0 0 0,0-1 0 0 0,5-13-1 0 0,-4 8 55 0 0,-1 0-1 0 0,0 0 0 0 0,0-1 0 0 0,-2 0 0 0 0,0 0 0 0 0,-1 0 1 0 0,0 0-1 0 0,-2 0 0 0 0,1 0 0 0 0,-2-1 0 0 0,-4-22 1 0 0,3 30-95 0 0,0 0 0 0 0,0 0 0 0 0,-1 1 0 0 0,-1-1 0 0 0,1 1 0 0 0,-2 0 0 0 0,1 0 0 0 0,-1 0 0 0 0,0 0 0 0 0,0 1 0 0 0,-1 0 1 0 0,0 0-1 0 0,-1 0 0 0 0,1 1 0 0 0,-1 0 0 0 0,0 0 0 0 0,-1 1 0 0 0,1 0 0 0 0,-1 0 0 0 0,0 1 0 0 0,0 0 0 0 0,-1 0 0 0 0,1 1 1 0 0,-1 0-1 0 0,0 0 0 0 0,0 1 0 0 0,0 0 0 0 0,0 1 0 0 0,0 0 0 0 0,0 1 0 0 0,0-1 0 0 0,0 2 0 0 0,-1-1 0 0 0,-16 4 0 0 0,11 0-566 0 0,1-1-1 0 0,-1 2 0 0 0,1 0 0 0 0,0 1 0 0 0,-20 11 0 0 0,4 1-3232 0 0,-36 27 0 0 0,25-11-2497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2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14 372 60 0 0,'0'0'7528'0'0,"-7"15"-5702"0"0,0-6-914 0 0,9-5 615 0 0,15-6 855 0 0,-6 0-2716 0 0,359-69 1548 0 0,-272 49-1134 0 0,1021-205-106 0 0,-737 164-72 0 0,-354 56-161 0 0,-9 1-1791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22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97 406 1700 0 0,'-53'13'6210'0'0,"51"-12"-5605"0"0,-25 6 2317 0 0,12-6 2183 0 0,32-9-4534 0 0,28-10-806 0 0,275-54 210 0 0,-191 48-8 0 0,1113-188-267 0 0,-916 159 267 0 0,-233 34 26 0 0,-91 18-167 0 0,-3-2-909 0 0,0 3 969 0 0,1-1 0 0 0,-1 0 0 0 0,0 0 0 0 0,1 0 0 0 0,-1 1 0 0 0,0-1 0 0 0,0 0 0 0 0,0 1 0 0 0,1-1 0 0 0,-1 1 0 0 0,0-1 0 0 0,0 1 0 0 0,0-1 0 0 0,0 1 0 0 0,0 0 0 0 0,0-1 0 0 0,0 1 0 0 0,0 0 0 0 0,0 0 0 0 0,0 0 0 0 0,0 0 0 0 0,0 0 0 0 0,0 0 0 0 0,-1 0 0 0 0,-38-2-1587 0 0,32 2 1025 0 0,-52-4-3580 0 0,20 2 920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23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110 588 140 0 0,'-65'27'6276'0'0,"63"-26"-5847"0"0,-31 9 2582 0 0,24-5-1213 0 0,22-7-133 0 0,513-111-702 0 0,-229 55-994 0 0,431-92-163 0 0,204-44-1992 0 0,-926 193 2159 0 0,271-72-1371 0 0,-262 65 995 0 0,8-3-1525 0 0,-25 7 683 0 0,2 3 1161 0 0,0 1-1 0 0,0 0 1 0 0,0-1-1 0 0,0 1 0 0 0,0-1 1 0 0,0 1-1 0 0,0-1 1 0 0,-1 1-1 0 0,1 0 1 0 0,0-1-1 0 0,0 1 1 0 0,0-1-1 0 0,0 1 0 0 0,-1 0 1 0 0,1-1-1 0 0,0 1 1 0 0,0 0-1 0 0,0-1 1 0 0,-1 1-1 0 0,1 0 1 0 0,0-1-1 0 0,-1 1 1 0 0,1 0-1 0 0,0 0 0 0 0,-1-1 1 0 0,1 1-1 0 0,0 0 1 0 0,-1 0-1 0 0,0-1 1 0 0,-16-4-1846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2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0 256 0 0,'0'0'3342'0'0,"15"2"1197"0"0,-5 1-4415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6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14 272 0 0,'10'-13'14732'0'0,"-15"33"-13404"0"0,-1 1 1 0 0,-14 32-1 0 0,0 0-540 0 0,12-26-559 0 0,-96 325 1954 0 0,90-294-1964 0 0,3 1 0 0 0,3 1 0 0 0,2-1 0 0 0,3 68-1 0 0,3-109-239 0 0,2-1-1 0 0,0 1 0 0 0,1-1 0 0 0,1 0 1 0 0,1 0-1 0 0,0 0 0 0 0,1 0 0 0 0,1-1 0 0 0,0 0 1 0 0,2 0-1 0 0,-1-1 0 0 0,2 0 0 0 0,0-1 0 0 0,1 0 1 0 0,0 0-1 0 0,1-1 0 0 0,1-1 0 0 0,0 0 0 0 0,0-1 1 0 0,1 0-1 0 0,16 9 0 0 0,0-3-965 0 0,-1 0 1 0 0,2-3-1 0 0,42 16 0 0 0,-44-22-1716 0 0,-1 0-1 0 0,32 4 1 0 0,5-4-5640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7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50 120 1676 0 0,'3'-23'5901'0'0,"-7"-6"1600"0"0,0 38-7306 0 0,1-1 0 0 0,-1 1 0 0 0,2 1-1 0 0,0-1 1 0 0,0 0 0 0 0,-1 18 0 0 0,-3 13 17 0 0,-2 1-53 0 0,2 0 1 0 0,1 0-1 0 0,3 1 1 0 0,1 0 0 0 0,2-1-1 0 0,9 63 1 0 0,-9-98-122 0 0,0 1 0 0 0,1 0 1 0 0,0 0-1 0 0,0-1 0 0 0,1 1 0 0 0,0-1 0 0 0,0 0 1 0 0,0 1-1 0 0,1-1 0 0 0,0-1 0 0 0,0 1 1 0 0,0-1-1 0 0,1 1 0 0 0,-1-1 0 0 0,1-1 0 0 0,1 1 1 0 0,-1-1-1 0 0,1 1 0 0 0,0-2 0 0 0,0 1 1 0 0,0-1-1 0 0,0 0 0 0 0,0 0 0 0 0,1 0 0 0 0,-1-1 1 0 0,1 0-1 0 0,0 0 0 0 0,0-1 0 0 0,0 0 1 0 0,10 0-1 0 0,-3 0 16 0 0,0-2 0 0 0,0 0 0 0 0,0-1 1 0 0,0 0-1 0 0,-1-1 0 0 0,1 0 0 0 0,-1-1 0 0 0,1-1 0 0 0,-1 0 1 0 0,23-13-1 0 0,-21 8-19 0 0,0 0 1 0 0,-1-1-1 0 0,0 0 0 0 0,-1-1 1 0 0,0 0-1 0 0,-1-1 0 0 0,0-1 1 0 0,10-16-1 0 0,-10 13-19 0 0,-1-1 1 0 0,-1-1-1 0 0,-1 0 1 0 0,0-1-1 0 0,-2 1 1 0 0,0-1-1 0 0,-1-1 1 0 0,-1 1-1 0 0,-1-1 1 0 0,-1 0-1 0 0,0 0 1 0 0,-2 0-1 0 0,-1-1 1 0 0,0 1-1 0 0,-4-24 1 0 0,2 35-4 0 0,0 0 0 0 0,-1 0 0 0 0,0 0 0 0 0,-1 1 0 0 0,0-1 0 0 0,0 1 1 0 0,-1 0-1 0 0,0 0 0 0 0,-1 0 0 0 0,0 1 0 0 0,0 0 0 0 0,-1 0 0 0 0,-8-7 0 0 0,11 11-61 0 0,0 1 1 0 0,0 0-1 0 0,-1 0 0 0 0,1 0 0 0 0,-1 0 0 0 0,1 1 0 0 0,-1-1 0 0 0,0 1 0 0 0,0 1 0 0 0,0-1 0 0 0,-1 1 0 0 0,1 0 1 0 0,0 0-1 0 0,0 0 0 0 0,-1 1 0 0 0,1-1 0 0 0,0 1 0 0 0,-1 1 0 0 0,1-1 0 0 0,0 1 0 0 0,0 0 0 0 0,-1 0 0 0 0,1 0 1 0 0,0 1-1 0 0,0 0 0 0 0,-9 4 0 0 0,6-1-601 0 0,-1 0 1 0 0,1 0-1 0 0,0 1 1 0 0,0 0-1 0 0,-12 12 1 0 0,15-12-884 0 0,-1 0 1 0 0,1 1-1 0 0,1-1 1 0 0,-6 10-1 0 0,3-3-3539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8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2 832 0 0,'3'0'5158'0'0,"-3"0"-5153"0"0,1 0 227 0 0,0-1-1 0 0,0 1 1 0 0,1 0-1 0 0,-1 0 1 0 0,0-1-1 0 0,0 1 1 0 0,1 0-1 0 0,-1 0 0 0 0,0 1 1 0 0,0-1-1 0 0,1 0 1 0 0,-1 0-1 0 0,0 1 1 0 0,0-1-1 0 0,0 0 1 0 0,1 1-1 0 0,-1-1 0 0 0,0 1 1 0 0,0 0-1 0 0,0-1 1 0 0,0 1-1 0 0,0 0 1 0 0,0 0-1 0 0,0-1 1 0 0,0 1-1 0 0,0 0 0 0 0,-1 0 1 0 0,1 0-1 0 0,0 0 1 0 0,0 0-1 0 0,-1 0 1 0 0,1 0-1 0 0,-1 1 1 0 0,1-1-1 0 0,-1 0 0 0 0,1 0 1 0 0,-1 0-1 0 0,0 1 1 0 0,0-1-1 0 0,1 0 1 0 0,-1 3-1 0 0,-3 33 590 0 0,-1 1 1 0 0,-2-1-1 0 0,-19 66 1 0 0,2-9-2290 0 0,17-64-1873 0 0,-3 36 0 0 0,9-57-224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8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65 196 2828 0 0,'2'-55'12248'0'0,"-4"55"-12131"0"0,0 0 1 0 0,1 1-1 0 0,-1-1 0 0 0,1 1 1 0 0,0 0-1 0 0,-1-1 0 0 0,1 1 1 0 0,-1 0-1 0 0,1 0 0 0 0,0 0 1 0 0,0 0-1 0 0,-1 0 0 0 0,1 0 1 0 0,0 0-1 0 0,0 1 1 0 0,0-1-1 0 0,0 0 0 0 0,1 0 1 0 0,-1 1-1 0 0,0-1 0 0 0,0 1 1 0 0,1-1-1 0 0,-1 3 0 0 0,-14 41 855 0 0,13-35-742 0 0,-4 11-97 0 0,1 0 1 0 0,1 0-1 0 0,1 0 1 0 0,1 1-1 0 0,1 0 1 0 0,1-1-1 0 0,1 1 0 0 0,1-1 1 0 0,5 27-1 0 0,-4-36-110 0 0,0 0 0 0 0,1 1 0 0 0,0-1-1 0 0,1 0 1 0 0,1-1 0 0 0,0 0 0 0 0,0 1-1 0 0,1-2 1 0 0,1 1 0 0 0,-1-1 0 0 0,2 0-1 0 0,-1-1 1 0 0,2 0 0 0 0,-1 0 0 0 0,1-1-1 0 0,20 13 1 0 0,-24-18 12 0 0,1 1 0 0 0,-1-2 0 0 0,1 1 0 0 0,0 0 0 0 0,0-1 0 0 0,0-1 0 0 0,0 1 0 0 0,0-1 0 0 0,0 0 0 0 0,0-1 0 0 0,0 1 0 0 0,1-1 0 0 0,-1-1 0 0 0,0 0 0 0 0,0 0 0 0 0,0 0 0 0 0,0-1 0 0 0,0 0 0 0 0,0 0 0 0 0,0 0 0 0 0,-1-1 0 0 0,9-5 0 0 0,-4 2-12 0 0,-1 0-1 0 0,0-1 0 0 0,0-1 1 0 0,0 0-1 0 0,-1 0 1 0 0,0-1-1 0 0,0 0 0 0 0,-1 0 1 0 0,-1-1-1 0 0,1 0 1 0 0,-2-1-1 0 0,8-12 0 0 0,-6 3-5 0 0,0 1 0 0 0,-2-1-1 0 0,0-1 1 0 0,-1 1-1 0 0,-1-1 1 0 0,-1 0-1 0 0,0 0 1 0 0,-2 0 0 0 0,-1 0-1 0 0,0 0 1 0 0,-2 0-1 0 0,0 0 1 0 0,-9-33-1 0 0,8 41-7 0 0,-1 1 1 0 0,0 0-1 0 0,-1 0 0 0 0,-1 0 0 0 0,0 0 0 0 0,-1 1 0 0 0,0 0 0 0 0,0 1 0 0 0,-1-1 0 0 0,-11-10 0 0 0,11 14-3 0 0,0 0 0 0 0,0 1-1 0 0,-1-1 1 0 0,0 2 0 0 0,0-1 0 0 0,0 1 0 0 0,-1 1-1 0 0,0 0 1 0 0,0 0 0 0 0,0 1 0 0 0,0 0-1 0 0,-1 1 1 0 0,-17-3 0 0 0,12 4 0 0 0,-1 0 1 0 0,0 1-1 0 0,-21 2 0 0 0,32-1-396 0 0,-1 0-1 0 0,0 0 0 0 0,1 1 1 0 0,-1 0-1 0 0,1 0 0 0 0,-1 0 1 0 0,1 1-1 0 0,0 0 1 0 0,0 0-1 0 0,-9 7 0 0 0,7 8-7356 0 0,8-17 7151 0 0,0 1 0 0 0,0 2 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7:48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28 1464 0 0,'5'-28'14608'0'0,"-4"29"-14551"0"0,13 14 1494 0 0,12 23-569 0 0,-13-17-868 0 0,-1 0-1 0 0,-2 1 1 0 0,0 0-1 0 0,-1 0 0 0 0,-1 1 1 0 0,-1 1-1 0 0,-1-1 1 0 0,-1 1-1 0 0,-1 0 1 0 0,-1 0-1 0 0,-1 0 0 0 0,-2 0 1 0 0,0 1-1 0 0,-2-1 1 0 0,0 0-1 0 0,-2 0 0 0 0,-8 31 1 0 0,-2-7-319 0 0,-3-1-1 0 0,-1 0 1 0 0,-3-2-1 0 0,-1 0 1 0 0,-53 77 0 0 0,35-69-1698 0 0,-1-1 0 0 0,-3-2 0 0 0,-96 85 0 0 0,80-88-1954 0 0,-2-5-1742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04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1008 0 0,'0'0'832'0'0,"0"-12"288"0"0,2 0-420 0 0,0 2-236 0 0,0-4-664 0 0,-1 4-1528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05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3 120 0 0,'0'0'1868'0'0,"18"-2"-2976"0"0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05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0 244 0 0,'0'0'1516'0'0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9:05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0 460 0 0,'2'10'644'0'0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4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1440 0 0,'5'-12'1840'0'0,"-2"0"-552"0"0,4 2-680 0 0,-3-4-924 0 0,-3 2-1228 0 0,3-5 632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36 984 0 0,'4'-14'5736'0'0,"7"-7"1086"0"0,-7 29-4065 0 0,-1 14-2374 0 0,-2 0 0 0 0,0 0 0 0 0,-2 0 0 0 0,-3 32 0 0 0,-2 30-173 0 0,5-29-157 0 0,1 57-1001 0 0,1-101 181 0 0,0-1 1 0 0,1 1-1 0 0,0 0 1 0 0,1-1-1 0 0,0 1 1 0 0,1-1-1 0 0,9 18 0 0 0,1-10-4354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1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0 105 976 0 0,'12'-91'11214'0'0,"-12"89"-10813"0"0,3-9 1512 0 0,-1 14-1799 0 0,0 0 0 0 0,0 0 0 0 0,0 0 0 0 0,0 0 1 0 0,0 1-1 0 0,-1-1 0 0 0,0 1 0 0 0,1-1 0 0 0,-1 1 0 0 0,-1-1 0 0 0,1 1 0 0 0,0 3 1 0 0,5 50 365 0 0,-3 16-190 0 0,2 23-470 0 0,-1-32-3579 0 0,-4-62 3181 0 0,1 2 84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1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1812 0 0,'17'-72'12086'0'0,"-17"70"-11537"0"0,2-4 1917 0 0,5 20-1157 0 0,-3 35-501 0 0,-1 1 1 0 0,-6 62 0 0 0,0-28-2641 0 0,5 1-4704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1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24 123 356 0 0,'-23'-113'13654'0'0,"22"111"-13311"0"0,4-1 203 0 0,-3 3-528 0 0,0 0-1 0 0,0-1 0 0 0,0 1 1 0 0,1 0-1 0 0,-1 0 0 0 0,0 0 1 0 0,0-1-1 0 0,0 1 0 0 0,0 0 1 0 0,0 0-1 0 0,0 0 0 0 0,1-1 1 0 0,-1 1-1 0 0,0 0 0 0 0,0 0 1 0 0,0 0-1 0 0,0 0 0 0 0,1 0 1 0 0,-1-1-1 0 0,0 1 0 0 0,0 0 1 0 0,0 0-1 0 0,1 0 0 0 0,-1 0 1 0 0,0 0-1 0 0,0 0 0 0 0,1 0 1 0 0,-1 0-1 0 0,0 0 0 0 0,0 0 1 0 0,0 0-1 0 0,1 0 0 0 0,-1 0 1 0 0,0 0-1 0 0,0 0 0 0 0,1 0 1 0 0,-1 0-1 0 0,0 0 0 0 0,0 0 1 0 0,0 0-1 0 0,1 0 0 0 0,16 4 335 0 0,-1 0 0 0 0,0 1 0 0 0,0 1 0 0 0,0 1 0 0 0,0 0-1 0 0,16 11 1 0 0,88 62 623 0 0,-86-51-846 0 0,0 1 0 0 0,-1 1-1 0 0,-2 2 1 0 0,-2 1 0 0 0,-1 1 0 0 0,-2 2 0 0 0,-1 0-1 0 0,23 47 1 0 0,-24-36-81 0 0,-3 2-1 0 0,-1 1 1 0 0,-3 0 0 0 0,-1 2-1 0 0,-4 0 1 0 0,10 76-1 0 0,-18-69-57 0 0,-2 0-1 0 0,-3 1 0 0 0,-3-1 0 0 0,-2 1 1 0 0,-3-1-1 0 0,-20 73 0 0 0,6-53-1370 0 0,-33 79 0 0 0,-50 64-6905 0 0,70-160 1256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78 2508 0 0,'-11'-10'2216'0'0,"6"5"-957"0"0,0 0 0 0 0,0 0 0 0 0,0-1 1 0 0,-6-9-1 0 0,11 14-1214 0 0,-1 1 0 0 0,1-1 0 0 0,0 1 0 0 0,-1-1 0 0 0,1 0 0 0 0,0 1 0 0 0,0-1 0 0 0,0 0 0 0 0,0 1 0 0 0,0-1 0 0 0,0 0 0 0 0,0 0 1 0 0,0 1-1 0 0,0-1 0 0 0,0 0 0 0 0,0 1 0 0 0,0-1 0 0 0,0 0 0 0 0,0 1 0 0 0,0-1 0 0 0,1 0 0 0 0,-1 1 0 0 0,0-1 0 0 0,1 0 0 0 0,-1 1 0 0 0,0-1 0 0 0,1 1 1 0 0,-1-1-1 0 0,1 1 0 0 0,-1-1 0 0 0,1 1 0 0 0,-1-1 0 0 0,1 1 0 0 0,-1-1 0 0 0,1 1 0 0 0,-1 0 0 0 0,1-1 0 0 0,0 1 0 0 0,0-1 0 0 0,2 0 32 0 0,0 0-1 0 0,0 0 0 0 0,0 0 1 0 0,0 0-1 0 0,0 0 0 0 0,0 1 1 0 0,0-1-1 0 0,5 1 0 0 0,4 0 32 0 0,0 2 0 0 0,-1-1 0 0 0,1 1 0 0 0,0 1 0 0 0,-1 0 0 0 0,0 1 0 0 0,0 0 0 0 0,0 1 0 0 0,0 0 0 0 0,0 1 0 0 0,-1 0 0 0 0,0 0 0 0 0,-1 1 0 0 0,1 1-1 0 0,-1-1 1 0 0,0 1 0 0 0,-1 1 0 0 0,0 0 0 0 0,11 16 0 0 0,-11-14 29 0 0,-1 0 0 0 0,0 0-1 0 0,-1 1 1 0 0,0 0 0 0 0,-1 1-1 0 0,-1-1 1 0 0,0 1 0 0 0,0-1 0 0 0,-1 1-1 0 0,-1 1 1 0 0,0-1 0 0 0,-1 0-1 0 0,0 0 1 0 0,-1 1 0 0 0,0-1 0 0 0,-1 0-1 0 0,-6 25 1 0 0,2-18 99 0 0,-1-1-1 0 0,-1 0 1 0 0,-1 0 0 0 0,0-1-1 0 0,-1 0 1 0 0,-1 0-1 0 0,-1-1 1 0 0,-1 0 0 0 0,0-1-1 0 0,-1-1 1 0 0,-17 17 0 0 0,29-32-222 0 0,1 1 1 0 0,0-1-1 0 0,-1 0 0 0 0,1 1 1 0 0,0-1-1 0 0,-1 1 1 0 0,1-1-1 0 0,-1 0 1 0 0,1 1-1 0 0,-1-1 1 0 0,1 0-1 0 0,-1 0 1 0 0,1 0-1 0 0,-1 1 1 0 0,1-1-1 0 0,-1 0 1 0 0,1 0-1 0 0,-1 0 1 0 0,1 0-1 0 0,-1 0 1 0 0,0 0-1 0 0,-1-9 71 0 0,12-18-77 0 0,33-42-27 0 0,4 2 0 0 0,87-97 1 0 0,-55 71 11 0 0,-61 75 11 0 0,-14 14-1 0 0,0 1-1 0 0,-1-1 1 0 0,1 1-1 0 0,-1-1 1 0 0,0 0-1 0 0,0-1 1 0 0,0 1-1 0 0,0 0 1 0 0,-1-1-1 0 0,2-4 1 0 0,-4 8-5 0 0,1 1 1 0 0,-1-1-1 0 0,0 1 1 0 0,0-1-1 0 0,1 0 1 0 0,-1 1-1 0 0,0-1 1 0 0,0 1-1 0 0,0-1 1 0 0,0 0-1 0 0,0 1 1 0 0,1-1-1 0 0,-1 1 1 0 0,0-1-1 0 0,-1 0 0 0 0,1 1 1 0 0,0-1-1 0 0,0 1 1 0 0,0-1-1 0 0,0 0 1 0 0,0 1-1 0 0,-1-1 1 0 0,1 1-1 0 0,0-1 1 0 0,0 1-1 0 0,-1-1 1 0 0,1 1-1 0 0,0-1 1 0 0,-1 1-1 0 0,1-1 1 0 0,-1 1-1 0 0,1-1 1 0 0,-1 1-1 0 0,1-1 1 0 0,-1 1-1 0 0,1 0 1 0 0,-1-1-1 0 0,1 1 1 0 0,-1 0-1 0 0,1 0 1 0 0,-1-1-1 0 0,1 1 1 0 0,-1 0-1 0 0,0 0 1 0 0,1 0-1 0 0,-1 0 1 0 0,1 0-1 0 0,-1 0 1 0 0,0 0-1 0 0,1 0 1 0 0,-1 0-1 0 0,1 0 1 0 0,-1 0-1 0 0,0 0 1 0 0,1 0-1 0 0,-1 0 1 0 0,1 0-1 0 0,-1 1 1 0 0,0-1-1 0 0,1 0 1 0 0,-1 0-1 0 0,1 1 1 0 0,-1-1-1 0 0,0 1 1 0 0,-11 7-10 0 0,1 0 1 0 0,0 0 0 0 0,0 1-1 0 0,1 0 1 0 0,0 1-1 0 0,0 0 1 0 0,1 1 0 0 0,1 0-1 0 0,-14 22 1 0 0,13-16 8 0 0,0-1 1 0 0,1 2-1 0 0,1-1 0 0 0,0 1 1 0 0,2 0-1 0 0,0 0 1 0 0,-3 19-1 0 0,7-31 4 0 0,1 1 0 0 0,0-1 0 0 0,0 0 1 0 0,0 1-1 0 0,0-1 0 0 0,1 0 0 0 0,0 0 0 0 0,0 0 1 0 0,1 1-1 0 0,0-1 0 0 0,0 0 0 0 0,0-1 0 0 0,1 1 0 0 0,0 0 1 0 0,0-1-1 0 0,0 1 0 0 0,1-1 0 0 0,0 0 0 0 0,5 5 1 0 0,-3-5 2 0 0,0 1 0 0 0,0-1 0 0 0,0-1 0 0 0,1 1 0 0 0,-1-1 0 0 0,1 0 0 0 0,0-1 0 0 0,1 0 0 0 0,-1 0 0 0 0,1 0 0 0 0,-1-1 0 0 0,1 0 0 0 0,0-1 0 0 0,13 2 0 0 0,2-2-277 0 0,0-1 0 0 0,1-1-1 0 0,-1-1 1 0 0,0-1-1 0 0,39-10 1 0 0,-5-6-3239 0 0,-4-7-3449 0 0,-32 12 228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66 109 1432 0 0,'-3'0'2564'0'0,"-44"-3"10632"0"0,32 1-9198 0 0,27-4-3939 0 0,1 0 0 0 0,0 0-1 0 0,0 1 1 0 0,0 1 0 0 0,27-6 0 0 0,0 0-47 0 0,24-7-882 0 0,1 0-2950 0 0,-23 2-3453 0 0,-23 8 85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14:3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40 700 0 0,'-27'-17'13773'0'0,"24"16"-12544"0"0,0 0 1 0 0,-3-1-1 0 0,-5 1-506 0 0,11 1-655 0 0,-1 1-1 0 0,1 0 0 0 0,0-1 1 0 0,-1 1-1 0 0,1 0 0 0 0,0 0 1 0 0,0-1-1 0 0,-1 1 0 0 0,1 0 1 0 0,0 0-1 0 0,0 0 0 0 0,0-1 1 0 0,0 1-1 0 0,0 0 0 0 0,0 0 1 0 0,0 0-1 0 0,1-1 0 0 0,-1 1 1 0 0,0 1-1 0 0,3 14 291 0 0,2 5 83 0 0,2 15 55 0 0,14 40-1 0 0,-18-66-460 0 0,1-1 1 0 0,0 1 0 0 0,1-1 0 0 0,0 0 0 0 0,0-1 0 0 0,0 1 0 0 0,1-1 0 0 0,1 0-1 0 0,7 7 1 0 0,-9-10-36 0 0,1-1 0 0 0,-1-1 0 0 0,1 1-1 0 0,0-1 1 0 0,0 0 0 0 0,0 0-1 0 0,0 0 1 0 0,1-1 0 0 0,-1 0 0 0 0,1-1-1 0 0,-1 1 1 0 0,1-1 0 0 0,0 0 0 0 0,-1-1-1 0 0,1 0 1 0 0,0 0 0 0 0,-1 0-1 0 0,1-1 1 0 0,0 0 0 0 0,-1 0 0 0 0,12-4-1 0 0,-10 3-44 0 0,0-1-1 0 0,-1 0 0 0 0,1 0 1 0 0,-1-1-1 0 0,0 0 0 0 0,0 0 1 0 0,0 0-1 0 0,0-1 0 0 0,-1 0 1 0 0,0-1-1 0 0,0 1 0 0 0,0-1 1 0 0,-1 0-1 0 0,0-1 0 0 0,0 1 1 0 0,-1-1-1 0 0,7-11 0 0 0,-6 2 11 0 0,0-1-1 0 0,0 0 1 0 0,-2 0-1 0 0,0 0 1 0 0,-1 0 0 0 0,-1 0-1 0 0,0 0 1 0 0,-1 0-1 0 0,-1-1 1 0 0,-4-18-1 0 0,5 34 63 0 0,-9 8 38 0 0,7-1-17 0 0,0 0 0 0 0,1 1 0 0 0,0-1 0 0 0,-1 0 0 0 0,2 1 0 0 0,-1-1 0 0 0,1 1 0 0 0,-1-1 0 0 0,1 1 0 0 0,2 6 0 0 0,-2 3 102 0 0,8 283 2109 0 0,-2 137-99 0 0,-10-363-1843 0 0,-2 0 1 0 0,-4-1-1 0 0,-38 138 1 0 0,41-184-260 0 0,-2 0-1 0 0,-1-1 1 0 0,-1 0 0 0 0,-1-1 0 0 0,-1 0 0 0 0,-19 25-1 0 0,24-39-44 0 0,0 1 0 0 0,0-1 0 0 0,-1-1-1 0 0,0 1 1 0 0,0-1 0 0 0,-1-1 0 0 0,0 0-1 0 0,0-1 1 0 0,-1 1 0 0 0,0-2 0 0 0,0 0 0 0 0,0 0-1 0 0,-1-1 1 0 0,0 0 0 0 0,-16 2 0 0 0,14-3-13 0 0,0-1 1 0 0,0-1-1 0 0,-1-1 1 0 0,1 0-1 0 0,0 0 1 0 0,0-2-1 0 0,-23-4 1 0 0,32 5-3 0 0,-1-1 0 0 0,1 0 0 0 0,-1 0 0 0 0,1 0 1 0 0,0-1-1 0 0,0 0 0 0 0,0 0 0 0 0,0 0 0 0 0,1 0 1 0 0,-1-1-1 0 0,1 0 0 0 0,0 0 0 0 0,0 0 0 0 0,0 0 0 0 0,0-1 1 0 0,1 1-1 0 0,0-1 0 0 0,0 0 0 0 0,0 0 0 0 0,0 0 0 0 0,-1-8 1 0 0,1 2-4 0 0,0 0 1 0 0,1-1-1 0 0,0 1 1 0 0,1-1-1 0 0,1 0 1 0 0,0 1-1 0 0,0-1 1 0 0,1 0-1 0 0,1 1 1 0 0,0-1-1 0 0,0 1 1 0 0,6-14-1 0 0,2-6 2 0 0,2 0 0 0 0,2 1 0 0 0,18-31 1 0 0,-2 12-48 0 0,2 1 1 0 0,2 2 0 0 0,3 1 0 0 0,1 2-1 0 0,2 1 1 0 0,2 3 0 0 0,1 1 0 0 0,2 2-1 0 0,2 2 1 0 0,1 3 0 0 0,2 1 0 0 0,55-24 0 0 0,-89 47-271 0 0,-7 2-332 0 0,1 0 1 0 0,0 1-1 0 0,0 0 0 0 0,0 1 0 0 0,13-3 0 0 0,-21 6-153 0 0,4 0-623 0 0,6 2-2380 0 0,-5 2 2593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9:0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51 825 880 0 0,'0'0'1614'0'0,"-8"-10"2661"0"0,-22-37 484 0 0,29 46-4504 0 0,-11-20 687 0 0,22 39-810 0 0,14 41-89 0 0,-5-12-20 0 0,21 49 83 0 0,-39-96-93 0 0,-1 1 1 0 0,0-1 0 0 0,1 1-1 0 0,-1-1 1 0 0,0 1 0 0 0,1-1-1 0 0,-1 0 1 0 0,1 1 0 0 0,-1-1-1 0 0,1 1 1 0 0,-1-1 0 0 0,1 0-1 0 0,-1 0 1 0 0,1 1 0 0 0,-1-1 0 0 0,1 0-1 0 0,0 0 1 0 0,-1 0 0 0 0,1 1-1 0 0,-1-1 1 0 0,1 0 0 0 0,0 0-1 0 0,-1 0 1 0 0,1 0 0 0 0,-1 0-1 0 0,1 0 1 0 0,-1 0 0 0 0,1-1-1 0 0,0 1 1 0 0,-1 0 0 0 0,1 0 0 0 0,-1 0-1 0 0,2-1 1 0 0,16-10 279 0 0,19-22-78 0 0,52-61 0 0 0,-32 32-157 0 0,266-246 91 0 0,15 15-125 0 0,-186 162 16 0 0,-141 122-407 0 0,0 0 1 0 0,17-10-1 0 0,-26 18-193 0 0,-3 13-2654 0 0,-14 12-711 0 0,6-12 640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9:05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1571 1172 0 0,'-6'3'590'0'0,"0"0"1"0"0,-1-1-1 0 0,1 1 0 0 0,-1-1 1 0 0,1 0-1 0 0,-1-1 0 0 0,1 0 1 0 0,-1 0-1 0 0,-9 0 0 0 0,14-1-430 0 0,-1 0 0 0 0,0-1 0 0 0,1 1 1 0 0,-1-1-1 0 0,0 1 0 0 0,1-1 0 0 0,-1 0 0 0 0,1 0 0 0 0,-1 0 0 0 0,1-1 0 0 0,0 1 1 0 0,0-1-1 0 0,-1 1 0 0 0,1-1 0 0 0,0 0 0 0 0,0 1 0 0 0,0-1 0 0 0,1 0 0 0 0,-1 0 0 0 0,0-1 1 0 0,1 1-1 0 0,-1 0 0 0 0,1 0 0 0 0,0-1 0 0 0,0 1 0 0 0,0-1 0 0 0,-1-2 0 0 0,0-1 66 0 0,0 0 0 0 0,0-1 0 0 0,0 1-1 0 0,1 0 1 0 0,0-1 0 0 0,0 1 0 0 0,1-1-1 0 0,0 1 1 0 0,0-9 0 0 0,1 14-219 0 0,-1 1 0 0 0,1-1 0 0 0,-1 0 0 0 0,0 1-1 0 0,1-1 1 0 0,-1 1 0 0 0,1-1 0 0 0,-1 1 0 0 0,1-1 0 0 0,0 1 0 0 0,-1-1 0 0 0,1 1 0 0 0,-1-1 0 0 0,1 1-1 0 0,0 0 1 0 0,0 0 0 0 0,-1-1 0 0 0,1 1 0 0 0,0 0 0 0 0,-1 0 0 0 0,1 0 0 0 0,0-1 0 0 0,0 1 0 0 0,-1 0-1 0 0,1 0 1 0 0,0 0 0 0 0,0 0 0 0 0,-1 0 0 0 0,1 1 0 0 0,0-1 0 0 0,-1 0 0 0 0,1 0 0 0 0,0 0 0 0 0,0 1-1 0 0,-1-1 1 0 0,2 1 0 0 0,8 10 36 0 0,0-1 0 0 0,-1 2 1 0 0,-1-1-1 0 0,0 1 0 0 0,0 1 0 0 0,-1 0 0 0 0,-1 0 0 0 0,0 0 0 0 0,4 16 0 0 0,-2-8-6 0 0,1-1 0 0 0,1 0 0 0 0,13 21-1 0 0,-21-39-29 0 0,-1-1 0 0 0,1 1 0 0 0,-1 0 0 0 0,1 0 0 0 0,0 0 0 0 0,-1-1-1 0 0,1 1 1 0 0,0-1 0 0 0,0 0 0 0 0,0 1 0 0 0,0-1 0 0 0,1 0 0 0 0,-1 0 0 0 0,0 0-1 0 0,0-1 1 0 0,1 1 0 0 0,-1-1 0 0 0,0 1 0 0 0,1-1 0 0 0,-1 1 0 0 0,0-1-1 0 0,1 0 1 0 0,-1 0 0 0 0,1-1 0 0 0,-1 1 0 0 0,0 0 0 0 0,5-2 0 0 0,3-1 20 0 0,0-1 0 0 0,0 0 1 0 0,0 0-1 0 0,18-12 0 0 0,44-31 16 0 0,80-67 1 0 0,61-70-36 0 0,-146 125 7 0 0,506-398 105 0 0,33 42-602 0 0,-292 219-1607 0 0,-102 72-2284 0 0,-37 25-1487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9:0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31 471 1068 0 0,'-9'-35'3093'0'0,"1"-1"1"0"0,-4-38-1 0 0,11 68-2903 0 0,2-4 630 0 0,6 12-580 0 0,6 13-135 0 0,66 148 408 0 0,2 5-374 0 0,-71-151-126 0 0,-5-7 31 0 0,0 0 1 0 0,1-1-1 0 0,0 0 1 0 0,8 9-1 0 0,-12-15-7 0 0,0-2-1 0 0,0 1 0 0 0,0 0 1 0 0,0 0-1 0 0,0-1 0 0 0,1 1 1 0 0,-1-1-1 0 0,0 1 0 0 0,1-1 1 0 0,-1 0-1 0 0,1 0 0 0 0,0 0 1 0 0,-1-1-1 0 0,1 1 0 0 0,0 0 1 0 0,-1-1-1 0 0,1 0 0 0 0,0 0 1 0 0,-1 0-1 0 0,1 0 1 0 0,4-1-1 0 0,9-2 48 0 0,-1-1 1 0 0,0 0-1 0 0,0-2 1 0 0,0 0-1 0 0,23-13 1 0 0,68-49 5 0 0,-56 34-34 0 0,139-92 4 0 0,98-64 21 0 0,13 21-122 0 0,-143 97-741 0 0,-53 27-6065 0 0,-90 39 2737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9:0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167 260 968 0 0,'-148'20'10229'0'0,"145"-20"-10029"0"0,3 0-181 0 0,-1 0 1 0 0,1 0-1 0 0,-1 0 0 0 0,1 0 0 0 0,-1 0 0 0 0,0 0 1 0 0,1 0-1 0 0,-1 0 0 0 0,1 0 0 0 0,-1 0 1 0 0,1 1-1 0 0,-1-1 0 0 0,1 0 0 0 0,-1 0 1 0 0,1 0-1 0 0,-1 1 0 0 0,1-1 0 0 0,-1 0 1 0 0,1 0-1 0 0,-1 1 0 0 0,1-1 0 0 0,0 0 1 0 0,-1 1-1 0 0,1-1 0 0 0,0 1 0 0 0,-1-1 1 0 0,1 0-1 0 0,0 1 0 0 0,-1-1 0 0 0,1 1 1 0 0,0-1-1 0 0,0 1 0 0 0,-1-1 0 0 0,1 1 1 0 0,0-1-1 0 0,0 1 0 0 0,0-1 0 0 0,0 1 0 0 0,0 0 1 0 0,0-1-1 0 0,0 1 0 0 0,0-1 0 0 0,0 1 1 0 0,0-1-1 0 0,0 1 0 0 0,0-1 0 0 0,0 1 1 0 0,0-1-1 0 0,1 1 0 0 0,-1-1 0 0 0,0 1 1 0 0,0-1-1 0 0,1 1 0 0 0,18 33 286 0 0,-13-24-203 0 0,11 23 220 0 0,14 38 1 0 0,-23-49-256 0 0,0-1 1 0 0,2 0-1 0 0,0-1 0 0 0,2 0 1 0 0,0 0-1 0 0,19 22 1 0 0,-26-37-49 0 0,0-1 0 0 0,1 1 0 0 0,-1-1 0 0 0,1-1 0 0 0,-1 1-1 0 0,1-1 1 0 0,0 0 0 0 0,0 0 0 0 0,1-1 0 0 0,-1 0 0 0 0,1 0 0 0 0,-1 0 0 0 0,1-1 0 0 0,-1 0 0 0 0,1 0 0 0 0,0-1 0 0 0,9 0 0 0 0,10-2 7 0 0,0-1 1 0 0,0-1-1 0 0,28-8 1 0 0,-49 11-27 0 0,125-34-7 0 0,223-93 0 0 0,112-86-1353 0 0,-417 190 1029 0 0,264-128-4842 0 0,-152 69 48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02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1 876 0 0,'-7'7'1733'0'0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6:3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33 1956 0 0,'-11'14'9804'0'0,"14"-13"-9754"0"0,1-1-1 0 0,-1 0 1 0 0,0 1-1 0 0,0-2 1 0 0,0 1-1 0 0,1 0 0 0 0,-1-1 1 0 0,0 1-1 0 0,0-1 1 0 0,0 0-1 0 0,0 0 0 0 0,0 0 1 0 0,0-1-1 0 0,0 1 1 0 0,5-4-1 0 0,10-3 25 0 0,-13 6-75 0 0,38-19 92 0 0,-42 21-93 0 0,10-3 167 0 0,-17 8-44 0 0,-1 1 1 0 0,0-1-1 0 0,0 0 1 0 0,0-1-1 0 0,0 1 1 0 0,-1-1-1 0 0,-12 4 0 0 0,-14 8 303 0 0,21-8-334 0 0,7-5 36 0 0,15-7-88 0 0,40-19 92 0 0,-6 3-804 0 0,-16 5-2924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8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18 836 0 0,'-14'-4'996'0'0,"2"2"-268"0"0,0 1 280 0 0,-7-4-396 0 0,2 1-264 0 0,5 2-216 0 0,-3 2-1860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25.16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28 1188 0 0,'0'0'4054'0'0,"16"-24"-741"0"0,-16 24-3285 0 0,0 0 0 0 0,1 0 0 0 0,-1 0 0 0 0,0-1 1 0 0,0 1-1 0 0,0 0 0 0 0,0 0 0 0 0,0 0 0 0 0,1-1 1 0 0,-1 1-1 0 0,0 0 0 0 0,0 0 0 0 0,0 0 0 0 0,1 0 0 0 0,-1-1 1 0 0,0 1-1 0 0,0 0 0 0 0,1 0 0 0 0,-1 0 0 0 0,0 0 0 0 0,0 0 1 0 0,1 0-1 0 0,-1 0 0 0 0,0 0 0 0 0,0 0 0 0 0,1 0 1 0 0,-1 0-1 0 0,0 0 0 0 0,0 0 0 0 0,1 0 0 0 0,-1 0 0 0 0,0 0 1 0 0,0 0-1 0 0,1 0 0 0 0,-1 0 0 0 0,0 0 0 0 0,0 0 1 0 0,0 1-1 0 0,1-1 0 0 0,-1 0 0 0 0,0 0 0 0 0,0 0 0 0 0,0 0 1 0 0,1 0-1 0 0,-1 1 0 0 0,0-1 0 0 0,0 0 0 0 0,0 0 0 0 0,0 0 1 0 0,1 1-1 0 0,-1-1 0 0 0,0 0 0 0 0,0 0 0 0 0,0 1 1 0 0,0-1-1 0 0,0 0 0 0 0,0 0 0 0 0,0 0 0 0 0,0 1 0 0 0,0-1 1 0 0,0 0-1 0 0,0 0 0 0 0,0 1 0 0 0,0-1 0 0 0,0 0 0 0 0,0 1 1 0 0,0-1-1 0 0,0 0 0 0 0,0 1 0 0 0,4 27-260 0 0,-4-22 401 0 0,49 393 236 0 0,-29-253-334 0 0,106 531 363 0 0,-91-520-96 0 0,22 239 1 0 0,-33 18 564 0 0,-4-103-449 0 0,1 93 522 0 0,-21-334-751 0 0,7 427 440 0 0,-4-425-502 0 0,9 375 121 0 0,-15-358-81 0 0,-21 129-1 0 0,20-186-135 0 0,0 0 39 0 0,-16 58-1 0 0,4-28-36 0 0,9-28 7 0 0,-33 111 153 0 0,34-119-197 0 0,5-24-27 0 0,-3 8 9 0 0,4-7-14 0 0,-1-1 0 0 0,1 1 1 0 0,0 0-1 0 0,0-1 0 0 0,0 1 0 0 0,0 0 1 0 0,0-1-1 0 0,1 1 0 0 0,-1-1 0 0 0,1 1 1 0 0,-1 0-1 0 0,1-1 0 0 0,0 0 0 0 0,0 1 1 0 0,0-1-1 0 0,1 1 0 0 0,-1-1 0 0 0,1 0 0 0 0,1 3 1 0 0,0-2 6 0 0,1 0 0 0 0,-1 0 0 0 0,1-1 1 0 0,-1 1-1 0 0,1-1 0 0 0,0 0 0 0 0,0 0 0 0 0,0 0 1 0 0,0 0-1 0 0,7 1 0 0 0,8 1 15 0 0,-1 0 0 0 0,1-2 0 0 0,0 0 0 0 0,24-2 0 0 0,214-14 50 0 0,-36-1-99 0 0,1164 36 319 0 0,-691-15-226 0 0,-67-3 22 0 0,145 11-85 0 0,-769-14 0 0 0,13 0-1 0 0,-1-1 0 0 0,26-3 0 0 0,-40 4-3 0 0,-1 0 0 0 0,0 0 0 0 0,1 0 0 0 0,-1 0 1 0 0,1 0-1 0 0,-1 0 0 0 0,1 0 0 0 0,-1 0 0 0 0,1 0 0 0 0,-1-1 1 0 0,1 1-1 0 0,-1 0 0 0 0,1 0 0 0 0,-1 0 0 0 0,0-1 1 0 0,1 1-1 0 0,-1 0 0 0 0,1-1 0 0 0,-1 1 0 0 0,0 0 0 0 0,1-1 1 0 0,-1 1-1 0 0,0 0 0 0 0,1-1 0 0 0,-1 1 0 0 0,0-1 1 0 0,0 1-1 0 0,0 0 0 0 0,1-1 0 0 0,-1 1 0 0 0,0-1 0 0 0,0 1 1 0 0,0-1-1 0 0,0 0 0 0 0,0 0 1 0 0,0 0 0 0 0,-1-1 0 0 0,1 1 0 0 0,-1 0-1 0 0,0 0 1 0 0,1 0 0 0 0,-1-1 0 0 0,0 1 0 0 0,0 0 0 0 0,1 0 0 0 0,-1 0 0 0 0,-2-1-1 0 0,-31-24 27 0 0,33 26-25 0 0,-605-350-176 0 0,432 255 148 0 0,-64-35-8 0 0,-555-326-24 0 0,294 80-104 0 0,36-38 6 0 0,443 395 157 0 0,-7-5-2 0 0,-172-165-88 0 0,142 129 49 0 0,-65-86-1 0 0,79 83-56 0 0,-68-130-1 0 0,108 188 87 0 0,-2-17-58 0 0,6 21 69 0 0,-1 1 1 0 0,1 0-1 0 0,0-1 0 0 0,0 1 0 0 0,-1 0 1 0 0,1 0-1 0 0,0 0 0 0 0,0 0 0 0 0,0 0 1 0 0,0 0-1 0 0,-1 0 0 0 0,1 0 0 0 0,0 0 0 0 0,0 0 1 0 0,0 0-1 0 0,-1 0 0 0 0,2 1 0 0 0,-1-1 0 0 0,3 2 0 0 0,0 0 1 0 0,0 0-1 0 0,0 1 1 0 0,-1-1-1 0 0,1 1 0 0 0,-1 0 1 0 0,1 0-1 0 0,4 7 1 0 0,6 3-1 0 0,277 274 106 0 0,-105-99-41 0 0,17 6 47 0 0,276 202 0 0 0,105-6 62 0 0,-573-383-179 0 0,3 1-11 0 0,0 0 0 0 0,16 6 0 0 0,-44-33-11 0 0,-163-129-87 0 0,83 73 53 0 0,-750-654-179 0 0,-70-195-125 0 0,912 921 363 0 0,-46-55-18 0 0,44 52 12 0 0,0 0 0 0 0,0 0-1 0 0,1-1 1 0 0,0 1 0 0 0,0-1 0 0 0,0 0 0 0 0,-2-13 0 0 0,5 20 8 0 0,0-1 0 0 0,0 1 0 0 0,0-1 1 0 0,0 1-1 0 0,0 0 0 0 0,0-1 0 0 0,0 1 1 0 0,0-1-1 0 0,1 1 0 0 0,-1 0 0 0 0,0-1 0 0 0,0 1 1 0 0,0-1-1 0 0,1 1 0 0 0,-1 0 0 0 0,0-1 1 0 0,1 1-1 0 0,-1 0 0 0 0,0 0 0 0 0,1-1 0 0 0,-1 1 1 0 0,0 0-1 0 0,1 0 0 0 0,-1-1 0 0 0,0 1 1 0 0,1 0-1 0 0,-1 0 0 0 0,1 0 0 0 0,-1 0 0 0 0,0 0 1 0 0,1-1-1 0 0,-1 1 0 0 0,1 0 0 0 0,-1 0 1 0 0,0 0-1 0 0,1 0 0 0 0,-1 0 0 0 0,1 0 0 0 0,-1 1 1 0 0,1-1-1 0 0,-1 0 0 0 0,0 0 0 0 0,1 0 1 0 0,-1 0-1 0 0,1 0 0 0 0,18 5-12 0 0,-19-5 13 0 0,17 7 3 0 0,-1 0 1 0 0,-1 1-1 0 0,0 1 0 0 0,0 1 0 0 0,-1 0 1 0 0,18 17-1 0 0,-7-8-1 0 0,551 466 155 0 0,-152-121 13 0 0,23-26-84 0 0,-127-136-26 0 0,-313-198-57 0 0,0 0 0 0 0,1-1 1 0 0,-1 0-1 0 0,1-1 0 0 0,11 3 1 0 0,-19-5-5 0 0,0 0 1 0 0,0 0-1 0 0,1 0 1 0 0,-1-1-1 0 0,0 1 1 0 0,0 0 0 0 0,1 0-1 0 0,-1 0 1 0 0,0 0-1 0 0,0-1 1 0 0,1 1 0 0 0,-1 0-1 0 0,0 0 1 0 0,0 0-1 0 0,0-1 1 0 0,0 1 0 0 0,1 0-1 0 0,-1 0 1 0 0,0-1-1 0 0,0 1 1 0 0,0 0 0 0 0,0 0-1 0 0,0-1 1 0 0,0 1-1 0 0,0 0 1 0 0,0-1 0 0 0,0 1-1 0 0,0 0 1 0 0,0-1-1 0 0,0 1 1 0 0,0 0 0 0 0,0 0-1 0 0,0-1 1 0 0,0 1-1 0 0,0 0 1 0 0,0 0 0 0 0,0-1-1 0 0,0 1 1 0 0,0 0-1 0 0,0-1 1 0 0,0 1 0 0 0,-1 0-1 0 0,1 0 1 0 0,0-1-1 0 0,0 1 1 0 0,-1 0-1 0 0,-5-14-13 0 0,-8-7-18 0 0,-1 1 1 0 0,0 0-1 0 0,-29-26 0 0 0,12 13 7 0 0,-228-254-56 0 0,-206-219-182 0 0,41 98 129 0 0,30 29-6 0 0,161 118-67 0 0,229 256 202 0 0,4 4 3 0 0,0 0-1 0 0,0-1 0 0 0,0 1 0 0 0,0 0 1 0 0,0-1-1 0 0,0 1 0 0 0,0-1 1 0 0,0 1-1 0 0,1-1 0 0 0,-1 0 0 0 0,1 1 1 0 0,-1-1-1 0 0,1 0 0 0 0,-1-1 0 0 0,1 1-6 0 0,4 3 8 0 0,5 3 3 0 0,1 0 0 0 0,-1 0 0 0 0,-1 1-1 0 0,1 0 1 0 0,13 10 0 0 0,42 40 34 0 0,-36-30-19 0 0,191 178 103 0 0,223 267 0 0 0,-88-77 126 0 0,24-29-151 0 0,-343-334-82 0 0,200 162 50 0 0,-224-187-48 0 0,-8-9-23 0 0,-3 2 3 0 0,0 0 0 0 0,0 1 1 0 0,0-1-1 0 0,-1 0 0 0 0,1 1 1 0 0,-1-1-1 0 0,1 1 0 0 0,-1-1 1 0 0,1 0-1 0 0,-3-1 0 0 0,-42-69-165 0 0,-75-88 0 0 0,32 45 64 0 0,-48-73-31 0 0,-83-114-29 0 0,-20 12 61 0 0,-36 15-21 0 0,-16 17-25 0 0,37 33 55 0 0,169 146 57 0 0,-98-117-1 0 0,175 186 35 0 0,0 0 0 0 0,1-1 0 0 0,-10-19 0 0 0,15 28 4 0 0,1 0 0 0 0,0 0 0 0 0,0 0 1 0 0,0 0-1 0 0,0-1 0 0 0,1 1 0 0 0,-1 0 0 0 0,1-1 1 0 0,-1 1-1 0 0,1 0 0 0 0,0-1 0 0 0,0 1 0 0 0,0-1 1 0 0,0 1-1 0 0,0 0 0 0 0,0-1 0 0 0,1 1 0 0 0,-1 0 1 0 0,1-1-1 0 0,0 1 0 0 0,0 0 0 0 0,0-1 1 0 0,0 1-1 0 0,0 0 0 0 0,0 0 0 0 0,3-4 0 0 0,-2 5 2 0 0,1-1 0 0 0,-1 1 0 0 0,1-1 0 0 0,0 1 0 0 0,-1 0 1 0 0,1 0-1 0 0,0 0 0 0 0,0 0 0 0 0,-1 0 0 0 0,1 1 0 0 0,0-1 0 0 0,0 1 0 0 0,0 0 0 0 0,0 0 0 0 0,0 0 0 0 0,0 0 0 0 0,0 1 0 0 0,0-1 0 0 0,3 2 0 0 0,9 1 3 0 0,-1 1 0 0 0,20 8 0 0 0,24 13 4 0 0,-1 2 0 0 0,-2 3 0 0 0,60 43 0 0 0,146 124 63 0 0,79 115-264 0 0,-22 23 662 0 0,-136-141-361 0 0,56 56 118 0 0,-8-7 71 0 0,414 419 206 0 0,-524-544-441 0 0,215 204 231 0 0,-320-307-258 0 0,-52-37-78 0 0,-312-280-227 0 0,208 177 181 0 0,-114-86 33 0 0,-319-224-152 0 0,566 428 207 0 0,-26-18-9 0 0,-343-240-105 0 0,371 261 105 0 0,-1 0 1 0 0,1 1 0 0 0,-1 0-1 0 0,-10-4 1 0 0,17 7 8 0 0,-1 0 1 0 0,0 0-1 0 0,0-1 1 0 0,0 1 0 0 0,1 0-1 0 0,-1 0 1 0 0,0 0-1 0 0,0 0 1 0 0,1 0-1 0 0,-1 0 1 0 0,0 0 0 0 0,0 0-1 0 0,0 1 1 0 0,1-1-1 0 0,-1 0 1 0 0,0 0-1 0 0,0 1 1 0 0,1-1-1 0 0,-1 0 1 0 0,-1 2 0 0 0,2-2 1 0 0,-1 1 1 0 0,0 0-1 0 0,1 0 0 0 0,-1 0 1 0 0,1 0-1 0 0,0 0 1 0 0,-1 1-1 0 0,1-1 1 0 0,0 0-1 0 0,0 0 1 0 0,0 0-1 0 0,0 0 1 0 0,0 0-1 0 0,0 0 1 0 0,0 0-1 0 0,0 0 1 0 0,0 0-1 0 0,0 1 1 0 0,1 1-1 0 0,3 15 28 0 0,1 0 1 0 0,1 0-1 0 0,1-1 0 0 0,0 0 1 0 0,2 0-1 0 0,10 17 0 0 0,68 91 216 0 0,-77-111-221 0 0,233 270 511 0 0,22-19-121 0 0,-210-211-347 0 0,353 313 349 0 0,19-20-186 0 0,-139-115-129 0 0,-210-159-68 0 0,-78-73-33 0 0,0 0-1 0 0,0 1 0 0 0,0-1 1 0 0,0 0-1 0 0,0 1 1 0 0,0-1-1 0 0,0 0 0 0 0,-1 1 1 0 0,1-1-1 0 0,0 0 0 0 0,0 0 1 0 0,0 1-1 0 0,0-1 0 0 0,-1 0 1 0 0,1 0-1 0 0,0 1 1 0 0,0-1-1 0 0,0 0 0 0 0,-1 0 1 0 0,1 1-1 0 0,0-1 0 0 0,0 0 1 0 0,-1 0-1 0 0,1 0 0 0 0,0 0 1 0 0,0 1-1 0 0,-1-1 1 0 0,1 0-1 0 0,0 0 0 0 0,-1 0 1 0 0,1 0-1 0 0,0 0 0 0 0,-1 0 1 0 0,1 0-1 0 0,0 0 0 0 0,-1 0 1 0 0,1 0-1 0 0,0 0 1 0 0,-1 0-1 0 0,1 0 0 0 0,-47-21-15 0 0,2-2 1 0 0,1-1-1 0 0,-48-36 0 0 0,50 32 9 0 0,-274-186-58 0 0,52 32-32 0 0,-395-291 6 0 0,657 471 85 0 0,0 0 1 0 0,-1 0-1 0 0,1 0 1 0 0,1 0-1 0 0,-1 0 0 0 0,0-1 1 0 0,0 1-1 0 0,1-1 1 0 0,-3-4-1 0 0,32 19-51 0 0,34 32 44 0 0,96 89 0 0 0,-69-55 9 0 0,1027 806 296 0 0,-932-727-128 0 0,-182-154-186 0 0,-3-4 7 0 0,-11-6 1 0 0,-16-14 2 0 0,-324-315-42 0 0,140 127 31 0 0,39 40-63 0 0,-58-55-30 0 0,214 207 104 0 0,15 15 16 0 0,13 8-29 0 0,26 19 80 0 0,46 41 0 0 0,-16-12-14 0 0,435 346 107 0 0,-248-195-97 0 0,-110-89 16 0 0,-134-111-62 0 0,-14-15-16 0 0,-15-17-41 0 0,-330-367-541 0 0,50 60 357 0 0,273 303 216 0 0,-227-275-108 0 0,250 302 124 0 0,0 0-1 0 0,0 0 1 0 0,0 0 0 0 0,1-1-1 0 0,0 1 1 0 0,-1 0 0 0 0,2-1-1 0 0,-1 0 1 0 0,-1-6 0 0 0,3 11 3 0 0,0 0 1 0 0,0-1-1 0 0,0 1 1 0 0,0 0-1 0 0,0 0 1 0 0,0-1 0 0 0,0 1-1 0 0,0 0 1 0 0,1-1-1 0 0,-1 1 1 0 0,0 0-1 0 0,0 0 1 0 0,0-1 0 0 0,0 1-1 0 0,1 0 1 0 0,-1 0-1 0 0,0-1 1 0 0,0 1-1 0 0,1 0 1 0 0,-1 0 0 0 0,0 0-1 0 0,0 0 1 0 0,1-1-1 0 0,-1 1 1 0 0,0 0-1 0 0,0 0 1 0 0,1 0 0 0 0,-1 0-1 0 0,0 0 1 0 0,1 0-1 0 0,-1 0 1 0 0,0 0 0 0 0,1 0-1 0 0,-1 0 1 0 0,0 0-1 0 0,0 0 1 0 0,1 0-1 0 0,-1 0 1 0 0,0 0 0 0 0,1 0-1 0 0,-1 0 1 0 0,0 0-1 0 0,1 0 1 0 0,-1 0-1 0 0,0 1 1 0 0,0-1 0 0 0,1 0-1 0 0,-1 0 1 0 0,0 1-1 0 0,14 4-16 0 0,3 5 17 0 0,-1 1 1 0 0,0 0-1 0 0,-1 2 1 0 0,23 22-1 0 0,-11-9 2 0 0,216 219 129 0 0,-182-181-73 0 0,240 296 192 0 0,-102-114-146 0 0,-136-170-60 0 0,89 96 38 0 0,-151-171-82 0 0,-1-1 0 0 0,1 1 0 0 0,-1 0-1 0 0,0-1 1 0 0,1 1 0 0 0,-1-1 0 0 0,1 1-1 0 0,0-1 1 0 0,-1 1 0 0 0,1-1 0 0 0,-1 0 0 0 0,1 1-1 0 0,0-1 1 0 0,-1 0 0 0 0,1 1 0 0 0,0-1-1 0 0,-1 0 1 0 0,1 0 0 0 0,0 1 0 0 0,-1-1 0 0 0,1 0-1 0 0,0 0 1 0 0,0 0 0 0 0,-1 0 0 0 0,1 0-1 0 0,0 0 1 0 0,-1 0 0 0 0,1 0 0 0 0,0 0 0 0 0,-1-1-1 0 0,1 1 1 0 0,0 0 0 0 0,0 0 0 0 0,-1-1-1 0 0,1 1 1 0 0,-1 0 0 0 0,1-1 0 0 0,0 1 0 0 0,-1-1-1 0 0,1 1 1 0 0,-1-1 0 0 0,1 1 0 0 0,-1-1-1 0 0,1 1 1 0 0,-1-1 0 0 0,1 1 0 0 0,-1-1 0 0 0,0 1-1 0 0,1-1 1 0 0,-1-1 0 0 0,2-1-1 0 0,-1 0 1 0 0,1-1-1 0 0,-1 1 1 0 0,0-1-1 0 0,0 1 1 0 0,-1-1-1 0 0,1 1 1 0 0,-1-5-1 0 0,-1-10-36 0 0,0 1 0 0 0,-2 0 0 0 0,0 0 0 0 0,-1 0 0 0 0,-1 0 0 0 0,-11-28 0 0 0,-5 0-131 0 0,-28-47 0 0 0,17 42 108 0 0,-1 2 0 0 0,-2 1-1 0 0,-3 1 1 0 0,-43-40 0 0 0,45 49 23 0 0,101 88 96 0 0,496 337 188 0 0,-512-358-241 0 0,283 188-25 0 0,-314-205-131 0 0,-2-1-258 0 0,29 25 1 0 0,-41-33 334 0 0,0 0-1 0 0,-1 0 1 0 0,1 0 0 0 0,-1 1 0 0 0,0-1 0 0 0,-1 1-1 0 0,1 0 1 0 0,-1-1 0 0 0,0 1 0 0 0,0 0 0 0 0,0 0 0 0 0,0 6-1 0 0,-2-8 43 0 0,0-1-1 0 0,0 1 0 0 0,0-1 0 0 0,0 1 0 0 0,-1-1 0 0 0,1 1 1 0 0,-1-1-1 0 0,1 0 0 0 0,-1 1 0 0 0,0-1 0 0 0,0 0 0 0 0,0 1 1 0 0,-1-1-1 0 0,1 0 0 0 0,0 0 0 0 0,-1 0 0 0 0,0 0 0 0 0,1 0 1 0 0,-1-1-1 0 0,0 1 0 0 0,0 0 0 0 0,0-1 0 0 0,0 1 0 0 0,0-1 1 0 0,0 0-1 0 0,0 0 0 0 0,-1 1 0 0 0,-2 0 0 0 0,-3 1-77 0 0,-1 1 0 0 0,0-1 0 0 0,0 0-1 0 0,-1 0 1 0 0,1-1 0 0 0,-10 0 0 0 0,-2-1-21 0 0,1-1 1 0 0,0-1-1 0 0,-1-1 1 0 0,1-1-1 0 0,0-1 1 0 0,0-1-1 0 0,1 0 0 0 0,-1-2 1 0 0,1 0-1 0 0,-18-10 1 0 0,-21-13-119 0 0,-93-65 0 0 0,-14-24 107 0 0,152 112 188 0 0,13 7-41 0 0,0 0 1 0 0,-1 0-1 0 0,1 0 0 0 0,0 0 0 0 0,0 0 0 0 0,-1 0 0 0 0,1 0 1 0 0,0 0-1 0 0,0 0 0 0 0,-1 0 0 0 0,1 1 0 0 0,0-1 0 0 0,0 0 1 0 0,0 0-1 0 0,-1 0 0 0 0,1 0 0 0 0,0 0 0 0 0,0 0 0 0 0,0 1 1 0 0,-1-1-1 0 0,1 0 0 0 0,0 0 0 0 0,0 0 0 0 0,0 1 1 0 0,0-1-1 0 0,0 0 0 0 0,-1 0 0 0 0,1 0 0 0 0,0 1 0 0 0,0-1 1 0 0,0 0-1 0 0,0 2 12 0 0,0-1 1 0 0,0 0 0 0 0,0 1-1 0 0,0-1 1 0 0,0 0 0 0 0,0 1-1 0 0,0-1 1 0 0,1 1 0 0 0,-1-1-1 0 0,0 0 1 0 0,1 1 0 0 0,-1-1-1 0 0,1 0 1 0 0,0 0-1 0 0,0 2 1 0 0,13 19 136 0 0,2-1 0 0 0,0 0 0 0 0,1-1-1 0 0,20 18 1 0 0,85 67 286 0 0,-77-68-305 0 0,193 147 410 0 0,-30-25-251 0 0,-187-142-219 0 0,1-2-1 0 0,42 23 1 0 0,-62-37-49 0 0,-28-14-9 0 0,-24-9 42 0 0,-2 3 1 0 0,0 2-1 0 0,-57-10 1 0 0,-164-20 16 0 0,243 43-74 0 0,-95-11 155 0 0,103 13-69 0 0,0 2 0 0 0,1 0 0 0 0,-39 7 0 0 0,59-7-83 0 0,-1 0 0 0 0,1 0 0 0 0,-1 0 0 0 0,1 1 0 0 0,-1-1-1 0 0,1 1 1 0 0,-1-1 0 0 0,1 1 0 0 0,-1 0 0 0 0,1 0 0 0 0,0-1-1 0 0,-1 1 1 0 0,1 0 0 0 0,0 0 0 0 0,0 0 0 0 0,-1 0 0 0 0,1 0 0 0 0,0 1-1 0 0,0-1 1 0 0,0 0 0 0 0,1 0 0 0 0,-1 1 0 0 0,0-1 0 0 0,-1 3-1 0 0,3-2 1 0 0,-1-1 0 0 0,1 1 0 0 0,-1-1-1 0 0,1 1 1 0 0,0-1 0 0 0,0 0-1 0 0,0 0 1 0 0,-1 1 0 0 0,1-1 0 0 0,0 0-1 0 0,1 0 1 0 0,-1 0 0 0 0,0 0 0 0 0,0 0-1 0 0,0 0 1 0 0,3 1 0 0 0,10 4 0 0 0,0-1 0 0 0,1 0 0 0 0,-1-1 0 0 0,1-1 0 0 0,23 2 0 0 0,-27-3 0 0 0,100 14 6 0 0,0-4-1 0 0,164-4 0 0 0,-272-8-13 0 0,0 0 1 0 0,0 0-1 0 0,-1 0 1 0 0,1-1 0 0 0,0 1-1 0 0,0-1 1 0 0,-1 1-1 0 0,1-1 1 0 0,0 0-1 0 0,-1 0 1 0 0,1 0-1 0 0,-1 0 1 0 0,1 0 0 0 0,-1-1-1 0 0,0 1 1 0 0,1-1-1 0 0,1-2 1 0 0,-3 3 2 0 0,-1 1-1 0 0,0 0 1 0 0,0-1 0 0 0,0 1 0 0 0,1 0-1 0 0,-1-1 1 0 0,0 1 0 0 0,0-1 0 0 0,0 1-1 0 0,0 0 1 0 0,0-1 0 0 0,0 1 0 0 0,0-1-1 0 0,0 1 1 0 0,0-1 0 0 0,0 1 0 0 0,0 0-1 0 0,0-1 1 0 0,0 1 0 0 0,0-1 0 0 0,0 1-1 0 0,-1 0 1 0 0,1-1 0 0 0,0 1 0 0 0,0-1-1 0 0,0 1 1 0 0,-1 0 0 0 0,1-1 0 0 0,0 1-1 0 0,0 0 1 0 0,-1-1 0 0 0,1 1 0 0 0,0 0 0 0 0,-1 0-1 0 0,1-1 1 0 0,0 1 0 0 0,-1 0 0 0 0,-14-10 6 0 0,13 9-1 0 0,-20-9 152 0 0,-1 0 1 0 0,0 1-1 0 0,-48-10 1 0 0,-78-7 178 0 0,122 22-343 0 0,-310-25 229 0 0,-1 26-386 0 0,-229-15-3052 0 0,533 13 1440 0 0,0-1 0 0 0,0-2 0 0 0,-40-14 0 0 0,35 8-2096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28.69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900 1546 328 0 0,'-186'-382'4221'0'0,"100"216"-3308"0"0,6-23-178 0 0,0 4 1094 0 0,78 180-1740 0 0,-2-3 98 0 0,0 0-1 0 0,0 0 1 0 0,-1 1 0 0 0,-9-11 0 0 0,13 16-112 0 0,0 3-66 0 0,0 0 0 0 0,0 1-1 0 0,0-1 1 0 0,1 0 0 0 0,-1 0 0 0 0,0 1 0 0 0,1-1-1 0 0,-1 0 1 0 0,1 1 0 0 0,-1-1 0 0 0,1 1-1 0 0,-1 1 1 0 0,4 30 122 0 0,1 0 0 0 0,1 0 0 0 0,19 59-1 0 0,-11-45-60 0 0,34 126 93 0 0,7-3 1 0 0,135 288 0 0 0,-179-437-155 0 0,-1-2 164 0 0,1 0 1 0 0,13 19-1 0 0,-23-38-166 0 0,0 1 1 0 0,0-1 0 0 0,1 0-1 0 0,-1 0 1 0 0,0 1-1 0 0,0-1 1 0 0,0 0-1 0 0,0 0 1 0 0,0 1-1 0 0,1-1 1 0 0,-1 0-1 0 0,0 0 1 0 0,0 0-1 0 0,0 1 1 0 0,1-1-1 0 0,-1 0 1 0 0,0 0-1 0 0,0 0 1 0 0,0 0-1 0 0,1 0 1 0 0,-1 0-1 0 0,0 1 1 0 0,0-1-1 0 0,1 0 1 0 0,-1 0-1 0 0,0 0 1 0 0,0 0-1 0 0,1 0 1 0 0,-1 0-1 0 0,0 0 1 0 0,1 0-1 0 0,-1 0 1 0 0,0 0-1 0 0,0 0 1 0 0,1 0-1 0 0,-1 0 1 0 0,1-1-1 0 0,2-9 87 0 0,-2-18-57 0 0,-9-37-19 0 0,-25-102 1 0 0,-31-61-15 0 0,56 203-4 0 0,-40-134-21 0 0,-120-424-122 0 0,142 481 111 0 0,-27-97 45 0 0,51 189 9 0 0,7 11-12 0 0,7 16-11 0 0,75 196 145 0 0,72 268 0 0 0,22 233 576 0 0,-150-584-607 0 0,79 399 368 0 0,-109-525-465 0 0,0 1 0 0 0,-1-1 0 0 0,1 1 0 0 0,-1 0 1 0 0,0-1-1 0 0,0 1 0 0 0,-1-1 0 0 0,1 1 0 0 0,-3 6 0 0 0,-6-19 24 0 0,0-9-49 0 0,1-1 1 0 0,1 0-1 0 0,0 0 1 0 0,1 0-1 0 0,-4-24 1 0 0,2 11 15 0 0,-59-229-80 0 0,-83-283-33 0 0,-40 19-114 0 0,-24-77 32 0 0,207 578 185 0 0,-1 2-4 0 0,2 0 0 0 0,1 0 0 0 0,0-1 0 0 0,-2-35 0 0 0,7 56 5 0 0,0 0 0 0 0,-1-1 0 0 0,1 1 0 0 0,1 0 0 0 0,-1 0 1 0 0,0-1-1 0 0,0 1 0 0 0,0 0 0 0 0,0 0 0 0 0,1 0 0 0 0,-1-1 0 0 0,1 1 0 0 0,-1 0 1 0 0,1 0-1 0 0,-1 0 0 0 0,1 0 0 0 0,0 0 0 0 0,1-2 0 0 0,-2 3 2 0 0,1 0 0 0 0,0 0-1 0 0,-1 0 1 0 0,1-1 0 0 0,-1 1-1 0 0,1 0 1 0 0,0 0 0 0 0,-1 0-1 0 0,1 0 1 0 0,0 0 0 0 0,-1 0-1 0 0,1 0 1 0 0,-1 0 0 0 0,1 0 0 0 0,0 1-1 0 0,-1-1 1 0 0,1 0 0 0 0,0 0-1 0 0,-1 0 1 0 0,1 1 0 0 0,-1-1-1 0 0,1 0 1 0 0,-1 1 0 0 0,2 0-1 0 0,2 2 3 0 0,0 1-1 0 0,1 0 1 0 0,-2 0-1 0 0,1 0 1 0 0,0 0-1 0 0,-1 1 1 0 0,3 4-1 0 0,19 36 10 0 0,-2 1-1 0 0,19 54 1 0 0,24 104 57 0 0,198 976 407 0 0,-176-388 550 0 0,-49 4-261 0 0,-24-425-508 0 0,-8-255 42 0 0,-7-114-265 0 0,-1-4-17 0 0,-13-171-27 0 0,10 96-18 0 0,-29-1004-182 0 0,41 643 98 0 0,-7 429 109 0 0,-1 0 0 0 0,-1 0 0 0 0,0 0 0 0 0,0 0 0 0 0,-3-9 0 0 0,-6 29 5 0 0,-2 9 12 0 0,1 2 1 0 0,1-1-1 0 0,1 1 0 0 0,-6 24 0 0 0,6-17-5 0 0,-97 302 49 0 0,26-77 55 0 0,47-152-36 0 0,-147 524 164 0 0,173-595-233 0 0,2 0 0 0 0,-1 51 0 0 0,6-72-3 0 0,0 0-1 0 0,1 0 1 0 0,0 0-1 0 0,0 0 1 0 0,1 0-1 0 0,0-1 1 0 0,1 1-1 0 0,0-1 1 0 0,1 1 0 0 0,0-1-1 0 0,0 0 1 0 0,7 10-1 0 0,-7-15 0 0 0,0 1 1 0 0,0-1-1 0 0,1 0 0 0 0,-1 0 1 0 0,1 0-1 0 0,0-1 0 0 0,0 1 0 0 0,0-1 1 0 0,0 0-1 0 0,0-1 0 0 0,1 1 1 0 0,-1-1-1 0 0,1 0 0 0 0,0-1 1 0 0,-1 1-1 0 0,1-1 0 0 0,0 0 0 0 0,0-1 1 0 0,0 1-1 0 0,0-1 0 0 0,9-1 1 0 0,10-2 3 0 0,0 0 0 0 0,0-2 0 0 0,40-13 1 0 0,-64 17-8 0 0,441-158 5 0 0,-256 87 13 0 0,130-42 54 0 0,8 19-994 0 0,-268 86 468 0 0,-53 9 394 0 0,-4 2 10 0 0,-1-1 43 0 0,1 1-1 0 0,-1-1 1 0 0,0 0 0 0 0,0 1 0 0 0,1-1 0 0 0,-1 0-1 0 0,0 0 1 0 0,0 0 0 0 0,0 0 0 0 0,0 0 0 0 0,-5 0-1 0 0,4 0 1 0 0,-300 106-82 0 0,-56 22 82 0 0,180-52-6 0 0,-198 117 0 0 0,359-183 17 0 0,-24 18-1 0 0,38-26-2 0 0,1-1 0 0 0,0 1 0 0 0,-1 0-1 0 0,1 0 1 0 0,0 1 0 0 0,1-1 0 0 0,-1 0 0 0 0,0 1-1 0 0,1 0 1 0 0,0 0 0 0 0,0 0 0 0 0,0 0-1 0 0,-2 8 1 0 0,4-11 0 0 0,-1 0 0 0 0,1 0 0 0 0,0 0 0 0 0,0 1-1 0 0,1-1 1 0 0,-1 0 0 0 0,0 0 0 0 0,0 0 0 0 0,1 1 0 0 0,-1-1-1 0 0,0 0 1 0 0,1 0 0 0 0,-1 0 0 0 0,1 0 0 0 0,-1 0-1 0 0,1 0 1 0 0,0 0 0 0 0,0 0 0 0 0,-1 0 0 0 0,2 1 0 0 0,1 0 0 0 0,0 0 0 0 0,-1 0 1 0 0,1 0-1 0 0,0 0 1 0 0,0-1-1 0 0,0 1 1 0 0,4 1-1 0 0,6 1 7 0 0,0-1 0 0 0,23 3 0 0 0,-34-6-6 0 0,48 6 8 0 0,0-4 0 0 0,60-3 0 0 0,103-17 22 0 0,-145 11-1 0 0,348-39 64 0 0,244-22 60 0 0,-219 34-70 0 0,-426 31-92 0 0,-22-2-9 0 0,-25-1-9 0 0,-161-11 19 0 0,-230 11 0 0 0,129 19 27 0 0,1 12-1 0 0,-500 111 1 0 0,776-132-12 0 0,-3 0-8 0 0,-35 12-1 0 0,51-14 2 0 0,-1-1 0 0 0,1 1-1 0 0,0 0 1 0 0,0 0 0 0 0,0 1-1 0 0,0-1 1 0 0,0 1 0 0 0,1 0-1 0 0,-1 0 1 0 0,1 0-1 0 0,0 0 1 0 0,0 1 0 0 0,-5 6-1 0 0,7-8 0 0 0,1-1 0 0 0,-1 0 0 0 0,1 0 0 0 0,-1 0 0 0 0,1 0 0 0 0,0 0 0 0 0,-1 1 0 0 0,1-1 0 0 0,0 0 0 0 0,0 0 0 0 0,0 0 0 0 0,0 1 0 0 0,0-1 0 0 0,0 0 0 0 0,0 0 0 0 0,0 1 0 0 0,1-1 0 0 0,-1 0 0 0 0,0 0 0 0 0,1 0 0 0 0,-1 1 0 0 0,1-1 0 0 0,0 1 0 0 0,0 0 2 0 0,1 0-1 0 0,0 0 1 0 0,0 1 0 0 0,0-2 0 0 0,0 1-1 0 0,0 0 1 0 0,0 0 0 0 0,0-1 0 0 0,6 3-1 0 0,3 2 14 0 0,0-2 0 0 0,0 1 0 0 0,20 3-1 0 0,11 0 30 0 0,-1-1-1 0 0,1-3 0 0 0,0-1 1 0 0,79-5-1 0 0,166-35 141 0 0,-92-2-100 0 0,282-94 0 0 0,-459 127-94 0 0,101-36-5 0 0,-98 33-60 0 0,0 0 0 0 0,-1-2-1 0 0,27-18 1 0 0,-43 27 16 0 0,0-1 0 0 0,-1 0 1 0 0,1 0-1 0 0,-1 0 0 0 0,0 0 0 0 0,1-1 1 0 0,-2 1-1 0 0,1-1 0 0 0,0 0 0 0 0,-1 0 0 0 0,1 0 1 0 0,-1 0-1 0 0,0 0 0 0 0,1-5 0 0 0,-2 5 18 0 0,-1 1 1 0 0,0-1-1 0 0,0 0 0 0 0,0 0 0 0 0,0 0 0 0 0,0 1 0 0 0,-1-1 0 0 0,0 0 0 0 0,0 0 0 0 0,0 1 0 0 0,0-1 1 0 0,0 1-1 0 0,-1-1 0 0 0,0 1 0 0 0,1-1 0 0 0,-1 1 0 0 0,-4-5 0 0 0,-3-4-9 0 0,0 1 0 0 0,-1 0 0 0 0,-1 0-1 0 0,0 1 1 0 0,-14-11 0 0 0,-67-42-81 0 0,88 61 124 0 0,-404-217-202 0 0,277 154 183 0 0,-101-50-14 0 0,-227-118 325 0 0,311 150 150 0 0,-138-104-1 0 0,264 172-371 0 0,1-2 0 0 0,1 0 0 0 0,0-1 0 0 0,1-1-1 0 0,1-1 1 0 0,-24-35 0 0 0,37 47-50 0 0,0 0 1 0 0,1 0-1 0 0,0-1 0 0 0,1 0 1 0 0,0 1-1 0 0,0-1 0 0 0,1 0 1 0 0,0-1-1 0 0,-1-13 0 0 0,3 15-11 0 0,0 0 1 0 0,1 1-1 0 0,0-1 1 0 0,0 0-1 0 0,1 1 0 0 0,-1-1 1 0 0,2 1-1 0 0,-1 0 0 0 0,1-1 1 0 0,0 1-1 0 0,1 1 0 0 0,0-1 1 0 0,4-6-1 0 0,-1 3-2 0 0,1 1-1 0 0,0 0 1 0 0,0 1 0 0 0,0 0-1 0 0,1 0 1 0 0,0 1 0 0 0,1 0-1 0 0,0 0 1 0 0,0 1 0 0 0,0 1-1 0 0,1 0 1 0 0,0 0 0 0 0,0 1 0 0 0,0 0-1 0 0,0 1 1 0 0,0 0 0 0 0,1 1-1 0 0,0 1 1 0 0,21-1 0 0 0,-13 1 5 0 0,0 2 0 0 0,0 1 0 0 0,-1 0 0 0 0,1 1 0 0 0,-1 1 0 0 0,1 1 0 0 0,-1 1 0 0 0,-1 1 0 0 0,1 0 0 0 0,-1 2 0 0 0,17 10 0 0 0,-2 2-2 0 0,-2 1 0 0 0,-1 2 0 0 0,-1 1 0 0 0,-1 1 1 0 0,49 59-1 0 0,-44-41 21 0 0,-2 0 0 0 0,-2 2 0 0 0,38 82 0 0 0,-61-115-17 0 0,-1-1 0 0 0,-1 1-1 0 0,0 0 1 0 0,0 0 0 0 0,-1 1 0 0 0,-1-1-1 0 0,1 23 1 0 0,-3-31-5 0 0,0-1-1 0 0,0 0 0 0 0,0 0 1 0 0,-1 1-1 0 0,0-1 1 0 0,0 0-1 0 0,0 0 1 0 0,0 0-1 0 0,0 0 1 0 0,-1 0-1 0 0,0 0 0 0 0,0 0 1 0 0,0 0-1 0 0,0-1 1 0 0,-1 1-1 0 0,1-1 1 0 0,-1 0-1 0 0,0 0 1 0 0,0 1-1 0 0,0-2 0 0 0,0 1 1 0 0,0 0-1 0 0,-1-1 1 0 0,0 1-1 0 0,1-1 1 0 0,-1 0-1 0 0,0 0 1 0 0,-5 1-1 0 0,4-2-2 0 0,-1 0-1 0 0,0 0 1 0 0,0 0 0 0 0,1-1 0 0 0,-1 0-1 0 0,0 0 1 0 0,0 0 0 0 0,0-1 0 0 0,0 0-1 0 0,1 0 1 0 0,-1 0 0 0 0,0-1 0 0 0,1 0-1 0 0,-1 0 1 0 0,-9-5 0 0 0,-2-3-3 0 0,-1 0 1 0 0,2-1-1 0 0,-21-17 0 0 0,5-1-8 0 0,0-2 0 0 0,3 0-1 0 0,0-2 1 0 0,-43-67 0 0 0,-73-162-22 0 0,-65-250-121 0 0,45-16 32 0 0,156 498 113 0 0,-22-76-85 0 0,-32-195 0 0 0,62 298 90 0 0,1-2-1 0 0,-1 1 1 0 0,1 0 0 0 0,0 0 0 0 0,0 0 0 0 0,0 0 0 0 0,1 0 0 0 0,-1 0 0 0 0,1 0 0 0 0,0 0-1 0 0,0 0 1 0 0,3-5 0 0 0,-4 9 5 0 0,0-1-1 0 0,1 1 0 0 0,-1-1 1 0 0,1 1-1 0 0,-1 0 1 0 0,0-1-1 0 0,1 1 0 0 0,-1 0 1 0 0,1 0-1 0 0,-1-1 0 0 0,1 1 1 0 0,-1 0-1 0 0,1 0 0 0 0,-1 0 1 0 0,1 0-1 0 0,-1-1 1 0 0,1 1-1 0 0,-1 0 0 0 0,1 0 1 0 0,0 0-1 0 0,-1 0 0 0 0,1 0 1 0 0,-1 0-1 0 0,1 1 1 0 0,-1-1-1 0 0,1 0 0 0 0,-1 0 1 0 0,1 0-1 0 0,-1 0 0 0 0,1 1 1 0 0,14 7 9 0 0,-4 0 1 0 0,0 1 0 0 0,-1 1 1 0 0,0-1-1 0 0,-1 2 0 0 0,13 17 0 0 0,35 61 36 0 0,-45-68-41 0 0,46 84 45 0 0,68 175 1 0 0,18 120 102 0 0,23 70 53 0 0,-150-434-109 0 0,-17-34-77 0 0,6-10 1 0 0,-5-1-21 0 0,0 0 0 0 0,-1 1 0 0 0,0-1 0 0 0,0 0 1 0 0,-1 1-1 0 0,-3-17 0 0 0,1 3-9 0 0,-27-189-98 0 0,-10 1-1 0 0,-8 2 0 0 0,-149-394 1 0 0,-63 6-45 0 0,219 505 133 0 0,0 11-83 0 0,40 79 86 0 0,-2 10 12 0 0,3 1 1 0 0,1 0 0 0 0,0 0 0 0 0,1-1 0 0 0,0 1 0 0 0,0 0 0 0 0,6 11 0 0 0,-1 3 5 0 0,110 308 110 0 0,23-7 6 0 0,37 93-19 0 0,-175-411-99 0 0,104 307 111 0 0,-98-286-92 0 0,8 39 50 0 0,-16-65-71 0 0,0-3 0 0 0,-1 0 0 0 0,0 0-1 0 0,1 0 1 0 0,-1 0 0 0 0,1 0-1 0 0,-1 0 1 0 0,1 0 0 0 0,0 0-1 0 0,-1 0 1 0 0,1 0 0 0 0,0 0-1 0 0,0 0 1 0 0,-1 0 0 0 0,1 0-1 0 0,0 0 1 0 0,0 0 0 0 0,1-2-1 0 0,-2-2-1 0 0,-133-1137-407 0 0,122 1042 389 0 0,-7-38-29 0 0,13 117 25 0 0,6 21 24 0 0,0 0 1 0 0,0 0 0 0 0,0 0 0 0 0,0 0-1 0 0,0 0 1 0 0,0 0 0 0 0,0 0 0 0 0,-1 0-1 0 0,1 0 1 0 0,0 0 0 0 0,0 0 0 0 0,0 0-1 0 0,0 0 1 0 0,0-1 0 0 0,0 1 0 0 0,0 0-1 0 0,0 0 1 0 0,0 0 0 0 0,-1 0 0 0 0,1 0-1 0 0,0 0 1 0 0,0 0 0 0 0,0 0 0 0 0,0 0-1 0 0,0 0 1 0 0,0 0 0 0 0,0 0 0 0 0,-1 0-1 0 0,1 0 1 0 0,0 0 0 0 0,0 1 0 0 0,0-1 0 0 0,0 0-1 0 0,0 0 1 0 0,0 0 0 0 0,0 0 0 0 0,0 0-1 0 0,0 0 1 0 0,0 0 0 0 0,-1 0 0 0 0,1 0-1 0 0,0 0 1 0 0,0 0 0 0 0,0 0 0 0 0,0 0-1 0 0,0 0 1 0 0,0 1 0 0 0,0-1 0 0 0,0 0-1 0 0,0 0 1 0 0,0 0 0 0 0,0 0 0 0 0,0 0-1 0 0,0 0 1 0 0,0 0 0 0 0,0 0 0 0 0,0 1-1 0 0,0-1 1 0 0,0 0 0 0 0,0 0 0 0 0,0 0-1 0 0,0 0 1 0 0,0 0 0 0 0,0 0 0 0 0,-5 24 4 0 0,5-23-1 0 0,-26 335 136 0 0,6-60-49 0 0,-84 527 143 0 0,50-396-135 0 0,45-292-51 0 0,8 179-1 0 0,3-267-32 0 0,0-1-1 0 0,2 0 1 0 0,1 0 0 0 0,1-1-1 0 0,18 46 1 0 0,-23-69-13 0 0,0 0 1 0 0,0 0-1 0 0,0 0 1 0 0,0 0-1 0 0,0 0 0 0 0,1 0 1 0 0,-1 0-1 0 0,1 0 1 0 0,0-1-1 0 0,2 3 0 0 0,-4-3-1 0 0,1-1 0 0 0,0 1 0 0 0,0-1 0 0 0,0 0-1 0 0,0 1 1 0 0,0-1 0 0 0,-1 0 0 0 0,1 1 0 0 0,0-1-1 0 0,0 0 1 0 0,0 0 0 0 0,0 0 0 0 0,0 0 0 0 0,0 0-1 0 0,0 0 1 0 0,0 0 0 0 0,0 0 0 0 0,1-1 0 0 0,1 0-1 0 0,-1 0 0 0 0,0 0 0 0 0,0 0 0 0 0,0-1 1 0 0,0 0-1 0 0,0 1 0 0 0,0-1 0 0 0,0 0 0 0 0,-1 0 0 0 0,1 1 1 0 0,0-1-1 0 0,-1-1 0 0 0,0 1 0 0 0,1 0 0 0 0,-1 0 0 0 0,0 0 1 0 0,1-5-1 0 0,6-14-9 0 0,-2 0-1 0 0,0-1 1 0 0,-2 0 0 0 0,0 0 0 0 0,1-45 0 0 0,-11-115-23 0 0,4 157 27 0 0,-20-183-48 0 0,21 203 51 0 0,-2-8 1 0 0,1 12 3 0 0,0 8-1 0 0,-1 18 8 0 0,0 0 0 0 0,2 0 0 0 0,2 30 1 0 0,0-1 1 0 0,7 410 121 0 0,2-335-80 0 0,42 201 0 0 0,-10-168-20 0 0,-34-139-33 0 0,1 0 0 0 0,0 0 0 0 0,2-1 0 0 0,23 36 1 0 0,-33-56-32 0 0,1 0 1 0 0,-1 0-1 0 0,0 0 1 0 0,1-1-1 0 0,-1 1 1 0 0,1 0 0 0 0,-1-1-1 0 0,1 1 1 0 0,0-1-1 0 0,0 0 1 0 0,-1 1-1 0 0,1-1 1 0 0,0 0-1 0 0,0 0 1 0 0,0 0-1 0 0,0-1 1 0 0,1 1 0 0 0,-1 0-1 0 0,0-1 1 0 0,0 1-1 0 0,0-1 1 0 0,1 0-1 0 0,-1 0 1 0 0,0 0-1 0 0,0 0 1 0 0,1 0 0 0 0,1 0-1 0 0,1-2-172 0 0,-1 0 1 0 0,1 0-1 0 0,-1 0 0 0 0,0 0 1 0 0,0-1-1 0 0,0 1 0 0 0,0-1 1 0 0,-1 0-1 0 0,1 0 0 0 0,-1-1 0 0 0,1 1 1 0 0,2-5-1 0 0,54-76-2985 0 0,-49 65 2641 0 0,1 1 0 0 0,0 1-1 0 0,2 0 1 0 0,0 1-1 0 0,31-28 1 0 0,-44 43 542 0 0,1 0-1 0 0,-1 0 0 0 0,1 0 1 0 0,-1 0-1 0 0,1 0 0 0 0,0 0 1 0 0,-1 1-1 0 0,1-1 1 0 0,0 0-1 0 0,0 1 0 0 0,0 0 1 0 0,-1-1-1 0 0,1 1 1 0 0,0 0-1 0 0,0 0 0 0 0,0 0 1 0 0,0 0-1 0 0,3 1 1 0 0,-2 0 24 0 0,0 0 0 0 0,0 0 1 0 0,0 0-1 0 0,0 1 0 0 0,-1-1 0 0 0,1 1 1 0 0,0 0-1 0 0,-1-1 0 0 0,1 1 1 0 0,2 3-1 0 0,5 6 76 0 0,-1 0-1 0 0,0 0 1 0 0,13 24-1 0 0,-17-28-125 0 0,50 90-2221 0 0,-40-73 1614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53 124 0 0,'5'-26'5969'0'0,"2"6"-2183"0"0,-7 13-1355 0 0,11 60-1079 0 0,-2-1 0 0 0,4 104 1 0 0,-9-88-882 0 0,12 334 682 0 0,-4-73-424 0 0,44 432 868 0 0,-21-317-763 0 0,44 885 685 0 0,-60-972-1462 0 0,-3-71 31 0 0,39 1006 887 0 0,-35-723-241 0 0,-6-230-302 0 0,-7-157-173 0 0,5 196 665 0 0,6-37-418 0 0,-6-168 1591 0 0,-8-59-632 0 0,-1-10-662 0 0,8 108-79 0 0,-4-115-531 0 0,-2-58-36 0 0,-3-12 45 0 0,11 76 163 0 0,-13-101-372 0 0,1 5-543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1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121 402 272 0 0,'-3'0'1595'0'0,"-65"8"7552"0"0,65-8-8568 0 0,-7 8 2389 0 0,-11 1 901 0 0,20-8-3532 0 0,-1 0 0 0 0,1 0 0 0 0,-1 0 0 0 0,1 0 0 0 0,-1 0 0 0 0,1 0 0 0 0,0 1 0 0 0,-1-1 0 0 0,-1 3 0 0 0,5-2-159 0 0,0 0 1 0 0,0 0-1 0 0,0 0 1 0 0,0 0-1 0 0,1-1 1 0 0,-1 1-1 0 0,1-1 0 0 0,-1 0 1 0 0,1 0-1 0 0,-1 1 1 0 0,1-2-1 0 0,0 1 1 0 0,-1 0-1 0 0,1 0 0 0 0,4 0 1 0 0,46 6 1581 0 0,-50-7-1629 0 0,67 3 912 0 0,118-8 0 0 0,-69-2-873 0 0,216-14-36 0 0,-83 3-31 0 0,1138-20-97 0 0,-107 49 158 0 0,59-3-78 0 0,-878-9-29 0 0,744-39-156 0 0,169-52 17 0 0,-1173 76 60 0 0,1492-123-70 0 0,-790 70 65 0 0,-814 64 25 0 0,267-9-6 0 0,-301 12 6 0 0,-38 2-82 0 0,-16 1 37 0 0,-1-1-1 0 0,1 0 1 0 0,-1 0 0 0 0,1 0 0 0 0,-1 0-1 0 0,0-1 1 0 0,1 1 0 0 0,6-3 0 0 0,-2 0-1030 0 0,-7 3 934 0 0,-1 0-1 0 0,1 0 1 0 0,-1-1 0 0 0,1 1 0 0 0,-1 0 0 0 0,1 0-1 0 0,-1-1 1 0 0,0 1 0 0 0,1 0 0 0 0,-1-1-1 0 0,1 1 1 0 0,-1 0 0 0 0,0-1 0 0 0,1 1 0 0 0,-1 0-1 0 0,0-1 1 0 0,0 1 0 0 0,1-1 0 0 0,-1 1 0 0 0,0-1-1 0 0,0 1 1 0 0,1-1 0 0 0,-1 1 0 0 0,0-1-1 0 0,0 1 1 0 0,0-1 0 0 0,0 1 0 0 0,0-1 0 0 0,0 1-1 0 0,0-1 1 0 0,0 1 0 0 0,0-1 0 0 0,0 1 0 0 0,0-1-1 0 0,0 1 1 0 0,0-1 0 0 0,-1 1 0 0 0,1 0-1 0 0,0-1 1 0 0,0 1 0 0 0,0-1 0 0 0,-1 1 0 0 0,1-1-1 0 0,0 1 1 0 0,-1-1 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3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 32 0 0,'-6'-15'12893'0'0,"18"29"-12674"0"0,1 0 0 0 0,1-1 0 0 0,27 19 0 0 0,-9-6-10 0 0,545 517 1248 0 0,178 213-194 0 0,-194-240-531 0 0,32-28-45 0 0,-260-217-470 0 0,-72-55-13 0 0,183 150 228 0 0,447 392 599 0 0,-632-519-687 0 0,596 585 362 0 0,-518-477-425 0 0,14 14 341 0 0,-16 16 98 0 0,271 307-115 0 0,-316-394-527 0 0,-117-120 213 0 0,-109-117-320 0 0,-56-67-6035 0 0,-9-2 177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4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61 109 1480 0 0,'-3'0'1668'0'0,"-52"2"7186"0"0,55-3-8803 0 0,-1 0 1 0 0,1 0-1 0 0,0 0 1 0 0,-1 1-1 0 0,1-1 1 0 0,0 0-1 0 0,0 0 0 0 0,0 0 1 0 0,0 0-1 0 0,0 1 1 0 0,0-1-1 0 0,0 0 1 0 0,0 0-1 0 0,0 0 1 0 0,0 0-1 0 0,1 1 1 0 0,-1-1-1 0 0,0 0 1 0 0,1 0-1 0 0,-1 0 0 0 0,0 1 1 0 0,1-1-1 0 0,-1 0 1 0 0,1 1-1 0 0,-1-1 1 0 0,1-1-1 0 0,3-1-21 0 0,0 0-1 0 0,0 1 1 0 0,0-1-1 0 0,1 0 0 0 0,-1 1 1 0 0,1 0-1 0 0,-1 0 1 0 0,1 1-1 0 0,0-1 1 0 0,-1 1-1 0 0,1 0 1 0 0,0 0-1 0 0,0 1 1 0 0,0-1-1 0 0,0 1 0 0 0,0 0 1 0 0,0 0-1 0 0,0 1 1 0 0,0-1-1 0 0,-1 1 1 0 0,1 0-1 0 0,0 1 1 0 0,0-1-1 0 0,-1 1 1 0 0,1 0-1 0 0,-1 0 0 0 0,1 0 1 0 0,-1 1-1 0 0,6 3 1 0 0,-2 0-19 0 0,-1 0 1 0 0,1 1-1 0 0,-1-1 1 0 0,0 2-1 0 0,-1-1 1 0 0,1 1-1 0 0,-1-1 0 0 0,-1 2 1 0 0,0-1-1 0 0,0 1 1 0 0,0-1-1 0 0,-1 1 1 0 0,-1 1-1 0 0,4 9 1 0 0,-4 1 55 0 0,0 0 1 0 0,-1 0 0 0 0,-1 1 0 0 0,0-1-1 0 0,-2 0 1 0 0,-6 38 0 0 0,7-56-38 0 0,8-9 4 0 0,-1-1-34 0 0,-1 0 0 0 0,1-1 0 0 0,-2 0 1 0 0,9-17-1 0 0,5-9-5 0 0,48-81-20 0 0,-18 27 40 0 0,-46 82 66 0 0,1 1 1 0 0,-1-1-1 0 0,-1 0 1 0 0,1 0-1 0 0,-1-1 1 0 0,0 1-1 0 0,1-10 1 0 0,-3 16-75 0 0,0 0 0 0 0,0 1 0 0 0,0-1 0 0 0,0 0 0 0 0,0 1-1 0 0,0-1 1 0 0,0 1 0 0 0,0-1 0 0 0,0 0 0 0 0,0 1 0 0 0,0-1 0 0 0,0 1 0 0 0,-1-1 0 0 0,1 0 0 0 0,0 1 0 0 0,0-1 0 0 0,-1 1 0 0 0,1-1 0 0 0,-1 1 0 0 0,1-1 0 0 0,0 1 0 0 0,-1-1 0 0 0,1 1 0 0 0,-1-1 0 0 0,1 1 0 0 0,-1 0-1 0 0,1-1 1 0 0,-1 1 0 0 0,1 0 0 0 0,-1-1 0 0 0,1 1 0 0 0,-1 0 0 0 0,1 0 0 0 0,-1 0 0 0 0,0-1 0 0 0,1 1 0 0 0,-1 0 0 0 0,0 0 0 0 0,1 0 0 0 0,-1 0 0 0 0,1 0 0 0 0,-1 0 0 0 0,0 0 0 0 0,1 0 0 0 0,-1 0 0 0 0,1 0 0 0 0,-1 1 0 0 0,-1-1-1 0 0,-1 1 5 0 0,0-1-1 0 0,0 1 0 0 0,0 0 1 0 0,0 0-1 0 0,0 1 0 0 0,1-1 1 0 0,-6 3-1 0 0,0 3 11 0 0,1 0 0 0 0,0 0 0 0 0,1 0 0 0 0,-1 1 1 0 0,1-1-1 0 0,1 2 0 0 0,0-1 0 0 0,0 0 0 0 0,0 1 0 0 0,1 0 0 0 0,-4 15 0 0 0,6-19-15 0 0,1 0 1 0 0,0 0-1 0 0,0 0 0 0 0,0 0 0 0 0,1 0 0 0 0,0 0 1 0 0,0 1-1 0 0,0-1 0 0 0,0 0 0 0 0,1 0 0 0 0,0 0 1 0 0,0 0-1 0 0,1 0 0 0 0,-1 0 0 0 0,1 0 1 0 0,0 0-1 0 0,0 0 0 0 0,1-1 0 0 0,-1 1 0 0 0,1-1 1 0 0,0 0-1 0 0,0 1 0 0 0,5 4 0 0 0,1-2-17 0 0,-1 0-1 0 0,1 0 0 0 0,0-1 1 0 0,0 0-1 0 0,1-1 1 0 0,-1 0-1 0 0,1 0 0 0 0,0-1 1 0 0,20 6-1 0 0,-16-7-747 0 0,0 0-1 0 0,24 1 1 0 0,-25-3-1420 0 0,1-1 1 0 0,23-3-1 0 0,-13 0-2935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5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59 288 0 0,'-72'-59'16352'0'0,"87"73"-15710"0"0,303 174 306 0 0,-253-146-816 0 0,-64-41-128 0 0,0-1 0 0 0,-1 1 0 0 0,1-1 0 0 0,0 1-1 0 0,0 0 1 0 0,-1 0 0 0 0,1-1 0 0 0,-1 1 0 0 0,1 0 0 0 0,-1 0 0 0 0,1 0 0 0 0,-1 0 0 0 0,1-1 0 0 0,-1 1 0 0 0,1 0 0 0 0,-1 0 0 0 0,0 0 0 0 0,0 0 0 0 0,0 0 0 0 0,1 0 0 0 0,-1 0 0 0 0,0 0 0 0 0,0 0 0 0 0,0 0 0 0 0,-1 0 0 0 0,1 0 0 0 0,0 0 0 0 0,0 0-1 0 0,0 0 1 0 0,-1 0 0 0 0,1 0 0 0 0,0 0 0 0 0,-1 0 0 0 0,1 0 0 0 0,-1-1 0 0 0,1 1 0 0 0,-1 0 0 0 0,0 0 0 0 0,1 0 0 0 0,-1-1 0 0 0,0 1 0 0 0,-1 1 0 0 0,-3 3 7 0 0,0 0 0 0 0,-1-1 0 0 0,0 1 0 0 0,-8 4 0 0 0,11-8-8 0 0,-35 20 42 0 0,-47 19 0 0 0,9-5-28 0 0,63-29-65 0 0,0 1 0 0 0,-22 16 0 0 0,32-21-352 0 0,0 1-1 0 0,0 0 1 0 0,0 0-1 0 0,0 0 1 0 0,0 0-1 0 0,1 1 1 0 0,-1-1-1 0 0,1 1 1 0 0,0-1-1 0 0,0 1 1 0 0,0 0-1 0 0,1 0 1 0 0,-3 7 0 0 0,4-10 156 0 0,0 0 0 0 0,0 0 0 0 0,0-1 0 0 0,0 1 0 0 0,0 0 0 0 0,0-1 0 0 0,1 1 0 0 0,-1 0 0 0 0,0-1 1 0 0,0 1-1 0 0,1-1 0 0 0,-1 1 0 0 0,0 0 0 0 0,1-1 0 0 0,-1 1 0 0 0,4 3-1219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5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10 2788 0 0,'5'-7'9773'0'0,"-5"6"-9568"0"0,-5 1 152 0 0,-1-1 0 0 0,1 1 1 0 0,-1 0-1 0 0,0 0 0 0 0,1 1 0 0 0,0-1 1 0 0,-1 1-1 0 0,1 0 0 0 0,-1 1 0 0 0,1 0 1 0 0,0-1-1 0 0,0 2 0 0 0,0-1 0 0 0,0 0 1 0 0,-6 5-1 0 0,-7 4-203 0 0,1 1-1 0 0,-28 24 1 0 0,29-22-69 0 0,2 1 0 0 0,0 0 0 0 0,-15 22-1 0 0,22-28-337 0 0,2 0 0 0 0,0-1 0 0 0,0 2 0 0 0,0-1-1 0 0,1 1 1 0 0,1-1 0 0 0,-1 1 0 0 0,-2 15 0 0 0,6-23-7 0 0,0 0 0 0 0,-1 0 0 0 0,1 0 0 0 0,0 0 1 0 0,0 0-1 0 0,1 0 0 0 0,-1 0 0 0 0,0 0 0 0 0,1 0 1 0 0,-1 0-1 0 0,1 0 0 0 0,1 2 0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6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67 424 0 0,'-3'-1'2118'0'0,"-79"-25"9965"0"0,80 26-11595 0 0,-12-2 686 0 0,11 4-1128 0 0,1-1 1 0 0,-1 1 0 0 0,1-1-1 0 0,0 1 1 0 0,0 0 0 0 0,0-1-1 0 0,0 1 1 0 0,0 0 0 0 0,0 1-1 0 0,0-1 1 0 0,1 0 0 0 0,-1 0-1 0 0,1 1 1 0 0,0-1 0 0 0,-1 1-1 0 0,1-1 1 0 0,-1 5 0 0 0,-17 55 337 0 0,15-45-299 0 0,-3 9-24 0 0,1-1 1 0 0,1 1-1 0 0,2 0 1 0 0,-1 30 0 0 0,3-48-49 0 0,1 0 0 0 0,0 0 0 0 0,1 0 0 0 0,0 0 0 0 0,0 0 0 0 0,1-1 0 0 0,0 1 0 0 0,0 0 0 0 0,1-1 0 0 0,0 1 0 0 0,0-1-1 0 0,1 0 1 0 0,0 0 0 0 0,0 0 0 0 0,1-1 0 0 0,-1 0 0 0 0,2 1 0 0 0,5 4 0 0 0,-8-8 11 0 0,0 0-1 0 0,0-1 1 0 0,1 0-1 0 0,-1 0 1 0 0,1 0-1 0 0,-1 0 0 0 0,1 0 1 0 0,0-1-1 0 0,0 1 1 0 0,0-1-1 0 0,0 0 1 0 0,0-1-1 0 0,0 1 0 0 0,0-1 1 0 0,0 1-1 0 0,7-1 1 0 0,-5-1 26 0 0,0 0 1 0 0,-1-1 0 0 0,1 1 0 0 0,0-1-1 0 0,0 0 1 0 0,-1-1 0 0 0,1 1-1 0 0,-1-1 1 0 0,0 0 0 0 0,6-5 0 0 0,1-2 44 0 0,0 0 0 0 0,-1 0 0 0 0,-1-1 0 0 0,0-1 0 0 0,0 0 0 0 0,-1 0 0 0 0,15-27 0 0 0,-13 17 59 0 0,-2 0 0 0 0,0 0 0 0 0,-1-1 0 0 0,7-32 0 0 0,-13 43-70 0 0,0 1 1 0 0,-1-1-1 0 0,0 0 1 0 0,0 1-1 0 0,-2-1 1 0 0,1 1 0 0 0,-1-1-1 0 0,-1 0 1 0 0,0 1-1 0 0,-1 0 1 0 0,-4-13-1 0 0,5 21-76 0 0,0 0-1 0 0,1 0 1 0 0,-2-1-1 0 0,1 1 0 0 0,0 1 1 0 0,0-1-1 0 0,-1 0 1 0 0,1 0-1 0 0,-1 1 0 0 0,0 0 1 0 0,-4-4-1 0 0,-1 1-27 0 0,7 4 5 0 0,0 1 0 0 0,0-1 1 0 0,0 1-1 0 0,0-1 0 0 0,0 1 0 0 0,0 0 1 0 0,0 0-1 0 0,0-1 0 0 0,0 1 0 0 0,0 0 1 0 0,0 0-1 0 0,0 0 0 0 0,0 0 0 0 0,0 0 1 0 0,0 0-1 0 0,0 0 0 0 0,-1 1 0 0 0,1-1-43 0 0,-2 0-79 0 0,1 0 1 0 0,-1 0-1 0 0,1 1 1 0 0,-1-1-1 0 0,1 1 1 0 0,-1 0-1 0 0,1-1 1 0 0,-1 1-1 0 0,1 0 1 0 0,0 0-1 0 0,-1 1 1 0 0,1-1-1 0 0,0 0 1 0 0,0 1-1 0 0,0 0 1 0 0,0-1-1 0 0,0 1 1 0 0,-2 2-1 0 0,0 0-443 0 0,1 1-1 0 0,-1-1 1 0 0,1 1-1 0 0,0 0 1 0 0,0 0-1 0 0,-3 8 1 0 0,-4 19-5629 0 0,7-16 83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6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 0 0,'6'2'838'0'0,"-1"1"1"0"0,0-1-1 0 0,0 1 1 0 0,0 1-1 0 0,-1-1 0 0 0,1 1 1 0 0,-1-1-1 0 0,0 1 0 0 0,0 1 1 0 0,0-1-1 0 0,0 0 0 0 0,-1 1 1 0 0,6 10-1 0 0,-5-7-356 0 0,-1 1 0 0 0,0-1 0 0 0,0 1 0 0 0,-1 0 0 0 0,0 0 0 0 0,0 0 0 0 0,-1 1 0 0 0,0 9 0 0 0,-2 40 633 0 0,-10 69 0 0 0,5-63-3362 0 0,2-2-4450 0 0,4-43-352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7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56 1380 0 0,'0'-3'2402'0'0,"-2"-16"1185"0"0,-1-8 3531 0 0,4 42-4793 0 0,0-5-2204 0 0,1 0 1 0 0,0 0-1 0 0,0 0 0 0 0,1 0 0 0 0,0-1 0 0 0,1 1 0 0 0,0-1 0 0 0,0 0 1 0 0,1 0-1 0 0,0 0 0 0 0,1 0 0 0 0,0-1 0 0 0,12 13 0 0 0,-13-16-101 0 0,0-1 0 0 0,0 1-1 0 0,1-1 1 0 0,0 0 0 0 0,-1 0-1 0 0,1-1 1 0 0,0 0 0 0 0,1 0-1 0 0,-1 0 1 0 0,1-1 0 0 0,-1 0-1 0 0,1 0 1 0 0,0-1 0 0 0,-1 1-1 0 0,1-2 1 0 0,0 1-1 0 0,0-1 1 0 0,0 0 0 0 0,0 0-1 0 0,0-1 1 0 0,0 0 0 0 0,6-1-1 0 0,-4-1-6 0 0,0 0 0 0 0,0 0 0 0 0,-1 0 0 0 0,0-1 0 0 0,1 0 0 0 0,-1-1 0 0 0,-1 0 0 0 0,1 0 0 0 0,-1-1 0 0 0,0 0 0 0 0,7-7-1 0 0,-5 4-7 0 0,-1-1 0 0 0,0 0 0 0 0,-1-1 0 0 0,1 0 0 0 0,-2 0 0 0 0,0 0 0 0 0,7-17-1 0 0,7-17 393 0 0,-19 43-283 0 0,0 4-36 0 0,1 1-35 0 0,-1 0 0 0 0,1 0 1 0 0,-1 0-1 0 0,0-1 0 0 0,0 2 0 0 0,0-1 0 0 0,-1 0 0 0 0,1 0 0 0 0,-1 0 1 0 0,0 5-1 0 0,0 39 489 0 0,-1-22-291 0 0,1 66 437 0 0,-21 572 2331 0 0,16-615-2837 0 0,-2 0-1 0 0,-20 69 0 0 0,21-98-123 0 0,0-1-1 0 0,-1 0 0 0 0,-1 0 0 0 0,-1-1 1 0 0,0 0-1 0 0,-1-1 0 0 0,-1 0 0 0 0,-1 0 1 0 0,-14 15-1 0 0,22-27-38 0 0,1-1 0 0 0,-1 1 1 0 0,0-1-1 0 0,-1 0 0 0 0,1 0 0 0 0,0-1 0 0 0,-1 1 0 0 0,0-1 1 0 0,0 0-1 0 0,1 0 0 0 0,-1 0 0 0 0,0-1 0 0 0,0 0 0 0 0,-1 0 1 0 0,1 0-1 0 0,-7 0 0 0 0,5-1-5 0 0,0-1 0 0 0,0 0 1 0 0,0 0-1 0 0,0-1 0 0 0,0 0 0 0 0,1 0 1 0 0,-1 0-1 0 0,1-1 0 0 0,-1 0 0 0 0,1 0 1 0 0,-7-5-1 0 0,3 1-17 0 0,0 0-1 0 0,1-1 1 0 0,0 0 0 0 0,0-1 0 0 0,0 0 0 0 0,1 0-1 0 0,1-1 1 0 0,0 0 0 0 0,0 0 0 0 0,1-1 0 0 0,0 0-1 0 0,1 0 1 0 0,-7-19 0 0 0,9 16-3 0 0,0 0 0 0 0,1 0 0 0 0,0 0 0 0 0,1 0 0 0 0,1 0-1 0 0,0 0 1 0 0,1 0 0 0 0,0 0 0 0 0,5-17 0 0 0,-1 11-170 0 0,1 0 0 0 0,1 1 1 0 0,1 0-1 0 0,1 0 0 0 0,18-30 0 0 0,-1 12-794 0 0,2 0-1 0 0,1 2 0 0 0,2 1 1 0 0,1 1-1 0 0,37-28 1 0 0,26-14-2975 0 0,-30 27-1859 0 0,-23 17-541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7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34 1988 0 0,'-41'-33'13813'0'0,"58"44"-12311"0"0,105 67 167 0 0,-39-27-1348 0 0,106 88 0 0 0,-186-137-313 0 0,-1-1 0 0 0,0 1 0 0 0,0 0 0 0 0,0 0 0 0 0,0 0 0 0 0,0 0 0 0 0,0 1-1 0 0,-1-1 1 0 0,1 0 0 0 0,-1 1 0 0 0,1 0 0 0 0,-1-1 0 0 0,0 1 0 0 0,0-1 0 0 0,0 1-1 0 0,-1 0 1 0 0,1 0 0 0 0,0 0 0 0 0,-1-1 0 0 0,0 1 0 0 0,0 0 0 0 0,0 0-1 0 0,0 0 1 0 0,0 0 0 0 0,0 0 0 0 0,-2 3 0 0 0,0 0 1 0 0,-1 1 0 0 0,0-1 0 0 0,-1-1 0 0 0,1 1 0 0 0,-1 0 1 0 0,0-1-1 0 0,-1 0 0 0 0,1 0 0 0 0,-1 0 0 0 0,-7 6 0 0 0,-50 39 84 0 0,-91 58 1 0 0,99-74-48 0 0,2 2 0 0 0,1 3 1 0 0,-57 58-1 0 0,101-91-176 0 0,2 1 0 0 0,-1 1 0 0 0,1-1 0 0 0,-8 14 0 0 0,12-19-125 0 0,0 0 0 0 0,0 0 0 0 0,1 0 0 0 0,-1 0-1 0 0,0 1 1 0 0,1-1 0 0 0,0 0 0 0 0,-1 0 0 0 0,1 1 0 0 0,0 3 0 0 0,0-5-108 0 0,0 0 0 0 0,1 0 1 0 0,-1 0-1 0 0,0 0 0 0 0,1 0 0 0 0,-1 0 0 0 0,1 0 1 0 0,-1 0-1 0 0,1 0 0 0 0,0 0 0 0 0,-1 0 1 0 0,1 0-1 0 0,0 0 0 0 0,3 2-1451 0 0,-3-2 1451 0 0,0 0 0 0 0,0-1 1 0 0,2 1-1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7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325 184 896 0 0,'-3'-15'6077'0'0,"2"14"-5721"0"0,0 0 0 0 0,0 0-1 0 0,-1 0 1 0 0,1 0 0 0 0,0 0-1 0 0,-1 0 1 0 0,1 0-1 0 0,-1 1 1 0 0,1-1 0 0 0,-1 0-1 0 0,0 1 1 0 0,1 0 0 0 0,-1-1-1 0 0,1 1 1 0 0,-1 0 0 0 0,-3-1-1 0 0,2 2-89 0 0,0-1 0 0 0,1 0 1 0 0,-1 1-1 0 0,0 0 0 0 0,0-1 0 0 0,1 1 0 0 0,-1 0 0 0 0,0 1 0 0 0,-2 1 0 0 0,-3 2 67 0 0,0 0 1 0 0,0 1-1 0 0,1 0 0 0 0,0 1 0 0 0,-8 8 1 0 0,1 2-91 0 0,0 1 1 0 0,1 0 0 0 0,1 1-1 0 0,1 1 1 0 0,1 0 0 0 0,0 0 0 0 0,2 1-1 0 0,0 0 1 0 0,-7 36 0 0 0,11-41-176 0 0,2 1 1 0 0,0-1-1 0 0,1 1 1 0 0,0 0-1 0 0,5 31 0 0 0,-3-37 10 0 0,1 0 0 0 0,1 0 0 0 0,0 0 0 0 0,1 0 0 0 0,0-1 0 0 0,0 0 0 0 0,1 1 0 0 0,1-1 0 0 0,8 11 0 0 0,-10-15 21 0 0,0 0 1 0 0,1-1-1 0 0,-1 0 1 0 0,1 0-1 0 0,1-1 0 0 0,-1 1 1 0 0,1-1-1 0 0,0 0 1 0 0,0 0-1 0 0,0-1 1 0 0,0 0-1 0 0,0 0 1 0 0,1 0-1 0 0,0-1 1 0 0,-1 0-1 0 0,1 0 1 0 0,0-1-1 0 0,0 0 1 0 0,9 1-1 0 0,-6-3 21 0 0,0 1 1 0 0,0-1-1 0 0,0 0 0 0 0,0-1 0 0 0,0-1 0 0 0,0 1 1 0 0,-1-1-1 0 0,1-1 0 0 0,-1 0 0 0 0,0 0 1 0 0,0-1-1 0 0,15-11 0 0 0,-5 2-68 0 0,-1-1 0 0 0,-1-1 0 0 0,0-1 0 0 0,-1-1 1 0 0,-1 0-1 0 0,-1 0 0 0 0,0-2 0 0 0,11-22 0 0 0,-12 18 1 0 0,-2 0 0 0 0,0-1 0 0 0,-1-1 0 0 0,-2 0 1 0 0,0 0-1 0 0,6-47 0 0 0,-13 63-17 0 0,0-1 0 0 0,0 1 0 0 0,-2 0 0 0 0,1-1 0 0 0,-1 1 1 0 0,0 0-1 0 0,-1-1 0 0 0,-1 1 0 0 0,1 0 0 0 0,-2 0 0 0 0,1 0 1 0 0,-1 1-1 0 0,-1-1 0 0 0,0 1 0 0 0,0 0 0 0 0,-1 0 0 0 0,0 1 0 0 0,0 0 1 0 0,-1 0-1 0 0,0 0 0 0 0,0 1 0 0 0,-1 0 0 0 0,0 0 0 0 0,0 1 0 0 0,-1 0 1 0 0,-18-9-1 0 0,6 4 2 0 0,0 2 1 0 0,-1 0-1 0 0,0 1 0 0 0,0 2 1 0 0,0 0-1 0 0,-1 1 0 0 0,0 1 1 0 0,-41-1-1 0 0,42 5-934 0 0,0 1-1 0 0,0 1 1 0 0,-36 8 0 0 0,40-6-1686 0 0,0 2 0 0 0,0 0 1 0 0,0 1-1 0 0,-25 13 0 0 0,22-9-5541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18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4300 0 0,'14'3'12786'0'0,"1"-6"-12406"0"0,-13-7-3041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1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112 232 2004 0 0,'1'-22'6991'0'0,"-3"16"-5845"0"0,-1 1-1 0 0,1 0 1 0 0,-1 0-1 0 0,-6-9 1 0 0,8 13-725 0 0,-20 10 548 0 0,17-4-861 0 0,-1 1 0 0 0,1-1 1 0 0,0 1-1 0 0,1 0 0 0 0,-1 0 1 0 0,1 1-1 0 0,1-1 0 0 0,-1 1 1 0 0,-1 8-1 0 0,-13 66 310 0 0,14-59-306 0 0,-4 31-19 0 0,2 1-1 0 0,2-1 0 0 0,3 1 0 0 0,2 0 0 0 0,13 74 1 0 0,-10-95-79 0 0,14 43 0 0 0,-17-67 0 0 0,1 0 1 0 0,1-1-1 0 0,-1 1 0 0 0,2-1 1 0 0,-1 0-1 0 0,1 0 1 0 0,0 0-1 0 0,0-1 0 0 0,13 14 1 0 0,-15-19-4 0 0,-1 0-1 0 0,1 0 1 0 0,0 0 0 0 0,-1 0 0 0 0,1 0 0 0 0,0-1 0 0 0,0 1 0 0 0,0-1 0 0 0,0 0 0 0 0,1 0 0 0 0,-1 0 0 0 0,0 0-1 0 0,0 0 1 0 0,1-1 0 0 0,-1 1 0 0 0,0-1 0 0 0,0 0 0 0 0,5 0 0 0 0,-3-1 0 0 0,0-1 0 0 0,-1 1 1 0 0,1 0-1 0 0,0-1 0 0 0,0 0 0 0 0,-1 0 1 0 0,0-1-1 0 0,1 1 0 0 0,-1-1 0 0 0,8-6 1 0 0,-1-2 8 0 0,0-1 1 0 0,0 1 0 0 0,-1-2 0 0 0,0 0 0 0 0,-1 0 0 0 0,11-23-1 0 0,-7 9-5 0 0,-2-1 0 0 0,-1 0 0 0 0,-1-1-1 0 0,-1 0 1 0 0,-2 0 0 0 0,-1 0-1 0 0,1-41 1 0 0,-4 16-20 0 0,-2-1-1 0 0,-3 1 1 0 0,-12-61-1 0 0,10 84 14 0 0,-2 1 0 0 0,-19-56-1 0 0,22 75-2 0 0,-1 0 0 0 0,-1 0 1 0 0,1 0-1 0 0,-1 1 0 0 0,-1 0 0 0 0,0 0 1 0 0,-1 0-1 0 0,0 1 0 0 0,0 0 0 0 0,-13-10 0 0 0,17 16-12 0 0,1 0-1 0 0,-1 1 1 0 0,0-1-1 0 0,0 1 1 0 0,0 0-1 0 0,0 1 1 0 0,-1-1-1 0 0,1 0 1 0 0,0 1-1 0 0,-1 0 1 0 0,1 0 0 0 0,-1 1-1 0 0,1-1 1 0 0,-1 1-1 0 0,1 0 1 0 0,-1 0-1 0 0,1 0 1 0 0,-1 1-1 0 0,-4 1 1 0 0,3-1-310 0 0,0 2 1 0 0,0-1 0 0 0,0 1 0 0 0,1 0 0 0 0,-1 0 0 0 0,1 1 0 0 0,-1-1 0 0 0,1 1 0 0 0,0 0 0 0 0,1 1 0 0 0,-1-1-1 0 0,-7 10 1 0 0,-12 21-6135 0 0,15-17 461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90 864 0 0,'-9'-90'12802'0'0,"18"108"-11162"0"0,2 99-745 0 0,-6 1-1 0 0,-9 122 1 0 0,2-180-824 0 0,1-28 38 0 0,1-25-33 0 0,0-9 17 0 0,7-158-49 0 0,-1 35-90 0 0,-6 103 42 0 0,0-18-22 0 0,2-1 1 0 0,2 0 0 0 0,13-61 0 0 0,-16 99 27 0 0,0-1 0 0 0,0 0-1 0 0,1 1 1 0 0,-1-1 0 0 0,1 1 0 0 0,0-1 0 0 0,0 1 0 0 0,0 0 0 0 0,0 0 0 0 0,1 0 0 0 0,5-6 0 0 0,-7 8 4 0 0,1 0 1 0 0,-1 0-1 0 0,1 0 0 0 0,0 0 1 0 0,0 0-1 0 0,-1 1 1 0 0,1-1-1 0 0,0 0 0 0 0,0 1 1 0 0,0 0-1 0 0,0-1 0 0 0,0 1 1 0 0,-1 0-1 0 0,1 0 1 0 0,0 0-1 0 0,0 0 0 0 0,0 0 1 0 0,0 0-1 0 0,0 1 0 0 0,0-1 1 0 0,0 1-1 0 0,-1-1 1 0 0,1 1-1 0 0,3 1 0 0 0,2 2 12 0 0,-1 0-1 0 0,1 0 1 0 0,-1 0-1 0 0,0 1 1 0 0,0 0-1 0 0,0 0 1 0 0,-1 1-1 0 0,0-1 1 0 0,5 8-1 0 0,7 11 29 0 0,14 27 0 0 0,-12-19 5 0 0,7 16 88 0 0,35 86-1 0 0,-15-28-2111 0 0,-34-76-133 0 0,-1-2-3762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63 170 2212 0 0,'-27'-4'5745'0'0,"-9"-5"-101"0"0,37 8-5483 0 0,0 0 1 0 0,-1-1-1 0 0,1 1 0 0 0,0 0 0 0 0,0-1 0 0 0,0 1 1 0 0,0 0-1 0 0,0 0 0 0 0,0 0 0 0 0,0 0 0 0 0,0 0 1 0 0,3-1-1 0 0,15-10 145 0 0,1 1-1 0 0,1 1 1 0 0,0 0 0 0 0,39-11 0 0 0,-35 13-498 0 0,50-19-1889 0 0,3-1-4335 0 0,-38 14 283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3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89 1976 0 0,'-14'-89'10385'0'0,"31"126"-10140"0"0,67 221 26 0 0,-52-146-6833 0 0,-27-93 2651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19 302 680 0 0,'-5'-14'1394'0'0,"1"-1"-1"0"0,1 0 1 0 0,0 0-1 0 0,1-1 1 0 0,1 1-1 0 0,0-21 1 0 0,2 28-1284 0 0,0 1 0 0 0,0 0 0 0 0,1-1 0 0 0,0 1 0 0 0,0 0 0 0 0,0 0 0 0 0,1 1 0 0 0,0-1 0 0 0,1 1 0 0 0,-1-1 0 0 0,1 1 0 0 0,0 0 0 0 0,1 0 0 0 0,0 0 0 0 0,8-7 0 0 0,-5 6-61 0 0,1-1-1 0 0,0 2 1 0 0,0-1-1 0 0,0 1 1 0 0,1 0-1 0 0,0 1 0 0 0,11-4 1 0 0,-18 8-42 0 0,1-1 0 0 0,-1 1 0 0 0,1 0 0 0 0,-1 0 0 0 0,1 0 0 0 0,0 1-1 0 0,-1-1 1 0 0,1 1 0 0 0,0 0 0 0 0,-1 0 0 0 0,1 0 0 0 0,0 1 0 0 0,-1-1 0 0 0,1 1 0 0 0,-1 0 0 0 0,1 0 0 0 0,0 0 0 0 0,-1 0 0 0 0,0 1 0 0 0,1 0 0 0 0,-1-1-1 0 0,0 1 1 0 0,0 0 0 0 0,0 0 0 0 0,3 3 0 0 0,-3-1 0 0 0,0 0 1 0 0,-1 0-1 0 0,1 0 0 0 0,-1 0 0 0 0,0 0 0 0 0,0 0 1 0 0,0 1-1 0 0,-1-1 0 0 0,1 1 0 0 0,-1-1 0 0 0,0 1 1 0 0,0 0-1 0 0,-1-1 0 0 0,0 1 0 0 0,1 0 0 0 0,-2-1 1 0 0,1 1-1 0 0,0 0 0 0 0,-1 0 0 0 0,0-1 0 0 0,0 1 1 0 0,-2 4-1 0 0,-3 13 22 0 0,-2-1 0 0 0,-1 1 1 0 0,-12 21-1 0 0,19-38-20 0 0,-7 12 24 0 0,5-13-31 0 0,1 1 1 0 0,1 0-1 0 0,-1 1 1 0 0,1-1-1 0 0,0 0 1 0 0,0 1-1 0 0,0 5 1 0 0,0-4 2 0 0,3-4-9 0 0,1-1 2 0 0,0-1 1 0 0,0 1 0 0 0,0-1 0 0 0,0 1 0 0 0,0-1 0 0 0,0 0-1 0 0,0 0 1 0 0,0 0 0 0 0,0 0 0 0 0,1 0 0 0 0,-1 0 0 0 0,0-1-1 0 0,1 1 1 0 0,-1-1 0 0 0,0 0 0 0 0,1 1 0 0 0,-1-1 0 0 0,5-1-1 0 0,3 2-1 0 0,5 1 5 0 0,92 20 2 0 0,-94-19 28 0 0,-1 2 0 0 0,1-1-1 0 0,-1 1 1 0 0,1 1 0 0 0,-2 0 0 0 0,13 8-1 0 0,-22-12 60 0 0,1 0 0 0 0,-1 0-1 0 0,1 0 1 0 0,-1 0 0 0 0,0 0 0 0 0,0 1-1 0 0,0-1 1 0 0,0 1 0 0 0,0-1 0 0 0,-1 1-1 0 0,1 0 1 0 0,-1-1 0 0 0,1 1 0 0 0,-1 0-1 0 0,0 0 1 0 0,0 0 0 0 0,0 0 0 0 0,0 5-1 0 0,-1-3 17 0 0,0-1-1 0 0,-1 1 0 0 0,1 0 0 0 0,-1-1 1 0 0,0 1-1 0 0,0-1 0 0 0,0 1 0 0 0,-1-1 0 0 0,1 0 1 0 0,-1 1-1 0 0,-3 4 0 0 0,-4 5 41 0 0,-1 0 1 0 0,0-1-1 0 0,0-1 0 0 0,-1 1 0 0 0,-1-2 1 0 0,-14 12-1 0 0,6-7-203 0 0,-2 0-1 0 0,1-2 1 0 0,-2 0 0 0 0,0-2 0 0 0,-1 0-1 0 0,0-2 1 0 0,0 0 0 0 0,-1-2 0 0 0,0-1-1 0 0,-43 7 1 0 0,65-13-521 0 0,0-1 0 0 0,-1 0 0 0 0,1 0 1 0 0,0 0-1 0 0,-1-1 0 0 0,1 1 0 0 0,0-1 0 0 0,-1 0 0 0 0,-2-1 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5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45 128 0 0,'-1'-3'999'0'0,"-1"-1"1"0"0,-1 1-1 0 0,1 0 1 0 0,0 0-1 0 0,-1 0 0 0 0,1 0 1 0 0,-1 0-1 0 0,-6-5 0 0 0,-5-4 2141 0 0,1 22-2623 0 0,10-5-455 0 0,0-1 1 0 0,1 1 0 0 0,-1-1 0 0 0,1 1 0 0 0,1 0 0 0 0,-1 0 0 0 0,1 0 0 0 0,-1 0 0 0 0,1 0 0 0 0,1 0 0 0 0,-1 8 0 0 0,-1 0 23 0 0,-1 12-4 0 0,1 1 1 0 0,0 0-1 0 0,3 0 1 0 0,0 0 0 0 0,1 0-1 0 0,8 37 1 0 0,-6-48-104 0 0,0 1 0 0 0,0-1 0 0 0,2-1 0 0 0,0 1 1 0 0,0-1-1 0 0,1 0 0 0 0,1 0 0 0 0,1-1 0 0 0,-1 0 1 0 0,2-1-1 0 0,21 22 0 0 0,-26-29-309 0 0,1-1 0 0 0,0 1-1 0 0,0-2 1 0 0,0 1 0 0 0,0-1 0 0 0,13 6 0 0 0,-12-7-947 0 0,-1 0 1 0 0,1-1 0 0 0,14 3 0 0 0,-1-4-2852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5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95 2320 0 0,'-7'-10'1858'0'0,"1"1"-1"0"0,1-1 0 0 0,0 0 1 0 0,-6-18-1 0 0,10 27-1815 0 0,1 1 1 0 0,0-1-1 0 0,0 0 1 0 0,0 0-1 0 0,0 1 1 0 0,-1-1-1 0 0,1 0 1 0 0,0 0-1 0 0,0 1 0 0 0,0-1 1 0 0,0 0-1 0 0,1 0 1 0 0,-1 1-1 0 0,0-1 1 0 0,0 0-1 0 0,0 0 0 0 0,1 1 1 0 0,-1-1-1 0 0,0 0 1 0 0,1 1-1 0 0,-1-1 1 0 0,0 0-1 0 0,1 1 0 0 0,-1-1 1 0 0,1 0-1 0 0,-1 1 1 0 0,2-1-1 0 0,-1 0 8 0 0,1 0 0 0 0,0 0 0 0 0,-1 0 0 0 0,1 1-1 0 0,0-1 1 0 0,-1 0 0 0 0,1 1 0 0 0,0 0 0 0 0,0-1 0 0 0,3 1-1 0 0,36 3 205 0 0,-37-2-240 0 0,1 0 0 0 0,0 1 0 0 0,0-1 0 0 0,-1 1 0 0 0,1 0 0 0 0,-1 0 0 0 0,0 1-1 0 0,1-1 1 0 0,-1 1 0 0 0,0 0 0 0 0,-1 0 0 0 0,1 1 0 0 0,0-1 0 0 0,-1 1 0 0 0,0 0 0 0 0,0-1-1 0 0,0 1 1 0 0,0 1 0 0 0,-1-1 0 0 0,1 0 0 0 0,-1 1 0 0 0,0-1 0 0 0,1 6 0 0 0,-2-4-3 0 0,1 0 0 0 0,-1 1 0 0 0,-1-1 0 0 0,1 1 0 0 0,-1-1 0 0 0,0 1 0 0 0,-1-1 0 0 0,0 1 1 0 0,0-1-1 0 0,0 1 0 0 0,0-1 0 0 0,-1 0 0 0 0,0 0 0 0 0,-1 0 0 0 0,0 0 0 0 0,-5 10 0 0 0,-59 76 117 0 0,56-76-118 0 0,10-15-7 0 0,2 0-6 0 0,3 1 0 0 0,-1-1 0 0 0,1 0 0 0 0,0 0-1 0 0,-1 0 1 0 0,1 0 0 0 0,0-1 0 0 0,0 1 0 0 0,-1-1-1 0 0,1 0 1 0 0,0 0 0 0 0,4-1 0 0 0,4 0-7 0 0,6 2 5 0 0,-1 1 1 0 0,1 1-1 0 0,0 0 1 0 0,32 11-1 0 0,-44-11 55 0 0,1-1-1 0 0,0 1 1 0 0,-1 0-1 0 0,0 1 1 0 0,0-1-1 0 0,0 1 1 0 0,0 0-1 0 0,0 1 1 0 0,-1-1-1 0 0,0 1 1 0 0,0 0-1 0 0,0 1 1 0 0,-1-1-1 0 0,1 1 1 0 0,3 6-1 0 0,-7-8 22 0 0,0-1 0 0 0,0 1 0 0 0,0 0 0 0 0,0-1 1 0 0,-1 1-1 0 0,0 0 0 0 0,1 0 0 0 0,-1 0 0 0 0,-1-1 0 0 0,1 1 0 0 0,0 0 0 0 0,-1 0 1 0 0,0-1-1 0 0,0 1 0 0 0,0 0 0 0 0,0-1 0 0 0,-1 1 0 0 0,1-1 0 0 0,-1 1 0 0 0,0-1 0 0 0,0 0 1 0 0,0 0-1 0 0,-4 4 0 0 0,-4 5 39 0 0,1-1 1 0 0,-2 0 0 0 0,1-1 0 0 0,-20 15-1 0 0,15-15-136 0 0,1-1-1 0 0,-1 0 1 0 0,0-1 0 0 0,-1-1-1 0 0,0 0 1 0 0,0-1-1 0 0,-23 5 1 0 0,20-10-1535 0 0,19-1 1288 0 0,-1 0-1 0 0,1 0 1 0 0,-1 0-1 0 0,0 0 0 0 0,1 0 1 0 0,-1 0-1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0 2020 0 0,'-2'1'2100'0'0,"-16"10"358"0"0,1 1 0 0 0,-23 19 0 0 0,28-20-1830 0 0,0 0 0 0 0,1 1 0 0 0,0 1 0 0 0,-9 13 0 0 0,15-18-703 0 0,0-1 1 0 0,1 2-1 0 0,0-1 0 0 0,0 0 1 0 0,1 1-1 0 0,0 0 0 0 0,0 0 0 0 0,-1 10 1 0 0,3-12-239 0 0,1 0 0 0 0,-1-1 1 0 0,1 1-1 0 0,1 0 0 0 0,-1 0 1 0 0,1-1-1 0 0,0 1 0 0 0,1 0 1 0 0,0-1-1 0 0,0 0 0 0 0,0 1 1 0 0,4 7-1 0 0,1-3-2882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6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98 132 2480 0 0,'-11'-47'7988'0'0,"10"45"-7126"0"0,0 1-722 0 0,-1 1 1 0 0,1 0 0 0 0,0 0 0 0 0,0 0 0 0 0,-1 0-1 0 0,1 0 1 0 0,0 0 0 0 0,0 0 0 0 0,-1 1-1 0 0,1-1 1 0 0,0 0 0 0 0,0 1 0 0 0,-2 0 0 0 0,-3 7 101 0 0,0 0 1 0 0,0 1 0 0 0,1 0 0 0 0,0 0 0 0 0,1 0-1 0 0,0 0 1 0 0,0 1 0 0 0,-2 10 0 0 0,-1 10 9 0 0,-5 40-1 0 0,11-63-217 0 0,0-1-1 0 0,1 1 0 0 0,0 0 0 0 0,0-1 0 0 0,1 1 0 0 0,0-1 0 0 0,0 1 0 0 0,0-1 0 0 0,1 1 0 0 0,0-1 0 0 0,0 0 1 0 0,0 1-1 0 0,7 10 0 0 0,-7-14-11 0 0,1 0-1 0 0,-1 0 1 0 0,0 0 0 0 0,1 0 0 0 0,0-1 0 0 0,0 1-1 0 0,0-1 1 0 0,0 1 0 0 0,0-1 0 0 0,0 0 0 0 0,1 0 0 0 0,-1-1-1 0 0,1 1 1 0 0,-1-1 0 0 0,1 1 0 0 0,0-1 0 0 0,-1 0-1 0 0,1-1 1 0 0,0 1 0 0 0,0-1 0 0 0,0 1 0 0 0,-1-1 0 0 0,1 0-1 0 0,7-1 1 0 0,-6 0-7 0 0,1 0 0 0 0,-1 0 0 0 0,0 0 0 0 0,1-1 0 0 0,-1 1 0 0 0,0-1 0 0 0,0 0 0 0 0,0-1 0 0 0,-1 1 0 0 0,1-1 0 0 0,0 0 0 0 0,-1 0 0 0 0,0-1 0 0 0,0 1 0 0 0,5-6-1 0 0,-5 3-5 0 0,1 1 0 0 0,-1-1 0 0 0,0-1-1 0 0,-1 1 1 0 0,0-1 0 0 0,0 1 0 0 0,0-1-1 0 0,-1 0 1 0 0,0 0 0 0 0,2-10 0 0 0,-2 4 19 0 0,0-1 0 0 0,-2 0 1 0 0,1 1-1 0 0,-2-1 1 0 0,0 0-1 0 0,0 1 0 0 0,-1-1 1 0 0,-1 1-1 0 0,0-1 1 0 0,-1 1-1 0 0,-9-20 0 0 0,9 25-29 0 0,0 1-1 0 0,0-1 0 0 0,-1 1 1 0 0,0 0-1 0 0,0 1 1 0 0,-1-1-1 0 0,0 1 0 0 0,0 0 1 0 0,0 0-1 0 0,-1 1 0 0 0,0 0 1 0 0,0 0-1 0 0,0 1 1 0 0,0 0-1 0 0,-1 0 0 0 0,0 0 1 0 0,0 1-1 0 0,0 0 0 0 0,0 1 1 0 0,0 0-1 0 0,0 0 1 0 0,-15-1-1 0 0,22 3-171 0 0,-1 0 1 0 0,0 0-1 0 0,0 0 0 0 0,1 0 1 0 0,-1 0-1 0 0,0 1 1 0 0,0-1-1 0 0,1 0 0 0 0,-1 1 1 0 0,0-1-1 0 0,1 1 0 0 0,-1 0 1 0 0,0 0-1 0 0,1-1 1 0 0,-1 1-1 0 0,-1 2 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6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35 2856 0 0,'4'-9'4128'0'0,"-4"7"-3883"0"0,0 1 0 0 0,1 0 1 0 0,-1 0-1 0 0,0-1 0 0 0,1 1 0 0 0,0 0 1 0 0,-1 0-1 0 0,1 0 0 0 0,0-1 0 0 0,-1 1 0 0 0,1 0 1 0 0,0 0-1 0 0,0 0 0 0 0,0 0 0 0 0,0 0 0 0 0,0 1 1 0 0,0-1-1 0 0,0 0 0 0 0,0 0 0 0 0,0 1 1 0 0,1-1-1 0 0,-1 1 0 0 0,0-1 0 0 0,0 1 0 0 0,1-1 1 0 0,-1 1-1 0 0,0 0 0 0 0,3-1 0 0 0,9 1 112 0 0,0 1-1 0 0,1 0 1 0 0,-1 0 0 0 0,0 2-1 0 0,0-1 1 0 0,0 2-1 0 0,0 0 1 0 0,-1 0-1 0 0,1 1 1 0 0,-1 1-1 0 0,0 0 1 0 0,-1 1 0 0 0,1 0-1 0 0,-1 0 1 0 0,-1 1-1 0 0,15 15 1 0 0,-11-10-228 0 0,0 1 1 0 0,-2 0-1 0 0,1 1 0 0 0,-2 1 1 0 0,0 0-1 0 0,-1 0 1 0 0,-1 1-1 0 0,0 0 1 0 0,-2 1-1 0 0,0 0 1 0 0,5 20-1 0 0,-7-15-67 0 0,-1 1 0 0 0,-1 0 0 0 0,-1 1 0 0 0,-2-1 0 0 0,0 0 0 0 0,-1 0 0 0 0,-2 0 1 0 0,0 0-1 0 0,-2 0 0 0 0,-9 28 0 0 0,-1-6-153 0 0,-2-1 0 0 0,-2-1 0 0 0,-2-1-1 0 0,-31 47 1 0 0,21-43-925 0 0,-1-2 0 0 0,-3-1 0 0 0,-68 68 0 0 0,67-78-1808 0 0,-2-2 0 0 0,-54 35 0 0 0,15-18-4173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82 1348 0 0,'-10'-73'11636'0'0,"9"72"-11165"0"0,1 0-404 0 0,0 1-1 0 0,0 0 1 0 0,0-1-1 0 0,0 1 1 0 0,0-1-1 0 0,-1 1 0 0 0,1 0 1 0 0,0-1-1 0 0,0 1 1 0 0,0 0-1 0 0,-1-1 1 0 0,1 1-1 0 0,0 0 1 0 0,-1 0-1 0 0,1-1 1 0 0,0 1-1 0 0,0 0 1 0 0,-1 0-1 0 0,1-1 0 0 0,-1 1 1 0 0,1 0-1 0 0,-5 18 145 0 0,2 0 0 0 0,0 1 0 0 0,1 0 1 0 0,0 19-1 0 0,0 0-61 0 0,-9 198 208 0 0,11-179-303 0 0,3-1 0 0 0,12 66 0 0 0,-12-105-82 0 0,1 0-1 0 0,0-1 1 0 0,2 0-1 0 0,-1 0 1 0 0,11 17-1 0 0,-13-26-438 0 0,1 0 0 0 0,0-1 0 0 0,1 0 0 0 0,-1 0 0 0 0,1 0-1 0 0,0 0 1 0 0,1-1 0 0 0,0 0 0 0 0,-1 0 0 0 0,2 0 0 0 0,-1-1 0 0 0,0 0 0 0 0,9 4 0 0 0,-7-7-2762 0 0,18-4-1096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7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97 160 1700 0 0,'-2'-10'1292'0'0,"0"1"1"0"0,-1 0-1 0 0,0 0 0 0 0,0 0 0 0 0,-1 0 0 0 0,-1 1 1 0 0,-4-9-1 0 0,8 16-1241 0 0,1 1 1 0 0,-1-1 0 0 0,1 1-1 0 0,0-1 1 0 0,-1 1-1 0 0,1-1 1 0 0,-1 1-1 0 0,0 0 1 0 0,1-1 0 0 0,-1 1-1 0 0,1-1 1 0 0,-1 1-1 0 0,1 0 1 0 0,-1 0-1 0 0,0-1 1 0 0,1 1 0 0 0,-1 0-1 0 0,0 0 1 0 0,1 0-1 0 0,-1 0 1 0 0,0 0-1 0 0,1 0 1 0 0,-1 0 0 0 0,0 0-1 0 0,1 0 1 0 0,-1 0-1 0 0,0 0 1 0 0,1 0 0 0 0,-1 0-1 0 0,0 0 1 0 0,1 1-1 0 0,-1-1 1 0 0,0 0-1 0 0,1 0 1 0 0,-1 1 0 0 0,1-1-1 0 0,-1 1 1 0 0,1-1-1 0 0,-1 0 1 0 0,1 1-1 0 0,-1-1 1 0 0,1 1 0 0 0,-1-1-1 0 0,1 1 1 0 0,-1 0-1 0 0,-16 26 500 0 0,12-15-470 0 0,1 1 1 0 0,1 0 0 0 0,0 0-1 0 0,1 0 1 0 0,0 0-1 0 0,1 1 1 0 0,0-1 0 0 0,1 0-1 0 0,0 1 1 0 0,5 21-1 0 0,-3-23-55 0 0,0 0 1 0 0,1 0-1 0 0,0-1 0 0 0,1 1 0 0 0,0-1 0 0 0,1 0 0 0 0,1 0 1 0 0,-1 0-1 0 0,2-1 0 0 0,-1 0 0 0 0,17 18 0 0 0,-20-25 7 0 0,1 1 0 0 0,-1-1 0 0 0,1 0 0 0 0,0 0 0 0 0,0 0 0 0 0,0 0 0 0 0,1-1 0 0 0,-1 1 0 0 0,1-1 0 0 0,-1-1 0 0 0,1 1 0 0 0,0 0 0 0 0,0-1 0 0 0,0 0 0 0 0,0 0 0 0 0,0-1 0 0 0,0 1 0 0 0,0-1 0 0 0,0 0 1 0 0,0 0-1 0 0,0-1 0 0 0,-1 0 0 0 0,1 0 0 0 0,0 0 0 0 0,0 0 0 0 0,0-1 0 0 0,-1 1 0 0 0,1-1 0 0 0,0 0 0 0 0,-1-1 0 0 0,0 1 0 0 0,1-1 0 0 0,-1 0 0 0 0,0 0 0 0 0,-1 0 0 0 0,1-1 0 0 0,-1 1 0 0 0,1-1 0 0 0,-1 0 0 0 0,0 0 0 0 0,5-8 0 0 0,-3 1 55 0 0,0 0 0 0 0,0 0-1 0 0,-1 0 1 0 0,-1-1 0 0 0,0 0 0 0 0,0 1 0 0 0,-1-1-1 0 0,-1 0 1 0 0,0 0 0 0 0,0 0 0 0 0,-2-17 0 0 0,-1 9 116 0 0,0-1 1 0 0,-2 1 0 0 0,0 0-1 0 0,-1 0 1 0 0,-15-35-1 0 0,18 48-173 0 0,-1 0 0 0 0,0 1-1 0 0,-1-1 1 0 0,1 1-1 0 0,-1 0 1 0 0,-1 0-1 0 0,1 0 1 0 0,-1 1-1 0 0,0 0 1 0 0,0 0-1 0 0,0 0 1 0 0,-1 0-1 0 0,-9-5 1 0 0,12 9-81 0 0,0 0 1 0 0,0 1 0 0 0,0-1-1 0 0,0 1 1 0 0,0-1-1 0 0,0 1 1 0 0,0 0-1 0 0,0 0 1 0 0,-6 1-1 0 0,7-1-16 0 0,1 1-46 0 0,-1-1 1 0 0,0 1-1 0 0,0-1 0 0 0,1 1 1 0 0,-1 0-1 0 0,0 0 0 0 0,1 0 1 0 0,-1 0-1 0 0,1 0 0 0 0,-1 0 0 0 0,1 0 1 0 0,0 0-1 0 0,-1 1 0 0 0,1-1 1 0 0,0 0-1 0 0,0 1 0 0 0,0-1 1 0 0,0 1-1 0 0,0-1 0 0 0,0 1 0 0 0,0 0 1 0 0,1-1-1 0 0,-2 3 0 0 0,0 3-829 0 0,0 0-1 0 0,0 0 0 0 0,0 0 0 0 0,0 8 0 0 0,2 1-3046 0 0,0 0-1937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7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0 156 0 0,'6'3'1518'0'0,"-1"0"0"0"0,1 1 0 0 0,-1-1-1 0 0,0 1 1 0 0,0 0 0 0 0,-1 0 0 0 0,7 8 0 0 0,-9-9-1228 0 0,0 1 0 0 0,0-1-1 0 0,0 1 1 0 0,-1-1 0 0 0,1 1 0 0 0,-1 0 0 0 0,0 0-1 0 0,0-1 1 0 0,-1 1 0 0 0,1 0 0 0 0,-1 0 0 0 0,0 0-1 0 0,0 5 1 0 0,-23 261 2269 0 0,10-168-6691 0 0,8-75-2138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8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11 130 448 0 0,'-5'-33'5506'0'0,"3"22"-3263"0"0,0 0-1 0 0,1 0 1 0 0,1 0-1 0 0,1-20 1 0 0,0 30-2155 0 0,-1 0 0 0 0,1-1 0 0 0,0 1 0 0 0,0-1 0 0 0,1 1 0 0 0,-1 0 0 0 0,0 0 0 0 0,0 0 0 0 0,1 0 0 0 0,-1 0 0 0 0,0 0 0 0 0,1 0 0 0 0,-1 0 0 0 0,1 0 0 0 0,-1 1-1 0 0,1-1 1 0 0,-1 1 0 0 0,4-2 0 0 0,0 2-53 0 0,-1-1-1 0 0,0 0 0 0 0,1 1 0 0 0,-1 0 0 0 0,0 0 0 0 0,1 0 0 0 0,-1 1 1 0 0,0 0-1 0 0,1-1 0 0 0,-1 1 0 0 0,0 1 0 0 0,0-1 0 0 0,0 1 0 0 0,1 0 1 0 0,-2-1-1 0 0,1 2 0 0 0,0-1 0 0 0,0 0 0 0 0,-1 1 0 0 0,1 0 1 0 0,-1 0-1 0 0,0 0 0 0 0,4 5 0 0 0,-1-2 49 0 0,0 1 0 0 0,-1 1 0 0 0,0-1 0 0 0,0 1-1 0 0,-1 0 1 0 0,0 0 0 0 0,0 0 0 0 0,-1 0 0 0 0,0 1 0 0 0,0-1 0 0 0,1 10 0 0 0,-2-2 198 0 0,-1-1 0 0 0,0 1 1 0 0,-2 0-1 0 0,-3 30 1 0 0,-18 59 1109 0 0,-1 7-366 0 0,23-112-1020 0 0,0 0 0 0 0,0 0 0 0 0,0 1 1 0 0,0-1-1 0 0,0 0 0 0 0,0 0 0 0 0,0 1 0 0 0,0-1 0 0 0,0 0 0 0 0,0 1 0 0 0,0-1 0 0 0,0 0 0 0 0,0 0 0 0 0,0 1 0 0 0,0-1 1 0 0,1 0-1 0 0,-1 0 0 0 0,0 1 0 0 0,0-1 0 0 0,0 0 0 0 0,0 0 0 0 0,1 0 0 0 0,-1 1 0 0 0,0-1 0 0 0,0 0 0 0 0,0 0 1 0 0,1 0-1 0 0,-1 0 0 0 0,0 0 0 0 0,0 0 0 0 0,1 1 0 0 0,-1-1 0 0 0,0 0 0 0 0,1 0 0 0 0,-1 0 0 0 0,0 0 0 0 0,0 0 0 0 0,1 0 1 0 0,-1 0-1 0 0,0 0 0 0 0,0 0 0 0 0,1 0 0 0 0,-1 0 0 0 0,0 0 0 0 0,1 0 0 0 0,-1 0 0 0 0,1-1 0 0 0,7-1-113 0 0,0 0 0 0 0,1-1 1 0 0,-1-1-1 0 0,0 0 0 0 0,0 0 0 0 0,0 0 0 0 0,-1-1 0 0 0,0 0 0 0 0,0 0 0 0 0,0-1 0 0 0,0 0 0 0 0,9-11 0 0 0,29-39-3670 0 0,-10 0-4536 0 0,-18 23-507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8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40 2404 0 0,'-40'-17'6354'0'0,"-18"-5"5655"0"0,62 22-10773 0 0,14 2-635 0 0,0 2-1 0 0,0 0 0 0 0,0 0 1 0 0,-1 2-1 0 0,0 0 1 0 0,0 1-1 0 0,0 0 0 0 0,22 16 1 0 0,-12-7-391 0 0,-2 2-1 0 0,0 1 1 0 0,-1 0 0 0 0,28 32 0 0 0,-24-19-98 0 0,-2 1-1 0 0,-2 2 1 0 0,0 0-1 0 0,-3 2 1 0 0,-1 0 0 0 0,-2 1-1 0 0,-1 1 1 0 0,13 47-1 0 0,-8-5-71 0 0,-3 0-1 0 0,-4 1 1 0 0,6 97-1 0 0,-17-92-907 0 0,-3-1 1 0 0,-20 164-1 0 0,-18-40-3391 0 0,-17-6-5293 0 0,22-101-1248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3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 6849 0 0,'-14'-8'16616'0'0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25 102 392 0 0,'-8'-19'3151'0'0,"5"14"-2634"0"0,1 0 0 0 0,-1 0 1 0 0,1-1-1 0 0,1 1 0 0 0,-1 0 1 0 0,1-1-1 0 0,-1-9 0 0 0,2 13-476 0 0,0 1-1 0 0,0 0 0 0 0,1-1 1 0 0,-1 1-1 0 0,0 0 1 0 0,1 0-1 0 0,-1-1 0 0 0,1 1 1 0 0,-1 0-1 0 0,1 0 0 0 0,-1 0 1 0 0,1 0-1 0 0,0 0 0 0 0,0-1 1 0 0,0 1-1 0 0,-1 1 0 0 0,1-1 1 0 0,0 0-1 0 0,0 0 1 0 0,0 0-1 0 0,1 0 0 0 0,-1 1 1 0 0,0-1-1 0 0,0 0 0 0 0,0 1 1 0 0,0-1-1 0 0,1 1 0 0 0,-1 0 1 0 0,0-1-1 0 0,0 1 0 0 0,1 0 1 0 0,-1 0-1 0 0,0 0 1 0 0,2 0-1 0 0,3-1 46 0 0,1 1 0 0 0,-1 0 0 0 0,0 0 0 0 0,1 1 0 0 0,7 1 0 0 0,0 2-28 0 0,0 0 1 0 0,0 1 0 0 0,-1 0-1 0 0,0 1 1 0 0,0 1-1 0 0,-1 0 1 0 0,0 1 0 0 0,0 0-1 0 0,0 1 1 0 0,-1 0 0 0 0,-1 0-1 0 0,1 1 1 0 0,-2 1 0 0 0,1 0-1 0 0,12 19 1 0 0,-15-19-34 0 0,0 1 0 0 0,-1 0 0 0 0,0 0 0 0 0,-1 0-1 0 0,0 1 1 0 0,-1-1 0 0 0,0 1 0 0 0,-1 0 0 0 0,-1 1 0 0 0,0-1 0 0 0,0 0 0 0 0,-2 1-1 0 0,1-1 1 0 0,-2 0 0 0 0,0 1 0 0 0,-5 22 0 0 0,0-14 89 0 0,-2 0 0 0 0,0-1 0 0 0,-2 0 0 0 0,0 0 0 0 0,-1-1 0 0 0,-1 0 0 0 0,-1-1 0 0 0,-1 0 0 0 0,0-2 0 0 0,-2 1 0 0 0,0-2 0 0 0,-1 0 0 0 0,0-1 0 0 0,-1 0 0 0 0,-27 15 0 0 0,39-26-19 0 0,0-1-1 0 0,-1-1 0 0 0,1 1 1 0 0,-1-1-1 0 0,1 0 1 0 0,-10 1-1 0 0,15-3-89 0 0,0 0 0 0 0,1 0 1 0 0,-1 0-1 0 0,1 0 0 0 0,-1 0 0 0 0,1 0 0 0 0,-1-1 1 0 0,1 1-1 0 0,-1 0 0 0 0,0 0 0 0 0,1-1 0 0 0,-1 1 1 0 0,1 0-1 0 0,-1-1 0 0 0,1 1 0 0 0,0 0 0 0 0,-1-1 1 0 0,1 1-1 0 0,-1-1 0 0 0,1 1 0 0 0,0-1 1 0 0,-1 1-1 0 0,1-1 0 0 0,0 1 0 0 0,0-1 0 0 0,-1 1 1 0 0,1-1-1 0 0,0 1 0 0 0,0-1 0 0 0,0 1 0 0 0,0-1 1 0 0,-1 0-1 0 0,1 1 0 0 0,0-2 0 0 0,1-18 48 0 0,2 11-41 0 0,0 0 1 0 0,1 1-1 0 0,0 0 1 0 0,1 0-1 0 0,0 0 1 0 0,10-12-1 0 0,40-42 0 0 0,-48 55-16 0 0,160-150-123 0 0,-94 92-9 0 0,91-106 0 0 0,-156 162 127 0 0,-2 0 1 0 0,0-1 0 0 0,0 0-1 0 0,8-18 1 0 0,-14 27 8 0 0,1 0 0 0 0,-1 0 0 0 0,1 1 0 0 0,-1-1 0 0 0,0 0 0 0 0,1 0 0 0 0,-1 0 0 0 0,0 0 0 0 0,0 0 0 0 0,0 0 0 0 0,0 0 0 0 0,0 0 0 0 0,0 0 0 0 0,0 0 0 0 0,0 0 0 0 0,0 0 0 0 0,0 0 0 0 0,-1 0 0 0 0,1-2 0 0 0,-1 3 0 0 0,1 0-1 0 0,-1-1 1 0 0,1 1 0 0 0,-1-1 0 0 0,1 1 0 0 0,-1 0 0 0 0,1 0 0 0 0,-1-1 0 0 0,1 1 0 0 0,-1 0 0 0 0,0 0 0 0 0,1-1 0 0 0,-1 1 0 0 0,1 0 0 0 0,-1 0 0 0 0,0 0 0 0 0,1 0 0 0 0,-1 0-1 0 0,1 0 1 0 0,-1 0 0 0 0,0 0 0 0 0,0 0 0 0 0,-3 1 0 0 0,1 0 0 0 0,0 0 0 0 0,0 0-1 0 0,0 0 1 0 0,0 0 0 0 0,0 1 0 0 0,0 0 0 0 0,0-1-1 0 0,-5 5 1 0 0,-10 12 33 0 0,0 1 0 0 0,1 1 0 0 0,2 0 0 0 0,0 1 1 0 0,1 0-1 0 0,1 2 0 0 0,1-1 0 0 0,1 2 0 0 0,1-1 0 0 0,1 1 0 0 0,-7 28 0 0 0,15-46-27 0 0,0-1 0 0 0,1 1 0 0 0,-1 0 0 0 0,1 0 0 0 0,0 0 0 0 0,1 0 0 0 0,-1 0-1 0 0,1 0 1 0 0,0-1 0 0 0,1 1 0 0 0,-1 0 0 0 0,1-1 0 0 0,1 1 0 0 0,-1-1 0 0 0,1 1 0 0 0,-1-1 0 0 0,1 0 0 0 0,1 0 0 0 0,-1 0 0 0 0,1-1 0 0 0,0 1 0 0 0,0-1 0 0 0,0 0 0 0 0,1 0-1 0 0,-1 0 1 0 0,1-1 0 0 0,0 0 0 0 0,0 0 0 0 0,0 0 0 0 0,0 0 0 0 0,1-1 0 0 0,-1 0 0 0 0,12 3 0 0 0,11 1-8 0 0,1-2 0 0 0,0-1 0 0 0,-1-2 0 0 0,1 0 0 0 0,52-7 0 0 0,-80 6 0 0 0,22-6-1455 0 0,-3-11-4856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1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62 2220 0 0,'-71'-56'8144'0'0,"62"51"-7179"0"0,8 10-123 0 0,1-3-771 0 0,1-1 0 0 0,0 1-1 0 0,-1 0 1 0 0,1-1 0 0 0,0 1-1 0 0,0 0 1 0 0,0-1 0 0 0,0 1-1 0 0,3 2 1 0 0,25 22 395 0 0,2-2 1 0 0,57 35 0 0 0,75 30-128 0 0,1 0-133 0 0,-144-77-194 0 0,-12-8-2 0 0,-1 0 0 0 0,1 0 1 0 0,-1 0-1 0 0,0 1 0 0 0,-1 0 1 0 0,1 1-1 0 0,-1-1 0 0 0,0 1 0 0 0,-1 0 1 0 0,9 12-1 0 0,-14-17-7 0 0,0 0 0 0 0,1 0-1 0 0,-1 1 1 0 0,0-1 0 0 0,0 0-1 0 0,0 1 1 0 0,0-1 0 0 0,-1 0 0 0 0,1 0-1 0 0,0 1 1 0 0,0-1 0 0 0,-1 0 0 0 0,1 0-1 0 0,-1 1 1 0 0,1-1 0 0 0,-1 0 0 0 0,1 0-1 0 0,-1 0 1 0 0,0 0 0 0 0,0 0 0 0 0,1 0-1 0 0,-1 0 1 0 0,0 0 0 0 0,0 0 0 0 0,0 0-1 0 0,0 0 1 0 0,0-1 0 0 0,-2 2 0 0 0,-30 19 35 0 0,-216 109 112 0 0,209-106-139 0 0,2 2 0 0 0,1 2 0 0 0,1 1 0 0 0,-34 36 0 0 0,62-56-114 0 0,0 0 0 0 0,0 1 0 0 0,1 0-1 0 0,-9 16 1 0 0,14-21-200 0 0,0-1 0 0 0,1 0 0 0 0,-1 1 0 0 0,1 0 0 0 0,-1-1 0 0 0,1 7 0 0 0,0-8-137 0 0,1-1 0 0 0,0 0 0 0 0,0 1 0 0 0,0-1 0 0 0,1 0 0 0 0,-1 0 0 0 0,1 1 0 0 0,-1-1 0 0 0,1 0 0 0 0,0 0 0 0 0,-1 1 0 0 0,1-1 1 0 0,3 4-1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1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18 1176 0 0,'1'-9'5944'0'0,"-2"8"-5674"0"0,0 0-103 0 0,0 0-1 0 0,0 0 1 0 0,-1 0 0 0 0,1 1 0 0 0,-1-1-1 0 0,1 0 1 0 0,0 1 0 0 0,-1 0-1 0 0,1-1 1 0 0,-1 1 0 0 0,1 0 0 0 0,-1-1-1 0 0,0 1 1 0 0,1 0 0 0 0,-1 0-1 0 0,1 0 1 0 0,-3 1 0 0 0,0 0 52 0 0,-1 0 1 0 0,1 0 0 0 0,0 0-1 0 0,-1 1 1 0 0,-7 4-1 0 0,-4 3-23 0 0,-1 2-1 0 0,-15 13 0 0 0,20-15 76 0 0,-19 15-253 0 0,1 2-1 0 0,1 1 0 0 0,2 1 1 0 0,0 1-1 0 0,2 2 1 0 0,1 0-1 0 0,2 1 0 0 0,-19 37 1 0 0,22-22-1588 0 0,14-15-3376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165 230 208 0 0,'-2'-25'3589'0'0,"0"-1"-1"0"0,-9-33 1 0 0,2 6 264 0 0,9 51-3551 0 0,-7 1-91 0 0,7 1-208 0 0,0 0 0 0 0,0 0 1 0 0,-1 0-1 0 0,1 0 0 0 0,0 0 1 0 0,0-1-1 0 0,-1 1 0 0 0,1 0 1 0 0,0 0-1 0 0,-1 1 0 0 0,1-1 0 0 0,0 0 1 0 0,0 0-1 0 0,-1 0 0 0 0,1 0 1 0 0,0 0-1 0 0,0 0 0 0 0,-1 0 1 0 0,1 0-1 0 0,0 0 0 0 0,0 1 1 0 0,-1-1-1 0 0,1 0 0 0 0,0 0 0 0 0,0 0 1 0 0,0 0-1 0 0,-1 1 0 0 0,1-1 1 0 0,0 0-1 0 0,0 0 0 0 0,0 1 1 0 0,0-1-1 0 0,-1 0 0 0 0,1 0 1 0 0,0 1-1 0 0,0-1 0 0 0,0 0 0 0 0,0 1 1 0 0,-18 27 91 0 0,1 1 1 0 0,2 1-1 0 0,1 0 0 0 0,2 1 1 0 0,0 0-1 0 0,-12 59 1 0 0,20-72-72 0 0,0-1 0 0 0,2 1 0 0 0,0 0 0 0 0,1 0 0 0 0,0 0 0 0 0,5 35 0 0 0,-4-48-14 0 0,1 0-1 0 0,0 0 0 0 0,1 0 1 0 0,-1 0-1 0 0,1 0 0 0 0,0-1 0 0 0,0 1 1 0 0,0 0-1 0 0,0-1 0 0 0,1 0 1 0 0,0 0-1 0 0,0 1 0 0 0,0-2 0 0 0,0 1 1 0 0,1 0-1 0 0,0-1 0 0 0,-1 1 1 0 0,1-1-1 0 0,1 0 0 0 0,-1 0 1 0 0,0-1-1 0 0,1 1 0 0 0,-1-1 0 0 0,1 0 1 0 0,-1 0-1 0 0,1-1 0 0 0,0 0 1 0 0,10 2-1 0 0,-3-2 24 0 0,1 0 1 0 0,0-1-1 0 0,0 0 1 0 0,0-1-1 0 0,-1-1 1 0 0,1 0-1 0 0,0-1 1 0 0,-1 0-1 0 0,0-1 1 0 0,0 0-1 0 0,0-1 1 0 0,0 0-1 0 0,11-8 1 0 0,-6 3 67 0 0,-2 0 0 0 0,0-1 0 0 0,0 0 0 0 0,-1-1 0 0 0,0-1 0 0 0,-1 0-1 0 0,-1-1 1 0 0,15-21 0 0 0,-16 19-48 0 0,-2 0-1 0 0,0-1 0 0 0,-1 1 0 0 0,-1-2 0 0 0,-1 1 1 0 0,0-1-1 0 0,-1 0 0 0 0,-1 0 0 0 0,2-19 0 0 0,-5 25-25 0 0,0 1 0 0 0,-1-1 0 0 0,0 0 0 0 0,-1 0 0 0 0,0 0 0 0 0,-1 1 0 0 0,0-1 0 0 0,-1 1 0 0 0,0-1 0 0 0,-1 1 0 0 0,0 0 0 0 0,0 0 0 0 0,-2 0 0 0 0,1 1 0 0 0,-10-12 0 0 0,12 18-43 0 0,0 0 1 0 0,0 0 0 0 0,0 0-1 0 0,-1 1 1 0 0,0 0-1 0 0,1 0 1 0 0,-1 0 0 0 0,0 0-1 0 0,-1 1 1 0 0,1-1-1 0 0,0 1 1 0 0,-1 0 0 0 0,1 0-1 0 0,-1 1 1 0 0,0-1 0 0 0,0 1-1 0 0,1 0 1 0 0,-1 0-1 0 0,0 1 1 0 0,0 0 0 0 0,0-1-1 0 0,0 2 1 0 0,0-1-1 0 0,0 0 1 0 0,0 1 0 0 0,1 0-1 0 0,-1 0 1 0 0,0 1 0 0 0,0-1-1 0 0,1 1 1 0 0,-9 4-1 0 0,3-1-439 0 0,1 1-1 0 0,0-1 1 0 0,0 2-1 0 0,0-1 0 0 0,1 1 1 0 0,0 0-1 0 0,1 1 1 0 0,-1 0-1 0 0,1 0 0 0 0,1 0 1 0 0,0 1-1 0 0,0 0 1 0 0,-8 17-1 0 0,4 2-3428 0 0,1 1-1863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2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2576 0 0,'4'1'723'0'0,"1"1"1"0"0,-1 0-1 0 0,1-1 0 0 0,-1 1 1 0 0,0 1-1 0 0,0-1 0 0 0,4 4 0 0 0,-6-5-569 0 0,-1 0 0 0 0,0 1 0 0 0,1 0 0 0 0,-1-1 0 0 0,0 1 0 0 0,0 0-1 0 0,0 0 1 0 0,0-1 0 0 0,-1 1 0 0 0,1 0 0 0 0,0 0 0 0 0,-1 0 0 0 0,1 0-1 0 0,-1 0 1 0 0,0 0 0 0 0,1 0 0 0 0,-1 0 0 0 0,0 0 0 0 0,-1 4 0 0 0,-3 32 479 0 0,-2-1 1 0 0,-14 51-1 0 0,2-11-2105 0 0,6 0-4439 0 0,11-56 2358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152 128 848 0 0,'8'-23'2961'0'0,"-4"8"-310"0"0,2-1 0 0 0,11-20 0 0 0,-16 35-2089 0 0,8 8 1013 0 0,0 13-1104 0 0,0 1 0 0 0,1-2 0 0 0,1 1 0 0 0,14 17 0 0 0,-21-31-439 0 0,1 0 0 0 0,0-1 0 0 0,0 0 0 0 0,0 0-1 0 0,1-1 1 0 0,0 1 0 0 0,0-1 0 0 0,0 0 0 0 0,0-1-1 0 0,1 1 1 0 0,-1-1 0 0 0,1-1 0 0 0,0 1-1 0 0,0-1 1 0 0,0 0 0 0 0,12 1 0 0 0,-14-2-18 0 0,1-1 0 0 0,0 1-1 0 0,-1-1 1 0 0,1-1 0 0 0,0 1 0 0 0,0-1 0 0 0,-1 0 0 0 0,1 0 0 0 0,-1-1 0 0 0,1 1-1 0 0,-1-1 1 0 0,0-1 0 0 0,1 1 0 0 0,-1-1 0 0 0,7-5 0 0 0,-6 4-17 0 0,-1-1 1 0 0,0 0 0 0 0,0 0-1 0 0,0 0 1 0 0,-1-1-1 0 0,0 0 1 0 0,0 0 0 0 0,0 0-1 0 0,-1 0 1 0 0,0 0-1 0 0,0-1 1 0 0,2-7 0 0 0,20-76-53 0 0,-18 60-22 0 0,-6 28 91 0 0,-1 4 4 0 0,3 289 1288 0 0,-5-232-1068 0 0,-18 260 882 0 0,11-247-827 0 0,-3 1 1 0 0,-29 94-1 0 0,34-146-204 0 0,0 0 0 0 0,-1 0 0 0 0,-2-1 0 0 0,0-1 0 0 0,-1 0 0 0 0,-20 28 1 0 0,26-40-66 0 0,0-1 0 0 0,0-1 1 0 0,-1 1-1 0 0,0-1 1 0 0,0 0-1 0 0,0 0 1 0 0,0 0-1 0 0,-1-1 1 0 0,0 0-1 0 0,1-1 1 0 0,-2 1-1 0 0,1-1 1 0 0,0-1-1 0 0,-1 1 1 0 0,1-1-1 0 0,-1-1 1 0 0,1 1-1 0 0,-1-1 1 0 0,0 0-1 0 0,0-1 1 0 0,-12-1-1 0 0,6-1-21 0 0,0 0-1 0 0,1-2 1 0 0,-1 1 0 0 0,1-2-1 0 0,0 0 1 0 0,0 0 0 0 0,1-1-1 0 0,0-1 1 0 0,0 0 0 0 0,-21-17-1 0 0,27 20-179 0 0,0-1-1 0 0,1 0 1 0 0,-1 0-1 0 0,1 0 1 0 0,1-1-1 0 0,-1 0 1 0 0,1 0-1 0 0,0 0 1 0 0,0 0-1 0 0,1-1 1 0 0,0 1-1 0 0,0-1 1 0 0,0 0-1 0 0,1 0 1 0 0,0 0-1 0 0,1 0 1 0 0,-1 0-1 0 0,1-1 1 0 0,1 1-1 0 0,-1 0 1 0 0,1 0-1 0 0,2-11 1 0 0,3-5-1433 0 0,2 1 1 0 0,0-1-1 0 0,2 1 0 0 0,0 1 0 0 0,24-38 1 0 0,-3 9-3868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3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 1228 0 0,'-48'-5'8124'0'0,"46"5"-7240"0"0,-2 0-206 0 0,-9 0-112 0 0,9 0-104 0 0,3 7 588 0 0,1-6-1019 0 0,0-1 0 0 0,0 1 1 0 0,0-1-1 0 0,0 1 0 0 0,0-1 0 0 0,0 1 0 0 0,0-1 1 0 0,0 1-1 0 0,0-1 0 0 0,0 1 0 0 0,0-1 0 0 0,0 1 1 0 0,1-1-1 0 0,-1 1 0 0 0,0-1 0 0 0,0 1 0 0 0,0-1 1 0 0,1 1-1 0 0,-1-1 0 0 0,0 0 0 0 0,1 1 0 0 0,-1-1 1 0 0,0 1-1 0 0,1-1 0 0 0,0 1 0 0 0,11 11 190 0 0,1-1-1 0 0,1 0 0 0 0,0-1 1 0 0,0 0-1 0 0,1-1 1 0 0,30 13-1 0 0,-23-11-85 0 0,53 24 92 0 0,-46-22-180 0 0,-1 0 0 0 0,1 2 1 0 0,42 31-1 0 0,-69-44-47 0 0,-1-1 1 0 0,1 1 0 0 0,0 0-1 0 0,-1-1 1 0 0,1 1 0 0 0,-1 0-1 0 0,0 0 1 0 0,0 0-1 0 0,0 0 1 0 0,0 0 0 0 0,0 0-1 0 0,0 0 1 0 0,0 0 0 0 0,0 0-1 0 0,-1 0 1 0 0,1 1 0 0 0,-1 3-1 0 0,-1 1 5 0 0,-1 0 1 0 0,0-1-1 0 0,0 1 1 0 0,-1-1-1 0 0,1 0 0 0 0,-1 0 1 0 0,-1 0-1 0 0,1 0 0 0 0,-1 0 1 0 0,0-1-1 0 0,-5 6 0 0 0,-60 59 117 0 0,52-53-113 0 0,-10 8-66 0 0,-25 24-427 0 0,-90 109-1 0 0,137-152-4 0 0,1 1-1 0 0,0 0 0 0 0,-5 11 1 0 0,3 9-5491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21 1324 0 0,'0'0'130'0'0,"1"-1"0"0"0,-1 1 0 0 0,0-1 0 0 0,1 1 0 0 0,-1-1 0 0 0,0 1 0 0 0,0-1 0 0 0,0 1 0 0 0,1-1 0 0 0,-1 1 0 0 0,0-1 0 0 0,0 1 0 0 0,0-1 0 0 0,0 1-1 0 0,0-1 1 0 0,0 1 0 0 0,0-1 0 0 0,0 0 0 0 0,0 1 0 0 0,0-1 0 0 0,0 1 0 0 0,-1-1 0 0 0,1 1 0 0 0,0-1 0 0 0,0 1 0 0 0,-1-1 0 0 0,1 1 0 0 0,0-1 0 0 0,0 1 0 0 0,-1-1 0 0 0,1 1 0 0 0,0 0 0 0 0,-1-1 0 0 0,1 1 0 0 0,-1-1 0 0 0,1 1-1 0 0,-1 0 1 0 0,1-1 0 0 0,0 1 0 0 0,-1 0 0 0 0,1 0 0 0 0,-1-1 0 0 0,0 1 0 0 0,1 0 0 0 0,-1 0 0 0 0,1 0 0 0 0,-1 0 0 0 0,1 0 0 0 0,-1 0 0 0 0,1 0 0 0 0,-1 0 0 0 0,1 0 0 0 0,-1 0 0 0 0,0 0 0 0 0,1 0 0 0 0,-1 0 0 0 0,1 0 0 0 0,-1 0 0 0 0,0 1-1 0 0,-5-1 209 0 0,-1 2-1 0 0,1-1 1 0 0,0 1-1 0 0,-9 3 0 0 0,-4 3-17 0 0,1 1 1 0 0,0 1-1 0 0,0 1 0 0 0,2 1 0 0 0,-1 0 0 0 0,1 1 0 0 0,-16 17 0 0 0,1 3-184 0 0,2 0 0 0 0,-32 48 0 0 0,44-55-182 0 0,-15 29 1 0 0,12-10-1624 0 0,9-1-3627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86 2616 0 0,'0'-2'1738'0'0,"0"1"-1607"0"0,-1 0 1 0 0,1 0 0 0 0,0 0 0 0 0,0 1-1 0 0,-1-1 1 0 0,1 0 0 0 0,0 0-1 0 0,-1 1 1 0 0,1-1 0 0 0,0 0-1 0 0,-1 1 1 0 0,1-1 0 0 0,-1 1 0 0 0,1-1-1 0 0,-1 0 1 0 0,0 1 0 0 0,1-1-1 0 0,-1 1 1 0 0,0-1 0 0 0,1 1-1 0 0,-1 0 1 0 0,0-1 0 0 0,1 1 0 0 0,-1 0-1 0 0,0-1 1 0 0,0 1 0 0 0,1 0-1 0 0,-1 0 1 0 0,0 0 0 0 0,0 0-1 0 0,0 0 1 0 0,1-1 0 0 0,-1 1 0 0 0,0 1-1 0 0,0-1 1 0 0,0 0 0 0 0,1 0-1 0 0,-1 0 1 0 0,0 0 0 0 0,0 1-1 0 0,0-1 1 0 0,-3 2 112 0 0,0 1 0 0 0,1-1-1 0 0,-1 0 1 0 0,1 1 0 0 0,0 0 0 0 0,0 0-1 0 0,-4 5 1 0 0,-2 3-16 0 0,1 1 0 0 0,0-1 0 0 0,1 1 0 0 0,0 1 0 0 0,1 0 0 0 0,0 0 0 0 0,1 0 0 0 0,1 0 0 0 0,0 1 0 0 0,1-1 0 0 0,0 1 0 0 0,1 0 0 0 0,1 0 0 0 0,0 24 0 0 0,2-29-183 0 0,0 0-1 0 0,0-1 1 0 0,0 1-1 0 0,1-1 1 0 0,1 1-1 0 0,-1-1 1 0 0,1 0-1 0 0,1 0 1 0 0,-1 0-1 0 0,10 14 1 0 0,-8-16-18 0 0,-1-1 0 0 0,1 0-1 0 0,0 0 1 0 0,0 0 0 0 0,0 0 0 0 0,1-1-1 0 0,0 0 1 0 0,0 0 0 0 0,0-1 0 0 0,0 1 0 0 0,0-1-1 0 0,1-1 1 0 0,-1 1 0 0 0,14 2 0 0 0,-10-3-2 0 0,-1 0 1 0 0,1-1-1 0 0,0 0 1 0 0,0-1 0 0 0,0 0-1 0 0,1 0 1 0 0,-2-1-1 0 0,1-1 1 0 0,0 0-1 0 0,0 0 1 0 0,0 0-1 0 0,-1-2 1 0 0,1 1 0 0 0,-1-1-1 0 0,0 0 1 0 0,0-1-1 0 0,-1 0 1 0 0,1-1-1 0 0,-1 1 1 0 0,0-2-1 0 0,0 1 1 0 0,-1-1 0 0 0,0 0-1 0 0,0-1 1 0 0,-1 1-1 0 0,0-1 1 0 0,0-1-1 0 0,-1 1 1 0 0,0-1-1 0 0,0 0 1 0 0,-1 0-1 0 0,-1 0 1 0 0,1-1 0 0 0,-1 1-1 0 0,-1-1 1 0 0,0 0-1 0 0,0 0 1 0 0,-1 0-1 0 0,0-15 1 0 0,-1 13-34 0 0,-1 0-1 0 0,0 1 1 0 0,-1-1 0 0 0,0 0-1 0 0,-1 1 1 0 0,0-1 0 0 0,-1 1-1 0 0,-1 0 1 0 0,1 1 0 0 0,-2-1-1 0 0,1 1 1 0 0,-1-1 0 0 0,-1 2-1 0 0,0-1 1 0 0,-1 1 0 0 0,1 0-1 0 0,-2 1 1 0 0,1-1 0 0 0,-1 2-1 0 0,0-1 1 0 0,-1 1 0 0 0,0 1-1 0 0,-21-11 1 0 0,28 15-67 0 0,-1 0-1 0 0,0 1 1 0 0,0 0-1 0 0,1 0 1 0 0,-1 0 0 0 0,0 0-1 0 0,0 0 1 0 0,0 1 0 0 0,0 0-1 0 0,0 0 1 0 0,0 0 0 0 0,0 0-1 0 0,0 0 1 0 0,0 1 0 0 0,0 0-1 0 0,0 0 1 0 0,0 0-1 0 0,0 0 1 0 0,1 1 0 0 0,-1-1-1 0 0,0 1 1 0 0,-3 2 0 0 0,2 0-622 0 0,-1 1 0 0 0,1-1 0 0 0,-1 1 0 0 0,1 0 0 0 0,1 0 0 0 0,-1 1 0 0 0,1-1 0 0 0,0 1 0 0 0,0 0 0 0 0,1 0 0 0 0,-6 12 0 0 0,-1 5-3771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4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 2104 0 0,'13'2'1381'0'0,"-7"-1"-421"0"0,0 0 0 0 0,-1 1 0 0 0,1-1 0 0 0,-1 1 0 0 0,0 0 0 0 0,10 5 0 0 0,-14-6-811 0 0,1 0 1 0 0,-1 1-1 0 0,0-1 1 0 0,0 0-1 0 0,0 0 1 0 0,0 0-1 0 0,0 1 0 0 0,0-1 1 0 0,-1 0-1 0 0,1 1 1 0 0,0-1-1 0 0,-1 0 1 0 0,1 1-1 0 0,-1-1 0 0 0,1 1 1 0 0,-1-1-1 0 0,0 1 1 0 0,0 0-1 0 0,1-1 1 0 0,-1 1-1 0 0,0-1 0 0 0,0 1 1 0 0,-1-1-1 0 0,1 1 1 0 0,0-1-1 0 0,0 1 1 0 0,-1-1-1 0 0,1 1 0 0 0,-1-1 1 0 0,-1 3-1 0 0,-5 14 295 0 0,0 1 0 0 0,-2-2 0 0 0,0 1 0 0 0,-21 27 0 0 0,-54 60-192 0 0,53-68-503 0 0,-30 34-2186 0 0,19-25-2738 0 0,11-9-1867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4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0 793 1368 0 0,'1'2'3038'0'0,"4"21"-1067"0"0,-2-5-1113 0 0,1-1 0 0 0,0 1 0 0 0,2-1 1 0 0,11 25-1 0 0,-15-38-809 0 0,0 0 0 0 0,0 0 0 0 0,1-1 0 0 0,0 1 0 0 0,-1 0 0 0 0,1-1 0 0 0,0 0 0 0 0,1 1 0 0 0,-1-1 0 0 0,1-1 0 0 0,-1 1 0 0 0,1 0 0 0 0,0-1 1 0 0,0 0-1 0 0,0 0 0 0 0,0 0 0 0 0,1 0 0 0 0,-1-1 0 0 0,0 1 0 0 0,1-1 0 0 0,-1 0 0 0 0,1-1 0 0 0,5 1 0 0 0,7-1-6 0 0,-1-1-1 0 0,0-1 0 0 0,0 0 1 0 0,0-1-1 0 0,0-1 1 0 0,-1 0-1 0 0,29-12 0 0 0,-14 2-22 0 0,0-1-1 0 0,48-34 0 0 0,-57 34-12 0 0,-1-1 0 0 0,-1-1 1 0 0,0-1-1 0 0,-2 0 0 0 0,0-1 1 0 0,-1-1-1 0 0,-1-1 0 0 0,-1 0 0 0 0,-1-1 1 0 0,0 0-1 0 0,-2-1 0 0 0,-1 0 1 0 0,10-33-1 0 0,-9 17-38 0 0,-2-1 0 0 0,-2 0 0 0 0,-1-1-1 0 0,-3 1 1 0 0,-1-1 0 0 0,-2 0 0 0 0,-7-64 0 0 0,4 85 49 0 0,2-1 5 0 0,-2 0 0 0 0,0 0-1 0 0,-1 0 1 0 0,-2 0 0 0 0,-11-32 0 0 0,16 53-22 0 0,1 0-1 0 0,0-1 1 0 0,-1 1 0 0 0,1 0 0 0 0,0 0 0 0 0,-1-1 0 0 0,1 1 0 0 0,-1 0-1 0 0,1 0 1 0 0,0 0 0 0 0,-1-1 0 0 0,1 1 0 0 0,-1 0 0 0 0,1 0 0 0 0,-1 0-1 0 0,1 0 1 0 0,0 0 0 0 0,-1 0 0 0 0,1 0 0 0 0,-1 0 0 0 0,1 0-1 0 0,-1 0 1 0 0,1 0 0 0 0,-1 0 0 0 0,1 0 0 0 0,0 1 0 0 0,-1-1 0 0 0,1 0-1 0 0,-1 0 1 0 0,1 0 0 0 0,0 0 0 0 0,-1 1 0 0 0,1-1 0 0 0,-1 0 0 0 0,1 1-1 0 0,-14 9 6 0 0,6 2 2 0 0,1 0 0 0 0,0 1 0 0 0,1-1 0 0 0,0 2 0 0 0,1-1 0 0 0,-6 21 0 0 0,8-25-4 0 0,-9 34 48 0 0,1 1-1 0 0,3-1 0 0 0,1 1 0 0 0,2 1 0 0 0,2 64 1 0 0,4-74-41 0 0,1 0 0 0 0,2 0 0 0 0,2-1 0 0 0,1 0 1 0 0,1 0-1 0 0,2-1 0 0 0,22 51 0 0 0,-26-72-90 0 0,0 0 1 0 0,1-1-1 0 0,0 0 0 0 0,0-1 1 0 0,1 0-1 0 0,1 0 0 0 0,0 0 1 0 0,0-1-1 0 0,1 0 0 0 0,15 10 1 0 0,-17-14-321 0 0,0 0 0 0 0,1-1 0 0 0,-1 0 1 0 0,1 0-1 0 0,0-1 0 0 0,0 0 0 0 0,0-1 0 0 0,1 0 1 0 0,-1 0-1 0 0,0-1 0 0 0,1 0 0 0 0,-1-1 1 0 0,1 0-1 0 0,-1-1 0 0 0,10-1 0 0 0,14-5-2694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5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0 334 1644 0 0,'33'-314'11282'0'0,"-32"295"-10515"0"0,-2 29-68 0 0,-3 32 158 0 0,-5 126 98 0 0,7 1 0 0 0,21 170 0 0 0,-19-335-928 0 0,2 20 141 0 0,-2-23-159 0 0,0 0 0 0 0,0-1-1 0 0,0 1 1 0 0,0 0 0 0 0,0-1 0 0 0,0 1-1 0 0,0 0 1 0 0,1 0 0 0 0,-1-1-1 0 0,0 1 1 0 0,0 0 0 0 0,1-1 0 0 0,-1 1-1 0 0,0 0 1 0 0,1-1 0 0 0,-1 1 0 0 0,1-1-1 0 0,-1 1 1 0 0,1-1 0 0 0,0 2-1 0 0,0-2-4 0 0,0-1 1 0 0,0 1-1 0 0,0-1 0 0 0,0 1 0 0 0,0-1 0 0 0,0 1 0 0 0,0-1 0 0 0,-1 1 0 0 0,1-1 0 0 0,0 0 0 0 0,0 0 0 0 0,-1 1 0 0 0,1-1 0 0 0,0 0 0 0 0,-1 0 1 0 0,1 0-1 0 0,0 0 0 0 0,0-1 0 0 0,9-20 24 0 0,-9 20-22 0 0,27-67 29 0 0,-19 42-63 0 0,1 0 1 0 0,2 1-1 0 0,0 1 0 0 0,2 0 0 0 0,22-30 0 0 0,-35 53 22 0 0,0 1-1 0 0,0-1 1 0 0,0 1 0 0 0,0 0-1 0 0,1-1 1 0 0,-1 1-1 0 0,1 0 1 0 0,-1 0-1 0 0,1 0 1 0 0,-1 0-1 0 0,1 0 1 0 0,-1 0-1 0 0,1 0 1 0 0,0 1-1 0 0,0-1 1 0 0,-1 0 0 0 0,1 1-1 0 0,0 0 1 0 0,0-1-1 0 0,0 1 1 0 0,0 0-1 0 0,3 0 1 0 0,-3 1 7 0 0,1-1-1 0 0,-1 1 1 0 0,1 0 0 0 0,-1 0 0 0 0,0 1 0 0 0,0-1-1 0 0,1 0 1 0 0,-1 1 0 0 0,0-1 0 0 0,0 1 0 0 0,0 0-1 0 0,0 0 1 0 0,-1-1 0 0 0,3 4 0 0 0,4 6 12 0 0,-1 0 0 0 0,0 1 0 0 0,-1-1 0 0 0,0 1 0 0 0,4 14 0 0 0,8 30-2 0 0,-12-32 7 0 0,2-2 0 0 0,17 37 1 0 0,-24-56-12 0 0,1-1 0 0 0,-1 1 0 0 0,1-1 1 0 0,0 0-1 0 0,0 1 0 0 0,0-1 0 0 0,0 0 0 0 0,0 0 1 0 0,0 0-1 0 0,1 0 0 0 0,-1-1 0 0 0,0 1 0 0 0,1-1 1 0 0,0 1-1 0 0,-1-1 0 0 0,6 2 0 0 0,-4-2 2 0 0,1 0 0 0 0,-1-1 1 0 0,1 1-1 0 0,-1-1 0 0 0,1 0 0 0 0,0 0 0 0 0,-1 0 0 0 0,1-1 0 0 0,7-1 0 0 0,1-2 5 0 0,0-1 0 0 0,-1 0 0 0 0,1 0 0 0 0,-1-1 0 0 0,-1 0 0 0 0,16-12 0 0 0,-7 3-14 0 0,-1-2-1 0 0,-1 0 0 0 0,-1 0 1 0 0,0-2-1 0 0,-1 0 1 0 0,-1-1-1 0 0,-1 0 1 0 0,-1-2-1 0 0,-1 1 1 0 0,14-34-1 0 0,-25 53-1 0 0,0 0 1 0 0,0 0-1 0 0,0 0 0 0 0,-1 0 1 0 0,1-1-1 0 0,0 1 0 0 0,-1 0 1 0 0,0-1-1 0 0,0 1 1 0 0,1 0-1 0 0,-1-1 0 0 0,-1 1 1 0 0,1 0-1 0 0,0-1 0 0 0,-1 1 1 0 0,1 0-1 0 0,-1-1 0 0 0,1 1 1 0 0,-1 0-1 0 0,0 0 0 0 0,0 0 1 0 0,0 0-1 0 0,0 0 0 0 0,-3-3 1 0 0,3 4 0 0 0,0 1 0 0 0,0-1 1 0 0,0 1-1 0 0,0-1 1 0 0,0 1-1 0 0,0-1 0 0 0,0 1 1 0 0,0 0-1 0 0,-1 0 0 0 0,1 0 1 0 0,0 0-1 0 0,0 0 1 0 0,0 0-1 0 0,-1 0 0 0 0,1 0 1 0 0,0 0-1 0 0,0 0 1 0 0,0 1-1 0 0,0-1 0 0 0,0 0 1 0 0,0 1-1 0 0,-1-1 0 0 0,0 1 1 0 0,-23 12 9 0 0,16-7 0 0 0,1 0-1 0 0,0 1 1 0 0,0 0-1 0 0,1 0 1 0 0,-1 1-1 0 0,2 0 1 0 0,-1 0-1 0 0,1 0 1 0 0,0 1-1 0 0,1 0 0 0 0,0 0 1 0 0,0 1-1 0 0,-4 12 1 0 0,7-16-2 0 0,1-1 0 0 0,-1 1 0 0 0,1-1 0 0 0,0 1 0 0 0,0 0 0 0 0,1 0 0 0 0,-1 0 0 0 0,1-1 0 0 0,1 1 0 0 0,-1 0 0 0 0,1 0 0 0 0,0 0 0 0 0,0-1 0 0 0,1 1 0 0 0,-1-1 0 0 0,1 1 0 0 0,0-1 0 0 0,1 1 0 0 0,0-1 0 0 0,-1 0 0 0 0,2 0 0 0 0,-1 0 0 0 0,0-1 0 0 0,1 1 0 0 0,4 3 0 0 0,-1-3-85 0 0,0 0 0 0 0,-1 0 0 0 0,2-1 0 0 0,-1 0 0 0 0,0 0 0 0 0,1-1 0 0 0,0 0 0 0 0,-1 0 0 0 0,1-1 0 0 0,1 0 0 0 0,-1 0 0 0 0,0-1 0 0 0,0 0 0 0 0,9-1 0 0 0,-3 1-942 0 0,0-2 0 0 0,28-3 0 0 0,-30 1-604 0 0,1 0 1 0 0,-1 0-1 0 0,14-6 1 0 0,1-6-4288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5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19 3732 0 0,'-41'7'2681'0'0,"3"0"-577"0"0,5-2-480 0 0,9 0-312 0 0,0 1-284 0 0,7-3-196 0 0,5 0 380 0 0,5 4-416 0 0,35-5-528 0 0,6-4-56 0 0,14 1-196 0 0,17-8-332 0 0,9 0-628 0 0,21-3-568 0 0,1-3-2556 0 0,5-1-2505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6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85 252 0 0,'-3'-6'1201'0'0,"0"-1"1"0"0,0 0-1 0 0,1 0 0 0 0,-1 0 0 0 0,1 0 1 0 0,1 0-1 0 0,-2-13 0 0 0,1 9-779 0 0,2 9-185 0 0,0 2-220 0 0,0 0 0 0 0,0 0 0 0 0,-1-1 0 0 0,1 1 0 0 0,0 0 0 0 0,0-1 0 0 0,-1 1 0 0 0,1 0 0 0 0,0 0 0 0 0,-1-1 0 0 0,1 1 0 0 0,0 0 0 0 0,-1 0 0 0 0,1 0 0 0 0,0 0 0 0 0,-1-1 0 0 0,1 1 0 0 0,0 0 0 0 0,-1 0 0 0 0,1 0 0 0 0,0 0 0 0 0,-1 0 0 0 0,1 0 0 0 0,-1 0 0 0 0,1 0 0 0 0,0 0 0 0 0,-1 0-1 0 0,1 0 1 0 0,0 0 0 0 0,-1 0 0 0 0,1 0 0 0 0,-1 1 0 0 0,1-1 0 0 0,-18 10 179 0 0,-17 20-150 0 0,32-27 4 0 0,-9 8 16 0 0,-14 15 105 0 0,-39 45 0 0 0,58-63-153 0 0,1 1 0 0 0,1-1 1 0 0,-1 1-1 0 0,1 0 0 0 0,1 0 0 0 0,0 1 1 0 0,0-1-1 0 0,1 1 0 0 0,0 0 0 0 0,-3 18 0 0 0,6-21-11 0 0,0 0 0 0 0,1-1 0 0 0,0 1 0 0 0,0 0 0 0 0,0 0-1 0 0,0-1 1 0 0,1 1 0 0 0,1-1 0 0 0,-1 0 0 0 0,1 1 0 0 0,0-1-1 0 0,0 0 1 0 0,0 0 0 0 0,1-1 0 0 0,6 8 0 0 0,9 9 9 0 0,0-1 1 0 0,32 25-1 0 0,-10-7 9 0 0,-29-28-35 0 0,-6-5 25 0 0,1 0 0 0 0,-1 1 0 0 0,0 0 0 0 0,0 0 0 0 0,8 13 0 0 0,-14-18 10 0 0,1-1 0 0 0,0 1 0 0 0,-1 0 0 0 0,1 0 0 0 0,-1-1 0 0 0,1 1 0 0 0,-1 0-1 0 0,0 0 1 0 0,1 0 0 0 0,-1-1 0 0 0,0 1 0 0 0,0 0 0 0 0,-1 0 0 0 0,1 0 0 0 0,0-1 0 0 0,-1 1 0 0 0,1 0 0 0 0,-1 0 0 0 0,1-1 0 0 0,-1 1 0 0 0,0 0 0 0 0,1-1 0 0 0,-1 1 0 0 0,0-1 0 0 0,0 1 0 0 0,0-1 0 0 0,-1 1 0 0 0,1-1-1 0 0,0 0 1 0 0,-1 1 0 0 0,1-1 0 0 0,0 0 0 0 0,-1 0 0 0 0,-2 1 0 0 0,-5 4 49 0 0,0-1 0 0 0,-1 0 0 0 0,0-1 0 0 0,0 0 0 0 0,0 0 0 0 0,0-1 0 0 0,-1-1 0 0 0,-16 3 0 0 0,10-3 2 0 0,0 0 0 0 0,-1-2 1 0 0,1 0-1 0 0,-27-4 0 0 0,41 4-147 0 0,0 0 1 0 0,-1-1-1 0 0,1 0 0 0 0,0 0 1 0 0,-1 0-1 0 0,1 0 1 0 0,0 0-1 0 0,0-1 0 0 0,0 1 1 0 0,0-1-1 0 0,0 0 1 0 0,-3-2-1 0 0,6 3-4 0 0,0 0 0 0 0,-1 0 1 0 0,1 0-1 0 0,0 0 0 0 0,0 0 0 0 0,0 0 1 0 0,0 0-1 0 0,0 0 0 0 0,0 0 0 0 0,0 0 0 0 0,0 0 1 0 0,0 0-1 0 0,1 0 0 0 0,-1 0 0 0 0,0 0 1 0 0,1 0-1 0 0,-1 0 0 0 0,1-1 0 0 0,-1 1-88 0 0,2-3-205 0 0,1 0 0 0 0,-1-1 0 0 0,1 2 0 0 0,0-1 0 0 0,0 0 0 0 0,0 0 0 0 0,0 1 0 0 0,0 0 0 0 0,1 0 0 0 0,0 0 0 0 0,4-3 0 0 0,1-1-806 0 0,19-15-2512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7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158 478 224 0 0,'4'-6'7531'0'0,"-14"11"-7009"0"0,0 1 0 0 0,1-1-1 0 0,0 2 1 0 0,1-1 0 0 0,-1 1 0 0 0,1 1 0 0 0,0-1 0 0 0,1 1 0 0 0,0 1 0 0 0,-10 15 0 0 0,8-10-361 0 0,1-1 0 0 0,0 2 0 0 0,1-1 0 0 0,1 1 1 0 0,1 0-1 0 0,-8 30 0 0 0,11-36-126 0 0,1 1 0 0 0,0 0 0 0 0,1-1 0 0 0,0 1-1 0 0,1 0 1 0 0,0 0 0 0 0,0-1 0 0 0,1 1 0 0 0,0-1 0 0 0,0 1 0 0 0,1-1 0 0 0,1 0 0 0 0,0 0 0 0 0,5 10-1 0 0,-6-14-16 0 0,0 0-1 0 0,1 0 1 0 0,-1 0-1 0 0,1-1 1 0 0,0 1-1 0 0,0-1 1 0 0,1 0-1 0 0,-1 0 1 0 0,1-1-1 0 0,0 1 1 0 0,0-1-1 0 0,0 0 1 0 0,1 0-1 0 0,-1-1 1 0 0,1 1-1 0 0,-1-1 1 0 0,1 0-1 0 0,0-1 1 0 0,0 0-1 0 0,-1 0 1 0 0,1 0-1 0 0,0 0 1 0 0,0-1-1 0 0,7 0 1 0 0,-9-1-9 0 0,0 1 0 0 0,0 0 0 0 0,1-1 0 0 0,-1 0 0 0 0,0 0 0 0 0,0 0-1 0 0,0-1 1 0 0,0 1 0 0 0,0-1 0 0 0,-1 0 0 0 0,1 0 0 0 0,0-1 0 0 0,-1 1 0 0 0,0-1 0 0 0,1 1 0 0 0,3-6 0 0 0,-3 3-3 0 0,0 0 0 0 0,0 0 0 0 0,-1-1 0 0 0,0 1 1 0 0,0-1-1 0 0,-1 0 0 0 0,1 0 0 0 0,-1 0 0 0 0,-1 0 0 0 0,2-7 0 0 0,0-1-7 0 0,-2-1 0 0 0,0 1 0 0 0,-1-1 1 0 0,0 1-1 0 0,-1-1 0 0 0,0 1 0 0 0,-2 0 0 0 0,0-1 0 0 0,-4-13 0 0 0,3 15-14 0 0,-1 1 0 0 0,0 0 0 0 0,-1 1 0 0 0,0-1-1 0 0,0 1 1 0 0,-1 0 0 0 0,-1 1 0 0 0,-14-16 0 0 0,19 22 14 0 0,-1 1 1 0 0,1 0-1 0 0,-1 0 1 0 0,0 0-1 0 0,-1 0 1 0 0,1 1-1 0 0,0-1 0 0 0,-1 1 1 0 0,1 0-1 0 0,-1 0 1 0 0,0 1-1 0 0,1-1 1 0 0,-1 1-1 0 0,0 0 1 0 0,0 1-1 0 0,0-1 1 0 0,0 1-1 0 0,0 0 1 0 0,0 0-1 0 0,0 1 1 0 0,0-1-1 0 0,0 1 1 0 0,1 0-1 0 0,-1 0 1 0 0,-6 3-1 0 0,9-3-10 0 0,0-1-1 0 0,0 1 0 0 0,0 0 0 0 0,0 0 0 0 0,0 1 0 0 0,0-1 0 0 0,0 0 0 0 0,1 1 0 0 0,-1-1 0 0 0,0 1 0 0 0,1-1 0 0 0,-1 1 0 0 0,1 0 1 0 0,0-1-1 0 0,-1 1 0 0 0,1 0 0 0 0,0 0 0 0 0,0 0 0 0 0,0 0 0 0 0,0 0 0 0 0,0 4 0 0 0,1-4-39 0 0,-1-1 0 0 0,1 1-1 0 0,0 0 1 0 0,0-1 0 0 0,1 1-1 0 0,-1 0 1 0 0,0-1 0 0 0,0 1 0 0 0,1-1-1 0 0,-1 1 1 0 0,1 0 0 0 0,0-1-1 0 0,-1 1 1 0 0,1-1 0 0 0,0 0 0 0 0,0 1-1 0 0,0-1 1 0 0,0 1 0 0 0,0-1-1 0 0,0 0 1 0 0,0 0 0 0 0,0 0 0 0 0,1 0-1 0 0,-1 0 1 0 0,0 0 0 0 0,1 0-1 0 0,-1 0 1 0 0,1 0 0 0 0,-1-1 0 0 0,3 2-1 0 0,7 2-251 0 0,0-1-1 0 0,0 0 0 0 0,1-1 1 0 0,-1 0-1 0 0,1 0 0 0 0,-1-2 1 0 0,1 1-1 0 0,-1-1 0 0 0,17-3 1 0 0,5-1-343 0 0,-1-2 0 0 0,34-10 0 0 0,-43 9 420 0 0,-1-1-1 0 0,1 0 1 0 0,-1-2 0 0 0,-1-1 0 0 0,0 0 0 0 0,32-24-1 0 0,-38 23 252 0 0,-1-1 0 0 0,0 0 0 0 0,-1 0-1 0 0,0-1 1 0 0,-1-1 0 0 0,-1 0 0 0 0,-1-1-1 0 0,18-33 1 0 0,-13 13 769 0 0,-2-1 1 0 0,-1-1-1 0 0,-2 0 1 0 0,10-68-1 0 0,-7 34 741 0 0,-13 70-1212 0 0,-1 4-285 0 0,-1 1 0 0 0,1 0 0 0 0,-1 1 1 0 0,1-1-1 0 0,0 0 0 0 0,-1 6 0 0 0,1-2 2 0 0,-82 422 1650 0 0,69-267-1458 0 0,14-144-206 0 0,0 0 0 0 0,2 0 0 0 0,0 0-1 0 0,1-1 1 0 0,0 1 0 0 0,2-1 0 0 0,6 19-1 0 0,-9-32-52 0 0,0 1 1 0 0,0-1-1 0 0,0 0 0 0 0,1 0 0 0 0,-1 0 0 0 0,1 0 0 0 0,0 0 0 0 0,0-1 0 0 0,0 1 0 0 0,1-1 0 0 0,-1 0 0 0 0,1 0 0 0 0,0 0 0 0 0,0 0 0 0 0,0-1 0 0 0,0 1 0 0 0,0-1 0 0 0,1 0 0 0 0,-1 0 0 0 0,1-1 0 0 0,-1 1 0 0 0,1-1 0 0 0,0 0 1 0 0,-1 0-1 0 0,1-1 0 0 0,0 0 0 0 0,0 1 0 0 0,-1-1 0 0 0,1-1 0 0 0,0 1 0 0 0,0-1 0 0 0,-1 0 0 0 0,1 0 0 0 0,0 0 0 0 0,-1-1 0 0 0,1 1 0 0 0,-1-1 0 0 0,0 0 0 0 0,1-1 0 0 0,-1 1 0 0 0,4-4 0 0 0,4-3-105 0 0,1-1-1 0 0,-2 0 0 0 0,1-1 0 0 0,-1 0 0 0 0,-1-1 1 0 0,0 0-1 0 0,-1-1 0 0 0,0 0 0 0 0,7-15 0 0 0,8-20 756 0 0,22-64-1 0 0,-42 103-361 0 0,14-46 1494 0 0,-17 54-1555 0 0,-1 3-146 0 0,-7 82 209 0 0,3-54-207 0 0,1 50 1 0 0,3-71-48 0 0,1-1 0 0 0,0 1 0 0 0,0 0-1 0 0,1-1 1 0 0,0 1 0 0 0,1-1 0 0 0,0 0 0 0 0,0 0 0 0 0,0 0 0 0 0,7 10 0 0 0,-7-14-26 0 0,-1 0 0 0 0,1 0 0 0 0,0 0 0 0 0,1-1 0 0 0,-1 0 0 0 0,1 1 0 0 0,-1-1 0 0 0,1-1 0 0 0,0 1 0 0 0,0 0 0 0 0,0-1 0 0 0,0 0 0 0 0,1 0 0 0 0,-1 0 0 0 0,1 0 0 0 0,-1-1 0 0 0,1 0 1 0 0,-1 0-1 0 0,1 0 0 0 0,0 0 0 0 0,7-1 0 0 0,-6 0-55 0 0,0-1-1 0 0,-1 1 1 0 0,1-1 0 0 0,0-1 0 0 0,-1 1 0 0 0,1-1-1 0 0,-1 0 1 0 0,1 0 0 0 0,-1 0 0 0 0,0-1 0 0 0,0 0 0 0 0,0 0-1 0 0,0 0 1 0 0,-1-1 0 0 0,1 0 0 0 0,-1 0 0 0 0,5-6-1 0 0,3-5-17 0 0,0 0 0 0 0,-2-1-1 0 0,0 0 1 0 0,-1-1-1 0 0,0 0 1 0 0,7-22 0 0 0,27-109 2015 0 0,-40 135-1473 0 0,-2 11-144 0 0,-3 4-219 0 0,-11 30 61 0 0,1 1 1 0 0,1 0-1 0 0,2 0 0 0 0,2 1 0 0 0,1 0 1 0 0,-3 39-1 0 0,9-61-275 0 0,-1-1 1 0 0,1 0-1 0 0,1 0 0 0 0,0 0 1 0 0,0 1-1 0 0,7 20 0 0 0,-8-30-109 0 0,1 1-1 0 0,1 0 0 0 0,-1-1 0 0 0,0 1 1 0 0,1-1-1 0 0,-1 1 0 0 0,1-1 0 0 0,0 0 1 0 0,0 1-1 0 0,0-1 0 0 0,0 0 0 0 0,0 0 0 0 0,4 2 1 0 0,-4-3-164 0 0,1 0 1 0 0,-1 0 0 0 0,1 0-1 0 0,-1 0 1 0 0,1 0-1 0 0,-1-1 1 0 0,1 1 0 0 0,0-1-1 0 0,-1 0 1 0 0,1 0-1 0 0,0 0 1 0 0,-1 0 0 0 0,1 0-1 0 0,0 0 1 0 0,-1-1-1 0 0,1 1 1 0 0,3-2 0 0 0,13-6-4660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40 253 1896 0 0,'7'-114'6902'0'0,"2"-22"427"0"0,-9 134-6942 0 0,0 4 49 0 0,-23 370 4897 0 0,4-126-4752 0 0,14-161-594 0 0,-3 116 384 0 0,9-168-1682 0 0,1 1-1 0 0,1-1 0 0 0,16 63 0 0 0,-17-91 805 0 0,-1 0 1 0 0,1 0-1 0 0,0 0 1 0 0,0-1-1 0 0,3 6 0 0 0,11 5-5803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7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1816 0 0,'24'-69'14652'0'0,"-23"72"-14478"0"0,-1 0 0 0 0,1 0 0 0 0,-1 0 0 0 0,0 0 0 0 0,0 0 0 0 0,0 0 0 0 0,0 0 0 0 0,-1 0 0 0 0,0 3 0 0 0,0 8 98 0 0,-6 61 503 0 0,-2 37-126 0 0,9-96-891 0 0,1 1-1 0 0,0-1 1 0 0,1 1-1 0 0,6 24 1 0 0,-7-36-125 0 0,1-1 0 0 0,-1 0-1 0 0,1 0 1 0 0,0 0 0 0 0,0 0 0 0 0,0 0 0 0 0,3 3 0 0 0,14 9-6543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8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1452 0 0,'5'-9'2760'0'0,"-2"0"0"0"0,1 0 0 0 0,2-13 1659 0 0,-8 53-2285 0 0,-1-3-1315 0 0,-1 93 753 0 0,4-108-1485 0 0,1 0 0 0 0,1 0 0 0 0,0 0-1 0 0,1-1 1 0 0,0 1 0 0 0,1-1 0 0 0,6 14-1 0 0,-8-21-57 0 0,1-1 0 0 0,-1 0 0 0 0,1 1 0 0 0,0-1 0 0 0,0-1 0 0 0,1 1 0 0 0,-1 0 0 0 0,1-1 0 0 0,0 0-1 0 0,0 1 1 0 0,0-2 0 0 0,0 1 0 0 0,1 0 0 0 0,-1-1 0 0 0,1 0 0 0 0,-1 0 0 0 0,1 0 0 0 0,0-1 0 0 0,0 1-1 0 0,0-1 1 0 0,0 0 0 0 0,0-1 0 0 0,0 1 0 0 0,0-1 0 0 0,6 0 0 0 0,-2 0-18 0 0,0-1 0 0 0,0 0 0 0 0,0-1 0 0 0,0 0 0 0 0,0 0 0 0 0,0-1 0 0 0,-1 0 0 0 0,1 0 0 0 0,-1-1 0 0 0,0 0 0 0 0,0-1 0 0 0,0 0 0 0 0,8-6 0 0 0,-6 2-19 0 0,0-1 1 0 0,-1 1-1 0 0,0-1 1 0 0,-1-1-1 0 0,0 0 1 0 0,-1 0-1 0 0,0 0 1 0 0,-1-1-1 0 0,0 0 1 0 0,0-1-1 0 0,-2 1 1 0 0,1-1-1 0 0,4-24 1 0 0,-8 30 13 0 0,0-1 0 0 0,0 0 0 0 0,-1 0 1 0 0,0 0-1 0 0,0 0 0 0 0,-1 0 0 0 0,0 0 1 0 0,0 0-1 0 0,-1 0 0 0 0,0 1 0 0 0,0-1 0 0 0,-1 1 1 0 0,0-1-1 0 0,0 1 0 0 0,-1 0 0 0 0,0 0 1 0 0,0 0-1 0 0,-1 1 0 0 0,0-1 0 0 0,0 1 1 0 0,0 0-1 0 0,-1 1 0 0 0,0-1 0 0 0,-9-6 1 0 0,8 8-38 0 0,0 0 1 0 0,0 0 0 0 0,0 1 0 0 0,0 0-1 0 0,-1 0 1 0 0,1 1 0 0 0,-1 0 0 0 0,1 0 0 0 0,-1 1-1 0 0,0 0 1 0 0,0 0 0 0 0,0 1 0 0 0,0 0-1 0 0,0 0 1 0 0,0 1 0 0 0,0 0 0 0 0,-14 3 0 0 0,14-1-324 0 0,0-1 0 0 0,0 1 1 0 0,0 1-1 0 0,1-1 1 0 0,-1 1-1 0 0,1 0 1 0 0,-10 8-1 0 0,12-8-327 0 0,0 1 0 0 0,0-1 0 0 0,1 1 0 0 0,-1 0 0 0 0,1 0 0 0 0,0 1 0 0 0,1-1 0 0 0,-1 1 0 0 0,-4 10 0 0 0,5-6-2581 0 0,2 1-1216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8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2288 0 0,'18'-9'6576'0'0,"5"-4"-1423"0"0,-23 13-5134 0 0,0 0 0 0 0,0 0 0 0 0,0 0 0 0 0,1 0 0 0 0,-1 0 1 0 0,0 0-1 0 0,0-1 0 0 0,0 1 0 0 0,0 0 0 0 0,0 0 0 0 0,0 0 0 0 0,0 0 0 0 0,1 0 0 0 0,-1 0 0 0 0,0 0 0 0 0,0 0 0 0 0,0 0 0 0 0,0 0 0 0 0,0 0 0 0 0,0 0 0 0 0,1 0 0 0 0,-1 0 0 0 0,0 0 0 0 0,0 0 0 0 0,0 0 0 0 0,0 0 0 0 0,0 0 0 0 0,0 1 0 0 0,1-1 0 0 0,-1 0 1 0 0,0 0-1 0 0,0 0 0 0 0,0 0 0 0 0,0 0 0 0 0,0 0 0 0 0,0 0 0 0 0,0 0 0 0 0,0 0 0 0 0,0 0 0 0 0,1 1 0 0 0,-1-1 0 0 0,0 0 0 0 0,0 0 0 0 0,0 0 0 0 0,0 0 0 0 0,0 0 0 0 0,0 0 0 0 0,0 0 0 0 0,0 1 0 0 0,4 10 697 0 0,-1 10 293 0 0,-3 23 132 0 0,-1-1 1 0 0,-8 46-1 0 0,-1 15-496 0 0,-3-22 486 0 0,16-115-1196 0 0,1 1 0 0 0,2 0 1 0 0,1 1-1 0 0,15-44 0 0 0,-15 56 56 0 0,0 0 0 0 0,1 1 0 0 0,16-29 0 0 0,-19 40-21 0 0,0 0 1 0 0,0-1-1 0 0,0 2 0 0 0,1-1 1 0 0,0 1-1 0 0,1-1 0 0 0,-1 2 1 0 0,1-1-1 0 0,0 1 1 0 0,11-6-1 0 0,-15 10 13 0 0,0 0 0 0 0,-1 0 0 0 0,1 1 0 0 0,0 0 0 0 0,-1-1 0 0 0,1 1 0 0 0,0 0 0 0 0,-1 0 0 0 0,1 0 0 0 0,0 1 0 0 0,-1-1 0 0 0,1 1 1 0 0,0-1-1 0 0,-1 1 0 0 0,1 0 0 0 0,-1 0 0 0 0,1 0 0 0 0,-1 0 0 0 0,1 1 0 0 0,2 2 0 0 0,1 1 47 0 0,-1 1 1 0 0,-1 0-1 0 0,1 0 0 0 0,-1 0 1 0 0,0 0-1 0 0,-1 1 0 0 0,1 0 1 0 0,-1 0-1 0 0,-1 0 0 0 0,1 0 0 0 0,-1 0 1 0 0,0 0-1 0 0,1 10 0 0 0,0 13 108 0 0,-1-1-1 0 0,-1 31 1 0 0,-1-40-76 0 0,-2 80 394 0 0,2-98-445 0 0,2 2 77 0 0,0-1-95 0 0,5-11-114 0 0,2-7-821 0 0,-1-1 0 0 0,0 1 0 0 0,-1-1-1 0 0,-1-1 1 0 0,8-30 0 0 0,-7 19-3236 0 0,3-36 0 0 0,-8 32-1587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8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36 1700 0 0,'-157'-33'13767'0'0,"154"32"-13788"0"0,1 0 0 0 0,-1 1-1 0 0,0 0 1 0 0,1 0 0 0 0,-1 0-1 0 0,0 0 1 0 0,0 0 0 0 0,-2 1-1 0 0,-20 9-8034 0 0,12-3 3241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49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1028 0 0,'-8'2'928'0'0,"-8"4"1421"0"0,1 0 1 0 0,-1 1-1 0 0,1 0 1 0 0,-16 10-1 0 0,41-10-1611 0 0,0-4-593 0 0,0-2-1 0 0,0 1 1 0 0,0-1-1 0 0,0-1 1 0 0,19 0-1 0 0,-8-1-145 0 0,5 1-293 0 0,76 0-2154 0 0,-32-4-2110 0 0,-11-2-1045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0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10 1880 0 0,'-3'0'1870'0'0,"-7"-3"-303"0"0,5 2-766 0 0,1-1 1 0 0,-1 1-1 0 0,0 0 0 0 0,1 1 0 0 0,-1-1 0 0 0,0 1 0 0 0,0 0 0 0 0,-6 0 0 0 0,10 2-693 0 0,0-1 1 0 0,0 0-1 0 0,-1 0 0 0 0,1 1 0 0 0,0-1 1 0 0,1 1-1 0 0,-1-1 0 0 0,0 1 0 0 0,0 0 1 0 0,0-1-1 0 0,1 1 0 0 0,-1 0 0 0 0,1-1 1 0 0,0 1-1 0 0,-1 0 0 0 0,1-1 0 0 0,0 4 1 0 0,-1 2 220 0 0,-28 123 1389 0 0,-11 137-1 0 0,38-242-2090 0 0,2 48 0 0 0,1-66-110 0 0,-1 0 1 0 0,1-1 0 0 0,0 1-1 0 0,1 0 1 0 0,0-1-1 0 0,0 1 1 0 0,0-1 0 0 0,1 1-1 0 0,0-1 1 0 0,0 0-1 0 0,8 11 1 0 0,1-8-3311 0 0,1-3-1715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0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72 1716 0 0,'1'-5'918'0'0,"0"-1"0"0"0,0 1-1 0 0,-1 0 1 0 0,1-1 0 0 0,-1 1-1 0 0,-1-9 1 0 0,1 13-781 0 0,0 0 1 0 0,-1-1-1 0 0,1 1 0 0 0,0 0 0 0 0,-1 0 1 0 0,1 0-1 0 0,-1 0 0 0 0,1-1 0 0 0,-1 1 1 0 0,0 0-1 0 0,1 0 0 0 0,-1 0 0 0 0,0 0 1 0 0,0 0-1 0 0,0 1 0 0 0,0-1 0 0 0,0 0 0 0 0,0 0 1 0 0,0 1-1 0 0,0-1 0 0 0,0 0 0 0 0,0 1 1 0 0,0-1-1 0 0,0 1 0 0 0,0-1 0 0 0,0 1 1 0 0,-1 0-1 0 0,1-1 0 0 0,0 1 0 0 0,0 0 1 0 0,0 0-1 0 0,-1 0 0 0 0,1 0 0 0 0,0 0 1 0 0,0 0-1 0 0,-1 0 0 0 0,1 0 0 0 0,-2 1 1 0 0,-5 0 58 0 0,0 1 1 0 0,0 0-1 0 0,0 1 1 0 0,0-1-1 0 0,1 1 0 0 0,-1 1 1 0 0,1 0-1 0 0,0 0 1 0 0,0 0-1 0 0,0 1 1 0 0,1 0-1 0 0,-11 10 1 0 0,14-12-158 0 0,0-1 0 0 0,1 1-1 0 0,-1 0 1 0 0,1 1 0 0 0,0-1 0 0 0,0 0 0 0 0,0 1 0 0 0,1-1 0 0 0,-1 1-1 0 0,1-1 1 0 0,0 1 0 0 0,0 0 0 0 0,0 0 0 0 0,0-1 0 0 0,1 1 0 0 0,-1 0 0 0 0,1 0-1 0 0,0 0 1 0 0,0 0 0 0 0,1 0 0 0 0,-1-1 0 0 0,1 1 0 0 0,0 0 0 0 0,0 0-1 0 0,0 0 1 0 0,0-1 0 0 0,1 1 0 0 0,-1-1 0 0 0,1 1 0 0 0,2 3 0 0 0,7 8 155 0 0,1 0 0 0 0,0 0 1 0 0,1-1-1 0 0,24 20 1 0 0,-23-22 23 0 0,-1 1 0 0 0,0 0-1 0 0,-1 0 1 0 0,0 1 0 0 0,12 21 0 0 0,-22-32-129 0 0,-1 1-1 0 0,1-1 1 0 0,-1 1-1 0 0,1-1 1 0 0,-1 1-1 0 0,0 0 1 0 0,-1 0-1 0 0,1 0 1 0 0,-1-1 0 0 0,1 1-1 0 0,-1 0 1 0 0,0 0-1 0 0,-1 0 1 0 0,0 6-1 0 0,-1-3-18 0 0,0-1-1 0 0,0 0 1 0 0,0 1 0 0 0,-1-1-1 0 0,0-1 1 0 0,0 1 0 0 0,-1 0-1 0 0,-4 5 1 0 0,-2 1-11 0 0,-1 0 0 0 0,0-1-1 0 0,0 0 1 0 0,-1-1 0 0 0,-1 0 0 0 0,-21 12-1 0 0,22-15-203 0 0,-1 0 0 0 0,0-1 0 0 0,0 0-1 0 0,0-1 1 0 0,-29 6 0 0 0,35-10-420 0 0,-1 0-1 0 0,1 0 1 0 0,-1-1 0 0 0,0 0-1 0 0,-9-2 1 0 0,11 1-440 0 0,0 0 0 0 0,0 0 0 0 0,0-1 0 0 0,0 0 1 0 0,1 0-1 0 0,-1-1 0 0 0,-7-4 0 0 0,-8-8-6186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0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16 213 1772 0 0,'-8'-108'8528'0'0,"1"5"-3303"0"0,7 101-5385 0 0,18 24-4368 0 0,-7-9 1012 0 0,1 0-1401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1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1007 80 0 0,'-16'9'3252'0'0,"2"-2"-1168"0"0,0 1 1 0 0,0 1-1 0 0,1 1 1 0 0,-13 11-1 0 0,26-21-2054 0 0,1 0-1 0 0,-1-1 1 0 0,0 1 0 0 0,1 0-1 0 0,-1 0 1 0 0,1 0 0 0 0,-1 0-1 0 0,0 0 1 0 0,1 0 0 0 0,-1 0-1 0 0,0 0 1 0 0,1 0 0 0 0,-1 0-1 0 0,1 0 1 0 0,-1 0 0 0 0,0 0-1 0 0,1 0 1 0 0,-1 0 0 0 0,1 0 0 0 0,-1 0-1 0 0,0 0 1 0 0,1 1 0 0 0,-1-1-1 0 0,0 0 1 0 0,1 0 0 0 0,-1 0-1 0 0,0 1 1 0 0,1-1 0 0 0,-1 0-1 0 0,0 0 1 0 0,0 1 0 0 0,1-1-1 0 0,-1 0 1 0 0,0 1 0 0 0,0-1-1 0 0,1 0 1 0 0,-1 1 0 0 0,0-1-1 0 0,0 0 1 0 0,0 1 0 0 0,0-1-1 0 0,0 0 1 0 0,1 1 0 0 0,-1-1-1 0 0,0 1 1 0 0,0-1 0 0 0,0 0 0 0 0,0 1-1 0 0,0-1 1 0 0,0 0 0 0 0,0 1-1 0 0,0-1 1 0 0,-1 1 0 0 0,1-1-1 0 0,0 0 1 0 0,0 1 0 0 0,0-1-1 0 0,0 0 1 0 0,0 1 0 0 0,-1-1-1 0 0,1 0 1 0 0,0 1 0 0 0,0-1-1 0 0,0 0 1 0 0,-1 1 0 0 0,1-1-1 0 0,-1 1 1 0 0,17-8 69 0 0,-1-1 1 0 0,0 0-1 0 0,-1-1 0 0 0,0-1 1 0 0,0 0-1 0 0,14-14 1 0 0,14-13-90 0 0,-2-2 0 0 0,-1-1 1 0 0,-3-2-1 0 0,-1-2 1 0 0,-2-1-1 0 0,-2-2 1 0 0,-2-1-1 0 0,-2-1 1 0 0,-3-1-1 0 0,-1-2 1 0 0,-3 0-1 0 0,-3-1 1 0 0,-1-1-1 0 0,12-78 1 0 0,-18 71-30 0 0,-3 19-39 0 0,5-81 1 0 0,-21 146 59 0 0,4-12 4 0 0,-11 39 53 0 0,2 1 1 0 0,-11 77 0 0 0,16-81-10 0 0,-31 218 144 0 0,36-222-163 0 0,2 1 0 0 0,2-1 0 0 0,1 1-1 0 0,9 49 1 0 0,-8-81-95 0 0,1 0 0 0 0,0 0-1 0 0,1-1 1 0 0,0 1 0 0 0,1-1-1 0 0,0 0 1 0 0,13 21 0 0 0,-14-28-215 0 0,-1 0 0 0 0,1 1 0 0 0,0-1 0 0 0,0 0 0 0 0,0-1 0 0 0,0 1 0 0 0,1-1 0 0 0,6 5 0 0 0,-7-6-275 0 0,0-1 0 0 0,1 1 0 0 0,-1-1 0 0 0,0 1 0 0 0,0-1 0 0 0,1 0 0 0 0,-1-1 0 0 0,1 1 0 0 0,-1-1 0 0 0,0 0 0 0 0,9 0 0 0 0,11-5-4445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1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65 145 1020 0 0,'20'-145'14523'0'0,"-101"738"-10942"0"0,78-528-3473 0 0,3-63-86 0 0,2-3-21 0 0,0 0 0 0 0,0 0 0 0 0,0 0 0 0 0,0-1 0 0 0,-1 1 1 0 0,1-1-1 0 0,0 0 0 0 0,-1 1 0 0 0,0-1 0 0 0,1 0 0 0 0,-1 0 0 0 0,0 0 1 0 0,0 0-1 0 0,0 0 0 0 0,2-2 0 0 0,1-4 5 0 0,23-34-6 0 0,37-51-32 0 0,-53 79-3 0 0,0 2 1 0 0,0-1-1 0 0,2 1 1 0 0,21-16-1 0 0,-32 26 31 0 0,1 1-1 0 0,-1-1 1 0 0,0 1 0 0 0,1-1 0 0 0,-1 1-1 0 0,1 0 1 0 0,0 0 0 0 0,-1 0-1 0 0,1 1 1 0 0,0-1 0 0 0,-1 0-1 0 0,1 1 1 0 0,0 0 0 0 0,0 0-1 0 0,0 0 1 0 0,-1 0 0 0 0,1 0-1 0 0,0 0 1 0 0,0 1 0 0 0,0-1 0 0 0,4 3-1 0 0,-3-2 0 0 0,-1 1 0 0 0,1 0 0 0 0,-1 1-1 0 0,1-1 1 0 0,-1 1 0 0 0,0-1 0 0 0,0 1 0 0 0,0 0 0 0 0,0 0-1 0 0,0 1 1 0 0,-1-1 0 0 0,0 0 0 0 0,1 1 0 0 0,1 4-1 0 0,3 9 14 0 0,0 1 0 0 0,-1 0 0 0 0,-1 0 0 0 0,-1 1 0 0 0,0-1-1 0 0,1 31 1 0 0,-1-16 11 0 0,8 31 0 0 0,-12-63-17 0 0,0 1 0 0 0,1 0 0 0 0,-1-1 0 0 0,1 1-1 0 0,0-1 1 0 0,-1 0 0 0 0,1 1 0 0 0,0-1 0 0 0,0 1 0 0 0,0-1 0 0 0,0 0-1 0 0,0 0 1 0 0,0 0 0 0 0,0 1 0 0 0,0-1 0 0 0,1 0 0 0 0,-1 0 0 0 0,0-1 0 0 0,1 1-1 0 0,1 1 1 0 0,0-1-1 0 0,-1-1-1 0 0,1 1 0 0 0,0 0 0 0 0,0-1 0 0 0,0 1 1 0 0,0-1-1 0 0,0 0 0 0 0,-1 0 0 0 0,1 0 0 0 0,4-1 1 0 0,5-2-13 0 0,-1 0 1 0 0,0 0 0 0 0,0-1 0 0 0,16-8-1 0 0,-3-1-220 0 0,0 0 0 0 0,-2-1-1 0 0,0-2 1 0 0,0 0 0 0 0,-2-1-1 0 0,20-22 1 0 0,-27 26 59 0 0,-1-1 0 0 0,0-1 1 0 0,-1 0-1 0 0,-1 0 0 0 0,0-1 1 0 0,-1 0-1 0 0,-1-1 0 0 0,-1 0 0 0 0,10-30 1 0 0,-16 44 146 0 0,0-1 0 0 0,0 0 0 0 0,-1 0 0 0 0,1 1 0 0 0,-1-1 0 0 0,0 0 0 0 0,0 0-1 0 0,0 0 1 0 0,0 1 0 0 0,-1-1 0 0 0,0 0 0 0 0,0 0 0 0 0,0 1 0 0 0,0-1 0 0 0,0 0 0 0 0,-1 1 0 0 0,1-1 0 0 0,-5-5 0 0 0,5 9 21 0 0,0-1 0 0 0,0 0 0 0 0,0 1 1 0 0,0-1-1 0 0,0 1 0 0 0,0-1 0 0 0,0 1 0 0 0,0 0 0 0 0,0-1 0 0 0,0 1 0 0 0,-1 0 0 0 0,1 0 1 0 0,0 0-1 0 0,0 0 0 0 0,0 0 0 0 0,0 0 0 0 0,-1 0 0 0 0,1 0 0 0 0,0 1 0 0 0,0-1 1 0 0,0 0-1 0 0,0 1 0 0 0,0-1 0 0 0,0 1 0 0 0,0-1 0 0 0,0 1 0 0 0,0-1 0 0 0,0 1 0 0 0,-1 1 1 0 0,-29 19-63 0 0,22-11 67 0 0,0 0 0 0 0,1 0 0 0 0,0 0-1 0 0,0 1 1 0 0,1 1 0 0 0,1-1 0 0 0,0 1-1 0 0,0 0 1 0 0,2 0 0 0 0,-1 1 0 0 0,1-1-1 0 0,1 1 1 0 0,0 0 0 0 0,1 0 0 0 0,-1 17-1 0 0,3-27 4 0 0,0 1-1 0 0,0-1 1 0 0,0 0-1 0 0,1 0 1 0 0,-1 0-1 0 0,1 0 0 0 0,-1 0 1 0 0,1 0-1 0 0,0 0 1 0 0,0 0-1 0 0,0 0 1 0 0,1 0-1 0 0,-1 0 0 0 0,1 0 1 0 0,0-1-1 0 0,-1 1 1 0 0,1-1-1 0 0,0 1 1 0 0,0-1-1 0 0,1 0 0 0 0,-1 0 1 0 0,1 0-1 0 0,-1 0 1 0 0,1 0-1 0 0,-1 0 1 0 0,1-1-1 0 0,0 1 0 0 0,0-1 1 0 0,3 1-1 0 0,1 0-180 0 0,1 0 0 0 0,0-1 0 0 0,-1 0 0 0 0,1-1-1 0 0,0 0 1 0 0,-1 0 0 0 0,1 0 0 0 0,0-1 0 0 0,-1 0 0 0 0,16-5 0 0 0,-4 0-1863 0 0,1 0 0 0 0,34-18 0 0 0,-19 5-2459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2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325 197 1868 0 0,'-302'54'12057'0'0,"279"-50"-10330"0"0,42-8-968 0 0,29-6-464 0 0,482-115-809 0 0,-149 37-7555 0 0,-268 61 2350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97 753 2056 0 0,'-12'8'1771'0'0,"7"-4"-970"0"0,-1 1 0 0 0,1-2 0 0 0,-1 1-1 0 0,0-1 1 0 0,0 0 0 0 0,0 0 0 0 0,-1 0-1 0 0,1-1 1 0 0,-1 0 0 0 0,-12 2 0 0 0,19-4-784 0 0,0 0 1 0 0,0 0-1 0 0,-1 0 0 0 0,1 0 1 0 0,0 0-1 0 0,0 0 0 0 0,-1 0 1 0 0,1 0-1 0 0,0 0 0 0 0,0 0 1 0 0,0 0-1 0 0,-1 0 0 0 0,1 0 1 0 0,0 0-1 0 0,0 0 1 0 0,0 0-1 0 0,-1 0 0 0 0,1-1 1 0 0,0 1-1 0 0,0 0 0 0 0,0 0 1 0 0,0 0-1 0 0,-1 0 0 0 0,1-1 1 0 0,0 1-1 0 0,0 0 1 0 0,0 0-1 0 0,0 0 0 0 0,0 0 1 0 0,0-1-1 0 0,-1 1 0 0 0,1 0 1 0 0,0 0-1 0 0,0 0 0 0 0,0-1 1 0 0,0 1-1 0 0,0 0 0 0 0,0 0 1 0 0,0-1-1 0 0,0 1 1 0 0,4-12 331 0 0,11-9-108 0 0,88-90 102 0 0,12-13-334 0 0,-63 59-11 0 0,-2-3 1 0 0,-3-1-1 0 0,-3-3 1 0 0,-3-1-1 0 0,40-102 1 0 0,-80 173-1 0 0,-8 11-1 0 0,-6 19-3 0 0,1 1 1 0 0,-14 54-1 0 0,11-33 50 0 0,-215 875 926 0 0,199-745-202 0 0,45-240-619 0 0,3 0-1 0 0,2 2 1 0 0,43-88 0 0 0,-52 126-160 0 0,1 0 1 0 0,1 1-1 0 0,28-34 1 0 0,-35 47 7 0 0,0 0 0 0 0,1 1 0 0 0,-1-1 0 0 0,1 1 0 0 0,1 0 0 0 0,-1 1 0 0 0,1 0-1 0 0,-1 0 1 0 0,1 0 0 0 0,1 1 0 0 0,-1 0 0 0 0,0 0 0 0 0,1 1 0 0 0,13-3 0 0 0,-17 5 5 0 0,0-1 0 0 0,1 1 1 0 0,-1 1-1 0 0,0-1 0 0 0,1 1 0 0 0,-1-1 0 0 0,0 1 0 0 0,1 0 1 0 0,-1 1-1 0 0,0-1 0 0 0,0 1 0 0 0,0 0 0 0 0,4 3 0 0 0,-1-1 1 0 0,-1 1 0 0 0,0 0 0 0 0,0 0 0 0 0,0 0 0 0 0,0 1 0 0 0,7 11 0 0 0,-1 0 6 0 0,-2 0 0 0 0,0 1 0 0 0,-1 0 0 0 0,12 35 0 0 0,-16-36-9 0 0,-1 1 0 0 0,0 0 0 0 0,0 21-1 0 0,-3-24-819 0 0,1 1 0 0 0,1-1-1 0 0,0 1 1 0 0,9 25 0 0 0,2-19-4370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69 1952 0 0,'0'-3'301'0'0,"1"1"-1"0"0,-1-1 1 0 0,0 1-1 0 0,0-1 1 0 0,0 1-1 0 0,0-1 1 0 0,-1 1-1 0 0,1-1 1 0 0,-1 1-1 0 0,0-1 1 0 0,1 1-1 0 0,-1-1 1 0 0,0 1-1 0 0,0 0 1 0 0,-1-1 0 0 0,1 1-1 0 0,0 0 1 0 0,-1 0-1 0 0,1 0 1 0 0,-1 0-1 0 0,0 0 1 0 0,0 1-1 0 0,-3-4 1 0 0,2 3-141 0 0,0 1 1 0 0,0 0-1 0 0,0-1 1 0 0,0 1 0 0 0,0 0-1 0 0,-1 1 1 0 0,1-1-1 0 0,0 0 1 0 0,0 1 0 0 0,-1 0-1 0 0,1 0 1 0 0,0 0-1 0 0,0 0 1 0 0,-1 0-1 0 0,1 1 1 0 0,0 0 0 0 0,0-1-1 0 0,-5 3 1 0 0,-12 4 168 0 0,0 2 0 0 0,0 0 0 0 0,1 1 1 0 0,0 1-1 0 0,1 1 0 0 0,0 0 0 0 0,1 2 1 0 0,-22 21-1 0 0,19-15-169 0 0,1 1 0 0 0,1 1 0 0 0,0 1 0 0 0,2 0 0 0 0,-26 50 0 0 0,37-62-123 0 0,1 0 0 0 0,0 0 0 0 0,0 0 0 0 0,1 1 0 0 0,0-1 0 0 0,-1 19 0 0 0,4-28-29 0 0,0 1-1 0 0,0 0 0 0 0,0 0 0 0 0,0-1 0 0 0,1 1 1 0 0,-1 0-1 0 0,1 0 0 0 0,-1-1 0 0 0,1 1 0 0 0,0-1 1 0 0,0 1-1 0 0,0-1 0 0 0,1 1 0 0 0,1 2 1 0 0,-1-3-7 0 0,-1-1 0 0 0,1 1 0 0 0,0-1 1 0 0,0 1-1 0 0,0-1 0 0 0,0 0 1 0 0,0 0-1 0 0,0 0 0 0 0,0 0 1 0 0,0 0-1 0 0,0-1 0 0 0,0 1 1 0 0,0 0-1 0 0,1-1 0 0 0,-1 0 1 0 0,0 0-1 0 0,0 1 0 0 0,1-1 1 0 0,-1 0-1 0 0,3-1 0 0 0,5 0-43 0 0,0-1 1 0 0,0 0-1 0 0,0-1 0 0 0,-1 0 0 0 0,1-1 0 0 0,-1 0 0 0 0,0 0 1 0 0,0-1-1 0 0,0 0 0 0 0,-1 0 0 0 0,1-1 0 0 0,-1 0 0 0 0,-1-1 1 0 0,1 0-1 0 0,-1 0 0 0 0,11-15 0 0 0,1-3-70 0 0,-1-1 0 0 0,-1 0 0 0 0,-1-1 0 0 0,13-33 0 0 0,-14 26 141 0 0,-1-1 0 0 0,-2-1 0 0 0,9-37 0 0 0,-33 147 701 0 0,4 0-1 0 0,1 107 0 0 0,8-164-676 0 0,0 1-1 0 0,1-1 1 0 0,1 0-1 0 0,0 0 1 0 0,2 0-1 0 0,12 31 1 0 0,-15-42-113 0 0,1-1 0 0 0,0 0 0 0 0,0 0 1 0 0,0-1-1 0 0,0 1 0 0 0,1-1 0 0 0,0 1 0 0 0,0-1 0 0 0,0 0 0 0 0,0-1 1 0 0,1 1-1 0 0,0-1 0 0 0,-1 0 0 0 0,1 0 0 0 0,0 0 0 0 0,1-1 1 0 0,-1 1-1 0 0,0-1 0 0 0,1-1 0 0 0,-1 1 0 0 0,1-1 0 0 0,0 0 1 0 0,-1 0-1 0 0,11 0 0 0 0,-4-1-329 0 0,0-1 1 0 0,1 0 0 0 0,-1-1-1 0 0,0 0 1 0 0,0-1-1 0 0,0-1 1 0 0,0 1-1 0 0,0-2 1 0 0,13-7 0 0 0,-9 4-610 0 0,-1-1 0 0 0,0-1 0 0 0,0 0 0 0 0,-1-1 1 0 0,23-23-1 0 0,-4-5-3166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102 353 1172 0 0,'31'-245'8142'0'0,"-22"157"-4981"0"0,-9 69-2353 0 0,-6 25 304 0 0,-9 32-10 0 0,-71 312 1673 0 0,55-152-2295 0 0,28-164-433 0 0,2-1 0 0 0,1 1 0 0 0,9 64 0 0 0,-8-93-125 0 0,0-1 0 0 0,0 1 0 0 0,0 0 1 0 0,1 0-1 0 0,0-1 0 0 0,0 1 0 0 0,0-1 0 0 0,0 1 1 0 0,1-1-1 0 0,-1 0 0 0 0,1 0 0 0 0,0 0 0 0 0,0-1 1 0 0,1 1-1 0 0,-1-1 0 0 0,1 1 0 0 0,0-1 1 0 0,7 4-1 0 0,-6-4-136 0 0,1 0-1 0 0,0-1 1 0 0,-1 0 0 0 0,1 0 0 0 0,0-1 0 0 0,0 0 0 0 0,0 0 0 0 0,1 0 0 0 0,-1-1 0 0 0,0 0-1 0 0,0 0 1 0 0,0 0 0 0 0,0-1 0 0 0,11-2 0 0 0,0-2-504 0 0,-1 0-1 0 0,1-2 1 0 0,-1 0-1 0 0,0 0 1 0 0,0-2-1 0 0,-1 0 1 0 0,0 0 0 0 0,0-2-1 0 0,-1 0 1 0 0,21-22-1 0 0,0-6-3224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4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555 417 320 0 0,'17'-67'3116'0'0,"-4"-1"0"0"0,-2 0-1 0 0,1-77 1 0 0,-8 79-747 0 0,-4 64-2198 0 0,-2 4-14 0 0,-5 14-21 0 0,1 1-1 0 0,1-1 1 0 0,0 1 0 0 0,-3 25 0 0 0,1-10 57 0 0,-87 459 1912 0 0,29-143-854 0 0,-142 635 1724 0 0,192-917-2852 0 0,2-14 4 0 0,2 1 0 0 0,-5 66 0 0 0,16-115-121 0 0,0 0 0 0 0,0 1 0 0 0,1-1 1 0 0,-1 1-1 0 0,3 7 0 0 0,-3-11-2 0 0,1 0 0 0 0,-1 1-1 0 0,1-1 1 0 0,-1 0 0 0 0,1 0 0 0 0,-1 0 0 0 0,1 0-1 0 0,0 0 1 0 0,-1 0 0 0 0,1 0 0 0 0,0 0-1 0 0,0 0 1 0 0,0 0 0 0 0,-1 0 0 0 0,1 0 0 0 0,0-1-1 0 0,0 1 1 0 0,1 0 0 0 0,-1-1 0 0 0,0 1-1 0 0,0-1 1 0 0,0 1 0 0 0,0-1 0 0 0,0 1 0 0 0,1-1-1 0 0,-1 0 1 0 0,0 0 0 0 0,0 0 0 0 0,2 1-1 0 0,6-3 0 0 0,1 1 0 0 0,-1-1 0 0 0,0 0 0 0 0,0-1-1 0 0,0 0 1 0 0,0 0 0 0 0,0-1 0 0 0,-1-1 0 0 0,0 1-1 0 0,1-1 1 0 0,-2 0 0 0 0,1-1 0 0 0,-1 0 0 0 0,8-8-1 0 0,6-6-12 0 0,-1-1 0 0 0,-1 0 0 0 0,25-39 0 0 0,-30 41-7 0 0,-2-2 0 0 0,-1 0 0 0 0,0 0 0 0 0,-2-1 0 0 0,0 0 0 0 0,-1-1 0 0 0,6-34 0 0 0,-11 40 13 0 0,-1 0 0 0 0,-1 0 0 0 0,0 0 0 0 0,-1 0 0 0 0,-1 0 0 0 0,-1 1 0 0 0,0-1 0 0 0,-1 0 0 0 0,-1 1 0 0 0,-1-1 0 0 0,-8-20 0 0 0,2 13-2 0 0,-1 1 0 0 0,-2 1 0 0 0,0 0-1 0 0,-1 1 1 0 0,-1 1 0 0 0,0 0-1 0 0,-2 1 1 0 0,-30-25 0 0 0,-20-10 198 0 0,-89-54 0 0 0,97 69 110 0 0,58 37-296 0 0,-1 0-1 0 0,0 1 1 0 0,1-1 0 0 0,-1-1 0 0 0,1 1 0 0 0,0 0-1 0 0,0 0 1 0 0,-1-1 0 0 0,2 1 0 0 0,-1-1-1 0 0,0 0 1 0 0,0 0 0 0 0,1 1 0 0 0,0-1 0 0 0,-1 0-1 0 0,1 0 1 0 0,0 0 0 0 0,1-1 0 0 0,-1 1 0 0 0,0 0-1 0 0,1-4 1 0 0,0 1-73 0 0,1 0-1 0 0,0 1 0 0 0,0-1 1 0 0,0 0-1 0 0,1 0 1 0 0,0 1-1 0 0,0-1 1 0 0,0 1-1 0 0,1 0 0 0 0,6-10 1 0 0,8-9-444 0 0,0 1 1 0 0,2 0 0 0 0,1 1-1 0 0,0 2 1 0 0,2 0 0 0 0,38-28-1 0 0,156-88-4478 0 0,-68 55-1488 0 0,-71 41 751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46 191 328 0 0,'-31'-27'10928'0'0,"17"14"-6975"0"0,30 2-3924 0 0,0 1 1 0 0,0 1-1 0 0,32-13 1 0 0,60-16-2042 0 0,-77 28 866 0 0,58-23-4253 0 0,-40 15 1033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4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28 1416 0 0,'7'-27'12828'0'0,"-5"33"-12412"0"0,-1 1-1 0 0,1-1 1 0 0,-2 1 0 0 0,1 0-1 0 0,-1-1 1 0 0,-1 12 0 0 0,1 10 366 0 0,-11 562 4480 0 0,-50-2-3285 0 0,42-421-1308 0 0,2-16-275 0 0,-29 284-637 0 0,40-306-5579 0 0,9-117 3522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5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1 267 2524 0 0,'0'-17'1119'0'0,"0"0"-1"0"0,2-1 0 0 0,0 1 1 0 0,1 0-1 0 0,0 0 0 0 0,10-25 1 0 0,-10 35-898 0 0,0 0 0 0 0,0 0 1 0 0,1 0-1 0 0,0 0 0 0 0,0 1 1 0 0,0 0-1 0 0,1 0 1 0 0,0 0-1 0 0,1 1 0 0 0,-1-1 1 0 0,1 1-1 0 0,0 1 0 0 0,0-1 1 0 0,0 1-1 0 0,1 0 1 0 0,0 0-1 0 0,8-3 0 0 0,-2 3-19 0 0,0 0-1 0 0,0 1 1 0 0,0 0-1 0 0,0 1 0 0 0,0 0 1 0 0,0 2-1 0 0,1-1 1 0 0,-1 2-1 0 0,0-1 0 0 0,0 2 1 0 0,1 0-1 0 0,-1 0 1 0 0,0 2-1 0 0,-1-1 0 0 0,21 9 1 0 0,-25-8-101 0 0,0 0 1 0 0,1 0 0 0 0,-1 0-1 0 0,-1 1 1 0 0,1 0 0 0 0,-1 1-1 0 0,0 0 1 0 0,0 0 0 0 0,0 0-1 0 0,-1 1 1 0 0,0 0 0 0 0,0 0-1 0 0,-1 1 1 0 0,0 0 0 0 0,0 0-1 0 0,-1 0 1 0 0,0 0 0 0 0,-1 0-1 0 0,1 1 1 0 0,-2 0 0 0 0,1 0 0 0 0,-1 0-1 0 0,1 12 1 0 0,-3-10-16 0 0,0-1-1 0 0,-1 1 1 0 0,0 0 0 0 0,-1-1 0 0 0,0 1-1 0 0,-1-1 1 0 0,0 0 0 0 0,-1 0 0 0 0,0 0-1 0 0,0 0 1 0 0,-1 0 0 0 0,0-1 0 0 0,-1 0 0 0 0,-9 12-1 0 0,0-2-22 0 0,-1-1 0 0 0,-1 0 0 0 0,-1-1 1 0 0,0-1-1 0 0,-24 16 0 0 0,-35 17-317 0 0,76-48 199 0 0,0-1 0 0 0,1 1 0 0 0,-1-1 0 0 0,0 0 0 0 0,1 1 0 0 0,-1-1 0 0 0,0 0 1 0 0,0 1-1 0 0,1-1 0 0 0,-1 0 0 0 0,0 0 0 0 0,0 0 0 0 0,1 0 0 0 0,-1 0 0 0 0,0 0 0 0 0,0 0 0 0 0,0 0 0 0 0,1 0 0 0 0,-1 0 0 0 0,-1 0 0 0 0,1-1-29 0 0,1 1 0 0 0,-1-1 0 0 0,1 1 1 0 0,0 0-1 0 0,-1-1 0 0 0,1 1 0 0 0,0-1 0 0 0,-1 1 0 0 0,1-1 1 0 0,0 1-1 0 0,-1-1 0 0 0,1 1 0 0 0,0-1 0 0 0,0 0 0 0 0,0 1 1 0 0,-1-1-1 0 0,1 1 0 0 0,0-1 0 0 0,0 0 0 0 0,0 0 1 0 0,0-3-251 0 0,0 1 0 0 0,1-1 0 0 0,-1 1 0 0 0,1-1 1 0 0,-1 1-1 0 0,1-1 0 0 0,2-4 0 0 0,41-80-5458 0 0,-33 69 3859 0 0,16-31-3764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5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34 154 184 0 0,'50'-109'9893'0'0,"-32"70"-7136"0"0,-19 39-2741 0 0,1 0 0 0 0,0-1 0 0 0,0 1 0 0 0,0 0 0 0 0,0 0 1 0 0,0 0-1 0 0,0 0 0 0 0,0-1 0 0 0,0 1 0 0 0,0 0 0 0 0,0 0 0 0 0,0 0 0 0 0,0 0 0 0 0,0 0 1 0 0,1-1-1 0 0,-1 1 0 0 0,0 0 0 0 0,0 0 0 0 0,0 0 0 0 0,0 0 0 0 0,0 0 0 0 0,0-1 0 0 0,0 1 1 0 0,0 0-1 0 0,0 0 0 0 0,1 0 0 0 0,-1 0 0 0 0,0 0 0 0 0,0 0 0 0 0,0 0 0 0 0,0-1 1 0 0,0 1-1 0 0,0 0 0 0 0,1 0 0 0 0,-1 0 0 0 0,0 0 0 0 0,0 0 0 0 0,0 0 0 0 0,0 0 0 0 0,0 0 1 0 0,1 0-1 0 0,-1 0 0 0 0,0 0 0 0 0,0 0 0 0 0,0 0 0 0 0,0 0 0 0 0,1 0 0 0 0,-1 0 0 0 0,0 0 1 0 0,0 0-1 0 0,0 0 0 0 0,0 0 0 0 0,1 0 0 0 0,-1 0 0 0 0,0 0 0 0 0,0 1 0 0 0,0-1 0 0 0,3 13 285 0 0,-2 19-26 0 0,-54 391 1161 0 0,19-183-1111 0 0,28-199-374 0 0,-11 126 272 0 0,16-144-745 0 0,1 1-1 0 0,1 0 1 0 0,1-1 0 0 0,10 44 0 0 0,-11-62 27 0 0,0-1 0 0 0,1 1 0 0 0,-1-1 0 0 0,1 1 0 0 0,0-1 0 0 0,0 0 1 0 0,1 0-1 0 0,-1 0 0 0 0,1 0 0 0 0,0 0 0 0 0,0-1 0 0 0,6 6 0 0 0,9 4-4335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5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241 168 820 0 0,'5'-17'2716'0'0,"-2"0"0"0"0,3-31 0 0 0,-5 43-2321 0 0,-1-1 0 0 0,0 1 0 0 0,-1 0 0 0 0,1 0 0 0 0,-1 0 0 0 0,0 0 0 0 0,0-1 0 0 0,-1 1 0 0 0,1 1 0 0 0,-1-1-1 0 0,0 0 1 0 0,-1 0 0 0 0,-4-7 0 0 0,7 11-360 0 0,-1 1 0 0 0,0-1-1 0 0,0 0 1 0 0,1 1 0 0 0,-1-1-1 0 0,0 1 1 0 0,0-1 0 0 0,0 1-1 0 0,0-1 1 0 0,0 1 0 0 0,0-1-1 0 0,0 1 1 0 0,0 0 0 0 0,0 0-1 0 0,0 0 1 0 0,0-1 0 0 0,0 1-1 0 0,0 0 1 0 0,0 0 0 0 0,0 0-1 0 0,0 0 1 0 0,0 1 0 0 0,-2-1-1 0 0,-22 10 274 0 0,12-2-220 0 0,1 0 0 0 0,1 1 0 0 0,-1 1 0 0 0,2 0 0 0 0,-1 0 0 0 0,1 1-1 0 0,1 0 1 0 0,0 1 0 0 0,-9 15 0 0 0,7-8-51 0 0,1 0-1 0 0,0 1 1 0 0,1 0-1 0 0,1 1 1 0 0,-7 31 0 0 0,13-43-29 0 0,0 0 1 0 0,0 0-1 0 0,1 0 1 0 0,1 0-1 0 0,0 0 1 0 0,0-1-1 0 0,0 1 1 0 0,1 0-1 0 0,3 11 1 0 0,-3-16-11 0 0,0-1 0 0 0,0 0 1 0 0,1 0-1 0 0,-1 0 1 0 0,1 0-1 0 0,-1 0 0 0 0,1 0 1 0 0,0 0-1 0 0,0-1 1 0 0,1 1-1 0 0,-1-1 0 0 0,0 1 1 0 0,1-1-1 0 0,0 0 0 0 0,-1 0 1 0 0,1 0-1 0 0,0 0 1 0 0,0 0-1 0 0,0-1 0 0 0,0 0 1 0 0,0 1-1 0 0,0-1 1 0 0,1 0-1 0 0,-1 0 0 0 0,0-1 1 0 0,1 1-1 0 0,3 0 1 0 0,-1-1-24 0 0,-1 0 0 0 0,0 0 0 0 0,1 0 0 0 0,-1-1 0 0 0,0 1 0 0 0,0-1 0 0 0,0 0 1 0 0,0-1-1 0 0,0 1 0 0 0,0-1 0 0 0,0 0 0 0 0,8-5 0 0 0,-5 2-8 0 0,0-1 0 0 0,-1 1-1 0 0,0-1 1 0 0,0-1 0 0 0,0 1-1 0 0,9-13 1 0 0,1-7-23 0 0,0 0 1 0 0,-2-1-1 0 0,15-37 0 0 0,-27 58 53 0 0,16-42 270 0 0,-12 28-47 0 0,1-1-1 0 0,19-30 1 0 0,-27 51-220 0 0,0 0 0 0 0,0 0 0 0 0,1 0 1 0 0,-1 0-1 0 0,0 0 0 0 0,0 0 0 0 0,0 0 0 0 0,1 0 1 0 0,-1 0-1 0 0,0 0 0 0 0,0 1 0 0 0,1-1 0 0 0,-1 0 0 0 0,0 0 1 0 0,0 0-1 0 0,0 0 0 0 0,1 0 0 0 0,-1 0 0 0 0,0 1 1 0 0,0-1-1 0 0,0 0 0 0 0,0 0 0 0 0,1 0 0 0 0,-1 0 0 0 0,0 1 1 0 0,0-1-1 0 0,0 0 0 0 0,0 0 0 0 0,0 0 0 0 0,0 1 1 0 0,0-1-1 0 0,0 0 0 0 0,0 0 0 0 0,0 1 0 0 0,1-1 0 0 0,-1 0 1 0 0,0 0-1 0 0,0 1 0 0 0,0-1 0 0 0,5 14 18 0 0,-4-12-9 0 0,0 14 12 0 0,0 0 0 0 0,-1 0 1 0 0,0 0-1 0 0,-6 28 0 0 0,2-3-24 0 0,0-7-382 0 0,0 25-1446 0 0,5-18-5898 0 0,1-29 3022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6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1 131 300 0 0,'16'-22'3513'0'0,"24"-28"2094"0"0,-36 45-5234 0 0,1 1 0 0 0,-1 0-1 0 0,1 0 1 0 0,0 0 0 0 0,0 0 0 0 0,0 1 0 0 0,11-5-1 0 0,-13 7-271 0 0,0 1 0 0 0,1-1-1 0 0,-1 1 1 0 0,0 0-1 0 0,1 0 1 0 0,-1 0 0 0 0,0 0-1 0 0,0 1 1 0 0,1-1-1 0 0,-1 1 1 0 0,0 0-1 0 0,0 0 1 0 0,1 0 0 0 0,-1 1-1 0 0,0-1 1 0 0,0 1-1 0 0,-1-1 1 0 0,1 1-1 0 0,3 3 1 0 0,2 1 49 0 0,-1 2 0 0 0,0-1 0 0 0,-1 1 0 0 0,0 0 0 0 0,0 0-1 0 0,-1 1 1 0 0,0-1 0 0 0,0 1 0 0 0,-1 0 0 0 0,5 16 0 0 0,1 6 103 0 0,10 64 0 0 0,-18-85-205 0 0,-1 0 0 0 0,-1 0 0 0 0,0 0 0 0 0,0 0 1 0 0,-3 12-1 0 0,3-19-36 0 0,0 0 1 0 0,-1-1-1 0 0,1 1 1 0 0,-1 0 0 0 0,0 0-1 0 0,0 0 1 0 0,0 0-1 0 0,0 0 1 0 0,-1-1-1 0 0,1 1 1 0 0,-1-1-1 0 0,1 1 1 0 0,-1-1 0 0 0,0 1-1 0 0,0-1 1 0 0,0 0-1 0 0,0 0 1 0 0,-1 0-1 0 0,1 0 1 0 0,-5 3 0 0 0,5-4-8 0 0,1-1 0 0 0,0 1 0 0 0,-1-1 1 0 0,1 1-1 0 0,0-1 0 0 0,-1 0 1 0 0,1 0-1 0 0,-1 1 0 0 0,1-1 1 0 0,0 0-1 0 0,-1 0 0 0 0,1 0 0 0 0,-1 0 1 0 0,1-1-1 0 0,-1 1 0 0 0,1 0 1 0 0,0-1-1 0 0,-1 1 0 0 0,1-1 0 0 0,0 1 1 0 0,-1-1-1 0 0,-1-1 0 0 0,1 1-4 0 0,1-1 0 0 0,-1 0 1 0 0,1 1-1 0 0,-1-1 0 0 0,1 0 0 0 0,0 0 0 0 0,0 0 0 0 0,0 0 0 0 0,0 0 0 0 0,0 0 0 0 0,0 0 0 0 0,0 0 0 0 0,0-3 0 0 0,0-3-11 0 0,0 1-1 0 0,0-1 1 0 0,0 0-1 0 0,1 0 0 0 0,0 0 1 0 0,1 1-1 0 0,2-12 1 0 0,0 6-10 0 0,1 0 0 0 0,1 1 0 0 0,0-1 0 0 0,1 1 1 0 0,0 0-1 0 0,1 1 0 0 0,0-1 0 0 0,1 1 0 0 0,0 1 0 0 0,1 0 1 0 0,0 0-1 0 0,1 0 0 0 0,0 2 0 0 0,0-1 0 0 0,1 1 1 0 0,0 0-1 0 0,0 1 0 0 0,1 1 0 0 0,0-1 0 0 0,19-5 1 0 0,-28 10 14 0 0,0 1 1 0 0,1 0 0 0 0,-1 0 0 0 0,1 1-1 0 0,-1-1 1 0 0,1 1 0 0 0,0-1-1 0 0,-1 1 1 0 0,1 1 0 0 0,-1-1 0 0 0,1 0-1 0 0,0 1 1 0 0,-1-1 0 0 0,1 1 0 0 0,-1 0-1 0 0,0 1 1 0 0,1-1 0 0 0,-1 0 0 0 0,0 1-1 0 0,0 0 1 0 0,0 0 0 0 0,0 0 0 0 0,0 0-1 0 0,0 0 1 0 0,3 3 0 0 0,-2 0 39 0 0,0 0 1 0 0,0 1-1 0 0,0 0 0 0 0,-1 0 1 0 0,1 0-1 0 0,-1 0 1 0 0,-1 0-1 0 0,1 0 0 0 0,-1 1 1 0 0,0 0-1 0 0,-1-1 0 0 0,2 10 1 0 0,-1 4 85 0 0,-2 0 1 0 0,-2 38-1 0 0,0-39-58 0 0,1 0-1 0 0,1 0 0 0 0,4 27 0 0 0,-4-45-57 0 0,0 1-1 0 0,1 0 0 0 0,-1 0 1 0 0,1 0-1 0 0,0 0 0 0 0,-1 0 1 0 0,1-1-1 0 0,0 1 0 0 0,0 0 1 0 0,0 0-1 0 0,0-1 0 0 0,0 1 1 0 0,1-1-1 0 0,-1 1 0 0 0,0-1 1 0 0,1 0-1 0 0,-1 1 0 0 0,1-1 1 0 0,3 2-1 0 0,-2-2 0 0 0,0 1 0 0 0,1-1 0 0 0,-1 0-1 0 0,1 0 1 0 0,-1-1 0 0 0,1 1 0 0 0,-1-1 0 0 0,1 1-1 0 0,0-1 1 0 0,4-1 0 0 0,3 0 3 0 0,1-1 1 0 0,0 0-1 0 0,-1-1 1 0 0,0-1-1 0 0,19-7 1 0 0,-8 0-6 0 0,-1-1 0 0 0,0-1 0 0 0,-1 0 1 0 0,0-2-1 0 0,-1 0 0 0 0,21-23 1 0 0,-16 12-17 0 0,0-1 1 0 0,-3-1-1 0 0,32-51 1 0 0,-51 76-4 0 0,4-6 146 0 0,-1 1 1 0 0,0-1-1 0 0,-1 0 1 0 0,1 0-1 0 0,-2-1 1 0 0,1 1-1 0 0,-2-1 1 0 0,4-18-1 0 0,-6 27-115 0 0,0 0 0 0 0,0 0 0 0 0,0 0 0 0 0,0 1 0 0 0,0-1 0 0 0,0 0 0 0 0,0 0 0 0 0,0 0 0 0 0,0 0 0 0 0,-1 0 0 0 0,1 0 0 0 0,0 0 0 0 0,-1 0-1 0 0,1 0 1 0 0,-1 0 0 0 0,1 1 0 0 0,-1-1 0 0 0,1 0 0 0 0,-1 0 0 0 0,1 1 0 0 0,-1-1 0 0 0,0 0 0 0 0,1 1 0 0 0,-1-1 0 0 0,-1 0 0 0 0,1 0-2 0 0,-1 1 1 0 0,1 0-1 0 0,0 0 0 0 0,-1-1 1 0 0,1 1-1 0 0,0 0 0 0 0,-1 0 1 0 0,1 0-1 0 0,-1 0 1 0 0,1 1-1 0 0,0-1 0 0 0,-1 0 1 0 0,1 1-1 0 0,0-1 1 0 0,-2 1-1 0 0,-4 2 54 0 0,1 0-1 0 0,-1 1 1 0 0,1-1-1 0 0,0 1 1 0 0,-6 6-1 0 0,-1 2 58 0 0,0 0-1 0 0,1 1 0 0 0,1 0 0 0 0,0 1 0 0 0,1 0 1 0 0,0 1-1 0 0,1 0 0 0 0,-8 21 0 0 0,12-26-83 0 0,2 0 0 0 0,-1 1 1 0 0,2-1-1 0 0,-1 1 0 0 0,1-1 0 0 0,0 17 0 0 0,2-21-16 0 0,0 1 0 0 0,0 0 0 0 0,1-1 0 0 0,0 1 0 0 0,0 0 0 0 0,1-1 0 0 0,0 0 0 0 0,0 1-1 0 0,0-1 1 0 0,1 0 0 0 0,4 7 0 0 0,-4-9-5 0 0,-1 0 0 0 0,2 0 0 0 0,-1 0 0 0 0,0 0 0 0 0,1-1 0 0 0,-1 1-1 0 0,1-1 1 0 0,0 0 0 0 0,0 0 0 0 0,1 0 0 0 0,-1-1 0 0 0,6 3 0 0 0,-1-2-136 0 0,-1 0 0 0 0,1 0-1 0 0,0-1 1 0 0,0 0 0 0 0,0 0 0 0 0,11-1 0 0 0,5 0-1484 0 0,0-2 0 0 0,0-1-1 0 0,48-10 1 0 0,-31 2-3244 0 0,0 0-2508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310 130 60 0 0,'-1'-9'1536'0'0,"1"1"0"0"0,-1-1 1 0 0,-1 1-1 0 0,-2-11 0 0 0,1 8-675 0 0,-1 1 0 0 0,0 0 0 0 0,-1 0 1 0 0,0 0-1 0 0,-6-10 0 0 0,10 20-845 0 0,1-1 0 0 0,-1 1 1 0 0,1-1-1 0 0,-1 1 0 0 0,1 0 0 0 0,-1-1 0 0 0,1 1 1 0 0,-1 0-1 0 0,1-1 0 0 0,-1 1 0 0 0,1 0 1 0 0,-1 0-1 0 0,1-1 0 0 0,-1 1 0 0 0,0 0 1 0 0,1 0-1 0 0,-1 0 0 0 0,0 0 0 0 0,1 0 0 0 0,-1 0 1 0 0,1 0-1 0 0,-1 0 0 0 0,0 0 0 0 0,1 0 1 0 0,-1 0-1 0 0,1 1 0 0 0,-1-1 0 0 0,0 0 1 0 0,1 0-1 0 0,-1 0 0 0 0,1 1 0 0 0,-1-1 0 0 0,0 1 1 0 0,-17 12 154 0 0,5 3-97 0 0,0 0 0 0 0,1 0 0 0 0,-16 32 0 0 0,-22 58 55 0 0,41-87-108 0 0,-64 170 67 0 0,65-161-74 0 0,0 1-1 0 0,2 0 1 0 0,1 1 0 0 0,-1 52-1 0 0,6-75-9 0 0,0-1 0 0 0,0 1 0 0 0,1 0 0 0 0,0 0-1 0 0,1-1 1 0 0,0 1 0 0 0,0-1 0 0 0,0 1 0 0 0,1-1-1 0 0,4 9 1 0 0,-5-11-2 0 0,1-1 0 0 0,-1 0-1 0 0,0 0 1 0 0,1 0 0 0 0,0 0 0 0 0,0-1-1 0 0,0 1 1 0 0,0-1 0 0 0,0 1-1 0 0,0-1 1 0 0,1 0 0 0 0,-1 0-1 0 0,1-1 1 0 0,-1 1 0 0 0,1-1 0 0 0,0 0-1 0 0,-1 1 1 0 0,1-2 0 0 0,6 2-1 0 0,3-1-4 0 0,0-1 0 0 0,0-1 0 0 0,0 0 0 0 0,-1 0 0 0 0,1-1 0 0 0,0-1 0 0 0,-1 0 0 0 0,13-5-1 0 0,4-4-1 0 0,1 0-1 0 0,28-19 1 0 0,-32 16 44 0 0,-1-2-1 0 0,-1-1 1 0 0,-1-1 0 0 0,0 0 0 0 0,-1-2 0 0 0,-2-1 0 0 0,0-1 0 0 0,-1 0-1 0 0,-1-1 1 0 0,-1-2 0 0 0,-2 1 0 0 0,0-2 0 0 0,-2 0 0 0 0,-1 0 0 0 0,-1-1 0 0 0,-1-1-1 0 0,-2 0 1 0 0,-1 0 0 0 0,6-55 0 0 0,-12 83-26 0 0,-1 0-1 0 0,0 0 0 0 0,0 0 1 0 0,0 0-1 0 0,0 1 1 0 0,0-1-1 0 0,0 0 1 0 0,0 0-1 0 0,0 0 1 0 0,0 0-1 0 0,-1 0 1 0 0,1 0-1 0 0,0 0 1 0 0,0 0-1 0 0,-1 0 1 0 0,0-1-1 0 0,1 2-7 0 0,-1 0 0 0 0,1 0 0 0 0,0 0 0 0 0,0 0 0 0 0,-1 0-1 0 0,1 0 1 0 0,0 0 0 0 0,-1 0 0 0 0,1 0 0 0 0,0 0 0 0 0,-1 0 0 0 0,1 0-1 0 0,0 0 1 0 0,-1 0 0 0 0,1 0 0 0 0,0 0 0 0 0,-1 0 0 0 0,1 0 0 0 0,0 0 0 0 0,-1 1-1 0 0,1-1 1 0 0,0 0 0 0 0,0 0 0 0 0,-1 0 0 0 0,1 1 0 0 0,0-1 0 0 0,0 0 0 0 0,-1 0-1 0 0,1 1 1 0 0,-3 2 16 0 0,-1 1 1 0 0,1-1-1 0 0,0 1 0 0 0,1 0 0 0 0,-4 5 0 0 0,-1 7 1 0 0,0 0 0 0 0,1 0 0 0 0,0 1 0 0 0,1 0 0 0 0,1 0 0 0 0,1 0 0 0 0,1 0 0 0 0,0 1 0 0 0,1-1 0 0 0,1 0 0 0 0,0 1 0 0 0,2-1 0 0 0,3 21 0 0 0,-4-34-13 0 0,0-1 0 0 0,0 1 0 0 0,1-1 0 0 0,-1 0 0 0 0,1 1-1 0 0,-1-1 1 0 0,1 0 0 0 0,0 0 0 0 0,0 0 0 0 0,1 0-1 0 0,-1 0 1 0 0,0 0 0 0 0,1-1 0 0 0,0 1 0 0 0,0-1 0 0 0,0 0-1 0 0,0 0 1 0 0,3 2 0 0 0,-1-1 2 0 0,0-2 1 0 0,0 1-1 0 0,1-1 1 0 0,-1 1-1 0 0,0-1 1 0 0,0-1-1 0 0,1 1 1 0 0,-1-1-1 0 0,0 0 1 0 0,1 0-1 0 0,6-1 1 0 0,2-2 10 0 0,-1 0 0 0 0,1 0 0 0 0,-1-1 0 0 0,0-1 0 0 0,0 0 1 0 0,-1-1-1 0 0,1 0 0 0 0,20-15 0 0 0,-26 15-16 0 0,0 0 0 0 0,-1-1 0 0 0,1 0-1 0 0,-1 0 1 0 0,0-1 0 0 0,-1 1 0 0 0,0-1-1 0 0,0 0 1 0 0,-1-1 0 0 0,0 1 0 0 0,0-1 0 0 0,-1 0-1 0 0,0 0 1 0 0,0 0 0 0 0,-1 0 0 0 0,-1 0 0 0 0,2-12-1 0 0,-2 7-12 0 0,-1 1 0 0 0,0 0-1 0 0,-1 0 1 0 0,0-1-1 0 0,-1 1 1 0 0,0 0 0 0 0,-1 0-1 0 0,-1 0 1 0 0,0 1-1 0 0,-1-1 1 0 0,-11-20 0 0 0,15 30 4 0 0,-1 0 1 0 0,0 0 0 0 0,0 0 0 0 0,0 0 0 0 0,0 1 0 0 0,0-1 0 0 0,-1 1 0 0 0,1-1 0 0 0,-1 1 0 0 0,0 0 0 0 0,0 0 0 0 0,0 0 0 0 0,0 0 0 0 0,0 0 0 0 0,0 1 0 0 0,0 0 0 0 0,-1-1 0 0 0,1 1 0 0 0,0 0 0 0 0,-5 0 0 0 0,3 1 3 0 0,1 0 0 0 0,-1 0 0 0 0,0 0 0 0 0,0 1 0 0 0,1 0 1 0 0,-1 0-1 0 0,0 0 0 0 0,1 1 0 0 0,-1-1 0 0 0,1 1 0 0 0,0 0 0 0 0,-1 0 0 0 0,1 1 0 0 0,-6 4 0 0 0,-2 2 5 0 0,1 1 1 0 0,0 0 0 0 0,0 1-1 0 0,1 0 1 0 0,0 1 0 0 0,1 0-1 0 0,1 0 1 0 0,0 1 0 0 0,0 0-1 0 0,2 1 1 0 0,-1 0-1 0 0,2 0 1 0 0,0 0 0 0 0,0 0-1 0 0,1 1 1 0 0,1 0 0 0 0,1 0-1 0 0,0 0 1 0 0,1 0 0 0 0,0 0-1 0 0,3 26 1 0 0,-1-38-4 0 0,-1 0 0 0 0,1 0-1 0 0,-1 0 1 0 0,1 0 0 0 0,0 0 0 0 0,0 0 0 0 0,1 0 0 0 0,-1 0 0 0 0,0-1-1 0 0,1 1 1 0 0,0-1 0 0 0,-1 1 0 0 0,1-1 0 0 0,0 0 0 0 0,0 1-1 0 0,1-1 1 0 0,-1 0 0 0 0,5 3 0 0 0,-3-3-1 0 0,0 0 1 0 0,0-1-1 0 0,0 1 0 0 0,0-1 0 0 0,0 0 1 0 0,0 0-1 0 0,0-1 0 0 0,0 1 0 0 0,0-1 1 0 0,1 0-1 0 0,-1 0 0 0 0,5-1 0 0 0,5-1 2 0 0,0-1 0 0 0,0 0 0 0 0,0-2 0 0 0,-1 1 0 0 0,0-1 0 0 0,25-14 0 0 0,6-9 5 0 0,71-59 0 0 0,-73 53-99 0 0,71-44 0 0 0,-110 76 84 0 0,0 0 0 0 0,1 0 0 0 0,-1 0 0 0 0,1 1 0 0 0,-1 0 0 0 0,1-1 0 0 0,-1 1 0 0 0,1 0 0 0 0,0 1 0 0 0,0-1 0 0 0,0 1 0 0 0,-1 0 1 0 0,1 0-1 0 0,0 0 0 0 0,0 0 0 0 0,0 1 0 0 0,4 0 0 0 0,-4 1 8 0 0,0-1 0 0 0,-1 1 0 0 0,1 0 0 0 0,-1 0 0 0 0,1 1 0 0 0,-1-1 0 0 0,0 1 0 0 0,0 0 0 0 0,0-1 0 0 0,0 1 0 0 0,0 0 0 0 0,-1 1 0 0 0,1-1 0 0 0,-1 0 0 0 0,3 8 1 0 0,1 2 15 0 0,-1 0 0 0 0,0 1 1 0 0,-1-1-1 0 0,0 1 1 0 0,-1 1-1 0 0,-1-1 0 0 0,-1 0 1 0 0,0 0-1 0 0,0 1 1 0 0,-1-1-1 0 0,-1 1 1 0 0,-1-1-1 0 0,0 0 0 0 0,-1 0 1 0 0,0 0-1 0 0,-1 0 1 0 0,-1 0-1 0 0,-7 15 1 0 0,11-27 5 0 0,0 0 0 0 0,0 0 0 0 0,0 0 0 0 0,-1 0 0 0 0,1 0 0 0 0,0 0 0 0 0,-1 0 0 0 0,0-1 1 0 0,1 1-1 0 0,-1-1 0 0 0,0 1 0 0 0,0-1 0 0 0,-4 3 0 0 0,6-4-18 0 0,-1 0-1 0 0,1 0 0 0 0,-1 0 1 0 0,1 0-1 0 0,-1 0 0 0 0,0 1 1 0 0,1-1-1 0 0,-1 0 0 0 0,1 0 1 0 0,-1 0-1 0 0,1-1 0 0 0,-1 1 1 0 0,0 0-1 0 0,1 0 0 0 0,-1 0 1 0 0,1 0-1 0 0,-1 0 1 0 0,1-1-1 0 0,-1 1 0 0 0,1 0 1 0 0,-2-1-1 0 0,1 0-6 0 0,0 0 1 0 0,0 0-1 0 0,1 0 0 0 0,-1 0 1 0 0,0-1-1 0 0,0 1 0 0 0,1 0 1 0 0,-1 0-1 0 0,0-1 0 0 0,1 1 1 0 0,-1 0-1 0 0,0-3 0 0 0,-2-11 9 0 0,1 0 0 0 0,0 0 0 0 0,1 0 0 0 0,1 0-1 0 0,0 0 1 0 0,1 0 0 0 0,0 0 0 0 0,1 0 0 0 0,1 1-1 0 0,7-24 1 0 0,1 8-32 0 0,1 0 0 0 0,1 0 0 0 0,31-52 0 0 0,-39 74 18 0 0,0 1-1 0 0,0-1 1 0 0,0 1 0 0 0,1 0 0 0 0,0 0 0 0 0,0 1 0 0 0,1 0 0 0 0,0 0 0 0 0,0 0 0 0 0,0 1 0 0 0,1 0 0 0 0,0 1 0 0 0,0 0 0 0 0,8-4 0 0 0,-13 8 12 0 0,-1 0 0 0 0,0-1 0 0 0,0 1 0 0 0,0 0 1 0 0,0 0-1 0 0,1 0 0 0 0,-1 1 0 0 0,0-1 0 0 0,0 0 0 0 0,0 1 0 0 0,0 0 0 0 0,0-1 1 0 0,0 1-1 0 0,0 0 0 0 0,0 0 0 0 0,0 0 0 0 0,0 0 0 0 0,0 0 0 0 0,-1 1 0 0 0,1-1 1 0 0,0 1-1 0 0,-1-1 0 0 0,1 1 0 0 0,-1-1 0 0 0,0 1 0 0 0,2 3 0 0 0,2 2 41 0 0,0 0 0 0 0,-1 1 0 0 0,0-1 0 0 0,0 1 0 0 0,2 8 0 0 0,-1 5 15 0 0,0 0 0 0 0,-1 1 0 0 0,-1-1 0 0 0,-2 1 0 0 0,0 28 1 0 0,-1-25-77 0 0,1 0-1 0 0,1-1 1 0 0,8 38 0 0 0,-9-58-109 0 0,0-1 0 0 0,0 1 0 0 0,0-1 0 0 0,0 0 0 0 0,1 0 0 0 0,0 0-1 0 0,-1 0 1 0 0,1 0 0 0 0,1 0 0 0 0,-1 0 0 0 0,0-1 0 0 0,0 1 0 0 0,1-1 0 0 0,0 1-1 0 0,-1-1 1 0 0,1 0 0 0 0,0 0 0 0 0,0 0 0 0 0,0-1 0 0 0,0 1 0 0 0,6 1-1 0 0,-3-1-549 0 0,0-1-1 0 0,0 0 0 0 0,0 0 0 0 0,0 0 0 0 0,0-1 0 0 0,0 0 0 0 0,0 0 0 0 0,0-1 0 0 0,0 1 0 0 0,0-1 1 0 0,11-4-1 0 0,11-4-3935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8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208 271 1352 0 0,'1'-62'6856'0'0,"-12"-104"0"0"0,10 156-6342 0 0,1 7-359 0 0,0 1 0 0 0,0 0 0 0 0,0-1-1 0 0,-1 1 1 0 0,1-1 0 0 0,-1 1 0 0 0,0 0 0 0 0,1-1 0 0 0,-1 1 0 0 0,0 0 0 0 0,-3-4 0 0 0,3 7-94 0 0,-1 0 0 0 0,1 0 0 0 0,0 0 0 0 0,-1 1 0 0 0,1-1 0 0 0,0 1 0 0 0,0-1 0 0 0,0 1 0 0 0,0-1 0 0 0,0 1 0 0 0,1 0 0 0 0,-2 1 0 0 0,-17 56 1051 0 0,-23 118 0 0 0,24-92-622 0 0,0-7-67 0 0,-34 171 409 0 0,42-186-673 0 0,-4 125 1 0 0,14-177-230 0 0,1 0 0 0 0,0 0 0 0 0,0 0 0 0 0,1 0 0 0 0,0-1 0 0 0,1 1 0 0 0,8 19 0 0 0,-9-27-132 0 0,-1 0 1 0 0,1 0-1 0 0,0 0 0 0 0,0 0 0 0 0,0-1 1 0 0,0 1-1 0 0,0-1 0 0 0,1 1 0 0 0,-1-1 1 0 0,1 0-1 0 0,0 0 0 0 0,-1 0 1 0 0,4 1-1 0 0,-3-1-210 0 0,0-1 0 0 0,0-1 0 0 0,0 1 0 0 0,0 0 0 0 0,-1-1 0 0 0,1 1 0 0 0,0-1 0 0 0,0 0 0 0 0,0 0 1 0 0,0 0-1 0 0,0-1 0 0 0,0 1 0 0 0,0 0 0 0 0,0-1 0 0 0,0 0 0 0 0,5-2 0 0 0,9-5-3600 0 0,0-2-1703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97 1588 0 0,'-70'-18'8224'0'0,"-98"-12"0"0"0,165 29-8012 0 0,13-6 105 0 0,-1 3-284 0 0,1 0 1 0 0,-1 1-1 0 0,1 0 1 0 0,0 1-1 0 0,0 0 0 0 0,14-1 1 0 0,-3 1-106 0 0,44-7-1864 0 0,97 1 0 0 0,-11 11-5324 0 0,-106-2 2069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8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0 1316 0 0,'0'0'5161'0'0,"-6"8"-1694"0"0,-21 4-1445 0 0,0-1-594 0 0,1 2 1 0 0,-43 26-1 0 0,40-18-979 0 0,1 1-1 0 0,1 1 0 0 0,2 2 0 0 0,0 1 0 0 0,-23 31 0 0 0,35-41-392 0 0,2 1 1 0 0,0 0 0 0 0,1 1-1 0 0,0 1 1 0 0,2-1-1 0 0,0 1 1 0 0,1 1-1 0 0,1-1 1 0 0,1 1-1 0 0,-3 27 1 0 0,7-41-42 0 0,1 0 0 0 0,0 0 0 0 0,0 0 0 0 0,0 0 0 0 0,1 0 0 0 0,0-1 0 0 0,3 11 0 0 0,-4-14-17 0 0,1-1 1 0 0,0 1 0 0 0,-1 0-1 0 0,1 0 1 0 0,0-1-1 0 0,0 1 1 0 0,0 0-1 0 0,0-1 1 0 0,1 1 0 0 0,-1-1-1 0 0,0 0 1 0 0,1 1-1 0 0,-1-1 1 0 0,0 0 0 0 0,1 0-1 0 0,0 0 1 0 0,-1 0-1 0 0,1 0 1 0 0,0 0-1 0 0,-1 0 1 0 0,1-1 0 0 0,0 1-1 0 0,0 0 1 0 0,0-1-1 0 0,0 0 1 0 0,-1 1 0 0 0,1-1-1 0 0,0 0 1 0 0,0 0-1 0 0,3 0 1 0 0,4-1-62 0 0,0 0 1 0 0,0-1-1 0 0,0 0 0 0 0,-1-1 1 0 0,1 1-1 0 0,-1-2 1 0 0,1 1-1 0 0,-1-1 0 0 0,0 0 1 0 0,8-6-1 0 0,-3 1-38 0 0,-1-1 0 0 0,1-1 0 0 0,-2 0 0 0 0,1 0 0 0 0,10-16 0 0 0,0-4-30 0 0,-1 0 0 0 0,-1-2 0 0 0,-2 0 0 0 0,15-40 0 0 0,-12 17 754 0 0,26-114 1 0 0,-40 145-345 0 0,-3 18-68 0 0,-2 17 343 0 0,-6 109 878 0 0,2 56-833 0 0,2-167-745 0 0,0-1 0 0 0,1 1 0 0 0,0-1 0 0 0,1 1 0 0 0,0-1 0 0 0,0 1 0 0 0,1-1-1 0 0,0 0 1 0 0,0 0 0 0 0,0 0 0 0 0,7 10 0 0 0,-8-15-202 0 0,1 1 0 0 0,-1 0-1 0 0,1-1 1 0 0,-1 0 0 0 0,1 1 0 0 0,0-1-1 0 0,-1 0 1 0 0,1-1 0 0 0,0 1 0 0 0,1 0-1 0 0,4 1 1 0 0,-4-2-328 0 0,-1 0 0 0 0,1 0 0 0 0,0-1 0 0 0,0 1 0 0 0,0-1 0 0 0,0 0 0 0 0,0 0 0 0 0,0 0 1 0 0,0-1-1 0 0,0 1 0 0 0,7-3 0 0 0,9-3-4887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9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0 106 964 0 0,'21'-105'17700'0'0,"-21"125"-16190"0"0,-5 74 793 0 0,0 29-1540 0 0,6-109-748 0 0,0 0 0 0 0,1 0 0 0 0,0 0-1 0 0,1-1 1 0 0,0 1 0 0 0,9 20 0 0 0,-10-31-144 0 0,-1 1 1 0 0,1-1-1 0 0,0 0 0 0 0,-1 0 0 0 0,2 0 0 0 0,-1 0 1 0 0,0 0-1 0 0,1 0 0 0 0,-1 0 0 0 0,7 4 1 0 0,-7-5-473 0 0,1-1 0 0 0,0 0 0 0 0,-1 1 1 0 0,1-1-1 0 0,0 0 0 0 0,0 0 0 0 0,6 1 1 0 0,1-2-3675 0 0,0-5 2236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127 122 744 0 0,'-10'-18'1842'0'0,"-2"1"1"0"0,0 1-1 0 0,-1 0 0 0 0,-1 1 0 0 0,-21-19 1 0 0,34 33-1826 0 0,1 1 1 0 0,0-1-1 0 0,-1 1 0 0 0,1 0 1 0 0,-1-1-1 0 0,1 1 1 0 0,-1-1-1 0 0,0 1 1 0 0,1 0-1 0 0,-1-1 0 0 0,1 1 1 0 0,-1 0-1 0 0,0 0 1 0 0,1 0-1 0 0,-1-1 1 0 0,1 1-1 0 0,-1 0 1 0 0,0 0-1 0 0,1 0 0 0 0,-1 0 1 0 0,0 0-1 0 0,1 0 1 0 0,-1 0-1 0 0,0 0 1 0 0,1 0-1 0 0,-1 1 0 0 0,0-1 1 0 0,1 0-1 0 0,-1 0 1 0 0,1 0-1 0 0,-1 1 1 0 0,1-1-1 0 0,-1 0 0 0 0,0 1 1 0 0,1-1-1 0 0,-1 1 1 0 0,1-1-1 0 0,-1 0 1 0 0,1 1-1 0 0,0-1 0 0 0,-1 1 1 0 0,1-1-1 0 0,-1 1 1 0 0,1-1-1 0 0,0 1 1 0 0,-1 0-1 0 0,1-1 0 0 0,0 1 1 0 0,0-1-1 0 0,0 1 1 0 0,-1 0-1 0 0,1 1 1 0 0,-1 1-172 0 0,0 1 1 0 0,0-1 0 0 0,1 1 0 0 0,-1 0-1 0 0,1-1 1 0 0,0 1 0 0 0,0 5 0 0 0,9 46-5364 0 0,-4-35 1942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0:5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1148 0 0,'42'59'11114'0'0,"-6"4"-6096"0"0,-24-38-4515 0 0,-1 1 1 0 0,-1 1-1 0 0,-1 0 1 0 0,-1 0-1 0 0,6 46 1 0 0,-14-70-448 0 0,1 1 1 0 0,-1 0 0 0 0,0 0-1 0 0,0 0 1 0 0,-1-1 0 0 0,1 1 0 0 0,-1 0-1 0 0,0 0 1 0 0,0-1 0 0 0,0 1-1 0 0,0-1 1 0 0,-1 1 0 0 0,1-1 0 0 0,-5 6-1 0 0,5-7-6 0 0,1-2-48 0 0,0 0 1 0 0,-1 0-1 0 0,1 0 1 0 0,0 0-1 0 0,0 0 1 0 0,0 0-1 0 0,-1 0 0 0 0,1 0 1 0 0,0 0-1 0 0,0 0 1 0 0,-1 0-1 0 0,1 0 1 0 0,0 0-1 0 0,0 0 1 0 0,-1 0-1 0 0,1 0 1 0 0,0 0-1 0 0,0 0 1 0 0,-1 0-1 0 0,1 0 1 0 0,0 0-1 0 0,0 0 1 0 0,0 0-1 0 0,-1-1 1 0 0,1 1-1 0 0,0 0 1 0 0,0 0-1 0 0,0 0 1 0 0,-1 0-1 0 0,1 0 1 0 0,0-1-1 0 0,0 1 1 0 0,0 0-1 0 0,0 0 0 0 0,0 0 1 0 0,-1-1-1 0 0,1 1 1 0 0,0 0-1 0 0,-10-11 29 0 0,8 9-29 0 0,0-4 1 0 0,1-1 0 0 0,0 1 0 0 0,0-1 0 0 0,0 0 0 0 0,0 0 1 0 0,1 1-1 0 0,0-1 0 0 0,1 0 0 0 0,1-7 0 0 0,-1 2 0 0 0,1-9-27 0 0,1 0 0 0 0,1 0-1 0 0,1 0 1 0 0,1 0 0 0 0,1 1 0 0 0,0 0 0 0 0,15-26 0 0 0,-15 32 0 0 0,1 1 1 0 0,1 0-1 0 0,0 0 1 0 0,1 0-1 0 0,0 1 1 0 0,1 1-1 0 0,0 0 1 0 0,0 1-1 0 0,2 0 1 0 0,22-15 0 0 0,-31 23 19 0 0,0-1 0 0 0,1 1 0 0 0,0 0 0 0 0,0 0 0 0 0,0 0 1 0 0,0 1-1 0 0,0-1 0 0 0,0 1 0 0 0,0 1 0 0 0,0-1 0 0 0,0 1 1 0 0,0 0-1 0 0,0 0 0 0 0,1 0 0 0 0,-1 1 0 0 0,0-1 0 0 0,0 1 1 0 0,0 1-1 0 0,0-1 0 0 0,0 1 0 0 0,0 0 0 0 0,-1 0 0 0 0,1 0 1 0 0,-1 0-1 0 0,1 1 0 0 0,-1 0 0 0 0,0 0 0 0 0,0 0 0 0 0,0 1 1 0 0,0-1-1 0 0,0 1 0 0 0,-1 0 0 0 0,0 0 0 0 0,0 0 0 0 0,0 0 1 0 0,0 1-1 0 0,-1-1 0 0 0,1 1 0 0 0,1 6 0 0 0,0 0-1 0 0,-1 0 0 0 0,0-1 1 0 0,0 1-1 0 0,-1 0 0 0 0,-1 0 0 0 0,0 22 0 0 0,-9 67-111 0 0,1-28-31 0 0,7-70-7 0 0,-1 1 0 0 0,1 0 0 0 0,0 0 0 0 0,0 0 0 0 0,0-1 0 0 0,1 1 0 0 0,-1 0 0 0 0,1 0 0 0 0,-1 0 1 0 0,1-1-1 0 0,0 1 0 0 0,0 0 0 0 0,0-1 0 0 0,1 1 0 0 0,-1-1 0 0 0,0 0 0 0 0,1 1 0 0 0,0-1 0 0 0,-1 0 0 0 0,1 0 0 0 0,0 0 0 0 0,0 0 0 0 0,0 0 0 0 0,1 0 1 0 0,-1 0-1 0 0,0-1 0 0 0,1 1 0 0 0,-1-1 0 0 0,1 0 0 0 0,-1 0 0 0 0,1 0 0 0 0,4 1 0 0 0,0 0-664 0 0,1-1-1 0 0,0 0 1 0 0,0-1-1 0 0,0 0 1 0 0,0 0-1 0 0,0-1 1 0 0,-1 0 0 0 0,1 0-1 0 0,0 0 1 0 0,11-5-1 0 0,7-2-3156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29 132 124 0 0,'5'-12'1784'0'0,"0"0"-1"0"0,-1-1 1 0 0,0 0-1 0 0,0 1 1 0 0,-2-1-1 0 0,0-1 1 0 0,0 1 0 0 0,-1-17 1091 0 0,-2 33-2435 0 0,-7 11 153 0 0,2 2 0 0 0,0-1 0 0 0,1 1 0 0 0,-6 29 0 0 0,-6 70 551 0 0,16-108-1106 0 0,0 7 65 0 0,0 0-1 0 0,0 1 1 0 0,4 27-1 0 0,-3-38-120 0 0,0 0-1 0 0,1 0 1 0 0,0 0 0 0 0,0 0-1 0 0,0 0 1 0 0,1 0 0 0 0,-1-1 0 0 0,1 1-1 0 0,0 0 1 0 0,0-1 0 0 0,0 1-1 0 0,0-1 1 0 0,1 0 0 0 0,-1 0 0 0 0,1 0-1 0 0,0 0 1 0 0,0 0 0 0 0,4 3-1 0 0,-5-6-112 0 0,0 1-1 0 0,-1 0 0 0 0,1-1 1 0 0,0 1-1 0 0,0-1 0 0 0,-1 0 1 0 0,1 0-1 0 0,0 0 0 0 0,0 0 1 0 0,0 0-1 0 0,0 0 0 0 0,-1 0 1 0 0,1 0-1 0 0,0-1 0 0 0,0 1 1 0 0,-1-1-1 0 0,1 1 0 0 0,0-1 1 0 0,2-1-1 0 0,0 0-360 0 0,0 0 1 0 0,0 0-1 0 0,0 0 0 0 0,-1-1 1 0 0,1 0-1 0 0,5-5 0 0 0,-3 1-870 0 0,-1 0 0 0 0,0 0 0 0 0,0-1 1 0 0,0 0-1 0 0,5-15 0 0 0,2-6-3905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157 104 1624 0 0,'-8'-15'3194'0'0,"-17"-26"1"0"0,21 36-2807 0 0,0 1 0 0 0,1-1 0 0 0,-2 1 0 0 0,1 0 0 0 0,0 0 0 0 0,-1 0 0 0 0,0 1 0 0 0,-7-5 0 0 0,10 7-352 0 0,1 0 0 0 0,-1 0 0 0 0,1 1-1 0 0,-1-1 1 0 0,0 0 0 0 0,1 1 0 0 0,-1 0 0 0 0,0-1-1 0 0,1 1 1 0 0,-1 0 0 0 0,0 0 0 0 0,1 0 0 0 0,-1 0-1 0 0,0 0 1 0 0,0 0 0 0 0,1 0 0 0 0,-1 1 0 0 0,0-1 0 0 0,1 0-1 0 0,-1 1 1 0 0,1 0 0 0 0,-1-1 0 0 0,0 1 0 0 0,1 0-1 0 0,0 0 1 0 0,-1 0 0 0 0,1 0 0 0 0,-1 0 0 0 0,1 0 0 0 0,0 0-1 0 0,-2 3 1 0 0,0 0-621 0 0,0 0-1 0 0,0 1 1 0 0,1-1-1 0 0,0 1 1 0 0,-1 0-1 0 0,2-1 1 0 0,-1 1-1 0 0,1 0 0 0 0,-2 6 1 0 0,0 4-3807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8 240 0 0,'4'7'1360'0'0,"-1"-1"0"0"0,0 1 0 0 0,0 0 0 0 0,0 0 0 0 0,-1 0 0 0 0,0 0 0 0 0,-1 1 0 0 0,1-1 0 0 0,-1 14 0 0 0,0 9 1142 0 0,-4 34 0 0 0,0-30-1356 0 0,3-14-732 0 0,-2 1 0 0 0,0-1 0 0 0,-1 0 0 0 0,-1 1 1 0 0,-9 24-1 0 0,12-43-391 0 0,0 1-1 0 0,0-1 1 0 0,0 1 0 0 0,0-1 0 0 0,0 0 0 0 0,-1 0 0 0 0,1 1 0 0 0,-1-1-1 0 0,0 0 1 0 0,1 0 0 0 0,-1-1 0 0 0,0 1 0 0 0,0 0 0 0 0,0 0 0 0 0,0-1-1 0 0,0 0 1 0 0,-1 1 0 0 0,1-1 0 0 0,0 0 0 0 0,-1 0 0 0 0,1 0 0 0 0,-1 0-1 0 0,1 0 1 0 0,-1-1 0 0 0,1 1 0 0 0,-1-1 0 0 0,-3 0 0 0 0,4 0-14 0 0,0 0-1 0 0,1-1 1 0 0,-1 1 0 0 0,0-1 0 0 0,0 1 0 0 0,1-1-1 0 0,-1 0 1 0 0,0 0 0 0 0,1 0 0 0 0,-1 0 0 0 0,0 0 0 0 0,1 0-1 0 0,0 0 1 0 0,-1 0 0 0 0,1-1 0 0 0,0 1 0 0 0,-1 0-1 0 0,1-1 1 0 0,0 1 0 0 0,0-1 0 0 0,0 0 0 0 0,-1-2 0 0 0,-1-2-25 0 0,0 0 1 0 0,1 0 0 0 0,0 0 0 0 0,-2-11-1 0 0,2 4-3 0 0,1 1 0 0 0,1-1 0 0 0,0 1-1 0 0,1 0 1 0 0,0-1 0 0 0,1 1 0 0 0,0-1-1 0 0,1 1 1 0 0,0 0 0 0 0,1 0 0 0 0,1 1-1 0 0,-1-1 1 0 0,2 1 0 0 0,0 0 0 0 0,0 0 0 0 0,1 1-1 0 0,14-18 1 0 0,-13 19 4 0 0,0-1 0 0 0,1 1-1 0 0,0 0 1 0 0,0 1 0 0 0,1 0 0 0 0,0 1 0 0 0,0 0-1 0 0,1 0 1 0 0,0 1 0 0 0,0 1 0 0 0,0-1 0 0 0,1 2-1 0 0,0 0 1 0 0,0 0 0 0 0,0 1 0 0 0,0 1 0 0 0,24-3-1 0 0,-29 5 14 0 0,-1 1 1 0 0,1-1-1 0 0,0 1 0 0 0,-1 1 0 0 0,1-1 0 0 0,-1 1 0 0 0,1 0 0 0 0,-1 0 0 0 0,0 1 0 0 0,0 0 0 0 0,0 0 0 0 0,0 0 0 0 0,-1 1 0 0 0,1 0 0 0 0,-1 0 0 0 0,0 0 0 0 0,0 1 0 0 0,0 0 0 0 0,-1 0 0 0 0,5 5 0 0 0,-4-2-1 0 0,0-1 0 0 0,-1 1 0 0 0,0 0-1 0 0,0 0 1 0 0,-1 1 0 0 0,0-1 0 0 0,-1 1-1 0 0,0-1 1 0 0,0 1 0 0 0,0 0-1 0 0,-1 0 1 0 0,-1 0 0 0 0,1 0 0 0 0,-2 13-1 0 0,-3 6-468 0 0,-2 37-2317 0 0,6-61 2201 0 0,0 1 0 0 0,0 0 1 0 0,1-1-1 0 0,-1 1 1 0 0,1 0-1 0 0,0-1 0 0 0,1 1 1 0 0,-1-1-1 0 0,1 0 0 0 0,3 8 1 0 0,-4-11 163 0 0,0 1 0 0 0,0-1 0 0 0,0 1 0 0 0,1-1 0 0 0,-1 0 0 0 0,0 0 0 0 0,0 1 0 0 0,1-1 0 0 0,-1 0 0 0 0,1 0 1 0 0,-1 0-1 0 0,3 1 0 0 0,11 3-4467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814 185 680 0 0,'35'-55'7682'0'0,"31"-69"0"0"0,-64 119-6824 0 0,-4 5-285 0 0,-8 9-26 0 0,-12 17-121 0 0,2 1 101 0 0,-29 54 0 0 0,43-70-474 0 0,1 0 0 0 0,1 0 0 0 0,0 0 0 0 0,1 0 1 0 0,0 1-1 0 0,0-1 0 0 0,1 1 0 0 0,-1 20 0 0 0,3-30-45 0 0,0-1 0 0 0,1 1 1 0 0,-1 0-1 0 0,0 0 0 0 0,0 0 1 0 0,1 0-1 0 0,-1 0 0 0 0,1 0 1 0 0,0-1-1 0 0,-1 1 0 0 0,1 0 0 0 0,0-1 1 0 0,0 1-1 0 0,0 0 0 0 0,0-1 1 0 0,0 1-1 0 0,1-1 0 0 0,-1 1 1 0 0,3 1-1 0 0,-2-1 0 0 0,1-1 0 0 0,0 1-1 0 0,0-1 1 0 0,-1 1 0 0 0,1-1 0 0 0,0 0 0 0 0,0 0 0 0 0,0-1 0 0 0,1 1-1 0 0,-1 0 1 0 0,3-1 0 0 0,2 1-14 0 0,0-1 0 0 0,-1-1-1 0 0,1 1 1 0 0,0-1 0 0 0,-1-1 0 0 0,1 0 0 0 0,-1 0-1 0 0,0 0 1 0 0,10-4 0 0 0,-10 2-27 0 0,-1-1 0 0 0,1 1 0 0 0,-1-1 1 0 0,1 0-1 0 0,-1-1 0 0 0,-1 1 0 0 0,1-1 0 0 0,-1 0 0 0 0,8-13 1 0 0,-2 2-23 0 0,-2-1 1 0 0,14-31 0 0 0,-21 45-8 0 0,-2 7 32 0 0,-1 13 37 0 0,-5 27 77 0 0,6-43-84 0 0,-51 333 1298 0 0,-103 521 3613 0 0,134-771-4395 0 0,-4-1 1 0 0,-56 129-1 0 0,64-178-380 0 0,-2-1 0 0 0,-1-1 0 0 0,-33 42 0 0 0,37-55-68 0 0,-2 0 1 0 0,0 0 0 0 0,-1-2-1 0 0,-1 0 1 0 0,0-1 0 0 0,-23 12 0 0 0,31-20-39 0 0,-2 0 1 0 0,1-1 0 0 0,-1-1-1 0 0,0 0 1 0 0,0 0 0 0 0,0-2 0 0 0,-1 0-1 0 0,1 0 1 0 0,-1-1 0 0 0,-15 0-1 0 0,19-2-22 0 0,0 0 0 0 0,1-1 0 0 0,-1-1 0 0 0,1 1 0 0 0,-1-2 0 0 0,1 1 0 0 0,0-1 0 0 0,0-1 0 0 0,0 1 0 0 0,1-1 0 0 0,-1-1 0 0 0,1 0 0 0 0,0 0 0 0 0,0-1 0 0 0,-9-8 0 0 0,4 1-12 0 0,0-1 0 0 0,1-1 0 0 0,1 0 0 0 0,0 0 0 0 0,1-1 1 0 0,0 0-1 0 0,2-1 0 0 0,0 0 0 0 0,1-1 0 0 0,0 0 0 0 0,2 0 0 0 0,0 0 0 0 0,1 0 0 0 0,-3-31 0 0 0,4 14-57 0 0,2 0 0 0 0,1-1 0 0 0,2 1 0 0 0,1 0 0 0 0,2 0-1 0 0,17-65 1 0 0,-7 54-111 0 0,2 1 0 0 0,2 1 0 0 0,2 1 0 0 0,2 0 0 0 0,1 2 0 0 0,3 1 0 0 0,38-46 0 0 0,-24 38-561 0 0,3 1 1 0 0,2 2-1 0 0,2 2 1 0 0,103-70-1 0 0,-118 92-470 0 0,2 1-1 0 0,0 2 1 0 0,60-22-1 0 0,-63 30-2250 0 0,2 1 0 0 0,43-7-1 0 0,-42 11-2372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100 529 2076 0 0,'-34'65'5025'0'0,"-23"48"-147"0"0,49-87-3559 0 0,8-25-1252 0 0,0 0-1 0 0,0 0 1 0 0,0 0-1 0 0,0 0 1 0 0,0 0 0 0 0,0 0-1 0 0,0 0 1 0 0,0 0-1 0 0,0 0 1 0 0,1 0 0 0 0,-1 0-1 0 0,0 0 1 0 0,1-1 0 0 0,-1 1-1 0 0,1 0 1 0 0,-1 0-1 0 0,1 0 1 0 0,-1 0 0 0 0,1-1-1 0 0,0 1 1 0 0,1 1-1 0 0,-1-1-38 0 0,0-1 1 0 0,-1 0-1 0 0,1 1 0 0 0,0-1 0 0 0,0 0 0 0 0,0 1 0 0 0,0-1 0 0 0,0 0 0 0 0,0 0 0 0 0,0 0 0 0 0,0 0 0 0 0,0 0 0 0 0,0 0 0 0 0,0 0 1 0 0,0 0-1 0 0,0 0 0 0 0,0-1 0 0 0,1 1 0 0 0,0-1 51 0 0,11 0 17 0 0,-1-1 0 0 0,0 0-1 0 0,1-1 1 0 0,-1-1 0 0 0,-1 0 0 0 0,1 0 0 0 0,18-10-1 0 0,1-4 2 0 0,40-29 0 0 0,-42 25-92 0 0,0-2 1 0 0,-1-2-1 0 0,-1 0 1 0 0,-2-2 0 0 0,-1-1-1 0 0,-1-1 1 0 0,-1 0-1 0 0,-2-2 1 0 0,-1 0 0 0 0,-2-2-1 0 0,-1 0 1 0 0,-1 0-1 0 0,-2-2 1 0 0,-2 1 0 0 0,-1-2-1 0 0,8-59 1 0 0,-17 86-14 0 0,0 0-1 0 0,-1 0 1 0 0,-2-19 0 0 0,1 25-6 0 0,0 4 14 0 0,1-1 0 0 0,0 1-1 0 0,0-1 1 0 0,-1 1 0 0 0,1 0 0 0 0,0-1-1 0 0,0 1 1 0 0,-1-1 0 0 0,1 1 0 0 0,-1 0 0 0 0,1-1-1 0 0,0 1 1 0 0,-1 0 0 0 0,1-1 0 0 0,-1 1-1 0 0,1 0 1 0 0,-1 0 0 0 0,1 0 0 0 0,0-1-1 0 0,-1 1 1 0 0,1 0 0 0 0,-1 0 0 0 0,1 0-1 0 0,-1 0 1 0 0,1 0 0 0 0,-1 0 0 0 0,1 0-1 0 0,-1 0 1 0 0,1 0 0 0 0,-1 0 0 0 0,1 0-1 0 0,-1 0 1 0 0,1 0 0 0 0,-1 0 0 0 0,1 0-1 0 0,-1 1 1 0 0,1-1 0 0 0,-1 0 0 0 0,1 0 0 0 0,-1 1-1 0 0,1-1 1 0 0,0 0 0 0 0,-1 1 0 0 0,1-1-1 0 0,-1 0 1 0 0,1 1 0 0 0,-1 0-1 0 0,-4 4 9 0 0,-1 0 0 0 0,1 1 0 0 0,1 0 0 0 0,-1 0 0 0 0,1 1 0 0 0,0-1 0 0 0,0 1 0 0 0,1 0-1 0 0,0 0 1 0 0,-4 10 0 0 0,1-1-1 0 0,-24 59 13 0 0,3 2 0 0 0,3 1 0 0 0,4 1 0 0 0,3 1 0 0 0,-5 82 0 0 0,19-140 2 0 0,2 0-1 0 0,0-1 1 0 0,2 1-1 0 0,6 41 0 0 0,-6-57-20 0 0,0 1-1 0 0,1-2 1 0 0,0 1-1 0 0,0 0 0 0 0,0 0 1 0 0,1 0-1 0 0,0-1 1 0 0,0 0-1 0 0,0 1 0 0 0,1-1 1 0 0,0 0-1 0 0,0-1 1 0 0,0 1-1 0 0,0-1 0 0 0,1 0 1 0 0,0 0-1 0 0,-1 0 1 0 0,2 0-1 0 0,-1-1 0 0 0,0 0 1 0 0,11 5-1 0 0,1-3-215 0 0,1 0 0 0 0,-1-2 0 0 0,1 1 1 0 0,-1-2-1 0 0,1-1 0 0 0,0 0 0 0 0,0-1 0 0 0,-1-1 0 0 0,1 0 0 0 0,0-2 0 0 0,-1 0 0 0 0,35-11 0 0 0,-25 6-398 0 0,-1-2 0 0 0,0-2 0 0 0,-1 0 1 0 0,0-1-1 0 0,-1-2 0 0 0,0 0 0 0 0,31-28 0 0 0,-32 21 45 0 0,-1-1 0 0 0,-2 0-1 0 0,0-2 1 0 0,-1-1 0 0 0,-2 0 0 0 0,-1-1 0 0 0,21-47 0 0 0,-12 16 1600 0 0,-4-1-1 0 0,26-110 1 0 0,-43 151-547 0 0,0 1-1 0 0,-2-1 0 0 0,0 0 1 0 0,-1 0-1 0 0,0 0 0 0 0,-4-28 1 0 0,2 43-382 0 0,0 0 0 0 0,0 0 1 0 0,1 0-1 0 0,-2 1 1 0 0,1-1-1 0 0,0 0 1 0 0,-1 0-1 0 0,1 1 0 0 0,-4-4 1 0 0,5 5-76 0 0,-1 1 1 0 0,1 0 0 0 0,-1-1 0 0 0,1 1-1 0 0,-1 0 1 0 0,1 0 0 0 0,-1-1 0 0 0,0 1-1 0 0,1 0 1 0 0,-1 0 0 0 0,1 0-1 0 0,-1 0 1 0 0,0 0 0 0 0,1 0 0 0 0,-1 0-1 0 0,1 0 1 0 0,-1 0 0 0 0,0 0 0 0 0,1 0-1 0 0,-1 0 1 0 0,1 0 0 0 0,-1 1-1 0 0,0-1 1 0 0,0 1 0 0 0,-14 6 415 0 0,8 1-241 0 0,-1-1 0 0 0,2 1 0 0 0,-1 1 0 0 0,1-1 0 0 0,0 1 0 0 0,1 0 0 0 0,-7 14 0 0 0,-24 71 833 0 0,34-87-955 0 0,-24 73 604 0 0,4 0-1 0 0,3 2 0 0 0,4 0 0 0 0,-8 152 0 0 0,25-173-470 0 0,-2-55-194 0 0,1-1 0 0 0,0 1-1 0 0,0 0 1 0 0,1-1 0 0 0,0 1 0 0 0,0-1 0 0 0,0 0 0 0 0,4 7 0 0 0,-6-11-20 0 0,1-1 0 0 0,-1 1 1 0 0,1 0-1 0 0,-1 0 0 0 0,1-1 0 0 0,0 1 0 0 0,-1 0 0 0 0,1-1 1 0 0,0 1-1 0 0,0-1 0 0 0,-1 1 0 0 0,1-1 0 0 0,0 1 0 0 0,0-1 0 0 0,0 1 1 0 0,0-1-1 0 0,-1 0 0 0 0,1 1 0 0 0,0-1 0 0 0,0 0 0 0 0,0 0 1 0 0,0 0-1 0 0,0 0 0 0 0,0 0 0 0 0,0 0 0 0 0,0 0 0 0 0,0 0 0 0 0,0 0 1 0 0,0 0-1 0 0,-1 0 0 0 0,1-1 0 0 0,0 1 0 0 0,0 0 0 0 0,0-1 1 0 0,0 1-1 0 0,0-1 0 0 0,-1 1 0 0 0,1-1 0 0 0,0 1 0 0 0,1-1 0 0 0,2-3-18 0 0,0 0-1 0 0,1 0 0 0 0,-1 0 0 0 0,6-9 1 0 0,-8 11 10 0 0,78-119-252 0 0,-61 89 198 0 0,1 1 0 0 0,2 1 0 0 0,37-42 0 0 0,-55 67 49 0 0,1 0 1 0 0,-1 1 0 0 0,1-1 0 0 0,0 1-1 0 0,0 0 1 0 0,0 1 0 0 0,1-1 0 0 0,-1 1-1 0 0,1 0 1 0 0,0 1 0 0 0,0-1 0 0 0,8-1-1 0 0,-12 4 18 0 0,0 0 0 0 0,0 0-1 0 0,-1 1 1 0 0,1-1 0 0 0,0 1-1 0 0,-1-1 1 0 0,1 1-1 0 0,0 0 1 0 0,-1 0 0 0 0,1 0-1 0 0,-1 0 1 0 0,0 0 0 0 0,1 0-1 0 0,-1 0 1 0 0,0 0 0 0 0,1 0-1 0 0,-1 1 1 0 0,0-1-1 0 0,1 2 1 0 0,1 1 44 0 0,0 0-1 0 0,-1 1 1 0 0,0-1-1 0 0,1 1 1 0 0,-2-1-1 0 0,1 1 1 0 0,0 0-1 0 0,-1 0 1 0 0,0 0-1 0 0,0 0 1 0 0,0 10-1 0 0,0 5 195 0 0,-4 33 0 0 0,1-32-120 0 0,-5 47 207 0 0,-2 34 21 0 0,9-100-342 0 0,0 0 1 0 0,0 0-1 0 0,0 0 0 0 0,0 0 1 0 0,0-1-1 0 0,1 1 1 0 0,-1 0-1 0 0,1 0 1 0 0,-1 0-1 0 0,1 0 1 0 0,0-1-1 0 0,0 1 1 0 0,0 0-1 0 0,0-1 1 0 0,0 1-1 0 0,0 0 0 0 0,0-1 1 0 0,0 1-1 0 0,0-1 1 0 0,4 3-1 0 0,-3-3-4 0 0,0 0 0 0 0,1 0-1 0 0,0 1 1 0 0,-1-2 0 0 0,1 1-1 0 0,0 0 1 0 0,-1 0 0 0 0,1-1-1 0 0,0 0 1 0 0,0 1 0 0 0,-1-1-1 0 0,6-1 1 0 0,5 0-6 0 0,0-1 0 0 0,0-1 0 0 0,-1 0 0 0 0,24-10 0 0 0,-14 4-24 0 0,-1-1 0 0 0,0-2 0 0 0,0 0-1 0 0,-1-1 1 0 0,-1-1 0 0 0,25-24 0 0 0,-12 8-39 0 0,-3-1 0 0 0,43-58 0 0 0,-63 75 57 0 0,-1 0-1 0 0,0-1 1 0 0,8-20-1 0 0,-12 25 4 0 0,-4 8 3 0 0,1 1 0 0 0,-1-1 1 0 0,0 1-1 0 0,0-1 0 0 0,1 1 0 0 0,-1-1 0 0 0,0 1 0 0 0,0-1 0 0 0,0 1 0 0 0,-1-1 1 0 0,1 1-1 0 0,0 0 0 0 0,-1-1 0 0 0,1 1 0 0 0,-1-2 0 0 0,1 2 1 0 0,-1 0 1 0 0,1 1-1 0 0,0-1 0 0 0,-1 0 1 0 0,1 1-1 0 0,0-1 0 0 0,-1 1 1 0 0,1-1-1 0 0,-1 1 0 0 0,1-1 0 0 0,-1 1 1 0 0,1-1-1 0 0,-1 1 0 0 0,1-1 1 0 0,-1 1-1 0 0,1 0 0 0 0,-1-1 0 0 0,0 1 1 0 0,1 0-1 0 0,-1 0 0 0 0,1-1 1 0 0,-1 1-1 0 0,0 0 0 0 0,1 0 1 0 0,-1 0-1 0 0,0 0 0 0 0,1 0 0 0 0,-1 0 1 0 0,0 0-1 0 0,0 0 0 0 0,1 0 1 0 0,-1 0-1 0 0,0 0 0 0 0,1 0 1 0 0,-2 1-1 0 0,-6 2 23 0 0,0 1 0 0 0,1 0 0 0 0,-1 1 0 0 0,1 0 0 0 0,0 0 0 0 0,0 1 0 0 0,1 0 0 0 0,-1 0 0 0 0,1 0 0 0 0,-10 14 0 0 0,1 1 144 0 0,1 0 0 0 0,-19 39 0 0 0,28-48-116 0 0,0-1 0 0 0,1 1 0 0 0,0 0 1 0 0,0 0-1 0 0,1 1 0 0 0,1-1 0 0 0,-1 25 0 0 0,2-33-38 0 0,1 0 1 0 0,0 0-1 0 0,1 1 0 0 0,-1-1 1 0 0,1 0-1 0 0,0 0 0 0 0,0 0 0 0 0,0 0 1 0 0,0 0-1 0 0,1 0 0 0 0,0 0 1 0 0,0 0-1 0 0,0-1 0 0 0,0 1 1 0 0,0-1-1 0 0,1 1 0 0 0,-1-1 0 0 0,1 0 1 0 0,0 0-1 0 0,0 0 0 0 0,1 0 1 0 0,-1-1-1 0 0,0 1 0 0 0,1-1 0 0 0,-1 0 1 0 0,9 4-1 0 0,-1-3-150 0 0,0 1-1 0 0,0-2 1 0 0,1 1 0 0 0,-1-2 0 0 0,1 0-1 0 0,0 0 1 0 0,-1-1 0 0 0,1 0-1 0 0,0-1 1 0 0,-1 0 0 0 0,19-5-1 0 0,-3-1-1272 0 0,-1-1-1 0 0,-1 0 1 0 0,47-25-1 0 0,-55 24-860 0 0,0-1-1 0 0,23-19 1 0 0,-3-1-3491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2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13 1480 0 0,'-173'19'9269'0'0,"104"-9"-6122"0"0,59-8-2226 0 0,13 1-316 0 0,13 1-299 0 0,18-4-450 0 0,-1-2 0 0 0,52-9 1 0 0,-44 4-551 0 0,88-12-5292 0 0,-60 8-227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3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34 1012 0 0,'7'-25'6787'0'0,"-9"42"-4058"0"0,-15 41-1187 0 0,-3-1 1 0 0,-37 76 0 0 0,25-61-755 0 0,13-31-404 0 0,-31 82 468 0 0,44-106-734 0 0,2 0 0 0 0,-1 0 0 0 0,2 0-1 0 0,0 0 1 0 0,0 24 0 0 0,3-39-98 0 0,0 0-1 0 0,0 0 1 0 0,0 0 0 0 0,0 0 0 0 0,1 0 0 0 0,-1 0-1 0 0,1 0 1 0 0,-1 0 0 0 0,1 0 0 0 0,0 0-1 0 0,-1-1 1 0 0,1 1 0 0 0,0 0 0 0 0,0-1-1 0 0,0 1 1 0 0,1 0 0 0 0,-1-1 0 0 0,0 1-1 0 0,0-1 1 0 0,4 3 0 0 0,-2-3-2 0 0,-1 1 1 0 0,1-1-1 0 0,0 1 1 0 0,0-1-1 0 0,0 0 1 0 0,0 0-1 0 0,1-1 1 0 0,-1 1-1 0 0,0-1 0 0 0,0 1 1 0 0,6-1-1 0 0,2-1 10 0 0,1 0-1 0 0,-1-1 0 0 0,1 0 0 0 0,-1 0 0 0 0,0-2 0 0 0,12-4 0 0 0,-8 1-21 0 0,0-1-1 0 0,0 0 1 0 0,-1-1 0 0 0,0-1-1 0 0,-1 0 1 0 0,0-1-1 0 0,0 0 1 0 0,-2-1 0 0 0,1 0-1 0 0,-1-1 1 0 0,-1 0 0 0 0,0-1-1 0 0,-1 0 1 0 0,-1-1-1 0 0,0 0 1 0 0,11-30 0 0 0,-12 24-8 0 0,0 1 0 0 0,-2-1 1 0 0,0 0-1 0 0,-2 0 1 0 0,0 0-1 0 0,-1-1 0 0 0,-1 1 1 0 0,-2-1-1 0 0,0 1 1 0 0,-1 0-1 0 0,-1-1 0 0 0,-11-40 1 0 0,12 55 0 0 0,0 1 1 0 0,-1-1-1 0 0,0 1 1 0 0,0 0-1 0 0,0 0 1 0 0,-1 0-1 0 0,0 0 1 0 0,0 1-1 0 0,0-1 1 0 0,-1 1-1 0 0,0 0 1 0 0,0 1-1 0 0,0-1 1 0 0,-1 1-1 0 0,1 0 1 0 0,-12-6-1 0 0,10 7 2 0 0,0 0 1 0 0,-1 0-1 0 0,0 1 0 0 0,1 0 0 0 0,-1 1 1 0 0,0 0-1 0 0,0 0 0 0 0,1 0 0 0 0,-1 1 1 0 0,0 0-1 0 0,0 1 0 0 0,0-1 0 0 0,0 2 0 0 0,-11 2 1 0 0,-1 2-2 0 0,1 0 1 0 0,0 1-1 0 0,0 1 1 0 0,1 1-1 0 0,0 1 0 0 0,0 0 1 0 0,1 1-1 0 0,1 1 1 0 0,0 1-1 0 0,1 0 1 0 0,0 1-1 0 0,-21 26 1 0 0,32-36-1 0 0,1 1 1 0 0,1-1-1 0 0,-1 0 1 0 0,1 1 0 0 0,-1-1-1 0 0,1 1 1 0 0,1 0-1 0 0,-1 0 1 0 0,1 0 0 0 0,0 0-1 0 0,0 0 1 0 0,0 0-1 0 0,0 0 1 0 0,1 0-1 0 0,0 0 1 0 0,1 7 0 0 0,-1-8-5 0 0,1 0 1 0 0,1 0 0 0 0,-1 0-1 0 0,0 0 1 0 0,1-1-1 0 0,0 1 1 0 0,0 0 0 0 0,0-1-1 0 0,0 1 1 0 0,1-1 0 0 0,-1 0-1 0 0,1 0 1 0 0,0 0 0 0 0,0 0-1 0 0,0 0 1 0 0,0 0 0 0 0,0-1-1 0 0,1 0 1 0 0,-1 0-1 0 0,7 3 1 0 0,3 1-45 0 0,-1-2 0 0 0,1 0-1 0 0,0 0 1 0 0,0-1 0 0 0,0-1 0 0 0,1 0 0 0 0,-1-1-1 0 0,1 0 1 0 0,19-2 0 0 0,-8-1-45 0 0,-1-1 1 0 0,1-1-1 0 0,-1-1 0 0 0,30-11 1 0 0,-30 8 35 0 0,-1-2 0 0 0,-1-1 0 0 0,0-1 0 0 0,0-1 0 0 0,35-28 0 0 0,86-90-77 0 0,-75 65 132 0 0,-63 62-2 0 0,-1 0-1 0 0,0 0 1 0 0,1 1-1 0 0,-1-1 0 0 0,1 1 1 0 0,0 0-1 0 0,0 1 1 0 0,1-1-1 0 0,6-2 1 0 0,-9 5 10 0 0,-1-1 1 0 0,1 1 0 0 0,-1 0 0 0 0,1 0-1 0 0,0 0 1 0 0,-1 0 0 0 0,1 0 0 0 0,0 1-1 0 0,-1-1 1 0 0,1 1 0 0 0,-1-1 0 0 0,1 1 0 0 0,-1 0-1 0 0,1 0 1 0 0,-1 0 0 0 0,0 0 0 0 0,1 1-1 0 0,-1-1 1 0 0,0 1 0 0 0,0-1 0 0 0,0 1-1 0 0,3 3 1 0 0,6 6 84 0 0,-1 1-1 0 0,-1 0 1 0 0,0 0-1 0 0,0 1 1 0 0,-1 1-1 0 0,-1-1 1 0 0,0 1-1 0 0,6 20 0 0 0,-1 3 74 0 0,-1 0 0 0 0,6 43-1 0 0,-14-61-81 0 0,-1 1 1 0 0,-1 0-1 0 0,0-1 0 0 0,-2 1 0 0 0,0 0 0 0 0,-1-1 1 0 0,-1 1-1 0 0,-1-1 0 0 0,-8 22 0 0 0,8-29 41 0 0,0 0 0 0 0,-1 0 0 0 0,0-1-1 0 0,-1 1 1 0 0,-1-1 0 0 0,1-1 0 0 0,-2 1 0 0 0,1-1-1 0 0,-2-1 1 0 0,1 0 0 0 0,-1 0 0 0 0,-1 0 0 0 0,1-1-1 0 0,-1 0 1 0 0,-14 7 0 0 0,16-11-20 0 0,1-1 0 0 0,-1 0-1 0 0,0 0 1 0 0,0 0 0 0 0,0-1 0 0 0,0 0 0 0 0,-16 1-1 0 0,21-3-86 0 0,0 0 0 0 0,0 0 0 0 0,1 0 0 0 0,-1 0 0 0 0,0 0 0 0 0,0 0 0 0 0,1-1 0 0 0,-1 0 0 0 0,0 1 0 0 0,1-1 0 0 0,-1 0 0 0 0,1 0 0 0 0,-1 0 0 0 0,1-1 0 0 0,-1 1-1 0 0,1 0 1 0 0,0-1 0 0 0,0 0 0 0 0,-1 0 0 0 0,1 1 0 0 0,1-1 0 0 0,-1 0 0 0 0,0 0 0 0 0,0-1 0 0 0,1 1 0 0 0,-1 0 0 0 0,-1-4 0 0 0,2 3-16 0 0,1-1-1 0 0,-1 1 1 0 0,1 0 0 0 0,-1 0 0 0 0,1-1-1 0 0,0 1 1 0 0,1 0 0 0 0,-1-1 0 0 0,0 1 0 0 0,1 0-1 0 0,0 0 1 0 0,0 0 0 0 0,0-1 0 0 0,0 1-1 0 0,0 0 1 0 0,1 0 0 0 0,-1 0 0 0 0,1 1 0 0 0,0-1-1 0 0,0 0 1 0 0,0 1 0 0 0,2-4 0 0 0,7-6-81 0 0,1-1 1 0 0,24-19-1 0 0,5 0-625 0 0,2 1 0 0 0,89-47 0 0 0,104-31-2995 0 0,-191 90 3033 0 0,-30 12 494 0 0,-1 0 0 0 0,0 0 1 0 0,0-2-1 0 0,-1 1 0 0 0,20-19 1 0 0,-27 22 232 0 0,-1 0 1 0 0,0-1-1 0 0,0 0 1 0 0,0 0-1 0 0,-1 0 1 0 0,0-1-1 0 0,0 0 1 0 0,0 1-1 0 0,-1-1 1 0 0,0 0 0 0 0,0-1-1 0 0,-1 1 1 0 0,2-10-1 0 0,-4 14 75 0 0,0 0 0 0 0,0 1 0 0 0,0-1 0 0 0,0 1 0 0 0,-1-1 0 0 0,1 0 0 0 0,-1 1 0 0 0,1-1 0 0 0,-1 1 0 0 0,0-1 0 0 0,0 1 0 0 0,-2-4 0 0 0,3 5 50 0 0,-2 1-130 0 0,0 1 0 0 0,0-1 0 0 0,0 1 0 0 0,0-1 0 0 0,0 1 0 0 0,0 0 0 0 0,0 0 0 0 0,1 0 1 0 0,-1 0-1 0 0,0 0 0 0 0,1 0 0 0 0,-1 1 0 0 0,0-1 0 0 0,1 0 0 0 0,0 1 0 0 0,-1-1 0 0 0,1 1 0 0 0,0 0 1 0 0,0-1-1 0 0,0 1 0 0 0,-1 2 0 0 0,-3 5 203 0 0,1 1 1 0 0,-6 19 0 0 0,6-18-89 0 0,-9 26 189 0 0,3 1 1 0 0,-10 59 0 0 0,17-77-299 0 0,2 0 1 0 0,0-1 0 0 0,1 1 0 0 0,1 0 0 0 0,0 0-1 0 0,9 37 1 0 0,-9-53-140 0 0,0-1 0 0 0,0 0 0 0 0,1 0 0 0 0,-1 0 0 0 0,1 0-1 0 0,-1 0 1 0 0,1 0 0 0 0,0 0 0 0 0,0 0 0 0 0,1-1 0 0 0,-1 1-1 0 0,0-1 1 0 0,1 0 0 0 0,-1 0 0 0 0,1 1 0 0 0,0-1 0 0 0,0-1 0 0 0,0 1-1 0 0,0 0 1 0 0,0-1 0 0 0,0 0 0 0 0,0 0 0 0 0,0 1 0 0 0,1-2 0 0 0,-1 1-1 0 0,5 0 1 0 0,-2 0-648 0 0,0-1-1 0 0,0 0 1 0 0,-1 0-1 0 0,1 0 1 0 0,0-1-1 0 0,0 0 1 0 0,-1 0-1 0 0,1-1 1 0 0,0 1-1 0 0,-1-1 1 0 0,0 0-1 0 0,1-1 0 0 0,-1 1 1 0 0,9-7-1 0 0,4-6-5225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143 111 1088 0 0,'-5'-11'924'0'0,"-1"0"0"0"0,0 1-1 0 0,-1-1 1 0 0,0 2 0 0 0,0-1 0 0 0,-1 1-1 0 0,0 0 1 0 0,-1 0 0 0 0,-12-9 0 0 0,20 17-897 0 0,0 1-1 0 0,0 0 1 0 0,0-1 0 0 0,0 1 0 0 0,0-1 0 0 0,0 1 0 0 0,1 0 0 0 0,-1 0 0 0 0,0 0 0 0 0,0-1-1 0 0,0 1 1 0 0,0 0 0 0 0,0 0 0 0 0,0 0 0 0 0,0 0 0 0 0,0 1 0 0 0,0-1 0 0 0,0 0 0 0 0,0 0-1 0 0,0 1 1 0 0,0-1 0 0 0,0 0 0 0 0,0 1 0 0 0,0-1 0 0 0,0 1 0 0 0,1-1 0 0 0,-2 1 0 0 0,0 1-42 0 0,0-1 0 0 0,0 1 1 0 0,0-1-1 0 0,1 1 1 0 0,-1-1-1 0 0,0 1 1 0 0,1 0-1 0 0,-1 0 0 0 0,1 0 1 0 0,-1 2-1 0 0,-1 3-736 0 0,1-1 0 0 0,0 1-1 0 0,0 0 1 0 0,1 0 0 0 0,0 0-1 0 0,0 10 1 0 0,1 0-2504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4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55 268 0 0,'3'1'527'0'0,"-1"0"-1"0"0,1-1 1 0 0,0 1 0 0 0,0-1-1 0 0,0 0 1 0 0,0 0 0 0 0,0 0 0 0 0,0 0-1 0 0,0 0 1 0 0,-1-1 0 0 0,1 1-1 0 0,0-1 1 0 0,0 0 0 0 0,0 0-1 0 0,-1 0 1 0 0,1 0 0 0 0,0-1-1 0 0,-1 1 1 0 0,1-1 0 0 0,-1 1-1 0 0,3-3 1 0 0,-4 3-418 0 0,-1 1 0 0 0,1-1 0 0 0,-1 1 0 0 0,1-1 0 0 0,-1 1 0 0 0,1-1 0 0 0,-1 1 0 0 0,1-1 0 0 0,-1 1 0 0 0,0-1 0 0 0,1 0 0 0 0,-1 1 0 0 0,0-1 0 0 0,1 0 0 0 0,-1 1 0 0 0,0-1 0 0 0,0 0 0 0 0,0 1 0 0 0,0-1 0 0 0,0 0 0 0 0,0 0 0 0 0,0 1 0 0 0,0-1 0 0 0,0 0 0 0 0,0 1 0 0 0,0-1 0 0 0,0 0 1 0 0,0 1-1 0 0,-1-1 0 0 0,1 0 0 0 0,0 1 0 0 0,0-1 0 0 0,-1 0 0 0 0,1 1 0 0 0,0-1 0 0 0,-1 1 0 0 0,1-1 0 0 0,-1 0 0 0 0,1 1 0 0 0,-1-1 0 0 0,1 1 0 0 0,-1-1 0 0 0,1 1 0 0 0,-2-1 0 0 0,0-1 43 0 0,-1 1 0 0 0,0-1 1 0 0,1 1-1 0 0,-1 0 0 0 0,0 0 0 0 0,0 0 1 0 0,-4-1-1 0 0,-2 1 39 0 0,-1 0 1 0 0,1 1-1 0 0,-1 0 0 0 0,0 0 1 0 0,1 1-1 0 0,-1 1 1 0 0,1-1-1 0 0,-17 7 0 0 0,-6 3 78 0 0,-33 17-1 0 0,58-25-231 0 0,-14 7 40 0 0,0 1 0 0 0,1 1 0 0 0,-23 17-1 0 0,35-22-58 0 0,0-1 0 0 0,0 1 0 0 0,1 0 1 0 0,0 1-1 0 0,0 0 0 0 0,1 0 0 0 0,0 1 0 0 0,0-1 0 0 0,-6 16 0 0 0,10-21-15 0 0,1-1 1 0 0,0 1 0 0 0,0 0 0 0 0,0 0 0 0 0,0 0 0 0 0,1 0-1 0 0,-1-1 1 0 0,1 1 0 0 0,0 0 0 0 0,0 0 0 0 0,0 0 0 0 0,0 0 0 0 0,0 0-1 0 0,0 0 1 0 0,1 0 0 0 0,0 0 0 0 0,-1 0 0 0 0,1 0 0 0 0,0-1-1 0 0,0 1 1 0 0,1 0 0 0 0,-1-1 0 0 0,1 1 0 0 0,-1 0 0 0 0,1-1-1 0 0,0 0 1 0 0,0 1 0 0 0,0-1 0 0 0,0 0 0 0 0,0 0 0 0 0,0 0-1 0 0,1-1 1 0 0,-1 1 0 0 0,1 0 0 0 0,-1-1 0 0 0,1 1 0 0 0,-1-1 0 0 0,6 1-1 0 0,1 2 1 0 0,1-1-1 0 0,0 0 1 0 0,0 0-1 0 0,1-1 0 0 0,-1-1 1 0 0,0 0-1 0 0,1 0 1 0 0,-1-1-1 0 0,20-2 1 0 0,-17-1 4 0 0,-1 1 1 0 0,1-2 0 0 0,-1 1-1 0 0,0-2 1 0 0,0 0 0 0 0,0 0-1 0 0,-1-1 1 0 0,20-13 0 0 0,-9 1 8 0 0,0 0-1 0 0,36-40 1 0 0,-6 7-134 0 0,-52 51 114 0 0,1-1-1 0 0,-1 1 1 0 0,0 0-1 0 0,1-1 1 0 0,-1 1-1 0 0,0 0 1 0 0,1-1 0 0 0,-1 1-1 0 0,1 0 1 0 0,-1 0-1 0 0,0-1 1 0 0,1 1 0 0 0,-1 0-1 0 0,1 0 1 0 0,-1 0-1 0 0,1 0 1 0 0,-1 0 0 0 0,1-1-1 0 0,-1 1 1 0 0,1 0-1 0 0,-1 0 1 0 0,1 0 0 0 0,-1 0-1 0 0,1 0 1 0 0,-1 0-1 0 0,1 1 1 0 0,-1-1 0 0 0,0 0-1 0 0,1 0 1 0 0,-1 0-1 0 0,1 0 1 0 0,-1 0 0 0 0,1 1-1 0 0,-1-1 1 0 0,1 0-1 0 0,-1 0 1 0 0,0 1 0 0 0,1-1-1 0 0,-1 0 1 0 0,0 1-1 0 0,1-1 1 0 0,-1 1 0 0 0,0-1-1 0 0,1 0 1 0 0,-1 1-1 0 0,0-1 1 0 0,0 1 0 0 0,1-1-1 0 0,-1 0 1 0 0,0 1-1 0 0,0-1 1 0 0,0 1-1 0 0,0-1 1 0 0,0 1 0 0 0,0-1-1 0 0,0 1 1 0 0,0 0-1 0 0,5 28-21 0 0,-8 30 391 0 0,-4-1 1 0 0,-2 0 0 0 0,-23 84 0 0 0,17-84 52 0 0,-108 377 3279 0 0,108-387-3294 0 0,-3-1 0 0 0,-45 88 0 0 0,55-121-317 0 0,0-1-1 0 0,-1 0 1 0 0,0 0-1 0 0,-1-1 1 0 0,0 0-1 0 0,-1-1 1 0 0,-1 0-1 0 0,0-1 1 0 0,0 0-1 0 0,-1-1 1 0 0,0 0-1 0 0,0-1 0 0 0,-26 11 1 0 0,29-16-42 0 0,0 0 0 0 0,0-1-1 0 0,-1 0 1 0 0,1-1 0 0 0,-1-1 0 0 0,1 1 0 0 0,0-1 0 0 0,-1-1 0 0 0,1 0-1 0 0,-13-3 1 0 0,3-1 34 0 0,1 0 0 0 0,0-1 0 0 0,0 0 1 0 0,-25-14-1 0 0,35 15-31 0 0,0 0 1 0 0,1 0-1 0 0,-1-1 0 0 0,1 0 1 0 0,1-1-1 0 0,-1 1 1 0 0,1-2-1 0 0,0 1 1 0 0,-11-17-1 0 0,14 19-53 0 0,2 0 0 0 0,-1 0 0 0 0,0 0 0 0 0,1-1 1 0 0,0 0-1 0 0,1 1 0 0 0,-1-1 0 0 0,1 0 0 0 0,0 1 0 0 0,0-1 0 0 0,1 0 0 0 0,0 0 0 0 0,0 0 1 0 0,0 0-1 0 0,1 0 0 0 0,-1 0 0 0 0,2 1 0 0 0,2-10 0 0 0,4-6-281 0 0,0 0-1 0 0,2 1 0 0 0,1 0 1 0 0,0 1-1 0 0,2 0 1 0 0,0 0-1 0 0,1 2 1 0 0,0 0-1 0 0,24-21 1 0 0,14-8-1408 0 0,99-68 1 0 0,71-29-2505 0 0,-9 6-5746 0 0,-151 92 2720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4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86 1576 0 0,'3'-23'3370'0'0,"-1"14"-1520"0"0,-1 1 1 0 0,0-1-1 0 0,0 1 1 0 0,-2-16 0 0 0,1 24-1823 0 0,0 0 1 0 0,0 0-1 0 0,0 0 1 0 0,0 0-1 0 0,0 0 1 0 0,0-1-1 0 0,0 1 1 0 0,0 0-1 0 0,0 0 1 0 0,0 0-1 0 0,0 0 1 0 0,0 0 0 0 0,0 0-1 0 0,0-1 1 0 0,0 1-1 0 0,0 0 1 0 0,0 0-1 0 0,0 0 1 0 0,0 0-1 0 0,0 0 1 0 0,0 0-1 0 0,0-1 1 0 0,0 1-1 0 0,0 0 1 0 0,0 0-1 0 0,0 0 1 0 0,0 0-1 0 0,0 0 1 0 0,0 0-1 0 0,0 0 1 0 0,-1-1 0 0 0,1 1-1 0 0,0 0 1 0 0,0 0-1 0 0,0 0 1 0 0,0 0-1 0 0,0 0 1 0 0,0 0-1 0 0,0 0 1 0 0,-1 0-1 0 0,1 0 1 0 0,0 0-1 0 0,0 0 1 0 0,0 0-1 0 0,0 0 1 0 0,0 0-1 0 0,0 0 1 0 0,-1 0 0 0 0,1 0-1 0 0,0 0 1 0 0,0 0-1 0 0,0 0 1 0 0,0 0-1 0 0,0 0 1 0 0,-1 0-1 0 0,1 0 1 0 0,0 0-1 0 0,0 0 1 0 0,0 0-1 0 0,-7 10 817 0 0,-4 18-14 0 0,-9 48-197 0 0,3 0-1 0 0,-12 132 0 0 0,29-201-809 0 0,-1-1 0 0 0,1 1 0 0 0,1-1 0 0 0,-1 1 0 0 0,1-1-1 0 0,0 1 1 0 0,1-1 0 0 0,-1 1 0 0 0,1-1 0 0 0,4 7 0 0 0,-5-10-173 0 0,1 0 0 0 0,-1-1 1 0 0,1 1-1 0 0,0 0 0 0 0,0-1 0 0 0,0 0 1 0 0,0 0-1 0 0,1 1 0 0 0,4 2 1 0 0,-5-4-235 0 0,1 1 0 0 0,-1-1 0 0 0,1 0 0 0 0,0 0 0 0 0,-1 0 0 0 0,1 0 1 0 0,0 0-1 0 0,0 0 0 0 0,0-1 0 0 0,0 0 0 0 0,4 1 0 0 0,10-1-4080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5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2 111 2328 0 0,'1'-4'392'0'0,"42"-102"13020"0"0,-37 128-11878 0 0,-6 15-595 0 0,-2 1 0 0 0,-1-1 0 0 0,-10 49 0 0 0,7-49-652 0 0,-22 111 756 0 0,28-146-569 0 0,11-17-293 0 0,41-71 56 0 0,-33 51-240 0 0,2 2 1 0 0,1 0-1 0 0,38-43 0 0 0,-57 73 0 0 0,5-6-25 0 0,-1 0 1 0 0,2 1 0 0 0,-1 0-1 0 0,1 1 1 0 0,0 0 0 0 0,0 0 0 0 0,1 1-1 0 0,18-9 1 0 0,-26 15 23 0 0,1-1-1 0 0,-1 1 1 0 0,0-1 0 0 0,0 1-1 0 0,1 0 1 0 0,-1 0-1 0 0,0 0 1 0 0,0 0 0 0 0,1 1-1 0 0,-1-1 1 0 0,0 1-1 0 0,0-1 1 0 0,0 1 0 0 0,1 0-1 0 0,-1-1 1 0 0,0 1 0 0 0,0 0-1 0 0,0 1 1 0 0,0-1-1 0 0,-1 0 1 0 0,1 0 0 0 0,0 1-1 0 0,0-1 1 0 0,-1 1-1 0 0,1 0 1 0 0,-1-1 0 0 0,1 1-1 0 0,-1 0 1 0 0,0 0 0 0 0,0 0-1 0 0,0 0 1 0 0,0 0-1 0 0,1 2 1 0 0,2 4 58 0 0,-1 1-1 0 0,0-1 1 0 0,0 0-1 0 0,-1 1 1 0 0,0-1-1 0 0,0 1 1 0 0,0 11 0 0 0,-4 95 974 0 0,0-33-762 0 0,2-80-247 0 0,0 0 0 0 0,0-1 0 0 0,0 1 0 0 0,0 0 0 0 0,1 0 0 0 0,-1 0-1 0 0,0 0 1 0 0,1-1 0 0 0,-1 1 0 0 0,1 0 0 0 0,0-1 0 0 0,0 1 0 0 0,0 0-1 0 0,-1-1 1 0 0,2 1 0 0 0,-1-1 0 0 0,0 1 0 0 0,0-1 0 0 0,3 3 0 0 0,16 5 150 0 0,-12-10-155 0 0,-4 0 4 0 0,3 0-93 0 0,0-1-1 0 0,0 1 1 0 0,-1-1 0 0 0,1 0-1 0 0,0-1 1 0 0,-1 0 0 0 0,1 0-1 0 0,-1 0 1 0 0,0 0 0 0 0,0-1-1 0 0,-1 0 1 0 0,1-1 0 0 0,-1 1-1 0 0,6-7 1 0 0,7-8-1005 0 0,0-1-1 0 0,18-28 0 0 0,-13 15-1708 0 0,22-44 0 0 0,-9 0-3764 0 0,-16 31-77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5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0 1020 0 0,'-44'2'3164'0'0,"6"1"-819"0"0,2-1-533 0 0,1 1-364 0 0,8 1-356 0 0,1 3-196 0 0,2 0-224 0 0,0 1-416 0 0,4 4-732 0 0,-1 2-928 0 0,-1 1-2008 0 0,-1 1-1597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29 1760 0 0,'2'-3'1023'0'0,"1"-1"0"0"0,-1 1 0 0 0,1 0 0 0 0,0 0 0 0 0,0 0 0 0 0,0 1 0 0 0,7-5 0 0 0,-8 6-532 0 0,7 16 1083 0 0,-4 18-550 0 0,-1 0 1 0 0,-2 0-1 0 0,-2 46 0 0 0,-16 103 246 0 0,14-162-1133 0 0,-44 320 797 0 0,0-3-481 0 0,45-327-431 0 0,0 0-1 0 0,0 0 1 0 0,1 1-1 0 0,0-1 1 0 0,4 19-1 0 0,-4-27-25 0 0,1 1 0 0 0,-1-1-1 0 0,1 0 1 0 0,0 0 0 0 0,0 0-1 0 0,0 0 1 0 0,0 0 0 0 0,0 0-1 0 0,1 0 1 0 0,-1 0 0 0 0,1 0-1 0 0,-1 0 1 0 0,1-1 0 0 0,-1 1-1 0 0,1-1 1 0 0,0 1 0 0 0,0-1-1 0 0,0 0 1 0 0,0 1 0 0 0,0-1-1 0 0,0 0 1 0 0,0 0 0 0 0,0-1-1 0 0,0 1 1 0 0,1 0 0 0 0,-1-1-1 0 0,0 1 1 0 0,0-1-1 0 0,1 0 1 0 0,-1 0 0 0 0,5 0-1 0 0,4-1-265 0 0,1 0-1 0 0,-1 0 1 0 0,1-2-1 0 0,-1 1 1 0 0,0-2-1 0 0,0 1 1 0 0,0-1-1 0 0,11-7 1 0 0,10-6-2055 0 0,39-27 1 0 0,-34 17-1487 0 0,-3-4-1781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0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15 2048 0 0,'-164'-10'6397'0'0,"75"7"-4031"0"0,86 2-2294 0 0,-1 1 0 0 0,1 0 0 0 0,0-1 0 0 0,0 1 0 0 0,0 1 0 0 0,0-1 0 0 0,-1 0-1 0 0,1 1 1 0 0,0 0 0 0 0,0-1 0 0 0,0 1 0 0 0,0 0 0 0 0,0 1 0 0 0,0-1 0 0 0,0 1 0 0 0,1-1 0 0 0,-5 4 0 0 0,6-4 64 0 0,16 17 406 0 0,27 9-193 0 0,-40-26-325 0 0,4 4 2534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62 766 288 0 0,'-50'-31'9625'0'0,"49"30"-9190"0"0,0 1-338 0 0,0 0 1 0 0,1-1-1 0 0,-1 1 1 0 0,1 0 0 0 0,-1 0-1 0 0,1-1 1 0 0,-1 1-1 0 0,0 0 1 0 0,1-1-1 0 0,-1 1 1 0 0,1-1 0 0 0,-1 1-1 0 0,1 0 1 0 0,0-1-1 0 0,-1 1 1 0 0,1-1 0 0 0,-1 1-1 0 0,1-2 1 0 0,7 0 15 0 0,1 1 1 0 0,-1 0-1 0 0,1 0 0 0 0,-1 1 1 0 0,1 0-1 0 0,0 0 1 0 0,14 3-1 0 0,16 0 117 0 0,89-7 78 0 0,176-28 1 0 0,120-46-200 0 0,-414 77-104 0 0,98-20 39 0 0,-1-5 0 0 0,121-46 0 0 0,-214 67-34 0 0,0 0 0 0 0,0-2-1 0 0,-1 1 1 0 0,0-2 0 0 0,-1 1 0 0 0,1-2 0 0 0,12-12-1 0 0,-19 17-9 0 0,-2 0 0 0 0,1-1 0 0 0,0 1 0 0 0,-1-1 0 0 0,0 0 0 0 0,0 0 0 0 0,0 0-1 0 0,0-1 1 0 0,-1 1 0 0 0,0-1 0 0 0,0 1 0 0 0,-1-1 0 0 0,0 0 0 0 0,0 1 0 0 0,0-1-1 0 0,0 0 1 0 0,-1 0 0 0 0,0 0 0 0 0,-1-10 0 0 0,-3-2 60 0 0,0 1 0 0 0,0 0 0 0 0,-2 0 0 0 0,0 1 0 0 0,-1-1 0 0 0,0 1 0 0 0,-2 1 0 0 0,-18-27 0 0 0,18 29 28 0 0,0 1 0 0 0,-1 0 1 0 0,-1 0-1 0 0,0 2 1 0 0,0-1-1 0 0,-1 1 0 0 0,-1 1 1 0 0,0 0-1 0 0,0 1 1 0 0,-18-9-1 0 0,26 15-74 0 0,0 0 0 0 0,0 1-1 0 0,1-1 1 0 0,-1 1 0 0 0,0 0-1 0 0,0 0 1 0 0,0 1 0 0 0,0 0 0 0 0,0 0-1 0 0,0 0 1 0 0,0 0 0 0 0,0 1-1 0 0,0 0 1 0 0,0 0 0 0 0,-5 1 0 0 0,3 1-4 0 0,1 0 0 0 0,-1 0 0 0 0,0 1 0 0 0,1 0 0 0 0,0 0 0 0 0,0 0 0 0 0,0 1 0 0 0,1 0 0 0 0,-7 7 0 0 0,-1 4 10 0 0,0 0 1 0 0,2 1-1 0 0,0 0 0 0 0,1 0 1 0 0,1 1-1 0 0,-12 30 1 0 0,4 3 28 0 0,3 0-1 0 0,1 1 1 0 0,-10 95 0 0 0,15-49 48 0 0,6 114 0 0 0,8-115 19 0 0,21 109 1 0 0,34 93 207 0 0,-51-255-87 0 0,-9-42-171 0 0,-1-5-68 0 0,6-28-24 0 0,4-59 0 0 0,1-10-40 0 0,-5 71 55 0 0,0 0 0 0 0,2 0 1 0 0,1 1-1 0 0,1 0 0 0 0,2 1 0 0 0,14-27 0 0 0,-20 45 3 0 0,1-1 0 0 0,-1 1 0 0 0,2 0 0 0 0,-1 1 0 0 0,1-1 0 0 0,0 2 0 0 0,1-1 0 0 0,10-7 0 0 0,-12 11 3 0 0,0 0-1 0 0,1 0 1 0 0,-1 1-1 0 0,1 0 0 0 0,-1 0 1 0 0,1 1-1 0 0,0 0 1 0 0,0 0-1 0 0,0 1 0 0 0,0 0 1 0 0,0 0-1 0 0,13 1 1 0 0,-13 1 3 0 0,0 0 0 0 0,0 0 1 0 0,0 1-1 0 0,-1 0 0 0 0,1 0 0 0 0,-1 1 1 0 0,1 0-1 0 0,-1 0 0 0 0,0 1 1 0 0,0 0-1 0 0,-1 0 0 0 0,1 1 1 0 0,-1 0-1 0 0,0 0 0 0 0,0 0 1 0 0,0 1-1 0 0,-1 0 0 0 0,0 0 1 0 0,9 13-1 0 0,-6-6 17 0 0,-1 0 0 0 0,0 0 0 0 0,-1 1 0 0 0,0 0 0 0 0,-1 0 0 0 0,-1 1 0 0 0,0-1 0 0 0,-1 1 0 0 0,2 24 0 0 0,-3-10 223 0 0,-2-17-532 0 0,0-1-1 0 0,1 1 0 0 0,1-1 0 0 0,0 0 1 0 0,6 20-1 0 0,-7-29 79 0 0,0 1 0 0 0,0 0 0 0 0,1-1 0 0 0,-1 1 0 0 0,1-1 0 0 0,0 1 0 0 0,0-1 1 0 0,0 0-1 0 0,0 0 0 0 0,0 1 0 0 0,0-2 0 0 0,1 1 0 0 0,-1 0 0 0 0,1 0 0 0 0,-1-1 0 0 0,1 1 0 0 0,0-1 0 0 0,-1 0 1 0 0,1 0-1 0 0,0 0 0 0 0,0 0 0 0 0,0-1 0 0 0,0 1 0 0 0,0-1 0 0 0,0 1 0 0 0,5-1 0 0 0,19 0-2956 0 0,4-3-1170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345 619 316 0 0,'0'-6'717'0'0,"0"-1"0"0"0,0 1 0 0 0,-1 0 0 0 0,0-1 0 0 0,-1 1 1 0 0,1 0-1 0 0,-1 0 0 0 0,0 0 0 0 0,-1 0 0 0 0,1 0 0 0 0,-8-10 0 0 0,9 13-559 0 0,-1 1 0 0 0,0 0 0 0 0,0 0-1 0 0,0 0 1 0 0,-1 0 0 0 0,1 0 0 0 0,0 0 0 0 0,-1 0-1 0 0,1 1 1 0 0,-1-1 0 0 0,1 1 0 0 0,-1 0 0 0 0,0 0 0 0 0,0 0-1 0 0,0 0 1 0 0,1 0 0 0 0,-1 1 0 0 0,0-1 0 0 0,0 1-1 0 0,0 0 1 0 0,0 0 0 0 0,0 0 0 0 0,0 0 0 0 0,0 0 0 0 0,0 1-1 0 0,0-1 1 0 0,0 1 0 0 0,-3 1 0 0 0,-7 3 61 0 0,1 0 0 0 0,0 0 0 0 0,0 1 0 0 0,0 1 0 0 0,1 0 0 0 0,0 1 0 0 0,0 0 0 0 0,1 0 0 0 0,0 1 0 0 0,1 1 0 0 0,-11 13 0 0 0,6-7-70 0 0,2 1 0 0 0,0 0 0 0 0,1 1 0 0 0,1 1 0 0 0,1 0-1 0 0,-11 29 1 0 0,17-40-119 0 0,1 0-1 0 0,0 0 0 0 0,1 0 0 0 0,0 0 1 0 0,0 0-1 0 0,0 1 0 0 0,1-1 0 0 0,1 0 1 0 0,-1 1-1 0 0,1-1 0 0 0,1 0 0 0 0,-1 0 1 0 0,1 0-1 0 0,1 0 0 0 0,0 0 0 0 0,4 9 1 0 0,-4-12-20 0 0,0 0 1 0 0,0 0-1 0 0,1 0 1 0 0,0 0-1 0 0,-1 0 1 0 0,2-1-1 0 0,-1 0 1 0 0,0 0-1 0 0,1 0 1 0 0,0-1-1 0 0,0 1 1 0 0,0-1-1 0 0,0 0 1 0 0,1 0-1 0 0,-1-1 1 0 0,1 0-1 0 0,0 0 1 0 0,-1 0-1 0 0,1-1 1 0 0,0 1-1 0 0,0-1 0 0 0,11 0 1 0 0,-10-1-11 0 0,1 0 0 0 0,-1 0 1 0 0,1-1-1 0 0,-1 1 0 0 0,0-2 0 0 0,1 1 1 0 0,-1-1-1 0 0,0 0 0 0 0,0-1 0 0 0,0 1 1 0 0,0-1-1 0 0,0-1 0 0 0,-1 1 1 0 0,0-1-1 0 0,1-1 0 0 0,-1 1 0 0 0,-1-1 1 0 0,1 0-1 0 0,-1 0 0 0 0,0 0 0 0 0,0-1 1 0 0,0 0-1 0 0,-1 0 0 0 0,0 0 0 0 0,0-1 1 0 0,0 1-1 0 0,-1-1 0 0 0,4-11 0 0 0,0-3 0 0 0,-2 0 0 0 0,0-1 0 0 0,-1 1-1 0 0,2-40 1 0 0,2-15 5 0 0,-7 70-30 0 0,-4 17 21 0 0,-3 20-16 0 0,4-12 36 0 0,2 1 1 0 0,0 0-1 0 0,1-1 1 0 0,1 1-1 0 0,6 28 1 0 0,-6-43-9 0 0,-1 1 0 0 0,1-1-1 0 0,0 0 1 0 0,0 1 0 0 0,1-1 0 0 0,0 0 0 0 0,0-1 0 0 0,0 1 0 0 0,0 0 0 0 0,1-1-1 0 0,0 0 1 0 0,0 0 0 0 0,0 0 0 0 0,0 0 0 0 0,0 0 0 0 0,1-1 0 0 0,0 0 0 0 0,0 0 0 0 0,-1 0-1 0 0,2-1 1 0 0,-1 0 0 0 0,0 0 0 0 0,8 2 0 0 0,6 1-12 0 0,1-2 1 0 0,-1 0-1 0 0,0-1 1 0 0,1-1 0 0 0,-1 0-1 0 0,1-2 1 0 0,-1 0-1 0 0,1-2 1 0 0,-1 0-1 0 0,32-9 0 0 0,-36 7-14 0 0,0-1-1 0 0,0 0 0 0 0,-1-1 1 0 0,0 0-1 0 0,0-1 0 0 0,-1-1 0 0 0,0 0 1 0 0,-1-1-1 0 0,0 0 0 0 0,0-1 0 0 0,-1-1 1 0 0,0 1-1 0 0,14-22 0 0 0,-12 11 3 0 0,-1-1-1 0 0,0-1 0 0 0,-2 0 0 0 0,-1 0 0 0 0,-1-1 1 0 0,-1 0-1 0 0,-1-1 0 0 0,-1 1 0 0 0,-1-1 1 0 0,1-50-1 0 0,-6 27 232 0 0,-2-1 1 0 0,-2 1-1 0 0,-1 0 1 0 0,-26-88-1 0 0,29 127-70 0 0,-3-12 382 0 0,-1 0 0 0 0,-18-41 0 0 0,25 63-521 0 0,0 0 0 0 0,-1-1 0 0 0,1 1 0 0 0,0-1 1 0 0,-1 1-1 0 0,1 0 0 0 0,0-1 0 0 0,0 1 0 0 0,-1 0 0 0 0,1 0 1 0 0,-1-1-1 0 0,1 1 0 0 0,0 0 0 0 0,-1 0 0 0 0,1-1 1 0 0,-1 1-1 0 0,1 0 0 0 0,0 0 0 0 0,-1 0 0 0 0,1 0 1 0 0,-1 0-1 0 0,1 0 0 0 0,-1 0 0 0 0,1 0 0 0 0,-1 0 1 0 0,1 0-1 0 0,0 0 0 0 0,-1 0 0 0 0,1 0 0 0 0,-1 0 1 0 0,1 0-1 0 0,-1 0 0 0 0,1 0 0 0 0,0 0 0 0 0,-1 1 1 0 0,1-1-1 0 0,-1 0 0 0 0,1 0 0 0 0,0 0 0 0 0,-1 1 0 0 0,1-1 1 0 0,0 0-1 0 0,-1 1 0 0 0,-12 15 82 0 0,6-2 6 0 0,1 1 1 0 0,0 0-1 0 0,2 0 0 0 0,0 0 1 0 0,-3 17-1 0 0,-5 81 652 0 0,11-112-738 0 0,-5 89 392 0 0,4-1-1 0 0,3 1 1 0 0,4-1 0 0 0,5 0-1 0 0,3 0 1 0 0,33 118-1 0 0,-44-202-496 0 0,-1 0 0 0 0,1 0 0 0 0,0 1 0 0 0,1-1 0 0 0,-1-1 1 0 0,1 1-1 0 0,0 0 0 0 0,0-1 0 0 0,0 1 0 0 0,1-1 0 0 0,0 0 0 0 0,-1 0 0 0 0,10 6 0 0 0,-11-8-206 0 0,0-1 0 0 0,1 0 0 0 0,-1 0 0 0 0,0 0 1 0 0,1 0-1 0 0,-1 0 0 0 0,1-1 0 0 0,-1 1 0 0 0,1-1 0 0 0,-1 0 1 0 0,1 1-1 0 0,-1-1 0 0 0,4-1 0 0 0,-3 1-448 0 0,1-1 0 0 0,-1 0 1 0 0,1 0-1 0 0,-1 0 0 0 0,1 0 0 0 0,-1 0 1 0 0,0-1-1 0 0,1 0 0 0 0,-1 0 0 0 0,0 0 0 0 0,3-2 1 0 0,14-13-7192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67 2132 0 0,'-38'-2'6002'0'0,"-73"4"-1"0"0,36 2-501 0 0,402-27-3965 0 0,-134 6-2786 0 0,46 1-3003 0 0,-104 8-1925 0 0,-43 1-903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1079 1588 0 0,'-10'5'1025'0'0,"0"1"0"0"0,1 1-1 0 0,0-1 1 0 0,1 1 0 0 0,-1 1 0 0 0,-9 11-1 0 0,15-16-814 0 0,1 0-1 0 0,-1 0 0 0 0,1 0 0 0 0,0 0 1 0 0,0 1-1 0 0,0-1 0 0 0,0 1 0 0 0,1 0 1 0 0,-1-1-1 0 0,1 1 0 0 0,0 0 1 0 0,0 0-1 0 0,0 0 0 0 0,1 0 0 0 0,-1 0 1 0 0,1 0-1 0 0,0 0 0 0 0,0 0 0 0 0,1 0 1 0 0,-1 0-1 0 0,2 5 0 0 0,-1-7-82 0 0,0 0 0 0 0,-1 0 1 0 0,1 0-1 0 0,0 0 0 0 0,1 0 0 0 0,-1 0 0 0 0,0 0 0 0 0,0 0 0 0 0,1 0 1 0 0,-1-1-1 0 0,1 1 0 0 0,0-1 0 0 0,-1 1 0 0 0,1-1 0 0 0,0 0 0 0 0,3 2 0 0 0,-1-1 3 0 0,0 0 0 0 0,0-1 0 0 0,0 1 0 0 0,1-1 0 0 0,-1-1 0 0 0,0 1 0 0 0,1 0 0 0 0,4-1-1 0 0,5 0 43 0 0,-1-1-1 0 0,1-1 1 0 0,0 0-1 0 0,19-5 0 0 0,15-7-16 0 0,-1-1 0 0 0,-1-2-1 0 0,0-3 1 0 0,54-31-1 0 0,-75 36-142 0 0,-2 0-1 0 0,0-2 0 0 0,-1-1 0 0 0,-1 0 1 0 0,0-2-1 0 0,-1 0 0 0 0,-2-1 0 0 0,33-48 0 0 0,-25 23-22 0 0,-1-1-1 0 0,-3-2 1 0 0,-1 0-1 0 0,19-74 1 0 0,-16 28-3 0 0,17-146 1 0 0,-24-29-77 0 0,-17 268 56 0 0,-12 11 25 0 0,9-5 12 0 0,0 1 0 0 0,1 0 0 0 0,-1 0 0 0 0,1 0 0 0 0,0 0 0 0 0,1 0 0 0 0,-3 11 0 0 0,-2 6 1 0 0,-34 107 166 0 0,6 2-1 0 0,-27 200 1 0 0,58-297-98 0 0,1 0 0 0 0,1 1 0 0 0,6 43 0 0 0,-4-66-49 0 0,1 1 1 0 0,0 0-1 0 0,1-1 1 0 0,1 0 0 0 0,0 0-1 0 0,0 0 1 0 0,1 0-1 0 0,1-1 1 0 0,0 1-1 0 0,0-2 1 0 0,1 1-1 0 0,9 10 1 0 0,-10-15-12 0 0,0 0 0 0 0,1 0 0 0 0,0-1 1 0 0,-1 0-1 0 0,2 0 0 0 0,-1 0 0 0 0,0-1 1 0 0,1 0-1 0 0,0-1 0 0 0,0 0 0 0 0,13 3 0 0 0,-10-3-16 0 0,1-1-1 0 0,0-1 1 0 0,0 0 0 0 0,0-1-1 0 0,0 0 1 0 0,0 0-1 0 0,20-5 1 0 0,-14 1-29 0 0,0-1 0 0 0,0 0 0 0 0,-1-1 0 0 0,0-1-1 0 0,0-1 1 0 0,0-1 0 0 0,-1 0 0 0 0,0-1 0 0 0,-1-1 0 0 0,22-19 0 0 0,-21 13-9 0 0,0 0 0 0 0,-1-2 0 0 0,-1 0-1 0 0,0 0 1 0 0,-2-1 0 0 0,0-1 0 0 0,-2 0 0 0 0,15-42-1 0 0,-6 4 544 0 0,-3-2-1 0 0,10-70 0 0 0,-26 113-225 0 0,-6 30-123 0 0,-10 31-33 0 0,-2 14 12 0 0,-9 61 0 0 0,24-99-106 0 0,0 0 0 0 0,2 0-1 0 0,0 0 1 0 0,1 0 0 0 0,1 0 0 0 0,0-1 0 0 0,7 30 0 0 0,-7-44-121 0 0,0 1 1 0 0,1-1-1 0 0,-1 1 0 0 0,1-1 1 0 0,0 0-1 0 0,1 1 1 0 0,-1-1-1 0 0,1 0 1 0 0,-1 0-1 0 0,1-1 1 0 0,0 1-1 0 0,7 5 1 0 0,-8-7-247 0 0,0-1 0 0 0,0 1 1 0 0,1-1-1 0 0,-1 0 1 0 0,1 1-1 0 0,-1-1 0 0 0,1-1 1 0 0,-1 1-1 0 0,6 1 1 0 0,-4-2-488 0 0,-1 0 0 0 0,1 1 0 0 0,-1-2 0 0 0,1 1 0 0 0,0 0 0 0 0,-1-1 0 0 0,1 0 0 0 0,5-1 0 0 0,7-4-5863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2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95 2188 0 0,'-27'-19'3958'0'0,"-44"-21"-1"0"0,58 33-3213 0 0,-1 1-1 0 0,0 1 1 0 0,0 0 0 0 0,-1 1-1 0 0,-21-3 1 0 0,35 7-707 0 0,-1-1 1 0 0,0 1 0 0 0,0 0-1 0 0,0 0 1 0 0,1 0 0 0 0,-1 0-1 0 0,0 0 1 0 0,0 0 0 0 0,0 1-1 0 0,1-1 1 0 0,-1 0 0 0 0,0 1-1 0 0,0 0 1 0 0,1-1 0 0 0,-1 1-1 0 0,0 0 1 0 0,1 0 0 0 0,-3 1-1 0 0,3-1-37 0 0,1 0 0 0 0,-1 0 0 0 0,0 0 0 0 0,0 0 0 0 0,1 1-1 0 0,-1-1 1 0 0,1 0 0 0 0,-1 0 0 0 0,1 1 0 0 0,-1-1 0 0 0,1 0-1 0 0,0 0 1 0 0,0 1 0 0 0,0-1 0 0 0,0 0 0 0 0,-1 1 0 0 0,2-1 0 0 0,-1 3-1 0 0,1 3-903 0 0,1 0-1 0 0,0 0 0 0 0,0 0 0 0 0,1 0 1 0 0,0 0-1 0 0,0-1 0 0 0,5 7 0 0 0,3 4-4730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91 964 0 0,'-1'19'3970'0'0,"-1"1"1"0"0,-6 27-1 0 0,-1 8 512 0 0,8-54-4414 0 0,1 1 1 0 0,0-1-1 0 0,0 1 0 0 0,0-1 0 0 0,0 1 1 0 0,0-1-1 0 0,0 1 0 0 0,1-1 1 0 0,-1 1-1 0 0,0-1 0 0 0,1 0 0 0 0,-1 1 1 0 0,1-1-1 0 0,-1 0 0 0 0,1 1 1 0 0,0-1-1 0 0,0 0 0 0 0,-1 0 1 0 0,1 1-1 0 0,0-1 0 0 0,0 0 0 0 0,0 0 1 0 0,0 0-1 0 0,1 0 0 0 0,-1 0 1 0 0,0 0-1 0 0,0-1 0 0 0,0 1 1 0 0,1 0-1 0 0,-1-1 0 0 0,0 1 0 0 0,1-1 1 0 0,-1 1-1 0 0,1-1 0 0 0,-1 1 1 0 0,0-1-1 0 0,1 0 0 0 0,-1 0 0 0 0,1 0 1 0 0,-1 0-1 0 0,3 0 0 0 0,4 0-5 0 0,-1-1-1 0 0,0 0 1 0 0,0 0-1 0 0,0 0 0 0 0,0-1 1 0 0,0 0-1 0 0,7-3 1 0 0,-8 2-48 0 0,-1 0 0 0 0,1 0 0 0 0,-1-1 0 0 0,0 0 0 0 0,0 0 0 0 0,0 0 0 0 0,-1-1-1 0 0,1 1 1 0 0,-1-1 0 0 0,0 0 0 0 0,0-1 0 0 0,-1 1 0 0 0,1 0 0 0 0,-1-1 0 0 0,-1 0 0 0 0,1 0 0 0 0,-1 0 0 0 0,2-8 0 0 0,-1 5-12 0 0,-1 0 0 0 0,0 0 0 0 0,-1-1 0 0 0,0 1 0 0 0,-1 0-1 0 0,0-1 1 0 0,0 1 0 0 0,-1-1 0 0 0,0 1 0 0 0,-1 0-1 0 0,-5-17 1 0 0,7 24-2 0 0,-1 0 1 0 0,0 0-1 0 0,1 0 0 0 0,-1 1 0 0 0,0-1 0 0 0,0 0 0 0 0,0 1 0 0 0,0-1 1 0 0,-1 1-1 0 0,1-1 0 0 0,0 1 0 0 0,-1 0 0 0 0,1-1 0 0 0,-1 1 0 0 0,1 0 1 0 0,-1 0-1 0 0,1 0 0 0 0,-1 0 0 0 0,0 0 0 0 0,-3-1 0 0 0,2 2 0 0 0,0-1-1 0 0,0 1 0 0 0,-1 0 0 0 0,1 0 0 0 0,0 0 0 0 0,-1 0 1 0 0,1 0-1 0 0,0 1 0 0 0,0-1 0 0 0,0 1 0 0 0,-5 1 0 0 0,-3 3 0 0 0,-1 0-1 0 0,1 0 0 0 0,0 1 0 0 0,1 1 0 0 0,-15 10 1 0 0,0 3 2 0 0,0 2 0 0 0,1 0 1 0 0,-22 28-1 0 0,36-38 3 0 0,0 1-1 0 0,1 0 1 0 0,1 0 0 0 0,0 1-1 0 0,0 0 1 0 0,2 0 0 0 0,0 1-1 0 0,-6 23 1 0 0,11-34-15 0 0,0-1 0 0 0,0 1 0 0 0,1 0 1 0 0,-1 0-1 0 0,1 0 0 0 0,0 0 0 0 0,0 0 0 0 0,1 0 0 0 0,-1-1 1 0 0,1 1-1 0 0,0 0 0 0 0,0 0 0 0 0,0-1 0 0 0,1 1 0 0 0,-1 0 1 0 0,1-1-1 0 0,2 5 0 0 0,0-3-137 0 0,-1-1 0 0 0,1 0-1 0 0,0 0 1 0 0,0 0 0 0 0,0-1 0 0 0,1 1 0 0 0,-1-1 0 0 0,1 0-1 0 0,0-1 1 0 0,0 1 0 0 0,5 1 0 0 0,6 2-786 0 0,1-1 1 0 0,0 0-1 0 0,0-2 0 0 0,1 0 1 0 0,-1-1-1 0 0,29 0 0 0 0,42-6-4637 0 0,-40-2 900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436 126 1752 0 0,'21'-23'2469'0'0,"12"-14"895"0"0,-31 35-3031 0 0,0-1 0 0 0,-1 1 0 0 0,1-1 0 0 0,-1 0 0 0 0,1 0 0 0 0,-1 1 0 0 0,0-1 0 0 0,0 0 0 0 0,0 0 0 0 0,0 0 0 0 0,-1 0 0 0 0,1-4 0 0 0,-1 6-204 0 0,0 0-1 0 0,0 0 0 0 0,0 0 0 0 0,0 0 0 0 0,0 0 0 0 0,0 0 0 0 0,-1 0 0 0 0,1 0 0 0 0,0 0 0 0 0,0 1 0 0 0,-1-1 0 0 0,1 0 0 0 0,-1 0 1 0 0,1 0-1 0 0,-1 1 0 0 0,1-1 0 0 0,-1 0 0 0 0,1 0 0 0 0,-1 1 0 0 0,0-1 0 0 0,1 0 0 0 0,-1 1 0 0 0,0-1 0 0 0,0 1 0 0 0,1-1 1 0 0,-2 0-1 0 0,-1 0 51 0 0,1 1 1 0 0,0-1 0 0 0,-1 1-1 0 0,1-1 1 0 0,0 1-1 0 0,-1 0 1 0 0,1 0 0 0 0,-1 0-1 0 0,1 0 1 0 0,-3 1 0 0 0,-4 1 174 0 0,-1 0 0 0 0,1 0 0 0 0,0 1 0 0 0,-11 5 0 0 0,15-5-268 0 0,0 0 0 0 0,-1 0 0 0 0,1 0 0 0 0,0 0 0 0 0,1 1 0 0 0,-1 0 0 0 0,1 0 0 0 0,-1 0 0 0 0,1 1 0 0 0,1-1 0 0 0,-1 1 0 0 0,0 0 0 0 0,-2 6 0 0 0,4-8-63 0 0,1 1 0 0 0,-1 0 0 0 0,1 0 0 0 0,0 1 0 0 0,0-1 0 0 0,0 0 0 0 0,0 0 0 0 0,1 0 0 0 0,0 1 0 0 0,0-1 0 0 0,0 0 0 0 0,0 0 0 0 0,1 0 0 0 0,-1 1 0 0 0,1-1 0 0 0,0 0 0 0 0,1 0 0 0 0,-1 0 0 0 0,3 6 0 0 0,8 10 12 0 0,0 0 0 0 0,2 0 0 0 0,0-1 0 0 0,1-1 0 0 0,0 0 0 0 0,22 17 0 0 0,-28-26-20 0 0,-7-7-11 0 0,1 1 10 0 0,-1-1-1 0 0,1 0 0 0 0,-1 1 0 0 0,0 0 1 0 0,0 0-1 0 0,0-1 0 0 0,2 6 1 0 0,-4-7-12 0 0,1-1 0 0 0,-1 1 1 0 0,0 0-1 0 0,0 0 0 0 0,0 0 1 0 0,0 0-1 0 0,0 0 1 0 0,0 0-1 0 0,0 0 0 0 0,0 0 1 0 0,-1 0-1 0 0,1 0 0 0 0,0 0 1 0 0,0 0-1 0 0,-1 0 0 0 0,1-1 1 0 0,-1 1-1 0 0,1 0 1 0 0,-1 0-1 0 0,1 0 0 0 0,-1-1 1 0 0,1 1-1 0 0,-1 0 0 0 0,0 0 1 0 0,1-1-1 0 0,-1 1 0 0 0,0-1 1 0 0,1 1-1 0 0,-1-1 1 0 0,0 1-1 0 0,0-1 0 0 0,0 1 1 0 0,-1 0-1 0 0,-10 5-153 0 0,-1 0 0 0 0,0 0 0 0 0,-1-1-1 0 0,1-1 1 0 0,-1 0 0 0 0,-25 4 0 0 0,-88 4-1530 0 0,113-12 1550 0 0,-91 3-3550 0 0,36-6-2097 0 0,24-2-723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109 449 904 0 0,'-13'6'1941'0'0,"-2"2"-236"0"0,0 0 0 0 0,-15 12-1 0 0,27-18-1509 0 0,1 0-1 0 0,-1 0 0 0 0,0 1 0 0 0,1-1 0 0 0,-1 1 0 0 0,1-1 0 0 0,0 1 0 0 0,0 0 0 0 0,0 0 0 0 0,0 0 0 0 0,1 0 0 0 0,-1 0 0 0 0,1 0 0 0 0,-1 0 0 0 0,1 0 0 0 0,-1 6 0 0 0,2-7-146 0 0,0-1 1 0 0,0 0-1 0 0,0 1 0 0 0,0-1 0 0 0,0 0 0 0 0,1 1 0 0 0,-1-1 0 0 0,0 0 0 0 0,1 1 0 0 0,-1-1 0 0 0,0 0 0 0 0,1 0 0 0 0,0 1 0 0 0,-1-1 1 0 0,1 0-1 0 0,0 0 0 0 0,0 0 0 0 0,0 0 0 0 0,-1 0 0 0 0,3 1 0 0 0,-1 0 9 0 0,0 0 1 0 0,1 0-1 0 0,0-1 1 0 0,-1 1-1 0 0,1-1 1 0 0,0 0-1 0 0,0 0 1 0 0,5 2-1 0 0,2-1 22 0 0,0 0 0 0 0,1-1 0 0 0,-1 0 1 0 0,14-1-1 0 0,6-2-16 0 0,1-1 1 0 0,-1-2-1 0 0,0 0 0 0 0,47-17 1 0 0,-55 15-55 0 0,0-2 0 0 0,-1-1 0 0 0,0 0 1 0 0,0-2-1 0 0,-1 0 0 0 0,29-23 0 0 0,-34 20-15 0 0,0 1 0 0 0,-1-2 0 0 0,-1 0 0 0 0,0-1 0 0 0,-1 0 0 0 0,-1 0 0 0 0,-1-1 0 0 0,0-1 0 0 0,12-34 0 0 0,-2-9 450 0 0,21-113 0 0 0,-38 157-249 0 0,-2 16-7 0 0,-12 14-114 0 0,4 0-38 0 0,2 1 1 0 0,0 0-1 0 0,0 1 0 0 0,2-1 1 0 0,-4 19-1 0 0,1-7 18 0 0,-5 22 46 0 0,2-1 0 0 0,-5 71 0 0 0,13-102-102 0 0,1 1-1 0 0,0 0 1 0 0,1-1 0 0 0,1 1 0 0 0,0-1-1 0 0,2 0 1 0 0,-1 1 0 0 0,2-1 0 0 0,0 0 0 0 0,0-1-1 0 0,13 22 1 0 0,-14-30-205 0 0,0 0 1 0 0,1 0-1 0 0,0 0 0 0 0,0-1 0 0 0,0 0 1 0 0,1 0-1 0 0,0 0 0 0 0,0 0 0 0 0,0-1 1 0 0,1 0-1 0 0,-1-1 0 0 0,11 5 0 0 0,-8-4-684 0 0,-1-2 0 0 0,1 1 0 0 0,0-1 0 0 0,0 0 0 0 0,0-1 0 0 0,10 0 0 0 0,6-1-3172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94 68 0 0,'24'-86'9605'0'0,"-23"79"-6607"0"0,-7 15-1894 0 0,-8 17-186 0 0,-20 61 912 0 0,-43 166 1 0 0,53-158-1400 0 0,24-94-429 0 0,1 0 0 0 0,-1 0 0 0 0,0 0 0 0 0,0 0 0 0 0,1-1 0 0 0,-1 1-1 0 0,0 0 1 0 0,0 0 0 0 0,1 0 0 0 0,-1 0 0 0 0,0 0 0 0 0,0 0 0 0 0,1 0 0 0 0,-1 0 0 0 0,0 0 0 0 0,0 0 0 0 0,1 0-1 0 0,-1 0 1 0 0,0 0 0 0 0,1 0 0 0 0,-1 0 0 0 0,0 0 0 0 0,0 0 0 0 0,1 1 0 0 0,-1-1 0 0 0,0 0 0 0 0,0 0 0 0 0,0 0 0 0 0,1 0-1 0 0,-1 0 1 0 0,0 1 0 0 0,0-1 0 0 0,0 0 0 0 0,1 0 0 0 0,-1 0 0 0 0,0 1 0 0 0,0-1 0 0 0,0 0 0 0 0,0 0 0 0 0,1 0-1 0 0,-1 1 1 0 0,0-1 0 0 0,0 0 0 0 0,0 0 0 0 0,0 1 0 0 0,0-1 0 0 0,0 0 0 0 0,0 0 0 0 0,0 1 0 0 0,0-1 0 0 0,0 0-1 0 0,0 1 1 0 0,0-1 0 0 0,0 0 0 0 0,0 0 0 0 0,0 1 0 0 0,0-1 0 0 0,0 0 0 0 0,0 0 0 0 0,0 1 0 0 0,-1-1 0 0 0,1 0 0 0 0,0 0-1 0 0,0 1 1 0 0,0-1 0 0 0,-1 0 0 0 0,19-14-11 0 0,5-25 0 0 0,23-53-1 0 0,-5 10 2 0 0,-22 47-4 0 0,28-38-1 0 0,-40 62 8 0 0,2 1 0 0 0,0-1-1 0 0,0 1 1 0 0,1 1 0 0 0,0 0-1 0 0,0 0 1 0 0,16-9 0 0 0,-23 17 5 0 0,0-1 0 0 0,0 0 0 0 0,0 1 0 0 0,1-1 1 0 0,-1 1-1 0 0,0 0 0 0 0,1 0 0 0 0,-1 1 0 0 0,1-1 1 0 0,-1 1-1 0 0,1-1 0 0 0,-1 1 0 0 0,1 0 0 0 0,-1 0 1 0 0,1 1-1 0 0,-1-1 0 0 0,1 1 0 0 0,-1 0 0 0 0,1 0 1 0 0,5 2-1 0 0,-4 0 48 0 0,-1 0 1 0 0,1-1-1 0 0,-1 2 1 0 0,0-1-1 0 0,0 0 1 0 0,0 1-1 0 0,-1 0 1 0 0,1 0-1 0 0,-1 0 1 0 0,0 0 0 0 0,0 0-1 0 0,0 1 1 0 0,3 7-1 0 0,3 11 269 0 0,-1 1-1 0 0,-1 0 0 0 0,-2 0 1 0 0,0 0-1 0 0,-1 1 0 0 0,0 28 1 0 0,4 21 18 0 0,-7-72-321 0 0,-1 1 0 0 0,0-1 0 0 0,1 0 0 0 0,-1 0 0 0 0,1 1 0 0 0,-1-1 0 0 0,1 0 0 0 0,0 0 0 0 0,0 0 1 0 0,0 0-1 0 0,0 0 0 0 0,1 0 0 0 0,-1 0 0 0 0,0 0 0 0 0,1-1 0 0 0,0 1 0 0 0,-1-1 0 0 0,1 1 0 0 0,0-1 0 0 0,-1 1 0 0 0,3 0 0 0 0,-1-1-11 0 0,0 0 0 0 0,0 0 0 0 0,0 0 1 0 0,0 0-1 0 0,0-1 0 0 0,0 0 0 0 0,0 1 0 0 0,1-1 1 0 0,-1 0-1 0 0,0-1 0 0 0,0 1 0 0 0,0 0 0 0 0,5-2 1 0 0,4-2-232 0 0,1-1 1 0 0,-1 0-1 0 0,0 0 0 0 0,-1-1 1 0 0,1-1-1 0 0,10-7 1 0 0,-12 7-445 0 0,0-1 1 0 0,-1-1-1 0 0,0 1 1 0 0,0-1-1 0 0,9-14 1 0 0,-11 13-1096 0 0,0 0-1 0 0,-1 0 1 0 0,5-13 0 0 0,1-9-5535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4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26 3064 0 0,'-233'-25'11316'0'0,"232"24"-11257"0"0,-1 1-1 0 0,1 0 1 0 0,-1 0-1 0 0,1 0 1 0 0,-1 0-1 0 0,1 1 1 0 0,-1-1-1 0 0,1 0 1 0 0,-1 1-1 0 0,1-1 1 0 0,-1 1-1 0 0,1-1 1 0 0,0 1-1 0 0,-1 0 1 0 0,1 0 0 0 0,0-1-1 0 0,-1 1 1 0 0,-1 2-1 0 0,3-2-66 0 0,-1-1 0 0 0,1 1 1 0 0,-1 0-1 0 0,1-1 0 0 0,-1 1 0 0 0,1 0 0 0 0,0-1 0 0 0,-1 1 1 0 0,1 0-1 0 0,0 0 0 0 0,0 0 0 0 0,0-1 0 0 0,0 1 0 0 0,-1 0 1 0 0,1 0-1 0 0,0 0 0 0 0,0-1 0 0 0,1 1 0 0 0,-1 0 0 0 0,0 0 1 0 0,0 0-1 0 0,0-1 0 0 0,0 1 0 0 0,1 0 0 0 0,-1 0 0 0 0,0-1 1 0 0,1 1-1 0 0,-1 0 0 0 0,0-1 0 0 0,1 1 0 0 0,-1 0 0 0 0,1-1 1 0 0,-1 1-1 0 0,1 0 0 0 0,0 0 0 0 0,4 3-761 0 0,-1-1 0 0 0,1 1 1 0 0,0-1-1 0 0,0 0 0 0 0,0 0 0 0 0,0 0 0 0 0,11 3 0 0 0,-13-4 151 0 0,26 9-5419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231 246 888 0 0,'-79'-79'6496'0'0,"-72"-88"2089"0"0,151 167-8544 0 0,3 17 978 0 0,8 28-285 0 0,-9-38-460 0 0,9 40 497 0 0,-2 1 0 0 0,4 96 0 0 0,-14 97 6 0 0,0 17-489 0 0,2-241-438 0 0,0-1 1 0 0,2 0 0 0 0,7 31 0 0 0,-8-41-324 0 0,1 0-1 0 0,-1 0 1 0 0,1-1-1 0 0,0 1 1 0 0,5 7-1 0 0,-5-10-300 0 0,-1 0-1 0 0,1 0 0 0 0,-1-1 1 0 0,1 1-1 0 0,0-1 0 0 0,0 1 1 0 0,0-1-1 0 0,0 0 1 0 0,0 0-1 0 0,4 1 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406 382 340 0 0,'-48'-18'3378'0'0,"-1"1"1"0"0,0 3-1 0 0,-92-14 0 0 0,61 13-434 0 0,75 14-2733 0 0,0 0 1 0 0,0 1-1 0 0,0 0 0 0 0,0 0 1 0 0,-5 1-1 0 0,6 0 448 0 0,5-1-638 0 0,-1 1 0 0 0,0-1 0 0 0,0 1 1 0 0,1-1-1 0 0,-1 1 0 0 0,1-1 1 0 0,-1 1-1 0 0,0-1 0 0 0,1 1 0 0 0,-1-1 1 0 0,1 1-1 0 0,-1-1 0 0 0,1 0 0 0 0,-1 1 1 0 0,1-1-1 0 0,0 0 0 0 0,-1 1 0 0 0,1-1 1 0 0,-1 0-1 0 0,1 0 0 0 0,0 0 0 0 0,-1 1 1 0 0,1-1-1 0 0,0 0 0 0 0,0 0 0 0 0,18 2 113 0 0,464-26 520 0 0,-401 16-601 0 0,146-22-10 0 0,-198 24-39 0 0,-1-2 0 0 0,1-1 1 0 0,-2-1-1 0 0,1-1 0 0 0,39-22 0 0 0,-59 28-4 0 0,-1 0 0 0 0,0 0 0 0 0,0-1 1 0 0,-1 0-1 0 0,0 0 0 0 0,0-1 0 0 0,0 0 0 0 0,-1 0 0 0 0,0 0 0 0 0,0-1 0 0 0,-1 0 0 0 0,0 0 1 0 0,0-1-1 0 0,-1 1 0 0 0,0-1 0 0 0,-1 0 0 0 0,1 0 0 0 0,2-14 0 0 0,-6 22 0 0 0,0 1 0 0 0,0 0 0 0 0,0 0 0 0 0,0 0 0 0 0,0-1 0 0 0,0 1 0 0 0,1 0 0 0 0,-1 0 0 0 0,0 0 0 0 0,0-1 0 0 0,0 1 0 0 0,0 0 0 0 0,0 0 0 0 0,0 0 0 0 0,0-1 0 0 0,0 1 0 0 0,0 0 0 0 0,0 0 0 0 0,0 0 0 0 0,0-1 0 0 0,0 1 0 0 0,0 0 0 0 0,0 0 0 0 0,0-1 0 0 0,0 1 0 0 0,0 0 0 0 0,0 0 0 0 0,0 0 0 0 0,0-1 0 0 0,-1 1 0 0 0,1 0 0 0 0,0 0 1 0 0,0 0-1 0 0,0-1 0 0 0,0 1 0 0 0,0 0 0 0 0,0 0 0 0 0,-1 0 0 0 0,1 0 0 0 0,0 0 0 0 0,0-1 0 0 0,0 1 0 0 0,-1 0 0 0 0,1 0 0 0 0,0 0 0 0 0,0 0 0 0 0,0 0 0 0 0,-1 0 0 0 0,1 0 0 0 0,0 0 0 0 0,0 0 0 0 0,0 0 0 0 0,-1 0 0 0 0,1 0 0 0 0,0 0 0 0 0,0 0 0 0 0,-1 0 0 0 0,1 0 0 0 0,0 0 0 0 0,0 0 0 0 0,0 0 0 0 0,-1 0 0 0 0,1 0 0 0 0,0 0 0 0 0,0 0 0 0 0,0 0 0 0 0,-1 0 0 0 0,1 1 0 0 0,-13 11 20 0 0,4 6-1 0 0,0 0 1 0 0,1 0-1 0 0,1 0 1 0 0,-5 21-1 0 0,-15 80 80 0 0,17-72-56 0 0,-4 34 3 0 0,3 0 0 0 0,3 1 0 0 0,5 114 0 0 0,3-145 1 0 0,-1-27 49 0 0,2-1 0 0 0,3 25 0 0 0,-5-48-93 0 0,1 0-1 0 0,0 1 1 0 0,0-1-1 0 0,0 0 1 0 0,0 0 0 0 0,0 0-1 0 0,0 1 1 0 0,0-1 0 0 0,0 0-1 0 0,0 0 1 0 0,0 1-1 0 0,0-1 1 0 0,0 0 0 0 0,0 0-1 0 0,0 0 1 0 0,0 1 0 0 0,0-1-1 0 0,0 0 1 0 0,0 0-1 0 0,0 0 1 0 0,0 1 0 0 0,0-1-1 0 0,1 0 1 0 0,-1 0 0 0 0,0 0-1 0 0,0 1 1 0 0,0-1-1 0 0,0 0 1 0 0,0 0 0 0 0,0 0-1 0 0,1 0 1 0 0,-1 0 0 0 0,0 1-1 0 0,0-1 1 0 0,0 0-1 0 0,0 0 1 0 0,1 0 0 0 0,-1 0-1 0 0,0 0 1 0 0,0 0 0 0 0,0 0-1 0 0,1 0 1 0 0,-1 0-1 0 0,0 0 1 0 0,0 0 0 0 0,1 0-1 0 0,-1 0 1 0 0,0 0 0 0 0,0 0-1 0 0,0 0 1 0 0,1 0-1 0 0,-1 0 1 0 0,8-13 37 0 0,5-25-24 0 0,-13 37-8 0 0,16-61 28 0 0,17-50-14 0 0,-29 100-28 0 0,1 0-1 0 0,1 1 1 0 0,0-1 0 0 0,0 1-1 0 0,1 1 1 0 0,0-1 0 0 0,10-8 0 0 0,-14 15 4 0 0,1 0 0 0 0,0 0 0 0 0,0 1 0 0 0,1-1 0 0 0,-1 1 1 0 0,1 0-1 0 0,-1 0 0 0 0,1 1 0 0 0,0 0 0 0 0,0-1 1 0 0,0 2-1 0 0,0-1 0 0 0,1 1 0 0 0,6-2 0 0 0,-9 3 0 0 0,1 0 0 0 0,-1 0 0 0 0,1 0 0 0 0,0 1 0 0 0,-1-1 0 0 0,1 1 0 0 0,-1 0 0 0 0,1 0 0 0 0,-1 0-1 0 0,0 0 1 0 0,1 0 0 0 0,-1 1 0 0 0,0 0 0 0 0,0 0 0 0 0,0 0 0 0 0,0 0 0 0 0,0 0 0 0 0,-1 0 0 0 0,1 1 0 0 0,-1-1-1 0 0,1 1 1 0 0,1 3 0 0 0,4 4 3 0 0,-2 1 0 0 0,1 0-1 0 0,-1 0 1 0 0,-1 0 0 0 0,0 1-1 0 0,-1-1 1 0 0,5 21 0 0 0,10 89 122 0 0,-13-77-50 0 0,-6-41-66 0 0,1 0 0 0 0,-1 0 0 0 0,1 0 0 0 0,0 0 1 0 0,0 0-1 0 0,0 0 0 0 0,1-1 0 0 0,-1 1 0 0 0,0 0 0 0 0,1-1 1 0 0,0 1-1 0 0,0-1 0 0 0,0 1 0 0 0,0-1 0 0 0,0 0 0 0 0,0 0 1 0 0,0 0-1 0 0,1 0 0 0 0,-1 0 0 0 0,1-1 0 0 0,0 1 1 0 0,-1-1-1 0 0,1 1 0 0 0,0-1 0 0 0,0 0 0 0 0,0 0 0 0 0,0 0 1 0 0,0-1-1 0 0,4 1 0 0 0,8 1 8 0 0,1-1-1 0 0,-1-1 1 0 0,0 0 0 0 0,25-4-1 0 0,-34 3-12 0 0,34-4 22 0 0,-1-3 0 0 0,0-1-1 0 0,-1-1 1 0 0,0-3 0 0 0,60-28 0 0 0,-68 26-30 0 0,0-1 0 0 0,-1-2 0 0 0,-1-1 0 0 0,-1-1-1 0 0,0-1 1 0 0,-2-1 0 0 0,23-27 0 0 0,-34 33-3 0 0,0 0 0 0 0,14-25 0 0 0,-25 37 9 0 0,-1-1 0 0 0,1 0-1 0 0,-1 1 1 0 0,0-1 0 0 0,0 0 0 0 0,0 0 0 0 0,-1-1 0 0 0,1 1 0 0 0,-1 0 0 0 0,0 0 0 0 0,-1-1-1 0 0,0 1 1 0 0,0 0 0 0 0,0-1 0 0 0,-1-4 0 0 0,1 8 1 0 0,0 1 0 0 0,0-1 1 0 0,-1 1-1 0 0,1-1 0 0 0,-1 1 0 0 0,1 0 1 0 0,-1-1-1 0 0,0 1 0 0 0,1 0 0 0 0,-1 0 1 0 0,0-1-1 0 0,0 1 0 0 0,0 0 0 0 0,0 0 0 0 0,0 0 1 0 0,0 0-1 0 0,0 0 0 0 0,0 0 0 0 0,-1 0 1 0 0,1 0-1 0 0,0 1 0 0 0,0-1 0 0 0,-3 0 1 0 0,2 0 37 0 0,-1 1 0 0 0,1 0 1 0 0,-1-1-1 0 0,1 1 1 0 0,-1 0-1 0 0,1 1 1 0 0,-1-1-1 0 0,1 0 0 0 0,-1 1 1 0 0,1-1-1 0 0,0 1 1 0 0,-5 2-1 0 0,-4 2 294 0 0,0 0 1 0 0,0 1-1 0 0,1 1 0 0 0,-15 11 0 0 0,11-6 74 0 0,0 0-1 0 0,1 1 1 0 0,1 0-1 0 0,-13 17 1 0 0,19-22-241 0 0,1 0 1 0 0,0 1 0 0 0,0-1 0 0 0,1 1 0 0 0,0 0 0 0 0,0 0 0 0 0,1 0-1 0 0,0 1 1 0 0,-2 14 0 0 0,5-20-110 0 0,0 1-1 0 0,0-1 1 0 0,1 1-1 0 0,-1-1 1 0 0,1 1-1 0 0,0-1 1 0 0,0 1-1 0 0,0-1 1 0 0,1 1-1 0 0,-1-1 1 0 0,1 0-1 0 0,0 0 1 0 0,1 0-1 0 0,-1 0 1 0 0,1 0-1 0 0,-1-1 1 0 0,1 1-1 0 0,0-1 1 0 0,1 0-1 0 0,-1 0 1 0 0,0 0-1 0 0,6 4 1 0 0,5 3 20 0 0,0-1-1 0 0,1-1 1 0 0,0 0 0 0 0,26 10 0 0 0,1-4-106 0 0,1-1 0 0 0,0-2-1 0 0,58 6 1 0 0,-25-8-1556 0 0,82-3 0 0 0,-103-7-1156 0 0,58-8 0 0 0,-81 4-1583 0 0,46-12 1 0 0,-19-2-5108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29 154 2464 0 0,'1'3'1868'0'0,"28"89"6940"0"0,-7 8-5312 0 0,-19-82-3230 0 0,0 0 0 0 0,-2 1 0 0 0,0-1 0 0 0,-1 0-1 0 0,-1 1 1 0 0,-1-1 0 0 0,0 0 0 0 0,-10 35-1 0 0,11-49-194 0 0,-1 0-1 0 0,0 0 0 0 0,1 0 0 0 0,-1 0 1 0 0,-1 0-1 0 0,1 0 0 0 0,0-1 0 0 0,-1 1 1 0 0,0-1-1 0 0,0 0 0 0 0,0 0 0 0 0,0 0 1 0 0,-8 5-1 0 0,9-7 6 0 0,-1-1-35 0 0,2 0-33 0 0,0 0 1 0 0,0 0-1 0 0,0 0 0 0 0,0-1 1 0 0,0 1-1 0 0,0 0 0 0 0,0-1 0 0 0,0 1 1 0 0,0 0-1 0 0,0-1 0 0 0,0 0 1 0 0,0 1-1 0 0,0-1 0 0 0,0 1 0 0 0,0-1 1 0 0,1 0-1 0 0,-1 0 0 0 0,-1-1 1 0 0,1 1-1 0 0,0-1 0 0 0,1 0 1 0 0,-1 0-1 0 0,0 1 1 0 0,0-1-1 0 0,1 0 0 0 0,-1 0 1 0 0,1 0-1 0 0,0 0 1 0 0,0 0-1 0 0,0 0 0 0 0,0-2 1 0 0,0-6-48 0 0,2 0 1 0 0,-1 1-1 0 0,1-1 0 0 0,1 1 1 0 0,-1 0-1 0 0,2-1 0 0 0,-1 2 1 0 0,1-1-1 0 0,1 0 0 0 0,5-9 1 0 0,7-7-836 0 0,38-44-1 0 0,-27 38-243 0 0,2 2 0 0 0,1 1 0 0 0,63-44 0 0 0,115-54-1231 0 0,-147 90 2066 0 0,-56 33 315 0 0,-1 0-1 0 0,0 0 0 0 0,-1 0 0 0 0,1-1 1 0 0,-1 0-1 0 0,1 0 0 0 0,-1 0 0 0 0,4-6 1 0 0,-7 8 166 0 0,-11 2 476 0 0,-7 0-48 0 0,2 7-123 0 0,-1 1 0 0 0,1 0-1 0 0,0 1 1 0 0,1 0 0 0 0,0 1 0 0 0,-22 21 0 0 0,35-30-485 0 0,-16 13 312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7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922 873 616 0 0,'4'-150'7994'0'0,"3"0"-4424"0"0,1 1-2864 0 0,-15-205 1 0 0,7 347-679 0 0,-1-1 13 0 0,0-1-1 0 0,0 0 1 0 0,-1 0 0 0 0,0 1 0 0 0,-3-11-1 0 0,4 19-36 0 0,0 0-1 0 0,0 0 1 0 0,0 0-1 0 0,0 1 1 0 0,0-1-1 0 0,0 0 1 0 0,0 1-1 0 0,0-1 1 0 0,0 0-1 0 0,0 1 1 0 0,0 0 0 0 0,1-1-1 0 0,-1 1 1 0 0,0-1-1 0 0,-1 2 1 0 0,2-2-1 0 0,-4 5 15 0 0,0-1 0 0 0,0 1-1 0 0,0 0 1 0 0,0 1-1 0 0,1-1 1 0 0,0 1 0 0 0,-4 9-1 0 0,-1 1 14 0 0,-25 60 62 0 0,3 0 0 0 0,-32 131 1 0 0,51-165-84 0 0,-138 653-61 0 0,49 11 353 0 0,66-449-228 0 0,20-145-38 0 0,-54 201 1 0 0,64-299-28 0 0,-1-1 0 0 0,0 0 0 0 0,-1 0-1 0 0,-13 23 1 0 0,18-34-7 0 0,-1 0 0 0 0,1 1-1 0 0,-1-1 1 0 0,0 0-1 0 0,1 0 1 0 0,-1 0-1 0 0,0 0 1 0 0,0-1 0 0 0,-1 1-1 0 0,1 0 1 0 0,0-1-1 0 0,0 0 1 0 0,-1 1-1 0 0,1-1 1 0 0,-1 0 0 0 0,1 0-1 0 0,-1 0 1 0 0,1-1-1 0 0,-1 1 1 0 0,0 0-1 0 0,1-1 1 0 0,-1 0 0 0 0,0 0-1 0 0,0 0 1 0 0,1 0-1 0 0,-1 0 1 0 0,0 0 0 0 0,1-1-1 0 0,-1 1 1 0 0,0-1-1 0 0,1 0 1 0 0,-4-1-1 0 0,-2-2 1 0 0,0-1 0 0 0,0 1 0 0 0,1-1 0 0 0,0-1 0 0 0,0 1 0 0 0,0-1 0 0 0,1 0 0 0 0,0-1 0 0 0,0 0 0 0 0,-7-10 0 0 0,-5-11-7 0 0,-21-41 0 0 0,37 64 3 0 0,-16-31-5 0 0,3-2-1 0 0,0 0 1 0 0,3 0 0 0 0,1-1-1 0 0,-9-59 1 0 0,14 50 2 0 0,2 0 0 0 0,2 0 0 0 0,2 0 0 0 0,9-63 1 0 0,-5 83 3 0 0,1 0 0 0 0,1 0 0 0 0,2 0 1 0 0,0 1-1 0 0,2 1 0 0 0,1-1 1 0 0,2 2-1 0 0,0-1 0 0 0,1 2 0 0 0,2 0 1 0 0,0 1-1 0 0,2 0 0 0 0,0 1 0 0 0,1 2 1 0 0,2 0-1 0 0,0 0 0 0 0,29-19 0 0 0,-11 13-293 0 0,1 1-1 0 0,1 3 1 0 0,1 1-1 0 0,62-21 0 0 0,181-42-1818 0 0,-208 64 1884 0 0,-49 13-165 0 0,53-16-537 0 0,-74 20 863 0 0,0 1 0 0 0,-1-1 0 0 0,0-1 0 0 0,0 1 0 0 0,0-1 0 0 0,0 0-1 0 0,-1 0 1 0 0,1-1 0 0 0,6-6 0 0 0,-10 8 87 0 0,0 0-1 0 0,0 0 1 0 0,-1 0-1 0 0,1 0 0 0 0,-1 0 1 0 0,0 0-1 0 0,1 0 1 0 0,-1 0-1 0 0,-1-1 1 0 0,1 1-1 0 0,0 0 1 0 0,-1-1-1 0 0,0 1 1 0 0,0 0-1 0 0,0-1 1 0 0,0 1-1 0 0,0-1 0 0 0,-1 1 1 0 0,1 0-1 0 0,-1-1 1 0 0,0 1-1 0 0,0 0 1 0 0,0 0-1 0 0,-1 0 1 0 0,-2-6-1 0 0,-5-6 262 0 0,0 1-1 0 0,0 0 1 0 0,-23-24-1 0 0,21 24-31 0 0,-50-52 988 0 0,60 65-1135 0 0,17 4-64 0 0,46 23-407 0 0,-31-12-395 0 0,1-1 1 0 0,0-1-1 0 0,49 10 0 0 0,-75-21 684 0 0,-4-1 140 0 0,0 0 0 0 0,1 0 0 0 0,-1 0 0 0 0,0 0 0 0 0,0 0 0 0 0,0 0 0 0 0,0 0 0 0 0,0-1 0 0 0,0 1-1 0 0,0-1 1 0 0,1 0 0 0 0,-1 0 0 0 0,-1 1 0 0 0,1-1 0 0 0,0-1 0 0 0,0 1 0 0 0,0 0 0 0 0,0 0 0 0 0,-1-1 0 0 0,1 1 0 0 0,-1-1 0 0 0,1 1 0 0 0,-1-1-1 0 0,1 1 1 0 0,-1-1 0 0 0,0 0 0 0 0,0 0 0 0 0,0 0 0 0 0,0 0 0 0 0,1-2 0 0 0,-1-2 280 0 0,0 1 0 0 0,-1-1 0 0 0,1 0 1 0 0,-1 1-1 0 0,0-1 0 0 0,-1 1 0 0 0,1-1 0 0 0,-3-6 0 0 0,3 11-23 0 0,-2-11 1974 0 0,-2 23-1863 0 0,0 0-1 0 0,1 0 0 0 0,1 0 0 0 0,0 1 1 0 0,-1 13-1 0 0,-3 15 107 0 0,0-6-226 0 0,-23 140 593 0 0,25-138-805 0 0,1 1 1 0 0,5 66-1 0 0,-2-97-171 0 0,1 0 0 0 0,0-1 0 0 0,0 1 0 0 0,1-1-1 0 0,-1 1 1 0 0,1-1 0 0 0,1 0 0 0 0,-1 0 0 0 0,1 0 0 0 0,3 6 0 0 0,-5-9-60 0 0,1-1 0 0 0,-1 1 1 0 0,0-1-1 0 0,1 1 1 0 0,-1-1-1 0 0,1 0 1 0 0,-1 1-1 0 0,1-1 1 0 0,0 0-1 0 0,0 0 1 0 0,-1 0-1 0 0,1 0 1 0 0,0-1-1 0 0,0 1 1 0 0,0 0-1 0 0,0-1 1 0 0,0 0-1 0 0,0 1 1 0 0,0-1-1 0 0,0 0 1 0 0,0 0-1 0 0,0 0 0 0 0,0 0 1 0 0,0 0-1 0 0,0 0 1 0 0,0-1-1 0 0,0 1 1 0 0,0-1-1 0 0,0 1 1 0 0,0-1-1 0 0,1-1 1 0 0,2 0-596 0 0,-1 0 1 0 0,1 0 0 0 0,-1-1-1 0 0,0 0 1 0 0,0 0-1 0 0,0 0 1 0 0,0 0 0 0 0,0 0-1 0 0,4-6 1 0 0,9-12-5155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7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64 600 0 0,'-5'-5'643'0'0,"0"-1"0"0"0,1 1-1 0 0,-1 0 1 0 0,-1 0 0 0 0,1 1 0 0 0,-1-1 0 0 0,0 1 0 0 0,0 1-1 0 0,0-1 1 0 0,0 1 0 0 0,-1 0 0 0 0,0 0 0 0 0,1 1-1 0 0,-9-2 1 0 0,14 3-598 0 0,-1 1-1 0 0,0-1 0 0 0,0 1 1 0 0,0 0-1 0 0,0-1 0 0 0,1 1 0 0 0,-1 0 1 0 0,0 0-1 0 0,0 0 0 0 0,0 0 1 0 0,0 1-1 0 0,0-1 0 0 0,0 0 1 0 0,1 1-1 0 0,-1-1 0 0 0,0 1 1 0 0,0 0-1 0 0,1-1 0 0 0,-1 1 0 0 0,0 0 1 0 0,1 0-1 0 0,-1 0 0 0 0,1 0 1 0 0,-1 1-1 0 0,1-1 0 0 0,0 0 1 0 0,-1 1-1 0 0,1-1 0 0 0,0 1 1 0 0,0-1-1 0 0,0 1 0 0 0,0-1 1 0 0,0 1-1 0 0,0 0 0 0 0,1-1 0 0 0,-2 4 1 0 0,0 1-178 0 0,1-1 1 0 0,-1 1-1 0 0,1 0 1 0 0,1 0-1 0 0,-1 0 1 0 0,1 0-1 0 0,0 0 1 0 0,0 0-1 0 0,2 12 1 0 0,9 26-4107 0 0,-5-22 325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3104 0 0,'4'6'1468'0'0,"1"1"-1"0"0,-1-1 1 0 0,-1 1 0 0 0,1 0-1 0 0,-1 0 1 0 0,0 0-1 0 0,-1 1 1 0 0,2 7-1 0 0,1 7 801 0 0,1 30 0 0 0,-3-30-1439 0 0,1 1-2281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1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1052 1288 0 0,'64'-77'8656'0'0,"-8"10"-2433"0"0,-59 67-6053 0 0,-1 1-137 0 0,-1-1 1 0 0,1 1-1 0 0,-1 0 0 0 0,1 1 1 0 0,-1-1-1 0 0,1 1 1 0 0,0 0-1 0 0,0 0 0 0 0,0 0 1 0 0,-4 4-1 0 0,-43 32 89 0 0,39-29-98 0 0,-17 15 24 0 0,-30 30 0 0 0,51-47-32 0 0,1 2 0 0 0,0-1 0 0 0,0 1-1 0 0,1 0 1 0 0,0 0 0 0 0,1 0 0 0 0,0 1-1 0 0,-7 17 1 0 0,12-24-14 0 0,-1-1 1 0 0,1 1-1 0 0,-1 0 0 0 0,1-1 0 0 0,0 1 0 0 0,0-1 1 0 0,0 1-1 0 0,0-1 0 0 0,0 1 0 0 0,0 0 0 0 0,1-1 1 0 0,0 1-1 0 0,-1-1 0 0 0,1 0 0 0 0,0 1 0 0 0,0-1 1 0 0,2 3-1 0 0,-1-1 0 0 0,1 0 0 0 0,0 0 1 0 0,1 0-1 0 0,-1 0 1 0 0,1-1-1 0 0,-1 0 0 0 0,1 0 1 0 0,6 4-1 0 0,7 3 4 0 0,-1-2 0 0 0,1 0 0 0 0,31 9 0 0 0,-32-11 20 0 0,66 24-62 0 0,-73-26 88 0 0,0 0-1 0 0,1 1 1 0 0,-2 1-1 0 0,1-1 1 0 0,-1 1-1 0 0,10 9 1 0 0,-16-13-7 0 0,-1 0 0 0 0,1-1 0 0 0,0 1 0 0 0,-1 0 1 0 0,0 0-1 0 0,1 0 0 0 0,-1 0 0 0 0,0 0 0 0 0,0 0 1 0 0,0 0-1 0 0,0 0 0 0 0,0 0 0 0 0,-1 0 0 0 0,1 1 1 0 0,-1-1-1 0 0,1 0 0 0 0,-1 0 0 0 0,0 1 0 0 0,0-1 1 0 0,0 0-1 0 0,0 3 0 0 0,-1-1 20 0 0,0-1 0 0 0,-1 1-1 0 0,1-1 1 0 0,-1 0 0 0 0,1 0 0 0 0,-1 1 0 0 0,0-1 0 0 0,0 0 0 0 0,0-1-1 0 0,-1 1 1 0 0,1 0 0 0 0,-4 2 0 0 0,-6 5 91 0 0,0-1 1 0 0,-1 0 0 0 0,0-1-1 0 0,0-1 1 0 0,-19 8 0 0 0,14-6-56 0 0,-1-2 0 0 0,-1 0 0 0 0,1-2 0 0 0,-1 0 1 0 0,0-1-1 0 0,0-1 0 0 0,-1 0 0 0 0,1-2 0 0 0,-29-1 1 0 0,48 0-99 0 0,-1-1 1 0 0,1 1 0 0 0,0 0 0 0 0,-1 0 0 0 0,1 0 0 0 0,0-1-1 0 0,0 1 1 0 0,-1 0 0 0 0,1-1 0 0 0,0 1 0 0 0,0-1 0 0 0,-1 0 0 0 0,1 1-1 0 0,0-1 1 0 0,0 0 0 0 0,0 0 0 0 0,0 0 0 0 0,0 0 0 0 0,0 0-1 0 0,0 0 1 0 0,0-1 0 0 0,0 1-14 0 0,1-1 0 0 0,-1 1 0 0 0,1 0 0 0 0,0-1 0 0 0,0 1 0 0 0,0 0 0 0 0,0-1 0 0 0,0 1 0 0 0,0 0 0 0 0,0-1 0 0 0,0 1-1 0 0,0 0 1 0 0,1-1 0 0 0,-1 1 0 0 0,0 0 0 0 0,1 0 0 0 0,0-2 0 0 0,3-5-151 0 0,0 1-1 0 0,1 0 1 0 0,0 0 0 0 0,0 0-1 0 0,8-8 1 0 0,131-119-2932 0 0,-45 46 1517 0 0,65-77-455 0 0,250-323-1 0 0,-276 284 1896 0 0,-121 175 369 0 0,-2-1-1 0 0,-1-1 1 0 0,-1 0 0 0 0,-2 0 0 0 0,9-43 0 0 0,-18 63 52 0 0,0 0 1 0 0,-1 0-1 0 0,0-1 1 0 0,-1 1-1 0 0,-2-19 1 0 0,2 26-141 0 0,-1 0-1 0 0,0 0 1 0 0,1 1 0 0 0,-1-1-1 0 0,-1 0 1 0 0,1 0 0 0 0,0 1-1 0 0,-1-1 1 0 0,0 1 0 0 0,0-1-1 0 0,0 1 1 0 0,0 0 0 0 0,0 0 0 0 0,-1 0-1 0 0,0 0 1 0 0,1 0 0 0 0,-1 1-1 0 0,-6-5 1 0 0,8 7-107 0 0,0-1 0 0 0,0 1 0 0 0,0 0 0 0 0,0 0 1 0 0,0-1-1 0 0,0 1 0 0 0,-1 0 0 0 0,1 0 0 0 0,0 0 0 0 0,0 1 0 0 0,0-1 1 0 0,0 0-1 0 0,0 0 0 0 0,-1 1 0 0 0,1-1 0 0 0,0 0 0 0 0,-1 2 0 0 0,-1-1 69 0 0,-1 0-23 0 0,0 0 0 0 0,0 1 0 0 0,0 0 0 0 0,0 0 0 0 0,1 0 1 0 0,-1 0-1 0 0,1 1 0 0 0,-1-1 0 0 0,1 1 0 0 0,0 0 0 0 0,0 0 0 0 0,-4 5 0 0 0,-28 43 561 0 0,33-49-600 0 0,-12 24 256 0 0,1 0-1 0 0,1 1 0 0 0,1 0 1 0 0,-14 56-1 0 0,-11 119 409 0 0,33-187-668 0 0,-41 619 1493 0 0,43-621-1524 0 0,-1 59-52 0 0,3-1 1 0 0,16 117 0 0 0,-17-185-170 0 0,1 1 0 0 0,0 0 0 0 0,0-1 0 0 0,0 1 0 0 0,1-1 0 0 0,-1 1 0 0 0,1-1 0 0 0,-1 0 0 0 0,1 1 0 0 0,0-1 0 0 0,1 0 0 0 0,-1 0 1 0 0,4 3-1 0 0,-4-4-276 0 0,0-1-1 0 0,0 0 1 0 0,0 0 0 0 0,0 0 0 0 0,0 0 0 0 0,0 0 0 0 0,0 0 0 0 0,0-1 0 0 0,1 1 0 0 0,-1-1 0 0 0,0 1 0 0 0,0-1 0 0 0,0 0 0 0 0,1 0 0 0 0,-1 0 0 0 0,0 0 0 0 0,0 0 0 0 0,1 0 0 0 0,-1-1 0 0 0,0 1 0 0 0,0-1 0 0 0,4-1 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116 279 468 0 0,'-43'-27'6562'0'0,"31"20"-4348"0"0,0 0 0 0 0,1-1 1 0 0,-19-16-1 0 0,29 24-2147 0 0,0-1 0 0 0,1 0 0 0 0,-1 0 1 0 0,0 0-1 0 0,1 0 0 0 0,-1 0 0 0 0,1 0 0 0 0,-1 0 1 0 0,1 0-1 0 0,0 0 0 0 0,-1 0 0 0 0,1 0 1 0 0,0 0-1 0 0,0 0 0 0 0,-1-1 0 0 0,1 1 0 0 0,0 0 1 0 0,0 0-1 0 0,0 0 0 0 0,1 0 0 0 0,-1 0 0 0 0,0 0 1 0 0,0 0-1 0 0,0-1 0 0 0,1 1 0 0 0,-1 0 0 0 0,1 0 1 0 0,-1 0-1 0 0,1 0 0 0 0,-1 0 0 0 0,1 0 1 0 0,0 1-1 0 0,-1-1 0 0 0,1 0 0 0 0,0 0 0 0 0,0 0 1 0 0,-1 0-1 0 0,1 1 0 0 0,0-1 0 0 0,0 0 0 0 0,1 0 1 0 0,5-4 33 0 0,0 0 1 0 0,0 1 0 0 0,16-8-1 0 0,27-9 176 0 0,0 2-1 0 0,2 2 0 0 0,67-13 0 0 0,22 5-1707 0 0,0 5-6088 0 0,-107 15 4356 0 0,-17 3-2541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0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394 252 1836 0 0,'19'-28'3478'0'0,"23"-48"0"0"0,-38 67-3015 0 0,0 1 0 0 0,-1-1-1 0 0,0 0 1 0 0,0 0 0 0 0,-1 0-1 0 0,0 0 1 0 0,-1-1-1 0 0,0 1 1 0 0,0 0 0 0 0,-2-17-1 0 0,1 25-405 0 0,0-1-1 0 0,0 1 1 0 0,-1-1-1 0 0,1 1 0 0 0,0 0 1 0 0,-1-1-1 0 0,1 1 1 0 0,-1 0-1 0 0,1-1 1 0 0,-1 1-1 0 0,0 0 1 0 0,0 0-1 0 0,1 0 0 0 0,-1-1 1 0 0,0 1-1 0 0,0 0 1 0 0,0 0-1 0 0,0 0 1 0 0,0 1-1 0 0,0-1 1 0 0,-1 0-1 0 0,1 0 0 0 0,0 0 1 0 0,0 1-1 0 0,0-1 1 0 0,-1 1-1 0 0,1-1 1 0 0,0 1-1 0 0,-1-1 0 0 0,1 1 1 0 0,-1 0-1 0 0,1 0 1 0 0,0 0-1 0 0,-1-1 1 0 0,1 1-1 0 0,-1 1 1 0 0,1-1-1 0 0,0 0 0 0 0,-1 0 1 0 0,0 1-1 0 0,-6 0 90 0 0,1 1 0 0 0,0 0-1 0 0,0 1 1 0 0,0 0 0 0 0,0 0-1 0 0,-8 6 1 0 0,-14 9 106 0 0,2 1-1 0 0,1 2 1 0 0,0 0 0 0 0,-26 30-1 0 0,-81 107 320 0 0,118-139-512 0 0,1 1-1 0 0,1 1 0 0 0,-11 23 1 0 0,21-38-49 0 0,0 0 0 0 0,0 0 0 0 0,1 0 0 0 0,0 0 0 0 0,0 1-1 0 0,1-1 1 0 0,0 1 0 0 0,0-1 0 0 0,0 1 0 0 0,1-1 0 0 0,0 1 0 0 0,0 0 0 0 0,1-1 0 0 0,-1 1 0 0 0,1-1 0 0 0,3 8 0 0 0,-3-11-7 0 0,0 0 0 0 0,1-1-1 0 0,-1 1 1 0 0,1-1 0 0 0,-1 1 0 0 0,1-1 0 0 0,0 0-1 0 0,0 1 1 0 0,0-1 0 0 0,0 0 0 0 0,0 0 0 0 0,1-1-1 0 0,-1 1 1 0 0,1 0 0 0 0,-1-1 0 0 0,4 2-1 0 0,0-1 4 0 0,-1 0-1 0 0,1 0 0 0 0,0-1 0 0 0,-1 0 0 0 0,1 0 0 0 0,0 0 0 0 0,11-1 0 0 0,-2-1 5 0 0,1 0 0 0 0,-1-1 0 0 0,0-1 0 0 0,0-1 1 0 0,21-7-1 0 0,-23 5-7 0 0,0 1 0 0 0,0-2 0 0 0,-1 0 0 0 0,1 0 0 0 0,-2-1 0 0 0,1 0 0 0 0,-1-1 0 0 0,-1-1 0 0 0,1 0 0 0 0,11-15 0 0 0,-11 10-6 0 0,0 0 0 0 0,-1-1 0 0 0,-1 0 0 0 0,-1-1-1 0 0,0 0 1 0 0,-1 0 0 0 0,6-26 0 0 0,10-69 292 0 0,-37 190 1965 0 0,-39 372-761 0 0,-135 541-1 0 0,96-663-1788 0 0,42-190-4825 0 0,46-130 3651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1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1 225 2820 0 0,'35'-216'13784'0'0,"-31"207"-10401"0"0,-1 19-2393 0 0,0 18-215 0 0,-11 107 1185 0 0,4-95-1799 0 0,1 0 0 0 0,2 0 0 0 0,6 60 0 0 0,-4-96-160 0 0,-1 0 0 0 0,1-1 1 0 0,0 1-1 0 0,0-1 1 0 0,0 1-1 0 0,0-1 1 0 0,1 1-1 0 0,-1-1 1 0 0,1 0-1 0 0,0 0 1 0 0,0 0-1 0 0,0 0 1 0 0,0 0-1 0 0,5 4 0 0 0,-5-5-29 0 0,1 0 0 0 0,0-1-1 0 0,0 1 1 0 0,-1-1 0 0 0,1 0-1 0 0,0 1 1 0 0,0-1 0 0 0,0-1-1 0 0,0 1 1 0 0,0 0-1 0 0,0-1 1 0 0,0 0 0 0 0,1 1-1 0 0,-1-1 1 0 0,0 0 0 0 0,0-1-1 0 0,5 0 1 0 0,2-1-137 0 0,0 0 0 0 0,0 0 0 0 0,-1-1 1 0 0,1 0-1 0 0,-1-1 0 0 0,1 0 0 0 0,-1 0 0 0 0,-1-1 0 0 0,1-1 1 0 0,-1 1-1 0 0,9-8 0 0 0,-6 3-5 0 0,0-1 0 0 0,-1 0 0 0 0,0 0 0 0 0,-1-1-1 0 0,-1 0 1 0 0,14-26 0 0 0,-10 12 108 0 0,-1-1-1 0 0,-1 0 0 0 0,-1-1 1 0 0,-2 0-1 0 0,-1 0 0 0 0,-1-1 1 0 0,2-37-1 0 0,-7 61 99 0 0,0 3-6 0 0,1-1 1 0 0,-1 1-1 0 0,0 0 1 0 0,0 0-1 0 0,0 0 1 0 0,0-1-1 0 0,0 1 1 0 0,-1 0-1 0 0,1 0 1 0 0,-1 0-1 0 0,0 0 1 0 0,1 0-1 0 0,-1 0 1 0 0,0 0-1 0 0,-1-3 1 0 0,1 5-22 0 0,1 0 1 0 0,0 0-1 0 0,-1 0 0 0 0,1 0 1 0 0,0 0-1 0 0,-1 0 1 0 0,1 0-1 0 0,0 0 1 0 0,-1 0-1 0 0,1 0 1 0 0,-1 0-1 0 0,1 0 1 0 0,0 0-1 0 0,-1 0 1 0 0,1 0-1 0 0,0 0 1 0 0,-1 0-1 0 0,1 1 1 0 0,0-1-1 0 0,-1 0 1 0 0,1 0-1 0 0,0 0 1 0 0,0 0-1 0 0,-1 1 1 0 0,1-1-1 0 0,0 0 1 0 0,0 0-1 0 0,-1 1 1 0 0,1-1-1 0 0,0 0 1 0 0,-1 1-1 0 0,-7 8 145 0 0,-4 11-39 0 0,1 1 0 0 0,1 0 0 0 0,1 1 1 0 0,0 0-1 0 0,2 0 0 0 0,1 1 0 0 0,0 0 0 0 0,2 0 0 0 0,0 0 1 0 0,0 33-1 0 0,4-46-313 0 0,1 0 1 0 0,0 0 0 0 0,0-1-1 0 0,1 1 1 0 0,0 0-1 0 0,1-1 1 0 0,0 1 0 0 0,0-1-1 0 0,6 10 1 0 0,-7-14-310 0 0,1 0 1 0 0,0 0-1 0 0,0-1 1 0 0,1 1-1 0 0,0-1 1 0 0,-1 0-1 0 0,1 0 1 0 0,1 0-1 0 0,-1-1 1 0 0,1 0-1 0 0,-1 1 1 0 0,1-1-1 0 0,0-1 1 0 0,0 1-1 0 0,0-1 1 0 0,0 0-1 0 0,8 2 1 0 0,12 2-3217 0 0,3-3-1504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1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347 110 392 0 0,'0'-7'869'0'0,"-1"0"0"0"0,1 0 0 0 0,-1 0 1 0 0,0 0-1 0 0,0 0 0 0 0,-1 0 0 0 0,0 1 0 0 0,0-1 0 0 0,-1 1 0 0 0,-3-7 0 0 0,4 10-674 0 0,1 1-1 0 0,-1 0 1 0 0,1 0-1 0 0,-1 1 1 0 0,0-1 0 0 0,1 0-1 0 0,-1 0 1 0 0,0 1-1 0 0,0-1 1 0 0,0 1-1 0 0,-1 0 1 0 0,1 0-1 0 0,0-1 1 0 0,0 1-1 0 0,-1 1 1 0 0,1-1-1 0 0,0 0 1 0 0,-1 1 0 0 0,1-1-1 0 0,-1 1 1 0 0,1-1-1 0 0,-1 1 1 0 0,1 0-1 0 0,-1 0 1 0 0,1 1-1 0 0,-1-1 1 0 0,1 0-1 0 0,-1 1 1 0 0,1-1-1 0 0,-1 1 1 0 0,-2 1-1 0 0,-6 2 146 0 0,1 1 0 0 0,0 0 0 0 0,0 0 0 0 0,0 1 0 0 0,1 0 0 0 0,0 1 0 0 0,0 0 0 0 0,1 0 0 0 0,-9 10 0 0 0,-11 14 453 0 0,-25 37 0 0 0,44-56-609 0 0,0 0-57 0 0,1 1 0 0 0,0 0 0 0 0,1 0 0 0 0,0 0 0 0 0,-6 21 0 0 0,11-27-99 0 0,0-1 0 0 0,0 0 0 0 0,1 1 0 0 0,0 0 1 0 0,0-1-1 0 0,0 1 0 0 0,1 0 0 0 0,0-1 1 0 0,0 1-1 0 0,1 0 0 0 0,0-1 0 0 0,0 1 1 0 0,1-1-1 0 0,3 10 0 0 0,-4-13-23 0 0,1 0 0 0 0,0 0 0 0 0,0 0 0 0 0,0-1 0 0 0,0 1 0 0 0,1 0 0 0 0,-1-1 0 0 0,1 1 0 0 0,-1-1 0 0 0,1 0 0 0 0,0 0 0 0 0,0 0 0 0 0,0 0 0 0 0,0-1 0 0 0,0 1 0 0 0,0-1 0 0 0,1 0 0 0 0,-1 0 0 0 0,0 0 0 0 0,1 0 0 0 0,-1 0 0 0 0,1-1 0 0 0,-1 0 0 0 0,1 1 0 0 0,-1-1 0 0 0,1-1 0 0 0,-1 1 0 0 0,6-1 0 0 0,0-1-4 0 0,0 1-1 0 0,0-1 1 0 0,0-1-1 0 0,-1 0 1 0 0,1 0-1 0 0,-1 0 1 0 0,1-1 0 0 0,-1 0-1 0 0,13-10 1 0 0,-13 7-13 0 0,0 0 0 0 0,-1-1 0 0 0,-1 1 1 0 0,1-2-1 0 0,-1 1 0 0 0,0 0 0 0 0,-1-1 0 0 0,0 0 1 0 0,7-19-1 0 0,0-5-82 0 0,12-52-1 0 0,-20 66 94 0 0,-3 17 123 0 0,-1 5-83 0 0,0 0-1 0 0,0 0 1 0 0,0 0-1 0 0,0 0 1 0 0,0 0-1 0 0,-1 0 0 0 0,1 0 1 0 0,-1 0-1 0 0,-1 2 1 0 0,-1 10 58 0 0,-20 109 172 0 0,5-36-242 0 0,14-64-319 0 0,-11 83-3305 0 0,13-86-1839 0 0,2 30-1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1088 0 0,'4'-8'1695'0'0,"-3"6"-1204"0"0,-1 0-1 0 0,1 0 1 0 0,0 0 0 0 0,0 0 0 0 0,0 0 0 0 0,1 0-1 0 0,-1 0 1 0 0,0 0 0 0 0,1 0 0 0 0,-1 0 0 0 0,1 1 0 0 0,0-1-1 0 0,-1 1 1 0 0,1-1 0 0 0,0 1 0 0 0,0 0 0 0 0,0 0 0 0 0,0 0-1 0 0,3-2 1 0 0,-4 3-353 0 0,0 0 0 0 0,0 0-1 0 0,1 0 1 0 0,-1 1 0 0 0,0-1-1 0 0,0 0 1 0 0,0 0 0 0 0,0 1-1 0 0,0-1 1 0 0,0 0 0 0 0,0 1-1 0 0,0-1 1 0 0,0 1 0 0 0,0 0-1 0 0,0-1 1 0 0,0 1 0 0 0,2 1 0 0 0,-1 0 245 0 0,7 4 237 0 0,0 0 1 0 0,0 0 0 0 0,-1 1 0 0 0,0 0-1 0 0,0 1 1 0 0,-1 0 0 0 0,0 0 0 0 0,9 13-1 0 0,2 7 440 0 0,19 41 0 0 0,-24-42-840 0 0,0 0-1 0 0,-2 1 1 0 0,-1 1-1 0 0,-1 0 0 0 0,-2 0 1 0 0,-1 1-1 0 0,-1-1 0 0 0,1 40 1 0 0,-6-61-194 0 0,0 0-1 0 0,-1-1 1 0 0,0 1 0 0 0,0 0 0 0 0,-4 12 0 0 0,4-18-18 0 0,0 1 0 0 0,0-1 0 0 0,0 1 0 0 0,0-1 0 0 0,0 0 0 0 0,-1 1 0 0 0,1-1 0 0 0,-1 0 0 0 0,0 0 0 0 0,1 0 0 0 0,-1 0 0 0 0,0 0 0 0 0,0 0 0 0 0,0-1 0 0 0,-1 1 0 0 0,1-1 0 0 0,0 0 0 0 0,-5 3 0 0 0,6-4-3 0 0,0 0 1 0 0,1 0-1 0 0,-1 0 0 0 0,0 0 0 0 0,0 0 1 0 0,0 0-1 0 0,0-1 0 0 0,0 1 1 0 0,0 0-1 0 0,1 0 0 0 0,-1-1 1 0 0,0 1-1 0 0,0 0 0 0 0,0-1 0 0 0,1 1 1 0 0,-1-1-1 0 0,0 1 0 0 0,0-1 1 0 0,1 1-1 0 0,-1-1 0 0 0,0 0 0 0 0,1 1 1 0 0,-1-1-1 0 0,0-1 0 0 0,-12-17 34 0 0,9 8-38 0 0,1 0 0 0 0,0 0 0 0 0,1-1 0 0 0,0 1 0 0 0,1 0 0 0 0,0-1 1 0 0,1 1-1 0 0,0-1 0 0 0,1 1 0 0 0,0-1 0 0 0,1 1 0 0 0,0 0 0 0 0,0 0 1 0 0,2 0-1 0 0,6-17 0 0 0,2-1-31 0 0,2 0-1 0 0,1 1 1 0 0,1 1 0 0 0,28-36-1 0 0,-25 39 62 0 0,1 1 0 0 0,2 1 0 0 0,35-30 0 0 0,82-48-5068 0 0,-121 90 2543 0 0,6 0-6644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3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94 616 0 0,'-9'-13'3116'0'0,"-24"-30"4431"0"0,29 39-6937 0 0,0-1-1 0 0,0 1 0 0 0,0 0 1 0 0,0 1-1 0 0,-1-1 0 0 0,-9-5 1 0 0,11 8-506 0 0,0 0 0 0 0,0 1 1 0 0,0-1-1 0 0,0 1 0 0 0,0-1 0 0 0,0 1 1 0 0,0 0-1 0 0,0 0 0 0 0,0 0 0 0 0,0 0 1 0 0,0 1-1 0 0,0-1 0 0 0,0 1 0 0 0,0 0 1 0 0,0 0-1 0 0,0 0 0 0 0,0 0 1 0 0,0 0-1 0 0,-2 3 0 0 0,-6 2 120 0 0,0 0 0 0 0,1 1 0 0 0,-11 10 0 0 0,0 1 1 0 0,0 2 1 0 0,2 0-1 0 0,0 2 0 0 0,-17 24 0 0 0,26-31-165 0 0,1-1 0 0 0,0 2 0 0 0,1-1 0 0 0,1 1-1 0 0,0 0 1 0 0,2 1 0 0 0,-8 31 0 0 0,12-44-56 0 0,0 0-1 0 0,1 0 1 0 0,-1 0-1 0 0,1 0 1 0 0,0 0-1 0 0,0 0 1 0 0,0 0-1 0 0,1 0 1 0 0,-1 0-1 0 0,1 0 1 0 0,0 0-1 0 0,0 0 1 0 0,0-1 0 0 0,1 1-1 0 0,-1 0 1 0 0,1 0-1 0 0,0-1 1 0 0,0 1-1 0 0,1-1 1 0 0,-1 0-1 0 0,0 0 1 0 0,1 0-1 0 0,0 0 1 0 0,0 0-1 0 0,0 0 1 0 0,0-1-1 0 0,0 1 1 0 0,1-1-1 0 0,-1 0 1 0 0,1 0-1 0 0,-1 0 1 0 0,1 0-1 0 0,0-1 1 0 0,0 0-1 0 0,-1 0 1 0 0,1 0 0 0 0,0 0-1 0 0,0 0 1 0 0,0-1-1 0 0,0 1 1 0 0,6-2-1 0 0,-2 2 0 0 0,1-1 0 0 0,-1-1 0 0 0,0 1 0 0 0,0-2 0 0 0,1 1 0 0 0,-1-1 0 0 0,0 0 0 0 0,-1-1 1 0 0,1 0-1 0 0,0 0 0 0 0,-1 0 0 0 0,1-1 0 0 0,-1 0 0 0 0,0-1 0 0 0,0 0 0 0 0,-1 0 0 0 0,0 0 0 0 0,9-10 0 0 0,3-7-26 0 0,-1 0-1 0 0,-1-1 1 0 0,-1 0 0 0 0,13-30 0 0 0,-20 37 14 0 0,14-20 255 0 0,-20 34-99 0 0,11 19 400 0 0,-11-9-484 0 0,0-1 1 0 0,0 1-1 0 0,-1 0 1 0 0,1 15-1 0 0,2 14 91 0 0,-1-22-324 0 0,0-1 1 0 0,12 26-1 0 0,-13-36-209 0 0,0 0-1 0 0,0 0 1 0 0,1 0 0 0 0,-1-1-1 0 0,1 1 1 0 0,0-1-1 0 0,0 0 1 0 0,0 1 0 0 0,1-2-1 0 0,-1 1 1 0 0,1 0 0 0 0,-1-1-1 0 0,7 4 1 0 0,-6-5 70 0 0,0 0 0 0 0,0-1 0 0 0,-1 1 1 0 0,1-1-1 0 0,0 0 0 0 0,0 0 0 0 0,0-1 0 0 0,-1 1 0 0 0,1-1 1 0 0,0 0-1 0 0,-1 1 0 0 0,1-2 0 0 0,0 1 0 0 0,-1 0 1 0 0,1-1-1 0 0,5-3 0 0 0,0-1 135 0 0,-1 0-1 0 0,1 0 1 0 0,-2 0 0 0 0,1-1-1 0 0,-1 0 1 0 0,0-1 0 0 0,7-9-1 0 0,5-9 328 0 0,15-28 0 0 0,-28 44-3 0 0,51-79 1415 0 0,-51 81-1276 0 0,1 0 1 0 0,0 0 0 0 0,0 1 0 0 0,0 0-1 0 0,1 1 1 0 0,0-1 0 0 0,1 1-1 0 0,10-6 1 0 0,-16 11-145 0 0,0 0-1 0 0,0-1 1 0 0,0 1 0 0 0,0 0 0 0 0,0 1-1 0 0,0-1 1 0 0,0 0 0 0 0,0 1 0 0 0,1 0 0 0 0,-1 0-1 0 0,0 0 1 0 0,0 0 0 0 0,0 0 0 0 0,1 1-1 0 0,-1-1 1 0 0,5 3 0 0 0,-3-2 71 0 0,0 2-1 0 0,0-1 1 0 0,-1 1 0 0 0,1 0 0 0 0,-1 0-1 0 0,1 0 1 0 0,-1 0 0 0 0,0 1 0 0 0,4 4-1 0 0,2 5 238 0 0,0-1-1 0 0,0 2 0 0 0,-2 0 0 0 0,1 0 0 0 0,8 23 0 0 0,-8-17-213 0 0,-1-1-1 0 0,-2 2 1 0 0,0-1-1 0 0,6 34 1 0 0,-12-46-200 0 0,1-1 1 0 0,-1 1 0 0 0,0-1-1 0 0,-1 1 1 0 0,1-1 0 0 0,-2 1-1 0 0,-1 7 1 0 0,2-11-5 0 0,-1 1 1 0 0,0-1-1 0 0,1 0 1 0 0,-2 0-1 0 0,1 0 1 0 0,0 0 0 0 0,-1-1-1 0 0,1 1 1 0 0,-1-1-1 0 0,0 1 1 0 0,-1-1-1 0 0,-6 5 1 0 0,10-7-33 0 0,-1 0 1 0 0,0 0-1 0 0,0-1 1 0 0,0 1 0 0 0,0-1-1 0 0,1 1 1 0 0,-1 0-1 0 0,0-1 1 0 0,0 0-1 0 0,0 1 1 0 0,0-1-1 0 0,-1 1 1 0 0,1-1 0 0 0,0 0-1 0 0,0 0 1 0 0,0 0-1 0 0,0 0 1 0 0,0 0-1 0 0,0 0 1 0 0,0 0 0 0 0,0 0-1 0 0,0 0 1 0 0,0 0-1 0 0,-1-1 1 0 0,1 1-1 0 0,0 0 1 0 0,0-1-1 0 0,0 1 1 0 0,0-1 0 0 0,0 1-1 0 0,0-1 1 0 0,1 1-1 0 0,-1-1 1 0 0,0 0-1 0 0,0 1 1 0 0,0-1-1 0 0,1 0 1 0 0,-1 0 0 0 0,-1-1-1 0 0,1 0 0 0 0,-1-1-1 0 0,0 0 1 0 0,1 0-1 0 0,0 0 1 0 0,0 0 0 0 0,0 0-1 0 0,0 0 1 0 0,0 0-1 0 0,0 0 1 0 0,1 0 0 0 0,-1-6-1 0 0,2-2-17 0 0,0-1 0 0 0,0 1 0 0 0,1 0 0 0 0,1-1 1 0 0,-1 1-1 0 0,2 0 0 0 0,0 1 0 0 0,0-1 0 0 0,1 1 0 0 0,6-11 0 0 0,-1 5-122 0 0,1 0 0 0 0,1 0 0 0 0,0 2 0 0 0,1-1 1 0 0,18-15-1 0 0,-24 25-708 0 0,10-6-1034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4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250 968 1184 0 0,'2'-2'719'0'0,"0"0"0"0"0,1 1-1 0 0,-1-1 1 0 0,0 0 0 0 0,0 0-1 0 0,0 0 1 0 0,0-1 0 0 0,-1 1 0 0 0,1 0-1 0 0,-1-1 1 0 0,1 1 0 0 0,-1-1-1 0 0,0 1 1 0 0,2-5 0 0 0,-3 5-546 0 0,0-1 0 0 0,0 1 0 0 0,0-1 0 0 0,0 1 0 0 0,0-1 0 0 0,0 1 0 0 0,-1 0 0 0 0,1-1 0 0 0,-1 1 0 0 0,0-1 0 0 0,0 1 0 0 0,0 0 0 0 0,0 0 0 0 0,0 0 0 0 0,-2-4 0 0 0,2 5 9 0 0,0 0-156 0 0,-1 1 1 0 0,1-1 0 0 0,0 1 0 0 0,-1 0 0 0 0,1-1-1 0 0,0 1 1 0 0,-1 0 0 0 0,1 0 0 0 0,-1 0-1 0 0,1 0 1 0 0,0 0 0 0 0,-1 1 0 0 0,1-1-1 0 0,0 0 1 0 0,-1 1 0 0 0,1-1 0 0 0,0 1 0 0 0,-1-1-1 0 0,0 2 1 0 0,-16 13 182 0 0,2 0-1 0 0,0 2 1 0 0,1 0-1 0 0,1 1 1 0 0,-18 28-1 0 0,-53 104 399 0 0,78-137-592 0 0,1 0 0 0 0,0-1 1 0 0,1 2-1 0 0,0-1 1 0 0,1 1-1 0 0,1-1 1 0 0,-3 27-1 0 0,6-40-13 0 0,-1 1 0 0 0,1 0 1 0 0,0 0-1 0 0,0 0 0 0 0,0 0 0 0 0,0-1 0 0 0,1 1 1 0 0,-1 0-1 0 0,0 0 0 0 0,0 0 0 0 0,0 0 0 0 0,1-1 1 0 0,-1 1-1 0 0,0 0 0 0 0,1 0 0 0 0,-1-1 0 0 0,1 1 1 0 0,-1 0-1 0 0,1-1 0 0 0,-1 1 0 0 0,1 0 0 0 0,-1-1 1 0 0,1 1-1 0 0,0-1 0 0 0,-1 1 0 0 0,2 0 0 0 0,0-1 3 0 0,-1 1-1 0 0,0-1 0 0 0,1 0 0 0 0,-1 0 1 0 0,1 0-1 0 0,-1 0 0 0 0,0 0 0 0 0,1 0 1 0 0,-1-1-1 0 0,0 1 0 0 0,1 0 1 0 0,-1-1-1 0 0,0 1 0 0 0,3-2 0 0 0,3-1 10 0 0,0-1-1 0 0,0 0 1 0 0,0-1-1 0 0,8-6 1 0 0,10-12-15 0 0,-2-1 0 0 0,0-1 0 0 0,-2-1 0 0 0,-1-1 0 0 0,-1-1 0 0 0,-1 0 0 0 0,-2-1 0 0 0,14-33 0 0 0,5-23-50 0 0,40-148 1 0 0,-43 102 6 0 0,-6-2 1 0 0,14-231 0 0 0,-40 363 44 0 0,1-9 14 0 0,0 0 0 0 0,-1-1 0 0 0,0 1 0 0 0,-4-20 0 0 0,4 30-9 0 0,-1 0-1 0 0,1 0 1 0 0,0 0-1 0 0,-1 0 1 0 0,1 0-1 0 0,0 0 1 0 0,-1 0-1 0 0,1 0 1 0 0,0 0-1 0 0,-1 0 1 0 0,1 0-1 0 0,0 0 1 0 0,-1 1-1 0 0,1-1 1 0 0,0 0-1 0 0,-1 0 0 0 0,1 0 1 0 0,0 1-1 0 0,-1-1 1 0 0,1 0-1 0 0,0 0 1 0 0,0 1-1 0 0,-1-1 1 0 0,1 0-1 0 0,0 1 1 0 0,0 0-1 0 0,-5 8 24 0 0,2 1 0 0 0,-1 0-1 0 0,1-1 1 0 0,1 2-1 0 0,0-1 1 0 0,0 0 0 0 0,0 14-1 0 0,0-5-3 0 0,-20 297 118 0 0,21 1-28 0 0,17-12-2604 0 0,9-103-4353 0 0,-10-116 459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4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17 141 996 0 0,'0'0'1651'0'0,"-9"-23"4377"0"0,7 17-5074 0 0,1 4-771 0 0,0 0-1 0 0,1 0 1 0 0,-1 1 0 0 0,0-1-1 0 0,1 0 1 0 0,-1 0-1 0 0,1 0 1 0 0,0 0 0 0 0,-1 0-1 0 0,1 0 1 0 0,0 0 0 0 0,0 0-1 0 0,0 0 1 0 0,1 0 0 0 0,-1 0-1 0 0,0 0 1 0 0,1 1 0 0 0,-1-1-1 0 0,1 0 1 0 0,0 0 0 0 0,-1 0-1 0 0,1 0 1 0 0,0 1 0 0 0,0-1-1 0 0,0 0 1 0 0,0 1 0 0 0,1-1-1 0 0,-1 1 1 0 0,0-1 0 0 0,1 1-1 0 0,-1 0 1 0 0,3-2 0 0 0,8-5-2 0 0,0 2 0 0 0,1-1 0 0 0,0 2 0 0 0,0-1 0 0 0,0 2 0 0 0,1 0 0 0 0,0 0 0 0 0,-1 2 0 0 0,1-1 0 0 0,0 2 0 0 0,0 0 0 0 0,15 1 0 0 0,-25 0-92 0 0,1 1 0 0 0,0 0 0 0 0,-1 0 0 0 0,1 1 1 0 0,-1-1-1 0 0,1 1 0 0 0,-1 0 0 0 0,1 0 0 0 0,-1 1 1 0 0,0-1-1 0 0,0 1 0 0 0,0 0 0 0 0,4 4 0 0 0,-3-2 63 0 0,0 1 0 0 0,-1-1 0 0 0,1 1 0 0 0,-1 1 0 0 0,0-1 0 0 0,-1 0 0 0 0,6 14-1 0 0,-3-1 137 0 0,0 1-1 0 0,-2 0 0 0 0,0 0 0 0 0,-1 1 0 0 0,0 22 1 0 0,-3 1-56 0 0,-2 0 0 0 0,-2 0 0 0 0,-12 54 0 0 0,0 2-70 0 0,14-93-146 0 0,2 1 0 0 0,-1-1 0 0 0,1 0 0 0 0,0 0 0 0 0,1 1 0 0 0,2 12 0 0 0,-2-18-92 0 0,-1 1 1 0 0,1-1-1 0 0,0 0 1 0 0,0 0-1 0 0,0 0 1 0 0,0 0-1 0 0,0 0 1 0 0,0 0 0 0 0,1 0-1 0 0,-1 0 1 0 0,1-1-1 0 0,-1 1 1 0 0,1 0-1 0 0,0-1 1 0 0,0 1-1 0 0,0-1 1 0 0,0 0-1 0 0,0 0 1 0 0,0 1-1 0 0,0-1 1 0 0,0-1-1 0 0,0 1 1 0 0,0 0 0 0 0,0 0-1 0 0,3 0 1 0 0,5 0-908 0 0,0 0 0 0 0,0-1 0 0 0,0 0 0 0 0,-1 0 0 0 0,1-1 0 0 0,0-1 0 0 0,-1 1 0 0 0,1-2 0 0 0,-1 1-1 0 0,1-1 1 0 0,-1-1 0 0 0,18-8 0 0 0,2-5-5270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5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205 156 2260 0 0,'-13'-30'3117'0'0,"0"1"1"0"0,-2 0-1 0 0,-22-31 0 0 0,36 59-3018 0 0,1 1-1 0 0,0-1 1 0 0,-1 1-1 0 0,1-1 1 0 0,-1 1-1 0 0,1-1 1 0 0,-1 1-1 0 0,0-1 1 0 0,1 1-1 0 0,-1 0 1 0 0,1-1-1 0 0,-1 1 1 0 0,0 0 0 0 0,1 0-1 0 0,-1-1 1 0 0,0 1-1 0 0,1 0 1 0 0,-1 0-1 0 0,0 0 1 0 0,1 0-1 0 0,-1 0 1 0 0,0 0-1 0 0,0 0 1 0 0,1 0-1 0 0,-1 0 1 0 0,0 0-1 0 0,1 0 1 0 0,-1 1-1 0 0,0-1 1 0 0,1 0-1 0 0,-1 0 1 0 0,0 1-1 0 0,1-1 1 0 0,-1 0-1 0 0,1 1 1 0 0,-2 0-1 0 0,-17 16 1597 0 0,12-5-1046 0 0,1 0-1 0 0,0 0 1 0 0,0 0-1 0 0,1 1 1 0 0,1 0-1 0 0,-6 25 1 0 0,-7 87 1671 0 0,13-84-1681 0 0,-11 156 1283 0 0,12 220 1 0 0,12-279-1727 0 0,-7-119-169 0 0,2-1 0 0 0,0 0 0 0 0,0 0 0 0 0,2 0 0 0 0,11 24 1 0 0,-14-37-16 0 0,0 0 1 0 0,0 0 0 0 0,0-1 0 0 0,1 1-1 0 0,-1 0 1 0 0,1-1 0 0 0,0 0 0 0 0,1 0-1 0 0,-1 0 1 0 0,1-1 0 0 0,0 0 0 0 0,0 1-1 0 0,5 1 1 0 0,-2-1-206 0 0,1-1 1 0 0,0 1-1 0 0,0-2 0 0 0,0 0 1 0 0,0 0-1 0 0,0 0 0 0 0,15 0 0 0 0,-4-2-979 0 0,0-1 0 0 0,0-1 0 0 0,-1 0 0 0 0,1-2-1 0 0,-1 0 1 0 0,0-1 0 0 0,22-9 0 0 0,25-17-8039 0 0,-36 13-205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208 145 1140 0 0,'-185'-64'15244'0'0,"184"64"-15133"0"0,-1-1-1 0 0,1 1 1 0 0,0-1 0 0 0,-1 1-1 0 0,1-1 1 0 0,0 0-1 0 0,-1 0 1 0 0,1 0 0 0 0,0 1-1 0 0,0-1 1 0 0,0 0-1 0 0,0-1 1 0 0,0 1 0 0 0,0 0-1 0 0,0 0 1 0 0,0 0 0 0 0,-1-3-1 0 0,2 3-81 0 0,0 1 0 0 0,0-1 0 0 0,0 0 0 0 0,0 0 1 0 0,0 0-1 0 0,0 0 0 0 0,0 1 0 0 0,0-1 0 0 0,1 0 0 0 0,-1 0 0 0 0,0 0 0 0 0,1 1 0 0 0,-1-1 0 0 0,0 0 0 0 0,1 0 0 0 0,-1 1 1 0 0,1-1-1 0 0,-1 0 0 0 0,1 1 0 0 0,-1-1 0 0 0,1 0 0 0 0,0 1 0 0 0,-1-1 0 0 0,1 1 0 0 0,0-1 0 0 0,-1 1 0 0 0,1-1 0 0 0,0 1 1 0 0,0 0-1 0 0,-1-1 0 0 0,2 1 0 0 0,11-6 52 0 0,-1 1-1 0 0,0 1 1 0 0,1 0 0 0 0,0 1 0 0 0,18-3-1 0 0,67-3-820 0 0,-92 9 623 0 0,105-4-3155 0 0,-39 4-2224 0 0,-14 0-2265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31:25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47 4792 0 0,'21'8'22747'0'0,"-13"-15"-21167"0"0,-11-3-1132 0 0,-11 0-1848 0 0,4 1-505 0 0,-7 1-1219 0 0,-9-3-4177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2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1588 0 0,'-8'8'9140'0'0,"7"-6"-9037"0"0,1 0 0 0 0,0-1 0 0 0,-1 1-1 0 0,1 0 1 0 0,0 0 0 0 0,0-1 0 0 0,0 1 0 0 0,0 0-1 0 0,0 0 1 0 0,0 0 0 0 0,1-1 0 0 0,-1 1 0 0 0,1 3-1 0 0,11 30 911 0 0,-7-20-624 0 0,5 25 24 0 0,-2 0 0 0 0,-2 0 0 0 0,2 66 0 0 0,-1-14-223 0 0,-2-40-661 0 0,4 39-2027 0 0,2-30-4123 0 0,-9-52 3204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2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2220 0 0,'34'-112'9744'0'0,"-34"111"-9689"0"0,0 1 0 0 0,0-1 0 0 0,0 1 0 0 0,0 0-1 0 0,0-1 1 0 0,0 1 0 0 0,0-1 0 0 0,0 1 0 0 0,0 0 0 0 0,0-1 0 0 0,1 1 0 0 0,-1-1 0 0 0,0 1 0 0 0,0 0 0 0 0,0-1 0 0 0,1 1 0 0 0,-1 0 0 0 0,0-1 0 0 0,1 1 0 0 0,-1 0 0 0 0,0 0 0 0 0,0-1 0 0 0,1 1-1 0 0,-1 0 1 0 0,0 0 0 0 0,1 0 0 0 0,-1-1 0 0 0,1 1 0 0 0,-1 0 0 0 0,0 0 0 0 0,1 0 0 0 0,-1 0 0 0 0,1 0 0 0 0,-1 0 0 0 0,0 0 0 0 0,1 0 0 0 0,7 14 916 0 0,0 27-40 0 0,-2 262 836 0 0,-7-187-2335 0 0,1-107 123 0 0,1 46-1776 0 0,3-19-4457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64 728 0 0,'-30'-58'9904'0'0,"29"56"-9394"0"0,1 2-473 0 0,1-1 0 0 0,-1 1 0 0 0,0 0 0 0 0,1 0 0 0 0,-1-1 0 0 0,0 1-1 0 0,1 0 1 0 0,-1 0 0 0 0,1 0 0 0 0,-1-1 0 0 0,0 1 0 0 0,1 0 0 0 0,-1 0 0 0 0,1 0-1 0 0,-1 0 1 0 0,1 0 0 0 0,-1 0 0 0 0,0 0 0 0 0,1 0 0 0 0,-1 0 0 0 0,1 0-1 0 0,-1 0 1 0 0,1 0 0 0 0,-1 0 0 0 0,0 0 0 0 0,1 0 0 0 0,-1 0 0 0 0,1 1 0 0 0,-1-1-1 0 0,0 0 1 0 0,1 0 0 0 0,-1 0 0 0 0,1 1 0 0 0,-1-1 0 0 0,1 1 0 0 0,14 6 342 0 0,-15-7-374 0 0,15 9 182 0 0,-1 0 1 0 0,0 2-1 0 0,0 0 0 0 0,-1 0 1 0 0,-1 1-1 0 0,21 26 1 0 0,-5 0 17 0 0,29 52 0 0 0,-30-40-86 0 0,-3 1 0 0 0,-2 1 0 0 0,-2 0 0 0 0,-3 2 0 0 0,-2 0 0 0 0,-2 1 0 0 0,-3 1 0 0 0,-2-1 0 0 0,0 61 0 0 0,-6-6-1036 0 0,-6 0 0 0 0,-4-1-1 0 0,-38 182 1 0 0,21-184-4355 0 0,14-64 851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6 295 392 0 0,'-5'-11'5071'0'0,"5"8"-4823"0"0,0 0 1 0 0,0 0 0 0 0,0 0 0 0 0,1 0 0 0 0,0 0 0 0 0,-1 1 0 0 0,1-1 0 0 0,0 0 0 0 0,0 0 0 0 0,1 0 0 0 0,-1 1 0 0 0,1-1 0 0 0,-1 0 0 0 0,1 1 0 0 0,0-1 0 0 0,0 1 0 0 0,0 0 0 0 0,2-2 0 0 0,1 0-94 0 0,-1 1 0 0 0,1 0 0 0 0,0 0 1 0 0,-1 0-1 0 0,1 1 0 0 0,1 0 0 0 0,-1 0 0 0 0,0 0 0 0 0,8-1 0 0 0,0 0-87 0 0,1 2 0 0 0,-1-1-1 0 0,0 2 1 0 0,1 0 0 0 0,-1 0 0 0 0,1 1 0 0 0,23 6-1 0 0,-31-6-50 0 0,1 1 0 0 0,-1 0 0 0 0,0 0 0 0 0,0 1 0 0 0,0 0 0 0 0,0 0 0 0 0,-1 0 0 0 0,1 1 0 0 0,-1 0 0 0 0,1 0 0 0 0,-2 0 0 0 0,1 0 0 0 0,0 1 0 0 0,7 10 0 0 0,-9-10 4 0 0,0 0 1 0 0,-1 0 0 0 0,1 0-1 0 0,-1 1 1 0 0,0-1 0 0 0,0 1-1 0 0,-1 0 1 0 0,0-1 0 0 0,0 1-1 0 0,0 0 1 0 0,-1 0 0 0 0,0 0-1 0 0,0 0 1 0 0,0 0 0 0 0,-1-1 0 0 0,-2 12-1 0 0,-2 3 187 0 0,-2 1 0 0 0,0-1 0 0 0,-1 0 0 0 0,-1 0 0 0 0,-14 21 0 0 0,22-39-36 0 0,2-8-154 0 0,-1 0 1 0 0,1 0 0 0 0,1 0 0 0 0,-1 0 0 0 0,1 0 0 0 0,0 1-1 0 0,0-1 1 0 0,1 0 0 0 0,0 1 0 0 0,4-7 0 0 0,8-10-51 0 0,19-20 0 0 0,-19 23 30 0 0,170-183-248 0 0,-69 80 160 0 0,-92 87 59 0 0,-23 33 83 0 0,-3 2-19 0 0,-1 1-12 0 0,0 0 0 0 0,0 1 0 0 0,0-1 0 0 0,0 1 1 0 0,0 0-1 0 0,0-1 0 0 0,1 1 0 0 0,-1 0 0 0 0,1 0 0 0 0,0 1 0 0 0,-1-1 0 0 0,1 0 0 0 0,0 1 1 0 0,-3 5-1 0 0,-26 42 290 0 0,21-32-201 0 0,1 0 0 0 0,-12 38 1 0 0,19-49-92 0 0,0-1 0 0 0,0 2 0 0 0,1-1 1 0 0,0 0-1 0 0,0 0 0 0 0,1 0 0 0 0,0 0 1 0 0,0 1-1 0 0,1-1 0 0 0,0 0 0 0 0,3 12 0 0 0,-2-15-9 0 0,-1-1 0 0 0,1 1 0 0 0,0-1 0 0 0,1 0 0 0 0,-1 1 0 0 0,1-1 0 0 0,-1 0 0 0 0,1 0 0 0 0,0-1 0 0 0,0 1 0 0 0,0-1 0 0 0,1 1 0 0 0,-1-1 0 0 0,1 0 0 0 0,-1 0 0 0 0,1 0 0 0 0,-1-1 0 0 0,1 1 0 0 0,0-1 0 0 0,0 0 0 0 0,0 0 0 0 0,0 0 0 0 0,5 0 0 0 0,10 1-133 0 0,1 0 0 0 0,-1-2 0 0 0,26-1 0 0 0,-16-2-1228 0 0,51-10 1 0 0,-10-6-3721 0 0,-33 5 126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100 109 2352 0 0,'-4'0'1831'0'0,"-78"16"7793"0"0,80-15-9228 0 0,-3 0 75 0 0,-1-1 570 0 0,13-3-489 0 0,173-65-1792 0 0,-49 21-7947 0 0,-108 38 5751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4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66 716 0 0,'-56'-40'10626'0'0,"55"40"-10573"0"0,1 0 1 0 0,0 0 0 0 0,-1 0 0 0 0,1-1-1 0 0,-1 1 1 0 0,1 0 0 0 0,0 0 0 0 0,-1 0-1 0 0,1-1 1 0 0,0 1 0 0 0,-1 0-1 0 0,1 0 1 0 0,0-1 0 0 0,-1 1 0 0 0,1 0-1 0 0,0-1 1 0 0,-1 1 0 0 0,1 0 0 0 0,0-1-1 0 0,0 1 1 0 0,0 0 0 0 0,-1-1-1 0 0,1 1 1 0 0,0-1 0 0 0,0 1 0 0 0,0-1-1 0 0,0 1 1 0 0,0 0 0 0 0,0-1 0 0 0,0 1-1 0 0,0-1 1 0 0,0 1 0 0 0,0 0-1 0 0,0-1 1 0 0,0 1 0 0 0,0-1 0 0 0,0 1-1 0 0,0-1 1 0 0,0 1 0 0 0,0 0 0 0 0,1-1-1 0 0,-1 1 1 0 0,0-1 0 0 0,0 1 0 0 0,0 0-1 0 0,1-1 1 0 0,-1 1 0 0 0,0 0-1 0 0,1-1 1 0 0,-1 1 0 0 0,0 0 0 0 0,1 0-1 0 0,-1-1 1 0 0,0 1 0 0 0,1 0 0 0 0,-1 0-1 0 0,0-1 1 0 0,1 1 0 0 0,-1 0-1 0 0,1 0 1 0 0,2-1 32 0 0,1-1-1 0 0,-1 1 1 0 0,0 1-1 0 0,0-1 1 0 0,1 0-1 0 0,-1 1 1 0 0,5 0-1 0 0,0 0-30 0 0,0 0-1 0 0,1 1 0 0 0,-1 0 0 0 0,0 1 1 0 0,1 0-1 0 0,-1 0 0 0 0,0 1 0 0 0,0 0 1 0 0,-1 0-1 0 0,1 1 0 0 0,-1 0 0 0 0,0 1 1 0 0,1-1-1 0 0,-2 1 0 0 0,1 0 0 0 0,-1 1 1 0 0,0 0-1 0 0,0 0 0 0 0,0 0 0 0 0,-1 1 1 0 0,0 0-1 0 0,0 0 0 0 0,-1 0 0 0 0,0 0 1 0 0,0 1-1 0 0,-1-1 0 0 0,0 1 0 0 0,0 0 1 0 0,0 0-1 0 0,-1 1 0 0 0,-1-1 0 0 0,2 15 1 0 0,-3-3 65 0 0,0 0 1 0 0,-2 1 0 0 0,0-1-1 0 0,-1 0 1 0 0,-1 0 0 0 0,-1 0 0 0 0,-1 0-1 0 0,0-1 1 0 0,-2 0 0 0 0,-15 28-1 0 0,-11 11 585 0 0,-76 99-1 0 0,64-95-213 0 0,37-44-360 0 0,9-17-125 0 0,-1-1 0 0 0,1 0 0 0 0,0 1 0 0 0,0-1-1 0 0,0 1 1 0 0,0-1 0 0 0,0 1 0 0 0,0-1 0 0 0,0 1 0 0 0,0-1 0 0 0,1 0-1 0 0,-1 1 1 0 0,0-1 0 0 0,0 1 0 0 0,0-1 0 0 0,0 1 0 0 0,0-1 0 0 0,1 0 0 0 0,-1 1-1 0 0,0-1 1 0 0,0 1 0 0 0,1-1 0 0 0,-1 1 0 0 0,2-1 4 0 0,0 1 1 0 0,0 0-1 0 0,0 0 0 0 0,0-1 1 0 0,0 1-1 0 0,0-1 0 0 0,0 1 1 0 0,0-1-1 0 0,0 0 0 0 0,0 0 1 0 0,0 0-1 0 0,0 0 0 0 0,0 0 1 0 0,3-1-1 0 0,38-6-189 0 0,66-19 1 0 0,-59 13-454 0 0,102-29-3589 0 0,-53 8-3209 0 0,-59 19 1726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4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 36 0 0,'-6'-1'883'0'0,"-1"1"0"0"0,1-1 0 0 0,-1 1 0 0 0,1 0-1 0 0,-1 1 1 0 0,1-1 0 0 0,-1 1 0 0 0,1 0 0 0 0,0 1 0 0 0,-1 0 0 0 0,1 0 0 0 0,0 0 0 0 0,0 1 0 0 0,-9 5-1 0 0,11-5-622 0 0,0 0 0 0 0,0 0-1 0 0,0 1 1 0 0,0 0 0 0 0,1 0-1 0 0,0 0 1 0 0,-1 0-1 0 0,1 0 1 0 0,1 1 0 0 0,-1-1-1 0 0,1 1 1 0 0,-1 0 0 0 0,2 0-1 0 0,-1 0 1 0 0,0 0-1 0 0,1 0 1 0 0,0 0 0 0 0,-1 9-1 0 0,2-5-152 0 0,0 0 0 0 0,0 1 0 0 0,1-1 0 0 0,0 0-1 0 0,1 1 1 0 0,0-1 0 0 0,0 0 0 0 0,1 0 0 0 0,1-1-1 0 0,-1 1 1 0 0,1 0 0 0 0,1-1 0 0 0,-1 0 0 0 0,1 0 0 0 0,1 0-1 0 0,-1-1 1 0 0,1 0 0 0 0,1 0 0 0 0,12 11 0 0 0,-13-13-83 0 0,0-1 1 0 0,0 0 0 0 0,1 0-1 0 0,-1 0 1 0 0,1-1 0 0 0,-1 1-1 0 0,1-2 1 0 0,0 1 0 0 0,0-1-1 0 0,1 0 1 0 0,8 1 0 0 0,-10-2-11 0 0,0-1 1 0 0,0 0 0 0 0,0 0-1 0 0,0-1 1 0 0,0 0-1 0 0,0 0 1 0 0,0 0 0 0 0,0-1-1 0 0,-1 1 1 0 0,1-1-1 0 0,-1-1 1 0 0,1 1 0 0 0,-1-1-1 0 0,0 0 1 0 0,7-5 0 0 0,-6 3-13 0 0,0-1 0 0 0,0 0 0 0 0,0 0 0 0 0,-1 0 0 0 0,0-1 0 0 0,0 0 0 0 0,-1 0 0 0 0,0 0 0 0 0,0 0 0 0 0,0-1 0 0 0,-1 1 0 0 0,0-1 0 0 0,2-11 0 0 0,2-11 45 0 0,-2 0-1 0 0,3-37 1 0 0,-6 50 13 0 0,-3 26 313 0 0,1 24 293 0 0,-3 269 2819 0 0,-2-94-2330 0 0,-16 538 574 0 0,19-710-1627 0 0,-3 0 0 0 0,-10 40-1 0 0,12-64-24 0 0,0-1-1 0 0,-1 1 0 0 0,-1-1 1 0 0,0 0-1 0 0,0 0 1 0 0,-1 0-1 0 0,0-1 0 0 0,-1 1 1 0 0,-16 17-1 0 0,20-26-55 0 0,0 1 0 0 0,0 0 0 0 0,0-1 0 0 0,0 0 0 0 0,0 0 0 0 0,-1 0-1 0 0,1 0 1 0 0,-1 0 0 0 0,1-1 0 0 0,-1 1 0 0 0,0-1 0 0 0,0 0 0 0 0,0 0 0 0 0,0-1 0 0 0,-5 1 0 0 0,3-1-5 0 0,-1 0 1 0 0,1-1 0 0 0,-1 0 0 0 0,1 0 0 0 0,-1 0-1 0 0,1-1 1 0 0,0 0 0 0 0,-10-4 0 0 0,0-3-3 0 0,0 0 0 0 0,0 0 0 0 0,1-2 0 0 0,1 0 1 0 0,-23-21-1 0 0,25 20 15 0 0,0-1 1 0 0,0 0-1 0 0,1-1 1 0 0,0 0-1 0 0,2-1 1 0 0,0 0-1 0 0,0-1 1 0 0,1 0-1 0 0,1 0 1 0 0,-5-18-1 0 0,9 22-169 0 0,0 0 1 0 0,1 0-1 0 0,0-1 0 0 0,1 1 1 0 0,1 0-1 0 0,0-1 0 0 0,0 1 1 0 0,1 0-1 0 0,1 0 0 0 0,0-1 0 0 0,1 1 1 0 0,0 0-1 0 0,0 1 0 0 0,2-1 1 0 0,5-12-1 0 0,3 1-616 0 0,0 1-1 0 0,1 0 1 0 0,1 1 0 0 0,1 1-1 0 0,1 0 1 0 0,30-26-1 0 0,39-25-3750 0 0,4 8-3508 0 0,-44 34-8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26 2096 0 0,'-31'-10'3364'0'0,"-13"-5"4893"0"0,70 37-6282 0 0,197 115 86 0 0,0-1-1723 0 0,-189-116-296 0 0,-26-16-22 0 0,0 0 0 0 0,-1 1 1 0 0,1 0-1 0 0,-1 0 0 0 0,0 1 0 0 0,0-1 1 0 0,8 10-1 0 0,-15-14-14 0 0,1 1 1 0 0,0-1-1 0 0,-1 0 0 0 0,0 0 1 0 0,1 0-1 0 0,-1 1 1 0 0,0-1-1 0 0,0 0 0 0 0,1 1 1 0 0,-1-1-1 0 0,0 0 0 0 0,0 0 1 0 0,-1 1-1 0 0,1-1 0 0 0,0 0 1 0 0,0 0-1 0 0,-1 1 1 0 0,1-1-1 0 0,0 0 0 0 0,-1 0 1 0 0,1 0-1 0 0,-1 1 0 0 0,0-1 1 0 0,1 0-1 0 0,-1 0 0 0 0,0 0 1 0 0,-1 1-1 0 0,-23 26 368 0 0,24-27-361 0 0,-26 20 223 0 0,0-1 1 0 0,-2-2-1 0 0,0 0 0 0 0,-51 21 0 0 0,22-10 30 0 0,-134 69 207 0 0,164-85-430 0 0,22-11-291 0 0,0 1 1 0 0,0 0-1 0 0,0 0 0 0 0,1 0 0 0 0,-11 8 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5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0 3132 0 0,'3'1'4333'0'0,"13"0"-914"0"0,-16-1-3205 0 0,1 0-1 0 0,-1 0 1 0 0,1 0-1 0 0,0 0 0 0 0,-1 0 1 0 0,1 0-1 0 0,-1 0 1 0 0,1 0-1 0 0,-1 0 0 0 0,1 0 1 0 0,4 3 1920 0 0,-4-2-1921 0 0,-2 3 86 0 0,0 0 0 0 0,0 0-1 0 0,0-1 1 0 0,0 1-1 0 0,-1 0 1 0 0,1-1 0 0 0,-1 1-1 0 0,0-1 1 0 0,0 0 0 0 0,0 1-1 0 0,-1-1 1 0 0,1 0-1 0 0,-5 3 1 0 0,-42 41 1095 0 0,44-42-1227 0 0,-213 159 1692 0 0,-14-18-1435 0 0,206-130-374 0 0,-24 13-2445 0 0,80-49-9452 0 0,-9 7 4839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1784 0 0,'18'-60'14045'0'0,"-17"59"-13934"0"0,0 0 0 0 0,0 0 0 0 0,-1 0 0 0 0,1 0 0 0 0,0 0 0 0 0,0 1 0 0 0,0-1 0 0 0,0 0 0 0 0,0 0 1 0 0,0 1-1 0 0,0-1 0 0 0,0 1 0 0 0,0-1 0 0 0,0 1 0 0 0,0-1 0 0 0,0 1 0 0 0,0 0 0 0 0,0-1 0 0 0,1 1 0 0 0,-1 0 0 0 0,0 0 0 0 0,0 0 1 0 0,0 0-1 0 0,3 0 0 0 0,5 2-7 0 0,0 0 0 0 0,0 1 0 0 0,-1 0 0 0 0,1 1 1 0 0,0-1-1 0 0,-1 2 0 0 0,0-1 0 0 0,0 1 0 0 0,-1 1 0 0 0,1-1 1 0 0,-1 1-1 0 0,0 0 0 0 0,0 1 0 0 0,-1 0 0 0 0,0 0 0 0 0,8 12 1 0 0,-9-10 4 0 0,0 0 0 0 0,0 0 1 0 0,-1 1-1 0 0,-1 0 0 0 0,1-1 1 0 0,-1 1-1 0 0,-1 0 1 0 0,0 1-1 0 0,-1-1 0 0 0,0 0 1 0 0,0 0-1 0 0,-1 1 1 0 0,0-1-1 0 0,-1 0 0 0 0,-2 13 1 0 0,-1-5 218 0 0,-1 0 0 0 0,0 0 0 0 0,-2-1 0 0 0,-9 22 0 0 0,-42 65 1209 0 0,7-12-447 0 0,49-90-1064 0 0,1 0 0 0 0,0 0 0 0 0,0 0 0 0 0,0 0 0 0 0,0 1-1 0 0,0-1 1 0 0,1 0 0 0 0,-1 1 0 0 0,1-1 0 0 0,-1 0 0 0 0,1 1 0 0 0,0-1-1 0 0,0 0 1 0 0,0 1 0 0 0,0-1 0 0 0,1 1 0 0 0,-1-1 0 0 0,1 3-1 0 0,0-3-10 0 0,1-1-1 0 0,-1 1 1 0 0,1 0-1 0 0,-1 0 0 0 0,1-1 1 0 0,0 1-1 0 0,0-1 0 0 0,-1 0 1 0 0,1 1-1 0 0,0-1 1 0 0,0 0-1 0 0,1 0 0 0 0,-1 0 1 0 0,0 0-1 0 0,0-1 0 0 0,0 1 1 0 0,1 0-1 0 0,3 0 0 0 0,33 5 8 0 0,1-2 0 0 0,-1-1 0 0 0,1-3 0 0 0,52-4-1 0 0,-28 1 23 0 0,471-30-4330 0 0,-356 16-782 0 0,-2-2-3686 0 0,-116 13 1955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09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1 936 0 0,'18'5'15456'0'0,"-19"27"-13271"0"0,-1-13-557 0 0,22 253 2848 0 0,-2-46-2877 0 0,-5-47-1057 0 0,72 684 209 0 0,-75-754-650 0 0,45 596 1123 0 0,-39-280-842 0 0,-8-196-189 0 0,6 420 1192 0 0,7 160-1134 0 0,19-125 115 0 0,-9-180-657 0 0,5 128 1637 0 0,-5-11-1158 0 0,-3-291-148 0 0,-15-201-31 0 0,86 1034-107 0 0,-86-1008 73 0 0,10 179 83 0 0,-20-143 4 0 0,-3-143-59 0 0,0-33-3 0 0,-1-1 0 0 0,0-2 0 0 0,0 1 0 0 0,1 0 0 0 0,0-1 0 0 0,0 0 0 0 0,0-3 0 0 0,-2 1 0 0 0,-1 0 0 0 0,1-3 0 0 0,6-1 0 0 0,11-3 0 0 0,2-4 0 0 0,2-1 0 0 0,-1-1 0 0 0,2 1 0 0 0,31-5 0 0 0,44-6 0 0 0,183-1 0 0 0,679 11 0 0 0,-879 1 0 0 0,525-20 0 0 0,223-4 0 0 0,-247 17 0 0 0,-454 6 0 0 0,638-11 0 0 0,230-6 0 0 0,629-68 0 0 0,-158-42 0 0 0,-277 53 0 0 0,-383 41 0 0 0,-183 10 0 0 0,-432 17 0 0 0,-166 9 0 0 0,0-2 0 0 0,-5 1 0 0 0,-1 1 0 0 0,0-1 0 0 0,-1 0 0 0 0,0 1 0 0 0,-1-2 0 0 0,-5-1-296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3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73 828 0 0,'-24'-20'6211'0'0,"23"20"-6140"0"0,1-1-1 0 0,-1 1 0 0 0,0-1 0 0 0,0 0 1 0 0,1 1-1 0 0,-1-1 0 0 0,0 0 1 0 0,0 1-1 0 0,1-1 0 0 0,-1 0 0 0 0,1 0 1 0 0,-1 0-1 0 0,1 0 0 0 0,-1 0 1 0 0,1 0-1 0 0,0 0 0 0 0,-1 0 0 0 0,1 0 1 0 0,0 0-1 0 0,0 0 0 0 0,0 0 1 0 0,0 0-1 0 0,0 0 0 0 0,0 0 0 0 0,0 0 1 0 0,0 0-1 0 0,0 0 0 0 0,0 0 0 0 0,0 0 1 0 0,1 0-1 0 0,-1 0 0 0 0,0 1 1 0 0,1-1-1 0 0,-1 0 0 0 0,1 0 0 0 0,-1 0 1 0 0,1 0-1 0 0,-1 0 0 0 0,1 0 1 0 0,0 1-1 0 0,-1-1 0 0 0,1 0 0 0 0,0 1 1 0 0,-1-1-1 0 0,1 0 0 0 0,0 1 1 0 0,0-1-1 0 0,0 1 0 0 0,0-1 0 0 0,0 1 1 0 0,0 0-1 0 0,0-1 0 0 0,0 1 0 0 0,1-1 1 0 0,4-1-47 0 0,-1 0 0 0 0,1 1-1 0 0,0 0 1 0 0,0-1 0 0 0,0 2 0 0 0,-1-1 0 0 0,1 1 0 0 0,7 0 0 0 0,-4 1-10 0 0,1 1 1 0 0,-1 0 0 0 0,0 1-1 0 0,0-1 1 0 0,0 2 0 0 0,0-1-1 0 0,0 2 1 0 0,-1-1-1 0 0,0 1 1 0 0,0 0 0 0 0,0 0-1 0 0,0 1 1 0 0,-1 0 0 0 0,0 1-1 0 0,7 8 1 0 0,-9-9 3 0 0,0 0 1 0 0,-1 1-1 0 0,0-1 1 0 0,0 1-1 0 0,0 0 0 0 0,-1 0 1 0 0,0 0-1 0 0,-1 0 1 0 0,0 0-1 0 0,0 1 1 0 0,0-1-1 0 0,-1 1 0 0 0,0 0 1 0 0,0-1-1 0 0,-1 1 1 0 0,0 0-1 0 0,-1-1 1 0 0,1 1-1 0 0,-3 9 0 0 0,-2 0 30 0 0,0-1 0 0 0,-1 1-1 0 0,0-1 1 0 0,-2-1 0 0 0,1 1-1 0 0,-2-1 1 0 0,0-1 0 0 0,-1 1-1 0 0,-1-2 1 0 0,0 1 0 0 0,0-2-1 0 0,-25 22 1 0 0,34-33 38 0 0,3-5-95 0 0,1 0 1 0 0,-1 0-1 0 0,1 1 0 0 0,0-1 0 0 0,0 0 0 0 0,0 0 0 0 0,0 1 0 0 0,1 0 0 0 0,-1-1 0 0 0,4-2 0 0 0,2-4-19 0 0,15-19-57 0 0,43-41 0 0 0,-44 48 71 0 0,0-2 0 0 0,33-46 0 0 0,-52 67 15 0 0,-1 0 0 0 0,0 0-1 0 0,0 0 1 0 0,0 0 0 0 0,0 0 0 0 0,-1-1 0 0 0,0 1 0 0 0,1-1 0 0 0,-1 1-1 0 0,0-1 1 0 0,-1 0 0 0 0,1 1 0 0 0,-1-1 0 0 0,1 0 0 0 0,-1 1 0 0 0,-1-6-1 0 0,1 7 45 0 0,-4 2-34 0 0,1 0-1 0 0,-1 0 0 0 0,1 0 1 0 0,-1 1-1 0 0,1-1 0 0 0,0 1 1 0 0,-1 0-1 0 0,1 0 1 0 0,0 0-1 0 0,0 1 0 0 0,0-1 1 0 0,0 1-1 0 0,0 0 1 0 0,0-1-1 0 0,0 1 0 0 0,0 1 1 0 0,0-1-1 0 0,1 0 1 0 0,0 1-1 0 0,-1-1 0 0 0,-1 4 1 0 0,-4 3 23 0 0,1 1-1 0 0,0 0 1 0 0,1 0 0 0 0,0 1-1 0 0,1 0 1 0 0,0 0 0 0 0,0 0 0 0 0,2 0-1 0 0,-1 1 1 0 0,1 0 0 0 0,-2 22-1 0 0,4-29-16 0 0,1 1 0 0 0,0-1 0 0 0,0 1-1 0 0,0 0 1 0 0,1-1 0 0 0,0 1 0 0 0,0-1-1 0 0,0 1 1 0 0,1-1 0 0 0,0 1 0 0 0,0-1-1 0 0,0 0 1 0 0,1 0 0 0 0,-1 0 0 0 0,1 0-1 0 0,1-1 1 0 0,-1 1 0 0 0,0-1 0 0 0,1 1-1 0 0,0-1 1 0 0,0 0 0 0 0,0-1 0 0 0,1 1-1 0 0,-1-1 1 0 0,1 0 0 0 0,0 0-1 0 0,7 3 1 0 0,0-1-26 0 0,-1-1-1 0 0,1 0 1 0 0,0-1-1 0 0,0 0 1 0 0,0-1-1 0 0,0-1 1 0 0,16 1 0 0 0,31-4-1840 0 0,-4-7-3384 0 0,-31 3 1543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3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62 1628 0 0,'-18'-6'9968'0'0,"23"3"-8417"0"0,21-5-599 0 0,35-5-912 0 0,91-9-487 0 0,-51 13-6398 0 0,-85 8 2402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3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 1368 0 0,'-36'23'3909'0'0,"26"-17"-2687"0"0,0 0 0 0 0,1 1 0 0 0,-14 12 1 0 0,22-18-842 0 0,1-1-338 0 0,0 1 0 0 0,0-1 0 0 0,1 1-1 0 0,-1-1 1 0 0,1 1 0 0 0,-1-1 0 0 0,1 1 0 0 0,-1-1 0 0 0,0 0 0 0 0,1 1 0 0 0,0-1 0 0 0,-1 0-1 0 0,1 0 1 0 0,-1 1 0 0 0,1-1 0 0 0,-1 0 0 0 0,1 0 0 0 0,0 1 0 0 0,22-2 4 0 0,0-2 1 0 0,0 0-1 0 0,36-10 1 0 0,68-28-5838 0 0,-96 30 2432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4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234 254 508 0 0,'-7'-11'5023'0'0,"5"9"-4789"0"0,1 1 0 0 0,-1 0 1 0 0,1 0-1 0 0,-1 0 1 0 0,0 0-1 0 0,0 0 0 0 0,1 0 1 0 0,-1 1-1 0 0,0-1 1 0 0,0 1-1 0 0,0-1 1 0 0,0 1-1 0 0,0 0 0 0 0,1-1 1 0 0,-1 1-1 0 0,0 0 1 0 0,0 0-1 0 0,0 0 1 0 0,0 1-1 0 0,-2-1 0 0 0,0 2-11 0 0,0-1-1 0 0,0 0 1 0 0,1 1-1 0 0,-1 0 1 0 0,0 0-1 0 0,1 0 0 0 0,0 0 1 0 0,-1 1-1 0 0,-2 3 1 0 0,-7 7 183 0 0,1 0-1 0 0,0 1 1 0 0,-13 22 0 0 0,20-30-119 0 0,-9 15 30 0 0,1 0 1 0 0,1 1-1 0 0,-9 23 0 0 0,17-36-249 0 0,0 1 1 0 0,1-1-1 0 0,0 1 0 0 0,1 0 0 0 0,0 0 0 0 0,1 0 0 0 0,0 0 0 0 0,0 0 0 0 0,1 0 0 0 0,2 13 0 0 0,-1-19-42 0 0,-1 1-1 0 0,1-1 0 0 0,1 1 1 0 0,-1-1-1 0 0,1 0 1 0 0,0 0-1 0 0,0 0 1 0 0,0 0-1 0 0,0 0 0 0 0,0 0 1 0 0,1-1-1 0 0,0 1 1 0 0,0-1-1 0 0,0 0 1 0 0,0 1-1 0 0,0-2 1 0 0,5 4-1 0 0,-2-2-5 0 0,-1-1 1 0 0,1 0-1 0 0,1-1 0 0 0,-1 1 1 0 0,0-1-1 0 0,1 0 0 0 0,-1-1 1 0 0,1 1-1 0 0,-1-1 0 0 0,11 0 1 0 0,-2-1-5 0 0,1-1 1 0 0,-1 0 0 0 0,0-1 0 0 0,0-1 0 0 0,0 0-1 0 0,0-1 1 0 0,-1 0 0 0 0,0-2 0 0 0,20-9 0 0 0,-21 7 40 0 0,0 0 0 0 0,0-1 0 0 0,-1-1 0 0 0,0-1 0 0 0,-1 1 0 0 0,0-2 0 0 0,-1 1 0 0 0,0-1 0 0 0,-1-1 0 0 0,0 0 0 0 0,-1 0 0 0 0,0-1 0 0 0,-2 0 0 0 0,1 0 0 0 0,-2-1 0 0 0,5-16 0 0 0,-5 12-40 0 0,0 1 0 0 0,-2 0 0 0 0,0-1 0 0 0,-1 0-1 0 0,-1 1 1 0 0,-1-1 0 0 0,-1 0 0 0 0,0 0 0 0 0,-1 0 0 0 0,-1 1 0 0 0,-1 0 0 0 0,-1-1 0 0 0,-7-18 0 0 0,8 28-6 0 0,0 1 0 0 0,0 0 0 0 0,-1 0 0 0 0,0 0 0 0 0,0 0 0 0 0,-1 1 0 0 0,0-1 1 0 0,0 1-1 0 0,-1 1 0 0 0,0-1 0 0 0,0 1 0 0 0,-1 1 0 0 0,-11-8 0 0 0,14 10-87 0 0,-1 1-1 0 0,1-1 1 0 0,-1 1-1 0 0,0 0 1 0 0,1 1-1 0 0,-1-1 0 0 0,0 1 1 0 0,0 0-1 0 0,0 1 1 0 0,0-1-1 0 0,0 1 1 0 0,0 1-1 0 0,0-1 1 0 0,0 1-1 0 0,0 0 1 0 0,0 0-1 0 0,0 0 1 0 0,0 1-1 0 0,1 0 0 0 0,-1 0 1 0 0,1 1-1 0 0,-6 3 1 0 0,2-1-477 0 0,1 0 1 0 0,0 1-1 0 0,0 0 0 0 0,0 1 1 0 0,-8 8-1 0 0,13-10-341 0 0,-1-1 0 0 0,1 1 0 0 0,-1 0 0 0 0,1 0 0 0 0,0 0 0 0 0,-2 7 0 0 0,0 5-4185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5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4 1832 0 0,'15'-3'7392'0'0,"-15"3"-7355"0"0,0 0 1 0 0,1 0-1 0 0,-1 0 0 0 0,1 0 0 0 0,-1 0 1 0 0,1 0-1 0 0,-1 0 0 0 0,0 0 0 0 0,1 0 0 0 0,-1 0 1 0 0,1 0-1 0 0,-1 0 0 0 0,0 0 0 0 0,1 0 1 0 0,-1 1-1 0 0,1-1 0 0 0,-1 0 0 0 0,0 0 1 0 0,1 1-1 0 0,-1-1 0 0 0,0 0 0 0 0,1 0 0 0 0,-1 1 1 0 0,0-1-1 0 0,0 0 0 0 0,1 1 0 0 0,-1-1 1 0 0,0 0-1 0 0,0 1 0 0 0,0-1 0 0 0,1 1 1 0 0,-1 0-1 0 0,-1 17 733 0 0,-4 1-514 0 0,0 0-1 0 0,0 0 1 0 0,-17 35 0 0 0,-34 50 67 0 0,35-66-175 0 0,-13 24-278 0 0,-54 103-9 0 0,39-50-5716 0 0,41-89 1666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6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2072 0 0,'10'-55'7510'0'0,"-8"42"-6382"0"0,0 6-144 0 0,4 17-743 0 0,19 69-133 0 0,-19-56-73 0 0,1 1 0 0 0,16 32 0 0 0,-17-45-14 0 0,0 0 0 0 0,0 0-1 0 0,2-1 1 0 0,-1 0-1 0 0,1 0 1 0 0,15 13-1 0 0,-18-18 2 0 0,1-1-1 0 0,-1 1 0 0 0,1-1 1 0 0,0-1-1 0 0,0 1 0 0 0,0-1 1 0 0,1 0-1 0 0,-1-1 0 0 0,1 1 1 0 0,-1-1-1 0 0,1-1 0 0 0,12 3 1 0 0,-16-4-10 0 0,1 0 0 0 0,-1 0 0 0 0,0-1 0 0 0,0 1 0 0 0,0-1 0 0 0,1 0 0 0 0,-1 0 0 0 0,0 0 0 0 0,0 0 0 0 0,0 0 0 0 0,0-1 0 0 0,-1 1 0 0 0,1-1 0 0 0,0 0 0 0 0,0 1 0 0 0,-1-2 0 0 0,0 1 0 0 0,1 0 0 0 0,-1 0 0 0 0,0-1 0 0 0,0 1 0 0 0,0-1 0 0 0,0 1 0 0 0,2-6 0 0 0,3-4 6 0 0,-1-1 0 0 0,-1 1-1 0 0,0-1 1 0 0,3-14-1 0 0,-8 26-17 0 0,33-133 729 0 0,-29 122-711 0 0,-4 23 4 0 0,0 5-22 0 0,4 267 314 0 0,-16 379-24 0 0,8-617 35 0 0,-19 77-1 0 0,17-102 36 0 0,0 0 0 0 0,-1 0 0 0 0,-1-1 0 0 0,-1 0 0 0 0,-1-1 0 0 0,-12 20 0 0 0,20-36-320 0 0,1 0 0 0 0,0 0 0 0 0,-1 0 0 0 0,0 0 0 0 0,1 0 0 0 0,-1 0 0 0 0,0 0 0 0 0,0-1 1 0 0,0 1-1 0 0,0-1 0 0 0,0 1 0 0 0,0-1 0 0 0,0 0 0 0 0,-1 0 0 0 0,1 0 0 0 0,0 0 0 0 0,-1 0 0 0 0,1-1 1 0 0,0 1-1 0 0,-1 0 0 0 0,1-1 0 0 0,-1 0 0 0 0,1 0 0 0 0,-1 0 0 0 0,1 0 0 0 0,-1 0 0 0 0,1 0 1 0 0,-1-1-1 0 0,1 1 0 0 0,-1-1 0 0 0,1 0 0 0 0,0 0 0 0 0,-1 1 0 0 0,1-2 0 0 0,0 1 0 0 0,0 0 0 0 0,-3-2 1 0 0,-1-1-3 0 0,0-1 0 0 0,0 0 0 0 0,1 0 0 0 0,0 0 0 0 0,0-1 0 0 0,0 1 0 0 0,0-1 1 0 0,1 0-1 0 0,0-1 0 0 0,0 1 0 0 0,-4-11 0 0 0,4 4-20 0 0,0 1 0 0 0,0 0-1 0 0,2-1 1 0 0,-1 0 0 0 0,2 0 0 0 0,-1 0-1 0 0,2 0 1 0 0,0 0 0 0 0,2-14 0 0 0,0 7-19 0 0,2 1 1 0 0,0-1 0 0 0,1 1 0 0 0,2 0-1 0 0,10-25 1 0 0,1 8-10 0 0,2 1 0 0 0,1 1-1 0 0,2 0 1 0 0,1 2 0 0 0,36-37 0 0 0,-33 42-391 0 0,58-45 0 0 0,-5 14-5504 0 0,-46 33 376 0 0,-18 14 573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7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90 2628 0 0,'-16'2'11990'0'0,"151"-48"-10770"0"0,-15 13-1511 0 0,-43 21-4805 0 0,-64 14 1644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7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0 592 0 0,'-186'125'11469'0'0,"185"-124"-11254"0"0,0-1-185 0 0,1 1-1 0 0,0-1 0 0 0,0 0 1 0 0,0 1-1 0 0,0-1 0 0 0,0 1 0 0 0,0-1 1 0 0,0 1-1 0 0,0-1 0 0 0,1 0 1 0 0,-1 1-1 0 0,0-1 0 0 0,0 1 0 0 0,0-1 1 0 0,0 0-1 0 0,0 1 0 0 0,1-1 1 0 0,-1 0-1 0 0,0 1 0 0 0,0-1 1 0 0,1 0-1 0 0,-1 1 0 0 0,0-1 0 0 0,1 0 1 0 0,-1 0-1 0 0,0 1 0 0 0,1-1 1 0 0,21 0 128 0 0,-1-1 0 0 0,1-1 0 0 0,0-1 0 0 0,34-10 1 0 0,-11 3-103 0 0,227-49-4016 0 0,-221 47 1133 0 0,11-1-1926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40 80 0 0,'-8'1'1072'0'0,"-14"3"7572"0"0,-5 2-316 0 0,19-2-4868 0 0,24-4-4005 0 0,394-44 1865 0 0,-407 44-1297 0 0,0-1 12 0 0,8-1-12 0 0,15-5-543 0 0,-23 6-138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8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2836 0 0,'4'-35'13891'0'0,"-2"51"-10543"0"0,13 79-1667 0 0,9 304-1581 0 0,-22-266-3682 0 0,-3 0-4084 0 0,-2-70-538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19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42 120 1040 0 0,'-17'-23'4141'0'0,"13"18"-3501"0"0,1 1-1 0 0,-1 0 0 0 0,1-1 0 0 0,1 0 0 0 0,-5-8 0 0 0,7 12-598 0 0,-1-1 1 0 0,1 1-1 0 0,0 0 0 0 0,-1-1 1 0 0,1 1-1 0 0,0-1 0 0 0,0 1 0 0 0,0-1 1 0 0,0 1-1 0 0,0-1 0 0 0,1 1 1 0 0,-1-1-1 0 0,0 1 0 0 0,1 0 0 0 0,-1-1 1 0 0,1 1-1 0 0,-1-1 0 0 0,1 1 1 0 0,0 0-1 0 0,-1 0 0 0 0,1-1 0 0 0,0 1 1 0 0,0 0-1 0 0,0 0 0 0 0,2-2 1 0 0,-1 1-28 0 0,0 0 1 0 0,1-1-1 0 0,-1 1 1 0 0,1 1-1 0 0,-1-1 1 0 0,1 0-1 0 0,0 1 1 0 0,0-1-1 0 0,-1 1 1 0 0,1 0-1 0 0,0 0 1 0 0,0 0-1 0 0,0 0 1 0 0,0 0-1 0 0,0 1 1 0 0,1-1-1 0 0,-1 1 1 0 0,0 0-1 0 0,0 0 1 0 0,0 0-1 0 0,0 1 1 0 0,0-1-1 0 0,0 1 1 0 0,0-1 0 0 0,0 1-1 0 0,0 0 1 0 0,0 0-1 0 0,0 1 1 0 0,0-1-1 0 0,3 2 1 0 0,2 2-8 0 0,0 0 0 0 0,-1 1 0 0 0,1 0-1 0 0,-1 0 1 0 0,-1 1 0 0 0,1 0 0 0 0,-1 0 0 0 0,0 0 0 0 0,0 1 0 0 0,-1 0 0 0 0,0 0 0 0 0,-1 0 0 0 0,0 1 0 0 0,0-1 0 0 0,-1 1 0 0 0,0 0 0 0 0,0 0 0 0 0,-1 0 0 0 0,0 1 0 0 0,-1-1 0 0 0,1 14 0 0 0,-2-3 17 0 0,0 0 1 0 0,-2-1 0 0 0,0 1 0 0 0,-2 0-1 0 0,0-1 1 0 0,-1 1 0 0 0,-1-1-1 0 0,0-1 1 0 0,-12 24 0 0 0,-33 66 405 0 0,50-106-325 0 0,6-11-58 0 0,126-229-71 0 0,-90 158-8 0 0,-28 54 28 0 0,-5 13 107 0 0,0-1 1 0 0,-2-1-1 0 0,1 1 1 0 0,6-26-1 0 0,-13 39-100 0 0,0 1 0 0 0,0-1 0 0 0,1 1 1 0 0,-1-1-1 0 0,0 0 0 0 0,0 0 0 0 0,0 1 0 0 0,0-1 0 0 0,0 0 0 0 0,0 1 0 0 0,0-1 0 0 0,0 0 0 0 0,0 1 1 0 0,0-1-1 0 0,-1 0 0 0 0,1 1 0 0 0,0-1 0 0 0,0 0 0 0 0,-1 1 0 0 0,1-1 0 0 0,0 1 0 0 0,-1-1 1 0 0,0 0-1 0 0,1 1-2 0 0,-1 0 0 0 0,1-1 0 0 0,-1 1 0 0 0,1 0 0 0 0,-1 0 0 0 0,1 0 0 0 0,-1 0 0 0 0,0 0 0 0 0,1 0 0 0 0,-1 0 0 0 0,1 0 0 0 0,-1 0 1 0 0,0 0-1 0 0,1 0 0 0 0,-1 0 0 0 0,1 0 0 0 0,-1 1 0 0 0,1-1 0 0 0,-1 0 0 0 0,0 1 0 0 0,-26 16 35 0 0,14-4-29 0 0,1 0-1 0 0,0 1 1 0 0,1 1 0 0 0,0 0 0 0 0,1 0-1 0 0,1 1 1 0 0,0 0 0 0 0,1 1 0 0 0,1-1 0 0 0,1 2-1 0 0,-8 32 1 0 0,13-46-4 0 0,0 1 1 0 0,0-1-1 0 0,1 0 0 0 0,-1 0 0 0 0,1 1 0 0 0,0-1 0 0 0,1 0 1 0 0,-1 1-1 0 0,1-1 0 0 0,0 0 0 0 0,0 0 0 0 0,0 0 1 0 0,0 0-1 0 0,1 0 0 0 0,0 0 0 0 0,2 4 0 0 0,-1-3 0 0 0,1 0-1 0 0,-1-1 1 0 0,1 1-1 0 0,1-1 0 0 0,-1 0 1 0 0,0 0-1 0 0,1-1 0 0 0,0 1 1 0 0,0-1-1 0 0,8 4 0 0 0,2 0 17 0 0,1-1-1 0 0,0-1 0 0 0,0 0 0 0 0,1-1 1 0 0,0-1-1 0 0,-1 0 0 0 0,19 0 0 0 0,-23-3-415 0 0,-1 1-1 0 0,1-2 1 0 0,-1 1-1 0 0,22-5 1 0 0,-31 4-39 0 0,1 1 1 0 0,-1-1 0 0 0,1 0-1 0 0,-1 0 1 0 0,1 0 0 0 0,-1 0-1 0 0,4-3 1 0 0,-2 2-975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0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 1292 0 0,'0'0'1952'0'0,"-14"35"10792"0"0,52-37-12591 0 0,0-1 0 0 0,-1-2 0 0 0,49-13 0 0 0,-43 10-1284 0 0,-41 8 416 0 0,3-1 7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16 105 932 0 0,'-10'-37'9213'0'0,"5"15"-6307"0"0,5 21-2829 0 0,0 0 0 0 0,0 0 0 0 0,0 0 0 0 0,0-1 1 0 0,0 1-1 0 0,0 0 0 0 0,0 0 0 0 0,1 0 0 0 0,-1-1 1 0 0,0 1-1 0 0,1 0 0 0 0,-1 0 0 0 0,1 0 0 0 0,-1 0 1 0 0,1 0-1 0 0,0 0 0 0 0,-1 0 0 0 0,1 0 0 0 0,0 0 1 0 0,0 0-1 0 0,-1 0 0 0 0,1 0 0 0 0,0 1 0 0 0,2-2 1 0 0,17-11 198 0 0,-17 12-263 0 0,0 0 0 0 0,0 0 0 0 0,0 0 0 0 0,0 1 0 0 0,0-1 0 0 0,0 1 0 0 0,0 0 0 0 0,0 0 0 0 0,0 0 0 0 0,0 0 0 0 0,0 0-1 0 0,0 1 1 0 0,0-1 0 0 0,0 1 0 0 0,0 0 0 0 0,0 0 0 0 0,0 0 0 0 0,0 0 0 0 0,-1 1 0 0 0,1-1 0 0 0,0 1 0 0 0,-1-1 0 0 0,1 1-1 0 0,-1 0 1 0 0,1 0 0 0 0,2 3 0 0 0,-1 0-3 0 0,1 0 1 0 0,-1 0-1 0 0,0 0 0 0 0,-1 0 1 0 0,1 0-1 0 0,-1 1 0 0 0,0 0 0 0 0,-1 0 1 0 0,1-1-1 0 0,-1 2 0 0 0,2 7 0 0 0,-2-1 30 0 0,-1-1-1 0 0,0 1 1 0 0,-1 0-1 0 0,-1 0 1 0 0,0 0-1 0 0,0-1 1 0 0,-2 1-1 0 0,-4 16 1 0 0,-6 12 140 0 0,-20 44-1 0 0,20-53-115 0 0,-59 128 278 0 0,72-159-338 0 0,0 0 0 0 0,0 0 0 0 0,0-1 0 0 0,0 1 0 0 0,0 0 0 0 0,0-1 0 0 0,0 1 1 0 0,0 0-1 0 0,0-1 0 0 0,1 1 0 0 0,-1-1 0 0 0,0 1 0 0 0,0 0 0 0 0,1-1 0 0 0,-1 1 1 0 0,1-1-1 0 0,-1 1 0 0 0,0 0 0 0 0,1-1 0 0 0,-1 1 0 0 0,1-1 0 0 0,-1 1 0 0 0,1-1 1 0 0,-1 0-1 0 0,1 1 0 0 0,-1-1 0 0 0,1 0 0 0 0,0 1 0 0 0,-1-1 0 0 0,1 0 0 0 0,-1 1 1 0 0,1-1-1 0 0,0 0 0 0 0,-1 0 0 0 0,1 0 0 0 0,0 0 0 0 0,-1 0 0 0 0,1 0 0 0 0,0 0 1 0 0,0 0-1 0 0,-1 0 0 0 0,2 0 0 0 0,22-1-23 0 0,0-2 0 0 0,0 0 1 0 0,0-1-1 0 0,36-12 0 0 0,-15 1-2222 0 0,62-30-1 0 0,-57 17-3177 0 0,-26 11 792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38 320 0 0,'-9'-13'5297'0'0,"-1"-5"-2453"0"0,10 18-2767 0 0,0-1-1 0 0,-1 1 1 0 0,1 0 0 0 0,0-1 0 0 0,0 1-1 0 0,-1 0 1 0 0,1-1 0 0 0,0 1 0 0 0,-1 0 0 0 0,1-1-1 0 0,0 1 1 0 0,-1 0 0 0 0,1-1 0 0 0,-1 1-1 0 0,1 0 1 0 0,0 0 0 0 0,-1 0 0 0 0,1-1-1 0 0,-1 1 1 0 0,1 0 0 0 0,0 0 0 0 0,-1 0-1 0 0,1 0 1 0 0,-1 0 0 0 0,1 0 0 0 0,-1 0 0 0 0,1 0-1 0 0,-1 0 1 0 0,1 0 0 0 0,-1 0 0 0 0,1 0-1 0 0,0 0 1 0 0,-1 0 0 0 0,1 0 0 0 0,-1 0-1 0 0,1 1 1 0 0,-1-1 0 0 0,1 0 0 0 0,0 0-1 0 0,-1 1 1 0 0,1-1 0 0 0,-1 1 0 0 0,0 1 53 0 0,0 1 1 0 0,0 0-1 0 0,0 0 1 0 0,0 0-1 0 0,1 0 0 0 0,0 0 1 0 0,-1 0-1 0 0,1 1 1 0 0,0-1-1 0 0,0 0 1 0 0,1 0-1 0 0,-1 0 1 0 0,1 3-1 0 0,0 2 156 0 0,0 8-145 0 0,1 1 1 0 0,0-1-1 0 0,1 0 1 0 0,1 0-1 0 0,1 0 1 0 0,0-1-1 0 0,1 1 1 0 0,1-1-1 0 0,0 0 0 0 0,1-1 1 0 0,0 0-1 0 0,1 0 1 0 0,1-1-1 0 0,0 0 1 0 0,1 0-1 0 0,0-2 1 0 0,1 1-1 0 0,0-1 0 0 0,23 15 1 0 0,-32-24-103 0 0,20 10 207 0 0,-22-12-238 0 0,0 0 0 0 0,1 0 0 0 0,-1 0 0 0 0,0 0 0 0 0,0 0 0 0 0,1 0 0 0 0,-1 0 0 0 0,0 0 0 0 0,0 0 0 0 0,1-1 0 0 0,-1 1 0 0 0,0-1 0 0 0,0 1 0 0 0,0-1 0 0 0,0 1 0 0 0,2-2 0 0 0,-1 1-5 0 0,-1-1 1 0 0,1 1-1 0 0,-1-1 0 0 0,0 1 0 0 0,1-1 0 0 0,-1 0 0 0 0,0 0 0 0 0,0 0 1 0 0,0 1-1 0 0,0-1 0 0 0,0 0 0 0 0,-1 0 0 0 0,1 0 0 0 0,0-3 0 0 0,4-27-2 0 0,4-36 87 0 0,-9 65-93 0 0,-9 38-133 0 0,-5 28 184 0 0,-52 253 233 0 0,23-124-187 0 0,40-175-47 0 0,-34 130 9 0 0,32-130 182 0 0,-1 0-1 0 0,-1-1 1 0 0,-1 0 0 0 0,0 0-1 0 0,-1-1 1 0 0,-15 20-1 0 0,20-30-174 0 0,0-1 0 0 0,-1 1 0 0 0,0-1-1 0 0,0 0 1 0 0,0 0 0 0 0,0-1-1 0 0,-1 0 1 0 0,1 0 0 0 0,-1 0 0 0 0,0 0-1 0 0,0-1 1 0 0,0 0 0 0 0,0 0 0 0 0,0-1-1 0 0,0 1 1 0 0,-1-1 0 0 0,-11 0-1 0 0,9-1 18 0 0,0 0 0 0 0,-1-1 0 0 0,1 0 0 0 0,0-1 0 0 0,0 0 0 0 0,0 0 0 0 0,0-1 0 0 0,0 0 0 0 0,0-1 0 0 0,1 0 0 0 0,-14-8 0 0 0,20 11-118 0 0,0-1-1 0 0,-1 1 0 0 0,1-1 0 0 0,0 0 0 0 0,0 0 1 0 0,0 0-1 0 0,0 0 0 0 0,0 0 0 0 0,0-1 1 0 0,1 1-1 0 0,-1 0 0 0 0,1-1 0 0 0,-1 1 0 0 0,1-1 1 0 0,0 0-1 0 0,0 1 0 0 0,0-1 0 0 0,0-3 1 0 0,1 1-125 0 0,0 1 0 0 0,0-1 0 0 0,0 1 0 0 0,0 0 1 0 0,1-1-1 0 0,0 1 0 0 0,0 0 0 0 0,0 0 0 0 0,0 0 1 0 0,4-8-1 0 0,4-5-569 0 0,1 0-1 0 0,1 1 1 0 0,0 0 0 0 0,18-18 0 0 0,-23 27 542 0 0,74-76-6846 0 0,-74 77 6308 0 0,30-28-3959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1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92 0 0,'3'-27'13524'0'0,"4"18"-9949"0"0,7 4-3461 0 0,64-12 271 0 0,-11 2-3296 0 0,-24 8-5179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64 2048 0 0,'-47'40'9527'0'0,"51"-40"-9155"0"0,10-2-238 0 0,0-1 0 0 0,1 0 0 0 0,-1-1-1 0 0,-1 0 1 0 0,27-13 0 0 0,-6 3-640 0 0,71-27-4942 0 0,-67 25 1056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2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80 2736 0 0,'-19'-15'9305'0'0,"4"7"-6979"0"0,-4-4 3278 0 0,-10-5 2618 0 0,29 17-8209 0 0,0 0-1 0 0,0 0 1 0 0,-1 0-1 0 0,1 0 1 0 0,0 0-1 0 0,0 0 0 0 0,0 0 1 0 0,-1 0-1 0 0,1 0 1 0 0,0 0-1 0 0,0-1 1 0 0,0 1-1 0 0,0 0 1 0 0,-1 0-1 0 0,1 0 0 0 0,0 0 1 0 0,0 0-1 0 0,0 0 1 0 0,0 0-1 0 0,-1 0 1 0 0,1-1-1 0 0,0 1 1 0 0,0 0-1 0 0,0 0 1 0 0,0 0-1 0 0,0 0 0 0 0,0-1 1 0 0,-1 1-1 0 0,1 0 1 0 0,0 0-1 0 0,0 0 1 0 0,0 0-1 0 0,0-1 1 0 0,0 1-1 0 0,0 0 1 0 0,0 0-1 0 0,0 0 0 0 0,0-1 1 0 0,0 1-1 0 0,0 0 1 0 0,0 0-1 0 0,0 0 1 0 0,0-1-1 0 0,0 1 1 0 0,0 0-1 0 0,0 0 1 0 0,0 0-1 0 0,0-1 0 0 0,0 1 1 0 0,0 0-1 0 0,1 0 1 0 0,12-7 118 0 0,17-1-162 0 0,-16 6 25 0 0,0 0 0 0 0,1 1 0 0 0,-1 0 0 0 0,0 1 0 0 0,1 1 0 0 0,-1 0 0 0 0,0 1 0 0 0,0 1 0 0 0,0 0 0 0 0,0 0 0 0 0,0 2 0 0 0,-1 0 0 0 0,19 9 0 0 0,-28-12 7 0 0,-1 1-1 0 0,1-1 1 0 0,-1 1-1 0 0,0-1 1 0 0,0 1 0 0 0,0 0-1 0 0,0 0 1 0 0,0 0-1 0 0,-1 1 1 0 0,0-1-1 0 0,1 1 1 0 0,-1-1-1 0 0,0 1 1 0 0,-1 0-1 0 0,1 0 1 0 0,1 6 0 0 0,-2-4 2 0 0,0 1 1 0 0,0-1 0 0 0,-1 0-1 0 0,0 1 1 0 0,0-1 0 0 0,-1 1 0 0 0,1-1-1 0 0,-2 1 1 0 0,-2 10 0 0 0,-3 4 8 0 0,-2 0 0 0 0,0-1 0 0 0,-1 0 1 0 0,-1 0-1 0 0,-14 18 0 0 0,-156 194 635 0 0,180-231-633 0 0,-1 1 44 0 0,2-2-54 0 0,1 1 0 0 0,-1-1 0 0 0,0 0 0 0 0,1 1 0 0 0,-1-1 0 0 0,0 0 0 0 0,1 1 0 0 0,-1-1 0 0 0,1 0 0 0 0,-1 0 0 0 0,0 0 0 0 0,1 1 0 0 0,-1-1 0 0 0,1 0 0 0 0,-1 0 0 0 0,1 0 0 0 0,-1 0 0 0 0,0 0 0 0 0,1 0 0 0 0,-1 0 0 0 0,1 0 0 0 0,-1 0 1 0 0,1 0-1 0 0,-1 0 0 0 0,1 0 0 0 0,-1 0 0 0 0,1 0 0 0 0,14-2 32 0 0,207-73-69 0 0,-127 40-687 0 0,92-35-2696 0 0,-106 38-3569 0 0,-42 17 401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64 1832 0 0,'-5'-47'9693'0'0,"5"62"-9582"0"0,5 6-60 0 0,0-1 0 0 0,17 39 0 0 0,-20-53-37 0 0,1 0-1 0 0,1 0 1 0 0,-1 0 0 0 0,1 0 0 0 0,0-1 0 0 0,0 1 0 0 0,1-1-1 0 0,0 0 1 0 0,0 0 0 0 0,0-1 0 0 0,0 1 0 0 0,1-1 0 0 0,7 5-1 0 0,-10-8 44 0 0,0 1 0 0 0,0-1 0 0 0,0 0-1 0 0,0 0 1 0 0,0 0 0 0 0,1 0-1 0 0,-1-1 1 0 0,0 1 0 0 0,0-1-1 0 0,0 0 1 0 0,1 0 0 0 0,-1 0-1 0 0,0 0 1 0 0,0-1 0 0 0,1 1 0 0 0,-1-1-1 0 0,3-1 1 0 0,-1 0 14 0 0,-1 0 1 0 0,0 0-1 0 0,0 0 0 0 0,0-1 1 0 0,0 0-1 0 0,-1 1 1 0 0,1-2-1 0 0,-1 1 0 0 0,1 0 1 0 0,4-7-1 0 0,2-6 256 0 0,1 0-1 0 0,-2-1 1 0 0,0 0 0 0 0,9-28-1 0 0,-15 37-138 0 0,16-50 977 0 0,-18 56-1067 0 0,0 21-56 0 0,-11 297 204 0 0,14-70-121 0 0,-2 139-39 0 0,-3-348 77 0 0,-2 0 1 0 0,-1 0-1 0 0,-2-1 1 0 0,-2 1-1 0 0,-14 41 1 0 0,20-73-69 0 0,0 1 1 0 0,-1-1 0 0 0,0 1-1 0 0,0-1 1 0 0,0 0 0 0 0,0-1-1 0 0,-1 1 1 0 0,0 0 0 0 0,0-1 0 0 0,0 0-1 0 0,0 0 1 0 0,-1 0 0 0 0,-5 4-1 0 0,6-6-45 0 0,0 0 0 0 0,1-1-1 0 0,-1 1 1 0 0,0-1 0 0 0,0 1 0 0 0,0-1-1 0 0,0-1 1 0 0,0 1 0 0 0,0 0 0 0 0,0-1-1 0 0,0 0 1 0 0,0 0 0 0 0,0 0 0 0 0,-1 0-1 0 0,1-1 1 0 0,0 0 0 0 0,0 1-1 0 0,0-2 1 0 0,-5-1 0 0 0,0-1-28 0 0,0 1-1 0 0,1-2 1 0 0,0 1 0 0 0,0-1 0 0 0,0-1 0 0 0,1 1-1 0 0,-1-1 1 0 0,1-1 0 0 0,1 1 0 0 0,-1-1 0 0 0,1 0-1 0 0,0-1 1 0 0,1 0 0 0 0,0 1 0 0 0,0-2-1 0 0,1 1 1 0 0,0 0 0 0 0,0-1 0 0 0,1 0 0 0 0,0 0-1 0 0,0 0 1 0 0,1 0 0 0 0,1 0 0 0 0,-1-1 0 0 0,1 1-1 0 0,1-1 1 0 0,0 1 0 0 0,0 0 0 0 0,1-1-1 0 0,2-11 1 0 0,1 4-33 0 0,2-1-1 0 0,-1 1 0 0 0,2 0 0 0 0,0 1 1 0 0,1-1-1 0 0,13-18 0 0 0,-5 11-198 0 0,2 0 0 0 0,1 2 0 0 0,26-26 0 0 0,17-6-3714 0 0,119-82 1 0 0,-167 127 3091 0 0,28-20-3043 0 0,-1-1-1606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6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59 448 0 0,'-9'9'6676'0'0,"-9"9"-2155"0"0,17-17-4191 0 0,3 0-277 0 0,-1-1 0 0 0,1 1 1 0 0,-1 0-1 0 0,1-1 0 0 0,-1 1 0 0 0,1 0 0 0 0,-1-1 0 0 0,1 0 1 0 0,0 1-1 0 0,-1-1 0 0 0,1 0 0 0 0,0 0 0 0 0,-1 0 0 0 0,1 0 0 0 0,-1 0 1 0 0,1-1-1 0 0,2 1 0 0 0,31-8 32 0 0,-27 6-13 0 0,144-42 72 0 0,-38 11-6841 0 0,-96 29 2565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10 68 0 0,'-41'37'5048'0'0,"30"-28"-4185"0"0,1 0 1 0 0,0 1 0 0 0,0 0 0 0 0,0 1 0 0 0,1 0 0 0 0,-7 12-1 0 0,15-23-834 0 0,1 1-1 0 0,-1-1 1 0 0,1 1-1 0 0,0 0 1 0 0,-1-1 0 0 0,1 1-1 0 0,-1 0 1 0 0,1-1-1 0 0,0 1 1 0 0,-1 0-1 0 0,1-1 1 0 0,0 1-1 0 0,0 0 1 0 0,0 0-1 0 0,-1-1 1 0 0,1 1-1 0 0,0 0 1 0 0,0 0-1 0 0,0-1 1 0 0,0 1-1 0 0,0 0 1 0 0,1 0-1 0 0,-1-1 1 0 0,0 1-1 0 0,0 0 1 0 0,0 0 0 0 0,1-1-1 0 0,-1 1 1 0 0,0 0-1 0 0,1-1 1 0 0,-1 1-1 0 0,0 0 1 0 0,1-1-1 0 0,-1 1 1 0 0,1-1-1 0 0,-1 1 1 0 0,1-1-1 0 0,-1 1 1 0 0,1-1-1 0 0,0 1 1 0 0,-1-1-1 0 0,1 1 1 0 0,0-1-1 0 0,-1 0 1 0 0,2 1-1 0 0,1 0 6 0 0,0 0-1 0 0,1-1 1 0 0,-1 1-1 0 0,0-1 1 0 0,0 0-1 0 0,0 0 0 0 0,5-1 1 0 0,22-4-54 0 0,-1-1 0 0 0,-1-1-1 0 0,35-15 1 0 0,-24 9-387 0 0,29-11-2876 0 0,66-34 1 0 0,-83 32-3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58 1524 0 0,'-7'-14'5339'0'0,"-19"-16"1640"0"0,24 29-6366 0 0,-13-3 1187 0 0,12 5-1758 0 0,0 0 1 0 0,0 0 0 0 0,0 1-1 0 0,0 0 1 0 0,0-1-1 0 0,1 1 1 0 0,-1 0-1 0 0,0 1 1 0 0,1-1 0 0 0,-1 0-1 0 0,1 1 1 0 0,0-1-1 0 0,0 1 1 0 0,0 0-1 0 0,0 0 1 0 0,0 0 0 0 0,-1 3-1 0 0,-6 12 175 0 0,-12 33 0 0 0,14-32-20 0 0,-22 55 722 0 0,4 1-1 0 0,2 1 1 0 0,-18 118-1 0 0,40-180-838 0 0,-1 1 0 0 0,2 0 0 0 0,0-1 1 0 0,0 1-1 0 0,1-1 0 0 0,6 28 0 0 0,-6-38-63 0 0,1 1-1 0 0,-1-1 1 0 0,0 0 0 0 0,1 1 0 0 0,0-1-1 0 0,0 0 1 0 0,0 0 0 0 0,1 0 0 0 0,-1-1 0 0 0,1 1-1 0 0,0 0 1 0 0,0-1 0 0 0,0 0 0 0 0,1 0-1 0 0,-1 0 1 0 0,1 0 0 0 0,-1 0 0 0 0,1-1-1 0 0,0 0 1 0 0,0 0 0 0 0,0 0 0 0 0,1 0-1 0 0,-1 0 1 0 0,0-1 0 0 0,0 0 0 0 0,6 1-1 0 0,6 0 23 0 0,1-1 0 0 0,-1-1 0 0 0,1-1 0 0 0,0 0 0 0 0,-1-1 0 0 0,0-1 0 0 0,1 0 0 0 0,-1-1 0 0 0,0-1 0 0 0,-1-1 0 0 0,1 0 0 0 0,-1-1 0 0 0,15-9 0 0 0,-5 1 59 0 0,0-2-1 0 0,-1 0 0 0 0,-1-1 0 0 0,0-1 1 0 0,-2-2-1 0 0,29-34 0 0 0,-33 34-32 0 0,-1-1-1 0 0,-2-1 1 0 0,0 0 0 0 0,-1-1-1 0 0,-2-1 1 0 0,13-38 0 0 0,-18 46-66 0 0,-2 0 1 0 0,0 0-1 0 0,0 0 1 0 0,-2 0-1 0 0,0-1 1 0 0,-1 0-1 0 0,-1 1 1 0 0,-1-1-1 0 0,0 1 1 0 0,-1-1-1 0 0,-5-17 1 0 0,5 28-9 0 0,0 1 0 0 0,0-1-1 0 0,-1 0 1 0 0,0 1 0 0 0,0-1 0 0 0,-1 1 0 0 0,0 0-1 0 0,0 0 1 0 0,0 0 0 0 0,-1 1 0 0 0,1 0 0 0 0,-1 0 0 0 0,-1 0-1 0 0,1 0 1 0 0,-1 1 0 0 0,0 0 0 0 0,0 0 0 0 0,0 0 0 0 0,-13-5-1 0 0,8 5-91 0 0,0 1 0 0 0,0 1-1 0 0,0-1 1 0 0,0 2-1 0 0,-1-1 1 0 0,1 2 0 0 0,0 0-1 0 0,-1 0 1 0 0,1 1 0 0 0,-1 0-1 0 0,-20 5 1 0 0,4 3-395 0 0,0 0 0 0 0,1 2 0 0 0,0 0 1 0 0,1 2-1 0 0,1 1 0 0 0,0 2 0 0 0,0 0 0 0 0,2 1 1 0 0,-27 26-1 0 0,-2 7-2937 0 0,2 2 0 0 0,-66 90 0 0 0,79-92-1519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29 1720 0 0,'1'-2'390'0'0,"0"0"0"0"0,0 0 0 0 0,1 0 0 0 0,-1 0-1 0 0,1 1 1 0 0,-1-1 0 0 0,1 0 0 0 0,0 1 0 0 0,-1-1 0 0 0,1 1 0 0 0,0 0-1 0 0,0-1 1 0 0,0 1 0 0 0,0 0 0 0 0,0 0 0 0 0,0 1 0 0 0,1-1 0 0 0,-1 0-1 0 0,0 1 1 0 0,0-1 0 0 0,4 0 0 0 0,-1 2-242 0 0,-1-1 0 0 0,0 0 0 0 0,1 1 0 0 0,-1 0-1 0 0,0 0 1 0 0,0 0 0 0 0,0 1 0 0 0,0-1 0 0 0,0 1 0 0 0,0 0 0 0 0,4 3 0 0 0,0 0-176 0 0,0 0 0 0 0,0 1 1 0 0,-1 0-1 0 0,0 1 0 0 0,0 0 1 0 0,0 0-1 0 0,-1 0 0 0 0,0 1 0 0 0,-1 0 1 0 0,7 11-1 0 0,-9-12 33 0 0,0 0 1 0 0,-1 1-1 0 0,1-1 0 0 0,-2 1 1 0 0,1 0-1 0 0,-1-1 0 0 0,0 1 0 0 0,-1 0 1 0 0,1 0-1 0 0,-2 0 0 0 0,0 11 1 0 0,-2-8 72 0 0,1 0 1 0 0,-1 1-1 0 0,-1-1 0 0 0,0-1 1 0 0,-1 1-1 0 0,0-1 1 0 0,-6 11-1 0 0,-12 11 587 0 0,0-1-1 0 0,-3-2 0 0 0,-45 44 0 0 0,45-48-18 0 0,-15 14 329 0 0,40-38-778 0 0,17-17-67 0 0,-12 13-111 0 0,84-73 27 0 0,-20 21-37 0 0,-3-4 1 0 0,67-79-1 0 0,-126 131 9 0 0,-2 4-16 0 0,-1-1 0 0 0,0 1 0 0 0,-1-1 0 0 0,1 0 0 0 0,-1 0 0 0 0,1 0 0 0 0,-1-1 0 0 0,-1 1 0 0 0,1 0 0 0 0,0-1 0 0 0,0-6 0 0 0,-1 10-18 0 0,-3 0 14 0 0,0 1 0 0 0,0 0 0 0 0,1 1 0 0 0,-1-1 0 0 0,0 0 0 0 0,1 0 0 0 0,-1 1 0 0 0,0-1 0 0 0,1 1 1 0 0,-1-1-1 0 0,1 1 0 0 0,-1 0 0 0 0,1 0 0 0 0,-1 0 0 0 0,1 0 0 0 0,-1 0 0 0 0,1 0 0 0 0,0 0 0 0 0,-2 2 0 0 0,-24 27-20 0 0,23-25 23 0 0,-2 3 1 0 0,1-1-1 0 0,-1 1 0 0 0,1 1 1 0 0,1-1-1 0 0,0 1 0 0 0,0 0 1 0 0,1 0-1 0 0,0 0 0 0 0,0 0 1 0 0,1 0-1 0 0,0 1 0 0 0,0 10 1 0 0,2-15 0 0 0,0-1 0 0 0,0 1 0 0 0,0-1 0 0 0,1 1 0 0 0,0-1 0 0 0,0 1 0 0 0,0-1 1 0 0,0 0-1 0 0,1 1 0 0 0,-1-1 0 0 0,1 0 0 0 0,0 0 0 0 0,0 0 0 0 0,1 0 0 0 0,-1-1 1 0 0,1 1-1 0 0,0 0 0 0 0,0-1 0 0 0,0 0 0 0 0,1 0 0 0 0,-1 0 0 0 0,1 0 0 0 0,-1 0 0 0 0,1-1 1 0 0,0 0-1 0 0,0 0 0 0 0,7 3 0 0 0,4 1-297 0 0,-1-2 1 0 0,0 0-1 0 0,1-1 1 0 0,0 0-1 0 0,0-1 0 0 0,29 0 1 0 0,-16-3-3020 0 0,34-5 0 0 0,-18-1-2791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8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39 392 0 0,'-114'0'15800'0'0,"111"0"-15096"0"0,6 0-525 0 0,259-23 472 0 0,-128 8-7949 0 0,-110 15-726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100 106 1364 0 0,'-97'69'12005'0'0,"96"-68"-11529"0"0,1 3 237 0 0,0-4-698 0 0,-1 0 0 0 0,1 0-1 0 0,0 1 1 0 0,0-1 0 0 0,0 0 0 0 0,0 0 0 0 0,0 0 0 0 0,0 1-1 0 0,0-1 1 0 0,0 0 0 0 0,0 0 0 0 0,0 0 0 0 0,0 1-1 0 0,0-1 1 0 0,0 0 0 0 0,0 0 0 0 0,0 0 0 0 0,0 1-1 0 0,0-1 1 0 0,0 0 0 0 0,0 0 0 0 0,0 0 0 0 0,0 1-1 0 0,0-1 1 0 0,0 0 0 0 0,1 0 0 0 0,-1 0 0 0 0,0 0-1 0 0,0 1 1 0 0,0-1 0 0 0,0 0 0 0 0,0 0 0 0 0,0 0-1 0 0,1 0 1 0 0,-1 0 0 0 0,0 0 0 0 0,0 1 0 0 0,0-1 0 0 0,0 0-1 0 0,1 0 1 0 0,-1 0 0 0 0,0 0 0 0 0,13 2 149 0 0,0-1-1 0 0,0 0 1 0 0,0-1 0 0 0,0 0 0 0 0,0-1 0 0 0,0-1-1 0 0,13-3 1 0 0,5-2-162 0 0,54-19 0 0 0,128-64-3904 0 0,-132 55-817 0 0,-25 11-765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2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198 124 2412 0 0,'-92'-85'19874'0'0,"92"85"-19850"0"0,0 0-1 0 0,0-1 1 0 0,0 1 0 0 0,0-1-1 0 0,0 1 1 0 0,-1 0 0 0 0,1-1-1 0 0,0 1 1 0 0,0-1 0 0 0,1 1-1 0 0,-1-1 1 0 0,0 1 0 0 0,0 0-1 0 0,0-1 1 0 0,0 1 0 0 0,0-1 0 0 0,0 1-1 0 0,0 0 1 0 0,1-1 0 0 0,-1 1-1 0 0,0-1 1 0 0,0 1 0 0 0,1 0-1 0 0,-1-1 1 0 0,0 1 0 0 0,0 0-1 0 0,1-1 1 0 0,-1 1 0 0 0,0 0-1 0 0,1 0 1 0 0,-1-1 0 0 0,1 1-1 0 0,-1 0 1 0 0,1 0 0 0 0,11-8 140 0 0,-4 4-112 0 0,-1 1 0 0 0,1 1-1 0 0,1-1 1 0 0,-1 1-1 0 0,0 0 1 0 0,0 1-1 0 0,11 0 1 0 0,59 1 25 0 0,-65 1-76 0 0,-1 1 0 0 0,1-1 0 0 0,0 2 0 0 0,-1 0 0 0 0,1 0 0 0 0,-1 2 0 0 0,0-1 0 0 0,0 1 0 0 0,12 8 0 0 0,-18-9 9 0 0,-1-1 1 0 0,0 1-1 0 0,0 0 1 0 0,0 1-1 0 0,0-1 1 0 0,0 1-1 0 0,-1 0 1 0 0,0 0-1 0 0,0 1 1 0 0,-1-1-1 0 0,1 1 1 0 0,-1 0-1 0 0,0 0 1 0 0,-1 0-1 0 0,0 0 1 0 0,0 0-1 0 0,0 0 1 0 0,0 1-1 0 0,0 11 1 0 0,-1-8 22 0 0,-1 0 0 0 0,0 0 0 0 0,0 0-1 0 0,-1 0 1 0 0,-1-1 0 0 0,0 1 0 0 0,0 0 0 0 0,-1-1 0 0 0,-5 15 0 0 0,1-10 57 0 0,-1 1 1 0 0,0-1-1 0 0,-1 0 1 0 0,0-1-1 0 0,-13 15 0 0 0,-8 3 463 0 0,-1-1-1 0 0,-2-1 0 0 0,-51 34 1 0 0,-139 79 2716 0 0,223-142-3262 0 0,0 0 0 0 0,0 0-1 0 0,-1 0 1 0 0,1 0 0 0 0,0 0 0 0 0,0 1-1 0 0,-1-1 1 0 0,1 0 0 0 0,0 0-1 0 0,0 0 1 0 0,0 0 0 0 0,-1 0-1 0 0,1 0 1 0 0,0 1 0 0 0,0-1-1 0 0,0 0 1 0 0,0 0 0 0 0,-1 0-1 0 0,1 1 1 0 0,0-1 0 0 0,0 0-1 0 0,0 0 1 0 0,0 0 0 0 0,0 1-1 0 0,0-1 1 0 0,0 0 0 0 0,0 0-1 0 0,-1 1 1 0 0,1-1 0 0 0,0 0 0 0 0,0 0-1 0 0,0 1 1 0 0,0-1 0 0 0,0 0-1 0 0,0 0 1 0 0,0 1 0 0 0,0-1-1 0 0,1 0 1 0 0,-1 0 0 0 0,0 1-1 0 0,0-1 1 0 0,0 0 0 0 0,0 0-1 0 0,0 0 1 0 0,0 1 0 0 0,0-1-1 0 0,0 0 1 0 0,1 0 0 0 0,-1 0-1 0 0,0 1 1 0 0,0-1 0 0 0,0 0-1 0 0,1 0 1 0 0,-1 0 0 0 0,0 0-1 0 0,0 0 1 0 0,0 1 0 0 0,1-1 0 0 0,-1 0-1 0 0,0 0 1 0 0,0 0 0 0 0,0 0-1 0 0,1 0 1 0 0,-1 0 0 0 0,15 5 92 0 0,17-2-22 0 0,-1-2 0 0 0,63-4 0 0 0,-43 0-61 0 0,760-37 159 0 0,-464 17-3213 0 0,-261 19 825 0 0,-2 0-3095 0 0,-30-1-4965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5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32 1308 0 0,'4'-10'4704'0'0,"-4"8"-4333"0"0,10-18 4968 0 0,-13 29-4985 0 0,-82 287 2182 0 0,77-261-2379 0 0,-19 68 286 0 0,6 2 0 0 0,-14 158-1 0 0,35-246-400 0 0,-1-1 0 0 0,2 1 0 0 0,0-1 0 0 0,2 1 0 0 0,-1-1 0 0 0,2 0 0 0 0,0 0 0 0 0,13 31 0 0 0,-14-40-166 0 0,1-1-1 0 0,-1 1 0 0 0,2-1 0 0 0,-1 0 0 0 0,1 0 1 0 0,0 0-1 0 0,0-1 0 0 0,0 1 0 0 0,9 5 0 0 0,-9-7-262 0 0,1-1-1 0 0,0 0 0 0 0,0 0 0 0 0,0 0 1 0 0,0-1-1 0 0,0 0 0 0 0,0 0 0 0 0,1 0 1 0 0,-1-1-1 0 0,1 0 0 0 0,12 1 0 0 0,11-2-3021 0 0,2-3-1352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6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115 113 1912 0 0,'-1'-3'1721'0'0,"-8"-42"6268"0"0,8 44-7940 0 0,1 1-1 0 0,0 0 1 0 0,0 0 0 0 0,-1-1 0 0 0,1 1 0 0 0,0 0 0 0 0,-1 0-1 0 0,1-1 1 0 0,0 1 0 0 0,-1 0 0 0 0,1 0 0 0 0,0 0 0 0 0,-1-1-1 0 0,1 1 1 0 0,0 0 0 0 0,-1 0 0 0 0,1 0 0 0 0,0 0 0 0 0,-1 0-1 0 0,1 0 1 0 0,-1 0 0 0 0,1 0 0 0 0,-1 0 0 0 0,-3 4 154 0 0,-1 0 0 0 0,1 0 1 0 0,1 0-1 0 0,-1 1 0 0 0,1 0 1 0 0,-1 0-1 0 0,1 0 0 0 0,1 0 1 0 0,-5 9-1 0 0,-18 54 639 0 0,17-42-615 0 0,1 1 0 0 0,1 0 0 0 0,-4 51 0 0 0,9-66-191 0 0,1 0-1 0 0,0 0 1 0 0,1 0 0 0 0,0 0 0 0 0,1 0-1 0 0,1 0 1 0 0,-1 0 0 0 0,2-1-1 0 0,0 1 1 0 0,0-1 0 0 0,8 14 0 0 0,-10-20-23 0 0,1-1 0 0 0,0-1 0 0 0,0 1 0 0 0,0 0 0 0 0,0-1 0 0 0,1 0 0 0 0,0 1 1 0 0,-1-1-1 0 0,1-1 0 0 0,0 1 0 0 0,0 0 0 0 0,0-1 0 0 0,1 0 0 0 0,-1 0 0 0 0,1 0 1 0 0,-1-1-1 0 0,1 1 0 0 0,-1-1 0 0 0,1 0 0 0 0,0-1 0 0 0,0 1 0 0 0,-1-1 0 0 0,1 0 1 0 0,0 0-1 0 0,0 0 0 0 0,-1-1 0 0 0,1 1 0 0 0,0-1 0 0 0,0-1 0 0 0,-1 1 0 0 0,1 0 0 0 0,-1-1 1 0 0,0 0-1 0 0,1 0 0 0 0,-1-1 0 0 0,0 1 0 0 0,0-1 0 0 0,0 1 0 0 0,0-1 0 0 0,3-5 1 0 0,3-2-5 0 0,-1-1 1 0 0,-1 0-1 0 0,0 0 1 0 0,0-1 0 0 0,-1 0-1 0 0,-1 0 1 0 0,0-1-1 0 0,-1 0 1 0 0,0 0-1 0 0,-1 0 1 0 0,0-1 0 0 0,-1 1-1 0 0,-1-1 1 0 0,0 0-1 0 0,0-17 1 0 0,-1 14-6 0 0,-1-1 0 0 0,-1 0 0 0 0,-1 0 0 0 0,0 1 0 0 0,-1-1 1 0 0,-1 1-1 0 0,0 0 0 0 0,-2 0 0 0 0,0 0 0 0 0,-1 1 0 0 0,-14-26 0 0 0,18 37-5 0 0,0-1-1 0 0,-1 1 1 0 0,0 0-1 0 0,0 0 1 0 0,0 0-1 0 0,-1 1 0 0 0,0-1 1 0 0,0 1-1 0 0,0 0 1 0 0,0 0-1 0 0,0 1 1 0 0,-1 0-1 0 0,0 0 1 0 0,-10-4-1 0 0,14 6 1 0 0,-1 1 1 0 0,1 0-1 0 0,0 0 1 0 0,0 0-1 0 0,-1 0 1 0 0,1 0-1 0 0,0 1 1 0 0,0-1-1 0 0,0 1 1 0 0,0-1-1 0 0,-1 1 1 0 0,1 0-1 0 0,0-1 1 0 0,0 1-1 0 0,0 0 1 0 0,0 1-1 0 0,0-1 1 0 0,1 0-1 0 0,-1 1 1 0 0,0-1-1 0 0,1 1 1 0 0,-3 2-1 0 0,-1 0-66 0 0,1 1-1 0 0,0 0 1 0 0,0 0-1 0 0,1 0 1 0 0,0 1-1 0 0,-4 7 1 0 0,4-6-223 0 0,1-1 0 0 0,0 1 0 0 0,1 0 0 0 0,0 0 0 0 0,0 0 0 0 0,0 0 0 0 0,1-1 0 0 0,-1 1-1 0 0,2 0 1 0 0,-1 0 0 0 0,1 0 0 0 0,2 7 0 0 0,0-2-1336 0 0,0 1-1 0 0,1-1 1 0 0,6 13-1 0 0,-1-8-2931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1220 0 0,'3'0'2264'0'0,"10"1"-84"0"0,-9-1-1232 0 0,1 0 0 0 0,-1 0 1 0 0,0 1-1 0 0,1 0 0 0 0,7 2 0 0 0,-10-2-795 0 0,-1-1 0 0 0,0 1 0 0 0,0 0 0 0 0,1-1 0 0 0,-1 1 0 0 0,0 0 0 0 0,0 0-1 0 0,0 0 1 0 0,0 0 0 0 0,0 0 0 0 0,0 0 0 0 0,-1 0 0 0 0,1 0 0 0 0,0 1 0 0 0,0-1 0 0 0,-1 0-1 0 0,1 0 1 0 0,-1 1 0 0 0,1-1 0 0 0,-1 0 0 0 0,0 1 0 0 0,1-1 0 0 0,-1 3 0 0 0,0 11 248 0 0,0 1 1 0 0,-1 0-1 0 0,-1-1 1 0 0,-1 0-1 0 0,0 1 1 0 0,-1-1-1 0 0,-10 24 0 0 0,4-5-140 0 0,-3 7-143 0 0,5-18-468 0 0,1 1 0 0 0,0 0 0 0 0,2 0-1 0 0,-3 45 1 0 0,10-52-1265 0 0,28-13-11228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17 235 1072 0 0,'41'-117'11881'0'0,"-40"115"-11446"0"0,-13 29 1383 0 0,1 4-1275 0 0,1 0 1 0 0,2 1-1 0 0,-5 33 0 0 0,11-53-488 0 0,1-1-1 0 0,0 0 1 0 0,1 0 0 0 0,0 0-1 0 0,1 1 1 0 0,0-1-1 0 0,0 0 1 0 0,2 0-1 0 0,-1 0 1 0 0,1 0-1 0 0,1 0 1 0 0,7 14-1 0 0,-10-21-39 0 0,2 0-1 0 0,-1-1 0 0 0,0 0 1 0 0,1 1-1 0 0,-1-1 0 0 0,1 0 1 0 0,0 0-1 0 0,0-1 0 0 0,0 1 0 0 0,0 0 1 0 0,1-1-1 0 0,-1 0 0 0 0,1 0 1 0 0,0 0-1 0 0,-1 0 0 0 0,1-1 1 0 0,0 1-1 0 0,0-1 0 0 0,0 0 1 0 0,0 0-1 0 0,0-1 0 0 0,0 1 0 0 0,0-1 1 0 0,0 0-1 0 0,0 0 0 0 0,0 0 1 0 0,0 0-1 0 0,0-1 0 0 0,0 1 1 0 0,0-1-1 0 0,7-3 0 0 0,-3 2-1 0 0,1-2-1 0 0,-1 0 0 0 0,0 0 0 0 0,0 0 1 0 0,0-1-1 0 0,0 0 0 0 0,-1 0 1 0 0,1-1-1 0 0,-2 0 0 0 0,1-1 1 0 0,-1 1-1 0 0,0-1 0 0 0,7-10 0 0 0,-7 6-3 0 0,0-1 0 0 0,0 0-1 0 0,-2 0 1 0 0,0 0 0 0 0,0 0 0 0 0,-1-1-1 0 0,0 0 1 0 0,-1 1 0 0 0,-1-1-1 0 0,0 0 1 0 0,0 0 0 0 0,-2 0-1 0 0,1 0 1 0 0,-2 0 0 0 0,0 1-1 0 0,0-1 1 0 0,-1 0 0 0 0,-8-20 0 0 0,7 22-14 0 0,-1-1 0 0 0,0 1 0 0 0,-1 0 0 0 0,0 1 0 0 0,-1-1 0 0 0,0 1 0 0 0,-1 0 0 0 0,-15-14 0 0 0,16 18-32 0 0,0 0 0 0 0,0 0 0 0 0,0 1-1 0 0,-1 0 1 0 0,0 1 0 0 0,0 0 0 0 0,0 0 0 0 0,0 1 0 0 0,-1-1 0 0 0,1 2 0 0 0,-1-1 0 0 0,-13-1 0 0 0,18 4-269 0 0,1-1 0 0 0,0 1 0 0 0,-1 0 0 0 0,1 0 0 0 0,-1 1 0 0 0,1-1 0 0 0,0 0 0 0 0,-1 1 0 0 0,-3 1 0 0 0,-6 4-3603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7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51 420 0 0,'0'-6'2220'0'0,"0"0"-1"0"0,-1 0 1 0 0,1-1 0 0 0,-1 1-1 0 0,-4-13 2020 0 0,8 20-3978 0 0,-1 0-1 0 0,1 0 0 0 0,-1 0 0 0 0,0 1 1 0 0,1-1-1 0 0,-1 1 0 0 0,0 0 0 0 0,0-1 0 0 0,0 1 1 0 0,0 0-1 0 0,0 0 0 0 0,-1 0 0 0 0,1 0 0 0 0,0 1 1 0 0,1 3-1 0 0,4 4 275 0 0,13 16 93 0 0,-1 2 1 0 0,-1 0-1 0 0,22 49 0 0 0,31 98 168 0 0,-49-115-636 0 0,-3 2 0 0 0,14 82 0 0 0,-28-115-125 0 0,-2 1-1 0 0,-1 0 1 0 0,-1 0-1 0 0,-2 0 1 0 0,0 0-1 0 0,-3-1 0 0 0,-8 38 1 0 0,-1-17-390 0 0,-3-1 1 0 0,-41 88 0 0 0,18-62-3457 0 0,-2-3-4556 0 0,28-50-509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8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58 1036 0 0,'0'-9'2996'0'0,"0"-1"-946"0"0,0 0 1 0 0,-1 0-1 0 0,-1-9 0 0 0,22 98-622 0 0,-4 1 0 0 0,7 84 1 0 0,-7 45-742 0 0,6 99-2869 0 0,-21-298 1320 0 0,0 10-248 0 0,-4-5-4611 0 0,-1-4 795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8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12 322 1636 0 0,'-3'-24'1738'0'0,"-1"1"-316"0"0,2 0 0 0 0,0 0 0 0 0,2-1 0 0 0,3-37-1 0 0,-2 54-1308 0 0,1 1-1 0 0,-1 0 0 0 0,1-1 0 0 0,0 1 0 0 0,1 0 1 0 0,-1 0-1 0 0,1 0 0 0 0,0 1 0 0 0,1-1 0 0 0,-1 1 1 0 0,1-1-1 0 0,0 1 0 0 0,1 0 0 0 0,-1 1 0 0 0,1-1 1 0 0,0 1-1 0 0,0 0 0 0 0,0 0 0 0 0,1 0 0 0 0,-1 1 1 0 0,10-4-1 0 0,-1 1-61 0 0,1 1 1 0 0,0 1-1 0 0,-1 0 1 0 0,1 1-1 0 0,1 1 0 0 0,-1 0 1 0 0,0 1-1 0 0,0 1 1 0 0,1 0-1 0 0,-1 1 1 0 0,0 1-1 0 0,0 0 0 0 0,0 2 1 0 0,0-1-1 0 0,0 1 1 0 0,-1 1-1 0 0,1 1 1 0 0,-1 0-1 0 0,-1 1 1 0 0,22 13-1 0 0,-31-17-6 0 0,-1 0 1 0 0,1 0-1 0 0,0 1 1 0 0,-1-1-1 0 0,1 1 0 0 0,-1 0 1 0 0,0 0-1 0 0,0 0 1 0 0,-1 0-1 0 0,1 0 1 0 0,-1 1-1 0 0,0-1 0 0 0,0 1 1 0 0,0-1-1 0 0,-1 1 1 0 0,0 0-1 0 0,0 0 0 0 0,0 0 1 0 0,0 6-1 0 0,-1-2 0 0 0,-1-1-1 0 0,0 0 0 0 0,0 0 1 0 0,-1 0-1 0 0,0 0 0 0 0,0 0 1 0 0,-1-1-1 0 0,0 1 0 0 0,0-1 0 0 0,-1 1 1 0 0,-5 6-1 0 0,-4 6 26 0 0,-1 0 0 0 0,-1-1 0 0 0,-1 0 0 0 0,-35 31 0 0 0,-81 54-406 0 0,29-25-7837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9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54 716 0 0,'0'0'5995'0'0,"-5"12"-2220"0"0,-8 12-1237 0 0,9-18-2246 0 0,0 0 0 0 0,0 1-1 0 0,1-1 1 0 0,0 0-1 0 0,1 1 1 0 0,-1 0 0 0 0,1 0-1 0 0,-1 7 1 0 0,2-3-169 0 0,0 1 0 0 0,0-1 1 0 0,1 1-1 0 0,1-1 0 0 0,0 1 0 0 0,0-1 1 0 0,1 0-1 0 0,4 13 0 0 0,-4-19-100 0 0,0 0-1 0 0,0 0 1 0 0,0-1-1 0 0,0 1 1 0 0,1-1-1 0 0,0 1 1 0 0,0-1-1 0 0,0 0 1 0 0,0 0-1 0 0,1-1 1 0 0,0 1-1 0 0,-1-1 0 0 0,1 1 1 0 0,0-1-1 0 0,1 0 1 0 0,-1-1-1 0 0,1 1 1 0 0,-1-1-1 0 0,1 0 1 0 0,5 2-1 0 0,-7-3-14 0 0,1 0 0 0 0,-1-1-1 0 0,0 0 1 0 0,1 1 0 0 0,-1-1 0 0 0,0 0-1 0 0,1-1 1 0 0,-1 1 0 0 0,0 0 0 0 0,0-1-1 0 0,1 0 1 0 0,-1 0 0 0 0,0 0-1 0 0,0 0 1 0 0,0-1 0 0 0,0 1 0 0 0,5-4-1 0 0,0 0-2 0 0,0-1-1 0 0,-1 0 0 0 0,0 0 0 0 0,12-12 0 0 0,-10 6-22 0 0,0 0-1 0 0,-1-1 1 0 0,0 0-1 0 0,-1 0 1 0 0,0 0-1 0 0,7-23 1 0 0,-4 5 523 0 0,-2 1 1 0 0,6-35-1 0 0,-4 16 620 0 0,-9 47-1066 0 0,0-1 71 0 0,4-1 305 0 0,9 20-43 0 0,-2 0-1 0 0,0 1 1 0 0,-1 0-1 0 0,0 1 1 0 0,11 28 0 0 0,-13-26-384 0 0,2 0 0 0 0,0 0 0 0 0,0-1 0 0 0,25 29 0 0 0,-31-44-329 0 0,-1 1 1 0 0,1-1-1 0 0,0 0 0 0 0,1-1 1 0 0,-1 1-1 0 0,11 4 0 0 0,-14-7 201 0 0,-1-1 1 0 0,0 1-1 0 0,0-1 0 0 0,1 0 0 0 0,-1 0 1 0 0,0 1-1 0 0,1-1 0 0 0,-1 0 0 0 0,1 0 0 0 0,-1-1 1 0 0,0 1-1 0 0,1 0 0 0 0,-1 0 0 0 0,0-1 1 0 0,2 0-1 0 0,2 0-267 0 0,-1 0-138 0 0,0 0 1 0 0,0 0 0 0 0,0 0 0 0 0,-1-1 0 0 0,1 0-1 0 0,0 0 1 0 0,-1 0 0 0 0,1 0 0 0 0,-1-1 0 0 0,1 1-1 0 0,-1-1 1 0 0,0 0 0 0 0,0 0 0 0 0,0 0 0 0 0,-1 0-1 0 0,1 0 1 0 0,-1-1 0 0 0,0 1 0 0 0,1-1 0 0 0,1-5-1 0 0,8-16-4430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9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32 373 556 0 0,'-1'-23'1415'0'0,"-23"-290"13037"0"0,20 287-13225 0 0,4 24-899 0 0,-2-6 1022 0 0,4 38-385 0 0,1-1 0 0 0,7 31 0 0 0,0 3-469 0 0,-9-58-485 0 0,31 196 749 0 0,-24-162-969 0 0,3 0 0 0 0,0-1 0 0 0,20 41 0 0 0,-27-70-333 0 0,0-1 0 0 0,1 0 0 0 0,-1 0 0 0 0,11 12-1 0 0,-12-17-819 0 0,0 0 0 0 0,1 0 0 0 0,-1 0-1 0 0,1 0 1 0 0,-1 0 0 0 0,8 3 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2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100 215 828 0 0,'-16'-1'2159'0'0,"-7"-1"3583"0"0,-35-6 1 0 0,56 7-5109 0 0,2 0-569 0 0,0 0 0 0 0,1-1 0 0 0,-1 1 0 0 0,1 0 0 0 0,-1 0 0 0 0,1-1 0 0 0,0 1 0 0 0,-1 0 0 0 0,1 0 0 0 0,0 0 0 0 0,0 0 0 0 0,0 0 0 0 0,0 0 0 0 0,0 0 0 0 0,0 0 0 0 0,0 0 0 0 0,0 1 0 0 0,0-1 0 0 0,0 0 0 0 0,2 0 0 0 0,32-16 130 0 0,-23 12-57 0 0,195-76-1640 0 0,-64 33-4528 0 0,-140 47 5799 0 0,79-27-6406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0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2340 0 0,'32'-72'10751'0'0,"-31"71"-10363"0"0,1 1-279 0 0,0 0 0 0 0,0 1-1 0 0,0 0 1 0 0,0-1 0 0 0,0 1 0 0 0,-1 0-1 0 0,1 0 1 0 0,0 0 0 0 0,0 0 0 0 0,-1 1-1 0 0,1-1 1 0 0,-1 0 0 0 0,1 1 0 0 0,-1-1-1 0 0,0 1 1 0 0,1-1 0 0 0,-1 1 0 0 0,0 0-1 0 0,0-1 1 0 0,0 1 0 0 0,0 0 0 0 0,0 0-1 0 0,-1 0 1 0 0,1 0 0 0 0,0 3 0 0 0,4 10 94 0 0,-1 0 1 0 0,2 19 0 0 0,-5-27-106 0 0,12 126 765 0 0,-4-26-2920 0 0,4-36-5646 0 0,-8-58 1988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0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2544 0 0,'11'-26'5896'0'0,"-11"26"-5743"0"0,0-1 0 0 0,0 1 0 0 0,0-1-1 0 0,0 1 1 0 0,0-1 0 0 0,0 1 0 0 0,1 0 0 0 0,-1-1 0 0 0,0 1 0 0 0,2-2 764 0 0,-2 1-765 0 0,1 1 1 0 0,-1 0 0 0 0,0 0 0 0 0,1-1 0 0 0,-1 1 0 0 0,1 0-1 0 0,-1 0 1 0 0,1 0 0 0 0,-1-1 0 0 0,0 1 0 0 0,1 0 0 0 0,-1 0-1 0 0,1 0 1 0 0,-1 0 0 0 0,1 0 0 0 0,-1 0 0 0 0,1 0 0 0 0,-1 0-1 0 0,1 0 1 0 0,-1 0 0 0 0,1 0 0 0 0,-1 0 0 0 0,1 0 0 0 0,-1 1 0 0 0,1-1-1 0 0,0 1-59 0 0,0 1-1 0 0,-1-1 1 0 0,1 1-1 0 0,-1-1 1 0 0,1 0-1 0 0,-1 1 0 0 0,0-1 1 0 0,1 1-1 0 0,-1-1 1 0 0,0 1-1 0 0,0-1 1 0 0,0 1-1 0 0,0 1 0 0 0,0 4 269 0 0,11 133 1432 0 0,-2-12-1428 0 0,-3-71-22 0 0,9-81-271 0 0,23-132-97 0 0,-31 135 24 0 0,0 0 0 0 0,2 0-1 0 0,1 1 1 0 0,0 0 0 0 0,16-22 0 0 0,-23 38 0 0 0,0 0 0 0 0,0 1 0 0 0,0-1 0 0 0,1 1-1 0 0,-1-1 1 0 0,1 1 0 0 0,0 0 0 0 0,0 0 0 0 0,0 1 0 0 0,1-1 0 0 0,-1 1 0 0 0,1 0 0 0 0,-1 0-1 0 0,1 0 1 0 0,0 1 0 0 0,4-1 0 0 0,-5 1 1 0 0,0 1 0 0 0,0 0 0 0 0,-1 0 0 0 0,1 0 0 0 0,0 0 0 0 0,-1 1 0 0 0,1-1 0 0 0,0 1 1 0 0,-1 0-1 0 0,1 0 0 0 0,0 0 0 0 0,-1 1 0 0 0,0-1 0 0 0,1 1 0 0 0,-1 0 0 0 0,0 0 0 0 0,0 0 0 0 0,0 0 0 0 0,0 1 0 0 0,0-1 0 0 0,3 4 0 0 0,-1 1 14 0 0,1-1-1 0 0,-1 1 1 0 0,-1 0 0 0 0,1 1-1 0 0,-1-1 1 0 0,0 1 0 0 0,-1 0 0 0 0,4 11-1 0 0,-1 5-77 0 0,5 38 0 0 0,-9-45-107 0 0,3 19-5993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0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232 114 2012 0 0,'-15'-12'2124'0'0,"0"1"0"0"0,0 0-1 0 0,-19-10 1 0 0,4 6-439 0 0,-1 0-1 0 0,-39-11 1 0 0,69 26-1690 0 0,1-1 0 0 0,-1 1-1 0 0,0 0 1 0 0,1-1 0 0 0,-1 1 0 0 0,0 0 0 0 0,1 0 0 0 0,-1 0 0 0 0,0 0 0 0 0,1 0-1 0 0,-1 0 1 0 0,0 0 0 0 0,1 0 0 0 0,-1 0 0 0 0,0 0 0 0 0,0 0 0 0 0,1 0 0 0 0,-1 0-1 0 0,0 0 1 0 0,1 1 0 0 0,-1-1 0 0 0,0 0 0 0 0,1 1 0 0 0,-1-1 0 0 0,1 0 0 0 0,-1 1 0 0 0,0-1-1 0 0,1 1 1 0 0,-1-1 0 0 0,1 1 0 0 0,-1 0 0 0 0,0 0-118 0 0,1 0 1 0 0,0-1-1 0 0,0 1 0 0 0,0 0 1 0 0,0 0-1 0 0,0-1 0 0 0,0 1 0 0 0,0 0 1 0 0,1-1-1 0 0,-1 1 0 0 0,0 0 1 0 0,0 0-1 0 0,0-1 0 0 0,1 1 1 0 0,-1 0-1 0 0,0-1 0 0 0,1 1 1 0 0,-1 0-1 0 0,1-1 0 0 0,-1 1 1 0 0,1-1-1 0 0,-1 1 0 0 0,1-1 1 0 0,-1 1-1 0 0,1-1 0 0 0,-1 1 0 0 0,1-1 1 0 0,0 1-1 0 0,0-1 0 0 0,12 7-3673 0 0,3 0-1720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1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48 760 1832 0 0,'-4'1'926'0'0,"0"0"0"0"0,1 0 0 0 0,-1 0 1 0 0,0 0-1 0 0,0 1 0 0 0,1-1 0 0 0,-8 5 0 0 0,10-5-836 0 0,0 0 0 0 0,0 0 1 0 0,0 0-1 0 0,1 0 0 0 0,-1 0 0 0 0,0 1 0 0 0,0-1 1 0 0,1 0-1 0 0,-1 0 0 0 0,1 1 0 0 0,-1-1 0 0 0,1 0 1 0 0,-1 1-1 0 0,1-1 0 0 0,0 0 0 0 0,0 1 1 0 0,-1-1-1 0 0,1 0 0 0 0,0 1 0 0 0,0-1 0 0 0,1 1 1 0 0,-1-1-1 0 0,0 0 0 0 0,0 1 0 0 0,1 1 0 0 0,0 1-34 0 0,0-1 0 0 0,0 1 0 0 0,0 0 0 0 0,0-1 0 0 0,0 1 0 0 0,1-1 0 0 0,0 1 0 0 0,0-1 0 0 0,0 0-1 0 0,0 0 1 0 0,0 0 0 0 0,0 0 0 0 0,1 0 0 0 0,0 0 0 0 0,-1 0 0 0 0,1-1 0 0 0,0 0 0 0 0,0 1 0 0 0,1-1 0 0 0,-1 0-1 0 0,0-1 1 0 0,1 1 0 0 0,-1 0 0 0 0,1-1 0 0 0,-1 0 0 0 0,1 0 0 0 0,0 0 0 0 0,0 0 0 0 0,-1-1 0 0 0,1 1-1 0 0,0-1 1 0 0,0 0 0 0 0,0 0 0 0 0,-1-1 0 0 0,5 0 0 0 0,5-1-28 0 0,-1 0 0 0 0,0-1 0 0 0,0 0 0 0 0,0-1 0 0 0,0-1 0 0 0,0 0 0 0 0,-1 0 0 0 0,0-1 0 0 0,15-10 0 0 0,-13 5-20 0 0,0-1-1 0 0,-1 0 0 0 0,-1 0 0 0 0,1-1 1 0 0,-2-1-1 0 0,0 0 0 0 0,-1 0 1 0 0,0-1-1 0 0,-1 0 0 0 0,0 0 1 0 0,9-33-1 0 0,-2 0 5 0 0,-3 0 0 0 0,11-91 0 0 0,-5-258 754 0 0,-18 394-713 0 0,0 5-10 0 0,0 96 535 0 0,13 315 425 0 0,-10-389-949 0 0,1-1 1 0 0,1 1-1 0 0,13 38 1 0 0,-15-55-92 0 0,-1 0 0 0 0,1 0 1 0 0,0-1-1 0 0,1 1 0 0 0,0-1 0 0 0,0 0 1 0 0,0 0-1 0 0,0 0 0 0 0,1 0 1 0 0,0-1-1 0 0,0 0 0 0 0,1 0 0 0 0,0-1 1 0 0,-1 1-1 0 0,1-1 0 0 0,9 5 0 0 0,-8-7-161 0 0,0 0-1 0 0,-1-1 1 0 0,1 1-1 0 0,0-1 1 0 0,0 0-1 0 0,-1-1 0 0 0,1 0 1 0 0,0 0-1 0 0,0 0 1 0 0,0-1-1 0 0,0 0 0 0 0,-1-1 1 0 0,1 1-1 0 0,0-1 1 0 0,-1 0-1 0 0,0-1 0 0 0,1 0 1 0 0,-1 0-1 0 0,6-4 1 0 0,0 0-365 0 0,0-1 1 0 0,0 0 0 0 0,-1-1 0 0 0,-1-1 0 0 0,1 1 0 0 0,-2-2-1 0 0,1 1 1 0 0,9-16 0 0 0,6-16-1599 0 0,-1-3-282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32 307 2412 0 0,'7'-58'3004'0'0,"-3"0"0"0"0,-4-99 0 0 0,-6 126-2040 0 0,6 29-565 0 0,-2 4-165 0 0,-1 4-70 0 0,0 1 1 0 0,1-1-1 0 0,-1 1 0 0 0,1-1 0 0 0,0 1 0 0 0,-1 12 1 0 0,-4 49 469 0 0,5-36-419 0 0,-3 29 17 0 0,2 1 0 0 0,4-1-1 0 0,2 0 1 0 0,3 0 0 0 0,21 97 0 0 0,-26-154-222 0 0,1 2 21 0 0,-1 1-1 0 0,1-1 0 0 0,0 0 1 0 0,0 0-1 0 0,1 1 0 0 0,0-2 1 0 0,0 1-1 0 0,4 6 0 0 0,-6-11-26 0 0,0-1-1 0 0,0 1 0 0 0,-1-1 1 0 0,1 1-1 0 0,0-1 1 0 0,0 0-1 0 0,0 1 1 0 0,0-1-1 0 0,0 0 1 0 0,0 0-1 0 0,0 0 0 0 0,0 0 1 0 0,0 0-1 0 0,0 0 1 0 0,0 0-1 0 0,0 0 1 0 0,0 0-1 0 0,0 0 0 0 0,0 0 1 0 0,-1-1-1 0 0,1 1 1 0 0,0 0-1 0 0,0-1 1 0 0,0 1-1 0 0,0 0 0 0 0,0-1 1 0 0,0 1-1 0 0,1-2 1 0 0,21-17 24 0 0,-12 4-18 0 0,1 0 0 0 0,-2 0 0 0 0,17-32-1 0 0,-1 0-2 0 0,7-12-2 0 0,-25 42-13 0 0,1-1-1 0 0,1 1 1 0 0,1 1-1 0 0,25-29 1 0 0,-36 44 8 0 0,1-1 0 0 0,1 1-1 0 0,-1 0 1 0 0,0 0 0 0 0,0 0 0 0 0,0 0 0 0 0,1 0 0 0 0,-1 0 0 0 0,0 0-1 0 0,1 1 1 0 0,-1-1 0 0 0,1 0 0 0 0,-1 1 0 0 0,1-1 0 0 0,-1 1-1 0 0,1-1 1 0 0,-1 1 0 0 0,1 0 0 0 0,0 0 0 0 0,-1 0 0 0 0,1 0 0 0 0,-1 0-1 0 0,1 0 1 0 0,0 0 0 0 0,-1 0 0 0 0,1 1 0 0 0,-1-1 0 0 0,1 0-1 0 0,-1 1 1 0 0,1 0 0 0 0,-1-1 0 0 0,1 1 0 0 0,-1 0 0 0 0,0 0 0 0 0,3 1-1 0 0,0 2 42 0 0,-1 0-1 0 0,1-1 0 0 0,-1 1 0 0 0,0 0 0 0 0,-1 0 0 0 0,1 1 0 0 0,-1-1 1 0 0,1 1-1 0 0,-1-1 0 0 0,2 7 0 0 0,22 91 727 0 0,-20-73-638 0 0,1 0 0 0 0,2 0 1 0 0,12 28-1 0 0,-20-55-117 0 0,0 0 1 0 0,0 0-1 0 0,0 0 1 0 0,1 0-1 0 0,-1 0 0 0 0,1 0 1 0 0,-1 0-1 0 0,1 0 0 0 0,0-1 1 0 0,0 1-1 0 0,-1-1 1 0 0,1 1-1 0 0,0-1 0 0 0,0 0 1 0 0,1 0-1 0 0,-1 0 0 0 0,0 0 1 0 0,4 2-1 0 0,-1-3 1 0 0,-1 1-1 0 0,0 0 0 0 0,1-1 1 0 0,-1 0-1 0 0,0 0 0 0 0,0-1 1 0 0,1 1-1 0 0,-1-1 1 0 0,8-2-1 0 0,-1 0-2 0 0,-1-1 0 0 0,0 0 0 0 0,0-1 0 0 0,0 0 0 0 0,-1-1 0 0 0,1 0 0 0 0,13-11 0 0 0,-8 2-6 0 0,0-1-1 0 0,-1 0 1 0 0,-1-1-1 0 0,0 0 0 0 0,20-38 1 0 0,-11 12-9 0 0,24-73-1 0 0,-44 110 8 0 0,0 0 0 0 0,0-1 0 0 0,-1 1 0 0 0,0-1 0 0 0,0 0-1 0 0,-1 1 1 0 0,0-13 0 0 0,-1 15-1 0 0,0 4-1 0 0,1-1-1 0 0,-1 1 1 0 0,1-1-1 0 0,-1 1 0 0 0,0 0 1 0 0,1 0-1 0 0,-1-1 0 0 0,1 1 1 0 0,-1 0-1 0 0,0 0 1 0 0,1 0-1 0 0,-1 0 0 0 0,0-1 1 0 0,1 1-1 0 0,-1 0 1 0 0,0 0-1 0 0,1 0 0 0 0,-1 1 1 0 0,0-1-1 0 0,1 0 0 0 0,-1 0 1 0 0,0 0-1 0 0,1 0 1 0 0,-1 1-1 0 0,0-1 0 0 0,1 0 1 0 0,-1 0-1 0 0,1 1 1 0 0,-1-1-1 0 0,1 1 0 0 0,-1-1 1 0 0,1 0-1 0 0,-1 1 0 0 0,1-1 1 0 0,-1 1-1 0 0,1-1 1 0 0,-1 1-1 0 0,1-1 0 0 0,-1 2 1 0 0,0 0 0 0 0,-6 4 5 0 0,1 1 1 0 0,0 0-1 0 0,1 1 0 0 0,0-1 1 0 0,0 1-1 0 0,1 0 1 0 0,0 1-1 0 0,-6 14 1 0 0,6-8-4 0 0,-1-1 0 0 0,2 0 0 0 0,0 1 1 0 0,-2 25-1 0 0,5-34-4 0 0,0 0 1 0 0,0 1-1 0 0,1-1 1 0 0,-1 0-1 0 0,1 0 1 0 0,1 0-1 0 0,-1 1 1 0 0,1-1-1 0 0,0-1 1 0 0,1 1-1 0 0,-1 0 1 0 0,1 0-1 0 0,0-1 1 0 0,1 0 0 0 0,-1 0-1 0 0,1 0 1 0 0,0 0-1 0 0,0 0 1 0 0,1-1-1 0 0,-1 1 1 0 0,1-1-1 0 0,0 0 1 0 0,0-1-1 0 0,11 6 1 0 0,-11-6-391 0 0,1-1 0 0 0,0 1 0 0 0,0-2-1 0 0,1 1 1 0 0,-1-1 0 0 0,0 0 0 0 0,1 0 0 0 0,-1-1 0 0 0,0 1 0 0 0,1-1 0 0 0,-1-1 0 0 0,1 1 0 0 0,-1-1 0 0 0,0-1 0 0 0,13-3 0 0 0,1-3-3775 0 0,-3-2-2004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2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49 452 0 0,'-342'42'14238'0'0,"330"-40"-13405"0"0,15-2-297 0 0,17-2-279 0 0,161-35-897 0 0,6-2-6733 0 0,-117 25 1474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1604 0 0,'4'-14'5461'0'0,"6"-8"4269"0"0,-8 30-9857 0 0,0 14 479 0 0,-2 0 0 0 0,0 0 0 0 0,-5 28 0 0 0,0 10-129 0 0,7 46-297 0 0,5-36-3695 0 0,-1-53-2329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83 476 0 0,'-33'-82'11429'0'0,"40"94"-12805"0"0,1 0-1 0 0,10 14 1 0 0,-10-16-793 0 0,3 3-1034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3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1332 0 0,'6'14'4714'0'0,"23"86"755"0"0,-6-20-4113 0 0,-22-79-1321 0 0,31 122 3167 0 0,-34-125-3053 0 0,1 2-147 0 0,1 0 1 0 0,0 0-1 0 0,0 0 1 0 0,0 0-1 0 0,-1 0 1 0 0,1 0-1 0 0,0 0 1 0 0,0 0-1 0 0,0 0 1 0 0,-1-1-1 0 0,1 1 1 0 0,0 0-1 0 0,0 0 0 0 0,0 0 1 0 0,-1 0-1 0 0,1 0 1 0 0,0-1-1 0 0,0 1 1 0 0,0 0-1 0 0,0 0 1 0 0,0 0-1 0 0,0 0 1 0 0,-1-1-1 0 0,1 1 1 0 0,0 0-1 0 0,0 0 1 0 0,0 0-1 0 0,0-1 0 0 0,0 1 1 0 0,0 0-1 0 0,0 0 1 0 0,0-1-1 0 0,0 1 1 0 0,0 0-1 0 0,0 0 1 0 0,0-1-1 0 0,-2-20 30 0 0,0 0 0 0 0,2 0 0 0 0,1 0 0 0 0,0 0 0 0 0,1 0 0 0 0,7-25-1 0 0,-7 38-31 0 0,0 0-1 0 0,1 0 1 0 0,0 1-1 0 0,0-1 1 0 0,1 1-1 0 0,0 0 1 0 0,0 0-1 0 0,1 0 1 0 0,0 0-1 0 0,0 1 1 0 0,0 0-1 0 0,1 0 1 0 0,0 0-1 0 0,0 1 0 0 0,1 0 1 0 0,-1 0-1 0 0,1 1 1 0 0,0-1-1 0 0,11-4 1 0 0,-11 5 3 0 0,-5 3-3 0 0,0 0 0 0 0,0 0-1 0 0,0 0 1 0 0,0 0 0 0 0,0 0-1 0 0,0 1 1 0 0,0-1 0 0 0,0 1-1 0 0,0-1 1 0 0,1 1 0 0 0,-1 0-1 0 0,0 0 1 0 0,0 0 0 0 0,5 1 0 0 0,-3-2 10 0 0,1 1 0 0 0,-1 0 0 0 0,1 1 0 0 0,-1-1 0 0 0,1 1 0 0 0,-1 0 0 0 0,1 0 1 0 0,-1 1-1 0 0,0-1 0 0 0,0 1 0 0 0,0 0 0 0 0,1 0 0 0 0,-2 0 0 0 0,1 0 1 0 0,0 1-1 0 0,0 0 0 0 0,-1-1 0 0 0,1 1 0 0 0,-1 1 0 0 0,0-1 0 0 0,0 0 1 0 0,0 1-1 0 0,3 6 0 0 0,3 6-75 0 0,-2 0 1 0 0,0 0-1 0 0,0 1 0 0 0,6 30 1 0 0,-4-15-705 0 0,-1-15-912 0 0,-7-15 1031 0 0,0-1 0 0 0,0 1 0 0 0,12 9-4548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172 134 64 0 0,'6'-12'12787'0'0,"-5"17"-10660"0"0,-1-3-2076 0 0,0 0-1 0 0,0 0 0 0 0,1 0 1 0 0,-1 0-1 0 0,0 0 0 0 0,1 0 1 0 0,0 0-1 0 0,-1 0 0 0 0,1-1 1 0 0,0 1-1 0 0,0 0 0 0 0,0 0 1 0 0,0-1-1 0 0,0 1 0 0 0,0-1 1 0 0,2 3-1 0 0,0-2-17 0 0,1 0-1 0 0,-1 0 0 0 0,1 0 1 0 0,-1-1-1 0 0,1 1 1 0 0,-1-1-1 0 0,1 0 0 0 0,0 0 1 0 0,0 0-1 0 0,-1 0 1 0 0,1-1-1 0 0,0 0 0 0 0,0 1 1 0 0,0-1-1 0 0,0-1 1 0 0,0 1-1 0 0,-1-1 1 0 0,1 1-1 0 0,0-1 0 0 0,0 0 1 0 0,6-3-1 0 0,-5 3-19 0 0,-1-1 0 0 0,1-1 0 0 0,0 1 0 0 0,-1-1 0 0 0,1 1 0 0 0,-1-1 0 0 0,0-1 0 0 0,0 1-1 0 0,0 0 1 0 0,0-1 0 0 0,-1 0 0 0 0,1 0 0 0 0,-1 0 0 0 0,0 0 0 0 0,0-1 0 0 0,3-6 0 0 0,-5 8-10 0 0,0 0-1 0 0,0 0 1 0 0,0 0 0 0 0,0 0-1 0 0,-1 0 1 0 0,1 0 0 0 0,-1 0-1 0 0,0 0 1 0 0,1 0-1 0 0,-2 0 1 0 0,1 0 0 0 0,0 0-1 0 0,-1 0 1 0 0,1 0 0 0 0,-1 0-1 0 0,0 0 1 0 0,0 0 0 0 0,0 1-1 0 0,0-1 1 0 0,0 0 0 0 0,-1 0-1 0 0,1 1 1 0 0,-1-1 0 0 0,0 1-1 0 0,0-1 1 0 0,0 1 0 0 0,0 0-1 0 0,-3-3 1 0 0,1 2-3 0 0,-1 1 0 0 0,1-1 0 0 0,-1 1 0 0 0,1 0 0 0 0,-1 0 0 0 0,0 0-1 0 0,0 0 1 0 0,0 1 0 0 0,0 0 0 0 0,0 0 0 0 0,0 0 0 0 0,0 1 0 0 0,0 0 0 0 0,0 0 0 0 0,0 0 0 0 0,0 1 0 0 0,0-1-1 0 0,0 1 1 0 0,0 0 0 0 0,-6 2 0 0 0,-1 2 23 0 0,-1 0-1 0 0,1 0 1 0 0,0 1-1 0 0,0 0 0 0 0,1 1 1 0 0,0 0-1 0 0,0 1 1 0 0,1 1-1 0 0,0-1 1 0 0,0 2-1 0 0,1-1 1 0 0,0 1-1 0 0,-13 20 1 0 0,14-18 10 0 0,1 0 1 0 0,0 0-1 0 0,1 0 1 0 0,0 1 0 0 0,1 0-1 0 0,0 0 1 0 0,1 0-1 0 0,1 1 1 0 0,0-1 0 0 0,1 1-1 0 0,0 0 1 0 0,1 0-1 0 0,1 17 1 0 0,1-26-22 0 0,-1 1 1 0 0,1-1-1 0 0,0 0 0 0 0,1 0 0 0 0,-1 0 1 0 0,1 0-1 0 0,0 0 0 0 0,0-1 1 0 0,1 1-1 0 0,-1 0 0 0 0,1-1 0 0 0,0 0 1 0 0,0 0-1 0 0,5 5 0 0 0,-3-4-24 0 0,1 0-1 0 0,0 0 0 0 0,0 0 0 0 0,1-1 1 0 0,-1 0-1 0 0,1-1 0 0 0,0 1 0 0 0,13 3 1 0 0,2-1-369 0 0,1-1 1 0 0,-1-1-1 0 0,1-1 0 0 0,0-1 1 0 0,36-1-1 0 0,-18-2-1074 0 0,0-2-1 0 0,0-1 1 0 0,0-2 0 0 0,-1-2-1 0 0,0-2 1 0 0,61-24-1 0 0,-54 14-1365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4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345 127 1156 0 0,'1'-8'1239'0'0,"1"0"-1"0"0,-1 0 0 0 0,0 0 1 0 0,-1-14-1 0 0,-1 19-989 0 0,1 0-1 0 0,0 0 1 0 0,-1 1-1 0 0,0-1 1 0 0,0 0-1 0 0,0 1 1 0 0,0-1-1 0 0,0 0 1 0 0,0 1-1 0 0,-1 0 1 0 0,1-1-1 0 0,-1 1 1 0 0,0 0-1 0 0,1 0 1 0 0,-1 0-1 0 0,0 0 1 0 0,-5-3-1 0 0,3 1-3 0 0,0 1-1 0 0,-1 1 0 0 0,1-1 1 0 0,-1 1-1 0 0,0 0 1 0 0,0 0-1 0 0,0 0 1 0 0,0 0-1 0 0,0 1 1 0 0,0 0-1 0 0,0 0 1 0 0,-1 1-1 0 0,1-1 0 0 0,-7 1 1 0 0,5 1-60 0 0,-1 0-1 0 0,0 1 1 0 0,1-1 0 0 0,-1 1 0 0 0,1 1-1 0 0,-1 0 1 0 0,1 0 0 0 0,-13 7 0 0 0,7-1-86 0 0,0 0 1 0 0,1 0-1 0 0,-1 2 1 0 0,2-1-1 0 0,0 2 1 0 0,0-1-1 0 0,1 1 1 0 0,-17 26-1 0 0,21-27-63 0 0,0-1-1 0 0,1 1 1 0 0,0 1-1 0 0,1-1 1 0 0,0 1-1 0 0,0 0 1 0 0,-2 22-1 0 0,5-30-21 0 0,1 0 1 0 0,-1 0-1 0 0,1 0 0 0 0,0 0 1 0 0,1 0-1 0 0,-1 0 0 0 0,1 0 1 0 0,0 0-1 0 0,0 0 0 0 0,0 0 1 0 0,0 0-1 0 0,1 0 0 0 0,-1-1 0 0 0,1 1 1 0 0,0 0-1 0 0,0-1 0 0 0,0 0 1 0 0,1 1-1 0 0,-1-1 0 0 0,1 0 1 0 0,0 0-1 0 0,0 0 0 0 0,0-1 0 0 0,0 1 1 0 0,0-1-1 0 0,7 4 0 0 0,-5-3-22 0 0,0-1-1 0 0,0 0 0 0 0,0 0 0 0 0,0 0 1 0 0,0-1-1 0 0,0 0 0 0 0,0 0 0 0 0,0 0 1 0 0,0 0-1 0 0,1-1 0 0 0,-1 0 0 0 0,0 0 1 0 0,0 0-1 0 0,0-1 0 0 0,8-1 0 0 0,-6 0-46 0 0,-1-1 1 0 0,1 0-1 0 0,-1 0 0 0 0,1 0 0 0 0,-1 0 0 0 0,0-1 0 0 0,0 0 0 0 0,-1-1 0 0 0,1 1 0 0 0,5-7 0 0 0,1-2-40 0 0,-2 0 0 0 0,0 0 0 0 0,0-1 0 0 0,-1-1 0 0 0,-1 0 0 0 0,0 0 0 0 0,-1 0 0 0 0,8-28 0 0 0,13-46 1030 0 0,-28 87-567 0 0,0 5-152 0 0,1 26 531 0 0,-1 0 0 0 0,-6 40 0 0 0,-1 9 147 0 0,2 213 486 0 0,38 332 0 0 0,-29-553-1259 0 0,-4-39-467 0 0,9 46 0 0 0,-8-69-2224 0 0,-7-33-8416 0 0,3 6 2986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4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19 147 948 0 0,'-2'-40'4166'0'0,"2"19"-5"0"0,-7-37 0 0 0,6 47-3294 0 0,-1-6 527 0 0,0 28-654 0 0,-1 21-561 0 0,2 0 1 0 0,1 0 0 0 0,8 62-1 0 0,-6-83-165 0 0,0-1 0 0 0,1 0 0 0 0,0 0 0 0 0,1 0-1 0 0,0-1 1 0 0,1 1 0 0 0,6 9 0 0 0,-7-14-4 0 0,-1 0-1 0 0,1 0 1 0 0,1 0-1 0 0,-1-1 1 0 0,1 1-1 0 0,-1-1 0 0 0,1 0 1 0 0,1-1-1 0 0,-1 1 1 0 0,0-1-1 0 0,1 0 1 0 0,0 0-1 0 0,5 1 1 0 0,-6-2-16 0 0,-1-1 1 0 0,0 0-1 0 0,1 0 1 0 0,-1 0-1 0 0,0-1 1 0 0,1 1-1 0 0,-1-1 1 0 0,1 0-1 0 0,-1 0 1 0 0,1-1 0 0 0,-1 1-1 0 0,0-1 1 0 0,1 0-1 0 0,-1 0 1 0 0,6-3-1 0 0,-3 1-15 0 0,-1-1 0 0 0,0 1 0 0 0,0-1 0 0 0,0-1 1 0 0,0 1-1 0 0,-1-1 0 0 0,1 0 0 0 0,7-9 0 0 0,0-5-34 0 0,0 0 1 0 0,0-1 0 0 0,-2 0-1 0 0,16-40 1 0 0,8-42 1047 0 0,-34 101-835 0 0,-2 16-69 0 0,-1 0 0 0 0,0-1 1 0 0,-6 22-1 0 0,3-18-46 0 0,-3 30 0 0 0,6-23-98 0 0,-1 0 77 0 0,1 30 1 0 0,2-49-347 0 0,0 0 0 0 0,1 0 0 0 0,0 0-1 0 0,0-1 1 0 0,0 1 0 0 0,1 0 0 0 0,0 0 0 0 0,0 0 0 0 0,0-1 0 0 0,5 8-1 0 0,-6-12 1 0 0,0 1-1 0 0,0-1 0 0 0,0 0 0 0 0,0 0 1 0 0,0 0-1 0 0,0 0 0 0 0,0 0 0 0 0,0 0 1 0 0,0 0-1 0 0,1-1 0 0 0,-1 1 0 0 0,0 0 1 0 0,0-1-1 0 0,1 1 0 0 0,-1-1 0 0 0,1 1 1 0 0,-1-1-1 0 0,0 0 0 0 0,1 1 0 0 0,-1-1 1 0 0,1 0-1 0 0,-1 0 0 0 0,1 0 0 0 0,-1 0 1 0 0,1 0-1 0 0,1-1 0 0 0,16-5-3372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5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220 119 1872 0 0,'3'-8'1206'0'0,"1"-1"0"0"0,-1 1-1 0 0,-1-1 1 0 0,3-12 0 0 0,-5 18-918 0 0,1 0 1 0 0,-1 0-1 0 0,0 0 1 0 0,0 0-1 0 0,0 0 1 0 0,0 0 0 0 0,-1 0-1 0 0,0 0 1 0 0,1 0-1 0 0,-1 0 1 0 0,0 0 0 0 0,0 0-1 0 0,0 0 1 0 0,-1 0-1 0 0,-2-3 1 0 0,3 4-208 0 0,0 1 0 0 0,0 0 1 0 0,0 0-1 0 0,-1 0 0 0 0,1 0 0 0 0,0 1 0 0 0,-1-1 1 0 0,1 0-1 0 0,-1 1 0 0 0,1-1 0 0 0,-1 0 1 0 0,1 1-1 0 0,-1 0 0 0 0,0-1 0 0 0,1 1 1 0 0,-1 0-1 0 0,1 0 0 0 0,-1 0 0 0 0,-2 0 0 0 0,-27 5 568 0 0,21-1-577 0 0,0 0 0 0 0,0 0 0 0 0,0 1 0 0 0,1 1 0 0 0,0 0 0 0 0,0 0 0 0 0,1 1 0 0 0,-1 0 0 0 0,1 0 0 0 0,1 1 0 0 0,0 0 0 0 0,0 0 0 0 0,0 1 0 0 0,-10 17 0 0 0,13-18-66 0 0,0 0-1 0 0,1 0 1 0 0,-1 0-1 0 0,2 1 1 0 0,-1-1-1 0 0,1 1 1 0 0,0-1-1 0 0,0 12 1 0 0,1-14 4 0 0,1 0 1 0 0,0 0-1 0 0,1-1 1 0 0,0 1-1 0 0,0 0 0 0 0,0 0 1 0 0,0-1-1 0 0,1 1 1 0 0,0-1-1 0 0,0 1 1 0 0,0-1-1 0 0,1 0 0 0 0,3 5 1 0 0,-3-6-13 0 0,0 0 0 0 0,0 0 0 0 0,0-1 0 0 0,0 1 0 0 0,1-1 0 0 0,-1 0 0 0 0,1 0 0 0 0,0 0 0 0 0,0-1 1 0 0,0 1-1 0 0,0-1 0 0 0,1 0 0 0 0,-1 0 0 0 0,0-1 0 0 0,1 1 0 0 0,-1-1 0 0 0,1 0 0 0 0,0 0 0 0 0,-1 0 0 0 0,1-1 0 0 0,0 0 0 0 0,0 0 0 0 0,6 0 1 0 0,-4-1-14 0 0,-1 0 1 0 0,0-1 0 0 0,0 1-1 0 0,0-1 1 0 0,0 0 0 0 0,-1 0 0 0 0,1-1-1 0 0,0 0 1 0 0,-1 0 0 0 0,0 0-1 0 0,0-1 1 0 0,0 1 0 0 0,0-1 0 0 0,0 0-1 0 0,-1-1 1 0 0,0 1 0 0 0,6-8-1 0 0,8-18 49 0 0,-1-1 0 0 0,-2 0-1 0 0,-1-1 1 0 0,13-43-1 0 0,-27 73 19 0 0,1 3-46 0 0,0-1-1 0 0,-1 0 1 0 0,1 1-1 0 0,0-1 1 0 0,-1 1-1 0 0,1-1 0 0 0,-1 1 1 0 0,1-1-1 0 0,-1 1 1 0 0,1-1-1 0 0,-1 1 1 0 0,0-1-1 0 0,1 1 1 0 0,-1-1-1 0 0,0 1 0 0 0,1 0 1 0 0,-1-1-1 0 0,0 1 1 0 0,1 0-1 0 0,-1-1 1 0 0,0 1-1 0 0,0 0 0 0 0,0 0 1 0 0,0-1-1 0 0,0 1 1 0 0,0 0-1 0 0,0 0 1 0 0,3 22 108 0 0,-1 21 96 0 0,5 51 48 0 0,-6-85-237 0 0,1 0 0 0 0,0 0-1 0 0,1 0 1 0 0,0-1 0 0 0,0 1-1 0 0,10 17 1 0 0,-12-25-133 0 0,1 1 1 0 0,-1 0-1 0 0,1-1 0 0 0,0 0 0 0 0,0 1 1 0 0,0-1-1 0 0,0 0 0 0 0,0 0 1 0 0,0 0-1 0 0,1 0 0 0 0,-1 0 1 0 0,1 0-1 0 0,-1-1 0 0 0,1 1 0 0 0,0-1 1 0 0,0 0-1 0 0,-1 0 0 0 0,1 0 1 0 0,0 0-1 0 0,0 0 0 0 0,0-1 1 0 0,0 1-1 0 0,0-1 0 0 0,5 0 1 0 0,-4-1-191 0 0,-1 1 0 0 0,1-1 0 0 0,0-1 0 0 0,-1 1 1 0 0,0 0-1 0 0,1-1 0 0 0,-1 0 0 0 0,0 0 0 0 0,1 0 1 0 0,-1 0-1 0 0,0 0 0 0 0,-1 0 0 0 0,1-1 0 0 0,0 0 1 0 0,-1 1-1 0 0,1-1 0 0 0,-1 0 0 0 0,0 0 1 0 0,3-7-1 0 0,7-12-2214 0 0,0-5-599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17 497 348 0 0,'8'-73'3326'0'0,"-3"-1"1"0"0,-3 1-1 0 0,-12-121 0 0 0,5 115-658 0 0,5 76-2053 0 0,0 5-321 0 0,-8 367 2822 0 0,1 6-2772 0 0,6-326-1618 0 0,2 0 0 0 0,15 84 0 0 0,-15-127 838 0 0,1-1 0 0 0,0 1 0 0 0,0 0 0 0 0,0-1-1 0 0,1 0 1 0 0,4 8 0 0 0,14 11-5172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54 2624 0 0,'-5'-46'8785'0'0,"2"39"-6455"0"0,4 32-2002 0 0,0 27-138 0 0,-1-29-629 0 0,1 0-1 0 0,0 0 0 0 0,2 0 1 0 0,1 0-1 0 0,12 41 1 0 0,-15-61-110 0 0,0 0 1 0 0,0 0 0 0 0,1-1 0 0 0,0 1-1 0 0,-1 0 1 0 0,1-1 0 0 0,0 1 0 0 0,0-1-1 0 0,5 4 1 0 0,3 1-3185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6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49 119 2192 0 0,'9'-47'10893'0'0,"-23"212"-6568"0"0,14-147-4229 0 0,1-1 0 0 0,1 0 0 0 0,0 1 0 0 0,1-1 0 0 0,1 0 0 0 0,0-1 0 0 0,11 25 0 0 0,-14-38-77 0 0,0 1-1 0 0,1-1 0 0 0,0 0 1 0 0,-1 0-1 0 0,1 0 0 0 0,0-1 0 0 0,1 1 1 0 0,-1 0-1 0 0,0-1 0 0 0,1 0 1 0 0,0 1-1 0 0,-1-1 0 0 0,1 0 1 0 0,0 0-1 0 0,0 0 0 0 0,0-1 1 0 0,0 1-1 0 0,0-1 0 0 0,0 0 0 0 0,1 1 1 0 0,-1-1-1 0 0,0-1 0 0 0,1 1 1 0 0,6 0-1 0 0,-6-1-5 0 0,0 0-1 0 0,0-1 1 0 0,0 0-1 0 0,0 0 1 0 0,0 0 0 0 0,0 0-1 0 0,0 0 1 0 0,0-1-1 0 0,0 0 1 0 0,0 0 0 0 0,-1 0-1 0 0,1 0 1 0 0,-1 0-1 0 0,0-1 1 0 0,1 1-1 0 0,-1-1 1 0 0,0 0 0 0 0,-1 0-1 0 0,1 0 1 0 0,3-6-1 0 0,3-5-36 0 0,-1 0 0 0 0,0-1 0 0 0,-1 0 0 0 0,-1 0-1 0 0,0-1 1 0 0,-1 0 0 0 0,5-30 0 0 0,-7 23 11 0 0,0 1-1 0 0,-2-2 1 0 0,0 1 0 0 0,-2 0-1 0 0,-3-26 1 0 0,3 45 14 0 0,1-1 0 0 0,-1 0 0 0 0,0 1-1 0 0,-1-1 1 0 0,1 1 0 0 0,-1-1 0 0 0,0 1 0 0 0,0-1 0 0 0,0 1-1 0 0,-1 0 1 0 0,0 0 0 0 0,1 0 0 0 0,-1 1 0 0 0,0-1 0 0 0,-1 1-1 0 0,-5-6 1 0 0,5 7 0 0 0,1 0-1 0 0,-1 0 0 0 0,1 1 1 0 0,-1-1-1 0 0,1 1 1 0 0,-1 0-1 0 0,0 0 1 0 0,0 0-1 0 0,0 1 0 0 0,1-1 1 0 0,-1 1-1 0 0,0 0 1 0 0,0 0-1 0 0,0 0 0 0 0,0 1 1 0 0,0-1-1 0 0,1 1 1 0 0,-1 0-1 0 0,0 0 1 0 0,0 0-1 0 0,-3 2 0 0 0,-4 2-130 0 0,0 1 0 0 0,1-1 1 0 0,0 2-1 0 0,0 0 0 0 0,1 0 0 0 0,-1 0 0 0 0,2 1 0 0 0,-1 1 0 0 0,1-1 0 0 0,0 1 0 0 0,1 1 0 0 0,0-1 0 0 0,1 1 0 0 0,0 0 0 0 0,0 1 0 0 0,1 0 0 0 0,0 0 0 0 0,-5 19 0 0 0,10-26-179 0 0,-1-1 0 0 0,0 1 0 0 0,1 1 0 0 0,0-1 0 0 0,0 0-1 0 0,0 0 1 0 0,0 0 0 0 0,1 0 0 0 0,1 5 0 0 0,-1-6-416 0 0,-1 0 1 0 0,1 0 0 0 0,1 0 0 0 0,-1-1-1 0 0,0 1 1 0 0,1 0 0 0 0,3 4-1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1 106 732 0 0,'0'-2'712'0'0,"1"-1"0"0"0,0 1 0 0 0,-1 0 0 0 0,1 0 0 0 0,0 0 0 0 0,0 0 0 0 0,1-1 0 0 0,-1 1 0 0 0,0 0 0 0 0,7-5 1371 0 0,-8 7-1977 0 0,0 0-1 0 0,0 0 1 0 0,0 0-1 0 0,1 0 1 0 0,-1 0-1 0 0,0 0 1 0 0,1 0-1 0 0,-1 0 1 0 0,3 1 1160 0 0,-3-1-1160 0 0,1 1-28 0 0,-1 0 1 0 0,1 0 0 0 0,-1 0-1 0 0,1 0 1 0 0,-1 0 0 0 0,1 0 0 0 0,-1 0-1 0 0,0 0 1 0 0,1 1 0 0 0,-1-1-1 0 0,0 0 1 0 0,0 0 0 0 0,0 2 0 0 0,-3 231 5041 0 0,3-234-5114 0 0,-3 27 138 0 0,1 25 903 0 0,2-58-1030 0 0,1 0 0 0 0,0 0-1 0 0,0 0 1 0 0,4-11 0 0 0,-1 3-23 0 0,5-27-23 0 0,0 0 17 0 0,1 1 0 0 0,2 1 1 0 0,1 0-1 0 0,28-57 0 0 0,-38 91-16 0 0,0 0 1 0 0,1 0 0 0 0,-1 0-1 0 0,1 1 1 0 0,0-1 0 0 0,0 1-1 0 0,0 0 1 0 0,0 0 0 0 0,1 0-1 0 0,0 1 1 0 0,5-4 0 0 0,-9 7 21 0 0,0 0 0 0 0,0-1 0 0 0,0 1 1 0 0,0 0-1 0 0,0 0 0 0 0,1-1 0 0 0,-1 1 0 0 0,0 0 0 0 0,0 0 1 0 0,0 0-1 0 0,0 0 0 0 0,0 1 0 0 0,1-1 0 0 0,-1 0 1 0 0,0 0-1 0 0,0 1 0 0 0,0-1 0 0 0,0 1 0 0 0,0-1 1 0 0,0 1-1 0 0,0-1 0 0 0,0 1 0 0 0,0-1 0 0 0,1 2 1 0 0,0 0 23 0 0,1 0 0 0 0,-1 0 0 0 0,0 1 0 0 0,0-1 0 0 0,0 0 0 0 0,0 1 1 0 0,2 4-1 0 0,1 4 18 0 0,-1 0 0 0 0,0 0 0 0 0,0 0 0 0 0,-1 1 0 0 0,-1-1 0 0 0,0 1 0 0 0,-1 0 0 0 0,0 13 1 0 0,0 2-1992 0 0,-2 0 0 0 0,-7 40 1 0 0,0-41-4286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79 1764 0 0,'-77'-43'11391'0'0,"31"13"-10326"0"0,43 29-1618 0 0,0 0 0 0 0,-1 0 0 0 0,1 0 1 0 0,0 1-1 0 0,0-1 0 0 0,0 1 0 0 0,-1 0 0 0 0,1 0 1 0 0,0 0-1 0 0,0 0 0 0 0,-4 1 0 0 0,0 0-447 0 0,-15-3-3182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6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35 1860 0 0,'-31'7'4973'0'0,"-49"19"-1"0"0,118-27-3726 0 0,269-28-1307 0 0,-14 1-6310 0 0,-196 18 2156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9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28 740 0 0,'-26'-17'17150'0'0,"25"17"-17207"0"0,1 0 0 0 0,-1 0-1 0 0,1 0 1 0 0,-1 0 0 0 0,1 0 0 0 0,-1 0 0 0 0,0 0 0 0 0,1 0 0 0 0,-1 0 0 0 0,1 0 0 0 0,-1 0 0 0 0,1-1 0 0 0,-1 1 0 0 0,1 0 0 0 0,-1 0 0 0 0,1-1 0 0 0,-1 1 0 0 0,1 0 0 0 0,0-1 0 0 0,-1 1 0 0 0,1-1 0 0 0,-1 1 0 0 0,1 0-1 0 0,0-1 1 0 0,-1 1 0 0 0,1-1 0 0 0,0 1 0 0 0,0-1 0 0 0,-1 1 0 0 0,1-1 0 0 0,0 1 0 0 0,0-1 0 0 0,0 0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3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83 261 1148 0 0,'-3'0'1396'0'0,"-35"-4"3316"0"0,36 4-4058 0 0,-1 0-46 0 0,-22-4 1538 0 0,22 3-1347 0 0,-1-1-537 0 0,4 2-243 0 0,0 0 0 0 0,0 0 0 0 0,0 0 1 0 0,0 0-1 0 0,-1 0 0 0 0,1 0 0 0 0,0 0 1 0 0,0 0-1 0 0,0-1 0 0 0,-1 1 0 0 0,1 0 1 0 0,0 0-1 0 0,0 0 0 0 0,0 0 0 0 0,0 0 1 0 0,-1 0-1 0 0,1 0 0 0 0,0 0 0 0 0,0-1 0 0 0,0 1 1 0 0,0 0-1 0 0,0 0 0 0 0,-1 0 0 0 0,1 0 1 0 0,0 0-1 0 0,0-1 0 0 0,0 1 0 0 0,0 0 1 0 0,0 0-1 0 0,0 0 0 0 0,0-1 0 0 0,0 1 1 0 0,0 0-1 0 0,0 0 0 0 0,0 0 0 0 0,0-1 1 0 0,0 1-1 0 0,0-1 34 0 0,1-1 0 0 0,-1 1 0 0 0,1 0 0 0 0,0 0 0 0 0,0 0 0 0 0,-1-1-1 0 0,1 1 1 0 0,0 0 0 0 0,0 0 0 0 0,0 0 0 0 0,0 0 0 0 0,0 0 0 0 0,0 1 0 0 0,1-1 0 0 0,-1 0 0 0 0,0 0 0 0 0,0 1 0 0 0,3-2 0 0 0,-2 1 89 0 0,4-1 54 0 0,0-1 0 0 0,1 0 0 0 0,-1 1-1 0 0,11-2 1 0 0,669-59 1005 0 0,-569 55-1114 0 0,283-6-56 0 0,-128 9 17 0 0,-222 5-43 0 0,-28 1-11 0 0,103 1 92 0 0,164 3 67 0 0,-87 0 788 0 0,-39-5-749 0 0,-76 2-155 0 0,-27-2-18 0 0,82 2 23 0 0,140-18 1349 0 0,10-27-480 0 0,-213 30-742 0 0,-4-1-60 0 0,69-9 13 0 0,-18 3-28 0 0,-124 20-94 0 0,26-5 22 0 0,-12 3-28 0 0,-10 1 349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43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40 600 0 0,'7'-10'4530'0'0,"16"-19"3034"0"0,-21 31-7515 0 0,-1 1 0 0 0,1-1 1 0 0,0 1-1 0 0,-1 0 0 0 0,0 0 0 0 0,1-1 0 0 0,-1 1 1 0 0,0 0-1 0 0,0 0 0 0 0,-1 0 0 0 0,1 0 1 0 0,0 5-1 0 0,0 43 18 0 0,-1-29-12 0 0,1 18-76 0 0,11 220-1244 0 0,6-89-4783 0 0,-11-122 2330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4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96 392 0 0,'-7'-9'5247'0'0,"5"2"-4195"0"0,0 0-1 0 0,0-1 1 0 0,1 1 0 0 0,0-1-1 0 0,1 1 1 0 0,0-12 0 0 0,0 17-644 0 0,0-19 1259 0 0,-10 173-1486 0 0,5-86-2093 0 0,1-1-3448 0 0,4-35-221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44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71 304 0 0,'1'-3'1864'0'0,"10"-65"9347"0"0,-5 80-10945 0 0,1 18-180 0 0,-2 0-1 0 0,-1 0 0 0 0,-2 0 0 0 0,-1 39 1 0 0,4 44-255 0 0,6-32-1749 0 0,2-29-3444 0 0,-8-35 1143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48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0 156 0 0,'1'3'417'0'0,"1"20"9546"0"0,-3-11-8474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49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724 162 892 0 0,'0'0'2697'0'0,"-18"-28"4099"0"0,17 27-6497 0 0,-12-13 916 0 0,6 8-762 0 0,6 5-243 0 0,-20-7 789 0 0,4 0-380 0 0,-33 0-78 0 0,47 8-493 0 0,0 0-10 0 0,-7-1-16 0 0,2 1-9 0 0,1 0 0 0 0,-1 0 0 0 0,0 1-1 0 0,0 0 1 0 0,-9 2 0 0 0,8-1-7 0 0,0 1 0 0 0,1 0 0 0 0,-1 1-1 0 0,1 0 1 0 0,-1 0 0 0 0,2 1 0 0 0,-1 0 0 0 0,0 1 0 0 0,1-1 0 0 0,-9 10-1 0 0,-9 10 0 0 0,-28 37-1 0 0,51-60-4 0 0,-10 14 6 0 0,1 0 0 0 0,1 1-1 0 0,0 0 1 0 0,1 0 0 0 0,1 1 0 0 0,1 0-1 0 0,0 1 1 0 0,-6 32 0 0 0,6-15 57 0 0,3 0 0 0 0,0 0 1 0 0,3 65-1 0 0,2-86-14 0 0,0 1 0 0 0,2 0-1 0 0,-1 0 1 0 0,2-1 0 0 0,0 1-1 0 0,1-1 1 0 0,1 0 0 0 0,0 0 0 0 0,1-1-1 0 0,0 0 1 0 0,17 24 0 0 0,-16-28 26 0 0,0 0 1 0 0,1-1-1 0 0,0 1 0 0 0,1-2 1 0 0,0 1-1 0 0,0-1 1 0 0,1-1-1 0 0,0 0 1 0 0,0 0-1 0 0,1-1 0 0 0,0-1 1 0 0,0 0-1 0 0,0-1 1 0 0,24 6-1 0 0,-12-6-16 0 0,0-1-1 0 0,0-2 1 0 0,0 0-1 0 0,0-2 0 0 0,0 0 1 0 0,-1-2-1 0 0,1 0 1 0 0,0-2-1 0 0,34-11 1 0 0,-32 7 84 0 0,-1 0 0 0 0,0-2 0 0 0,-1-1 1 0 0,-1-1-1 0 0,1 0 0 0 0,-2-2 0 0 0,0-1 0 0 0,25-24 1 0 0,-35 28-39 0 0,-1 0 1 0 0,-1-1-1 0 0,0 0 0 0 0,-1 0 1 0 0,0-1-1 0 0,-1-1 1 0 0,-1 1-1 0 0,11-29 0 0 0,-12 22-36 0 0,0-1 0 0 0,-1 1-1 0 0,-2-1 1 0 0,0 1-1 0 0,-1-1 1 0 0,-1-28-1 0 0,-3 25-48 0 0,0-1 1 0 0,-2 0-1 0 0,0 1 0 0 0,-2 0 0 0 0,-1 0 0 0 0,-1 0 1 0 0,0 1-1 0 0,-2 0 0 0 0,-2 1 0 0 0,0 0 0 0 0,-29-42 1 0 0,31 53-22 0 0,0 1 0 0 0,-1 0 1 0 0,0 1-1 0 0,-1 0 0 0 0,0 0 1 0 0,-1 2-1 0 0,0-1 0 0 0,0 2 1 0 0,0 0-1 0 0,-1 0 0 0 0,0 1 1 0 0,-1 1-1 0 0,1 0 0 0 0,-1 1 1 0 0,0 1-1 0 0,0 0 0 0 0,0 1 1 0 0,-21 0-1 0 0,-1 2-246 0 0,-1 2 0 0 0,1 1 0 0 0,0 2 0 0 0,0 1 1 0 0,0 2-1 0 0,-50 18 0 0 0,49-11-594 0 0,0 1 1 0 0,1 1-1 0 0,0 3 1 0 0,2 1-1 0 0,-52 39 0 0 0,-15 26-4800 0 0,49-35-74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1636 0 0,'0'0'1542'0'0,"7"-10"2778"0"0,-5 6-3995 0 0,0 1-1 0 0,1 0 0 0 0,-1 0 1 0 0,1 0-1 0 0,0 1 1 0 0,-1-1-1 0 0,1 1 1 0 0,1-1-1 0 0,-1 1 1 0 0,0 0-1 0 0,1 0 1 0 0,-1 0-1 0 0,1 1 1 0 0,-1-1-1 0 0,5 0 1 0 0,1-1-199 0 0,-1 2 1 0 0,1-1-1 0 0,-1 1 1 0 0,1 0-1 0 0,0 1 1 0 0,-1 0-1 0 0,1 1 1 0 0,0-1-1 0 0,-1 2 1 0 0,1-1-1 0 0,0 1 1 0 0,-1 0-1 0 0,0 1 1 0 0,13 5-1 0 0,-15-4-74 0 0,1-1 0 0 0,-1 1 0 0 0,0-1 0 0 0,0 2 0 0 0,0-1 0 0 0,-1 1 0 0 0,1 0 0 0 0,-1 0 0 0 0,0 0 0 0 0,-1 1 0 0 0,1 0 0 0 0,-1 0 0 0 0,0 0 0 0 0,0 0 0 0 0,-1 0 0 0 0,0 1 0 0 0,0 0 0 0 0,3 11 0 0 0,-4-6 24 0 0,0 1-1 0 0,-1 0 0 0 0,-1 0 0 0 0,0 0 0 0 0,0 0 1 0 0,-1 0-1 0 0,-1 0 0 0 0,0 0 0 0 0,-1 0 0 0 0,-1-1 1 0 0,1 0-1 0 0,-2 1 0 0 0,-9 18 0 0 0,2-7 9 0 0,-1-1 0 0 0,-2-1 1 0 0,0 0-1 0 0,-1-1 0 0 0,-32 33 0 0 0,40-46-61 0 0,0 0 0 0 0,-1 0 0 0 0,0-1 0 0 0,0 0 0 0 0,-1 0 0 0 0,0-1 0 0 0,-19 8 0 0 0,29-14-22 0 0,0 0-1 0 0,-1 0 1 0 0,1 0 0 0 0,0 0-1 0 0,-1 1 1 0 0,1-1 0 0 0,-1 0-1 0 0,1 0 1 0 0,0 0 0 0 0,-1 0-1 0 0,1 0 1 0 0,-1 0 0 0 0,1 0-1 0 0,0 0 1 0 0,-1-1 0 0 0,1 1-1 0 0,-1 0 1 0 0,1 0 0 0 0,0 0 0 0 0,-1 0-1 0 0,1 0 1 0 0,-1-1 0 0 0,1 1-1 0 0,0 0 1 0 0,-1 0 0 0 0,1-1-1 0 0,0 1 1 0 0,0 0 0 0 0,-1 0-1 0 0,1-1 1 0 0,0 1 0 0 0,0 0-1 0 0,-1-1 1 0 0,1 1 0 0 0,0 0-1 0 0,0-1 1 0 0,0 1 0 0 0,-1-1-1 0 0,1 1 1 0 0,0 0 0 0 0,0-1-1 0 0,0 1 1 0 0,0-1 0 0 0,0 1 0 0 0,1-20 8 0 0,6 6-13 0 0,0 0 1 0 0,0 1 0 0 0,2 0-1 0 0,-1 0 1 0 0,2 1-1 0 0,20-21 1 0 0,-18 19-4 0 0,70-71-49 0 0,140-111 1 0 0,-117 106 35 0 0,-68 52 23 0 0,-36 36-9 0 0,-4 3-26 0 0,-1-1 32 0 0,1 1 0 0 0,0 0 1 0 0,-1 0-1 0 0,1 0 0 0 0,0 1 1 0 0,-1-1-1 0 0,1 1 0 0 0,0 0 1 0 0,0 0-1 0 0,0 0 0 0 0,1 0 1 0 0,-1 0-1 0 0,-3 4 0 0 0,-37 42 30 0 0,36-39-19 0 0,6-8-10 0 0,-37 46 249 0 0,-56 89 1 0 0,85-121-196 0 0,0 0 1 0 0,2 1 0 0 0,0 0-1 0 0,1 0 1 0 0,0 1-1 0 0,1-1 1 0 0,1 1 0 0 0,1 0-1 0 0,0 1 1 0 0,0 33-1 0 0,3-44-43 0 0,1 0 0 0 0,0 0-1 0 0,0 0 1 0 0,1-1-1 0 0,0 1 1 0 0,0 0 0 0 0,0-1-1 0 0,1 0 1 0 0,0 1 0 0 0,0-1-1 0 0,0 0 1 0 0,1 0 0 0 0,0-1-1 0 0,0 1 1 0 0,1-1-1 0 0,-1 0 1 0 0,1 0 0 0 0,0 0-1 0 0,1-1 1 0 0,-1 0 0 0 0,11 7-1 0 0,-7-7-130 0 0,0 0-1 0 0,0 0 0 0 0,0-1 0 0 0,0 0 1 0 0,0 0-1 0 0,1-1 0 0 0,0 0 1 0 0,-1-1-1 0 0,1 0 0 0 0,0-1 1 0 0,0 0-1 0 0,-1 0 0 0 0,1-1 1 0 0,18-4-1 0 0,-2-1-2328 0 0,0-1 0 0 0,0-2 1 0 0,47-22-1 0 0,-41 13-2136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8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20 8 0 0,'-2'-2'2689'0'0,"-2"0"-1588"0"0,1 0-1 0 0,-1 0 1 0 0,1 1 0 0 0,-1-1-1 0 0,0 1 1 0 0,-4-1 0 0 0,-19-3 2326 0 0,24 5-2479 0 0,-1 0-113 0 0,-9 0-100 0 0,9 0-138 0 0,-16 0 1006 0 0,20 0-1586 0 0,0 0 0 0 0,-1 0 1 0 0,1 0-1 0 0,-1 0 0 0 0,1 0 0 0 0,-1 1 0 0 0,1-1 0 0 0,-1 0 1 0 0,1 0-1 0 0,-1 0 0 0 0,1 1 0 0 0,-1-1 0 0 0,1 0 1 0 0,0 0-1 0 0,-1 1 0 0 0,1-1 0 0 0,0 0 0 0 0,-1 1 1 0 0,1-1-1 0 0,0 0 0 0 0,-1 1 0 0 0,1-1 0 0 0,0 1 0 0 0,0-1 1 0 0,-1 1-1 0 0,1 0 0 0 0,0-1-4 0 0,0 1-1 0 0,0 0 1 0 0,1 0-1 0 0,-1-1 1 0 0,0 1-1 0 0,0 0 1 0 0,1-1-1 0 0,-1 1 1 0 0,1-1-1 0 0,-1 1 1 0 0,0 0-1 0 0,1-1 1 0 0,-1 1-1 0 0,1-1 1 0 0,-1 1-1 0 0,1-1 1 0 0,0 0-1 0 0,-1 1 1 0 0,1-1 0 0 0,-1 1-1 0 0,1-1 1 0 0,0 0-1 0 0,-1 0 1 0 0,1 1-1 0 0,0-1 1 0 0,-1 0-1 0 0,2 0 1 0 0,12 5-105 0 0,0-1 0 0 0,1-1 0 0 0,-1-1 0 0 0,1 0 0 0 0,-1 0 0 0 0,28-2 0 0 0,28-5-2958 0 0,-6-6-3831 0 0,-35 5 498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9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277 140 1528 0 0,'-50'-17'8782'0'0,"-21"2"-2432"0"0,44 11-4219 0 0,-28-9 0 0 0,36 8-1550 0 0,12 3-407 0 0,0 0 0 0 0,0 0 0 0 0,0-1 0 0 0,-7-3 0 0 0,13 5-169 0 0,0 1 1 0 0,0 0 0 0 0,1-1-1 0 0,-1 0 1 0 0,0 1-1 0 0,0-1 1 0 0,1 1 0 0 0,-1-1-1 0 0,1 0 1 0 0,-1 1-1 0 0,0-1 1 0 0,1 0 0 0 0,-1 0-1 0 0,1 1 1 0 0,0-1-1 0 0,-1 0 1 0 0,1 0 0 0 0,0 0-1 0 0,-1 0 1 0 0,1 1 0 0 0,0-1-1 0 0,0 0 1 0 0,0 0-1 0 0,0 0 1 0 0,0 0 0 0 0,0 0-1 0 0,0 0 1 0 0,0 0-1 0 0,0 0 1 0 0,0 1 0 0 0,0-1-1 0 0,0 0 1 0 0,1 0-1 0 0,-1 0 1 0 0,0 0 0 0 0,1 0-1 0 0,-1 1 1 0 0,1-1-1 0 0,-1 0 1 0 0,1 0 0 0 0,-1 1-1 0 0,1-1 1 0 0,1-1 0 0 0,0-1-7 0 0,0 1 1 0 0,1-1-1 0 0,-1 1 1 0 0,1 0-1 0 0,0-1 1 0 0,0 1-1 0 0,0 0 1 0 0,0 1-1 0 0,5-3 1 0 0,2 1-1 0 0,1 0 0 0 0,-1 1-1 0 0,0 1 1 0 0,1 0 0 0 0,0 0 0 0 0,-1 1 0 0 0,1 0 0 0 0,-1 1 0 0 0,1 0 0 0 0,-1 1-1 0 0,0 0 1 0 0,1 1 0 0 0,-1 0 0 0 0,0 0 0 0 0,0 1 0 0 0,-1 0 0 0 0,1 1 0 0 0,-1 0-1 0 0,0 1 1 0 0,0 0 0 0 0,10 10 0 0 0,-11-10 5 0 0,-1 1-1 0 0,1 0 1 0 0,-2 0 0 0 0,1 1-1 0 0,-1-1 1 0 0,0 2-1 0 0,-1-1 1 0 0,0 1 0 0 0,0-1-1 0 0,-1 1 1 0 0,0 1 0 0 0,-1-1-1 0 0,0 1 1 0 0,0-1-1 0 0,-1 1 1 0 0,0 0 0 0 0,-1 0-1 0 0,0-1 1 0 0,-1 1 0 0 0,0 0-1 0 0,0 0 1 0 0,-4 18-1 0 0,-2-5 10 0 0,-1 0-1 0 0,-1 0 0 0 0,-1-1 1 0 0,0 0-1 0 0,-2-1 0 0 0,-1 0 1 0 0,-1 0-1 0 0,-17 21 0 0 0,-2-4-11 0 0,0-1 0 0 0,-76 64-1 0 0,57-51 82 0 0,49-48-72 0 0,14-4-5 0 0,0 1 0 0 0,1-2 0 0 0,-1 0 0 0 0,0 0-1 0 0,0-1 1 0 0,15-7 0 0 0,28-9 36 0 0,108-20-1980 0 0,29-8-7198 0 0,-162 38 5259 0 0,-2 0-1717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95 1704 0 0,'-4'-10'1841'0'0,"-1"0"0"0"0,0 0 1 0 0,-1 0-1 0 0,0 1 0 0 0,-1 0 0 0 0,0 0 0 0 0,0 1 0 0 0,-13-11 766 0 0,15 21-2320 0 0,5-2-278 0 0,0 0 0 0 0,-1 0 0 0 0,1 0 0 0 0,0 0 1 0 0,-1 0-1 0 0,1 0 0 0 0,0 0 0 0 0,0 0 1 0 0,-1 0-1 0 0,1 0 0 0 0,0 0 0 0 0,0 0 0 0 0,-1 0 1 0 0,1 0-1 0 0,0 1 0 0 0,0-1 0 0 0,-1 0 1 0 0,1 0-1 0 0,0 0 0 0 0,0 0 0 0 0,0 0 0 0 0,-1 1 1 0 0,1-1-1 0 0,0 0 0 0 0,0 0 0 0 0,0 0 0 0 0,0 1 1 0 0,0-1-1 0 0,-1 0 0 0 0,1 0 0 0 0,0 1 1 0 0,0-1-1 0 0,0 0 0 0 0,0 0 0 0 0,0 1 0 0 0,-2 10 141 0 0,1-1-1 0 0,0 1 0 0 0,1 0 1 0 0,0 0-1 0 0,0-1 0 0 0,1 1 0 0 0,4 15 1 0 0,-1-8-77 0 0,0-1 0 0 0,1 0 0 0 0,15 31 0 0 0,-17-43-57 0 0,0 0 0 0 0,0 0 0 0 0,0-1 0 0 0,1 1 0 0 0,0 0 0 0 0,0-1 0 0 0,0 0 1 0 0,0 0-1 0 0,1 0 0 0 0,0-1 0 0 0,-1 0 0 0 0,1 0 0 0 0,1 0 0 0 0,-1 0 0 0 0,0-1 0 0 0,1 1 1 0 0,-1-2-1 0 0,1 1 0 0 0,-1 0 0 0 0,1-1 0 0 0,0 0 0 0 0,0-1 0 0 0,0 1 0 0 0,7-1 0 0 0,-7 0-17 0 0,0-1-1 0 0,1 1 1 0 0,-1-1-1 0 0,0-1 0 0 0,0 1 1 0 0,0-1-1 0 0,0 0 0 0 0,-1 0 1 0 0,1-1-1 0 0,0 0 1 0 0,-1 0-1 0 0,0 0 0 0 0,1 0 1 0 0,-1-1-1 0 0,-1 0 0 0 0,1 0 1 0 0,-1-1-1 0 0,1 1 0 0 0,-1-1 1 0 0,0 0-1 0 0,-1 0 1 0 0,7-10-1 0 0,-5 3-7 0 0,0-1-1 0 0,-1 1 1 0 0,-1-1 0 0 0,0 0-1 0 0,0 1 1 0 0,-1-1 0 0 0,-1 0-1 0 0,0-1 1 0 0,-2-17 0 0 0,-1 18-11 0 0,-1 14-22 0 0,-4 17-7 0 0,-1 49 435 0 0,0 108 0 0 0,16 69 484 0 0,-2-111-459 0 0,-3 297 649 0 0,-8-312-810 0 0,-34 190-1 0 0,33-276-148 0 0,-1 0 0 0 0,-2-1 0 0 0,0 0 0 0 0,-3-1 0 0 0,-27 55 0 0 0,33-76-51 0 0,0 0 1 0 0,-1 0 0 0 0,0 0-1 0 0,0-1 1 0 0,-1 0-1 0 0,0 0 1 0 0,0-1 0 0 0,-18 12-1 0 0,18-14-29 0 0,0-1 0 0 0,0-1-1 0 0,0 1 1 0 0,0-1 0 0 0,-1-1-1 0 0,1 0 1 0 0,-1 0 0 0 0,0 0 0 0 0,1-1-1 0 0,-1-1 1 0 0,0 1 0 0 0,-14-2-1 0 0,7-1-5 0 0,0 0-1 0 0,0-2 0 0 0,0 0 1 0 0,0 0-1 0 0,1-1 0 0 0,-1-1 0 0 0,1-1 1 0 0,1 0-1 0 0,-1-1 0 0 0,1-1 1 0 0,1 0-1 0 0,-1 0 0 0 0,1-2 0 0 0,1 1 1 0 0,0-2-1 0 0,1 0 0 0 0,-14-17 1 0 0,15 14-16 0 0,0 1 1 0 0,0-2-1 0 0,2 1 1 0 0,0-1-1 0 0,0-1 1 0 0,2 1-1 0 0,0-1 1 0 0,1 0-1 0 0,0-1 1 0 0,2 1-1 0 0,0-1 1 0 0,1 0-1 0 0,1 0 1 0 0,0 0-1 0 0,4-30 1 0 0,1 19-128 0 0,2 1-1 0 0,2 0 1 0 0,0 1 0 0 0,2 0 0 0 0,0 0 0 0 0,2 1 0 0 0,1 0-1 0 0,1 1 1 0 0,2 1 0 0 0,0 0 0 0 0,1 1 0 0 0,28-28 0 0 0,-15 21-1292 0 0,0 1 1 0 0,68-48 0 0 0,-57 49-1656 0 0,2 3-1 0 0,52-24 1 0 0,-66 36-628 0 0,-2 0-1538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3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83 2288 0 0,'-20'-11'3736'0'0,"0"0"-1"0"0,-1 2 1 0 0,-25-9 0 0 0,38 15-2881 0 0,-13-7 968 0 0,17 5-1114 0 0,13 2-531 0 0,11 1-324 0 0,116-9-1327 0 0,-90 12-2362 0 0,1 2-3442 0 0,-33-1 1616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43 828 0 0,'-17'-25'6150'0'0,"16"23"-5776"0"0,0 1 1 0 0,0-1-1 0 0,0 1 0 0 0,0-1 1 0 0,0 1-1 0 0,-1 0 0 0 0,1-1 0 0 0,-1 1 1 0 0,1 0-1 0 0,-1 0 0 0 0,-3-2 1160 0 0,4 4-1492 0 0,1-1 0 0 0,-1 0 0 0 0,1 1 0 0 0,0-1 0 0 0,-1 0 0 0 0,1 1 0 0 0,-1-1 0 0 0,1 0 0 0 0,0 1 0 0 0,0-1 0 0 0,-1 1 0 0 0,1-1 0 0 0,0 1 0 0 0,0-1 0 0 0,-1 1 0 0 0,1-1 0 0 0,0 1 0 0 0,0 0 0 0 0,21 34 1889 0 0,53 64 1 0 0,-18-39-1622 0 0,3-3 1 0 0,3-2-1 0 0,69 48 0 0 0,-35-25-37 0 0,-94-77-215 0 0,-2-1-42 0 0,1 1-1 0 0,-1-1 1 0 0,1 1-1 0 0,-1 0 1 0 0,1-1-1 0 0,-1 1 0 0 0,0-1 1 0 0,1 1-1 0 0,-1 0 1 0 0,0-1-1 0 0,1 1 1 0 0,-1 0-1 0 0,0-1 0 0 0,0 1 1 0 0,0 0-1 0 0,1 0 1 0 0,-1-1-1 0 0,0 1 1 0 0,0 0-1 0 0,0-1 0 0 0,0 1 1 0 0,0 0-1 0 0,-1 0 1 0 0,1-1-1 0 0,0 1 1 0 0,0 0-1 0 0,0-1 0 0 0,0 1 1 0 0,-1 0-1 0 0,1-1 1 0 0,0 1-1 0 0,-1 0 1 0 0,1-1-1 0 0,-1 2 0 0 0,-12 12 173 0 0,1-2-1 0 0,-2 1 0 0 0,0-1 0 0 0,-28 18 0 0 0,-70 33-43 0 0,16-9 125 0 0,4-1 285 0 0,-27 18-210 0 0,117-70-332 0 0,-2 0 33 0 0,0 1 1 0 0,1-1-1 0 0,-1 1 1 0 0,0 0-1 0 0,1 0 1 0 0,-4 3-1 0 0,-11 5 738 0 0,17-9-466 0 0,17-6-4772 0 0,60-13-5461 0 0,-50 12 3612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758 1 196 0 0,'-15'0'14201'0'0,"10"2"-13310"0"0,0 0-1 0 0,1 0 1 0 0,-1 1 0 0 0,1-1 0 0 0,0 1 0 0 0,-1 0 0 0 0,-5 6 0 0 0,-30 32-446 0 0,18-19 313 0 0,-557 498 2777 0 0,521-473-3835 0 0,57-45 60 0 0,35-21-5208 0 0,36-26 2171 0 0,-6-4-4035 0 0,-28 19 31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5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8 163 304 0 0,'16'-66'13374'0'0,"-9"36"-10564"0"0,-5 26-2719 0 0,-1 1 1 0 0,0-1 0 0 0,1 1-1 0 0,0-1 1 0 0,0 1 0 0 0,0 0 0 0 0,0 0-1 0 0,1 0 1 0 0,-1 0 0 0 0,1 0 0 0 0,0 1-1 0 0,-1-1 1 0 0,1 1 0 0 0,0-1 0 0 0,1 1-1 0 0,-1 0 1 0 0,0 0 0 0 0,1 1-1 0 0,-1-1 1 0 0,1 1 0 0 0,3-2 0 0 0,-1 2-59 0 0,-1-1 1 0 0,1 1 0 0 0,-1 0 0 0 0,1 0 0 0 0,0 0-1 0 0,-1 1 1 0 0,1 0 0 0 0,0 0 0 0 0,0 0 0 0 0,-1 1-1 0 0,1 0 1 0 0,10 3 0 0 0,-10-2 6 0 0,-1 0 0 0 0,0 1 0 0 0,1-1 0 0 0,-1 1-1 0 0,0 1 1 0 0,-1-1 0 0 0,1 1 0 0 0,0-1 0 0 0,-1 1 0 0 0,0 1 0 0 0,0-1 0 0 0,0 0 0 0 0,-1 1-1 0 0,6 8 1 0 0,-6-5 12 0 0,1-1 0 0 0,-1 1-1 0 0,-1 0 1 0 0,1 0 0 0 0,-1 1-1 0 0,-1-1 1 0 0,1 0 0 0 0,-2 1 0 0 0,1 10-1 0 0,-2 4 134 0 0,-1 0-1 0 0,-1 0 1 0 0,-1-1-1 0 0,-2 1 1 0 0,0-1-1 0 0,-14 33 1 0 0,-11 14 1019 0 0,-3-2 1 0 0,-50 72-1 0 0,14-25 857 0 0,69-113-2004 0 0,0 1 0 0 0,0-1 1 0 0,0 0-1 0 0,0 1 0 0 0,0-1 1 0 0,1 1-1 0 0,-1 0 0 0 0,0-1 1 0 0,1 1-1 0 0,-1-1 0 0 0,1 1 1 0 0,0 0-1 0 0,0 0 0 0 0,-1-1 0 0 0,1 1 1 0 0,0 0-1 0 0,1-1 0 0 0,-1 1 1 0 0,0 0-1 0 0,0 0 0 0 0,1 1 1 0 0,1-1-8 0 0,-1-1 1 0 0,0 0-1 0 0,1 1 1 0 0,-1-1-1 0 0,1 0 1 0 0,0 0-1 0 0,-1 0 1 0 0,1-1-1 0 0,0 1 1 0 0,-1 0-1 0 0,1-1 1 0 0,0 1-1 0 0,0-1 1 0 0,0 1-1 0 0,-1-1 1 0 0,1 0-1 0 0,0 0 1 0 0,0 0-1 0 0,4 0 1 0 0,52-1 274 0 0,101-13 0 0 0,-63 3-239 0 0,216-20 34 0 0,258-21 82 0 0,-297 31-1661 0 0,-96 6-3794 0 0,-161 16 2968 0 0,-5-1-307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37 249 316 0 0,'7'-67'13972'0'0,"-13"87"-11955"0"0,-5 40-1264 0 0,3 0 1 0 0,2 1 0 0 0,4-1-1 0 0,2 1 1 0 0,13 105 0 0 0,-11-149-726 0 0,1 0 0 0 0,1 0 0 0 0,0 0 1 0 0,2 0-1 0 0,0-1 0 0 0,11 23 0 0 0,-15-35-21 0 0,0 0-1 0 0,0 0 1 0 0,1-1-1 0 0,-1 1 0 0 0,1-1 1 0 0,0 1-1 0 0,0-1 0 0 0,0 0 1 0 0,0 0-1 0 0,1 0 0 0 0,-1-1 1 0 0,1 1-1 0 0,-1-1 1 0 0,1 0-1 0 0,0 0 0 0 0,0 0 1 0 0,0 0-1 0 0,0-1 0 0 0,1 1 1 0 0,-1-1-1 0 0,0 0 1 0 0,1-1-1 0 0,-1 1 0 0 0,0-1 1 0 0,1 0-1 0 0,-1 0 0 0 0,1 0 1 0 0,-1 0-1 0 0,0-1 1 0 0,7-1-1 0 0,2-2 7 0 0,-1 0-1 0 0,1-1 1 0 0,-1 0 0 0 0,0 0-1 0 0,0-2 1 0 0,-1 1 0 0 0,1-1-1 0 0,-2-1 1 0 0,17-15 0 0 0,-14 11-14 0 0,-1-1 1 0 0,0-1-1 0 0,-1 0 1 0 0,-1-1-1 0 0,0 0 1 0 0,11-26-1 0 0,-9 14 0 0 0,-1-1 0 0 0,-2 0-1 0 0,-1-1 1 0 0,-1 0 0 0 0,-1 0-1 0 0,-2 0 1 0 0,-1-1 0 0 0,-1-43-1 0 0,-3 46 4 0 0,-1 1 0 0 0,-1 0 0 0 0,-2-1 1 0 0,0 1-1 0 0,-14-36 0 0 0,16 52-1 0 0,-1 0 1 0 0,0 0 0 0 0,-1 1 0 0 0,0-1-1 0 0,0 1 1 0 0,-1 0 0 0 0,0 1 0 0 0,-1-1-1 0 0,0 1 1 0 0,0 1 0 0 0,-1-1 0 0 0,0 1-1 0 0,0 1 1 0 0,0-1 0 0 0,-1 1 0 0 0,-14-7-1 0 0,12 8 0 0 0,0 1 0 0 0,-1 0 0 0 0,1 1 0 0 0,-1 0-1 0 0,1 1 1 0 0,-1 0 0 0 0,0 1 0 0 0,0 0 0 0 0,0 1 0 0 0,-23 2-1 0 0,26 0-71 0 0,1 0 0 0 0,0 0-1 0 0,0 1 1 0 0,0 0 0 0 0,0 0-1 0 0,0 0 1 0 0,1 1 0 0 0,-1 1-1 0 0,1-1 1 0 0,0 1-1 0 0,0 0 1 0 0,1 1 0 0 0,0 0-1 0 0,0 0 1 0 0,0 0 0 0 0,-6 9-1 0 0,8-10-312 0 0,0 1 0 0 0,1 0 1 0 0,0-1-1 0 0,0 1 0 0 0,0 0 0 0 0,0 1 0 0 0,1-1 0 0 0,-3 13 0 0 0,5-14-400 0 0,-1-1-1 0 0,1 0 1 0 0,0 1 0 0 0,0-1-1 0 0,0 1 1 0 0,1-1-1 0 0,0 1 1 0 0,0-1 0 0 0,1 5-1 0 0,3 6-5683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9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45 1536 0 0,'-2'1'2520'0'0,"-49"14"9785"0"0,35-11-8868 0 0,16-4-3300 0 0,-1 0 1 0 0,1 0-1 0 0,-1 1 0 0 0,0-1 1 0 0,1 0-1 0 0,-1 0 1 0 0,0 0-1 0 0,1 1 0 0 0,-1-1 1 0 0,1 0-1 0 0,-1 1 1 0 0,1-1-1 0 0,-1 0 0 0 0,1 1 1 0 0,-1-1-1 0 0,1 1 1 0 0,-1-1-1 0 0,1 1 0 0 0,-1-1 1 0 0,1 1-1 0 0,0-1 0 0 0,-1 1 1 0 0,1 0-1 0 0,-1 0 1 0 0,14 4 1585 0 0,24-4-1105 0 0,29-9-368 0 0,85-23 1 0 0,-35 5-192 0 0,-72 18 61 0 0,-18 1-26 0 0,-24 7-92 0 0,-10 1-2342 0 0,-8 3-591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0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44 108 2172 0 0,'-3'-2'1909'0'0,"-2"-1"-442"0"0,3 2-1116 0 0,-1 0 0 0 0,1 0 0 0 0,0 0 1 0 0,0 0-1 0 0,0-1 0 0 0,0 1 1 0 0,1 0-1 0 0,-1-1 0 0 0,0 0 0 0 0,1 1 1 0 0,-1-1-1 0 0,1 0 0 0 0,-1 0 1 0 0,1 0-1 0 0,0 0 0 0 0,-1 0 1 0 0,1 0-1 0 0,0 0 0 0 0,1 0 0 0 0,-1 0 1 0 0,0-1-1 0 0,0-3 0 0 0,1 4-260 0 0,1 1-1 0 0,-1-1 0 0 0,1 1 1 0 0,-1-1-1 0 0,1 1 0 0 0,0-1 1 0 0,-1 1-1 0 0,1-1 1 0 0,0 1-1 0 0,0-1 0 0 0,0 1 1 0 0,0 0-1 0 0,0 0 0 0 0,1 0 1 0 0,-1 0-1 0 0,0-1 1 0 0,0 1-1 0 0,3-1 0 0 0,25-14 1016 0 0,-20 13-942 0 0,1-1 0 0 0,-1 2 0 0 0,0 0 0 0 0,1 0 1 0 0,0 0-1 0 0,-1 1 0 0 0,1 1 0 0 0,0 0 1 0 0,-1 0-1 0 0,1 1 0 0 0,0 0 0 0 0,15 4 1 0 0,-19-4-88 0 0,0 0 1 0 0,-1 1 0 0 0,1 0 0 0 0,0 0 0 0 0,-1 0 0 0 0,1 1 0 0 0,-1 0 0 0 0,0 0 0 0 0,0 0 0 0 0,0 1 0 0 0,0-1-1 0 0,0 1 1 0 0,-1 0 0 0 0,0 1 0 0 0,0-1 0 0 0,0 1 0 0 0,0 0 0 0 0,-1 0 0 0 0,0 0 0 0 0,0 0 0 0 0,3 7 0 0 0,-4-5 44 0 0,0 1 1 0 0,-1 0 0 0 0,0 0 0 0 0,-1 0 0 0 0,1 0 0 0 0,-1 0 0 0 0,-1 0-1 0 0,0 0 1 0 0,0 0 0 0 0,0 0 0 0 0,-1 0 0 0 0,-6 14 0 0 0,-3 8 617 0 0,-31 53 0 0 0,25-53-212 0 0,-67 110 1882 0 0,83-140-2400 0 0,1 0 1 0 0,0 1-1 0 0,-1-1 1 0 0,1 0-1 0 0,0 1 1 0 0,0-1-1 0 0,0 0 0 0 0,-1 1 1 0 0,1-1-1 0 0,0 0 1 0 0,0 1-1 0 0,0-1 1 0 0,0 1-1 0 0,0-1 1 0 0,0 0-1 0 0,0 1 1 0 0,0-1-1 0 0,0 1 0 0 0,0-1 1 0 0,0 1-1 0 0,0-1 1 0 0,0 0-1 0 0,0 1 1 0 0,0-1-1 0 0,0 1 1 0 0,0-1-1 0 0,0 0 1 0 0,1 1-1 0 0,-1-1 1 0 0,0 0-1 0 0,0 1 0 0 0,1 0 1 0 0,13 1 109 0 0,17-8-64 0 0,-31 5-54 0 0,67-21-632 0 0,71-34 1 0 0,59-42-8638 0 0,-141 62 1839 0 0,-27 17 949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68 1056 0 0,'-6'-10'3135'0'0,"0"0"0"0"0,0 0 0 0 0,-1 1-1 0 0,-15-16 872 0 0,10 22-1302 0 0,11 6-2409 0 0,0 0-1 0 0,1 0 1 0 0,-1 0 0 0 0,1 1-1 0 0,0-1 1 0 0,0 0-1 0 0,0 0 1 0 0,0 1-1 0 0,0-1 1 0 0,1 0 0 0 0,0 0-1 0 0,-1 0 1 0 0,1 0-1 0 0,2 4 1 0 0,21 45 1246 0 0,-17-40-1197 0 0,12 19-33 0 0,2-1 0 0 0,0-1 1 0 0,3-1-1 0 0,30 30 0 0 0,-20-23-132 0 0,91 91-577 0 0,-68-75-5343 0 0,-37-36-1274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17 1576 0 0,'-2'-2'548'0'0,"1"0"0"0"0,-1 1-1 0 0,0-1 1 0 0,0 1 0 0 0,0 0-1 0 0,0 0 1 0 0,0 0 0 0 0,0 0-1 0 0,0 0 1 0 0,0 0 0 0 0,-1 0 0 0 0,1 0-1 0 0,0 1 1 0 0,0 0 0 0 0,-3-1-1 0 0,1 1 4 0 0,1 0-1 0 0,-1 0 0 0 0,0 1 0 0 0,1-1 0 0 0,-1 1 0 0 0,1 0 0 0 0,-1 0 0 0 0,-5 3 0 0 0,-3 2 327 0 0,2 0 0 0 0,-1 1 0 0 0,1 0 0 0 0,-15 14-1 0 0,-2 3-9 0 0,2 1 0 0 0,0 1-1 0 0,-24 35 1 0 0,36-43-826 0 0,1 1 0 0 0,0 0 0 0 0,1 1 0 0 0,2 0 0 0 0,0 1 0 0 0,-8 26 0 0 0,16-42-347 0 0,0 1-1 0 0,0-1 1 0 0,0 1 0 0 0,1-1-1 0 0,0 1 1 0 0,0-1-1 0 0,2 10 1 0 0,6 10-3186 0 0,-7-23 2817 0 0,0-1-1 0 0,1 1 1 0 0,-1 0 0 0 0,0-1-1 0 0,11 9-3376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1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153 171 2924 0 0,'-14'-24'14272'0'0,"13"24"-13978"0"0,-13 6 4014 0 0,2 9-3857 0 0,4-1-14 0 0,2 0 1 0 0,0 0 0 0 0,1 1-1 0 0,0 0 1 0 0,1 0 0 0 0,0 0-1 0 0,2 0 1 0 0,0 1 0 0 0,0-1-1 0 0,2 1 1 0 0,0-1 0 0 0,2 22-1 0 0,0-25-400 0 0,-1 0 0 0 0,2 0 1 0 0,-1-1-1 0 0,2 1 0 0 0,-1-1 0 0 0,2 0 0 0 0,-1 0 0 0 0,2 0 0 0 0,-1-1 0 0 0,1 1 0 0 0,1-2 0 0 0,0 1 0 0 0,0 0 0 0 0,1-1 0 0 0,0-1 1 0 0,16 14-1 0 0,-18-18-30 0 0,0 0 0 0 0,0 0 0 0 0,1-1 0 0 0,-1 0 0 0 0,1 0 0 0 0,-1 0 0 0 0,1-1 0 0 0,0 0 0 0 0,0 0 0 0 0,0-1 0 0 0,0 0 1 0 0,0 0-1 0 0,13 0 0 0 0,-11-2-8 0 0,1 0-1 0 0,-1-1 1 0 0,0 0 0 0 0,1 0 0 0 0,-1-1 0 0 0,0-1 0 0 0,0 1 0 0 0,-1-1 0 0 0,13-7 0 0 0,-7 1-17 0 0,0 0 0 0 0,0-1 0 0 0,-1 0 0 0 0,0-1 0 0 0,-1 0 0 0 0,0-1 0 0 0,-1-1 0 0 0,0 0 0 0 0,-1 0 0 0 0,14-29 0 0 0,-14 21-6 0 0,-1 0 1 0 0,-1-1-1 0 0,-1 0 0 0 0,-1-1 1 0 0,4-28-1 0 0,-9 42 19 0 0,1-1-1 0 0,-2 0 0 0 0,0 0 0 0 0,0 1 1 0 0,-1-1-1 0 0,0 0 0 0 0,0 0 0 0 0,-2 1 0 0 0,1-1 1 0 0,-1 1-1 0 0,-1 0 0 0 0,0 0 0 0 0,-10-19 1 0 0,10 23 8 0 0,0 0 1 0 0,-1 1 0 0 0,0-1 0 0 0,0 1 0 0 0,0 0 0 0 0,0 0 0 0 0,-1 0 0 0 0,0 1 0 0 0,0 0 0 0 0,0 0 0 0 0,-1 0-1 0 0,-12-4 1 0 0,10 5-25 0 0,-1 0-1 0 0,0 1 0 0 0,0 0 1 0 0,0 1-1 0 0,0 0 0 0 0,0 0 1 0 0,-1 1-1 0 0,-14 2 0 0 0,5 1-318 0 0,0 1 0 0 0,0 0 0 0 0,0 2 0 0 0,1 1-1 0 0,0 0 1 0 0,0 1 0 0 0,0 1 0 0 0,-27 19 0 0 0,29-16-623 0 0,0 1 1 0 0,0 1-1 0 0,1 0 1 0 0,-14 19-1 0 0,17-19-2388 0 0,2 2 0 0 0,-15 23 0 0 0,14-15-4410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2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7 2404 0 0,'-43'8'7851'0'0,"34"-7"-6744"0"0,0 1 0 0 0,1 0-1 0 0,0 1 1 0 0,-1 0 0 0 0,-10 6 856 0 0,19-9-1916 0 0,1 1 0 0 0,-1 0-1 0 0,0-1 1 0 0,0 1 0 0 0,1-1-1 0 0,-1 1 1 0 0,0 0 0 0 0,1-1-1 0 0,-1 1 1 0 0,1-1 0 0 0,-1 1-1 0 0,1-1 1 0 0,-1 0 0 0 0,1 1-1 0 0,-1-1 1 0 0,1 1 0 0 0,0-1-1 0 0,8 2 50 0 0,-1 0 0 0 0,1-1 0 0 0,-1-1-1 0 0,1 1 1 0 0,16-2 0 0 0,53-9 61 0 0,-38 4-109 0 0,8 0-492 0 0,61-7-1705 0 0,-35 2-6584 0 0,-59 9 3091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2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45 134 2344 0 0,'-44'29'10599'0'0,"60"-32"-9283"0"0,130-37 288 0 0,-30 8-1859 0 0,-73 21-192 0 0,165-45-7271 0 0,-145 35 2679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2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36 2076 0 0,'0'-2'392'0'0,"0"0"0"0"0,-1 1 0 0 0,1-1 0 0 0,-1 1 0 0 0,1-1 0 0 0,-1 1 0 0 0,0 0-1 0 0,0-1 1 0 0,1 1 0 0 0,-1 0 0 0 0,0-1 0 0 0,0 1 0 0 0,-1 0 0 0 0,1 0 0 0 0,0 0 0 0 0,0 0 0 0 0,0 0 0 0 0,-3-2-1 0 0,2 3-152 0 0,0-1-1 0 0,0 0 0 0 0,0 1 0 0 0,1 0 0 0 0,-1-1 0 0 0,0 1 0 0 0,0 0 0 0 0,0 0 1 0 0,0 0-1 0 0,0 0 0 0 0,0 0 0 0 0,0 1 0 0 0,-2 0 0 0 0,-3 1 63 0 0,0 0-1 0 0,0 1 0 0 0,0 0 1 0 0,1 1-1 0 0,-1-1 1 0 0,1 1-1 0 0,-6 5 0 0 0,-13 12 309 0 0,1 0-1 0 0,1 2 0 0 0,1 1 1 0 0,1 1-1 0 0,-21 32 1 0 0,15-14 23 0 0,1 2 0 0 0,-31 72 0 0 0,43-82-350 0 0,1 1 0 0 0,-15 66 0 0 0,25-85-242 0 0,0 0 0 0 0,1 0 0 0 0,1 1 0 0 0,1-1 0 0 0,0 0 0 0 0,2 1 0 0 0,0-1 1 0 0,6 25-1 0 0,-6-34-32 0 0,0-1 1 0 0,1 0-1 0 0,0 0 1 0 0,0 0-1 0 0,1 0 1 0 0,0 0-1 0 0,0-1 1 0 0,1 0-1 0 0,-1 1 1 0 0,1-2-1 0 0,1 1 1 0 0,-1-1-1 0 0,1 0 1 0 0,8 6 0 0 0,-5-5-2 0 0,0-1 0 0 0,1 0 0 0 0,0 0 0 0 0,0-1 1 0 0,0 0-1 0 0,1-1 0 0 0,-1-1 0 0 0,1 1 0 0 0,13 0 1 0 0,0-1 3 0 0,0-2 0 0 0,1 0 0 0 0,-1-2 0 0 0,0-1 0 0 0,0 0 0 0 0,0-2 0 0 0,0-1 0 0 0,30-11 0 0 0,-36 10 9 0 0,1-1 0 0 0,-1-1 0 0 0,0-1 0 0 0,-1 0 0 0 0,0-1 0 0 0,-1-1 0 0 0,0 0 0 0 0,22-24 0 0 0,-28 25-21 0 0,0-1 0 0 0,-1 0 0 0 0,-1-1 0 0 0,0 1 0 0 0,0-2 0 0 0,-1 1 1 0 0,-1-1-1 0 0,0 0 0 0 0,-1 0 0 0 0,-1-1 0 0 0,0 1 0 0 0,2-18 0 0 0,-4 6-8 0 0,0-1-1 0 0,-1 1 1 0 0,-2-1 0 0 0,-1 1 0 0 0,-1-1-1 0 0,-12-49 1 0 0,8 53 7 0 0,0 0-1 0 0,-1 0 1 0 0,-1 1 0 0 0,-2 0-1 0 0,0 1 1 0 0,-1 0-1 0 0,-28-36 1 0 0,32 46 3 0 0,-1 1 0 0 0,-1 0 1 0 0,0 0-1 0 0,0 1 0 0 0,-1 1 0 0 0,0-1 0 0 0,-1 2 0 0 0,1-1 1 0 0,-2 2-1 0 0,1 0 0 0 0,-1 0 0 0 0,1 1 0 0 0,-1 1 0 0 0,-1 0 1 0 0,-20-4-1 0 0,29 8-143 0 0,0 0-1 0 0,1 0 1 0 0,-1 0 0 0 0,0 0 0 0 0,1 1 0 0 0,-1-1 0 0 0,0 1 0 0 0,1 1-1 0 0,-1-1 1 0 0,1 0 0 0 0,0 1 0 0 0,-1 0 0 0 0,1 0 0 0 0,0 0-1 0 0,0 1 1 0 0,0 0 0 0 0,0-1 0 0 0,1 1 0 0 0,-1 0 0 0 0,1 1 0 0 0,-5 4-1 0 0,6-5-559 0 0,0 1-1 0 0,0-1 1 0 0,0 1-1 0 0,0-1 0 0 0,0 1 1 0 0,1-1-1 0 0,0 1 1 0 0,-1 0-1 0 0,1 0 1 0 0,1-1-1 0 0,-1 1 0 0 0,1 0 1 0 0,-1 0-1 0 0,1 0 1 0 0,1 7-1 0 0,0 3-4939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3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37 892 0 0,'-4'4'1578'0'0,"0"1"1"0"0,0-1-1 0 0,-1 0 1 0 0,1 0-1 0 0,-1-1 0 0 0,1 1 1 0 0,-9 3-1 0 0,-20 18 3041 0 0,31-23-4186 0 0,1 1 89 0 0,1-3-506 0 0,0 0 1 0 0,0 0-1 0 0,0 0 0 0 0,0 0 1 0 0,-1 0-1 0 0,1 0 0 0 0,0 0 1 0 0,0 1-1 0 0,0-1 0 0 0,0 0 0 0 0,0 0 1 0 0,0 0-1 0 0,0 0 0 0 0,0 1 1 0 0,0-1-1 0 0,0 0 0 0 0,0 0 1 0 0,-1 0-1 0 0,1 0 0 0 0,0 1 1 0 0,0-1-1 0 0,0 0 0 0 0,0 0 1 0 0,0 0-1 0 0,0 0 0 0 0,0 1 0 0 0,1-1 1 0 0,-1 0-1 0 0,0 0 0 0 0,0 0 1 0 0,0 0-1 0 0,0 1 0 0 0,0-1 1 0 0,0 0-1 0 0,0 0 0 0 0,0 0 1 0 0,0 0-1 0 0,0 0 0 0 0,1 1 0 0 0,-1-1 1 0 0,0 0-1 0 0,0 0 0 0 0,5 1 52 0 0,0 0 0 0 0,-1 0 0 0 0,1 0-1 0 0,0-1 1 0 0,0 1 0 0 0,0-1 0 0 0,0 0-1 0 0,0-1 1 0 0,5 0 0 0 0,51-13 48 0 0,-18 4-79 0 0,83-17-210 0 0,-64 5-2929 0 0,-49 17-49 0 0,0-1 1 0 0,17-12-1 0 0,-17 10-2343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3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90 3308 0 0,'3'-12'2983'0'0,"0"0"0"0"0,-1 0 0 0 0,0-1 0 0 0,0-21-1 0 0,-2 34-2926 0 0,0 0-1 0 0,0 0 0 0 0,0-1 0 0 0,0 1 1 0 0,0 0-1 0 0,0 0 0 0 0,0 0 0 0 0,0-1 1 0 0,0 1-1 0 0,0 0 0 0 0,0 0 1 0 0,0-1-1 0 0,0 1 0 0 0,0 0 0 0 0,0 0 1 0 0,0 0-1 0 0,0-1 0 0 0,0 1 0 0 0,0 0 1 0 0,-1 0-1 0 0,1 0 0 0 0,0-1 0 0 0,0 1 1 0 0,0 0-1 0 0,0 0 0 0 0,0 0 1 0 0,0 0-1 0 0,-1-1 0 0 0,1 1 0 0 0,0 0 1 0 0,0 0-1 0 0,0 0 0 0 0,-1 0 0 0 0,1 0 1 0 0,0 0-1 0 0,0-1 0 0 0,-1 1 0 0 0,-6 6 995 0 0,-6 12 294 0 0,-6 20-353 0 0,1 0-1 0 0,2 2 1 0 0,1 0 0 0 0,-9 45-1 0 0,11-40-592 0 0,-2 7 84 0 0,3 1 0 0 0,2 0 0 0 0,2 1 0 0 0,-1 79 0 0 0,9-120-420 0 0,1 0 0 0 0,0 0 0 0 0,0-1 0 0 0,2 1 0 0 0,0 0 0 0 0,0-1 0 0 0,1 1 0 0 0,9 19 0 0 0,-10-27-46 0 0,-1 0-1 0 0,2 0 1 0 0,-1 0 0 0 0,0 0-1 0 0,1-1 1 0 0,0 1 0 0 0,0-1-1 0 0,0 0 1 0 0,1 0 0 0 0,-1 0 0 0 0,1-1-1 0 0,0 1 1 0 0,0-1 0 0 0,0 0-1 0 0,1-1 1 0 0,-1 1 0 0 0,1-1-1 0 0,-1 0 1 0 0,1-1 0 0 0,0 1 0 0 0,6 0-1 0 0,4-1-8 0 0,0 0 0 0 0,0-1 0 0 0,0-1-1 0 0,0-1 1 0 0,0 0 0 0 0,-1-1 0 0 0,1 0 0 0 0,-1-2-1 0 0,1 1 1 0 0,-1-2 0 0 0,-1 0 0 0 0,1-1 0 0 0,-1-1-1 0 0,0 0 1 0 0,-1 0 0 0 0,22-19 0 0 0,-20 15 30 0 0,-1-2 0 0 0,0 0 0 0 0,-1 0 0 0 0,0-1 0 0 0,-1-1 0 0 0,-1 0 0 0 0,-1-1 0 0 0,0 0 0 0 0,-1 0 0 0 0,-1-1 0 0 0,0 0 0 0 0,-1-1 0 0 0,4-22 0 0 0,-7 20-24 0 0,-1 0 1 0 0,-1 1 0 0 0,-1-1 0 0 0,-1 0 0 0 0,0 0 0 0 0,-2 0 0 0 0,-1 1 0 0 0,0-1 0 0 0,-1 1 0 0 0,-2-1-1 0 0,0 1 1 0 0,-11-25 0 0 0,10 30-79 0 0,0 1 0 0 0,-1-1 0 0 0,-1 1 0 0 0,0 1 0 0 0,-1 0 0 0 0,-1 0-1 0 0,0 1 1 0 0,0 0 0 0 0,-1 1 0 0 0,-1 0 0 0 0,0 1 0 0 0,0 1 0 0 0,-1 0 0 0 0,0 0 0 0 0,0 2 0 0 0,-18-7 0 0 0,12 7-451 0 0,0 2 0 0 0,-1 0 0 0 0,0 1 1 0 0,0 2-1 0 0,-1 0 0 0 0,1 1 0 0 0,0 1 1 0 0,-1 1-1 0 0,1 0 0 0 0,0 2 0 0 0,0 1 1 0 0,-39 12-1 0 0,13 0-1366 0 0,0 2 0 0 0,1 2 1 0 0,1 2-1 0 0,-57 38 0 0 0,28-10-3206 0 0,6 4-2394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5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142 104 992 0 0,'-3'-1'1808'0'0,"-60"-14"6500"0"0,1 0-3251 0 0,59 15-4784 0 0,-8-3 552 0 0,24-2-782 0 0,0 0 0 0 0,-1 1 0 0 0,1 1-1 0 0,0 0 1 0 0,1 0 0 0 0,-1 1 0 0 0,18 0 0 0 0,10-2-27 0 0,-10 0-219 0 0,125-17-1052 0 0,-53 9-7176 0 0,-86 11 3102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1404 0 0,'-39'19'4798'0'0,"23"-11"-2055"0"0,-1 0-1 0 0,-28 21 1 0 0,44-28-2385 0 0,1-1-335 0 0,0 1-1 0 0,0-1 1 0 0,0 1-1 0 0,0-1 1 0 0,1 1-1 0 0,-1-1 1 0 0,0 1-1 0 0,0-1 1 0 0,1 0 0 0 0,-1 1-1 0 0,0-1 1 0 0,1 0-1 0 0,-1 1 1 0 0,0-1-1 0 0,1 0 1 0 0,-1 1 0 0 0,0-1-1 0 0,1 0 1 0 0,-1 0-1 0 0,1 1 1 0 0,-1-1-1 0 0,1 0 1 0 0,-1 0-1 0 0,1 0 1 0 0,-1 0 0 0 0,1 0-1 0 0,-1 0 1 0 0,0 1-1 0 0,1-1 1 0 0,16 1 120 0 0,-16-1-127 0 0,29 0-515 0 0,1-1 1 0 0,-1-1-1 0 0,35-8 0 0 0,36-12-5470 0 0,-96 21 5532 0 0,40-11-4382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56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48 1272 0 0,'-3'-4'1097'0'0,"1"0"0"0"0,-1 0 0 0 0,0 1 0 0 0,0-1 0 0 0,0 1 0 0 0,0-1 0 0 0,-1 1 0 0 0,1 1 0 0 0,-1-1 0 0 0,-6-3 0 0 0,8 4-878 0 0,0 1 0 0 0,0 0 0 0 0,-1 1 0 0 0,1-1 0 0 0,0 0 1 0 0,-1 1-1 0 0,1-1 0 0 0,-1 1 0 0 0,1 0 0 0 0,-1 0 0 0 0,1 0 1 0 0,-1 0-1 0 0,1 0 0 0 0,0 1 0 0 0,-1-1 0 0 0,1 1 0 0 0,-1-1 1 0 0,1 1-1 0 0,0 0 0 0 0,0 0 0 0 0,-3 1 0 0 0,-5 5 187 0 0,0-1-1 0 0,0 1 1 0 0,1 1-1 0 0,0 0 0 0 0,0 0 1 0 0,1 0-1 0 0,0 1 1 0 0,1 1-1 0 0,0-1 0 0 0,0 1 1 0 0,-6 13-1 0 0,2-1 147 0 0,-16 45 0 0 0,9-7-54 0 0,9-23-334 0 0,-1 20 5 0 0,7-31-84 0 0,0 1-1 0 0,2 0 1 0 0,3 30-1 0 0,-1-44-30 0 0,0-1-1 0 0,1 1 1 0 0,1-1 0 0 0,0 0-1 0 0,1 0 1 0 0,0 0-1 0 0,1-1 1 0 0,12 22-1 0 0,-14-28-35 0 0,1-1 0 0 0,0 0 0 0 0,0 1 0 0 0,0-1 0 0 0,0-1 0 0 0,1 1 0 0 0,0-1 0 0 0,-1 1 0 0 0,1-1 0 0 0,0-1 0 0 0,1 1 0 0 0,-1-1 0 0 0,0 0-1 0 0,1 0 1 0 0,-1 0 0 0 0,1-1 0 0 0,0 0 0 0 0,-1 0 0 0 0,12 0 0 0 0,-2 0-4 0 0,1-2 0 0 0,-1 0 1 0 0,1 0-1 0 0,-1-1 0 0 0,0-1 0 0 0,18-6 0 0 0,-16 3 4 0 0,1-1-1 0 0,-1-1 1 0 0,0-1-1 0 0,-1 0 0 0 0,0-1 1 0 0,0-1-1 0 0,-1 0 0 0 0,-1-1 1 0 0,0-1-1 0 0,0 0 0 0 0,-1-1 1 0 0,21-31-1 0 0,-21 26-12 0 0,-1 0-1 0 0,-1-1 0 0 0,0 0 1 0 0,-2 0-1 0 0,-1-1 0 0 0,0 0 1 0 0,-2-1-1 0 0,0 0 1 0 0,-1 0-1 0 0,2-36 0 0 0,-6 48-1 0 0,-1 0 0 0 0,0 0-1 0 0,-1 0 1 0 0,0 0-1 0 0,-1 1 1 0 0,0-1-1 0 0,0 0 1 0 0,-1 1-1 0 0,0-1 1 0 0,-6-12-1 0 0,5 16 1 0 0,0-1-1 0 0,0 1 0 0 0,-1 0 1 0 0,0 0-1 0 0,0 0 0 0 0,0 1 1 0 0,-1 0-1 0 0,1 0 0 0 0,-1 0 1 0 0,-1 0-1 0 0,1 1 0 0 0,0 0 0 0 0,-1 1 1 0 0,-8-4-1 0 0,-3 0-422 0 0,-1 1 0 0 0,0 1 0 0 0,0 0 0 0 0,0 1 0 0 0,-1 2 0 0 0,1 0 0 0 0,-1 0 0 0 0,0 2 0 0 0,1 1 0 0 0,-35 5 0 0 0,36-3-1118 0 0,0 1 0 0 0,1 1 0 0 0,-1 0 0 0 0,1 2-1 0 0,0 0 1 0 0,1 1 0 0 0,-18 10 0 0 0,8-1-5708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03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17 816 0 0,'4'-16'12493'0'0,"6"39"-12109"0"0,1 0 0 0 0,1 0 0 0 0,1-2 0 0 0,1 1 0 0 0,1-1 0 0 0,26 28-1 0 0,6-1-269 0 0,67 54-1 0 0,-76-72-86 0 0,-17-14-19 0 0,-1 1 0 0 0,-1 0 1 0 0,0 2-1 0 0,24 30 0 0 0,-41-46 14 0 0,0 0 0 0 0,0 0 0 0 0,-1 0 0 0 0,1 0 0 0 0,-1 1 0 0 0,0-1 0 0 0,0 0 0 0 0,0 1 0 0 0,0-1 0 0 0,-1 0 0 0 0,1 1 0 0 0,-1-1 0 0 0,0 1 0 0 0,0-1 0 0 0,0 1 0 0 0,-1-1 0 0 0,1 1 0 0 0,-1-1 0 0 0,0 1 0 0 0,0-1 0 0 0,0 0 0 0 0,0 1 0 0 0,0-1 0 0 0,-1 0 1 0 0,0 0-1 0 0,1 0 0 0 0,-1 0 0 0 0,0 0 0 0 0,-1 0 0 0 0,-2 3 0 0 0,-9 8 85 0 0,1-1 1 0 0,-2 0-1 0 0,0-1 1 0 0,-21 14 0 0 0,23-17-112 0 0,-90 58 182 0 0,-38 28-1226 0 0,140-94 714 0 0,0 0 0 0 0,0 0 0 0 0,0 0 0 0 0,0 0 0 0 0,0 0 1 0 0,0 0-1 0 0,1 1 0 0 0,-1-1 0 0 0,0 0 0 0 0,1 0 1 0 0,-1 1-1 0 0,1-1 0 0 0,-1 0 0 0 0,1 1 0 0 0,-1-1 0 0 0,1 1 1 0 0,0-1-1 0 0,0 1 0 0 0,0-1 0 0 0,0 0 0 0 0,0 1 1 0 0,0-1-1 0 0,0 1 0 0 0,0-1 0 0 0,1 1 0 0 0,-1-1 1 0 0,1 0-1 0 0,-1 1 0 0 0,1-1 0 0 0,0 2 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0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1 1360 0 0,'0'0'1536'0'0,"16"4"4478"0"0,9 2 3504 0 0,-24-6-9484 0 0,-1 0 0 0 0,0 0 0 0 0,0 1 0 0 0,1-1 0 0 0,-1 0 0 0 0,0 0 0 0 0,0 0 0 0 0,1 1 0 0 0,-1-1 0 0 0,0 0-1 0 0,0 0 1 0 0,0 1 0 0 0,0-1 0 0 0,0 0 0 0 0,1 1 0 0 0,-1-1 0 0 0,0 0 0 0 0,0 0 0 0 0,0 1 0 0 0,0-1 0 0 0,0 0 0 0 0,0 1 0 0 0,0-1 0 0 0,0 0 0 0 0,0 1 0 0 0,0-1 0 0 0,0 0 0 0 0,0 0 0 0 0,0 1 0 0 0,-557 417 1856 0 0,519-397-1627 0 0,2-1-1430 0 0,16-4-6338 0 0,25-31 1958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0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89 40 0 0,'0'0'1133'0'0,"-2"-26"3376"0"0,0 18-3205 0 0,2 3-273 0 0,-1 0 0 0 0,0 0 1 0 0,0 0-1 0 0,0 1 1 0 0,-1-1-1 0 0,1 0 0 0 0,-6-8 3026 0 0,6 11-3716 0 0,1 2-313 0 0,0-1-1 0 0,0 1 1 0 0,0 0 0 0 0,0 0 0 0 0,0 0 0 0 0,0-1 0 0 0,0 1 0 0 0,0 0 0 0 0,0 0 0 0 0,0 0 0 0 0,-1-1 0 0 0,1 1 0 0 0,0 0 0 0 0,0 0 0 0 0,0 0 0 0 0,0 0-1 0 0,0-1 1 0 0,0 1 0 0 0,-1 0 0 0 0,1 0 0 0 0,0 0 0 0 0,0 0 0 0 0,0 0 0 0 0,0 0 0 0 0,-1-1 0 0 0,1 1 0 0 0,0 0 0 0 0,0 0 0 0 0,0 0 0 0 0,-1 0-1 0 0,1 0 1 0 0,0 0 0 0 0,0 0 0 0 0,0 0 0 0 0,-1 0 0 0 0,1 0 0 0 0,0 0 0 0 0,0 0 0 0 0,-1 0 0 0 0,1 0 0 0 0,0 0 0 0 0,0 0 0 0 0,0 0 0 0 0,-1 0 0 0 0,1 0-1 0 0,0 1 1 0 0,0-1 0 0 0,0 0 0 0 0,0 0 0 0 0,-1 0 0 0 0,1 0 0 0 0,0 0 0 0 0,0 0 0 0 0,0 1 0 0 0,0-1 0 0 0,0 0 0 0 0,-1 0 0 0 0,1 0 0 0 0,0 0-1 0 0,0 1 1 0 0,0-1 0 0 0,0 0 0 0 0,0 0 0 0 0,0 0 0 0 0,0 1 0 0 0,0-1 0 0 0,0 0 0 0 0,-2 1 8 0 0,2 0-33 0 0,-1 0 0 0 0,1-1-1 0 0,-1 1 1 0 0,1 0 0 0 0,-1-1 0 0 0,1 1 0 0 0,-1 0-1 0 0,1 0 1 0 0,-1-1 0 0 0,1 1 0 0 0,0 0 0 0 0,-1 0-1 0 0,1 0 1 0 0,0-1 0 0 0,0 1 0 0 0,0 0 0 0 0,0 0 0 0 0,0 0-1 0 0,0 0 1 0 0,0 0 0 0 0,0 0 0 0 0,-1 7 110 0 0,-11 68 1187 0 0,-1 94 0 0 0,4-36-556 0 0,-154 1077 2135 0 0,65-288-2374 0 0,84-669-667 0 0,14-247 157 0 0,-1 0 1 0 0,2 0-1 0 0,-1 0 0 0 0,3 12 1 0 0,-3-16 1 0 0,1-2-23 0 0,3 9 35 0 0,-4-9-9 0 0,0-1 0 0 0,0 1-1 0 0,0-1 1 0 0,0 1 0 0 0,0-1 0 0 0,0 1 0 0 0,0-1-1 0 0,0 1 1 0 0,1-1 0 0 0,-1 1 0 0 0,0-1 0 0 0,0 1-1 0 0,0-1 1 0 0,1 1 0 0 0,-1-1 0 0 0,0 0 0 0 0,0 1-1 0 0,1-1 1 0 0,-1 1 0 0 0,0-1 0 0 0,1 1 0 0 0,-1-1-1 0 0,0 0 1 0 0,1 1 0 0 0,-1-1 0 0 0,1 0 0 0 0,-1 0-1 0 0,1 1 1 0 0,-1-1 0 0 0,1 0 0 0 0,-1 0 0 0 0,1 0-1 0 0,-1 1 1 0 0,1-1 0 0 0,-1 0 0 0 0,1 0-1 0 0,0 0-23 0 0,0-1 0 0 0,-1 1 0 0 0,1 0 0 0 0,0 0 0 0 0,-1-1 0 0 0,1 1-1 0 0,0-1 1 0 0,-1 1 0 0 0,1-1 0 0 0,0 1 0 0 0,-1-1 0 0 0,1 1 0 0 0,-1-1 0 0 0,1 1-1 0 0,-1-1 1 0 0,0 0 0 0 0,1 1 0 0 0,0-2 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0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4 233 1700 0 0,'10'-42'7714'0'0,"-10"41"-7479"0"0,13-23 7189 0 0,-13 30-7212 0 0,1 0 1 0 0,0-1-1 0 0,0 1 0 0 0,5 11 1 0 0,2 12 258 0 0,6 44 265 0 0,-3 0-1 0 0,-4 0 0 0 0,-3 149 0 0 0,-8-145-545 0 0,-6 57 1574 0 0,7-138-1695 0 0,2 4-67 0 0,1 0 1 0 0,-1 0-1 0 0,1 0 0 0 0,0 0 0 0 0,-1-1 1 0 0,1 1-1 0 0,-1 0 0 0 0,1 0 0 0 0,0 0 1 0 0,-1-1-1 0 0,1 1 0 0 0,0 0 1 0 0,-1-1-1 0 0,1 1 0 0 0,0 0 0 0 0,0-1 1 0 0,-1 1-1 0 0,1 0 0 0 0,0-1 0 0 0,0 1 1 0 0,0 0-1 0 0,-1-1 0 0 0,1 1 1 0 0,0-1-1 0 0,-12-47 13 0 0,2 1-1 0 0,-5-51 1 0 0,0-102-12 0 0,12 136-53 0 0,5-71 1 0 0,0 114 36 0 0,1-1 1 0 0,0 1 0 0 0,2 0-1 0 0,0 0 1 0 0,1 1 0 0 0,2-1-1 0 0,11-22 1 0 0,-16 36 8 0 0,1 1 0 0 0,0 0 0 0 0,0 0 0 0 0,0 0 0 0 0,1 0 0 0 0,0 1 0 0 0,0 0 0 0 0,1 0 0 0 0,-1 0 0 0 0,1 1 0 0 0,0 0 0 0 0,0 0 0 0 0,1 0 0 0 0,-1 1 0 0 0,1 0 0 0 0,0 0 0 0 0,0 0 0 0 0,0 1 0 0 0,0 0 0 0 0,0 1 0 0 0,0-1 0 0 0,11 1 0 0 0,-4 1 7 0 0,1 0 0 0 0,-1 1 1 0 0,0 1-1 0 0,1 0 0 0 0,-1 1 1 0 0,0 0-1 0 0,0 2 0 0 0,-1-1 1 0 0,0 2-1 0 0,20 9 0 0 0,-10-2 4 0 0,0 1 0 0 0,-1 1 0 0 0,28 23 0 0 0,-42-31-11 0 0,-1 0 0 0 0,0 0 0 0 0,0 0 0 0 0,-1 1 0 0 0,0 0 0 0 0,0 0 0 0 0,-1 1 0 0 0,0-1 0 0 0,0 1 0 0 0,-1 1 0 0 0,0-1 0 0 0,3 11 0 0 0,-6-16 8 0 0,-1-1-1 0 0,0 1 0 0 0,1-1 1 0 0,-1 1-1 0 0,0-1 1 0 0,-1 1-1 0 0,1-1 1 0 0,0 1-1 0 0,-1-1 1 0 0,0 0-1 0 0,0 1 0 0 0,0-1 1 0 0,0 0-1 0 0,-3 4 1 0 0,1-1 0 0 0,0-1-1 0 0,-1 1 1 0 0,0-1 0 0 0,0 0 0 0 0,0 0-1 0 0,-1-1 1 0 0,-5 5 0 0 0,-4 2 7 0 0,0-2 0 0 0,0 0 0 0 0,-1 0 0 0 0,-30 11 0 0 0,25-12-3 0 0,0-1 0 0 0,0-1 0 0 0,0-1-1 0 0,-1-1 1 0 0,0 0 0 0 0,0-2 0 0 0,0 0 0 0 0,0-2 0 0 0,0 0 0 0 0,0-1 0 0 0,0-2 0 0 0,0 0 0 0 0,-37-10 0 0 0,14 1-47 0 0,42 12 29 0 0,-1-1-44 0 0,3 1 54 0 0,-1 0-1 0 0,1 0 0 0 0,-1 0 1 0 0,1 0-1 0 0,-1 0 0 0 0,1 0 0 0 0,-1 0 1 0 0,1 0-1 0 0,0 0 0 0 0,-1 0 1 0 0,1 0-1 0 0,-1 0 0 0 0,1 0 0 0 0,-1 0 1 0 0,1 0-1 0 0,-1 0 0 0 0,1 0 1 0 0,0 1-1 0 0,-1-1 0 0 0,1 0 0 0 0,-1 0 1 0 0,1 1-1 0 0,0-1 0 0 0,-1 0 1 0 0,1 0-1 0 0,0 1 0 0 0,-1-1 0 0 0,1 0 1 0 0,0 1-1 0 0,0-1 0 0 0,-1 1 0 0 0,1-1 1 0 0,0 0-1 0 0,0 1 0 0 0,-1-1 1 0 0,1 1-1 0 0,0 0 0 0 0,0 0-1 0 0,0 1 1 0 0,1-1-1 0 0,-1 0 0 0 0,1 1 0 0 0,-1-1 0 0 0,1 0 1 0 0,-1 1-1 0 0,1-1 0 0 0,0 0 0 0 0,-1 0 0 0 0,1 0 0 0 0,0 1 1 0 0,0-1-1 0 0,0 0 0 0 0,0 0 0 0 0,1 1 0 0 0,30 27 20 0 0,1-1 0 0 0,1-2 0 0 0,1-1 0 0 0,67 35 0 0 0,163 62 62 0 0,-256-119-86 0 0,137 60-2316 0 0,-98-41-2117 0 0,1 0-4397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07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4 202 568 0 0,'-1'-61'8412'0'0,"0"26"424"0"0,8 74-5910 0 0,-9 353 1031 0 0,-1-297-3632 0 0,0 44 326 0 0,3-80-2810 0 0,-1-24-1318 0 0,13-80 29 0 0,0-103 231 0 0,-6 1 3979 0 0,-6 144-579 0 0,0 1 0 0 0,0-1 0 0 0,0 1 0 0 0,1-1 0 0 0,0 1 0 0 0,-1-1 0 0 0,1 1 0 0 0,0-1 0 0 0,0 1 0 0 0,0 0 0 0 0,0-1 0 0 0,3-2 1 0 0,-2 3-66 0 0,1 1 0 0 0,-1-1 1 0 0,1 0-1 0 0,-1 1 0 0 0,1 0 1 0 0,0 0-1 0 0,0 0 0 0 0,-1 0 1 0 0,1 0-1 0 0,0 0 0 0 0,0 1 1 0 0,0-1-1 0 0,0 1 0 0 0,0 0 1 0 0,0 0-1 0 0,3 1 0 0 0,5-2-1 0 0,13-3-19 0 0,0 0 0 0 0,-1-2 0 0 0,0 0 1 0 0,0-2-1 0 0,36-16 0 0 0,-47 17-97 0 0,-1 1 0 0 0,0-1 0 0 0,-1-1 0 0 0,0 0 0 0 0,0-1 0 0 0,0 0 0 0 0,-1 0 0 0 0,-1-1 0 0 0,1 0 0 0 0,-2 0 0 0 0,1-1 0 0 0,5-11 0 0 0,2-12 5 0 0,-1-1 0 0 0,-1 0 0 0 0,-2 0 0 0 0,-2-1 0 0 0,9-66 0 0 0,-16 83 367 0 0,-5 31 811 0 0,-5 33 304 0 0,-2 295 1919 0 0,9-110-4727 0 0,3-173-2155 0 0,-1-39-235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08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83 1508 0 0,'4'-16'4478'0'0,"0"-1"1"0"0,3-19-1 0 0,-5 22-182 0 0,-17 20-3234 0 0,10-3-896 0 0,1 0 0 0 0,0 1 0 0 0,0 0 1 0 0,0-1-1 0 0,0 1 0 0 0,1 1 0 0 0,-1-1 1 0 0,1 0-1 0 0,0 1 0 0 0,1 0 0 0 0,-1-1 1 0 0,-3 11-1 0 0,1-1 10 0 0,0 1-1 0 0,1 0 1 0 0,-3 18 0 0 0,6-20-87 0 0,0 0-1 0 0,1 0 1 0 0,0 0 0 0 0,1 0 0 0 0,0 0-1 0 0,1 0 1 0 0,1 0 0 0 0,0 0 0 0 0,1-1-1 0 0,0 1 1 0 0,1-1 0 0 0,7 14 0 0 0,10 14 186 0 0,2 0 1 0 0,34 41 0 0 0,14 23 911 0 0,-64-91-996 0 0,-3-6 179 0 0,-1 0 0 0 0,0 0 0 0 0,0 0 0 0 0,-1 0-1 0 0,0 1 1 0 0,2 8 0 0 0,-4-14-295 0 0,-1 1 0 0 0,0-1 0 0 0,0 1-1 0 0,0-1 1 0 0,0 0 0 0 0,0 1 0 0 0,0-1 0 0 0,-1 1 0 0 0,1-1-1 0 0,-1 0 1 0 0,0 0 0 0 0,0 1 0 0 0,0-1 0 0 0,0 0 0 0 0,0 0-1 0 0,0 0 1 0 0,0 0 0 0 0,-1 0 0 0 0,1 0 0 0 0,-1 0 0 0 0,1 0 0 0 0,-1-1-1 0 0,0 1 1 0 0,0 0 0 0 0,-3 1 0 0 0,-3 2-44 0 0,0 0 0 0 0,-1 0 1 0 0,0-1-1 0 0,0 0 0 0 0,0-1 0 0 0,-1 0 1 0 0,1 0-1 0 0,-1-1 0 0 0,1 0 0 0 0,-1-1 1 0 0,0 0-1 0 0,0-1 0 0 0,0 0 0 0 0,-10-1 1 0 0,-6-1-670 0 0,0-2 1 0 0,1 0-1 0 0,0-2 1 0 0,-31-11 0 0 0,26 6-1280 0 0,1-1 1 0 0,-50-28-1 0 0,64 31-591 0 0,1-1-1 0 0,0 0 1 0 0,-23-23-1 0 0,4-4-7644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0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18 263 948 0 0,'-5'-22'2992'0'0,"1"9"-1057"0"0,1 1 0 0 0,1 0 0 0 0,-1-18 0 0 0,3 30-1910 0 0,0-1 0 0 0,0 1 1 0 0,0 0-1 0 0,0-1 0 0 0,0 1 1 0 0,0 0-1 0 0,0 0 0 0 0,0-1 0 0 0,0 1 1 0 0,0 0-1 0 0,1 0 0 0 0,-1 0 1 0 0,0-1-1 0 0,0 1 0 0 0,0 0 1 0 0,0 0-1 0 0,0-1 0 0 0,1 1 1 0 0,-1 0-1 0 0,0 0 0 0 0,0 0 0 0 0,0 0 1 0 0,1-1-1 0 0,-1 1 0 0 0,0 0 1 0 0,0 0-1 0 0,1 0 0 0 0,-1 0 1 0 0,0 0-1 0 0,0 0 0 0 0,1 0 0 0 0,-1 0 1 0 0,0 0-1 0 0,0 0 0 0 0,1 0 1 0 0,-1-1-1 0 0,0 2 0 0 0,0-1 1 0 0,1 0-1 0 0,-1 0 0 0 0,0 0 1 0 0,1 0-1 0 0,-1 0 0 0 0,0 0 0 0 0,0 0 1 0 0,0 0-1 0 0,1 0 0 0 0,-1 0 1 0 0,0 0-1 0 0,0 1 0 0 0,1-1 1 0 0,-1 0-1 0 0,0 0 0 0 0,0 0 1 0 0,0 0-1 0 0,1 1 0 0 0,-1-1 0 0 0,0 0 1 0 0,0 0-1 0 0,0 1 0 0 0,0-1 1 0 0,0 0-1 0 0,1 1 0 0 0,12 12 689 0 0,-4 1-427 0 0,-2 1 0 0 0,0 1 0 0 0,0 0 0 0 0,-2 0 1 0 0,0 0-1 0 0,3 18 0 0 0,13 104 313 0 0,-19-114-487 0 0,4 21 3 0 0,2 33 83 0 0,30 124 0 0 0,-25-167-125 0 0,-13-35-72 0 0,0 1-1 0 0,0-1 0 0 0,1 1 0 0 0,-1-1 1 0 0,0 0-1 0 0,0 1 0 0 0,1-1 1 0 0,-1 1-1 0 0,0-1 0 0 0,1 0 1 0 0,-1 1-1 0 0,0-1 0 0 0,1 0 0 0 0,-1 1 1 0 0,1-1-1 0 0,-1 0 0 0 0,0 0 1 0 0,1 1-1 0 0,-1-1 0 0 0,1 0 1 0 0,-1 0-1 0 0,1 0 0 0 0,-1 0 1 0 0,1 0-1 0 0,-1 1 0 0 0,1-1 0 0 0,-1 0 1 0 0,1 0-1 0 0,-1 0 0 0 0,1 0 1 0 0,-1 0-1 0 0,1-1 0 0 0,-1 1 1 0 0,0 0-1 0 0,1 0 0 0 0,-1 0 0 0 0,1 0 1 0 0,-1 0-1 0 0,1-1 0 0 0,-1 1 1 0 0,1 0-1 0 0,-1 0 0 0 0,0-1 1 0 0,1 1-1 0 0,-1 0 0 0 0,0-1 0 0 0,1 0 1 0 0,16-17 155 0 0,-12 6-103 0 0,0 0 0 0 0,-1-1 0 0 0,-1 1 1 0 0,0-1-1 0 0,-1 0 0 0 0,0 0 0 0 0,0-23 0 0 0,0 11-17 0 0,4-71 44 0 0,8-65-68 0 0,-14 158-15 0 0,1 1 0 0 0,-1 0 0 0 0,1 0 0 0 0,-1-1 1 0 0,1 1-1 0 0,0 0 0 0 0,-1 0 0 0 0,1 0 0 0 0,0 0 0 0 0,0 0 1 0 0,1 0-1 0 0,-1 0 0 0 0,0 0 0 0 0,1 1 0 0 0,-1-1 1 0 0,1 0-1 0 0,-1 1 0 0 0,4-3 0 0 0,-3 3 3 0 0,-1 1 0 0 0,1 0-1 0 0,0-1 1 0 0,0 1 0 0 0,-1 0 0 0 0,1 0-1 0 0,0 0 1 0 0,0 0 0 0 0,-1 0 0 0 0,1 0 0 0 0,0 1-1 0 0,0-1 1 0 0,-1 1 0 0 0,1-1 0 0 0,0 1-1 0 0,-1-1 1 0 0,1 1 0 0 0,-1 0 0 0 0,1 0-1 0 0,-1 0 1 0 0,1 0 0 0 0,-1 0 0 0 0,0 0-1 0 0,1 0 1 0 0,1 3 0 0 0,70 70-18 0 0,-55-52 40 0 0,2-2-1 0 0,0 0 1 0 0,1-1-1 0 0,28 19 1 0 0,-43-34-55 0 0,0 0 1 0 0,1-1 0 0 0,-1 0-1 0 0,1 0 1 0 0,0 0-1 0 0,0-1 1 0 0,0 0-1 0 0,0 0 1 0 0,0-1-1 0 0,0 0 1 0 0,0 0-1 0 0,0 0 1 0 0,1-1 0 0 0,-1-1-1 0 0,0 1 1 0 0,0-1-1 0 0,1 0 1 0 0,-1 0-1 0 0,0-1 1 0 0,0 0-1 0 0,7-3 1 0 0,-8 2-53 0 0,0 0-1 0 0,-1 0 1 0 0,1 0-1 0 0,0-1 1 0 0,-1 1-1 0 0,0-1 1 0 0,0-1 0 0 0,0 1-1 0 0,-1-1 1 0 0,1 0-1 0 0,-1 0 1 0 0,0 0 0 0 0,6-11-1 0 0,-6 7 3 0 0,0 0-1 0 0,0-1 0 0 0,-1 1 1 0 0,0-1-1 0 0,0 0 0 0 0,-1 0 1 0 0,-1 0-1 0 0,1-12 1 0 0,-2-3-1 0 0,0 0 1 0 0,-2 0-1 0 0,-1 1 1 0 0,-1-1-1 0 0,-2 1 1 0 0,-11-37-1 0 0,9 41 61 0 0,0 0 0 0 0,-1 0 0 0 0,-1 1 0 0 0,0 0 0 0 0,-2 1 0 0 0,0 0 0 0 0,-1 1-1 0 0,-1 0 1 0 0,-22-21 0 0 0,35 37 21 0 0,0 0 0 0 0,0 0-1 0 0,0 0 1 0 0,-1 0 0 0 0,1 0-1 0 0,0 0 1 0 0,0 1 0 0 0,-1-1-1 0 0,1 0 1 0 0,0 1-1 0 0,-1-1 1 0 0,1 0 0 0 0,-1 1-1 0 0,1 0 1 0 0,-2-1 0 0 0,2 1 1 0 0,1 0-1 0 0,-1 1 1 0 0,1-1 0 0 0,0 0 0 0 0,-1 0 0 0 0,1 0 0 0 0,-1 1 0 0 0,1-1-1 0 0,0 0 1 0 0,-1 0 0 0 0,1 1 0 0 0,0-1 0 0 0,-1 0 0 0 0,1 1 0 0 0,0-1-1 0 0,0 0 1 0 0,-1 1 0 0 0,1-1 0 0 0,0 1 0 0 0,0-1 0 0 0,0 0 0 0 0,-1 1-1 0 0,1-1 1 0 0,0 1 0 0 0,0-1 0 0 0,0 1 0 0 0,0-1 0 0 0,0 0 0 0 0,0 2-1 0 0,0 1-1 0 0,0 1-1 0 0,0-1 0 0 0,0 0 1 0 0,0 1-1 0 0,1-1 0 0 0,0 1 1 0 0,1 4-1 0 0,1-1-2 0 0,1 0 1 0 0,0-1-1 0 0,0 1 1 0 0,0-1-1 0 0,1 0 0 0 0,0 0 1 0 0,0 0-1 0 0,0-1 0 0 0,1 0 1 0 0,0 0-1 0 0,0 0 1 0 0,0-1-1 0 0,11 6 0 0 0,-8-6-156 0 0,1 0-1 0 0,0-1 0 0 0,0 1 1 0 0,0-2-1 0 0,0 1 0 0 0,1-2 1 0 0,-1 1-1 0 0,1-1 0 0 0,10-1 1 0 0,-3-1-275 0 0,0-1 1 0 0,0 0 0 0 0,0-1 0 0 0,0-1 0 0 0,-1-1 0 0 0,0 0 0 0 0,0-1 0 0 0,0-1 0 0 0,-1-1 0 0 0,0 0 0 0 0,18-13 0 0 0,-27 16-85 0 0,1-2 0 0 0,-1 1 0 0 0,0-1 1 0 0,0 0-1 0 0,0-1 0 0 0,7-10 0 0 0,1-6-1261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1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60 348 0 0,'-3'-9'1119'0'0,"-1"1"0"0"0,1-1-1 0 0,-7-10 1 0 0,2 4 1393 0 0,-7 23-1428 0 0,12-5-970 0 0,1 0 0 0 0,0 1 0 0 0,1-1-1 0 0,-1 1 1 0 0,0 0 0 0 0,1-1 0 0 0,0 1-1 0 0,0 0 1 0 0,0 0 0 0 0,0 0-1 0 0,1 0 1 0 0,0-1 0 0 0,0 8 0 0 0,-2 3 158 0 0,-5 75 669 0 0,4 1 0 0 0,10 104 0 0 0,-3-123-739 0 0,4-1 1 0 0,30 122 0 0 0,-36-184-191 0 0,0-1 0 0 0,0 1 0 0 0,1-1 0 0 0,7 13 0 0 0,-10-20-10 0 0,0 1 0 0 0,1-1 0 0 0,-1 0 1 0 0,0 1-1 0 0,1-1 0 0 0,-1 1 0 0 0,0-1 0 0 0,1 0 0 0 0,-1 1 0 0 0,1-1 0 0 0,-1 0 0 0 0,0 0 0 0 0,1 1 0 0 0,-1-1 0 0 0,1 0 0 0 0,-1 0 1 0 0,1 0-1 0 0,-1 1 0 0 0,1-1 0 0 0,-1 0 0 0 0,1 0 0 0 0,-1 0 0 0 0,1 0 0 0 0,-1 0 0 0 0,1 0 0 0 0,-1 0 0 0 0,1 0 0 0 0,-1 0 0 0 0,1 0 1 0 0,12-12 20 0 0,1-18 6 0 0,-3-10-4 0 0,9-56 0 0 0,2-15-11 0 0,-17 95-35 0 0,0 0 0 0 0,1 0 0 0 0,0 0 0 0 0,14-22 0 0 0,-18 34 20 0 0,0 1 1 0 0,1-1-1 0 0,-1 1 1 0 0,1 0 0 0 0,0 0-1 0 0,0 0 1 0 0,0 0-1 0 0,0 0 1 0 0,1 0 0 0 0,-1 1-1 0 0,1 0 1 0 0,-1 0-1 0 0,1 0 1 0 0,5-2 0 0 0,-7 3 14 0 0,0 1 1 0 0,1-1 0 0 0,-1 1-1 0 0,1 0 1 0 0,-1 0 0 0 0,1 0-1 0 0,-1 0 1 0 0,1 0 0 0 0,-1 1-1 0 0,0-1 1 0 0,1 1 0 0 0,-1-1-1 0 0,0 1 1 0 0,1 0 0 0 0,-1 0-1 0 0,0 0 1 0 0,0 0 0 0 0,0 0-1 0 0,1 1 1 0 0,-1-1 0 0 0,-1 1-1 0 0,1-1 1 0 0,0 1 0 0 0,0 0-1 0 0,2 3 1 0 0,4 5 52 0 0,0 1 0 0 0,-1-1 1 0 0,-1 1-1 0 0,0 0 0 0 0,-1 1 0 0 0,0-1 1 0 0,0 1-1 0 0,-1 0 0 0 0,2 14 0 0 0,3 19 173 0 0,3 55-1 0 0,-3-17-120 0 0,-8-71-132 0 0,1 1 40 0 0,0 0 0 0 0,1 0 0 0 0,7 21 0 0 0,-9-31-31 0 0,0 0 0 0 0,1 0-1 0 0,-1 0 1 0 0,1-1 0 0 0,-1 1 0 0 0,1 0 0 0 0,0-1 0 0 0,0 0-1 0 0,0 1 1 0 0,1-1 0 0 0,-1 0 0 0 0,0 0 0 0 0,1 0 0 0 0,-1 0-1 0 0,1 0 1 0 0,0-1 0 0 0,0 1 0 0 0,0-1 0 0 0,-1 0 0 0 0,6 2-1 0 0,-4-3-75 0 0,0 0-1 0 0,0 0 1 0 0,1 0-1 0 0,-1 0 1 0 0,0 0-1 0 0,0-1 1 0 0,0 0-1 0 0,0 0 1 0 0,0 0-1 0 0,0 0 1 0 0,0 0-1 0 0,0-1 1 0 0,4-2-1 0 0,0 0-108 0 0,-1 0 1 0 0,1-1-1 0 0,-1 0 0 0 0,0 0 0 0 0,7-7 0 0 0,3-7-138 0 0,-1 0 0 0 0,0-1 0 0 0,-2-1 0 0 0,0 0-1 0 0,-2-1 1 0 0,0-1 0 0 0,14-39 0 0 0,-13 24 1137 0 0,-1 0 0 0 0,-3 0 0 0 0,-1-1 0 0 0,3-44 0 0 0,-10 80-590 0 0,-3-3 529 0 0,-3 12-373 0 0,-2 15 166 0 0,3 5-244 0 0,2 0 0 0 0,1 0 0 0 0,1 0 0 0 0,5 37 0 0 0,-4-53-366 0 0,0 0 0 0 0,1 0 0 0 0,1 0 0 0 0,0 0 0 0 0,0 0 0 0 0,1-1 0 0 0,0 1 0 0 0,1-1 0 0 0,0 0 0 0 0,0 0 0 0 0,1-1 0 0 0,0 1 0 0 0,1-1 0 0 0,7 7 1 0 0,-9-11-654 0 0,0 0 0 0 0,0 0 1 0 0,0-1-1 0 0,10 4 0 0 0,10 0-5029 0 0,-11-7 476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37 1692 0 0,'-27'-9'3256'0'0,"1"4"-839"0"0,2-2-489 0 0,3 2-464 0 0,-1 2-312 0 0,5-1-232 0 0,3 3 364 0 0,-5-1-1164 0 0,14 10-2236 0 0,31 11-7597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78 872 0 0,'-2'-8'1157'0'0,"0"-1"-1"0"0,-1 1 1 0 0,0 0-1 0 0,0-1 1 0 0,-1 1 0 0 0,-7-12-1 0 0,10 20-1111 0 0,1-1 0 0 0,0 0 0 0 0,-1 1 0 0 0,1-1 0 0 0,-1 1 0 0 0,0-1 0 0 0,1 1 0 0 0,-1-1 0 0 0,1 1 0 0 0,-1 0 0 0 0,0-1 0 0 0,1 1 0 0 0,-1 0 0 0 0,0-1 0 0 0,1 1 0 0 0,-1 0 0 0 0,0 0-1 0 0,0 0 1 0 0,1 0 0 0 0,-1 0 0 0 0,0 0 0 0 0,1 0 0 0 0,-1 0 0 0 0,0 0 0 0 0,0 0 0 0 0,1 0 0 0 0,-1 0 0 0 0,0 0 0 0 0,0 0 0 0 0,1 1 0 0 0,-1-1 0 0 0,-1 1 0 0 0,0 0 32 0 0,1 0-1 0 0,-1 0 1 0 0,0 0-1 0 0,1 0 1 0 0,-1 0 0 0 0,1 1-1 0 0,-1-1 1 0 0,1 1 0 0 0,0-1-1 0 0,-2 2 1 0 0,-5 11 161 0 0,1 1 1 0 0,0 0-1 0 0,1 0 0 0 0,1 0 1 0 0,0 0-1 0 0,-3 22 0 0 0,3-7-88 0 0,1 0 0 0 0,1 44 0 0 0,2-56-108 0 0,2 1 0 0 0,0 0 0 0 0,2-1 0 0 0,0 0 1 0 0,0 0-1 0 0,2 0 0 0 0,8 23 0 0 0,-11-36-77 0 0,1 0 0 0 0,-1 0 0 0 0,1 0 0 0 0,0 0 0 0 0,0 0 0 0 0,1-1 0 0 0,0 1 0 0 0,-1-1 0 0 0,1 0 0 0 0,1 0 0 0 0,-1 0 0 0 0,0 0 0 0 0,1-1 0 0 0,0 0 0 0 0,0 0 0 0 0,0 0 0 0 0,0-1 0 0 0,0 0 0 0 0,1 0 0 0 0,-1 0 0 0 0,1 0 0 0 0,-1-1 0 0 0,1 0 0 0 0,0 0 1 0 0,-1 0-1 0 0,1-1 0 0 0,9 0 0 0 0,-6-1-208 0 0,0 0 1 0 0,0 0 0 0 0,0-1 0 0 0,0 0 0 0 0,0-1 0 0 0,-1 0 0 0 0,1 0 0 0 0,-1-1 0 0 0,1 0 0 0 0,-1 0 0 0 0,-1-1 0 0 0,9-6-1 0 0,-6 3-406 0 0,0-1 1 0 0,-1 0-1 0 0,1-1 0 0 0,-2 0 0 0 0,1 0 0 0 0,-2-1 0 0 0,12-20 0 0 0,-1-4-1379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2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83 1220 0 0,'-3'-17'1923'0'0,"0"0"0"0"0,-13-31 2770 0 0,15 61-3798 0 0,3 19-191 0 0,12 93 1223 0 0,48 305 44 0 0,-60-421-1951 0 0,25 94 130 0 0,-25-95-140 0 0,1 0-1 0 0,0 0 1 0 0,0-1 0 0 0,1 1 0 0 0,0-1-1 0 0,1 0 1 0 0,-1 0 0 0 0,1-1-1 0 0,1 1 1 0 0,7 6 0 0 0,-12-12-10 0 0,-1 0 1 0 0,1-1 0 0 0,0 1-1 0 0,0-1 1 0 0,0 0 0 0 0,0 1-1 0 0,0-1 1 0 0,0 0-1 0 0,0 0 1 0 0,0 1 0 0 0,0-1-1 0 0,0 0 1 0 0,0 0 0 0 0,0 0-1 0 0,0 0 1 0 0,0 0 0 0 0,0 0-1 0 0,0-1 1 0 0,-1 1-1 0 0,1 0 1 0 0,0 0 0 0 0,0-1-1 0 0,0 1 1 0 0,0-1 0 0 0,1 0-1 0 0,1 0 2 0 0,-1-1 0 0 0,1 1 0 0 0,-1-1 0 0 0,0 0 0 0 0,0 0 0 0 0,0 0 0 0 0,3-4 0 0 0,4-9-23 0 0,-1 0-1 0 0,-1-1 1 0 0,0 0-1 0 0,-1 0 1 0 0,-1 0-1 0 0,-1-1 1 0 0,4-19-1 0 0,4-15-18 0 0,-7 33-6 0 0,1-1 0 0 0,10-20 0 0 0,-14 34 69 0 0,0 1 0 0 0,0-1 0 0 0,1 1 0 0 0,-1 0 1 0 0,1 0-1 0 0,0 0 0 0 0,1 1 0 0 0,-1-1 0 0 0,0 1 1 0 0,1 0-1 0 0,0 0 0 0 0,0 0 0 0 0,8-5 0 0 0,-10 7 36 0 0,1 1 0 0 0,-1-1 0 0 0,0 1 0 0 0,1 0 0 0 0,-1-1 0 0 0,1 1 0 0 0,-1 0 0 0 0,1 0-1 0 0,-1 1 1 0 0,0-1 0 0 0,1 1 0 0 0,-1-1 0 0 0,0 1 0 0 0,1 0 0 0 0,-1-1 0 0 0,0 1 0 0 0,0 0 0 0 0,1 1-1 0 0,-1-1 1 0 0,0 0 0 0 0,0 1 0 0 0,0-1 0 0 0,-1 1 0 0 0,1-1 0 0 0,0 1 0 0 0,2 3 0 0 0,2 2 171 0 0,0 1 0 0 0,0-1 0 0 0,-1 1 0 0 0,-1 0 0 0 0,7 12 0 0 0,-1 8 144 0 0,-2-1 1 0 0,-1 1 0 0 0,0 0 0 0 0,1 30-1 0 0,14 58 74 0 0,-21-113-440 0 0,-1 1 1 0 0,1 0 0 0 0,0-1 0 0 0,1 1 0 0 0,-1-1-1 0 0,0 0 1 0 0,1 1 0 0 0,0-1 0 0 0,0 0-1 0 0,0 0 1 0 0,0 0 0 0 0,0 0 0 0 0,1 0 0 0 0,0-1-1 0 0,-1 1 1 0 0,5 3 0 0 0,6-3-35 0 0,-6-4-231 0 0,1 1 0 0 0,-1-1 0 0 0,0-1 0 0 0,0 1 0 0 0,1-1 0 0 0,-1-1 0 0 0,-1 1 0 0 0,1-1 0 0 0,0 0 0 0 0,-1 0 0 0 0,1-1-1 0 0,10-8 1 0 0,8-8-2618 0 0,36-36-1 0 0,-58 54 2632 0 0,27-28-3558 0 0,2-3-1609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3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95 2400 0 0,'-1'-7'634'0'0,"-1"-1"623"0"0,0-1 1 0 0,1 0 0 0 0,0 0 0 0 0,0 0 0 0 0,1 0-1 0 0,0 0 1 0 0,3-16 773 0 0,-2 25-1933 0 0,1 0 0 0 0,-1 1 0 0 0,0 0 0 0 0,0-1-1 0 0,0 1 1 0 0,0-1 0 0 0,0 1 0 0 0,0 0 0 0 0,0 0 0 0 0,0 0-1 0 0,0 0 1 0 0,-1 0 0 0 0,1 0 0 0 0,0 0 0 0 0,0 0 0 0 0,-1 0-1 0 0,1 0 1 0 0,-1 0 0 0 0,1 0 0 0 0,-1 0 0 0 0,1 2 0 0 0,9 27 721 0 0,-10-30-799 0 0,9 43 365 0 0,-2 0 0 0 0,-2 0-1 0 0,-1 61 1 0 0,1 1-277 0 0,-3-63-399 0 0,-2-23-581 0 0,1 0 1 0 0,1 0 0 0 0,1 0-1 0 0,0-1 1 0 0,2 1-1 0 0,6 18 1 0 0,1-19-4186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58 2044 0 0,'6'-14'1857'0'0,"-5"12"-1435"0"0,1-1 1 0 0,-1 1 0 0 0,0-1 0 0 0,0 1 0 0 0,-1-1 0 0 0,1 1 0 0 0,0-1 0 0 0,-1 0-1 0 0,0 1 1 0 0,1-1 0 0 0,-1 0 0 0 0,0 1 0 0 0,-1-4 0 0 0,1 6-368 0 0,0 0 0 0 0,0 0 0 0 0,0-1 0 0 0,0 1 0 0 0,0 0 0 0 0,0 0 0 0 0,0-1 0 0 0,0 1 0 0 0,-1 0 0 0 0,1 0 0 0 0,0 0 0 0 0,0 0 0 0 0,0-1 0 0 0,0 1 0 0 0,0 0 0 0 0,-1 0 0 0 0,1 0 0 0 0,0 0 0 0 0,0-1 0 0 0,0 1 0 0 0,0 0 0 0 0,-1 0 0 0 0,1 0 0 0 0,0 0 0 0 0,0 0 0 0 0,0 0 0 0 0,-1 0 0 0 0,1 0 0 0 0,0 0 0 0 0,0 0 0 0 0,-1 0 0 0 0,1 0 0 0 0,0 0 0 0 0,0 0 0 0 0,0 0 0 0 0,-1 0 0 0 0,1 0 0 0 0,-11 5 701 0 0,-8 14 62 0 0,10-9-586 0 0,1 0-1 0 0,1 1 1 0 0,0 0-1 0 0,0 0 1 0 0,1 1-1 0 0,0-1 1 0 0,1 2-1 0 0,1-1 1 0 0,0 0-1 0 0,-3 17 1 0 0,5-19-156 0 0,1 0-1 0 0,1 0 0 0 0,-1 0 1 0 0,1 0-1 0 0,1 1 1 0 0,0-1-1 0 0,1 0 1 0 0,0 0-1 0 0,0 0 1 0 0,1-1-1 0 0,0 1 1 0 0,1-1-1 0 0,8 16 1 0 0,2-2 179 0 0,0-2 1 0 0,22 25 0 0 0,-18-24 190 0 0,21 32 1 0 0,-38-53-429 0 0,-1 1 0 0 0,1-1 0 0 0,0 1 0 0 0,0 0 0 0 0,-1-1 0 0 0,1 1 0 0 0,-1 0 0 0 0,1 0 0 0 0,-1-1 0 0 0,0 1 0 0 0,1 0-1 0 0,-1 0 1 0 0,0 0 0 0 0,0-1 0 0 0,-1 1 0 0 0,1 0 0 0 0,0 0 0 0 0,0 0 0 0 0,-1-1 0 0 0,1 1 0 0 0,-1 0 0 0 0,0 0 0 0 0,0-1 0 0 0,1 1 0 0 0,-1-1 0 0 0,0 1 0 0 0,0-1 0 0 0,0 1 0 0 0,-1-1 0 0 0,1 1 0 0 0,0-1-1 0 0,-2 1 1 0 0,-1 1-301 0 0,1 0-1 0 0,-1 0 0 0 0,0 0 1 0 0,0-1-1 0 0,0 0 0 0 0,0 0 1 0 0,-1 0-1 0 0,1-1 0 0 0,-1 1 1 0 0,1-1-1 0 0,-7 1 0 0 0,4-1-854 0 0,0-1 0 0 0,1 0 0 0 0,-1-1 0 0 0,0 1-1 0 0,1-1 1 0 0,-8-2 0 0 0,-9-3-4428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47 130 2576 0 0,'-7'-19'2676'0'0,"2"2"-587"0"0,-2 4-217 0 0,4-2-308 0 0,-3 5-284 0 0,3-2-220 0 0,-2 1-236 0 0,1 3-184 0 0,1-1 240 0 0,0-3-540 0 0,15 9-2084 0 0,3 11-3568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36 0 0,'4'-6'1423'0'0,"2"-5"23"0"0,0 1 0 0 0,0 0 0 0 0,1 1 0 0 0,0 0 0 0 0,11-11-1 0 0,-15 17-1242 0 0,0 1-1 0 0,0 0 1 0 0,0 0-1 0 0,0 0 1 0 0,0 1-1 0 0,0-1 1 0 0,0 1-1 0 0,1-1 1 0 0,-1 1-1 0 0,0 0 1 0 0,1 0-1 0 0,-1 1 1 0 0,1-1-1 0 0,-1 1 1 0 0,1 0-1 0 0,-1 0 1 0 0,1 0-1 0 0,-1 0 0 0 0,1 0 1 0 0,-1 1-1 0 0,1 0 1 0 0,4 1-1 0 0,1 1-86 0 0,1 1 0 0 0,-1 0 0 0 0,-1 1 0 0 0,1 0 0 0 0,-1 0 0 0 0,1 1 0 0 0,-1 0 0 0 0,-1 0 0 0 0,1 1 0 0 0,-1 0 0 0 0,-1 0 0 0 0,1 0 0 0 0,-1 1 0 0 0,0 0 0 0 0,-1 1 0 0 0,0-1 0 0 0,0 1 1 0 0,4 14-1 0 0,-4-11-71 0 0,0 0 0 0 0,-1 1 1 0 0,-1 0-1 0 0,0-1 0 0 0,-1 2 1 0 0,0-1-1 0 0,-1 0 0 0 0,-1 0 1 0 0,0 0-1 0 0,0 0 0 0 0,-2 1 1 0 0,1-1-1 0 0,-6 18 0 0 0,1-11 20 0 0,-2 0-1 0 0,0-1 1 0 0,-16 29-1 0 0,24-47-63 0 0,0-1 0 0 0,0 1 0 0 0,-1-1-1 0 0,1 1 1 0 0,0-1 0 0 0,0 1-1 0 0,-1-1 1 0 0,1 1 0 0 0,0-1 0 0 0,-1 1-1 0 0,1-1 1 0 0,-1 0 0 0 0,1 1 0 0 0,0-1-1 0 0,-1 1 1 0 0,1-1 0 0 0,-1 0 0 0 0,1 1-1 0 0,-1-1 1 0 0,1 0 0 0 0,-1 0 0 0 0,1 0-1 0 0,-1 1 1 0 0,1-1 0 0 0,-1 0 0 0 0,0 0-1 0 0,1 0 1 0 0,-1 0 0 0 0,1 0 0 0 0,-1 0-1 0 0,1 0 1 0 0,-1 0 0 0 0,0 0-1 0 0,1 0 1 0 0,-1 0 0 0 0,1 0 0 0 0,-1-1-1 0 0,0 1 1 0 0,0-1-8 0 0,0 1-1 0 0,1-1 1 0 0,-1 0 0 0 0,0 0-1 0 0,0 0 1 0 0,1 0-1 0 0,-1 0 1 0 0,0 0 0 0 0,1 0-1 0 0,-1 0 1 0 0,1 0 0 0 0,-1 0-1 0 0,1 0 1 0 0,0 0-1 0 0,-1-2 1 0 0,0-8-70 0 0,0 0 0 0 0,0-1-1 0 0,1 1 1 0 0,1 0 0 0 0,0 0 0 0 0,3-15 0 0 0,21-64-121 0 0,-20 76 172 0 0,0 0 1 0 0,2 0 0 0 0,-1 0-1 0 0,2 1 1 0 0,0 0-1 0 0,13-16 1 0 0,-17 24 35 0 0,1-1 0 0 0,0 1 0 0 0,0 0 0 0 0,0 0 0 0 0,0 0 1 0 0,1 1-1 0 0,0 0 0 0 0,0 0 0 0 0,0 1 0 0 0,1-1 0 0 0,-1 1 0 0 0,1 1 0 0 0,-1-1 1 0 0,1 1-1 0 0,9-2 0 0 0,-12 4 26 0 0,1-1 0 0 0,-1 1 0 0 0,0 0-1 0 0,1 1 1 0 0,-1-1 0 0 0,0 1 0 0 0,0 0 0 0 0,1 0 0 0 0,-1 0 0 0 0,0 0-1 0 0,0 1 1 0 0,0 0 0 0 0,0 0 0 0 0,0 0 0 0 0,-1 0 0 0 0,1 0 0 0 0,0 1 0 0 0,-1 0-1 0 0,0-1 1 0 0,0 1 0 0 0,0 1 0 0 0,0-1 0 0 0,0 0 0 0 0,0 1 0 0 0,-1-1 0 0 0,0 1-1 0 0,0 0 1 0 0,0 0 0 0 0,2 5 0 0 0,1 4 32 0 0,0 0 1 0 0,-1 1-1 0 0,-1 0 1 0 0,0 0-1 0 0,0 0 1 0 0,-2 0-1 0 0,1 21 0 0 0,-3-9-94 0 0,3 44 197 0 0,-2-63-426 0 0,1 0 0 0 0,0 1 0 0 0,1-1 0 0 0,0 0 0 0 0,0 0 0 0 0,1 0 0 0 0,2 7 0 0 0,-3-12-1 0 0,0 1 0 0 0,-1-1 0 0 0,1 1 0 0 0,0-1 0 0 0,0 0 0 0 0,0 0 0 0 0,0 0 1 0 0,1 0-1 0 0,-1 0 0 0 0,0-1 0 0 0,1 1 0 0 0,-1-1 0 0 0,6 3 0 0 0,-5-3-520 0 0,1 0-1 0 0,-1 0 1 0 0,1 0-1 0 0,-1 0 1 0 0,1-1-1 0 0,5 1 1 0 0,10-2-4575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141 593 1684 0 0,'-1'-4'656'0'0,"-8"-22"4297"0"0,8 25-4718 0 0,1 0 0 0 0,-1 0-1 0 0,1 0 1 0 0,-1 0 0 0 0,0 0 0 0 0,0 0-1 0 0,0 1 1 0 0,1-1 0 0 0,-1 0 0 0 0,0 1 0 0 0,0-1-1 0 0,0 0 1 0 0,0 1 0 0 0,0-1 0 0 0,0 1-1 0 0,0-1 1 0 0,0 1 0 0 0,0 0 0 0 0,0 0-1 0 0,-2-1 1 0 0,1 1-107 0 0,1 0 1 0 0,0 1-1 0 0,0-1 1 0 0,-1 0-1 0 0,1 1 0 0 0,0-1 1 0 0,0 1-1 0 0,0-1 0 0 0,0 1 1 0 0,0 0-1 0 0,0-1 0 0 0,0 1 1 0 0,0 0-1 0 0,0 0 1 0 0,0-1-1 0 0,0 1 0 0 0,-1 1 1 0 0,-13 17 1176 0 0,4-2-712 0 0,1 0 0 0 0,1 1 0 0 0,0 0 0 0 0,2 1 0 0 0,-9 27 0 0 0,13-34-483 0 0,0 1 1 0 0,0 0-1 0 0,1 0 0 0 0,1 0 1 0 0,0 0-1 0 0,1 1 0 0 0,0-1 1 0 0,1 0-1 0 0,4 17 1 0 0,-4-24-93 0 0,1 1 1 0 0,0-1 0 0 0,0 0 0 0 0,1 0 0 0 0,-1-1 0 0 0,1 1 0 0 0,1-1 0 0 0,-1 1 0 0 0,1-1-1 0 0,0 0 1 0 0,0 0 0 0 0,0 0 0 0 0,1-1 0 0 0,0 0 0 0 0,0 0 0 0 0,9 6 0 0 0,-7-6-7 0 0,1 0 0 0 0,0-1 0 0 0,0 0 0 0 0,0 0 1 0 0,0-1-1 0 0,1 0 0 0 0,-1 0 0 0 0,0-1 0 0 0,1 0 0 0 0,-1-1 0 0 0,14 0 1 0 0,-9-1-7 0 0,-1-1 0 0 0,1 0 0 0 0,-1-1 0 0 0,0 0 0 0 0,0 0 0 0 0,0-2 0 0 0,20-9 0 0 0,-24 10-4 0 0,0-1 1 0 0,0 0-1 0 0,0-1 1 0 0,0 0 0 0 0,-1 0-1 0 0,0 0 1 0 0,0-1-1 0 0,-1 0 1 0 0,0-1-1 0 0,6-9 1 0 0,-5 5-5 0 0,-1 0 0 0 0,-1-1-1 0 0,0 0 1 0 0,-1 0 0 0 0,0-1 0 0 0,-1 1 0 0 0,0-1 0 0 0,-2 1-1 0 0,1-1 1 0 0,-2 0 0 0 0,1 0 0 0 0,-2 1 0 0 0,0-1 0 0 0,-1 0 0 0 0,0 1-1 0 0,-1-1 1 0 0,-8-23 0 0 0,8 28-1 0 0,-1 0-1 0 0,-1 0 0 0 0,1 0 1 0 0,-1 1-1 0 0,-1 0 1 0 0,1-1-1 0 0,-1 2 1 0 0,-1-1-1 0 0,0 1 1 0 0,0 0-1 0 0,-9-7 1 0 0,9 9 0 0 0,0 1 0 0 0,0 0 0 0 0,0 0 1 0 0,-1 0-1 0 0,0 1 0 0 0,0 0 1 0 0,0 1-1 0 0,0 0 0 0 0,0 0 0 0 0,0 0 1 0 0,0 1-1 0 0,0 0 0 0 0,-1 1 1 0 0,-12 1-1 0 0,11 0 9 0 0,0 0 0 0 0,1 1-1 0 0,-1 1 1 0 0,1-1 0 0 0,0 1 0 0 0,0 1-1 0 0,0 0 1 0 0,0 0 0 0 0,1 1 0 0 0,-1 0 0 0 0,1 0-1 0 0,0 1 1 0 0,1 0 0 0 0,-10 9 0 0 0,14-11-68 0 0,0-1-1 0 0,0 1 1 0 0,0-1 0 0 0,0 1-1 0 0,1 0 1 0 0,-1 0 0 0 0,1 0-1 0 0,0 0 1 0 0,0 1 0 0 0,1-1-1 0 0,-1 1 1 0 0,1-1 0 0 0,0 1 0 0 0,0-1-1 0 0,1 1 1 0 0,-1-1 0 0 0,1 1-1 0 0,0 0 1 0 0,0-1 0 0 0,1 1-1 0 0,-1 0 1 0 0,1-1 0 0 0,0 1 0 0 0,0-1-1 0 0,0 1 1 0 0,1-1 0 0 0,0 0-1 0 0,0 1 1 0 0,0-1 0 0 0,0 0-1 0 0,5 5 1 0 0,-2-2-257 0 0,1 0 1 0 0,0-1-1 0 0,0 0 1 0 0,0 0-1 0 0,1 0 0 0 0,0-1 1 0 0,0 0-1 0 0,1-1 0 0 0,-1 1 1 0 0,1-1-1 0 0,0-1 0 0 0,0 1 1 0 0,0-1-1 0 0,0-1 1 0 0,1 0-1 0 0,-1 0 0 0 0,1 0 1 0 0,-1-1-1 0 0,13 0 0 0 0,1-1-301 0 0,0-1 0 0 0,0 0-1 0 0,-1-2 1 0 0,1 0-1 0 0,0-1 1 0 0,31-12-1 0 0,-28 7 508 0 0,0-2-1 0 0,-1 0 1 0 0,0-2-1 0 0,-1-1 1 0 0,-1 0-1 0 0,0-2 1 0 0,-1-1-1 0 0,-1 0 1 0 0,0-2-1 0 0,-1 0 1 0 0,-1-1-1 0 0,-1-1 1 0 0,14-23-1 0 0,0-5 975 0 0,-2-2-1 0 0,-3-1 1 0 0,-1-2-1 0 0,32-105 1 0 0,-46 124 1015 0 0,8-47 997 0 0,-20 85-2302 0 0,-23 137 3213 0 0,4-38-2469 0 0,9-19-77 0 0,-2 149 0 0 0,15-175-1031 0 0,2 0-1 0 0,2-1 1 0 0,22 86-1 0 0,-26-135-187 0 0,0 0 0 0 0,0 0 0 0 0,1-1 0 0 0,-1 1 0 0 0,2-1 0 0 0,-1 0 0 0 0,1 0 0 0 0,0 0-1 0 0,0 0 1 0 0,1-1 0 0 0,-1 0 0 0 0,8 7 0 0 0,-9-10-97 0 0,0 0 0 0 0,0 0 0 0 0,0 0 0 0 0,0 0-1 0 0,0-1 1 0 0,1 1 0 0 0,-1-1 0 0 0,0 0 0 0 0,1 0 0 0 0,-1 0 0 0 0,1-1 0 0 0,-1 1-1 0 0,1-1 1 0 0,-1 0 0 0 0,1 0 0 0 0,-1 0 0 0 0,1 0 0 0 0,0 0 0 0 0,-1-1 0 0 0,1 0-1 0 0,-1 0 1 0 0,0 0 0 0 0,1 0 0 0 0,-1 0 0 0 0,0-1 0 0 0,4-2 0 0 0,1 0-472 0 0,0-1-1 0 0,-1 0 1 0 0,0-1 0 0 0,0 0 0 0 0,-1 0 0 0 0,1 0-1 0 0,-2-1 1 0 0,10-12 0 0 0,-5 4-1543 0 0,0-1 1 0 0,-2 0-1 0 0,9-21 0 0 0,-3-1-5051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52 184 0 0,'-50'1'8313'0'0,"-82"13"0"0"0,119-7-7012 0 0,13-3-725 0 0,7-2-4 0 0,70-7-1537 0 0,138-25 0 0 0,-82 8-2561 0 0,-38 6-2433 0 0,-45 10 519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6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1183 60 0 0,'-18'1'2700'0'0,"-73"9"4530"0"0,80-8-6585 0 0,1 0 0 0 0,-1 1 0 0 0,1 0 0 0 0,0 0 0 0 0,0 1 0 0 0,-11 7 0 0 0,20-11-576 0 0,0 0 0 0 0,0 1 0 0 0,0-1-1 0 0,0 1 1 0 0,0 0 0 0 0,0-1 0 0 0,0 1-1 0 0,1 0 1 0 0,-1-1 0 0 0,0 1 0 0 0,1 0-1 0 0,-1 0 1 0 0,0 0 0 0 0,1-1 0 0 0,-1 1-1 0 0,0 1 1 0 0,1-1-44 0 0,0-1-1 0 0,1 0 1 0 0,-1 1 0 0 0,0-1-1 0 0,0 0 1 0 0,0 0-1 0 0,0 1 1 0 0,1-1 0 0 0,-1 0-1 0 0,0 1 1 0 0,0-1 0 0 0,0 0-1 0 0,1 0 1 0 0,-1 0-1 0 0,0 1 1 0 0,0-1 0 0 0,1 0-1 0 0,-1 0 1 0 0,0 0-1 0 0,1 0 1 0 0,-1 1 0 0 0,0-1-1 0 0,0 0 1 0 0,1 0-1 0 0,-1 0 1 0 0,0 0 0 0 0,1 0-1 0 0,-1 0 1 0 0,0 0-1 0 0,1 0 1 0 0,3 1 45 0 0,0-1 0 0 0,-1 0 0 0 0,1 0 0 0 0,0 0-1 0 0,0 0 1 0 0,4-2 0 0 0,18-7 20 0 0,-1-2 0 0 0,0 0 0 0 0,0-2 0 0 0,-1-1 0 0 0,43-33 0 0 0,-33 20-77 0 0,-2-1 1 0 0,0-2 0 0 0,-3-1-1 0 0,0-1 1 0 0,-2-1-1 0 0,-1-2 1 0 0,-2-1 0 0 0,-2 0-1 0 0,-1-2 1 0 0,29-73 0 0 0,-23 35-154 0 0,-3-1 0 0 0,-4 0 0 0 0,-3-2 0 0 0,13-152 0 0 0,-27 178 65 0 0,-2 24-107 0 0,7-44 0 0 0,-8 72 205 0 0,-3 25 282 0 0,-4 272 1996 0 0,6-170-1923 0 0,1 162 551 0 0,4-203-754 0 0,21 115 0 0 0,-20-172-140 0 0,16 49 0 0 0,-18-69-25 0 0,-1-1 0 0 0,1 0 1 0 0,0 0-1 0 0,1-1 0 0 0,0 1 0 0 0,0-1 0 0 0,0 1 0 0 0,1-1 1 0 0,0-1-1 0 0,0 1 0 0 0,0-1 0 0 0,7 6 0 0 0,-9-9-4 0 0,-1-1-1 0 0,1 1 1 0 0,0-1-1 0 0,0 0 1 0 0,0 0-1 0 0,0 1 0 0 0,0-2 1 0 0,0 1-1 0 0,0 0 1 0 0,0-1-1 0 0,0 1 1 0 0,0-1-1 0 0,0 0 1 0 0,1 0-1 0 0,-1 0 1 0 0,0-1-1 0 0,4 0 0 0 0,-2 0 1 0 0,0-1 0 0 0,0 0 0 0 0,0 0-1 0 0,0-1 1 0 0,0 1 0 0 0,0-1-1 0 0,-1 0 1 0 0,0 0 0 0 0,6-6 0 0 0,0-1-3 0 0,0 0 1 0 0,0-1-1 0 0,-1 0 1 0 0,-1-1 0 0 0,0 0-1 0 0,10-21 1 0 0,-4 2-28 0 0,-2 0 1 0 0,-1 0-1 0 0,-1-1 1 0 0,9-51-1 0 0,-16 58 9 0 0,0 0 0 0 0,-2 1 0 0 0,-1-1-1 0 0,0 0 1 0 0,-2 0 0 0 0,-9-43 0 0 0,9 59 4 0 0,-1 0 1 0 0,0 1-1 0 0,0 0 1 0 0,-1-1-1 0 0,-6-10 1 0 0,8 16 2 0 0,0 0 0 0 0,0 0 1 0 0,0 0-1 0 0,0 0 1 0 0,-1 1-1 0 0,1-1 0 0 0,-1 1 1 0 0,0-1-1 0 0,1 1 1 0 0,-1 0-1 0 0,0 0 0 0 0,0 0 1 0 0,0 1-1 0 0,-1-1 1 0 0,1 1-1 0 0,0 0 0 0 0,-6-2 1 0 0,6 3 4 0 0,0 0 0 0 0,0 0 0 0 0,-1 0 0 0 0,1 0 1 0 0,0 0-1 0 0,-1 1 0 0 0,1-1 0 0 0,0 1 0 0 0,0 0 0 0 0,0 0 0 0 0,0 0 1 0 0,0 0-1 0 0,0 1 0 0 0,0-1 0 0 0,0 1 0 0 0,0 0 0 0 0,1 0 0 0 0,-1 0 1 0 0,1 0-1 0 0,-1 0 0 0 0,1 1 0 0 0,-3 3 0 0 0,3-4 3 0 0,1 0 0 0 0,-1 1 1 0 0,1-1-1 0 0,-1 1 0 0 0,1-1 0 0 0,0 1 1 0 0,0-1-1 0 0,1 1 0 0 0,-1 0 0 0 0,0-1 1 0 0,1 1-1 0 0,0 0 0 0 0,-1 0 0 0 0,1-1 0 0 0,0 1 1 0 0,1 0-1 0 0,-1 0 0 0 0,0 0 0 0 0,1-1 1 0 0,-1 1-1 0 0,1 0 0 0 0,0-1 0 0 0,0 1 0 0 0,0-1 1 0 0,0 1-1 0 0,1-1 0 0 0,-1 1 0 0 0,4 3 1 0 0,-2-2 2 0 0,1 0 1 0 0,0-1-1 0 0,-1 1 1 0 0,2-1-1 0 0,-1 0 1 0 0,0 0 0 0 0,1 0-1 0 0,-1 0 1 0 0,1-1-1 0 0,0 0 1 0 0,0 0 0 0 0,0 0-1 0 0,0-1 1 0 0,8 2-1 0 0,0-1 0 0 0,0 0 0 0 0,0-1-1 0 0,0 0 1 0 0,23-2 0 0 0,9-5 7 0 0,49-13 1 0 0,52-8-55 0 0,-144 27 41 0 0,9 7 13 0 0,-12 5 25 0 0,0-1 0 0 0,0 1 0 0 0,-2-1-1 0 0,1 0 1 0 0,-1 0 0 0 0,-7 18 0 0 0,6-18-4 0 0,3-9-27 0 0,-29 103 181 0 0,28-94-171 0 0,0 0 1 0 0,0 1-1 0 0,1 0 1 0 0,1-1-1 0 0,0 1 0 0 0,1 0 1 0 0,2 15-1 0 0,-2-24-8 0 0,-1-1-1 0 0,1 1 1 0 0,0 0-1 0 0,0 0 1 0 0,0-1-1 0 0,0 1 1 0 0,1-1-1 0 0,-1 1 1 0 0,1-1-1 0 0,-1 1 1 0 0,1-1-1 0 0,0 0 1 0 0,0 0 0 0 0,0 0-1 0 0,0 0 1 0 0,0 0-1 0 0,1 0 1 0 0,2 1-1 0 0,0-1 5 0 0,-1 0 0 0 0,0-1 0 0 0,0 1-1 0 0,1-1 1 0 0,-1 0 0 0 0,1 0 0 0 0,-1-1 0 0 0,1 1-1 0 0,-1-1 1 0 0,8 0 0 0 0,3-2 10 0 0,0 0 0 0 0,-1-1 0 0 0,1-1 0 0 0,-1 0-1 0 0,27-12 1 0 0,-17 3-104 0 0,0 0 0 0 0,-1-1 1 0 0,-1-1-1 0 0,0-1 0 0 0,-2-1 0 0 0,1-1 0 0 0,31-38 0 0 0,-19 15 43 0 0,-1-1 0 0 0,-3-2 0 0 0,25-48 1 0 0,-29 45 375 0 0,-24 45 8 0 0,-15 23 81 0 0,7-4-199 0 0,0 0-1 0 0,1 0 1 0 0,0 1 0 0 0,2-1-1 0 0,0 1 1 0 0,-3 37-1 0 0,6-29-128 0 0,1 0 0 0 0,1 0 0 0 0,2 1 0 0 0,6 31 0 0 0,-8-52-84 0 0,1 0 0 0 0,-1 0 0 0 0,1-1 0 0 0,0 1 0 0 0,0-1 0 0 0,1 1 0 0 0,0-1 0 0 0,0 0 0 0 0,0 0 0 0 0,0 0 0 0 0,1-1 0 0 0,0 1 0 0 0,0-1 0 0 0,0 0 0 0 0,8 6 0 0 0,-6-6-4 0 0,0-1 1 0 0,1 1 0 0 0,-1-1-1 0 0,1-1 1 0 0,0 1 0 0 0,0-1-1 0 0,0 0 1 0 0,0-1 0 0 0,0 0-1 0 0,0 0 1 0 0,10 0 0 0 0,2-1-3 0 0,0-2 0 0 0,0 0 1 0 0,0-1-1 0 0,-1-1 0 0 0,1 0 1 0 0,-1-2-1 0 0,0 0 0 0 0,29-15 1 0 0,-25 9-6 0 0,0-1 0 0 0,-1 0 0 0 0,-1-2 0 0 0,0 0 0 0 0,-1-1 0 0 0,-1-2 0 0 0,0 1 0 0 0,-2-2 0 0 0,24-33 0 0 0,-18 17-7 0 0,0-2 1 0 0,-3 0 0 0 0,-1-1-1 0 0,24-77 1 0 0,-36 97-15 0 0,-1-1 1 0 0,-1 0-1 0 0,3-36 0 0 0,-7 54 16 0 0,0 1-1 0 0,0-1 1 0 0,0 0-1 0 0,-1 0 1 0 0,1 1-1 0 0,0-1 1 0 0,-1 0-1 0 0,1 1 1 0 0,0-1 0 0 0,-1 0-1 0 0,1 1 1 0 0,-1-1-1 0 0,1 0 1 0 0,-1 1-1 0 0,1-1 1 0 0,-1 1-1 0 0,0-1 1 0 0,1 1-1 0 0,-1-1 1 0 0,1 1-1 0 0,-1 0 1 0 0,0-1-1 0 0,0 1 1 0 0,1 0-1 0 0,-1-1 1 0 0,0 1 0 0 0,1 0-1 0 0,-1 0 1 0 0,0 0-1 0 0,0 0 1 0 0,0 0-1 0 0,1 0 1 0 0,-2 0-1 0 0,-3 1-12 0 0,0 1 0 0 0,0 0 0 0 0,0 1 0 0 0,1-1 0 0 0,-1 1 0 0 0,1 0-1 0 0,-1 0 1 0 0,1 0 0 0 0,0 1 0 0 0,0-1 0 0 0,1 1 0 0 0,-1 0 0 0 0,1 0 0 0 0,-6 9 0 0 0,-4 4 97 0 0,2-3-34 0 0,1 0-1 0 0,0 0 0 0 0,1 1 1 0 0,1 1-1 0 0,0-1 1 0 0,1 1-1 0 0,1 1 0 0 0,-5 19 1 0 0,5-12-14 0 0,1 1 1 0 0,1-1 0 0 0,1 1-1 0 0,1 0 1 0 0,2 28-1 0 0,0-47-16 0 0,1-1-1 0 0,-1 1 1 0 0,1 0-1 0 0,0-1 1 0 0,0 1-1 0 0,0 0 1 0 0,1-1 0 0 0,0 0-1 0 0,0 1 1 0 0,0-1-1 0 0,1 0 1 0 0,0 0-1 0 0,0 0 1 0 0,0 0-1 0 0,0-1 1 0 0,1 1-1 0 0,0-1 1 0 0,0 0-1 0 0,0 0 1 0 0,0-1 0 0 0,1 1-1 0 0,0-1 1 0 0,-1 0-1 0 0,1 0 1 0 0,0 0-1 0 0,0-1 1 0 0,1 1-1 0 0,-1-1 1 0 0,1 0-1 0 0,-1-1 1 0 0,1 0-1 0 0,8 2 1 0 0,8-1-2 0 0,1-1 1 0 0,0-1-1 0 0,-1 0 1 0 0,1-2-1 0 0,-1 0 1 0 0,0-2-1 0 0,1-1 1 0 0,-2 0-1 0 0,29-11 1 0 0,-25 6-674 0 0,-1-1 1 0 0,0 0-1 0 0,-1-2 1 0 0,-1-1-1 0 0,0 0 1 0 0,-1-2-1 0 0,34-31 1 0 0,-50 42 8 0 0,1-1-1 0 0,-1 0 1 0 0,0 0 0 0 0,0-1-1 0 0,-1 1 1 0 0,5-10 0 0 0,-7 12-353 0 0,-1 0 0 0 0,1 0 1 0 0,-1-1-1 0 0,0 1 1 0 0,0 0-1 0 0,-1-1 0 0 0,1-8 1 0 0,-1 1-3889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35 232 0 0,'2'-35'21350'0'0,"-2"48"-21643"0"0,-1 48 320 0 0,-1-15 401 0 0,3-1 1 0 0,7 52 0 0 0,-6-82-795 0 0,2 1 1 0 0,0-1 0 0 0,10 27 0 0 0,-9-32-329 0 0,0 0-1 0 0,0-1 1 0 0,1 0 0 0 0,0 0 0 0 0,0-1 0 0 0,12 13-1 0 0,-14-18-487 0 0,-1 0 0 0 0,0-1 0 0 0,1 1 0 0 0,0-1 0 0 0,-1 0 0 0 0,8 3 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1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133 140 1512 0 0,'-113'-34'12759'0'0,"111"33"-12367"0"0,-16-3 1407 0 0,70 7-420 0 0,74-5-1 0 0,-74 0-1165 0 0,560-34-72 0 0,-206-2-3473 0 0,-385 36 2998 0 0,67-8-1924 0 0,-31 0-4132 0 0,-41 7 1535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3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0 159 672 0 0,'30'-119'9154'0'0,"-20"80"-6597"0"0,-10 39-2525 0 0,1 0 0 0 0,0 1 0 0 0,0-1 1 0 0,0 1-1 0 0,-1-1 0 0 0,1 1 0 0 0,0-1 0 0 0,-1 1 0 0 0,1-1 0 0 0,0 1 0 0 0,-1 0 1 0 0,1-1-1 0 0,-1 1 0 0 0,1 0 0 0 0,-1-1 0 0 0,1 1 0 0 0,-1 0 0 0 0,0 0 0 0 0,1 0 0 0 0,-1-1 1 0 0,0 1-1 0 0,0 0 0 0 0,1 0 0 0 0,-1 0 0 0 0,0 1 0 0 0,5 26 190 0 0,-5-25-163 0 0,33 370 741 0 0,-6-49-1700 0 0,-25-306 544 0 0,9 117-4024 0 0,-11-132 3835 0 0,-1-19-815 0 0,-5-80 920 0 0,-5-100 2819 0 0,12 193-2313 0 0,-1 1 0 0 0,0-1 0 0 0,1 0-1 0 0,-1 0 1 0 0,1 0 0 0 0,0 0 0 0 0,0 1-1 0 0,0-1 1 0 0,0 0 0 0 0,0 1 0 0 0,1-1 0 0 0,-1 1-1 0 0,1-1 1 0 0,0 1 0 0 0,0 0 0 0 0,0-1-1 0 0,0 1 1 0 0,0 0 0 0 0,0 0 0 0 0,0 1-1 0 0,1-1 1 0 0,-1 0 0 0 0,4-1 0 0 0,7-3 31 0 0,-1 0 0 0 0,1 2 0 0 0,25-7 1 0 0,-5 1 19 0 0,-4 0-58 0 0,-13 6-33 0 0,0-1 0 0 0,-1-1-1 0 0,1-1 1 0 0,24-14 0 0 0,-37 18-24 0 0,0 1 1 0 0,1-1-1 0 0,-1 1 0 0 0,0-1 1 0 0,0 0-1 0 0,0 0 0 0 0,-1-1 1 0 0,1 1-1 0 0,-1 0 0 0 0,0-1 1 0 0,0 0-1 0 0,0 1 0 0 0,0-1 1 0 0,0 0-1 0 0,-1 0 0 0 0,0 0 1 0 0,0 0-1 0 0,0 0 0 0 0,0 0 1 0 0,-1 0-1 0 0,1 0 0 0 0,-1 0 1 0 0,0-1-1 0 0,-1-4 0 0 0,-3-16 670 0 0,-2-1-1 0 0,0 1 1 0 0,-1 0-1 0 0,-20-43 0 0 0,27 68-664 0 0,0 0 0 0 0,0-1-1 0 0,0 1 1 0 0,0 0 0 0 0,0 0 0 0 0,0-1-1 0 0,0 1 1 0 0,0 0 0 0 0,-1 0 0 0 0,1-1-1 0 0,0 1 1 0 0,0 0 0 0 0,0 0-1 0 0,0-1 1 0 0,0 1 0 0 0,0 0 0 0 0,-1 0-1 0 0,1 0 1 0 0,0-1 0 0 0,0 1-1 0 0,0 0 1 0 0,-1 0 0 0 0,1 0 0 0 0,0 0-1 0 0,0-1 1 0 0,0 1 0 0 0,-1 0-1 0 0,1 0 1 0 0,0 0 0 0 0,0 0 0 0 0,-1 0-1 0 0,1 0 1 0 0,0 0 0 0 0,0 0 0 0 0,-1 0-1 0 0,-2 9 75 0 0,2 18-12 0 0,69 376-598 0 0,5-141-7017 0 0,-61-224 3248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32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69 744 0 0,'17'-68'14013'0'0,"-14"80"-13745"0"0,-2 2 0 0 0,0-1 1 0 0,0 0-1 0 0,-2 16 0 0 0,2 31-399 0 0,4-3-988 0 0,8 60-6442 0 0,-7-84 2678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43 101 244 0 0,'-12'-101'20440'0'0,"19"224"-18080"0"0,-1-15-1738 0 0,-25 407-11 0 0,11-413-603 0 0,-7 48 63 0 0,15-150-67 0 0,-1 1 1 0 0,1-1 0 0 0,0 0 0 0 0,0 1 0 0 0,0-1 0 0 0,0 1 0 0 0,0-1 0 0 0,0 1 0 0 0,0-1 0 0 0,0 1 0 0 0,0-1 0 0 0,0 1 0 0 0,0-1 0 0 0,0 1 0 0 0,0-1-1 0 0,0 1 1 0 0,0-1 0 0 0,0 0 0 0 0,0 1 0 0 0,0-1 0 0 0,1 1 0 0 0,-1-1 0 0 0,0 1 0 0 0,0-1 0 0 0,1 0 0 0 0,-1 1 0 0 0,0-1 0 0 0,0 0 0 0 0,1 1 0 0 0,-1-1-1 0 0,1 1 1 0 0,0-1-1 0 0,0 0-1 0 0,0 0 0 0 0,0-1 0 0 0,0 1 1 0 0,-1 0-1 0 0,1 0 0 0 0,0-1 0 0 0,0 1 1 0 0,0 0-1 0 0,0-1 0 0 0,-1 1 0 0 0,1-1 0 0 0,0 1 1 0 0,1-2-1 0 0,29-27-32 0 0,-28 26 30 0 0,4-2 2 0 0,1 1 0 0 0,-1-1 1 0 0,1 1-1 0 0,0 1 0 0 0,16-5 0 0 0,89-22-344 0 0,-13 4-2328 0 0,-72 18-647 0 0,42-20 0 0 0,-67 27 2533 0 0,0-1 0 0 0,1 0-1 0 0,-1 0 1 0 0,0 0-1 0 0,0 0 1 0 0,0 0 0 0 0,0-1-1 0 0,-1 1 1 0 0,5-6-1 0 0,2-5-3889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31 114 1288 0 0,'-15'-56'6312'0'0,"1"-1"2920"0"0,12 97-6897 0 0,7 233-468 0 0,-3-42-619 0 0,11-56-3714 0 0,-13-174 2405 0 0,0 1 1 0 0,0-1 0 0 0,0 0-1 0 0,1 0 1 0 0,-1 0-1 0 0,0 0 1 0 0,0 0 0 0 0,1 1-1 0 0,-1-1 1 0 0,0 0 0 0 0,1 0-1 0 0,-1 0 1 0 0,1 0-1 0 0,0 1 1 0 0,0-2 37 0 0,-1 0-1 0 0,0 0 1 0 0,1 0-1 0 0,-1 0 1 0 0,0 0-1 0 0,0 0 1 0 0,1 0 0 0 0,-1 0-1 0 0,0 0 1 0 0,1 0-1 0 0,-1 0 1 0 0,0-1-1 0 0,1 1 1 0 0,-1 0 0 0 0,0 0-1 0 0,0 0 1 0 0,1 0-1 0 0,-1-1 1 0 0,0 1-1 0 0,0 0 1 0 0,0 0 0 0 0,1-1-1 0 0,-1 1 1 0 0,0 0-1 0 0,0 0 1 0 0,0-1-1 0 0,0 1 1 0 0,1 0 0 0 0,-1 0-1 0 0,0-1 1 0 0,0 0-1 0 0,14-35-452 0 0,-3-19 272 0 0,-7 28 133 0 0,2 1 1 0 0,13-35-1 0 0,-18 58 75 0 0,0 1-1 0 0,0-1 0 0 0,1 1 1 0 0,-1 0-1 0 0,1-1 0 0 0,-1 1 1 0 0,1 0-1 0 0,0 0 1 0 0,0 0-1 0 0,0 0 0 0 0,0 0 1 0 0,0 1-1 0 0,1-1 0 0 0,-1 1 1 0 0,0-1-1 0 0,1 1 0 0 0,2-1 1 0 0,4-1 14 0 0,-1 0 0 0 0,1 1 0 0 0,17-2 0 0 0,19-6 1 0 0,-29 5-96 0 0,0-2 0 0 0,0 0 0 0 0,-1-1 0 0 0,21-15 1 0 0,-30 19 8 0 0,-1 0 1 0 0,-1-1 0 0 0,1 1 0 0 0,-1-1 0 0 0,1 0-1 0 0,-1 0 1 0 0,-1 0 0 0 0,1-1 0 0 0,-1 0-1 0 0,0 1 1 0 0,0-1 0 0 0,0 0 0 0 0,-1-1 0 0 0,0 1-1 0 0,1-7 1 0 0,1-10 191 0 0,-2 1 0 0 0,-1 0 0 0 0,0 0 0 0 0,-2-1-1 0 0,0 1 1 0 0,-1 0 0 0 0,-10-38 0 0 0,12 58 383 0 0,-1 2-469 0 0,0 0 1 0 0,0 1 0 0 0,0-1-1 0 0,1 0 1 0 0,-1 0 0 0 0,0 1-1 0 0,1-1 1 0 0,-1 1 0 0 0,0-1-1 0 0,1 1 1 0 0,-1-1 0 0 0,0 1-1 0 0,1-1 1 0 0,-1 1 0 0 0,1-1-1 0 0,-1 1 1 0 0,1 0 0 0 0,-1-1-1 0 0,1 1 1 0 0,0 0 0 0 0,-1-1-1 0 0,1 1 1 0 0,0 0 0 0 0,0 0-1 0 0,-1-1 1 0 0,1 1 0 0 0,0 0-1 0 0,0 0 1 0 0,0 1 0 0 0,-3 29 719 0 0,3-21-500 0 0,-6 64 146 0 0,3 1 0 0 0,4 0 0 0 0,15 109 0 0 0,-16-181-586 0 0,13 62-1844 0 0,-1-34-892 0 0,-10-28 1937 0 0,0 0 1 0 0,0 1 0 0 0,0-1-1 0 0,0 0 1 0 0,1-1 0 0 0,2 4 0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2:48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73 512 0 0,'-4'-40'6746'0'0,"3"38"-6326"0"0,1 0-1 0 0,-1 0 1 0 0,0 0-1 0 0,1 0 1 0 0,-1 0-1 0 0,0 0 1 0 0,0 0-1 0 0,0 0 1 0 0,-1 0-1 0 0,1 1 1 0 0,0-1-1 0 0,-1 0 0 0 0,1 1 1 0 0,-1-1-1 0 0,-2-1 1 0 0,3 3-350 0 0,0-1 1 0 0,0 1 0 0 0,0 0-1 0 0,1 0 1 0 0,-1 0-1 0 0,0 0 1 0 0,0-1-1 0 0,1 1 1 0 0,-1 0-1 0 0,0 1 1 0 0,0-1-1 0 0,0 0 1 0 0,1 0-1 0 0,-1 0 1 0 0,0 0-1 0 0,0 1 1 0 0,1-1-1 0 0,-1 0 1 0 0,0 1 0 0 0,0-1-1 0 0,1 0 1 0 0,-1 1-1 0 0,1-1 1 0 0,-1 1-1 0 0,0-1 1 0 0,0 2-1 0 0,-16 15 710 0 0,15-14-590 0 0,-12 14 102 0 0,1 1 1 0 0,1 0-1 0 0,1 1 0 0 0,1 0 0 0 0,0 1 0 0 0,2 0 1 0 0,-11 37-1 0 0,17-53-275 0 0,1 0 0 0 0,0 0 1 0 0,1 0-1 0 0,-1 0 0 0 0,1 0 1 0 0,0 0-1 0 0,0 0 0 0 0,0 0 1 0 0,0 0-1 0 0,1 0 0 0 0,-1 0 1 0 0,1 0-1 0 0,0 0 0 0 0,0 0 1 0 0,1 0-1 0 0,-1 0 0 0 0,1-1 1 0 0,0 1-1 0 0,0-1 0 0 0,0 1 1 0 0,0-1-1 0 0,1 0 0 0 0,3 4 1 0 0,1-1 6 0 0,0 0 0 0 0,1 0 1 0 0,-1-1-1 0 0,1 0 1 0 0,1 0-1 0 0,-1-1 1 0 0,1 0-1 0 0,17 6 1 0 0,13 2 37 0 0,64 24-77 0 0,-93-31 78 0 0,1 0 0 0 0,-1 0 1 0 0,0 1-1 0 0,-1 1 1 0 0,1-1-1 0 0,-1 2 0 0 0,9 8 1 0 0,-15-12 4 0 0,0-1 0 0 0,-1 1 0 0 0,1 0 0 0 0,-1-1 0 0 0,1 1 0 0 0,-1 1 0 0 0,0-1 0 0 0,-1 0 0 0 0,1 0 0 0 0,-1 1 0 0 0,0-1 0 0 0,0 1 0 0 0,1 8 0 0 0,-2-5 2 0 0,0 0 0 0 0,0 1 0 0 0,-1-1 0 0 0,-1 0 0 0 0,1 0 0 0 0,-1 1 0 0 0,-3 8 0 0 0,-4 3 12 0 0,0 1-1 0 0,-1-1 1 0 0,-1 0-1 0 0,-23 31 1 0 0,18-31-212 0 0,0 0 1 0 0,-2 0-1 0 0,0-2 1 0 0,-1 0-1 0 0,-1-1 0 0 0,0-1 1 0 0,-39 22-1 0 0,55-35-206 0 0,-1-1-1 0 0,0 0 1 0 0,0 0-1 0 0,0 0 1 0 0,-8 1-1 0 0,-7-3-2419 0 0,2-7-3488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3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87 512 0 0,'-6'-12'3302'0'0,"0"1"0"0"0,-14-19 826 0 0,13 66-2650 0 0,14 149-634 0 0,37 227-1 0 0,-44-410-917 0 0,-8-239-848 0 0,8 236 917 0 0,0-1 0 0 0,0 1 0 0 0,0 0 0 0 0,0 0 0 0 0,0-1 0 0 0,0 1 0 0 0,1 0 0 0 0,-1 0 0 0 0,1 0 0 0 0,-1-1-1 0 0,1 1 1 0 0,-1 0 0 0 0,1 0 0 0 0,0 0 0 0 0,-1 0 0 0 0,1 0 0 0 0,1-1 0 0 0,0 0 1 0 0,1 0 0 0 0,0 0-1 0 0,-1 1 1 0 0,1-1 0 0 0,0 1 0 0 0,0 0 0 0 0,0 0 0 0 0,0 0-1 0 0,0 0 1 0 0,0 0 0 0 0,5 0 0 0 0,3 0 7 0 0,18-3 39 0 0,0-2-1 0 0,0 0 1 0 0,0-2-1 0 0,49-21 0 0 0,-72 26-33 0 0,1 0 0 0 0,-1-1-1 0 0,0 1 1 0 0,0-1 0 0 0,0-1-1 0 0,-1 1 1 0 0,1-1-1 0 0,-1 0 1 0 0,0-1 0 0 0,0 1-1 0 0,-1-1 1 0 0,0 0 0 0 0,0 0-1 0 0,0 0 1 0 0,-1-1-1 0 0,0 1 1 0 0,0-1 0 0 0,0 0-1 0 0,-1 0 1 0 0,0 0-1 0 0,-1 0 1 0 0,1 0 0 0 0,-1 0-1 0 0,-1 0 1 0 0,1-10 0 0 0,-2-32 275 0 0,-12-82 0 0 0,13 129-173 0 0,2 25 153 0 0,33 186 289 0 0,-24-160-916 0 0,2 0 1 0 0,24 57-1 0 0,-31-93-396 0 0,0 0-1 0 0,13 19 0 0 0,8 1-4391 0 0,-16-22 909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33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21 204 980 0 0,'-9'-42'8037'0'0,"5"27"-5907"0"0,1-1 0 0 0,-2-32 0 0 0,5 46-2104 0 0,1 0 0 0 0,-1 0 0 0 0,1 0-1 0 0,-1 0 1 0 0,1 0 0 0 0,0 0-1 0 0,0 1 1 0 0,0-1 0 0 0,0 0 0 0 0,0 0-1 0 0,0 1 1 0 0,0-1 0 0 0,1 0 0 0 0,-1 1-1 0 0,1-1 1 0 0,-1 1 0 0 0,1 0 0 0 0,-1-1-1 0 0,1 1 1 0 0,0 0 0 0 0,0 0-1 0 0,-1 0 1 0 0,1 0 0 0 0,0 0 0 0 0,0 1-1 0 0,0-1 1 0 0,0 0 0 0 0,3 0 0 0 0,0 0-12 0 0,-1 0 0 0 0,1 0 0 0 0,0 1 1 0 0,-1-1-1 0 0,1 1 0 0 0,0 0 0 0 0,0 0 1 0 0,-1 0-1 0 0,1 1 0 0 0,0 0 1 0 0,5 1-1 0 0,-3 1 79 0 0,0 1 0 0 0,0-1-1 0 0,-1 1 1 0 0,1 0 0 0 0,-1 1 0 0 0,0 0 0 0 0,0 0 0 0 0,-1 0-1 0 0,0 0 1 0 0,1 1 0 0 0,-2 0 0 0 0,1 0 0 0 0,-1 1 0 0 0,0-1 0 0 0,0 1-1 0 0,-1 0 1 0 0,0 0 0 0 0,0 0 0 0 0,0 0 0 0 0,2 13 0 0 0,-2-2 261 0 0,0 1 0 0 0,-1-1 1 0 0,-1 1-1 0 0,-1 0 0 0 0,0-1 1 0 0,-2 1-1 0 0,-4 24 0 0 0,-6 39 1735 0 0,12-80-2056 0 0,12-1 43 0 0,-5-3-59 0 0,-1 0 0 0 0,0-1-1 0 0,1 0 1 0 0,-1 0 0 0 0,0-1-1 0 0,-1 0 1 0 0,9-6-1 0 0,1-1-60 0 0,315-191-3535 0 0,-102 77-5195 0 0,-213 117 7795 0 0,75-42-6681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4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21 1352 0 0,'-6'-20'5009'0'0,"105"393"-2950"0"0,-32-112-1625 0 0,112 345-145 0 0,-114-419-993 0 0,105 210-1 0 0,-142-341 442 0 0,49 70 0 0 0,-60-101-422 0 0,1-1 1 0 0,1-2-1 0 0,1 0 1 0 0,46 38-1 0 0,-36-38-696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4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93 244 0 0,'0'-1'142'0'0,"1"-7"158"0"0,0 1 0 0 0,0-1-1 0 0,0 1 1 0 0,1-1-1 0 0,0 1 1 0 0,0 0 0 0 0,1-1-1 0 0,0 1 1 0 0,8-13-1 0 0,-11 20-260 0 0,0 0-1 0 0,1-1 1 0 0,-1 1-1 0 0,1-1 0 0 0,-1 1 1 0 0,1 0-1 0 0,0-1 1 0 0,-1 1-1 0 0,1 0 0 0 0,-1 0 1 0 0,1-1-1 0 0,0 1 1 0 0,-1 0-1 0 0,1 0 1 0 0,-1 0-1 0 0,1 0 0 0 0,0 0 1 0 0,-1 0-1 0 0,1 0 1 0 0,0 0-1 0 0,-1 0 0 0 0,1 0 1 0 0,-1 0-1 0 0,1 0 1 0 0,0 1-1 0 0,-1-1 1 0 0,1 0-1 0 0,-1 0 0 0 0,1 1 1 0 0,-1-1-1 0 0,1 0 1 0 0,0 1-1 0 0,-1-1 0 0 0,1 0 1 0 0,-1 1-1 0 0,0-1 1 0 0,1 1-1 0 0,-1-1 0 0 0,1 1 1 0 0,16 20 645 0 0,-6-1-366 0 0,-1 1 1 0 0,-2-1-1 0 0,11 34 0 0 0,12 71 219 0 0,-21-80-373 0 0,59 262 435 0 0,157 588-7 0 0,-215-859-771 0 0,61 182-655 0 0,-47-153-1106 0 0,43 80 0 0 0,-44-101 469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43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3 131 196 0 0,'-1'-8'409'0'0,"0"-22"858"0"0,1 0-1 0 0,4-32 1296 0 0,-3 62-2509 0 0,0 0 1 0 0,-1 1-1 0 0,1-1 1 0 0,0 0-1 0 0,0 1 0 0 0,0-1 1 0 0,0 1-1 0 0,0-1 1 0 0,0 1-1 0 0,0 0 1 0 0,-1-1-1 0 0,1 1 0 0 0,0 0 1 0 0,0-1-1 0 0,-1 1 1 0 0,1 0-1 0 0,-1 0 1 0 0,1 0-1 0 0,-1 0 1 0 0,1 0-1 0 0,11 23 270 0 0,-12-23-267 0 0,105 305 1281 0 0,-59-165-1094 0 0,125 343 152 0 0,43-18-3969 0 0,-185-418 1930 0 0,-1-4 90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4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72 476 0 0,'-1'-11'614'0'0,"0"5"-250"0"0,0 0 1 0 0,1 0-1 0 0,0 0 1 0 0,0 0 0 0 0,1 0-1 0 0,-1 0 1 0 0,3-7-1 0 0,-3 13-322 0 0,0 0-1 0 0,1-1 0 0 0,-1 1 0 0 0,0-1 0 0 0,0 1 0 0 0,1 0 0 0 0,-1-1 1 0 0,0 1-1 0 0,1 0 0 0 0,-1-1 0 0 0,1 1 0 0 0,-1 0 0 0 0,0 0 0 0 0,1-1 1 0 0,-1 1-1 0 0,1 0 0 0 0,-1 0 0 0 0,1 0 0 0 0,-1 0 0 0 0,1 0 0 0 0,-1-1 1 0 0,0 1-1 0 0,1 0 0 0 0,-1 0 0 0 0,1 0 0 0 0,-1 0 0 0 0,1 0 1 0 0,-1 1-1 0 0,1-1 0 0 0,-1 0 0 0 0,1 0 0 0 0,-1 0 0 0 0,1 0 0 0 0,-1 0 1 0 0,0 1-1 0 0,1-1 0 0 0,-1 0 0 0 0,1 0 0 0 0,-1 1 0 0 0,1-1 0 0 0,14 11 367 0 0,-3 2-206 0 0,-1 1 0 0 0,-1 0 0 0 0,0 0-1 0 0,-1 1 1 0 0,0 0 0 0 0,8 22 0 0 0,-17-36-195 0 0,62 136 711 0 0,76 247 0 0 0,-14 162-1361 0 0,-78-320-3330 0 0,-38-193 2036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44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10 110 948 0 0,'-4'-28'1140'0'0,"2"17"-592"0"0,1-1 0 0 0,0 1 0 0 0,0-1 0 0 0,1-15 0 0 0,0 27-527 0 0,1-1-1 0 0,-1 1 0 0 0,0 0 0 0 0,0-1 0 0 0,0 1 0 0 0,0-1 0 0 0,0 1 0 0 0,0 0 0 0 0,1-1 0 0 0,-1 1 0 0 0,0 0 0 0 0,0-1 0 0 0,0 1 0 0 0,1 0 0 0 0,-1-1 0 0 0,0 1 0 0 0,1 0 1 0 0,-1-1-1 0 0,0 1 0 0 0,1 0 0 0 0,-1 0 0 0 0,0-1 0 0 0,1 1 0 0 0,-1 0 0 0 0,0 0 0 0 0,1 0 0 0 0,-1 0 0 0 0,0 0 0 0 0,1-1 0 0 0,-1 1 0 0 0,1 0 0 0 0,-1 0 0 0 0,1 0 1 0 0,-1 0-1 0 0,0 0 0 0 0,1 0 0 0 0,-1 0 0 0 0,1 0 0 0 0,-1 0 0 0 0,0 1 0 0 0,1-1 0 0 0,-1 0 0 0 0,1 0 0 0 0,-1 0 0 0 0,0 0 0 0 0,1 1 0 0 0,15 7 168 0 0,-3 4-118 0 0,-1 0 0 0 0,0 0 0 0 0,-1 1 0 0 0,0 1-1 0 0,-1-1 1 0 0,15 28 0 0 0,-4-6-19 0 0,52 80-1015 0 0,-5 3 0 0 0,56 136-1 0 0,-86-160-237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3:45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57 496 0 0,'-4'-10'2775'0'0,"3"10"-2678"0"0,1-1 0 0 0,-1 1 0 0 0,1-1 0 0 0,-1 0 0 0 0,1 1 0 0 0,-1-1 0 0 0,1 1 0 0 0,0-1 0 0 0,-1 0 0 0 0,1 1 0 0 0,0-1 0 0 0,0 0 0 0 0,0 1 0 0 0,-1-1 0 0 0,1 0 0 0 0,0 1 0 0 0,0-1 0 0 0,0 0 0 0 0,0 0 0 0 0,0 1 0 0 0,0-1 1 0 0,0 0-1 0 0,1 1 0 0 0,-1-1 0 0 0,0 0 0 0 0,0 1 0 0 0,0-1 0 0 0,1 0 0 0 0,-1 1 0 0 0,0-1 0 0 0,1 0 0 0 0,-1 1 0 0 0,0-1 0 0 0,1 1 0 0 0,0-2 0 0 0,3 0-86 0 0,1 0 0 0 0,0 0 0 0 0,-1 0 0 0 0,1 0 0 0 0,0 1 0 0 0,0-1 0 0 0,0 1 0 0 0,6 0 0 0 0,-9 0 71 0 0,24-6 1384 0 0,-24 7-1451 0 0,0 1 0 0 0,-1-1 0 0 0,1 0-1 0 0,-1 1 1 0 0,1-1 0 0 0,-1 1-1 0 0,1 0 1 0 0,-1 0 0 0 0,1-1 0 0 0,-1 1-1 0 0,1 0 1 0 0,-1 0 0 0 0,0 0-1 0 0,0 0 1 0 0,1 0 0 0 0,-1 1 0 0 0,0-1-1 0 0,1 2 1 0 0,22 30 291 0 0,21 46-99 0 0,-4 2 1 0 0,42 114-1 0 0,137 496-4619 0 0,-180-531 1609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38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88 1244 0 0,'0'-3'1606'0'0,"-3"-10"796"0"0,1-1 1 0 0,-2 0 0 0 0,-9-23 0 0 0,13 36-2105 0 0,0 1-286 0 0,0-1-1 0 0,0 1 0 0 0,0 0 1 0 0,0 0-1 0 0,0 0 0 0 0,0-1 1 0 0,0 1-1 0 0,0 0 0 0 0,0 0 1 0 0,0 0-1 0 0,0 0 1 0 0,0-1-1 0 0,0 1 0 0 0,0 0 1 0 0,0 0-1 0 0,0 0 0 0 0,0 0 1 0 0,0-1-1 0 0,0 1 0 0 0,-1 0 1 0 0,1 0-1 0 0,0 0 1 0 0,0 0-1 0 0,0-1 0 0 0,0 1 1 0 0,0 0-1 0 0,0 0 0 0 0,0 0 1 0 0,-1 0-1 0 0,1 0 0 0 0,0 0 1 0 0,0 0-1 0 0,0-1 1 0 0,0 1-1 0 0,0 0 0 0 0,-1 0 1 0 0,1 0-1 0 0,0 0 0 0 0,0 0 1 0 0,-7 5 273 0 0,-4 10-97 0 0,3 4-82 0 0,1 0 0 0 0,1 1 1 0 0,1 0-1 0 0,1 0 1 0 0,0 1-1 0 0,0 31 0 0 0,3-14 38 0 0,1 1-1 0 0,10 59 0 0 0,-8-83-112 0 0,1 1 1 0 0,1-1-1 0 0,0 0 1 0 0,1-1-1 0 0,0 1 1 0 0,1-1-1 0 0,1 0 1 0 0,0 0-1 0 0,15 19 1 0 0,-18-27-15 0 0,1-1 1 0 0,0 1-1 0 0,0-1 1 0 0,0-1-1 0 0,0 1 1 0 0,1-1-1 0 0,0 0 1 0 0,0 0-1 0 0,0 0 1 0 0,0-1-1 0 0,1 0 1 0 0,-1 0-1 0 0,1-1 1 0 0,-1 0-1 0 0,1 0 1 0 0,0 0-1 0 0,0-1 1 0 0,0 0-1 0 0,0 0 1 0 0,0-1 0 0 0,0 0-1 0 0,0 0 1 0 0,9-2-1 0 0,-4 0 77 0 0,0 0 0 0 0,-1-1 1 0 0,1 0-1 0 0,-1-1 0 0 0,1 0 0 0 0,-1-1 0 0 0,0 0 0 0 0,-1-1 1 0 0,1 0-1 0 0,-1-1 0 0 0,0 0 0 0 0,-1 0 0 0 0,0-1 0 0 0,0 0 0 0 0,0-1 1 0 0,-1 0-1 0 0,-1 0 0 0 0,0-1 0 0 0,0 0 0 0 0,0 0 0 0 0,-1-1 1 0 0,-1 0-1 0 0,0 0 0 0 0,-1 0 0 0 0,0 0 0 0 0,0-1 0 0 0,-1 0 1 0 0,-1 0-1 0 0,0 0 0 0 0,1-18 0 0 0,-4 13-58 0 0,0 0 1 0 0,-1 0-1 0 0,0 0 0 0 0,-2 1 1 0 0,0 0-1 0 0,-1-1 0 0 0,0 1 1 0 0,-1 1-1 0 0,-1-1 0 0 0,-1 1 1 0 0,0 0-1 0 0,-12-15 0 0 0,15 23-55 0 0,0 1-1 0 0,0-1 0 0 0,-1 1 0 0 0,1 0 1 0 0,-2 1-1 0 0,1-1 0 0 0,0 1 0 0 0,-1 0 0 0 0,0 1 1 0 0,0 0-1 0 0,-1 0 0 0 0,1 0 0 0 0,-1 1 1 0 0,0 0-1 0 0,0 0 0 0 0,0 1 0 0 0,0 0 1 0 0,0 1-1 0 0,0 0 0 0 0,-1 0 0 0 0,1 1 1 0 0,0 0-1 0 0,-1 0 0 0 0,1 1 0 0 0,0 0 0 0 0,-10 2 1 0 0,11-1-244 0 0,0 0 0 0 0,0 0 0 0 0,0 1 0 0 0,0 0 0 0 0,0 0 0 0 0,1 1 0 0 0,0-1 0 0 0,-1 1 0 0 0,1 1 0 0 0,1-1 0 0 0,-1 1 0 0 0,-8 10 0 0 0,10-11-463 0 0,1 1-1 0 0,-1 0 1 0 0,1 0 0 0 0,0 1-1 0 0,1-1 1 0 0,-1 1 0 0 0,1-1-1 0 0,0 1 1 0 0,0 0 0 0 0,0 6-1 0 0,-1 3-3914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39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69 1184 0 0,'0'0'1380'0'0,"-16"4"2749"0"0,-11 3-1265 0 0,24-6-2297 0 0,-17 3 1597 0 0,-3 4 553 0 0,33-4-2493 0 0,-2-4-183 0 0,1 0 0 0 0,-1 0 0 0 0,1-1 0 0 0,-1 0 0 0 0,17-5 0 0 0,4-1 11 0 0,-13 4-132 0 0,333-53-128 0 0,-115 35-8051 0 0,-195 19 3683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3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85 129 288 0 0,'-23'-13'8075'0'0,"2"3"-4324"0"0,19 9-2930 0 0,-11-3 2862 0 0,-10 1-975 0 0,21 3-2545 0 0,13-5-30 0 0,93-22 41 0 0,66-13-422 0 0,-111 31-932 0 0,9-1-2473 0 0,-24 4-3627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40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37 684 0 0,'-13'-18'7323'0'0,"0"0"-331"0"0,12 18-6928 0 0,1 0-1 0 0,0 0 1 0 0,-1 1-1 0 0,1-1 1 0 0,-1 0-1 0 0,1 0 1 0 0,-1 1-1 0 0,1-1 1 0 0,0 0-1 0 0,-1 1 1 0 0,1-1-1 0 0,0 0 1 0 0,-1 1-1 0 0,1-1 1 0 0,0 0-1 0 0,-1 1 1 0 0,1-1-1 0 0,0 1 1 0 0,0-1-1 0 0,-1 1 1 0 0,1-1-1 0 0,0 1 1 0 0,0-1-1 0 0,0 1 1 0 0,0-1-1 0 0,0 1 1 0 0,0-1-1 0 0,0 1 1 0 0,0-1-1 0 0,0 1 1 0 0,0-1-1 0 0,0 1 1 0 0,0-1-1 0 0,0 1 1 0 0,2 19 795 0 0,-2-20-773 0 0,17 120 882 0 0,2 135 0 0 0,-10-90-2871 0 0,7 1-2167 0 0,-4-55-1865 0 0,-2-43 144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53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 1200 0 0,'0'0'2028'0'0,"-12"27"1757"0"0,1 6-2518 0 0,10-32-862 0 0,1 7 1942 0 0,10-21-1646 0 0,-9 11-528 0 0,5-38 1736 0 0,-4 33-1644 0 0,3-14-8626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53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494 301 684 0 0,'-17'-20'5116'0'0,"14"17"-4857"0"0,-1 0 0 0 0,1 0 0 0 0,-1 1 0 0 0,0-1 1 0 0,0 1-1 0 0,0 0 0 0 0,0 0 0 0 0,0 0 0 0 0,-1 0 0 0 0,1 1 0 0 0,0 0 1 0 0,-10-2-1 0 0,6 2-77 0 0,-1 1-1 0 0,0 0 1 0 0,0 0 0 0 0,0 1 0 0 0,1 0 0 0 0,-13 3 0 0 0,3 1-88 0 0,1 0 0 0 0,0 2 1 0 0,0 0-1 0 0,0 1 1 0 0,1 0-1 0 0,-18 14 0 0 0,19-12-61 0 0,1 2-1 0 0,0 0 0 0 0,1 1 0 0 0,0 0 1 0 0,1 1-1 0 0,1 0 0 0 0,0 1 1 0 0,-9 16-1 0 0,8-8 12 0 0,1 0-1 0 0,0 1 1 0 0,2 0 0 0 0,1 0 0 0 0,-6 31 0 0 0,7-15-6 0 0,1 0 1 0 0,3 0 0 0 0,1 0 0 0 0,2 1-1 0 0,2-1 1 0 0,1 0 0 0 0,11 49 0 0 0,-10-69-29 0 0,1 0 1 0 0,1 0 0 0 0,1-1 0 0 0,0 0-1 0 0,1 0 1 0 0,1 0 0 0 0,1-2-1 0 0,19 27 1 0 0,-24-37 18 0 0,0-1 1 0 0,1 0-1 0 0,-1 0 1 0 0,1-1-1 0 0,1 0 1 0 0,-1 0-1 0 0,1 0 0 0 0,0-1 1 0 0,0 0-1 0 0,0 0 1 0 0,0 0-1 0 0,1-1 0 0 0,-1 0 1 0 0,1-1-1 0 0,0 0 1 0 0,0 0-1 0 0,0 0 0 0 0,0-1 1 0 0,0-1-1 0 0,0 1 1 0 0,0-1-1 0 0,0-1 0 0 0,1 1 1 0 0,8-3-1 0 0,7-3 50 0 0,0-1-1 0 0,0 0 1 0 0,-1-2 0 0 0,0-1-1 0 0,-1-1 1 0 0,0-1 0 0 0,-1-1-1 0 0,21-15 1 0 0,4-8 117 0 0,-2-2 0 0 0,51-55 0 0 0,-65 59-86 0 0,-1-1 0 0 0,-2-2 0 0 0,-1-1 0 0 0,-2-1 0 0 0,-2-1-1 0 0,-2-1 1 0 0,-1-1 0 0 0,-3 0 0 0 0,-1-2 0 0 0,-2 1 0 0 0,-2-2-1 0 0,-2 0 1 0 0,-1 0 0 0 0,-3 0 0 0 0,-1-63 0 0 0,-4 90 7 0 0,-1 0 1 0 0,-1 0-1 0 0,-1 0 0 0 0,0 0 1 0 0,-1 1-1 0 0,-1-1 0 0 0,-1 1 1 0 0,-11-25-1 0 0,13 36-89 0 0,1 0 1 0 0,0 0-1 0 0,-1 1 0 0 0,0-1 1 0 0,-1 1-1 0 0,1 0 0 0 0,-1 0 0 0 0,0 0 1 0 0,0 1-1 0 0,0 0 0 0 0,-1 0 0 0 0,1 0 1 0 0,-1 1-1 0 0,0 0 0 0 0,0 0 1 0 0,-1 0-1 0 0,1 1 0 0 0,0-1 0 0 0,-1 2 1 0 0,1-1-1 0 0,-1 1 0 0 0,0 0 0 0 0,1 0 1 0 0,-1 1-1 0 0,-11 0 0 0 0,-7 3-134 0 0,0 1 0 0 0,1 1 0 0 0,-1 1-1 0 0,2 1 1 0 0,-1 1 0 0 0,1 1 0 0 0,0 1 0 0 0,-34 21-1 0 0,2 3-1037 0 0,2 2 0 0 0,-53 49 1 0 0,63-48-2181 0 0,-39 45 1 0 0,49-42-881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1:5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68 956 0 0,'10'-10'2424'0'0,"-2"-1"-640"0"0,-2 1-439 0 0,-5 3-557 0 0,-1-12-3197 0 0,-5 9-75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4:5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92 0 0,'0'0'13723'0'0,"-2"12"-13739"0"0,1 26 38 0 0,-8 100-4 0 0,9 684 1786 0 0,0-815-1801 0 0,21 680 865 0 0,-3 253-12 0 0,-7-126-416 0 0,-11-772-405 0 0,7 413 262 0 0,69 317-176 0 0,-8-128 533 0 0,-35-87-465 0 0,-31-498-1120 0 0,-2-35-8347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5:18.84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11 4519 580 0 0,'-11'11'13113'0'0,"54"-35"-12879"0"0,1 2 0 0 0,72-25 1 0 0,-113 46-230 0 0,305-104 140 0 0,-287 99-171 0 0,319-109 711 0 0,-298 97-612 0 0,311-143 224 0 0,-60 22 79 0 0,-51 26-97 0 0,495-221 249 0 0,-482 222-570 0 0,78-55 67 0 0,-11-19 20 0 0,-286 165-41 0 0,211-132 57 0 0,169-94 762 0 0,-256 166-586 0 0,190-100 518 0 0,-104 58-560 0 0,-12 6-42 0 0,256-159-167 0 0,195-102-14 0 0,23 16-98 0 0,-579 298 104 0 0,221-117-10 0 0,-52 14 15 0 0,8-13 10 0 0,115-69-40 0 0,-359 213 42 0 0,124-81-37 0 0,-151 91 26 0 0,-34 25 18 0 0,11-8-45 0 0,-11 9 41 0 0,-1-1 1 0 0,1 1-1 0 0,-1 0 0 0 0,1 0 0 0 0,-1 0 0 0 0,0-1 0 0 0,1 1 0 0 0,-1 0 0 0 0,0 0 0 0 0,1-1 1 0 0,-1 1-1 0 0,0 0 0 0 0,1-1 0 0 0,-1 1 0 0 0,0 0 0 0 0,0-1 0 0 0,1 1 0 0 0,-1-1 0 0 0,0 1 1 0 0,0 0-1 0 0,0-1 0 0 0,1 1 0 0 0,-1-1 0 0 0,0 1 0 0 0,0-1 0 0 0,0 1 0 0 0,0-1 0 0 0,-23 3-19 0 0,0 1 1 0 0,0 1-1 0 0,0 1 0 0 0,-31 12 0 0 0,8-3 17 0 0,-54 18 24 0 0,-111 50 0 0 0,-89 63 4 0 0,-688 340-10 0 0,569-281-10 0 0,34-15 344 0 0,154-70 207 0 0,-220 153 0 0 0,-90 52-324 0 0,184-115-9 0 0,-333 179 12 0 0,385-220-263 0 0,-130 67-16 0 0,-350 183 121 0 0,433-232-46 0 0,258-137-26 0 0,-17 11-23 0 0,-171 121-1 0 0,-101 121-38 0 0,315-247 57 0 0,-137 83 0 0 0,-88 23 47 0 0,291-160-45 0 0,-275 147 94 0 0,275-147-88 0 0,-14 7-14 0 0,11-5-9 0 0,16-7-6 0 0,1034-371-115 0 0,-20 56 194 0 0,-70 71 92 0 0,-749 201-141 0 0,343-86-30 0 0,-120 2 29 0 0,1469-631-60 0 0,-1528 596 10 0 0,107-50-45 0 0,-284 113 93 0 0,-190 102-11 0 0,-1-1 0 0 0,1 1 0 0 0,0-1 0 0 0,-1 0 0 0 0,1 0 0 0 0,-1 0 0 0 0,0 0 0 0 0,0 0 0 0 0,1-1 0 0 0,-1 1 0 0 0,-1-1 0 0 0,1 1 0 0 0,0-1 0 0 0,-1 0 0 0 0,1 1 0 0 0,0-5 0 0 0,-2 6-4 0 0,0 1 1 0 0,0-1-1 0 0,0 1 0 0 0,-1-1 0 0 0,1 1 1 0 0,0-1-1 0 0,0 1 0 0 0,-1 0 1 0 0,1-1-1 0 0,0 1 0 0 0,-1-1 0 0 0,1 1 1 0 0,-1 0-1 0 0,1-1 0 0 0,-1 1 0 0 0,1 0 1 0 0,0-1-1 0 0,-1 1 0 0 0,1 0 0 0 0,-1 0 1 0 0,1-1-1 0 0,-1 1 0 0 0,0 0 0 0 0,1 0 1 0 0,-1 0-1 0 0,1 0 0 0 0,-1 0 0 0 0,1 0 1 0 0,-2 0-1 0 0,-15-2-198 0 0,16 2 207 0 0,-28 0-260 0 0,0 1 0 0 0,0 1 0 0 0,1 2 0 0 0,-46 12 0 0 0,31-7 52 0 0,-541 120-834 0 0,-1085 393-1 0 0,441-29 984 0 0,461-183 118 0 0,-102 52-188 0 0,824-343 118 0 0,20-9-5 0 0,1 1 0 0 0,-36 21 0 0 0,57-31 39 0 0,18-6 17 0 0,19-12-12 0 0,1-1 0 0 0,36-27 1 0 0,-14 9-10 0 0,643-348 106 0 0,-374 213-128 0 0,79-49 0 0 0,738-380 61 0 0,-516 310-114 0 0,700-227-21 0 0,25 66-8 0 0,-546 169 97 0 0,-718 247 80 0 0,-74 26-77 0 0,-14 9-14 0 0,0-1 0 0 0,0 1-1 0 0,0 0 1 0 0,0 0 0 0 0,0 0 0 0 0,0 0 0 0 0,0 0 0 0 0,0-1 0 0 0,0 1 0 0 0,0 0 0 0 0,0 0-1 0 0,0 0 1 0 0,0 0 0 0 0,0 0 0 0 0,0 0 0 0 0,0-1 0 0 0,-1 1 0 0 0,1 0 0 0 0,0 0 0 0 0,0 0-1 0 0,0 0 1 0 0,0 0 0 0 0,0 0 0 0 0,0 0 0 0 0,0 0 0 0 0,0 0 0 0 0,-1-1 0 0 0,1 1 0 0 0,0 0-1 0 0,0 0 1 0 0,0 0 0 0 0,0 0 0 0 0,0 0 0 0 0,0 0 0 0 0,-1 0 0 0 0,1 0 0 0 0,0 0 0 0 0,0 0-1 0 0,0 0 1 0 0,0 0 0 0 0,0 0 0 0 0,-1 0 0 0 0,1 0 0 0 0,0 0 0 0 0,0 0 0 0 0,0 0 0 0 0,-21 1-15 0 0,21-1 18 0 0,-58 12 0 0 0,1 2 1 0 0,-57 21-1 0 0,49-13 5 0 0,-1147 435 148 0 0,-40 94-133 0 0,29 62 94 0 0,989-485-141 0 0,-486 270 78 0 0,13 22-57 0 0,325-162-79 0 0,368-247 77 0 0,-34 27-21 0 0,45-34 27 0 0,-1-1-1 0 0,0 1 1 0 0,1 0-1 0 0,0 0 1 0 0,0 0-1 0 0,0 1 0 0 0,0-1 1 0 0,-3 10-1 0 0,6-14 0 0 0,-1 0 0 0 0,1 1 1 0 0,0-1-1 0 0,0 0 0 0 0,0 1 0 0 0,0-1 0 0 0,0 1 0 0 0,0-1 0 0 0,0 0 1 0 0,0 1-1 0 0,0-1 0 0 0,0 0 0 0 0,0 1 0 0 0,0-1 0 0 0,0 0 0 0 0,0 1 1 0 0,0-1-1 0 0,1 0 0 0 0,-1 1 0 0 0,0-1 0 0 0,0 0 0 0 0,0 1 1 0 0,0-1-1 0 0,1 0 0 0 0,-1 1 0 0 0,0-1 0 0 0,0 0 0 0 0,1 0 0 0 0,-1 1 1 0 0,0-1-1 0 0,1 0 0 0 0,-1 0 0 0 0,0 1 0 0 0,1-1 0 0 0,-1 0 0 0 0,0 0 1 0 0,1 0-1 0 0,-1 0 0 0 0,0 0 0 0 0,1 0 0 0 0,-1 1 0 0 0,1-1 0 0 0,13 0-2 0 0,3-3 8 0 0,0 0-1 0 0,-1-2 1 0 0,0 0-1 0 0,29-14 0 0 0,-16 7-2 0 0,1050-357 127 0 0,27 86-161 0 0,-29 51 13 0 0,-1031 222 23 0 0,150-23 41 0 0,-195 33-45 0 0,-1 0-1 0 0,0 0 1 0 0,0-1-1 0 0,1 1 1 0 0,-1 0-1 0 0,0 0 0 0 0,0 0 1 0 0,1 0-1 0 0,-1 0 1 0 0,0 0-1 0 0,0 0 1 0 0,1 0-1 0 0,-1 0 1 0 0,0 0-1 0 0,0 0 1 0 0,1 0-1 0 0,-1 0 1 0 0,0 0-1 0 0,0 1 1 0 0,1-1-1 0 0,-1 0 0 0 0,0 0 1 0 0,0 0-1 0 0,1 0 1 0 0,-1 0-1 0 0,0 0 1 0 0,0 1-1 0 0,0-1 1 0 0,1 0-1 0 0,-1 0 1 0 0,0 0-1 0 0,0 1 1 0 0,0-1-1 0 0,0 0 0 0 0,0 0 1 0 0,1 0-1 0 0,-1 1 1 0 0,0-1-1 0 0,0 0 1 0 0,0 0-1 0 0,0 1 1 0 0,0-1-1 0 0,0 0 1 0 0,0 0-1 0 0,0 1 1 0 0,0-1-1 0 0,0 0 1 0 0,0 0-1 0 0,0 1 0 0 0,0-1 1 0 0,0 0-1 0 0,0 0 1 0 0,0 1-1 0 0,0-1 1 0 0,0 0-1 0 0,0 0 1 0 0,0 1-1 0 0,-1-1 1 0 0,1 0-1 0 0,0 0 1 0 0,0 1-1 0 0,0-1 0 0 0,0 0 1 0 0,0 0-1 0 0,-1 1 1 0 0,-8 11 5 0 0,-4-2-3 0 0,0 0 1 0 0,0-1 0 0 0,-1-1-1 0 0,0 0 1 0 0,-26 11 0 0 0,17-9-4 0 0,-137 61 28 0 0,-209 61 0 0 0,-180 21 43 0 0,408-116-46 0 0,-676 171-60 0 0,-356 96-51 0 0,223-14 40 0 0,917-279 42 0 0,-59 21-9 0 0,90-32 12 0 0,6 0 1 0 0,1 0 0 0 0,0-1-1 0 0,0 0 1 0 0,-1 0 0 0 0,1 0 0 0 0,-1-1-1 0 0,8-3 1 0 0,1 1 12 0 0,512-141 33 0 0,8 29-22 0 0,547-45 36 0 0,9 74-18 0 0,-292 41 39 0 0,-755 46 57 0 0,-68 12-87 0 0,-152 19-27 0 0,88-18-20 0 0,-733 113-4 0 0,-418 72-50 0 0,248 28 18 0 0,966-219 7 0 0,18-5 29 0 0,0 0 1 0 0,0 0-1 0 0,1 1 0 0 0,-1 0 0 0 0,1 1 0 0 0,0-1 0 0 0,-11 8 1 0 0,17-10 7 0 0,93-10 2 0 0,110-28 0 0 0,-83 14-2 0 0,850-127 4 0 0,4 35-12 0 0,-333 49 13 0 0,-571 61-7 0 0,40-7 129 0 0,-104 12-126 0 0,-28 0 2 0 0,1 0 0 0 0,-32 6 0 0 0,0 0-8 0 0,-895 76-4 0 0,-228 20-42 0 0,216-18 37 0 0,632-63-26 0 0,-31 2 43 0 0,4 24 39 0 0,307-37-92 0 0,37-8 14 0 0,10-2 17 0 0,-5 2-7 0 0,5-1 18 0 0,4-1-14 0 0,180-14-29 0 0,-93 4 23 0 0,408-40 65 0 0,58-6-61 0 0,456-25 67 0 0,29-2-3 0 0,-441 33-47 0 0,-315 25-10 0 0,-266 26 9 0 0,-17 0-3 0 0,0-1 1 0 0,0 0-1 0 0,0 0 1 0 0,0 0-1 0 0,0 1 0 0 0,0-1 1 0 0,0 0-1 0 0,0 0 1 0 0,0 0-1 0 0,0 0 0 0 0,0 1 1 0 0,0-1-1 0 0,0 0 1 0 0,0 0-1 0 0,0 0 0 0 0,0 0 1 0 0,0 1-1 0 0,0-1 1 0 0,-1 0-1 0 0,1 0 0 0 0,0 0 1 0 0,0 0-1 0 0,0 1 1 0 0,0-1-1 0 0,0 0 0 0 0,0 0 1 0 0,0 0-1 0 0,-1 0 1 0 0,1 0-1 0 0,0 0 0 0 0,0 0 1 0 0,0 0-1 0 0,0 1 1 0 0,-1-1-1 0 0,1 0 0 0 0,0 0 1 0 0,0 0-1 0 0,0 0 1 0 0,-1 0-1 0 0,-25 11 12 0 0,-795 160-21 0 0,731-156 9 0 0,-77 13-22 0 0,165-28 34 0 0,1 0-12 0 0,1 0 1 0 0,-1 0-1 0 0,0 0 0 0 0,0 1 0 0 0,1-1 0 0 0,-1 0 0 0 0,0 0 1 0 0,1-1-1 0 0,-1 1 0 0 0,0 0 0 0 0,1 0 0 0 0,-1 0 0 0 0,0 0 1 0 0,1-1-1 0 0,-1 1 0 0 0,0 0 0 0 0,1-1 0 0 0,-1 1 0 0 0,1 0 1 0 0,-1-1-1 0 0,0 0 0 0 0,9-7 2 0 0,30-11-14 0 0,-33 17 6 0 0,443-161 13 0 0,-363 135-5 0 0,1255-353 59 0 0,-1204 347-72 0 0,92-24 3 0 0,-184 43 33 0 0,-36 10-22 0 0,-14 1-4 0 0,-16 0-3 0 0,-193-1-12 0 0,89 5 17 0 0,78-1-4 0 0,-291-11 13 0 0,3-27 3 0 0,326 37-15 0 0,-15-2 6 0 0,-35-12 0 0 0,54 15-6 0 0,1-1 0 0 0,0 0 1 0 0,0-1-1 0 0,0 1 0 0 0,0-1 0 0 0,0 0 1 0 0,0 0-1 0 0,1 0 0 0 0,0-1 0 0 0,-1 0 1 0 0,1 0-1 0 0,-5-6 0 0 0,7 6 2 0 0,0 1 0 0 0,1 0-1 0 0,0-1 1 0 0,0 1 0 0 0,0-1-1 0 0,0 1 1 0 0,0-1 0 0 0,1 0-1 0 0,-1 1 1 0 0,1-1-1 0 0,0 0 1 0 0,0 1 0 0 0,0-1-1 0 0,1 0 1 0 0,-1 1 0 0 0,1-1-1 0 0,0 1 1 0 0,0-1 0 0 0,0 1-1 0 0,1-1 1 0 0,-1 1 0 0 0,4-6-1 0 0,4-6-2 0 0,0 0 0 0 0,1 1 0 0 0,16-17 0 0 0,-26 31 3 0 0,30-33-8 0 0,1 1 0 0 0,2 2 1 0 0,2 2-1 0 0,44-30 0 0 0,159-84 0 0 0,-227 135 8 0 0,534-249 15 0 0,21 45-66 0 0,-437 165 23 0 0,571-189-132 0 0,-674 228 157 0 0,-6 2-5 0 0,-1-2-1 0 0,20-8 1 0 0,-151 43-11 0 0,-1037 296-332 0 0,313-92 297 0 0,16-5 30 0 0,759-209 15 0 0,-260 83-7 0 0,263-74-10 0 0,72-20 29 0 0,-5-6-2 0 0,-1-1 0 0 0,1 0 0 0 0,0 0 0 0 0,0-1 0 0 0,0 0 1 0 0,15-4-1 0 0,0 0 4 0 0,648-111 15 0 0,26-5-15 0 0,3 27-244 0 0,-674 91 211 0 0,651-44-631 0 0,-672 47 617 0 0,0 0 0 0 0,0 1 1 0 0,0-1-1 0 0,0 1 0 0 0,0 0 0 0 0,-1 1 1 0 0,9 2-1 0 0,-14-3 23 0 0,0 0 1 0 0,0-1-1 0 0,0 1 1 0 0,0 0-1 0 0,0-1 0 0 0,0 1 1 0 0,-1 0-1 0 0,1-1 1 0 0,0 1-1 0 0,0 0 1 0 0,-1-1-1 0 0,1 1 0 0 0,0 0 1 0 0,-1-1-1 0 0,1 1 1 0 0,0-1-1 0 0,-1 1 1 0 0,1-1-1 0 0,-1 1 1 0 0,1-1-1 0 0,-1 1 0 0 0,0 0 1 0 0,-9 6-70 0 0,1 0 9 0 0,-1-1 0 0 0,-1 0 0 0 0,1 0-1 0 0,-1-1 1 0 0,0-1 0 0 0,0 0 0 0 0,-14 4 0 0 0,-2 1-15 0 0,-680 198-368 0 0,-15-42 446 0 0,632-145 8 0 0,-35 7-1 0 0,-739 173 62 0 0,25 73 23 0 0,768-245-25 0 0,27-12 52 0 0,-78 41-1 0 0,118-54-88 0 0,-1-1 0 0 0,2 1 0 0 0,-1 0 0 0 0,0 1 0 0 0,0-1 0 0 0,1 0 0 0 0,-3 5 0 0 0,5-7-12 0 0,0-1 1 0 0,1 1 0 0 0,-1 0-1 0 0,1 0 1 0 0,-1-1 0 0 0,1 1-1 0 0,-1 0 1 0 0,1 0 0 0 0,0 0-1 0 0,-1 0 1 0 0,1 0 0 0 0,0 0-1 0 0,0-1 1 0 0,0 1 0 0 0,0 0-1 0 0,0 0 1 0 0,0 0 0 0 0,0 0-1 0 0,0 0 1 0 0,0 0 0 0 0,0 0-1 0 0,0 0 1 0 0,0 0 0 0 0,1 0-1 0 0,-1-1 1 0 0,0 1 0 0 0,1 0-1 0 0,-1 0 1 0 0,1 0 0 0 0,-1 0-1 0 0,1-1 1 0 0,-1 1 0 0 0,1 0-1 0 0,-1-1 1 0 0,1 1 0 0 0,0 0-1 0 0,-1-1 1 0 0,1 1 0 0 0,0-1-1 0 0,0 1 1 0 0,0-1 0 0 0,-1 1-1 0 0,3 0 1 0 0,4 2 4 0 0,1 1 0 0 0,-1-2 0 0 0,1 1 0 0 0,0-1 0 0 0,0 0 0 0 0,11 1 1 0 0,54 2 32 0 0,-50-4-29 0 0,444-6 66 0 0,-281-1-56 0 0,822-12-9 0 0,-968 18-11 0 0,1430 2 24 0 0,-804 36-50 0 0,-650-35 25 0 0,0 5 22 0 0,-16-8-22 0 0,0 0 0 0 0,0 0 0 0 0,0 0 0 0 0,0 0 1 0 0,0 1-1 0 0,0-1 0 0 0,0 0 0 0 0,0 0 0 0 0,0 0 1 0 0,0 1-1 0 0,0-1 0 0 0,0 0 0 0 0,0 0 1 0 0,0 0-1 0 0,0 1 0 0 0,0-1 0 0 0,0 0 0 0 0,0 0 1 0 0,0 0-1 0 0,0 1 0 0 0,0-1 0 0 0,0 0 0 0 0,0 0 1 0 0,0 0-1 0 0,-1 1 0 0 0,1-1 0 0 0,0 0 0 0 0,0 0 1 0 0,0 0-1 0 0,0 0 0 0 0,0 0 0 0 0,-1 1 0 0 0,1-1 1 0 0,0 0-1 0 0,0 0 0 0 0,-1 0 0 0 0,-13 6 0 0 0,-22 4-1 0 0,0-2 1 0 0,0-1-1 0 0,-62 3 1 0 0,36-5 2 0 0,-516 38-2 0 0,276-23 8 0 0,-1046 86 15 0 0,1155-88-24 0 0,-327 27 36 0 0,349-29-48 0 0,168-16 14 0 0,6 0-18 0 0,18 3 14 0 0,1-2 1 0 0,-1-1-1 0 0,35-4 0 0 0,-19 2 1 0 0,1216-54-7 0 0,4 59-9 0 0,-186 42-10 0 0,-253 10 28 0 0,-789-54 16 0 0,-26-1-14 0 0,-6 1-6 0 0,-52 3 31 0 0,-99-6-1 0 0,73-1-34 0 0,-1927-45-7 0 0,1818 44 14 0 0,-1231-5 11 0 0,1049 19-9 0 0,-140 2-30 0 0,0-25 42 0 0,433 8-3 0 0,-216-21-20 0 0,287 22 7 0 0,14 0 0 0 0,14-1 1 0 0,262-22-6 0 0,-127 15 26 0 0,2402-188 136 0 0,-1721 147-118 0 0,-4-34 3 0 0,-794 82-31 0 0,-10 2 11 0 0,-1-1-1 0 0,1-2 1 0 0,-1 0 0 0 0,33-13-1 0 0,-60 19-17 0 0,0 0-1 0 0,1 0 1 0 0,-1 0-1 0 0,0 0 1 0 0,0 0-1 0 0,1 0 1 0 0,-1 0-1 0 0,0 0 1 0 0,0 0-1 0 0,1 0 1 0 0,-1 0-1 0 0,0-1 1 0 0,0 1-1 0 0,1 0 1 0 0,-1 0-1 0 0,0 0 1 0 0,0 0-1 0 0,0-1 1 0 0,1 1-1 0 0,-1 0 1 0 0,0 0-1 0 0,0 0 1 0 0,0-1-1 0 0,0 1 1 0 0,0 0-1 0 0,1 0 1 0 0,-1-1-1 0 0,0 1 1 0 0,0 0-1 0 0,0 0 1 0 0,0-1-1 0 0,0 1 1 0 0,0 0-1 0 0,0 0 1 0 0,0-1-1 0 0,0 1 1 0 0,0 0-1 0 0,0-1 1 0 0,0 1-1 0 0,0 0 1 0 0,0 0-1 0 0,0-1 1 0 0,0 1-1 0 0,0 0 1 0 0,0 0-1 0 0,-1-1 1 0 0,1 1-1 0 0,0 0 0 0 0,0 0 1 0 0,0-1-1 0 0,0 1 1 0 0,0 0-1 0 0,-1 0 1 0 0,1 0-1 0 0,0-1 1 0 0,0 1-1 0 0,0 0 1 0 0,-1 0-1 0 0,1 0 1 0 0,0 0-1 0 0,0 0 1 0 0,-1-1-1 0 0,1 1 1 0 0,0 0-1 0 0,-1 0 1 0 0,-14-7 2 0 0,-8 2-3 0 0,0 1 0 0 0,1 0 0 0 0,-39 1-1 0 0,12 0 2 0 0,-517-15-23 0 0,303 15 38 0 0,-91-4-31 0 0,-981-26 14 0 0,980 29 23 0 0,-10 0 3 0 0,360 4-26 0 0,0-1 0 0 0,0 1 0 0 0,0-1 0 0 0,0 0 0 0 0,0 0 0 0 0,0 0-1 0 0,-7-4 1 0 0,12 5 2 0 0,0-1-1 0 0,0 0 0 0 0,0 1 0 0 0,0-1 0 0 0,0 0 0 0 0,1 1 0 0 0,-1-1 1 0 0,0 0-1 0 0,1 1 0 0 0,-1-1 0 0 0,0 0 0 0 0,1 1 0 0 0,-1-1 0 0 0,1 1 0 0 0,-1-1 1 0 0,0 1-1 0 0,1-1 0 0 0,1 0 0 0 0,5-4-2 0 0,0 0 1 0 0,1 0-1 0 0,0 1 0 0 0,0 0 0 0 0,0 1 0 0 0,0 0 1 0 0,0 0-1 0 0,14-2 0 0 0,0-2-2 0 0,465-114-66 0 0,9 31 40 0 0,-406 75 32 0 0,2391-328-65 0 0,-2442 340 67 0 0,-22 2-2 0 0,0-1 0 0 0,-1-1 1 0 0,20-5-1 0 0,-26 4 3 0 0,-29-2-151 0 0,-1 4 37 0 0,0 1 1 0 0,-32 2-1 0 0,9 0 43 0 0,-1845 54-309 0 0,1351-33 391 0 0,354-12 8 0 0,-164 2 99 0 0,345-12-122 0 0,-4 1 10 0 0,0-2 0 0 0,0 1 0 0 0,0-1 0 0 0,-9-1-1 0 0,14 2-9 0 0,1-1 0 0 0,-1 1 0 0 0,1 0 0 0 0,-1 0 0 0 0,1 0-1 0 0,0 0 1 0 0,-1-1 0 0 0,1 1 0 0 0,-1 0 0 0 0,1 0 0 0 0,0-1-1 0 0,-1 1 1 0 0,1 0 0 0 0,0-1 0 0 0,-1 1 0 0 0,1 0 0 0 0,0-1-1 0 0,-1 1 1 0 0,1-1 0 0 0,0 1 0 0 0,0 0 0 0 0,0-1 0 0 0,-1 1-1 0 0,1-1 1 0 0,0 1 0 0 0,0-1 0 0 0,0-1-1 0 0,0 1 0 0 0,1 0 0 0 0,-1 0 0 0 0,1 0 1 0 0,-1 0-1 0 0,1 0 0 0 0,-1 0 0 0 0,1 0 0 0 0,0 0 0 0 0,0 0 0 0 0,-1 0 1 0 0,1 0-1 0 0,0 0 0 0 0,0 0 0 0 0,0 0 0 0 0,1 0 0 0 0,8-7 2 0 0,1 0 0 0 0,0 1-1 0 0,0 0 1 0 0,19-8-1 0 0,55-19-6 0 0,-60 25 7 0 0,460-153 31 0 0,10 26 2 0 0,-276 77-60 0 0,454-115-47 0 0,129-35-77 0 0,-790 205 162 0 0,1 0 1 0 0,0 0-1 0 0,23-13 0 0 0,-36 17-13 0 0,-1-1 0 0 0,1 1 0 0 0,0 0 0 0 0,0 0 0 0 0,0-1 0 0 0,0 1 0 0 0,0 0 0 0 0,0-1-1 0 0,0 1 1 0 0,0 0 0 0 0,0 0 0 0 0,-1-1 0 0 0,1 1 0 0 0,0 0 0 0 0,0 0 0 0 0,0-1 0 0 0,0 1 0 0 0,-1 0 0 0 0,1 0 0 0 0,0-1-1 0 0,0 1 1 0 0,-1 0 0 0 0,1 0 0 0 0,0 0 0 0 0,0 0 0 0 0,-1 0 0 0 0,1-1 0 0 0,0 1 0 0 0,-1 0 0 0 0,-5-1 2 0 0,0-1-1 0 0,0 1 1 0 0,0 0 0 0 0,0 1 0 0 0,0-1 0 0 0,-1 1 0 0 0,1 1 0 0 0,-8 0 0 0 0,-8 1 4 0 0,-819 54 63 0 0,385-19-45 0 0,277-24-17 0 0,-308 17 59 0 0,-3-29 5 0 0,473-2-49 0 0,-4 0 19 0 0,-32-5 0 0 0,49 6-37 0 0,0-1 0 0 0,0 0 1 0 0,-1 0-1 0 0,2 0 0 0 0,-1-1 1 0 0,0 1-1 0 0,0-1 0 0 0,0 0 0 0 0,1 0 1 0 0,-1 0-1 0 0,1-1 0 0 0,-1 1 1 0 0,1-1-1 0 0,-4-4 0 0 0,6 5-4 0 0,0 1 0 0 0,0-1-1 0 0,0 0 1 0 0,1 0 0 0 0,-1 0 0 0 0,0 0-1 0 0,1 0 1 0 0,-1 0 0 0 0,1 0 0 0 0,0 0-1 0 0,0 0 1 0 0,0 0 0 0 0,0 0-1 0 0,0 0 1 0 0,0 0 0 0 0,0 0 0 0 0,1-1-1 0 0,-1 1 1 0 0,1 0 0 0 0,-1 0-1 0 0,1 1 1 0 0,1-4 0 0 0,2-3-6 0 0,0 0-1 0 0,1-1 1 0 0,9-10-1 0 0,6-8-4 0 0,2 2 0 0 0,1 0 0 0 0,42-33 0 0 0,86-57-1 0 0,-146 111 12 0 0,481-297 17 0 0,27 42-75 0 0,-406 207 24 0 0,611-283-195 0 0,-136 66 289 0 0,-556 257-49 0 0,-12 6-26 0 0,0-1 1 0 0,-1 0-1 0 0,23-16 0 0 0,-35 22-205 0 0,-23-1-730 0 0,6 4 279 0 0,0 1 0 0 0,1 1 0 0 0,-1 0 0 0 0,-28 13 1 0 0,-3 0-1725 0 0,-38 10-2413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5:20.69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1 507 448 0 0,'3'0'3673'0'0,"13"1"-2127"0"0,0-1 0 0 0,23-3-1 0 0,-27 2-1139 0 0,-9 1-212 0 0,24-7 650 0 0,-15 6-694 0 0,-1-1 0 0 0,0 0 0 0 0,0-1 0 0 0,21-7-1 0 0,3-1-25 0 0,549-99 279 0 0,7 49-394 0 0,-395 43 4 0 0,1080-101 91 0 0,-891 76-16 0 0,-377 42-85 0 0,11 0 26 0 0,-1-2-1 0 0,0 0 1 0 0,21-7-1 0 0,-39 10-28 0 0,1 0 0 0 0,-1 0 0 0 0,0 0 0 0 0,1 0 0 0 0,-1 0 0 0 0,0 0 0 0 0,1 0 0 0 0,-1 0 0 0 0,0 0 1 0 0,1-1-1 0 0,-1 1 0 0 0,0 0 0 0 0,0 0 0 0 0,1 0 0 0 0,-1 0 0 0 0,0-1 0 0 0,0 1 0 0 0,1 0 0 0 0,-1 0 0 0 0,0-1 0 0 0,0 1 0 0 0,0 0 0 0 0,1 0 0 0 0,-1-1 0 0 0,0 1 0 0 0,0 0 0 0 0,0-1 0 0 0,0 1 0 0 0,0 0 0 0 0,0 0 0 0 0,1-1 0 0 0,-1 1 1 0 0,0-1-1 0 0,-9-6 1 0 0,-10 0-22 0 0,-66-13-1884 0 0,-117-12-1 0 0,77 15-1523 0 0,64 8 1282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5:21.00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50 1456 1648 0 0,'-34'1'3666'0'0,"30"-1"-2911"0"0,-3-1 186 0 0,7 1-924 0 0,0 0 1 0 0,0 0-1 0 0,-1 0 1 0 0,1 0-1 0 0,0 0 1 0 0,0 0-1 0 0,0 0 0 0 0,0 0 1 0 0,-1 0-1 0 0,1 0 1 0 0,0 0-1 0 0,0 0 1 0 0,0 0-1 0 0,0 0 1 0 0,-1 0-1 0 0,1 0 0 0 0,0 0 1 0 0,0 0-1 0 0,0 0 1 0 0,0 0-1 0 0,0 0 1 0 0,-1-1-1 0 0,1 1 0 0 0,0 0 1 0 0,0 0-1 0 0,0 0 1 0 0,0 0-1 0 0,0 0 1 0 0,0 0-1 0 0,0-1 0 0 0,0 1 1 0 0,0 0-1 0 0,-1 0 1 0 0,1 0-1 0 0,0 0 1 0 0,0-1-1 0 0,0 1 1 0 0,0 0-1 0 0,0 0 0 0 0,0 0 1 0 0,0 0-1 0 0,0-1 1 0 0,0 1-1 0 0,0 0 1 0 0,0 0-1 0 0,10-10 235 0 0,0 0 0 0 0,1 2 0 0 0,0-1 0 0 0,0 1 0 0 0,1 1 0 0 0,21-11 0 0 0,-1 0-47 0 0,102-57 278 0 0,207-81 0 0 0,160-27-256 0 0,602-151-115 0 0,-688 215-359 0 0,1052-312-4055 0 0,-1305 384 1777 0 0,-104 29 917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5:21.17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313 232 636 0 0,'-297'53'5577'0'0,"281"-53"-4781"0"0,16 0-785 0 0,0 0 1 0 0,0-1-1 0 0,0 1 1 0 0,0 0-1 0 0,0 0 1 0 0,0 0-1 0 0,0 0 1 0 0,0-1 0 0 0,0 1-1 0 0,0 0 1 0 0,0 0-1 0 0,0 0 1 0 0,0 0-1 0 0,0-1 1 0 0,0 1-1 0 0,0 0 1 0 0,0 0 0 0 0,0 0-1 0 0,0-1 1 0 0,1 1-1 0 0,-1 0 1 0 0,0 0-1 0 0,0 0 1 0 0,0 0-1 0 0,0 0 1 0 0,0-1 0 0 0,0 1-1 0 0,0 0 1 0 0,1 0-1 0 0,-1 0 1 0 0,0 0-1 0 0,0 0 1 0 0,0 0-1 0 0,0 0 1 0 0,1 0 0 0 0,-1 0-1 0 0,0-1 1 0 0,0 1-1 0 0,0 0 1 0 0,27-14 287 0 0,48-17-118 0 0,85-21-1 0 0,86-11-770 0 0,-198 51 370 0 0,279-67-3111 0 0,-216 51 1745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5:33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1672 1 284 0 0,'-108'57'908'0'0,"-12"1"-280"0"0,-14 2-180 0 0,-7-1-156 0 0,-10-1-200 0 0,-9 2-92 0 0,-7-8 44 0 0,-3 3-56 0 0,-3 0-288 0 0,-3 3-456 0 0,4 4 216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0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1628 0 0,'5'-46'6968'0'0,"-5"45"-6868"0"0,1-1 1 0 0,-1 1-1 0 0,1-1 0 0 0,0 1 0 0 0,-1 0 1 0 0,1-1-1 0 0,0 1 0 0 0,0 0 1 0 0,0 0-1 0 0,0-1 0 0 0,0 1 0 0 0,0 0 1 0 0,0 0-1 0 0,0 0 0 0 0,0 0 0 0 0,0 0 1 0 0,1 0-1 0 0,-1 1 0 0 0,2-2 1 0 0,19-6 426 0 0,-18 7-487 0 0,0 1 0 0 0,0 0 0 0 0,0 0 0 0 0,0 1 0 0 0,0-1 0 0 0,0 1 1 0 0,0 0-1 0 0,0 0 0 0 0,-1 0 0 0 0,1 0 0 0 0,0 1 0 0 0,-1-1 0 0 0,1 1 0 0 0,-1 0 0 0 0,0 0 0 0 0,1 0 0 0 0,-1 1 0 0 0,0-1 1 0 0,3 4-1 0 0,2 2 2 0 0,0 0 0 0 0,0 0 0 0 0,-1 1 0 0 0,0 0 1 0 0,7 13-1 0 0,-8-10-8 0 0,0 0 1 0 0,0 1 0 0 0,-1 0-1 0 0,-1 0 1 0 0,0 0-1 0 0,-1 1 1 0 0,-1-1 0 0 0,0 1-1 0 0,1 20 1 0 0,-4-11 9 0 0,0-1-1 0 0,-1 1 1 0 0,-2 0-1 0 0,-11 42 1 0 0,13-56-17 0 0,-1-2 44 0 0,1 1 0 0 0,0 0 0 0 0,1 0 0 0 0,-1 9 0 0 0,21-37-34 0 0,39-73-39 0 0,98-169-122 0 0,-124 194 190 0 0,-28 59 34 0 0,-1 1 0 0 0,-1-1 0 0 0,0 1 0 0 0,0-1 0 0 0,0 0 0 0 0,-1-10 0 0 0,0 18-87 0 0,-1 0-1 0 0,0 0 1 0 0,0 0 0 0 0,0 0 0 0 0,0 0 0 0 0,0 0 0 0 0,0 0 0 0 0,-1 0 0 0 0,1 0 0 0 0,0 0 0 0 0,0 0 0 0 0,-1 0 0 0 0,1 0 0 0 0,0 0 0 0 0,-1 0 0 0 0,1 1 0 0 0,-1-1 0 0 0,1 0-1 0 0,-1 0 1 0 0,0 0 0 0 0,1 1 0 0 0,-1-1 0 0 0,-1-1 0 0 0,1 2-3 0 0,0 0-1 0 0,0 0 0 0 0,0 0 1 0 0,0-1-1 0 0,0 1 1 0 0,0 0-1 0 0,0 1 1 0 0,0-1-1 0 0,0 0 1 0 0,0 0-1 0 0,0 0 0 0 0,1 1 1 0 0,-1-1-1 0 0,0 0 1 0 0,0 1-1 0 0,0-1 1 0 0,0 1-1 0 0,-1 0 1 0 0,-4 3 16 0 0,1 0 0 0 0,0 0 0 0 0,0 0 1 0 0,0 1-1 0 0,-5 7 0 0 0,-5 7 33 0 0,2 1 0 0 0,1 0 0 0 0,1 1 0 0 0,0 0-1 0 0,-10 31 1 0 0,17-41-46 0 0,0 0 0 0 0,2 0-1 0 0,-1 1 1 0 0,1-1 0 0 0,1 1 0 0 0,0-1-1 0 0,0 1 1 0 0,1-1 0 0 0,1 1 0 0 0,0-1-1 0 0,1 1 1 0 0,0-1 0 0 0,3 12-1 0 0,-2-17 6 0 0,0 0-1 0 0,0 0 1 0 0,0-1-1 0 0,0 1 0 0 0,1-1 1 0 0,0 0-1 0 0,0 0 1 0 0,0 0-1 0 0,1 0 0 0 0,0-1 1 0 0,0 0-1 0 0,0 0 1 0 0,0 0-1 0 0,1-1 0 0 0,-1 1 1 0 0,1-1-1 0 0,0-1 1 0 0,0 1-1 0 0,9 2 1 0 0,-4-2-338 0 0,-1 0 0 0 0,1-1 0 0 0,0 0 1 0 0,16 0-1 0 0,-14-2-1271 0 0,-1 0 0 0 0,0-1 0 0 0,21-4 0 0 0,-10-1-3376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09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70 1672 0 0,'-8'-11'1832'0'0,"0"1"1"0"0,0 0-1 0 0,-1 1 0 0 0,0 0 1 0 0,-15-11 689 0 0,42 40-1453 0 0,12 4-865 0 0,1-1 1 0 0,1-2 0 0 0,1-1 0 0 0,56 25-1 0 0,-7-2-88 0 0,143 87 66 0 0,-224-129-176 0 0,1-1 0 0 0,-1 1 1 0 0,1 0-1 0 0,-1 0 0 0 0,1 0 0 0 0,-1 0 0 0 0,0 1 0 0 0,0-1 0 0 0,0 0 1 0 0,1 0-1 0 0,-1 1 0 0 0,0-1 0 0 0,-1 1 0 0 0,1-1 0 0 0,0 1 1 0 0,0-1-1 0 0,-1 1 0 0 0,1 0 0 0 0,-1-1 0 0 0,1 1 0 0 0,0 3 0 0 0,-2-3 1 0 0,1 1 0 0 0,0-1 0 0 0,-1 1-1 0 0,0-1 1 0 0,1 1 0 0 0,-1-1 0 0 0,0 0 0 0 0,0 1-1 0 0,0-1 1 0 0,0 0 0 0 0,-1 0 0 0 0,1 1-1 0 0,-1-1 1 0 0,-2 2 0 0 0,-14 15 190 0 0,-2-1 0 0 0,0-1 0 0 0,-1 0 1 0 0,-43 25-1 0 0,7-4 68 0 0,-19 11-39 0 0,50-34-267 0 0,1 1 0 0 0,0 2 0 0 0,1 0 0 0 0,1 2 0 0 0,-29 30 0 0 0,50-47-194 0 0,0-1 0 0 0,0 1 1 0 0,1-1-1 0 0,-1 1 0 0 0,1 0 1 0 0,-1 0-1 0 0,1 0 0 0 0,0-1 1 0 0,-1 5-1 0 0,2-6 18 0 0,0 0 0 0 0,0 0 1 0 0,0 0-1 0 0,0 0 0 0 0,0 0 0 0 0,0 0 1 0 0,0 0-1 0 0,0 0 0 0 0,0-1 0 0 0,0 1 1 0 0,1 0-1 0 0,-1 0 0 0 0,0 0 0 0 0,1 0 1 0 0,-1 0-1 0 0,1-1 0 0 0,-1 1 0 0 0,1 0 1 0 0,-1 0-1 0 0,1 0 0 0 0,-1-1 0 0 0,1 1 1 0 0,0 0-1 0 0,-1-1 0 0 0,1 1 0 0 0,0-1 1 0 0,0 1-1 0 0,-1-1 0 0 0,1 1 0 0 0,0-1 1 0 0,0 0-1 0 0,0 1 0 0 0,1 0 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0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8 1820 0 0,'17'-8'13416'0'0,"-25"15"-12805"0"0,-12 11 409 0 0,2 0 0 0 0,-31 39 0 0 0,-27 50-709 0 0,36-49-96 0 0,26-36-822 0 0,0 0 1 0 0,2 0-1 0 0,-13 31 0 0 0,26-43-1445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0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190 153 452 0 0,'-1'-4'889'0'0,"1"0"-1"0"0,0 1 0 0 0,-1-1 1 0 0,0 0-1 0 0,0 1 1 0 0,0-1-1 0 0,-2-5 1 0 0,-5-13 4223 0 0,8 22-5067 0 0,0-1 1 0 0,0 1-1 0 0,-1 0 1 0 0,1 0-1 0 0,0-1 1 0 0,0 1-1 0 0,0 0 1 0 0,-1 0-1 0 0,1 0 1 0 0,0-1-1 0 0,0 1 1 0 0,-1 0-1 0 0,1 0 1 0 0,0 0 0 0 0,-1 0-1 0 0,1 0 1 0 0,0-1-1 0 0,0 1 1 0 0,-1 0-1 0 0,1 0 1 0 0,0 0-1 0 0,-1 0 1 0 0,1 0-1 0 0,0 0 1 0 0,-1 0-1 0 0,1 0 1 0 0,0 0-1 0 0,-1 0 1 0 0,1 0-1 0 0,0 0 1 0 0,0 1-1 0 0,-1-1 1 0 0,1 0-1 0 0,0 0 1 0 0,-1 0-1 0 0,1 0 1 0 0,0 0-1 0 0,0 1 1 0 0,-1-1-1 0 0,1 0 1 0 0,-15 7 704 0 0,14-7-688 0 0,-6 6 197 0 0,-1 1 0 0 0,1 0 1 0 0,1 0-1 0 0,-1 0 0 0 0,1 1 0 0 0,1 0 0 0 0,-1 0 0 0 0,-7 15 1 0 0,-2 10-23 0 0,-10 33 0 0 0,19-50-138 0 0,-2 7-41 0 0,1 0-1 0 0,1 0 1 0 0,1 1 0 0 0,1 0 0 0 0,1 0 0 0 0,1 26 0 0 0,2-38-40 0 0,1 0 0 0 0,0-1 0 0 0,1 0 0 0 0,0 1 0 0 0,1-1 0 0 0,5 16 0 0 0,-5-20-3 0 0,1-1 1 0 0,-1 1-1 0 0,1 0 1 0 0,0-1-1 0 0,1 0 1 0 0,-1 0-1 0 0,1 0 1 0 0,0-1-1 0 0,1 1 1 0 0,9 7-1 0 0,-7-9 7 0 0,-1 0 1 0 0,0 0-1 0 0,1 0 0 0 0,0-1 0 0 0,-1-1 1 0 0,1 1-1 0 0,0-1 0 0 0,1 0 1 0 0,-1-1-1 0 0,0 0 0 0 0,0-1 0 0 0,1 1 1 0 0,-1-1-1 0 0,0-1 0 0 0,1 0 0 0 0,12-3 1 0 0,-5 1 4 0 0,0-1 1 0 0,0-1 0 0 0,-1 0-1 0 0,0-1 1 0 0,0-1 0 0 0,-1-1-1 0 0,22-13 1 0 0,-18 7-18 0 0,-1 0 0 0 0,-1-1 0 0 0,0-1 0 0 0,-1 0 0 0 0,-1-1 0 0 0,-1-1-1 0 0,0 0 1 0 0,-1-1 0 0 0,-1 0 0 0 0,-1-1 0 0 0,8-21 0 0 0,-11 24-3 0 0,-1 0 0 0 0,-1 0 0 0 0,0-1 0 0 0,-2 0 0 0 0,0 0 0 0 0,0 0 0 0 0,-2 0 0 0 0,-1-1 0 0 0,0 1 0 0 0,-1 0 0 0 0,-1 0 0 0 0,0 0 0 0 0,-10-33 0 0 0,9 43-8 0 0,1 1 1 0 0,-2-1-1 0 0,1 1 0 0 0,-1-1 1 0 0,0 1-1 0 0,-1 1 0 0 0,1-1 1 0 0,-1 0-1 0 0,-1 1 0 0 0,1 0 1 0 0,-11-8-1 0 0,12 11 1 0 0,0 0-1 0 0,0 1 1 0 0,0 0-1 0 0,0-1 1 0 0,-1 1-1 0 0,1 1 1 0 0,-1-1-1 0 0,0 1 1 0 0,1 0 0 0 0,-1 0-1 0 0,0 0 1 0 0,0 0-1 0 0,0 1 1 0 0,0 0-1 0 0,1 0 1 0 0,-1 0-1 0 0,0 1 1 0 0,0 0-1 0 0,0 0 1 0 0,-7 2-1 0 0,-1 2-36 0 0,1 0-1 0 0,0 1 0 0 0,0 0 0 0 0,1 1 1 0 0,0 0-1 0 0,0 1 0 0 0,0 0 0 0 0,1 1 1 0 0,1 0-1 0 0,-1 0 0 0 0,1 1 0 0 0,-12 18 0 0 0,9-11-724 0 0,1 1 0 0 0,1 0-1 0 0,0 1 1 0 0,1 0-1 0 0,2 1 1 0 0,0-1-1 0 0,-6 29 1 0 0,11-37-1169 0 0,0-1 1 0 0,0 22 0 0 0,2-8-3041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0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 2800 0 0,'5'0'2411'0'0,"5"1"-571"0"0,0 0-1 0 0,0 0 0 0 0,-1 1 1 0 0,12 4-1 0 0,-20-6-1746 0 0,0 1 0 0 0,-1-1 0 0 0,1 1 0 0 0,-1-1 0 0 0,1 1 0 0 0,-1 0 0 0 0,1-1 0 0 0,-1 1 0 0 0,1 0 0 0 0,-1-1 0 0 0,0 1 0 0 0,1 0 0 0 0,-1-1 0 0 0,0 1 0 0 0,1 0 0 0 0,-1 0 0 0 0,0 0 0 0 0,0-1 0 0 0,0 1 0 0 0,0 0 0 0 0,0 0 1 0 0,0 0-1 0 0,0-1 0 0 0,0 2 0 0 0,-3 18 775 0 0,3-19-858 0 0,-6 22 371 0 0,-1 0 1 0 0,-2-1 0 0 0,-20 41-1 0 0,7-18-204 0 0,-26 72-540 0 0,27-63-2460 0 0,-1 0-4793 0 0,15-40 1507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1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197 145 556 0 0,'3'-109'17984'0'0,"13"145"-17257"0"0,1 23-424 0 0,-11-36-228 0 0,0-1-1 0 0,2 1 0 0 0,1-1 1 0 0,17 32-1 0 0,-23-48-59 0 0,1-1-1 0 0,-1 0 1 0 0,1 0-1 0 0,1 0 1 0 0,-1 0-1 0 0,1-1 1 0 0,-1 0-1 0 0,1 0 0 0 0,1 0 1 0 0,-1 0-1 0 0,0-1 1 0 0,1 0-1 0 0,0 0 1 0 0,0 0-1 0 0,0-1 1 0 0,0 0-1 0 0,0 0 1 0 0,0-1-1 0 0,0 1 1 0 0,1-1-1 0 0,9 0 1 0 0,-4-1-5 0 0,0-1 1 0 0,0 1-1 0 0,0-2 1 0 0,-1 0-1 0 0,1 0 1 0 0,-1-1-1 0 0,1-1 1 0 0,-1 0-1 0 0,0 0 1 0 0,-1-1 0 0 0,1 0-1 0 0,-1-1 1 0 0,0 0-1 0 0,0-1 1 0 0,0 0-1 0 0,-1-1 1 0 0,-1 0-1 0 0,1 0 1 0 0,-1-1-1 0 0,0 0 1 0 0,-1 0 0 0 0,0 0-1 0 0,-1-1 1 0 0,0-1-1 0 0,0 1 1 0 0,7-21-1 0 0,-3 1-19 0 0,0 0 0 0 0,9-63 1 0 0,-20 78-20 0 0,1 15 28 0 0,0 0 0 0 0,-1-1 0 0 0,1 1 0 0 0,0 0 0 0 0,-1 0-1 0 0,1 0 1 0 0,0 0 0 0 0,0 0 0 0 0,-1 1 0 0 0,1-1 0 0 0,0 0 0 0 0,-1 0-1 0 0,1 0 1 0 0,0 0 0 0 0,0 0 0 0 0,-1 0 0 0 0,1 0 0 0 0,0 1-1 0 0,0-1 1 0 0,-1 0 0 0 0,1 0 0 0 0,0 0 0 0 0,0 0 0 0 0,0 1-1 0 0,-1-1 1 0 0,1 0 0 0 0,0 0 0 0 0,0 1 0 0 0,-1-1 0 0 0,-17 28 8 0 0,-24 72 466 0 0,-42 152-1 0 0,-7 112 775 0 0,78-310-1112 0 0,-35 167 385 0 0,-45 173 335 0 0,92-389-730 0 0,-1 1 1 0 0,0 0-1 0 0,0-1 1 0 0,-1 0-1 0 0,-4 7 1 0 0,6-10-98 0 0,1-1 1 0 0,-2 0 0 0 0,1 1 0 0 0,0-1 0 0 0,0 0 0 0 0,0 1 0 0 0,-1-1 0 0 0,1 0-1 0 0,0 0 1 0 0,-1 0 0 0 0,1 0 0 0 0,-1-1 0 0 0,1 1 0 0 0,-1 0 0 0 0,0 0 0 0 0,1-1-1 0 0,-1 1 1 0 0,0-1 0 0 0,1 0 0 0 0,-1 1 0 0 0,0-1 0 0 0,0 0 0 0 0,1 0-1 0 0,-4 0 1 0 0,-5-3 5 0 0,-1 1 0 0 0,1-2 1 0 0,0 1-1 0 0,0-1 0 0 0,0-1 0 0 0,1 0 0 0 0,-1 0 0 0 0,1-1 0 0 0,1 0 0 0 0,-1 0 0 0 0,1-1 0 0 0,-13-14 0 0 0,5 4-27 0 0,0-1-1 0 0,1-1 1 0 0,1 0-1 0 0,-22-41 1 0 0,31 50-93 0 0,1 0 1 0 0,0 0-1 0 0,0-1 0 0 0,1 1 1 0 0,1-1-1 0 0,-1 0 1 0 0,2 0-1 0 0,-1 0 0 0 0,2 0 1 0 0,0 0-1 0 0,0 0 0 0 0,0 0 1 0 0,2 0-1 0 0,-1 0 1 0 0,2 0-1 0 0,3-12 0 0 0,1 4-468 0 0,0 0 0 0 0,2 1 0 0 0,0 0 0 0 0,1 0-1 0 0,1 1 1 0 0,0 0 0 0 0,27-29 0 0 0,9-1-4870 0 0,88-71 1 0 0,-79 73-1667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1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54 872 0 0,'-74'-50'18280'0'0,"62"47"-15931"0"0,12 5-2278 0 0,0 1-1 0 0,1-1 0 0 0,-1 1 0 0 0,1-1 0 0 0,-1 1 1 0 0,1-1-1 0 0,0 0 0 0 0,0 1 0 0 0,0-1 1 0 0,1 0-1 0 0,-1 0 0 0 0,0 0 0 0 0,1 0 0 0 0,-1 0 1 0 0,1 0-1 0 0,0 0 0 0 0,0 0 0 0 0,2 1 1 0 0,38 36 408 0 0,-41-39-477 0 0,235 191 814 0 0,-199-158-738 0 0,-36-32-61 0 0,0 0 0 0 0,-1 1 0 0 0,1-1-1 0 0,0 0 1 0 0,-1 0 0 0 0,0 1 0 0 0,1-1 0 0 0,-1 0 0 0 0,0 1 0 0 0,1-1 0 0 0,-1 0 0 0 0,0 1-1 0 0,0-1 1 0 0,0 0 0 0 0,0 1 0 0 0,-1-1 0 0 0,1 1 0 0 0,0-1 0 0 0,0 0 0 0 0,-2 3 0 0 0,1-1 34 0 0,0 1 0 0 0,0-1 1 0 0,0 0-1 0 0,-1 1 0 0 0,0-1 1 0 0,-2 5-1 0 0,-9 6 93 0 0,-1 0 1 0 0,0 0-1 0 0,-27 20 0 0 0,-54 30 72 0 0,55-39-167 0 0,-32 22-53 0 0,-126 87-1720 0 0,198-134 1610 0 0,-1 1 1 0 0,0-1-1 0 0,1 1 0 0 0,-1-1 1 0 0,1 1-1 0 0,-1-1 0 0 0,0 1 1 0 0,1-1-1 0 0,-1 1 0 0 0,1-1 1 0 0,0 1-1 0 0,-1 0 0 0 0,1-1 1 0 0,-1 1-1 0 0,1 0 0 0 0,0-1 1 0 0,0 1-1 0 0,-1 0 0 0 0,1 0 1 0 0,0-1-1 0 0,0 2 0 0 0,0-1-69 0 0,0-1-1 0 0,0 1 0 0 0,1-1 0 0 0,-1 1 1 0 0,0-1-1 0 0,0 1 0 0 0,1-1 0 0 0,-1 1 1 0 0,0-1-1 0 0,1 1 0 0 0,0 0-184 0 0,-1-1 185 0 0,1 0-1 0 0,-1 1 0 0 0,1-1 0 0 0,-1 0 1 0 0,1 0-1 0 0,-1 1 0 0 0,1-1 0 0 0,28 7-8031 0 0,-11-9 1155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2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9 2360 0 0,'27'-8'17268'0'0,"-35"16"-15591"0"0,-3 1-1078 0 0,0-1 1 0 0,-1-1-1 0 0,0 0 0 0 0,-13 6 0 0 0,-8 4-94 0 0,-37 25-192 0 0,2 4-1 0 0,1 2 0 0 0,-94 91 1 0 0,147-126-1274 0 0,1 0 1 0 0,1 1-1 0 0,0 1 1 0 0,-12 20-1 0 0,21-30-1060 0 0,3-5 1837 0 0,0 1 1 0 0,0-1-1 0 0,0 1 0 0 0,0-1 0 0 0,0 1 1 0 0,0-1-1 0 0,0 1 0 0 0,0-1 0 0 0,0 1 1 0 0,0-1-1 0 0,0 1 0 0 0,0-1 0 0 0,0 1 1 0 0,1-1-1 0 0,-1 0 0 0 0,0 1 0 0 0,0-1 1 0 0,14 5-5514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598 213 1952 0 0,'9'-11'1540'0'0,"61"-71"14038"0"0,-76 89-14203 0 0,-25 27-721 0 0,1 1-1 0 0,2 1 1 0 0,1 2-1 0 0,2 0 1 0 0,-28 59-1 0 0,45-80-619 0 0,1-1-1 0 0,1 1 0 0 0,0 0 1 0 0,1 1-1 0 0,1-1 0 0 0,-2 27 1 0 0,5-38-23 0 0,1 0 0 0 0,0 0 0 0 0,0 1 0 0 0,1-1 0 0 0,0 0-1 0 0,0 0 1 0 0,1 1 0 0 0,-1-1 0 0 0,5 9 0 0 0,-4-11 0 0 0,0-1-1 0 0,1 1 0 0 0,-1 0 1 0 0,1-1-1 0 0,0 0 0 0 0,-1 1 1 0 0,1-1-1 0 0,1 0 0 0 0,-1-1 1 0 0,0 1-1 0 0,1 0 1 0 0,0-1-1 0 0,-1 0 0 0 0,1 0 1 0 0,5 2-1 0 0,3 0 18 0 0,1 0 0 0 0,-1-1 0 0 0,0-1 0 0 0,1 0 0 0 0,0-1 0 0 0,-1 0 0 0 0,1-1-1 0 0,0 0 1 0 0,-1-1 0 0 0,1-1 0 0 0,-1 0 0 0 0,1 0 0 0 0,-1-1 0 0 0,0-1 0 0 0,23-10 0 0 0,-9 2 18 0 0,-1-1 0 0 0,0-1-1 0 0,0-1 1 0 0,-2-1 0 0 0,43-39 0 0 0,-49 40-6 0 0,-1-2 0 0 0,0 0 0 0 0,-1-1 0 0 0,-1-1 0 0 0,-1 0 1 0 0,20-39-1 0 0,-29 49-37 0 0,-1 0 1 0 0,1-1 0 0 0,-2 1 0 0 0,1-1-1 0 0,-1 1 1 0 0,-1-1 0 0 0,0 0-1 0 0,0-11 1 0 0,-1 14-7 0 0,-1 0 0 0 0,0 0-1 0 0,0 0 1 0 0,0 1 0 0 0,-1-1 0 0 0,0 0-1 0 0,-1 1 1 0 0,1-1 0 0 0,-1 1 0 0 0,-1 0 0 0 0,1 0-1 0 0,-8-9 1 0 0,-1 1 0 0 0,0 0 1 0 0,-2 1-1 0 0,0 1 0 0 0,0 1 0 0 0,-1 0 1 0 0,0 0-1 0 0,-1 2 0 0 0,0 0 1 0 0,0 0-1 0 0,-1 2 0 0 0,-22-7 0 0 0,3 2-388 0 0,-2 3-1 0 0,1 0 0 0 0,-1 3 1 0 0,-53-3-1 0 0,47 8-959 0 0,0 2-1 0 0,0 2 1 0 0,-81 15 0 0 0,-123 50-8617 0 0,170-44 3867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1116 0 0,'-17'10'11638'0'0,"12"-8"-11456"0"0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3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1176 0 0,'2'0'4677'0'0,"20"-3"3575"0"0,-16 1-9564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4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2308 0 0,'41'12'10383'0'0,"-27"-7"-8625"0"0,-13-4-1509 0 0,2 7-2709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15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49 1228 0 0,'0'0'6983'0'0,"0"0"-6941"0"0,-1 0-1 0 0,1 0 1 0 0,0 0 0 0 0,0 0-1 0 0,0 0 1 0 0,0 0-1 0 0,-1 0 1 0 0,1 0-1 0 0,0 0 1 0 0,0 1-1 0 0,0-1 1 0 0,0 0-1 0 0,0 0 1 0 0,-1 0-1 0 0,1 0 1 0 0,0 0-1 0 0,0 0 1 0 0,0 1-1 0 0,0-1 1 0 0,0 0-1 0 0,0 0 1 0 0,0 0-1 0 0,0 0 1 0 0,0 1-1 0 0,-1-1 1 0 0,1 0-1 0 0,0 0 1 0 0,0 0 0 0 0,0 0-1 0 0,0 1 1 0 0,0-1-1 0 0,0 0 1 0 0,0 0-1 0 0,0 0 1 0 0,0 1-1 0 0,0-1 1 0 0,1 0-1 0 0,-1 0 1 0 0,0 0-1 0 0,0 0 1 0 0,0 1-1 0 0,0-1 1 0 0,0 0-1 0 0,0 0 1 0 0,0 0-1 0 0,0 1 1 0 0,16-3-179 0 0,-1 0-1 0 0,0-1 1 0 0,-1 0 0 0 0,19-7-1 0 0,2-1-1139 0 0,9-1-1241 0 0,5 0-759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2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50 624 0 0,'-11'-7'10424'0'0,"9"8"-10466"0"0,2-2 48 0 0,-1 1 1 0 0,1 0-1 0 0,0 0 1 0 0,0 0-1 0 0,0 0 1 0 0,-1 0-1 0 0,1 0 1 0 0,0 0 0 0 0,0 0-1 0 0,-1 0 1 0 0,1 0-1 0 0,0 0 1 0 0,0 0-1 0 0,-1 0 1 0 0,1 0-1 0 0,0 0 1 0 0,0 0-1 0 0,-1 0 1 0 0,1 0-1 0 0,0 0 1 0 0,0 0-1 0 0,0 1 1 0 0,-1-1-1 0 0,1 0 1 0 0,0 0-1 0 0,0 0 1 0 0,0 0-1 0 0,-1 0 1 0 0,1 1-1 0 0,0-1 1 0 0,0 0-1 0 0,0 0 1 0 0,0 0-1 0 0,0 0 1 0 0,-1 1-1 0 0,1-1 1 0 0,0 0-1 0 0,0 0 1 0 0,0 1 0 0 0,0-1-1 0 0,0 0 1 0 0,0 0-1 0 0,0 0 1 0 0,0 1-1 0 0,0-1 1 0 0,0 0-1 0 0,0 0 1 0 0,0 1-1 0 0,0-1 1 0 0,0 0-1 0 0,0 0 1 0 0,0 1-1 0 0,0-1 1 0 0,0 0-1 0 0,0 0 1 0 0,0 1-1 0 0,0-1 1 0 0,0 0-1 0 0,0 0 1 0 0,1 0-1 0 0,-1 1 1 0 0,0-1-1 0 0,1 1 166 0 0,23 17 1275 0 0,-18-15-1094 0 0,0-1 1 0 0,0 0-1 0 0,0 0 0 0 0,12 2 0 0 0,-15-4-208 0 0,14 4 262 0 0,46-2 213 0 0,240 4-139 0 0,-139 1-408 0 0,-99-3-66 0 0,91-1 30 0 0,-42-1-25 0 0,151 10 36 0 0,-165-6-27 0 0,591 7 1678 0 0,-563-13-1694 0 0,478-12 1356 0 0,-439 5-1293 0 0,239-15 1002 0 0,114-5-302 0 0,-454 25-682 0 0,484-12 360 0 0,-280 9-197 0 0,320-18 580 0 0,-549 20-605 0 0,157-18 511 0 0,-196 21-704 0 0,1 0-48 0 0,8-1 51 0 0,-8 0-30 0 0,0 1-26 0 0,7-1 39 0 0,-7 1-24 0 0,-1-1 22 0 0,23-2-12 0 0,-23 3 41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2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65 476 0 0,'1'-2'2040'0'0,"13"-35"5413"0"0,-14 35-7012 0 0,1 1-192 0 0,0-1 0 0 0,1 0 0 0 0,-1 1 0 0 0,-1-1 0 0 0,1 0-1 0 0,0 0 1 0 0,0 1 0 0 0,-1-1 0 0 0,2-4 0 0 0,-1 3-900 0 0,-24 34-5526 0 0,18-21 2510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2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1 252 0 0,'-9'7'2237'0'0,"1"1"0"0"0,0-1 0 0 0,-8 13 0 0 0,15-19-2013 0 0,-4 7 343 0 0,5-8-571 0 0,-1 0 0 0 0,1 1 0 0 0,0-1 1 0 0,-1 0-1 0 0,1 0 0 0 0,0 0 1 0 0,0 1-1 0 0,-1-1 0 0 0,1 0 1 0 0,0 0-1 0 0,0 1 0 0 0,-1-1 0 0 0,1 0 1 0 0,0 1-1 0 0,0-1 0 0 0,0 0 1 0 0,0 1-1 0 0,0-1 0 0 0,-1 0 1 0 0,1 1-1 0 0,0-1 0 0 0,0 0 1 0 0,0 1-1 0 0,0-1 0 0 0,0 0 0 0 0,0 1 1 0 0,0-1-1 0 0,0 0 0 0 0,0 1 1 0 0,0-1-1 0 0,0 0 0 0 0,1 1 1 0 0,-1-1-1 0 0,0 0 0 0 0,0 1 1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2692 0 0,'16'-2'6841'0'0,"14"2"-2440"0"0,-26 0-3139 0 0,-2 0-993 0 0,11 2 431 0 0,-4-3-1502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3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55 198 608 0 0,'-3'0'1908'0'0,"-22"-7"3154"0"0,23 7-4173 0 0,-11-3 1110 0 0,10 2-1409 0 0,3 2-524 0 0,-1-1 0 0 0,1 0 0 0 0,0 0 0 0 0,0 0-1 0 0,-1 0 1 0 0,1 0 0 0 0,0 0 0 0 0,0 0 0 0 0,0 0 0 0 0,-1 0-1 0 0,1 0 1 0 0,0 0 0 0 0,0 0 0 0 0,-1 0 0 0 0,1 0-1 0 0,0 0 1 0 0,0 0 0 0 0,-1 0 0 0 0,1 0 0 0 0,0-1-1 0 0,0 1 1 0 0,0 0 0 0 0,-1 0 0 0 0,1 0 0 0 0,0 0 0 0 0,0 0-1 0 0,0 0 1 0 0,-1-1 0 0 0,1 1 0 0 0,0 0 0 0 0,0 0-1 0 0,0 0 1 0 0,0-1 0 0 0,0 1 0 0 0,0 0 0 0 0,-1 0 0 0 0,1 0-1 0 0,0-1 1 0 0,0 1 0 0 0,0 0 0 0 0,0 0 0 0 0,0-1-1 0 0,0 1 1 0 0,0 0 0 0 0,0 0 0 0 0,0-1 0 0 0,0 1 0 0 0,0 0-1 0 0,14-8 1105 0 0,36-5-1130 0 0,-39 10 300 0 0,735-147 616 0 0,-734 147-1014 0 0,-7 2-290 0 0,0 0-1 0 0,0 0 0 0 0,0 0 1 0 0,0 1-1 0 0,0-1 0 0 0,0 1 0 0 0,0 1 1 0 0,-1-1-1 0 0,1 0 0 0 0,0 1 1 0 0,0 0-1 0 0,7 2 0 0 0,-12-2 252 0 0,0-1 0 0 0,1 0-1 0 0,-1 0 1 0 0,0 1 0 0 0,0-1-1 0 0,0 0 1 0 0,1 1-1 0 0,-1-1 1 0 0,0 0 0 0 0,0 1-1 0 0,0-1 1 0 0,0 0 0 0 0,0 1-1 0 0,1-1 1 0 0,-1 0-1 0 0,0 1 1 0 0,0-1 0 0 0,0 0-1 0 0,0 1 1 0 0,0-1 0 0 0,0 0-1 0 0,0 1 1 0 0,0-1-1 0 0,0 1 1 0 0,-1-1 0 0 0,1 1-1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 68 0 0,'-2'0'2194'0'0,"-28"-3"4843"0"0,14 4-5921 0 0,15-1-1016 0 0,0 1 0 0 0,0-1 1 0 0,0 0-1 0 0,0 1 0 0 0,1-1 0 0 0,-1 1 1 0 0,0-1-1 0 0,0 1 0 0 0,0-1 1 0 0,1 1-1 0 0,-1 0 0 0 0,0-1 0 0 0,0 1 1 0 0,1 0-1 0 0,-1-1 0 0 0,1 1 0 0 0,-1 0 1 0 0,1 0-1 0 0,-1 0 0 0 0,1 0 0 0 0,-1 0 1 0 0,1 0-1 0 0,0-1 0 0 0,-1 1 0 0 0,1 2 1 0 0,-5 25 1261 0 0,5-25-1134 0 0,-6 270 3058 0 0,7-171-3008 0 0,-1 13-1131 0 0,27 199 0 0 0,-22-304-1110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4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44 888 0 0,'2'-7'1669'0'0,"1"0"-1"0"0,0 0 1 0 0,1 0-1 0 0,4-8 1731 0 0,-7 15-3314 0 0,-1 0-1 0 0,1 1 1 0 0,-1-1 0 0 0,1 0-1 0 0,-1 1 1 0 0,0-1 0 0 0,1 0-1 0 0,-1 1 1 0 0,1-1 0 0 0,-1 0-1 0 0,0 1 1 0 0,1-1 0 0 0,-1 1-1 0 0,0-1 1 0 0,0 1 0 0 0,1-1-1 0 0,-1 1 1 0 0,0-1 0 0 0,0 1-1 0 0,0-1 1 0 0,0 1 0 0 0,0-1-1 0 0,0 1 1 0 0,1-1 0 0 0,-1 1-1 0 0,0-1 1 0 0,0 1 0 0 0,-1 0-1 0 0,2 21 770 0 0,-1-15-496 0 0,5 89 1494 0 0,15 461 831 0 0,-20-554-2029 0 0,1-38-356 0 0,1-8-221 0 0,2 28-81 0 0,0-1 1 0 0,0 1-1 0 0,1-1 1 0 0,1 2-1 0 0,1-1 1 0 0,0 1-1 0 0,1 0 1 0 0,0 0-1 0 0,1 1 0 0 0,0 0 1 0 0,1 0-1 0 0,19-17 1 0 0,-27 28-1 0 0,-1 1 1 0 0,1-1-1 0 0,0 1 1 0 0,0 0-1 0 0,-1 0 0 0 0,1 0 1 0 0,0 0-1 0 0,0 0 1 0 0,0 0-1 0 0,0 0 1 0 0,0 1-1 0 0,0-1 0 0 0,0 0 1 0 0,0 1-1 0 0,0 0 1 0 0,0 0-1 0 0,1-1 1 0 0,-1 1-1 0 0,0 1 0 0 0,0-1 1 0 0,3 0-1 0 0,-2 2 3 0 0,0-1-1 0 0,0 0 0 0 0,0 1 1 0 0,0-1-1 0 0,0 1 1 0 0,0 0-1 0 0,0 0 0 0 0,0 0 1 0 0,-1 0-1 0 0,1 1 1 0 0,4 4-1 0 0,0 2 5 0 0,0 1 0 0 0,-1-1 0 0 0,0 1-1 0 0,-1 0 1 0 0,0 0 0 0 0,6 21 0 0 0,15 81-1 0 0,6 21-2 0 0,-32-130 0 0 0,1-1 1 0 0,0 0-1 0 0,0 1 0 0 0,0-1 1 0 0,0 0-1 0 0,0 0 0 0 0,1 0 1 0 0,-1 1-1 0 0,1-2 0 0 0,-1 1 1 0 0,1 0-1 0 0,0 0 0 0 0,0 0 1 0 0,-1-1-1 0 0,1 1 1 0 0,0-1-1 0 0,1 1 0 0 0,-1-1 1 0 0,0 0-1 0 0,0 0 0 0 0,0 0 1 0 0,1 0-1 0 0,-1 0 0 0 0,1-1 1 0 0,-1 1-1 0 0,1-1 0 0 0,-1 1 1 0 0,1-1-1 0 0,-1 0 1 0 0,1 0-1 0 0,-1 0 0 0 0,0 0 1 0 0,1-1-1 0 0,-1 1 0 0 0,1-1 1 0 0,4-1-1 0 0,7-2-4 0 0,0-2 0 0 0,-1 1-1 0 0,1-2 1 0 0,22-14 0 0 0,-34 19 3 0 0,34-21-4 0 0,-1-2 1 0 0,-2-1-1 0 0,-1-2 0 0 0,-1-2 0 0 0,-1 0 1 0 0,36-49-1 0 0,-63 75-1 0 0,0-1 0 0 0,0 1 1 0 0,0-1-1 0 0,0 1 0 0 0,-1-1 0 0 0,1 0 1 0 0,-1 0-1 0 0,0 0 0 0 0,2-10 0 0 0,-4 15 6 0 0,-1-1-1 0 0,1 1 0 0 0,0 0 0 0 0,0-1 1 0 0,0 1-1 0 0,0 0 0 0 0,0-1 0 0 0,0 1 0 0 0,-1 0 1 0 0,1-1-1 0 0,0 1 0 0 0,0 0 0 0 0,-1 0 0 0 0,1-1 1 0 0,0 1-1 0 0,0 0 0 0 0,-1 0 0 0 0,1-1 1 0 0,0 1-1 0 0,0 0 0 0 0,-1 0 0 0 0,1 0 0 0 0,0 0 1 0 0,-1-1-1 0 0,1 1 0 0 0,0 0 0 0 0,-1 0 0 0 0,1 0 1 0 0,0 0-1 0 0,-1 0 0 0 0,1 0 0 0 0,0 0 1 0 0,-1 0-1 0 0,1 0 0 0 0,-1 0 0 0 0,1 0 0 0 0,0 0 1 0 0,-1 0-1 0 0,1 0 0 0 0,0 0 0 0 0,-1 1 0 0 0,1-1 1 0 0,0 0-1 0 0,-1 0 0 0 0,1 1 0 0 0,-16 4-6 0 0,15-5 7 0 0,-12 8-5 0 0,0 1 1 0 0,0 0-1 0 0,1 1 0 0 0,0 0 0 0 0,1 1 1 0 0,0 1-1 0 0,1 0 0 0 0,0 0 1 0 0,-9 15-1 0 0,11-16 1 0 0,1 1 0 0 0,0 0 0 0 0,0 0 0 0 0,1 1 1 0 0,1-1-1 0 0,-6 22 0 0 0,9-30 6 0 0,1 0-1 0 0,1-1 1 0 0,-1 1-1 0 0,1 0 1 0 0,-1 0-1 0 0,1-1 1 0 0,0 1 0 0 0,1 0-1 0 0,-1 0 1 0 0,0 0-1 0 0,1-1 1 0 0,0 1-1 0 0,0 0 1 0 0,0-1 0 0 0,1 1-1 0 0,-1-1 1 0 0,1 1-1 0 0,0-1 1 0 0,0 1-1 0 0,0-1 1 0 0,0 0-1 0 0,0 0 1 0 0,1 0 0 0 0,-1-1-1 0 0,1 1 1 0 0,0 0-1 0 0,0-1 1 0 0,4 3-1 0 0,4 1 1 0 0,1 0-1 0 0,0 0 0 0 0,0-1 0 0 0,1-1 0 0 0,0 0 0 0 0,-1-1 0 0 0,1 0 0 0 0,21 1 0 0 0,108-2-681 0 0,-127-2 508 0 0,209-21-4221 0 0,-79-8-1814 0 0,-59 7 155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5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144 101 60 0 0,'25'-81'10716'0'0,"-25"81"-10670"0"0,0-1 0 0 0,1 1-1 0 0,-1-1 1 0 0,0 1 0 0 0,0-1 0 0 0,0 0 0 0 0,0 1 0 0 0,0-1 0 0 0,0 1 0 0 0,0-1 0 0 0,0 0 0 0 0,0 1 0 0 0,0-1 0 0 0,0 1 0 0 0,0-1-1 0 0,0 0 1 0 0,0 1 0 0 0,-1-1 0 0 0,1 1 0 0 0,0-1 0 0 0,0 1 0 0 0,-1-1 0 0 0,1 1 0 0 0,0-1 0 0 0,-1 1 0 0 0,1-1 0 0 0,0 1 0 0 0,-1-1-1 0 0,1 1 1 0 0,-1-1 0 0 0,1 1 0 0 0,-1 0 0 0 0,1-1 0 0 0,-1 1 0 0 0,1 0 0 0 0,-1 0 0 0 0,1-1 0 0 0,-1 1 0 0 0,0 0 0 0 0,1 0 0 0 0,-1 0 0 0 0,1 0-1 0 0,-1-1 1 0 0,0 1 0 0 0,1 0 0 0 0,-1 0 0 0 0,1 0 0 0 0,-1 0 0 0 0,0 1 0 0 0,1-1 0 0 0,-1 0 0 0 0,1 0 0 0 0,-1 0 0 0 0,1 0 0 0 0,-1 1-1 0 0,0-1 1 0 0,0 1 0 0 0,-36 12 494 0 0,36-12-453 0 0,-11 4 75 0 0,1 1 0 0 0,0 0 0 0 0,-18 15 0 0 0,25-18-146 0 0,0 0-1 0 0,1 1 1 0 0,0-1-1 0 0,0 1 1 0 0,0-1-1 0 0,0 1 1 0 0,0 0-1 0 0,1 0 1 0 0,-1 0-1 0 0,1 0 1 0 0,0 1-1 0 0,1-1 1 0 0,-3 7-1 0 0,4-9-14 0 0,0 1-1 0 0,0 0 0 0 0,0-1 1 0 0,1 1-1 0 0,-1 0 0 0 0,0-1 0 0 0,1 1 1 0 0,0-1-1 0 0,0 1 0 0 0,0-1 1 0 0,0 1-1 0 0,0-1 0 0 0,0 1 1 0 0,1-1-1 0 0,-1 0 0 0 0,1 0 1 0 0,-1 0-1 0 0,1 0 0 0 0,0 0 0 0 0,2 2 1 0 0,5 4-2 0 0,0 0 0 0 0,20 12 0 0 0,17 9-16 0 0,-20-14 10 0 0,0 2 0 0 0,28 24 0 0 0,-52-40 6 0 0,-1 0 0 0 0,1 1 0 0 0,-1-1 0 0 0,0 0 0 0 0,0 1 0 0 0,1-1 0 0 0,-1 1 0 0 0,0 0 0 0 0,0-1 0 0 0,-1 1 0 0 0,1 0 1 0 0,0-1-1 0 0,0 1 0 0 0,-1 0 0 0 0,1 0 0 0 0,-1 0 0 0 0,0 0 0 0 0,1-1 0 0 0,-1 1 0 0 0,0 3 0 0 0,-1-2 0 0 0,1 0-1 0 0,-1 0 1 0 0,0-1-1 0 0,0 1 1 0 0,0-1-1 0 0,0 1 1 0 0,-1-1-1 0 0,1 1 1 0 0,-1-1 0 0 0,1 0-1 0 0,-1 1 1 0 0,-3 2-1 0 0,-3 2 13 0 0,0 0 0 0 0,0-1 0 0 0,0 0 0 0 0,-1 0 0 0 0,0 0 0 0 0,-14 5 0 0 0,10-7 17 0 0,1-1 0 0 0,-1 0-1 0 0,-1-1 1 0 0,1-1 0 0 0,0 0 0 0 0,0 0 0 0 0,-1-1 0 0 0,-15-3 0 0 0,29 3-90 0 0,-1 0-1 0 0,0 0 0 0 0,0 0 1 0 0,1 0-1 0 0,-1 0 1 0 0,0 0-1 0 0,0 0 1 0 0,0 0-1 0 0,1 0 1 0 0,-1-1-1 0 0,0 1 0 0 0,0 0 1 0 0,1 0-1 0 0,-1-1 1 0 0,0 1-1 0 0,1-1 1 0 0,-1 1-1 0 0,0-1 1 0 0,1 1-1 0 0,-1-1 1 0 0,1 1-1 0 0,-1-1 0 0 0,1 1 1 0 0,-1-1-1 0 0,1 0 1 0 0,-1 1-1 0 0,1-1 1 0 0,0 0-1 0 0,-1 0 1 0 0,1 1-1 0 0,0-1 1 0 0,0 0-1 0 0,-1 1 0 0 0,1-1 1 0 0,0 0-1 0 0,0 0 1 0 0,0 0-1 0 0,0 1 1 0 0,0-1-1 0 0,0 0 1 0 0,0-1-1 0 0,1-1-581 0 0,0 0 0 0 0,0 0 0 0 0,0 1 0 0 0,0-1 0 0 0,0 0 0 0 0,0 1 0 0 0,1-1 0 0 0,1-2 0 0 0,6-5-3715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5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13 1792 0 0,'18'-12'9380'0'0,"-30"37"-7835"0"0,-5 8-158 0 0,-21 58 0 0 0,34-80-1359 0 0,1 1-1 0 0,0 0 1 0 0,1 0-1 0 0,0 0 1 0 0,1 0-1 0 0,0 0 1 0 0,1 0-1 0 0,1 0 1 0 0,2 16-1 0 0,-2-20-16 0 0,1 0 0 0 0,0 0-1 0 0,0 0 1 0 0,1 0 0 0 0,0-1 0 0 0,0 1 0 0 0,1-1-1 0 0,0 1 1 0 0,0-1 0 0 0,1 0 0 0 0,7 9-1 0 0,-9-13 2 0 0,1 0-1 0 0,-1 0 0 0 0,1 0 1 0 0,0-1-1 0 0,0 1 0 0 0,0-1 1 0 0,0 0-1 0 0,0 0 0 0 0,0 0 0 0 0,1-1 1 0 0,-1 0-1 0 0,0 1 0 0 0,1-2 1 0 0,-1 1-1 0 0,1 0 0 0 0,-1-1 1 0 0,1 0-1 0 0,0 0 0 0 0,-1 0 1 0 0,1 0-1 0 0,-1-1 0 0 0,7-1 0 0 0,-4 0 1 0 0,0-1 1 0 0,0 1-1 0 0,0-1 0 0 0,0-1 0 0 0,0 1 0 0 0,-1-1 0 0 0,0 0 0 0 0,1 0 0 0 0,-2-1 0 0 0,1 0 0 0 0,0 0 0 0 0,-1-1 0 0 0,0 1 0 0 0,0-1 0 0 0,-1 0 0 0 0,1 0 0 0 0,-1-1 0 0 0,-1 1 0 0 0,1-1 0 0 0,-1 0 0 0 0,0 0 0 0 0,-1 0 0 0 0,3-13 0 0 0,-3 13-11 0 0,0-1 0 0 0,-1 1 0 0 0,0-1 0 0 0,0 1 0 0 0,-1 0 0 0 0,0-1 0 0 0,0 1 0 0 0,-1-1 0 0 0,0 1 0 0 0,0-1 0 0 0,-1 1 0 0 0,0 0 0 0 0,0 0 1 0 0,-1 0-1 0 0,0 0 0 0 0,0 0 0 0 0,0 1 0 0 0,-1-1 0 0 0,0 1 0 0 0,0 0 0 0 0,-1 0 0 0 0,0 0 0 0 0,0 1 0 0 0,-6-6 0 0 0,1 4-4 0 0,0 1 0 0 0,-1 0 0 0 0,0 0 0 0 0,0 1 0 0 0,-1 1 0 0 0,0 0 0 0 0,1 1-1 0 0,-1 0 1 0 0,0 0 0 0 0,-1 1 0 0 0,1 1 0 0 0,0 0 0 0 0,-1 1 0 0 0,1 0 0 0 0,-22 3 0 0 0,29-2-31 0 0,0 0 0 0 0,1-1 0 0 0,-1 2 0 0 0,1-1 0 0 0,-1 0 1 0 0,1 1-1 0 0,0 0 0 0 0,0 0 0 0 0,-1 0 0 0 0,1 1 0 0 0,1-1 0 0 0,-1 1 0 0 0,0 0 1 0 0,1 0-1 0 0,-6 6 0 0 0,9-9-24 0 0,-1 1 0 0 0,1 0 0 0 0,0-1 0 0 0,0 1 0 0 0,0 0-1 0 0,0-1 1 0 0,-1 1 0 0 0,1 0 0 0 0,0 0 0 0 0,0-1 0 0 0,0 1 0 0 0,0 0 0 0 0,1-1 0 0 0,-1 1 0 0 0,0 0 0 0 0,0 0 0 0 0,0-1 0 0 0,0 1 0 0 0,1 0 0 0 0,-1-1 0 0 0,0 1 0 0 0,1 0 0 0 0,-1-1-1 0 0,1 1 1 0 0,-1-1 0 0 0,0 1 0 0 0,1-1 0 0 0,-1 1 0 0 0,1-1 0 0 0,0 1 0 0 0,-1-1 0 0 0,1 1 0 0 0,-1-1 0 0 0,2 1 0 0 0,21 10-1988 0 0,17-6-2870 0 0,-19-4 435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6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1 109 652 0 0,'31'-108'13046'0'0,"-31"113"-11765"0"0,-2 20-34 0 0,-5 37-293 0 0,-2 33-491 0 0,3 1 1 0 0,5-1 0 0 0,14 118-1 0 0,-11-190-448 0 0,7 55 33 0 0,-7-68-58 0 0,0 0-1 0 0,1-1 0 0 0,0 0 1 0 0,0 0-1 0 0,8 16 1 0 0,-10-24-38 0 0,0 1 0 0 0,0-1 0 0 0,0 0-1 0 0,0 1 1 0 0,1-1 0 0 0,-1 0 0 0 0,0 0 0 0 0,0 0 0 0 0,1 0 0 0 0,-1 0 0 0 0,1 0 0 0 0,-1 0 0 0 0,1 0 0 0 0,-1-1 0 0 0,1 1-1 0 0,-1-1 1 0 0,1 1 0 0 0,0-1 0 0 0,-1 1 0 0 0,1-1 0 0 0,0 0 0 0 0,-1 0 0 0 0,1 0 0 0 0,0 0 0 0 0,-1 0 0 0 0,1 0 0 0 0,0 0 0 0 0,-1-1-1 0 0,1 1 1 0 0,0-1 0 0 0,-1 1 0 0 0,1-1 0 0 0,-1 1 0 0 0,1-1 0 0 0,-1 0 0 0 0,1 0 0 0 0,1-1 0 0 0,5-3-308 0 0,0 0-1 0 0,-1 0 1 0 0,1-1 0 0 0,-1 0 0 0 0,8-9-1 0 0,-1-1-7 0 0,-1-1 0 0 0,0-1 0 0 0,-1 0 0 0 0,16-32 0 0 0,30-84 1607 0 0,-49 112-392 0 0,-4 8-171 0 0,5-8-45 0 0,-9 21-247 0 0,-1 1-364 0 0,1 0 0 0 0,0 1 0 0 0,-1-1 0 0 0,1 1 0 0 0,-1-1-1 0 0,1 0 1 0 0,-1 1 0 0 0,0-1 0 0 0,1 1 0 0 0,-1-1 0 0 0,1 1 0 0 0,-1 0-1 0 0,0-1 1 0 0,0 1 0 0 0,1-1 0 0 0,-1 1 0 0 0,0-1 0 0 0,0 1 0 0 0,0 0-1 0 0,1-1 1 0 0,-1 1 0 0 0,0 1 0 0 0,3 18 186 0 0,-2-17-159 0 0,6 58 288 0 0,3 22-194 0 0,-9-81-143 0 0,1 10 18 0 0,0-1-1 0 0,2 0 1 0 0,4 13 0 0 0,-6-21-15 0 0,-1 0 0 0 0,1-1 0 0 0,-1 1 0 0 0,1 0 0 0 0,0-1 1 0 0,0 1-1 0 0,0-1 0 0 0,0 0 0 0 0,0 1 0 0 0,1-1 0 0 0,-1 0 1 0 0,1 0-1 0 0,-1-1 0 0 0,1 1 0 0 0,0 0 0 0 0,5 1 0 0 0,-5-2-9 0 0,1 1 0 0 0,0-1 0 0 0,-1-1 0 0 0,1 1 0 0 0,0 0 0 0 0,0-1 0 0 0,0 0 0 0 0,0 0 0 0 0,-1 0 0 0 0,1 0 0 0 0,0-1 0 0 0,0 0 0 0 0,0 1 0 0 0,0-1 1 0 0,-1-1-1 0 0,5 0 0 0 0,-3-1-24 0 0,1-1 0 0 0,-1 1 1 0 0,0-1-1 0 0,0 1 1 0 0,0-1-1 0 0,0-1 1 0 0,-1 1-1 0 0,1-1 0 0 0,3-5 1 0 0,5-10-39 0 0,0-1-1 0 0,-1 0 1 0 0,-2 0-1 0 0,9-25 1 0 0,-17 42 76 0 0,6-18 166 0 0,-1-1-1 0 0,7-38 1 0 0,-14 59-58 0 0,2 28-18 0 0,-4 46 54 0 0,0-43-138 0 0,1 0-1 0 0,2 0 1 0 0,5 40-1 0 0,-5-66-66 0 0,-1 0-1 0 0,1 1 0 0 0,0-1 0 0 0,0 0 0 0 0,0 0 1 0 0,0 0-1 0 0,1 0 0 0 0,-1 1 0 0 0,1-2 0 0 0,0 1 1 0 0,0 0-1 0 0,0 0 0 0 0,0-1 0 0 0,0 1 0 0 0,1-1 0 0 0,-1 1 1 0 0,1-1-1 0 0,-1 0 0 0 0,1 0 0 0 0,0 0 0 0 0,4 1 1 0 0,-3-1-244 0 0,-1-2 1 0 0,1 1 0 0 0,0 0 0 0 0,-1-1 0 0 0,1 1 0 0 0,0-1-1 0 0,-1 0 1 0 0,1 0 0 0 0,0-1 0 0 0,-1 1 0 0 0,1-1 0 0 0,0 0-1 0 0,-1 0 1 0 0,1 0 0 0 0,-1 0 0 0 0,1 0 0 0 0,-1-1-1 0 0,0 0 1 0 0,5-2 0 0 0,-3 0-448 0 0,0 1 0 0 0,-1-1 0 0 0,1 0-1 0 0,-1 0 1 0 0,0 0 0 0 0,3-5 0 0 0,9-13-3440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29 254 716 0 0,'1'-49'4346'0'0,"-2"-1"-1"0"0,-9-50 1 0 0,5 55-1163 0 0,2 35-1354 0 0,-1 18-1179 0 0,-1 18 122 0 0,4 36 1022 0 0,11 112 0 0 0,24 62-973 0 0,-4-37-320 0 0,-26-166-424 0 0,0 0-1539 0 0,0-1-1 0 0,18 62 1 0 0,-21-90 899 0 0,1 0 0 0 0,0 0 0 0 0,0 0 0 0 0,0 0 0 0 0,0-1 0 0 0,5 7 0 0 0,12 3-7084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6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1112 0 0,'12'-48'16413'0'0,"-10"52"-16142"0"0,-1 0 1 0 0,1 0-1 0 0,0 0 1 0 0,-1 1-1 0 0,0-1 0 0 0,0 1 1 0 0,0 4-1 0 0,-1-5-184 0 0,14 101 1082 0 0,-11-69-1252 0 0,2-1-1 0 0,12 48 1 0 0,-16-79-158 0 0,0 0 0 0 0,1-1 0 0 0,0 1 0 0 0,-1-1 0 0 0,1 0 0 0 0,0 1 0 0 0,1-1 0 0 0,-1 0 0 0 0,1 0 0 0 0,-1 0 0 0 0,1-1 0 0 0,0 1 0 0 0,0-1 0 0 0,0 1 0 0 0,0-1 0 0 0,0 0 1 0 0,1 0-1 0 0,-1-1 0 0 0,1 1 0 0 0,5 2 0 0 0,-4-3-479 0 0,-1 0 0 0 0,1 0 1 0 0,0 0-1 0 0,-1-1 0 0 0,1 0 1 0 0,0 1-1 0 0,-1-2 0 0 0,1 1 1 0 0,0 0-1 0 0,7-3 0 0 0,9-3-4601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7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1484 0 0,'14'-24'11709'0'0,"-11"33"-10741"0"0,-2 1-254 0 0,0 0 0 0 0,0 0 0 0 0,-2 16 0 0 0,1 14 484 0 0,3 1-422 0 0,-2-14-438 0 0,1 0 0 0 0,7 28 1 0 0,-8-49-292 0 0,1 1 1 0 0,0 0 0 0 0,0 0 0 0 0,1-1 0 0 0,-1 1 0 0 0,2-1-1 0 0,-1 0 1 0 0,1 0 0 0 0,0 0 0 0 0,0 0 0 0 0,0-1-1 0 0,10 10 1 0 0,-10-12-34 0 0,0-1 0 0 0,0 0 0 0 0,0 1 0 0 0,0-1 1 0 0,0 0-1 0 0,0-1 0 0 0,0 1 0 0 0,1-1 0 0 0,-1 0 0 0 0,1 0 0 0 0,-1 0 0 0 0,1-1 0 0 0,-1 0 0 0 0,1 0 0 0 0,0 0 0 0 0,-1 0 0 0 0,1 0 0 0 0,-1-1 0 0 0,1 0 0 0 0,-1 0 0 0 0,7-3 0 0 0,-2 1-6 0 0,0 0-1 0 0,-1-1 0 0 0,1 0 0 0 0,0-1 1 0 0,-1 0-1 0 0,0 0 0 0 0,0-1 0 0 0,-1 0 0 0 0,9-9 1 0 0,-7 4-10 0 0,1 0 0 0 0,-1-1 0 0 0,-1 0 0 0 0,0 0 0 0 0,-1-1 0 0 0,0 0 0 0 0,6-20 0 0 0,-10 28-1 0 0,-1-1 0 0 0,-1 1 0 0 0,1-1 0 0 0,-1 1 0 0 0,0-1 0 0 0,0 0 0 0 0,-1 1 0 0 0,1-1 0 0 0,-1 0 0 0 0,-1 0 0 0 0,1 0 0 0 0,-1 1 0 0 0,0-1 0 0 0,0 0 0 0 0,-1 1 0 0 0,1-1 0 0 0,-1 1 0 0 0,-1 0 0 0 0,1-1 0 0 0,-1 1 0 0 0,-6-9 0 0 0,5 10 5 0 0,0 0 1 0 0,-1 0-1 0 0,1 0 1 0 0,-1 1-1 0 0,0-1 1 0 0,0 1-1 0 0,0 1 1 0 0,-1-1-1 0 0,1 1 1 0 0,-1 0-1 0 0,1 0 1 0 0,-1 0-1 0 0,0 1 1 0 0,0 0-1 0 0,1 0 1 0 0,-1 0-1 0 0,0 1 1 0 0,0 0-1 0 0,0 0 1 0 0,0 1-1 0 0,0-1 1 0 0,-11 4-1 0 0,5-1-1 0 0,1 0 0 0 0,-1 0 0 0 0,1 1 1 0 0,-1 1-1 0 0,1 0 0 0 0,1 1 0 0 0,-1 0 0 0 0,1 0 0 0 0,0 1 0 0 0,-12 11 1 0 0,16-12-133 0 0,-1 2 1 0 0,1-1-1 0 0,0 1 1 0 0,1 0 0 0 0,0 0-1 0 0,0 0 1 0 0,-6 17 0 0 0,10-21-227 0 0,-1 0 0 0 0,1 0 0 0 0,0 0 0 0 0,1 0 0 0 0,-1 0 0 0 0,1 0 0 0 0,-1 1 0 0 0,1-1 0 0 0,1 4 0 0 0,-1-5-129 0 0,1-1 1 0 0,-1 0 0 0 0,1 1 0 0 0,0-1-1 0 0,0 0 1 0 0,-1 0 0 0 0,2 0-1 0 0,-1 0 1 0 0,0 0 0 0 0,0 0 0 0 0,1 0-1 0 0,-1 0 1 0 0,1 0 0 0 0,-1 0 0 0 0,1-1-1 0 0,0 1 1 0 0,2 1 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7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 2792 0 0,'-2'-17'10694'0'0,"1"27"-9577"0"0,1 0 1 0 0,-1 0-1 0 0,3 13 1 0 0,12 62 1329 0 0,-9-62-2027 0 0,40 167 1953 0 0,-45-189-2271 0 0,0 0 0 0 0,0 0 0 0 0,0 0 0 0 0,0 0 0 0 0,1 0 0 0 0,-1 0 0 0 0,0 0 0 0 0,1 0 0 0 0,-1 0 0 0 0,1 0 0 0 0,-1 0 0 0 0,1 0 0 0 0,-1 0 0 0 0,1 0 0 0 0,0 0 0 0 0,1 1 0 0 0,-2-2-77 0 0,1 0 1 0 0,-1 0-1 0 0,1 0 1 0 0,-1 0-1 0 0,0 0 1 0 0,1 0-1 0 0,-1 0 0 0 0,1 0 1 0 0,-1-1-1 0 0,1 1 1 0 0,-1 0-1 0 0,0 0 1 0 0,1 0-1 0 0,-1 0 1 0 0,0-1-1 0 0,1 1 1 0 0,-1 0-1 0 0,0-1 1 0 0,1 1-1 0 0,-1 0 1 0 0,0 0-1 0 0,0-1 1 0 0,1 1-1 0 0,-1 0 1 0 0,0-1-1 0 0,0 1 0 0 0,1-1 1 0 0,-1 0-1 0 0,18-40 130 0 0,-14 31-24 0 0,-3 6-130 0 0,59-123-3 0 0,-52 113-9 0 0,1 0-1 0 0,0 1 0 0 0,1 0 0 0 0,0 0 1 0 0,1 1-1 0 0,20-17 0 0 0,-29 27 6 0 0,0 0 0 0 0,0 1 0 0 0,0-1 0 0 0,0 0 0 0 0,0 1 0 0 0,1 0 0 0 0,-1 0 0 0 0,0-1 0 0 0,1 1-1 0 0,-1 0 1 0 0,1 1 0 0 0,-1-1 0 0 0,1 0 0 0 0,-1 1 0 0 0,1 0 0 0 0,0-1 0 0 0,-1 1 0 0 0,1 0 0 0 0,0 0 0 0 0,-1 1 0 0 0,1-1 0 0 0,0 0 0 0 0,-1 1 0 0 0,1 0 0 0 0,-1-1 0 0 0,1 1-1 0 0,-1 0 1 0 0,1 0 0 0 0,-1 1 0 0 0,0-1 0 0 0,4 3 0 0 0,-1 0 19 0 0,-1 1-1 0 0,0-1 1 0 0,0 1-1 0 0,0 0 0 0 0,0 0 1 0 0,-1 1-1 0 0,0-1 1 0 0,0 1-1 0 0,-1-1 1 0 0,1 1-1 0 0,-1 0 1 0 0,2 7-1 0 0,1 18 72 0 0,-1 0-1 0 0,-1 0 1 0 0,-1 1-1 0 0,-4 38 1 0 0,1-16-73 0 0,2-53-10 0 0,-1 0 1 0 0,0 1 0 0 0,0-1-1 0 0,1 0 1 0 0,-1 0-1 0 0,1 0 1 0 0,-1 0 0 0 0,1 0-1 0 0,-1 0 1 0 0,1 0-1 0 0,0 0 1 0 0,0 0 0 0 0,-1 0-1 0 0,1 0 1 0 0,0 0-1 0 0,0 0 1 0 0,0 0 0 0 0,0-1-1 0 0,0 1 1 0 0,0 0-1 0 0,0-1 1 0 0,0 1 0 0 0,0-1-1 0 0,0 1 1 0 0,1-1-1 0 0,-1 0 1 0 0,0 1 0 0 0,2-1-1 0 0,31 4-231 0 0,-23-5-129 0 0,-1-1-1 0 0,1 0 1 0 0,-1 0-1 0 0,1-1 1 0 0,-1 0-1 0 0,0-1 1 0 0,0-1-1 0 0,0 1 1 0 0,-1-1-1 0 0,1-1 1 0 0,10-8-1 0 0,-8 5-1077 0 0,0-1-1 0 0,18-20 1 0 0,-20 18-1154 0 0,-1 0 0 0 0,14-21 0 0 0,-9 5-4690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0 2244 0 0,'-184'14'12446'0'0,"180"-14"-12119"0"0,-5-2 391 0 0,10-1-1072 0 0,14-3-1679 0 0,-14 6 1783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8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2192 0 0,'-91'35'8190'0'0,"80"-26"-6149"0"0,11-9-2005 0 0,0 1 1 0 0,-1-1-1 0 0,1 0 1 0 0,0 0-1 0 0,0 0 1 0 0,0 1-1 0 0,0-1 1 0 0,0 0-1 0 0,-1 0 1 0 0,1 0-1 0 0,0 1 1 0 0,0-1-1 0 0,0 0 1 0 0,0 0-1 0 0,0 1 1 0 0,0-1-1 0 0,0 0 1 0 0,0 0-1 0 0,0 1 1 0 0,0-1-1 0 0,0 0 1 0 0,0 0-1 0 0,0 1 1 0 0,0-1-1 0 0,0 0 1 0 0,0 0-1 0 0,0 1 1 0 0,1-1-1 0 0,-1 0 1 0 0,0 0-1 0 0,0 0 1 0 0,0 1-1 0 0,0-1 1 0 0,0 0-1 0 0,0 0 1 0 0,1 0-1 0 0,-1 1 1 0 0,0-1-1 0 0,0 0 1 0 0,0 0-1 0 0,1 0 1 0 0,-1 0-1 0 0,0 0 1 0 0,0 1-1 0 0,0-1 0 0 0,1 0 1 0 0,-1 0-1 0 0,0 0 1 0 0,0 0-1 0 0,1 0 1 0 0,-1 0-1 0 0,0 0 1 0 0,0 0-1 0 0,1 0 1 0 0,-1 0-1 0 0,0 0 1 0 0,1 0-1 0 0,23 3 298 0 0,0-1-1 0 0,1-2 0 0 0,-1 0 0 0 0,35-5 0 0 0,-4 1-179 0 0,126-4-909 0 0,0-1-5904 0 0,-104 3 118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9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51 319 992 0 0,'-11'-15'2967'0'0,"2"0"-1"0"0,-15-30 1 0 0,18 32-931 0 0,7 37-1501 0 0,2-1 0 0 0,9 40 0 0 0,-1-3-203 0 0,19 96 46 0 0,-17-93-152 0 0,-13-63-219 0 0,0 1 0 0 0,0 0 0 0 0,1-1-1 0 0,-1 1 1 0 0,0 0 0 0 0,1-1 0 0 0,-1 1 0 0 0,0 0-1 0 0,1-1 1 0 0,-1 1 0 0 0,0 0 0 0 0,1-1 0 0 0,-1 1-1 0 0,1-1 1 0 0,0 1 0 0 0,-1-1 0 0 0,1 1-1 0 0,-1-1 1 0 0,1 0 0 0 0,0 1 0 0 0,-1-1 0 0 0,1 1-1 0 0,0-1 1 0 0,-1 0 0 0 0,1 0 0 0 0,0 0 0 0 0,-1 1-1 0 0,1-1 1 0 0,0 0 0 0 0,0 0 0 0 0,-1 0 0 0 0,1 0-1 0 0,0 0 1 0 0,-1 0 0 0 0,1 0 0 0 0,0 0-1 0 0,0 0 1 0 0,-1-1 0 0 0,1 1 0 0 0,0 0 0 0 0,-1 0-1 0 0,1-1 1 0 0,0 1 0 0 0,-1 0 0 0 0,1-1 0 0 0,1 0-1 0 0,2-1 8 0 0,-1 0 0 0 0,1 0-1 0 0,-1-1 1 0 0,1 1 0 0 0,-1-1-1 0 0,6-5 1 0 0,-1-3 5 0 0,1 0 0 0 0,-1-1-1 0 0,-1 0 1 0 0,0-1 0 0 0,7-18 0 0 0,19-71 28 0 0,-1 5 90 0 0,-28 84-149 0 0,-4 11 8 0 0,0 1 0 0 0,0 0 0 0 0,1-1 0 0 0,-1 1 0 0 0,1-1 0 0 0,-1 1 0 0 0,1 0 0 0 0,0 0 0 0 0,-1-1 0 0 0,1 1 0 0 0,0 0 0 0 0,0 0 0 0 0,0 0 0 0 0,0 0 0 0 0,0 0 0 0 0,0 0 0 0 0,0 0 0 0 0,2-1 0 0 0,-3 2 3 0 0,1-1 0 0 0,-1 1 0 0 0,1 0 0 0 0,-1 0 1 0 0,0 0-1 0 0,1 0 0 0 0,-1 0 0 0 0,1 0 0 0 0,-1 0 1 0 0,1 0-1 0 0,-1 0 0 0 0,1 1 0 0 0,-1-1 0 0 0,0 0 0 0 0,1 0 1 0 0,-1 0-1 0 0,1 0 0 0 0,-1 1 0 0 0,1-1 0 0 0,-1 0 1 0 0,0 0-1 0 0,1 1 0 0 0,-1-1 0 0 0,0 0 0 0 0,1 1 0 0 0,-1-1 1 0 0,0 0-1 0 0,1 1 0 0 0,10 14-13 0 0,-8-11 9 0 0,18 23 7 0 0,75 85 7 0 0,-71-89 159 0 0,-23-22-126 0 0,-2-1-40 0 0,0 1 0 0 0,0-1 0 0 0,0 0 0 0 0,1 0 0 0 0,-1 0 0 0 0,0 0 0 0 0,1 1 0 0 0,-1-1 0 0 0,0 0 0 0 0,0 0 0 0 0,1 0 0 0 0,-1 0 0 0 0,0 0 0 0 0,1 0 0 0 0,-1 0 0 0 0,0 0 0 0 0,1 0 0 0 0,-1 0 0 0 0,0 0 0 0 0,1 0 0 0 0,-1 0 0 0 0,0 0 0 0 0,1 0 0 0 0,-1 0 0 0 0,0 0 0 0 0,1 0 0 0 0,-1 0 0 0 0,0 0 0 0 0,0 0 0 0 0,1-1 0 0 0,-1 1 0 0 0,0 0 0 0 0,1-1 0 0 0,9-3 30 0 0,-8 2-25 0 0,0 0-1 0 0,-1 0 0 0 0,1 0 1 0 0,-1 0-1 0 0,0 0 0 0 0,1-1 1 0 0,-1 1-1 0 0,0 0 0 0 0,0-1 1 0 0,-1 1-1 0 0,1-1 0 0 0,0-2 0 0 0,3-29 22 0 0,-3-13 41 0 0,-10-68 0 0 0,4 60-42 0 0,0-7-28 0 0,5 61-3 0 0,0 0 4 0 0,1 0 0 0 0,-1 1 0 0 0,1-1 0 0 0,-1 0 0 0 0,1 1 0 0 0,-1-1-1 0 0,1 1 1 0 0,-1-1 0 0 0,1 1 0 0 0,0 0 0 0 0,-1-1 0 0 0,1 1 0 0 0,0-1-1 0 0,-1 1 1 0 0,1 0 0 0 0,0 0 0 0 0,1-1 0 0 0,16 3-5 0 0,1 0-1 0 0,-1 1 1 0 0,1 2 0 0 0,19 6 0 0 0,42 9-21 0 0,-58-16-173 0 0,0-2-1 0 0,0 0 0 0 0,0-1 0 0 0,1-1 0 0 0,33-5 0 0 0,-49 4 155 0 0,0 0-1 0 0,0-1 0 0 0,0 0 0 0 0,0 0 0 0 0,0-1 0 0 0,0 0 1 0 0,-1 0-1 0 0,1 0 0 0 0,-1-1 0 0 0,0 0 0 0 0,0 0 0 0 0,0-1 1 0 0,0 0-1 0 0,-1 0 0 0 0,0 0 0 0 0,0 0 0 0 0,0-1 0 0 0,-1 0 1 0 0,0 0-1 0 0,4-8 0 0 0,-6 8 144 0 0,0 0 1 0 0,0-1-1 0 0,-1 1 1 0 0,0 0-1 0 0,0-1 1 0 0,0 1-1 0 0,-2-13 1 0 0,1 16 54 0 0,-4 5-42 0 0,4-2-105 0 0,0 0 0 0 0,-1 0 0 0 0,1 0-1 0 0,-1 0 1 0 0,1 0 0 0 0,-1 0-1 0 0,1 0 1 0 0,0 1 0 0 0,-1-1 0 0 0,1 0-1 0 0,-1 0 1 0 0,1 0 0 0 0,0 1-1 0 0,-1-1 1 0 0,1 0 0 0 0,0 0 0 0 0,-1 1-1 0 0,1-1 1 0 0,0 0 0 0 0,-1 1-1 0 0,1-1 1 0 0,0 0 0 0 0,0 1 0 0 0,-1 0-1 0 0,-7 18 67 0 0,1 1-1 0 0,0 0 1 0 0,2 1-1 0 0,0-1 1 0 0,1 1-1 0 0,1 0 1 0 0,1 0-1 0 0,1 0 0 0 0,1 1 1 0 0,4 32-1 0 0,-3-49-87 0 0,0 1-1 0 0,1 0 0 0 0,0 0 0 0 0,0-1 0 0 0,0 1 0 0 0,1-1 0 0 0,-1 0 0 0 0,1 0 0 0 0,1 0 1 0 0,-1 0-1 0 0,1 0 0 0 0,-1-1 0 0 0,1 1 0 0 0,1-1 0 0 0,-1 0 0 0 0,1 0 0 0 0,-1-1 0 0 0,1 1 1 0 0,0-1-1 0 0,0 0 0 0 0,1 0 0 0 0,-1-1 0 0 0,0 0 0 0 0,11 3 0 0 0,-10-3-527 0 0,1-1-1 0 0,-1 0 0 0 0,1 0 0 0 0,0 0 1 0 0,-1-1-1 0 0,1 0 0 0 0,-1-1 0 0 0,1 0 0 0 0,-1 0 1 0 0,1 0-1 0 0,-1 0 0 0 0,1-1 0 0 0,-1 0 1 0 0,8-4-1 0 0,5-4-3865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9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71 2128 0 0,'-26'-15'2109'0'0,"0"1"0"0"0,-1 2 0 0 0,-48-15 0 0 0,74 26-2097 0 0,0 1 0 0 0,1 0 0 0 0,-1 0 0 0 0,0-1 0 0 0,0 1 0 0 0,1 0 0 0 0,-1 0 0 0 0,0 0 0 0 0,0 0 0 0 0,1 0 0 0 0,-1 0 0 0 0,0 0 0 0 0,0 0 0 0 0,1 0 0 0 0,-1 0 0 0 0,0 0 0 0 0,0 1 0 0 0,1-1 0 0 0,-1 0 0 0 0,0 0 0 0 0,1 1-1 0 0,-1-1 1 0 0,0 0 0 0 0,1 1 0 0 0,-1-1 0 0 0,0 1 0 0 0,1-1 0 0 0,-1 1 0 0 0,1-1 0 0 0,-1 1 0 0 0,1 0 0 0 0,-1-1 0 0 0,1 1 0 0 0,0-1 0 0 0,-1 1 0 0 0,1 0 0 0 0,0 0 0 0 0,-1-1 0 0 0,1 1 0 0 0,0 0 0 0 0,-1 1 0 0 0,1-1-64 0 0,0 1 0 0 0,0 0 0 0 0,0-1 0 0 0,0 1 0 0 0,0 0 0 0 0,1-1-1 0 0,-1 1 1 0 0,0-1 0 0 0,1 1 0 0 0,-1 0 0 0 0,1-1 0 0 0,0 1 0 0 0,-1-1-1 0 0,1 1 1 0 0,0-1 0 0 0,2 3 0 0 0,2 2-934 0 0,1 0 0 0 0,0-1 0 0 0,0 0 0 0 0,10 7 0 0 0,1-2-1861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3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1840 0 0,'2'-1'3795'0'0,"-1"1"-3493"0"0,0-1-1 0 0,0 1 1 0 0,0 0 0 0 0,0 0-1 0 0,0 0 1 0 0,-1 0-1 0 0,1 0 1 0 0,0 0 0 0 0,0 0-1 0 0,0 0 1 0 0,0 0-1 0 0,0 0 1 0 0,0 0 0 0 0,0 0-1 0 0,-1 1 1 0 0,1-1-1 0 0,0 0 1 0 0,0 1 0 0 0,0-1-1 0 0,0 0 1 0 0,3 4 1809 0 0,-2-2-1809 0 0,4 13 699 0 0,11 91 3191 0 0,-7 59-2600 0 0,-7-97-1194 0 0,-1 41-70 0 0,-3-66-529 0 0,3 0 0 0 0,11 80-1 0 0,-12-121 75 0 0,-1-1-1 0 0,1 1 1 0 0,-1 0-1 0 0,1 0 1 0 0,0-1-1 0 0,-1 1 1 0 0,1 0-1 0 0,0-1 1 0 0,0 1-1 0 0,2 1 1 0 0,-2-2-265 0 0,0 0 0 0 0,0 0 0 0 0,0 0 0 0 0,0 0 0 0 0,1 0 0 0 0,-1-1 0 0 0,0 1 0 0 0,0-1 0 0 0,1 1 0 0 0,-1-1 1 0 0,0 1-1 0 0,1-1 0 0 0,-1 1 0 0 0,0-1 0 0 0,1 0 0 0 0,-1 0 0 0 0,1 0 0 0 0,-1 0 0 0 0,0 0 0 0 0,1 0 0 0 0,-1 0 0 0 0,1 0 0 0 0,-1-1 0 0 0,0 1 1 0 0,1-1-1 0 0,-1 1 0 0 0,0-1 0 0 0,3-1 0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0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2308 0 0,'2'-54'14862'0'0,"0"74"-11722"0"0,2 190 591 0 0,2 38-5060 0 0,-5-224-313 0 0,1 12-2742 0 0,4-14-2758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0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1976 0 0,'69'-89'8290'0'0,"-67"87"-7869"0"0,-2 1-343 0 0,1 1 0 0 0,0 0 1 0 0,-1 0-1 0 0,1 0 0 0 0,-1-1 0 0 0,1 1 1 0 0,0 0-1 0 0,-1 0 0 0 0,1 0 0 0 0,0 0 1 0 0,-1 0-1 0 0,1 0 0 0 0,-1 0 0 0 0,1 1 1 0 0,0-1-1 0 0,-1 0 0 0 0,1 0 0 0 0,-1 0 1 0 0,2 1-1 0 0,2 15 405 0 0,0 0 0 0 0,-1 0-1 0 0,-1 0 1 0 0,0 1 0 0 0,-1-1 0 0 0,-2 20 0 0 0,2-7-150 0 0,-7 361 1321 0 0,3-304-1527 0 0,2-58-15 0 0,-6 99 1587 0 0,7-125-1119 0 0,-2-4-464 0 0,1 0-96 0 0,-1-1 0 0 0,0 0 0 0 0,1 0 0 0 0,0 0 0 0 0,0 0 0 0 0,0-1 0 0 0,0 1 0 0 0,0 0-1 0 0,1 0 1 0 0,-1 0 0 0 0,1-1 0 0 0,0-4 0 0 0,3-48 48 0 0,-1 35-55 0 0,-1 7-12 0 0,1 0 0 0 0,0 0-1 0 0,1 0 1 0 0,0 0 0 0 0,1 1-1 0 0,0-1 1 0 0,2 1 0 0 0,-1 0-1 0 0,13-20 1 0 0,-14 27-5 0 0,0 1 0 0 0,0-1-1 0 0,1 1 1 0 0,0 0 0 0 0,0 0-1 0 0,0 1 1 0 0,0-1 0 0 0,1 1 0 0 0,-1 1-1 0 0,1-1 1 0 0,0 1 0 0 0,1 0-1 0 0,-1 0 1 0 0,0 0 0 0 0,1 1 0 0 0,0 0-1 0 0,-1 0 1 0 0,1 1 0 0 0,0 0-1 0 0,0 0 1 0 0,11 1 0 0 0,-8 0 9 0 0,0 1 0 0 0,-1 0 0 0 0,1 0 0 0 0,0 1 0 0 0,-1 1 0 0 0,1-1 1 0 0,-1 2-1 0 0,1-1 0 0 0,-1 1 0 0 0,0 1 0 0 0,-1-1 0 0 0,1 2 0 0 0,-1-1 0 0 0,0 1 0 0 0,0 0 0 0 0,-1 1 1 0 0,13 14-1 0 0,-15-15 1 0 0,0 1 0 0 0,0-1 0 0 0,-1 1 0 0 0,0 0 0 0 0,-1 0 0 0 0,1 0 0 0 0,-1 1 0 0 0,-1-1 0 0 0,1 1 0 0 0,-1 0 0 0 0,-1 0 0 0 0,1 0 0 0 0,-2 0 0 0 0,1 0 0 0 0,-1 0 0 0 0,0 0 0 0 0,0 0 0 0 0,-1 0 0 0 0,0-1 0 0 0,-1 1 0 0 0,1 0 0 0 0,-6 12 0 0 0,2-8 12 0 0,0-1 0 0 0,-1 1 1 0 0,-1-1-1 0 0,0 0 0 0 0,0 0 0 0 0,-1-1 1 0 0,0 0-1 0 0,-1-1 0 0 0,0 0 0 0 0,-21 16 1 0 0,17-15 3 0 0,-1-1 1 0 0,-1 0-1 0 0,0-1 1 0 0,0-1-1 0 0,-1 0 1 0 0,0-1-1 0 0,-28 7 1 0 0,41-13-101 0 0,1 1 1 0 0,-1-1 0 0 0,1 0 0 0 0,-1 0-1 0 0,0 0 1 0 0,1 0 0 0 0,-1-1 0 0 0,1 1-1 0 0,-1-1 1 0 0,0 1 0 0 0,1-1 0 0 0,-1 0-1 0 0,1 0 1 0 0,0 0 0 0 0,-1 0 0 0 0,1-1-1 0 0,0 1 1 0 0,0 0 0 0 0,0-1 0 0 0,-2-2-1 0 0,3 3-87 0 0,1 0 0 0 0,-1 0 0 0 0,1 0-1 0 0,-1-1 1 0 0,1 1 0 0 0,0 0 0 0 0,-1-1 0 0 0,1 1-1 0 0,0 0 1 0 0,0-1 0 0 0,0 1 0 0 0,0 0-1 0 0,0 0 1 0 0,0-1 0 0 0,1 1 0 0 0,-1 0-1 0 0,0-1 1 0 0,1 1 0 0 0,-1 0 0 0 0,1 0-1 0 0,-1-1 1 0 0,1 1 0 0 0,0 0 0 0 0,0-1-1 0 0,21-26-3564 0 0,-4 11-51 0 0,4-3-1667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1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87 1512 0 0,'2'-1'1640'0'0,"-1"1"-1441"0"0,1 0-1 0 0,-1 0 0 0 0,0-1 0 0 0,0 1 0 0 0,0 0 1 0 0,0 0-1 0 0,1 0 0 0 0,-1 0 0 0 0,0 0 1 0 0,0 1-1 0 0,0-1 0 0 0,0 0 0 0 0,0 0 1 0 0,0 1-1 0 0,1-1 0 0 0,-1 1 0 0 0,0-1 1 0 0,0 1-1 0 0,0-1 0 0 0,0 1 0 0 0,0 0 0 0 0,-1 0 1 0 0,1-1-1 0 0,0 1 0 0 0,0 0 0 0 0,0 0 1 0 0,-1 0-1 0 0,1 0 0 0 0,0 0 0 0 0,-1 0 1 0 0,1 0-1 0 0,-1 0 0 0 0,1 0 0 0 0,-1 0 0 0 0,1 0 1 0 0,-1 2-1 0 0,2 1-10 0 0,-1 0 116 0 0,0 1 0 0 0,1-1-1 0 0,0 1 1 0 0,0-1 0 0 0,0 0 0 0 0,0 1 0 0 0,6 6 0 0 0,-6-9-232 0 0,1 0 0 0 0,-1 0 0 0 0,0-1 0 0 0,1 0 0 0 0,-1 1 0 0 0,1-1 0 0 0,-1 0 0 0 0,1 0 0 0 0,0 0 0 0 0,-1 0 0 0 0,1-1 0 0 0,0 1 0 0 0,0-1 0 0 0,0 0 0 0 0,-1 0 0 0 0,1 1 0 0 0,3-2 0 0 0,0 1-33 0 0,-1 0 0 0 0,1-1 0 0 0,-1 0 0 0 0,1 0 0 0 0,-1 0 0 0 0,1-1 0 0 0,-1 0 0 0 0,0 0 0 0 0,0 0 0 0 0,0-1 0 0 0,0 1 0 0 0,7-6 0 0 0,-9 5-27 0 0,0 1-1 0 0,0-1 0 0 0,0 0 1 0 0,0 0-1 0 0,-1 0 0 0 0,1 0 1 0 0,-1 0-1 0 0,0 0 0 0 0,0-1 1 0 0,0 1-1 0 0,0-1 0 0 0,-1 0 1 0 0,1 1-1 0 0,-1-1 0 0 0,0 0 1 0 0,0 0-1 0 0,-1 0 0 0 0,1 0 1 0 0,-1-6-1 0 0,0 5-3 0 0,0-1 1 0 0,0 1-1 0 0,-1 0 1 0 0,0 0-1 0 0,0 0 0 0 0,-3-10 1 0 0,3 14-9 0 0,0 0 1 0 0,1-1-1 0 0,-1 1 0 0 0,0-1 1 0 0,0 1-1 0 0,1 0 1 0 0,-1 0-1 0 0,0 0 1 0 0,0-1-1 0 0,-1 1 1 0 0,1 0-1 0 0,0 0 1 0 0,0 0-1 0 0,0 1 0 0 0,-1-1 1 0 0,1 0-1 0 0,0 0 1 0 0,-1 1-1 0 0,1-1 1 0 0,-1 1-1 0 0,1-1 1 0 0,-1 1-1 0 0,1-1 1 0 0,-1 1-1 0 0,1 0 0 0 0,-1 0 1 0 0,1 0-1 0 0,-1 0 1 0 0,0 0-1 0 0,-1 0 1 0 0,-9 3 54 0 0,0 0 1 0 0,0 1-1 0 0,1 0 1 0 0,-1 0-1 0 0,1 1 1 0 0,0 1-1 0 0,0 0 1 0 0,1 0-1 0 0,0 1 1 0 0,0 1-1 0 0,1 0 1 0 0,0 0-1 0 0,-9 10 1 0 0,2-1 71 0 0,2 0 0 0 0,0 0 1 0 0,1 2-1 0 0,1-1 0 0 0,1 2 1 0 0,-15 33-1 0 0,24-49-115 0 0,1 1 0 0 0,-1 0 1 0 0,1 0-1 0 0,-1-1 0 0 0,1 1 0 0 0,1 0 1 0 0,-1 0-1 0 0,1 0 0 0 0,-1 0 0 0 0,2 0 1 0 0,-1 0-1 0 0,0 0 0 0 0,1 0 0 0 0,0 0 1 0 0,0 0-1 0 0,1 0 0 0 0,-1-1 0 0 0,1 1 1 0 0,0-1-1 0 0,0 1 0 0 0,0-1 0 0 0,1 1 1 0 0,0-1-1 0 0,0 0 0 0 0,0 0 0 0 0,0 0 1 0 0,0-1-1 0 0,1 1 0 0 0,0-1 0 0 0,0 0 0 0 0,0 0 1 0 0,0 0-1 0 0,0-1 0 0 0,0 1 0 0 0,1-1 1 0 0,-1 0-1 0 0,7 2 0 0 0,9 3-241 0 0,0-1 0 0 0,1 0 0 0 0,0-2 0 0 0,0 0-1 0 0,28 1 1 0 0,-2-4-3500 0 0,63-5 0 0 0,-47-1-2376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248 535 424 0 0,'-126'54'6438'0'0,"109"-45"-5687"0"0,0 0-1 0 0,1 2 1 0 0,0 0 0 0 0,1 0-1 0 0,-16 16 1 0 0,30-27-641 0 0,0 1 0 0 0,1 0 0 0 0,-1-1 0 0 0,0 1 0 0 0,1 0 1 0 0,-1-1-1 0 0,1 1 0 0 0,-1 0 0 0 0,1-1 0 0 0,-1 1 0 0 0,1 0 0 0 0,-1 0 1 0 0,1 0-1 0 0,0 0 0 0 0,0-1 0 0 0,-1 1 0 0 0,1 0 0 0 0,0 0 0 0 0,0 1 0 0 0,0-1-51 0 0,0-1-1 0 0,0 1 1 0 0,1-1-1 0 0,-1 0 0 0 0,0 1 1 0 0,1-1-1 0 0,-1 0 1 0 0,1 1-1 0 0,-1-1 0 0 0,0 0 1 0 0,1 0-1 0 0,-1 1 0 0 0,1-1 1 0 0,-1 0-1 0 0,0 0 1 0 0,1 0-1 0 0,-1 0 0 0 0,1 1 1 0 0,-1-1-1 0 0,1 0 1 0 0,-1 0-1 0 0,1 0 0 0 0,-1 0 1 0 0,1 0-1 0 0,0 0 0 0 0,3 0 77 0 0,1-1-1 0 0,-1 1 0 0 0,0-1 0 0 0,1 0 0 0 0,-1 0 0 0 0,7-2 0 0 0,9-7-66 0 0,0 0-1 0 0,0-2 0 0 0,-2 0 0 0 0,1-1 1 0 0,-2-1-1 0 0,0 0 0 0 0,0-2 0 0 0,-2 0 0 0 0,0 0 1 0 0,0-2-1 0 0,-2 0 0 0 0,0 0 0 0 0,-1-1 0 0 0,11-24 1 0 0,-4 2-76 0 0,-2-1 1 0 0,-2 0 0 0 0,-1-1 0 0 0,-2-1-1 0 0,-3 0 1 0 0,5-48 0 0 0,-11 71 2 0 0,-1 14-13 0 0,-1 0 0 0 0,0 0 0 0 0,-1 0-1 0 0,1 0 1 0 0,-2-12 0 0 0,1 19 17 0 0,0 0 0 0 0,0-1 0 0 0,0 1 0 0 0,0-1 0 0 0,0 1 0 0 0,0 0 0 0 0,0-1 0 0 0,0 1 0 0 0,0 0 0 0 0,-1-1 0 0 0,1 1 0 0 0,0 0 0 0 0,0-1 0 0 0,0 1 0 0 0,0 0 0 0 0,-1-1 0 0 0,1 1 0 0 0,0 0 0 0 0,0-1 0 0 0,-1 1 0 0 0,1 0 0 0 0,0 0 0 0 0,0-1 0 0 0,-1 1 0 0 0,1 0 0 0 0,0 0 0 0 0,-1-1 0 0 0,1 1 0 0 0,0 0 0 0 0,-1 0 0 0 0,1 0 1 0 0,-1 0-1 0 0,1 0 0 0 0,0 0 0 0 0,-1 0 0 0 0,1 0 0 0 0,0 0 0 0 0,-1 0 0 0 0,1 0 0 0 0,-1 0 0 0 0,1 0 0 0 0,0 0 0 0 0,-1 0 0 0 0,1 0 0 0 0,0 0 0 0 0,-1 0 0 0 0,1 0 0 0 0,0 0 0 0 0,-1 1 0 0 0,1-1 0 0 0,-1 0 0 0 0,1 0 0 0 0,0 0 0 0 0,0 1 0 0 0,-1-1 0 0 0,1 0 0 0 0,0 0 0 0 0,-1 1 0 0 0,1-1 0 0 0,0 0 0 0 0,0 1 0 0 0,0-1 0 0 0,-1 1 0 0 0,-15 20 8 0 0,4 4 5 0 0,1 1 1 0 0,1 1-1 0 0,-9 40 1 0 0,-11 87 58 0 0,11 18-6 0 0,18-154-44 0 0,1 1-1 0 0,1-1 1 0 0,0 0-1 0 0,2 0 1 0 0,0 0-1 0 0,1 0 0 0 0,9 25 1 0 0,-12-39-15 0 0,1 0 1 0 0,0-1-1 0 0,0 1 0 0 0,0-1 1 0 0,0 1-1 0 0,0-1 0 0 0,1 0 1 0 0,-1 0-1 0 0,1 0 1 0 0,0 0-1 0 0,0 0 0 0 0,0-1 1 0 0,0 1-1 0 0,1-1 0 0 0,-1 0 1 0 0,7 3-1 0 0,-5-3-11 0 0,0-1 0 0 0,0 0 1 0 0,0 0-1 0 0,0 0 0 0 0,0 0 0 0 0,0-1 0 0 0,0 0 0 0 0,0 0 1 0 0,0 0-1 0 0,0-1 0 0 0,9-2 0 0 0,-1 0-130 0 0,-1-1 0 0 0,1-1 0 0 0,-1 0 0 0 0,-1-1 0 0 0,1 0 0 0 0,-1-1 0 0 0,0 0 0 0 0,0-1 0 0 0,14-13 0 0 0,-3-1-250 0 0,-1-2 0 0 0,-2-1 0 0 0,0 0 1 0 0,-2-1-1 0 0,0-1 0 0 0,-2 0 0 0 0,-1-2 1 0 0,16-45-1 0 0,-8 7 15 0 0,-4 0 1 0 0,19-124 0 0 0,-37 174 537 0 0,0 17-158 0 0,-1 0 0 0 0,1 0 0 0 0,0-1 0 0 0,0 1 0 0 0,0 0 0 0 0,0 0 0 0 0,0 0 0 0 0,-1 0 0 0 0,1 0 0 0 0,0 0 0 0 0,0 0 0 0 0,0 0 0 0 0,0 0 0 0 0,-1 0 0 0 0,1 0-1 0 0,0 0 1 0 0,0 0 0 0 0,0 0 0 0 0,-1 0 0 0 0,1 0 0 0 0,0 0 0 0 0,0 0 0 0 0,0 0 0 0 0,0 0 0 0 0,0 0 0 0 0,-1 0 0 0 0,1 0 0 0 0,0 1 0 0 0,0-1 0 0 0,0 0 0 0 0,0 0 0 0 0,0 0 0 0 0,-1 0 0 0 0,1 0 0 0 0,0 0 0 0 0,0 0-1 0 0,0 1 1 0 0,0-1 0 0 0,0 0 0 0 0,0 0 0 0 0,0 0 0 0 0,0 0 0 0 0,-1 1 0 0 0,-14 26 919 0 0,0 17 430 0 0,-16 88-1 0 0,5 49 26 0 0,20-135-1251 0 0,-1 38 92 0 0,-4 21 710 0 0,11-104-924 0 0,0-1 0 0 0,0 0 0 0 0,0 1 0 0 0,-1-1 1 0 0,1 0-1 0 0,0 1 0 0 0,0-1 0 0 0,0 0 0 0 0,0 1 0 0 0,0-1 0 0 0,0 0 0 0 0,0 1 1 0 0,0-1-1 0 0,0 0 0 0 0,0 1 0 0 0,0-1 0 0 0,1 0 0 0 0,-1 1 0 0 0,0-1 0 0 0,0 0 1 0 0,0 1-1 0 0,0-1 0 0 0,0 0 0 0 0,1 1 0 0 0,-1-1 0 0 0,0 0 0 0 0,0 0 0 0 0,1 1 1 0 0,-1-1-1 0 0,0 0 0 0 0,0 0 0 0 0,1 1 0 0 0,-1-1 0 0 0,0 0 0 0 0,1 0 0 0 0,-1 0 0 0 0,0 1 1 0 0,1-1-1 0 0,-1 0 0 0 0,0 0 0 0 0,1 0 0 0 0,-1 0 0 0 0,0 0 0 0 0,1 0 0 0 0,-1 0 1 0 0,0 0-1 0 0,1 0 0 0 0,-1 0 0 0 0,0 0 0 0 0,1 0 0 0 0,-1 0 0 0 0,0 0 0 0 0,1 0 1 0 0,0-1-1 0 0,0 1 5 0 0,1-1-1 0 0,0 1 1 0 0,-1-1 0 0 0,1 0 0 0 0,-1 1 0 0 0,1-1 0 0 0,-1 0 0 0 0,1 0 0 0 0,-1 0 0 0 0,2-2 0 0 0,17-21 42 0 0,-1-2 1 0 0,17-30 0 0 0,-21 32-52 0 0,1 0 0 0 0,1 1 0 0 0,24-26 0 0 0,8 6-26 0 0,-45 40 11 0 0,1 0 1 0 0,0 0-1 0 0,0 0 0 0 0,0 0 0 0 0,1 1 1 0 0,-1 0-1 0 0,0 0 0 0 0,12-2 1 0 0,-14 3 3 0 0,0 1 0 0 0,0 0 0 0 0,0 0-1 0 0,0 0 1 0 0,0 0 0 0 0,0 0 0 0 0,0 1 0 0 0,0-1 0 0 0,0 1 0 0 0,0 0 0 0 0,-1 0 0 0 0,1 0 0 0 0,0 0 0 0 0,0 1 0 0 0,-1-1 0 0 0,5 3 0 0 0,-3 0 2 0 0,-1-1 0 0 0,1 0 1 0 0,-1 1-1 0 0,0 0 0 0 0,0 0 1 0 0,0 0-1 0 0,0 0 0 0 0,0 0 1 0 0,2 7-1 0 0,0 1 4 0 0,-1 1 1 0 0,0-1-1 0 0,-1 1 0 0 0,0 0 1 0 0,-1 1-1 0 0,1 18 0 0 0,-2 0 17 0 0,9 101 32 0 0,-9-131-43 0 0,-1 0-1 0 0,0 0 0 0 0,1 0 1 0 0,-1-1-1 0 0,1 1 0 0 0,0 0 0 0 0,0 0 1 0 0,0 0-1 0 0,0-1 0 0 0,0 1 0 0 0,0 0 1 0 0,0-1-1 0 0,0 1 0 0 0,1-1 1 0 0,-1 1-1 0 0,1-1 0 0 0,-1 0 0 0 0,1 1 1 0 0,-1-1-1 0 0,1 0 0 0 0,0 0 0 0 0,0 0 1 0 0,-1 0-1 0 0,1-1 0 0 0,0 1 1 0 0,0 0-1 0 0,0-1 0 0 0,3 1 0 0 0,0 0 4 0 0,0-1 0 0 0,1 0 0 0 0,-1 0 0 0 0,0 0 0 0 0,1 0-1 0 0,-1-1 1 0 0,0 0 0 0 0,1 0 0 0 0,5-3 0 0 0,6-3-2 0 0,0 0 0 0 0,-1-2 0 0 0,0 0 0 0 0,0 0 1 0 0,-1-2-1 0 0,0 0 0 0 0,-1 0 0 0 0,-1-2 0 0 0,24-27 0 0 0,-4 0-6 0 0,-2-2 0 0 0,31-55-1 0 0,-54 83-8 0 0,0 0-1 0 0,0 0 0 0 0,-2-1 1 0 0,0 0-1 0 0,0 0 1 0 0,-2-1-1 0 0,3-16 0 0 0,-6 31 3 0 0,-1 0 0 0 0,0-1 0 0 0,1 1 0 0 0,-1-1 0 0 0,0 1-1 0 0,0 0 1 0 0,0-1 0 0 0,0 1 0 0 0,-1 0 0 0 0,1-1 0 0 0,0 1-1 0 0,-1 0 1 0 0,1-1 0 0 0,0 1 0 0 0,-1 0 0 0 0,0 0-1 0 0,1-1 1 0 0,-1 1 0 0 0,0 0 0 0 0,1 0 0 0 0,-1 0 0 0 0,0 0-1 0 0,0 0 1 0 0,0 0 0 0 0,0 0 0 0 0,0 0 0 0 0,0 0 0 0 0,0 1-1 0 0,0-1 1 0 0,-1 0 0 0 0,1 1 0 0 0,0-1 0 0 0,0 0-1 0 0,0 1 1 0 0,-2-1 0 0 0,0 1 1 0 0,0-1-1 0 0,0 1 1 0 0,0 0-1 0 0,1 0 0 0 0,-1 0 1 0 0,0 1-1 0 0,0-1 1 0 0,0 1-1 0 0,1-1 1 0 0,-1 1-1 0 0,0 0 1 0 0,1 0-1 0 0,-1 0 0 0 0,1 0 1 0 0,-1 1-1 0 0,-4 2 1 0 0,-3 5 3 0 0,1-1-1 0 0,-1 2 1 0 0,1-1 0 0 0,1 1 0 0 0,-1 0-1 0 0,2 1 1 0 0,0 0 0 0 0,0 0 0 0 0,1 1-1 0 0,-5 12 1 0 0,5-9 0 0 0,0-1 1 0 0,2 1-1 0 0,0 1 0 0 0,0-1 0 0 0,2 1 0 0 0,0-1 1 0 0,0 1-1 0 0,2 16 0 0 0,0-27 11 0 0,0 0-1 0 0,1 0 1 0 0,0 0-1 0 0,0 0 1 0 0,0 0 0 0 0,0 0-1 0 0,1 0 1 0 0,0-1-1 0 0,0 1 1 0 0,0-1-1 0 0,0 1 1 0 0,1-1 0 0 0,0 0-1 0 0,0 0 1 0 0,0 0-1 0 0,0 0 1 0 0,1-1-1 0 0,-1 1 1 0 0,1-1 0 0 0,4 3-1 0 0,-2-2-58 0 0,0-1 0 0 0,0 0 0 0 0,0-1 1 0 0,0 0-1 0 0,0 1 0 0 0,0-2 0 0 0,1 1 0 0 0,-1-1 0 0 0,1 0 0 0 0,-1 0 1 0 0,1-1-1 0 0,0 0 0 0 0,-1 0 0 0 0,13-2 0 0 0,-5 0-744 0 0,0-1 1 0 0,0-1-1 0 0,0 0 0 0 0,17-7 1 0 0,-21 6-748 0 0,0 0 1 0 0,0-1 0 0 0,12-9-1 0 0,7-9-4728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57 2640 0 0,'-25'0'1785'0'0,"-14"0"2312"0"0,-46 5-1 0 0,600-56-4209 0 0,-466 47-541 0 0,44-3-1140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4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488 542 740 0 0,'-127'6'3809'0'0,"-193"-2"4489"0"0,319-4-8221 0 0,-25-4 772 0 0,25 3-825 0 0,0 1-1 0 0,1 0 1 0 0,-1 0-1 0 0,0-1 1 0 0,1 1 0 0 0,-1 0-1 0 0,0-1 1 0 0,1 1 0 0 0,-1-1-1 0 0,0 1 1 0 0,1-1 0 0 0,-1 1-1 0 0,1-1 1 0 0,-1 1-1 0 0,1-1 1 0 0,-1 1 0 0 0,1-1-1 0 0,0 0 1 0 0,-1 1 0 0 0,1-1-1 0 0,0 0 1 0 0,-1 1 0 0 0,1-1-1 0 0,0 0 1 0 0,0 0-1 0 0,-1 1 1 0 0,1-1 0 0 0,0 0-1 0 0,0 0 1 0 0,0 1 0 0 0,0-1-1 0 0,0 0 1 0 0,0 0-1 0 0,1 1 1 0 0,-1-1 0 0 0,0-1-1 0 0,7-14 38 0 0,0 0 0 0 0,2 0 0 0 0,-1 0 0 0 0,2 1 0 0 0,0 1 0 0 0,18-21 0 0 0,7-11-36 0 0,-10 10-20 0 0,-3 0-1 0 0,-1-2 1 0 0,-1-1-1 0 0,-2-1 1 0 0,24-81-1 0 0,-37 107-22 0 0,2-9-18 0 0,-7 23 36 0 0,0 0 0 0 0,0 0 0 0 0,0 0-1 0 0,0 0 1 0 0,0 0 0 0 0,0 0 0 0 0,0 0 0 0 0,1-1 0 0 0,-1 1-1 0 0,0 0 1 0 0,0 0 0 0 0,0 0 0 0 0,0 0 0 0 0,0 0 0 0 0,0 0 0 0 0,0 0-1 0 0,0-1 1 0 0,0 1 0 0 0,0 0 0 0 0,-1 0 0 0 0,1 0 0 0 0,0 0-1 0 0,0 0 1 0 0,0 0 0 0 0,0 0 0 0 0,0 0 0 0 0,0 0 0 0 0,0-1-1 0 0,0 1 1 0 0,0 0 0 0 0,0 0 0 0 0,0 0 0 0 0,0 0 0 0 0,0 0 0 0 0,0 0-1 0 0,-1 0 1 0 0,1 0 0 0 0,0 0 0 0 0,0 0 0 0 0,0 0 0 0 0,0 0-1 0 0,0 0 1 0 0,0 0 0 0 0,0 0 0 0 0,0-1 0 0 0,-1 1 0 0 0,1 0 0 0 0,0 0-1 0 0,0 0 1 0 0,0 0 0 0 0,0 0 0 0 0,0 0 0 0 0,0 0 0 0 0,0 1-1 0 0,0-1 1 0 0,-1 0 0 0 0,1 0 0 0 0,0 0 0 0 0,0 0 0 0 0,0 0-1 0 0,0 0 1 0 0,0 0 0 0 0,0 0 0 0 0,0 0 0 0 0,0 0 0 0 0,-1 0 0 0 0,1 0-1 0 0,0 0 1 0 0,-9 11-16 0 0,-8 17-5 0 0,-21 51 44 0 0,2 3 0 0 0,5 1 0 0 0,3 1 0 0 0,4 1-1 0 0,-24 157 1 0 0,45-226 5 0 0,2-14-17 0 0,0 1 0 0 0,0-1 0 0 0,1 0 0 0 0,-1 1 0 0 0,1-1 0 0 0,0 0-1 0 0,0 1 1 0 0,0-1 0 0 0,0 1 0 0 0,0-1 0 0 0,0 0 0 0 0,0 1 0 0 0,1-1-1 0 0,-1 0 1 0 0,1 1 0 0 0,1 2 0 0 0,-1-4 10 0 0,3-2-8 0 0,3-2-9 0 0,-1 0-1 0 0,1 0 0 0 0,-1 0 1 0 0,1-1-1 0 0,-1 0 1 0 0,0-1-1 0 0,5-5 1 0 0,43-43 38 0 0,-15 15-7 0 0,-12 14-31 0 0,40-28 1 0 0,-55 43-8 0 0,1 2 0 0 0,0-1 0 0 0,0 2 1 0 0,1 0-1 0 0,27-9 0 0 0,-37 15 5 0 0,-1-1-1 0 0,1 1 1 0 0,-1 0-1 0 0,0 0 0 0 0,1 0 1 0 0,-1 0-1 0 0,1 1 1 0 0,-1-1-1 0 0,0 1 0 0 0,1 0 1 0 0,-1 0-1 0 0,0 0 1 0 0,0 0-1 0 0,1 1 0 0 0,-1-1 1 0 0,0 1-1 0 0,-1 0 1 0 0,1 0-1 0 0,0 0 0 0 0,0 0 1 0 0,-1 0-1 0 0,1 0 0 0 0,2 4 1 0 0,0 1-7 0 0,1-1 1 0 0,-1 2-1 0 0,0-1 0 0 0,-1 0 1 0 0,1 1-1 0 0,-2 0 1 0 0,6 12-1 0 0,6 45 91 0 0,-13-51-198 0 0,2 1 1 0 0,-1-1 0 0 0,1 0 0 0 0,12 24 0 0 0,-14-33-36 0 0,1-1-1 0 0,0 0 1 0 0,-1 0-1 0 0,2 0 1 0 0,-1-1-1 0 0,0 1 1 0 0,1-1-1 0 0,-1 0 1 0 0,1 0-1 0 0,0 0 1 0 0,0 0-1 0 0,1-1 1 0 0,-1 1-1 0 0,0-1 1 0 0,1 0-1 0 0,-1 0 1 0 0,1-1-1 0 0,8 2 1 0 0,-3-1-106 0 0,-1-1 1 0 0,0 0-1 0 0,0 0 1 0 0,0-1-1 0 0,1 0 1 0 0,-1-1-1 0 0,0 0 0 0 0,0-1 1 0 0,17-4-1 0 0,-13 1 42 0 0,1 0-1 0 0,-2-1 0 0 0,1 0 1 0 0,-1-1-1 0 0,23-17 0 0 0,-16 8 186 0 0,0-1 0 0 0,0-1 0 0 0,-2-1 0 0 0,-1 0 0 0 0,0-1 0 0 0,24-41-1 0 0,-36 53 257 0 0,1 0-1 0 0,-1-1 0 0 0,0 1 1 0 0,0-1-1 0 0,-1 0 1 0 0,-1 0-1 0 0,1 0 0 0 0,1-15 1 0 0,-4 23-176 0 0,0 0 0 0 0,0 0 0 0 0,0-1 1 0 0,-1 1-1 0 0,1 0 0 0 0,0 0 1 0 0,0 0-1 0 0,-1 0 0 0 0,1-1 0 0 0,-1 1 1 0 0,1 0-1 0 0,-1 0 0 0 0,1 0 1 0 0,-1 0-1 0 0,0 0 0 0 0,1 0 0 0 0,-1 0 1 0 0,0 0-1 0 0,0 1 0 0 0,0-1 1 0 0,0 0-1 0 0,1 0 0 0 0,-1 1 1 0 0,0-1-1 0 0,-1 0 0 0 0,1 1 0 0 0,0-1 1 0 0,0 1-1 0 0,0-1 0 0 0,0 1 1 0 0,0 0-1 0 0,-3-1 0 0 0,1 1 103 0 0,-1-1 0 0 0,0 1 0 0 0,0 0 0 0 0,0 0 0 0 0,0 1 0 0 0,0-1 0 0 0,0 1 0 0 0,1 0 0 0 0,-6 1 0 0 0,-6 4 39 0 0,0 1-1 0 0,1 0 0 0 0,-1 1 0 0 0,1 0 1 0 0,1 1-1 0 0,0 1 0 0 0,0 0 1 0 0,1 1-1 0 0,0 0 0 0 0,1 1 1 0 0,0 0-1 0 0,1 0 0 0 0,-14 23 1 0 0,23-33-171 0 0,0 0 1 0 0,0 0 0 0 0,0 0 0 0 0,0 0 0 0 0,0 0 0 0 0,0 0 0 0 0,0 0 0 0 0,1 1 0 0 0,-1-1 0 0 0,1 0 0 0 0,-1 0 0 0 0,1 1 0 0 0,0-1 0 0 0,0 0 0 0 0,0 1 0 0 0,0-1 0 0 0,1 0-1 0 0,-1 1 1 0 0,1-1 0 0 0,-1 0 0 0 0,1 0 0 0 0,0 0 0 0 0,1 4 0 0 0,0-4 0 0 0,0 1 1 0 0,0-1-1 0 0,0 0 0 0 0,1 0 0 0 0,-1 0 1 0 0,1 0-1 0 0,-1 0 0 0 0,1-1 1 0 0,-1 1-1 0 0,1-1 0 0 0,0 1 0 0 0,0-1 1 0 0,0 0-1 0 0,0 0 0 0 0,0 0 0 0 0,0-1 1 0 0,4 1-1 0 0,5 1-14 0 0,0-2 0 0 0,0 1 1 0 0,0-1-1 0 0,0-1 0 0 0,0 0 0 0 0,-1-1 0 0 0,1 0 1 0 0,0-1-1 0 0,-1 0 0 0 0,1-1 0 0 0,-1 0 0 0 0,0-1 1 0 0,0 0-1 0 0,-1-1 0 0 0,1 0 0 0 0,-1-1 0 0 0,16-13 1 0 0,0-3-17 0 0,0-2 0 0 0,-1-1 0 0 0,-2-1 0 0 0,33-50 1 0 0,-28 38-117 0 0,-27 37 84 0 0,-3 4-40 0 0,0 1 79 0 0,0-1-1 0 0,1 1 0 0 0,-1-1 0 0 0,1 1 0 0 0,-1 0 1 0 0,1 0-1 0 0,-2 5 0 0 0,2-5 3 0 0,-9 25-13 0 0,2 1 0 0 0,0-1 0 0 0,-3 37 0 0 0,10-63 13 0 0,1 0 1 0 0,0 0-1 0 0,0 0 1 0 0,0 0-1 0 0,0 0 0 0 0,0 1 1 0 0,0-1-1 0 0,0 0 1 0 0,1 0-1 0 0,-1 0 1 0 0,1 0-1 0 0,0 0 0 0 0,0 0 1 0 0,-1 0-1 0 0,1 0 1 0 0,1 0-1 0 0,-1-1 1 0 0,0 1-1 0 0,2 1 0 0 0,-1 0 6 0 0,1 0-1 0 0,0 0 1 0 0,1-1-1 0 0,-1 1 1 0 0,0-1-1 0 0,1 0 0 0 0,-1 0 1 0 0,1-1-1 0 0,5 3 1 0 0,3 0 10 0 0,0-1 0 0 0,0-1 1 0 0,1 1-1 0 0,-1-2 0 0 0,19 1 1 0 0,-13-3-20 0 0,0-1-1 0 0,0 0 1 0 0,0-1 0 0 0,0-1 0 0 0,-1-1 0 0 0,0 0 0 0 0,0-1 0 0 0,0-1 0 0 0,0-1 0 0 0,-1 0 0 0 0,0-1 0 0 0,-1-1 0 0 0,0-1 0 0 0,-1 0-1 0 0,19-18 1 0 0,-10 6-80 0 0,-2 0 0 0 0,0-2-1 0 0,-2-1 1 0 0,0 0 0 0 0,-2-1-1 0 0,-1-1 1 0 0,24-57 0 0 0,2-31 80 0 0,-37 99-51 0 0,0-1 0 0 0,-1 0 0 0 0,-1-1 0 0 0,1-29 1 0 0,-4 46 42 0 0,0 1 1 0 0,0-1-1 0 0,0 1 1 0 0,0 0-1 0 0,0-1 1 0 0,0 1-1 0 0,0-1 1 0 0,-1 1-1 0 0,1-1 1 0 0,-1 1-1 0 0,1-1 1 0 0,-1 1-1 0 0,1 0 1 0 0,-1-1-1 0 0,0 1 0 0 0,1 0 1 0 0,-1-1-1 0 0,0 1 1 0 0,0 0-1 0 0,-2-2 1 0 0,2 3 0 0 0,0-1 0 0 0,0 1 0 0 0,0 0 0 0 0,0-1 0 0 0,0 1 0 0 0,-1 0 0 0 0,1 0 0 0 0,0 0 0 0 0,0 0 0 0 0,0 0 0 0 0,0 0 0 0 0,0 0 0 0 0,0 1 0 0 0,0-1 0 0 0,-1 0 0 0 0,1 0 0 0 0,0 1 0 0 0,0-1 0 0 0,0 1 0 0 0,-1 0 0 0 0,-5 3-8 0 0,1 0 0 0 0,-1 1 0 0 0,1 0 1 0 0,1 0-1 0 0,-1 0 0 0 0,-6 8 0 0 0,-4 8 36 0 0,1 1 0 0 0,1 0 0 0 0,2 1 0 0 0,-11 25 0 0 0,3 0 143 0 0,-14 52 0 0 0,31-88-153 0 0,-11 35 145 0 0,-9 56 0 0 0,21-90-109 0 0,1 1 1 0 0,0 0 0 0 0,0-1-1 0 0,1 1 1 0 0,1 0-1 0 0,1-1 1 0 0,-1 1-1 0 0,2-1 1 0 0,4 14-1 0 0,-5-22-60 0 0,0 0 0 0 0,1 0 0 0 0,-1 0-1 0 0,1 0 1 0 0,0 0 0 0 0,0-1 0 0 0,1 0 0 0 0,-1 1-1 0 0,1-1 1 0 0,0 0 0 0 0,0-1 0 0 0,0 1 0 0 0,1-1-1 0 0,-1 0 1 0 0,1 0 0 0 0,0 0 0 0 0,0-1 0 0 0,0 0-1 0 0,0 0 1 0 0,0 0 0 0 0,1 0 0 0 0,-1-1-1 0 0,0 0 1 0 0,1 0 0 0 0,7 0 0 0 0,1 0-452 0 0,0-1 0 0 0,1 0 1 0 0,-1-1-1 0 0,0-1 0 0 0,0 0 0 0 0,0-1 0 0 0,0-1 1 0 0,23-9-1 0 0,-12 3-1001 0 0,0-2 0 0 0,-1-1 1 0 0,-1-1-1 0 0,39-30 0 0 0,-22 11-2287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715 143 80 0 0,'15'-30'2237'0'0,"-8"16"-1030"0"0,0 0 0 0 0,-1 0 0 0 0,0-1 0 0 0,4-22 0 0 0,-9 36-1136 0 0,-1 1-1 0 0,0-1 1 0 0,0 0-1 0 0,0 0 1 0 0,1 0 0 0 0,-1 0-1 0 0,0 1 1 0 0,0-1-1 0 0,0 0 1 0 0,0 0 0 0 0,-1 0-1 0 0,1 0 1 0 0,0 0-1 0 0,0 1 1 0 0,0-1 0 0 0,-1 0-1 0 0,1 0 1 0 0,0 0-1 0 0,-1 1 1 0 0,0-2-1 0 0,1 2-40 0 0,-1 0 0 0 0,1 0-1 0 0,-1 0 1 0 0,1-1 0 0 0,0 1-1 0 0,-1 0 1 0 0,1 0 0 0 0,-1 0-1 0 0,1 0 1 0 0,-1 0 0 0 0,1 1-1 0 0,-1-1 1 0 0,1 0 0 0 0,-1 0-1 0 0,1 0 1 0 0,-1 0 0 0 0,1 0-1 0 0,-1 1 1 0 0,1-1 0 0 0,0 0-1 0 0,-1 0 1 0 0,1 1 0 0 0,-1-1-1 0 0,1 1 1 0 0,-25 23 704 0 0,-6 22 960 0 0,-40 80 1 0 0,50-87-1025 0 0,-263 566 6153 0 0,215-449-5978 0 0,-66 184 210 0 0,115-276-874 0 0,3 1 0 0 0,2 0 0 0 0,-8 94 0 0 0,22-153-147 0 0,1 0 1 0 0,0 0 0 0 0,0 0-1 0 0,0 0 1 0 0,1 0 0 0 0,0 0-1 0 0,0 0 1 0 0,0 0 0 0 0,5 11-1 0 0,-5-15-27 0 0,0 0 0 0 0,1 0 0 0 0,-1 0 0 0 0,1 0 0 0 0,-1 0 0 0 0,1 0 0 0 0,0-1 0 0 0,0 1 0 0 0,0-1 0 0 0,0 1 0 0 0,0-1 0 0 0,0 1 0 0 0,0-1 0 0 0,0 0 1 0 0,0 0-1 0 0,1 0 0 0 0,-1 0 0 0 0,0-1 0 0 0,1 1 0 0 0,-1-1 0 0 0,0 1 0 0 0,1-1 0 0 0,-1 0 0 0 0,1 0 0 0 0,-1 0 0 0 0,5 0 0 0 0,4-2-4 0 0,1 1 1 0 0,0-2-1 0 0,-1 0 1 0 0,1 0-1 0 0,-1-1 1 0 0,0 0-1 0 0,18-10 1 0 0,-1-2 41 0 0,42-31 0 0 0,-39 24 12 0 0,-1-2 0 0 0,-1-1 0 0 0,-1-1-1 0 0,31-40 1 0 0,-48 53-49 0 0,0 0 0 0 0,-1-1 0 0 0,-1-1 0 0 0,0 1 0 0 0,-2-1-1 0 0,1-1 1 0 0,-2 1 0 0 0,0-1 0 0 0,-1 0 0 0 0,-1 0 0 0 0,3-32-1 0 0,-7 38-28 0 0,0-1 0 0 0,-1 1 0 0 0,0-1 0 0 0,-1 1 0 0 0,-1-1 0 0 0,0 1-1 0 0,0 0 1 0 0,-1 0 0 0 0,-1 1 0 0 0,1-1 0 0 0,-2 1 0 0 0,1 0 0 0 0,-2 0 0 0 0,1 0-1 0 0,-1 1 1 0 0,-15-15 0 0 0,1 3-9 0 0,-1 2 1 0 0,0 1-1 0 0,-2 0 0 0 0,0 2 0 0 0,-39-21 0 0 0,2 8-44 0 0,-110-35 0 0 0,98 39 61 0 0,49 15-44 0 0,21 10 43 0 0,6-1-118 0 0,10-2-278 0 0,0 1 1 0 0,0 0-1 0 0,0 2 1 0 0,1-1-1 0 0,19 3 0 0 0,12-1-737 0 0,132-10-4522 0 0,-59-7-1400 0 0,-58 7 870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59 148 0 0,'-22'-9'4838'0'0,"0"0"0"0"0,-24-15 0 0 0,45 23-4355 0 0,0 1-408 0 0,1 0 0 0 0,-1 0 0 0 0,1 0 0 0 0,-1-1 0 0 0,0 1 1 0 0,1 0-1 0 0,-1 0 0 0 0,1 0 0 0 0,-1-1 0 0 0,1 1 0 0 0,-1 0 0 0 0,1-1 1 0 0,-1 1-1 0 0,1-1 0 0 0,0 1 0 0 0,-1 0 0 0 0,1-1 0 0 0,-1 1 0 0 0,1-1 1 0 0,4-1-55 0 0,0 0 0 0 0,0 1 0 0 0,0 0 0 0 0,0 0 0 0 0,0 0 0 0 0,0 1 0 0 0,1-1 0 0 0,-1 1 0 0 0,8 0 1 0 0,50 5-1892 0 0,-48-4 750 0 0,42 3-5914 0 0,-35-4 2603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53 114 244 0 0,'29'-106'8990'0'0,"-28"104"-8743"0"0,-1 2-235 0 0,-1 0-1 0 0,1-1 1 0 0,0 1 0 0 0,0 0 0 0 0,0 0 0 0 0,0 0 0 0 0,0 0-1 0 0,0 0 1 0 0,0 0 0 0 0,0 0 0 0 0,0 0 0 0 0,0-1-1 0 0,0 1 1 0 0,0 0 0 0 0,0 0 0 0 0,0 0 0 0 0,0 0-1 0 0,-1 0 1 0 0,1 0 0 0 0,0 0 0 0 0,0-1 0 0 0,0 1-1 0 0,0 0 1 0 0,1 0 0 0 0,-1 0 0 0 0,0 0 0 0 0,0 0-1 0 0,0 0 1 0 0,0-1 0 0 0,0 1 0 0 0,0 0 0 0 0,0 0 0 0 0,0 0-1 0 0,0 0 1 0 0,0 0 0 0 0,0 0 0 0 0,0 0 0 0 0,0-1-1 0 0,0 1 1 0 0,0 0 0 0 0,1 0 0 0 0,-1 0 0 0 0,0 0-1 0 0,0 0 1 0 0,0 0 0 0 0,0 0 0 0 0,0 0 0 0 0,0 0-1 0 0,0 0 1 0 0,0 0 0 0 0,1 0 0 0 0,-1 0 0 0 0,0 0-1 0 0,0 0 1 0 0,0 0 0 0 0,0 0 0 0 0,0 0 0 0 0,0 0-1 0 0,1 0 1 0 0,-1 0 0 0 0,0 0 0 0 0,0 0 0 0 0,0 0 0 0 0,1 0 13 0 0,-1 1 0 0 0,1 0 1 0 0,-1-1-1 0 0,1 1 0 0 0,-1 0 1 0 0,0-1-1 0 0,0 1 1 0 0,1 0-1 0 0,-1-1 0 0 0,0 1 1 0 0,0 0-1 0 0,1 0 1 0 0,-1 0-1 0 0,0-1 0 0 0,0 1 1 0 0,0 0-1 0 0,0 1 1 0 0,-6 113 1121 0 0,-25 136 0 0 0,21-180-928 0 0,8-55-284 0 0,-34 288 643 0 0,31-175-3368 0 0,7-116 819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6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7 400 1368 0 0,'-3'-21'731'0'0,"1"-1"0"0"0,1 1 0 0 0,0-1 0 0 0,2 1 0 0 0,0-1 0 0 0,2 1 0 0 0,0 0 0 0 0,2-1 0 0 0,12-35 0 0 0,-14 48-622 0 0,1 0-1 0 0,0 0 1 0 0,0 1 0 0 0,1-1-1 0 0,0 1 1 0 0,0 0-1 0 0,1 1 1 0 0,0-1-1 0 0,1 1 1 0 0,-1 1-1 0 0,1-1 1 0 0,1 1 0 0 0,-1 0-1 0 0,1 1 1 0 0,0 0-1 0 0,0 0 1 0 0,1 0-1 0 0,0 1 1 0 0,-1 1 0 0 0,1-1-1 0 0,0 1 1 0 0,1 1-1 0 0,-1 0 1 0 0,12-1-1 0 0,-11 2-73 0 0,1 0 0 0 0,-1 1 0 0 0,0 1 0 0 0,0-1 0 0 0,0 2 0 0 0,1 0 0 0 0,-1 0 0 0 0,-1 0 0 0 0,1 1 0 0 0,0 1-1 0 0,-1 0 1 0 0,1 0 0 0 0,8 6 0 0 0,-11-6 28 0 0,-1 1 1 0 0,0 0-1 0 0,0 0 0 0 0,0 0 0 0 0,0 0 0 0 0,-1 1 1 0 0,0 0-1 0 0,0 0 0 0 0,-1 0 0 0 0,0 1 0 0 0,0 0 0 0 0,0 0 1 0 0,-1 0-1 0 0,0 0 0 0 0,0 0 0 0 0,-1 1 0 0 0,3 13 1 0 0,-4-11 34 0 0,0 1 0 0 0,0-1 1 0 0,-1 1-1 0 0,-1-1 0 0 0,0 1 1 0 0,0-1-1 0 0,-1 1 0 0 0,0-1 1 0 0,-1 0-1 0 0,0 0 0 0 0,-1 0 1 0 0,0 0-1 0 0,-8 15 0 0 0,8-19-78 0 0,0 1-1 0 0,-1 0 1 0 0,1-1-1 0 0,-1 0 1 0 0,-1 0-1 0 0,1-1 1 0 0,-1 1-1 0 0,0-1 1 0 0,0 0-1 0 0,-1-1 1 0 0,1 0-1 0 0,-1 0 1 0 0,0 0-1 0 0,0-1 1 0 0,-1 1-1 0 0,1-2 1 0 0,0 1 0 0 0,-11 1-1 0 0,16-4-203 0 0,-1 0 0 0 0,1 0 0 0 0,-1 0 0 0 0,0 0 0 0 0,1 0 0 0 0,-1-1 0 0 0,1 1 0 0 0,-1-1 0 0 0,0 0 0 0 0,1 0 0 0 0,0 0-1 0 0,-1 0 1 0 0,1 0 0 0 0,0 0 0 0 0,-1-1 0 0 0,1 1 0 0 0,0-1 0 0 0,0 1 0 0 0,0-1 0 0 0,0 0 0 0 0,1 0 0 0 0,-1 0 0 0 0,-2-3 0 0 0,4 5 8 0 0,0-1 1 0 0,-1 0-1 0 0,1 1 1 0 0,0-1-1 0 0,-1 0 1 0 0,1 0-1 0 0,0 1 1 0 0,0-1-1 0 0,0 0 1 0 0,0 0-1 0 0,0 1 1 0 0,0-1-1 0 0,0 0 1 0 0,0 0-1 0 0,0 0 1 0 0,0 1-1 0 0,0-1 1 0 0,0 0-1 0 0,1 0 1 0 0,-1-2-622 0 0,2-8-2841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7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135 100 2104 0 0,'1'-12'1573'0'0,"-1"0"-1"0"0,0-1 1 0 0,-1 1-1 0 0,0 0 1 0 0,-5-19-1 0 0,6 30-1527 0 0,0 1-1 0 0,0-1 0 0 0,-1 1 1 0 0,1 0-1 0 0,0-1 1 0 0,-1 1-1 0 0,1-1 1 0 0,0 1-1 0 0,-1-1 1 0 0,1 1-1 0 0,-1 0 0 0 0,1-1 1 0 0,-1 1-1 0 0,1 0 1 0 0,0 0-1 0 0,-1-1 1 0 0,1 1-1 0 0,-1 0 1 0 0,0 0-1 0 0,1 0 0 0 0,-1 0 1 0 0,1-1-1 0 0,-1 1 1 0 0,1 0-1 0 0,-1 0 1 0 0,1 0-1 0 0,-1 0 1 0 0,1 0-1 0 0,-1 0 0 0 0,0 1 1 0 0,1-1-1 0 0,-1 0 1 0 0,1 0-1 0 0,-1 0 1 0 0,1 0-1 0 0,-1 1 1 0 0,1-1-1 0 0,-1 0 0 0 0,1 0 1 0 0,-1 1-1 0 0,1-1 1 0 0,0 0-1 0 0,-1 1 1 0 0,1-1-1 0 0,-1 1 1 0 0,0 0-71 0 0,-1 0 122 0 0,-1 1 1 0 0,1 0-1 0 0,0 0 1 0 0,-1 0-1 0 0,1 0 1 0 0,0 1-1 0 0,0-1 1 0 0,1 1-1 0 0,-1-1 0 0 0,0 1 1 0 0,-1 5-1 0 0,-12 34 429 0 0,11-28-344 0 0,-13 44 11 0 0,4 0 0 0 0,2 1 0 0 0,2 0-1 0 0,-1 111 1 0 0,10-142-88 0 0,2 0-1 0 0,8 49 1 0 0,-7-63-390 0 0,1 0 0 0 0,0 0 0 0 0,1 0 0 0 0,1 0 0 0 0,0-1 0 0 0,15 25 0 0 0,-18-34-143 0 0,0 0 1 0 0,1 0 0 0 0,-1 0-1 0 0,1-1 1 0 0,-1 1 0 0 0,1-1-1 0 0,0 0 1 0 0,0 0 0 0 0,1 0-1 0 0,-1-1 1 0 0,1 1 0 0 0,-1-1-1 0 0,1 0 1 0 0,0 0 0 0 0,-1-1-1 0 0,1 0 1 0 0,0 1 0 0 0,0-2-1 0 0,6 2 1 0 0,11-3-3290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89 644 0 0,'2'-15'2043'0'0,"-1"10"-1464"0"0,0 1 0 0 0,-1 0 0 0 0,1-1 0 0 0,-1 0-1 0 0,0 1 1 0 0,0-1 0 0 0,0 1 0 0 0,0-1 0 0 0,-1 1 0 0 0,0-1 0 0 0,0 1 0 0 0,0 0 0 0 0,-1-1-1 0 0,-1-4 1 0 0,1 7-183 0 0,-1 3 3 0 0,-3 2-241 0 0,-1 0-1 0 0,1 0 1 0 0,0 1-1 0 0,0-1 1 0 0,0 2-1 0 0,0-1 1 0 0,1 0-1 0 0,0 1 1 0 0,0 0-1 0 0,0 1 1 0 0,0-1-1 0 0,-5 9 1 0 0,-10 15 208 0 0,-18 36 1 0 0,35-59-323 0 0,-3 4 2 0 0,-45 93 330 0 0,46-91-341 0 0,1 0 1 0 0,0 0-1 0 0,1 1 1 0 0,0-1-1 0 0,1 1 1 0 0,-1 23-1 0 0,3-34-34 0 0,0-1 0 0 0,0 0 0 0 0,0 0 0 0 0,0 1 0 0 0,0-1 0 0 0,0 0 0 0 0,1 1 0 0 0,-1-1 0 0 0,0 0 0 0 0,1 0 0 0 0,-1 0 0 0 0,1 1 0 0 0,-1-1 0 0 0,1 0 0 0 0,0 0 0 0 0,-1 0 0 0 0,1 0 0 0 0,0 0 0 0 0,0 0 0 0 0,0 0 0 0 0,-1 0 0 0 0,1 0 0 0 0,0-1 0 0 0,0 1 0 0 0,2 1 0 0 0,-1-1 1 0 0,1-1-1 0 0,-1 1 1 0 0,0-1-1 0 0,1 1 1 0 0,-1-1-1 0 0,1 0 1 0 0,-1 0-1 0 0,1 0 1 0 0,-1 0-1 0 0,1 0 1 0 0,-1 0-1 0 0,4-2 1 0 0,4 0 2 0 0,-1-1-1 0 0,1-1 1 0 0,-1 1-1 0 0,1-2 1 0 0,10-6-1 0 0,-11 4 5 0 0,1 0 0 0 0,-1-1 0 0 0,0 0-1 0 0,-1-1 1 0 0,0 0 0 0 0,-1 0 0 0 0,0-1 0 0 0,0 0-1 0 0,-1 0 1 0 0,0 0 0 0 0,-1-1 0 0 0,5-13-1 0 0,0-3 23 0 0,-1 0 0 0 0,-2 0-1 0 0,7-54 1 0 0,-13 79-40 0 0,-2-5-22 0 0,-2 37 73 0 0,1-1 0 0 0,3 53 0 0 0,0-69-577 0 0,0-1 0 0 0,2 1 0 0 0,-1 0 0 0 0,1 0-1 0 0,1-1 1 0 0,1 0 0 0 0,-1 0 0 0 0,14 23 0 0 0,-1-14-4262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95 596 0 0,'1'-11'3029'0'0,"-1"9"-2717"0"0,0-1 0 0 0,0 1 1 0 0,1 0-1 0 0,-1 0 1 0 0,0 0-1 0 0,1-1 1 0 0,0 1-1 0 0,-1 0 0 0 0,1 0 1 0 0,0 0-1 0 0,0 0 1 0 0,0 0-1 0 0,0 0 1 0 0,1 0-1 0 0,1-1 0 0 0,-2 2-232 0 0,0 0-1 0 0,0 1 0 0 0,-1-1 0 0 0,1 1 0 0 0,0 0 0 0 0,0-1 0 0 0,0 1 1 0 0,1 0-1 0 0,-1-1 0 0 0,0 1 0 0 0,0 0 0 0 0,0 0 0 0 0,0 0 1 0 0,0 0-1 0 0,0 0 0 0 0,0 0 0 0 0,0 0 0 0 0,0 0 0 0 0,0 1 0 0 0,0-1 1 0 0,2 1-1 0 0,19 8 620 0 0,-16-5-575 0 0,1 1 0 0 0,-2-1-1 0 0,1 1 1 0 0,0 0-1 0 0,-1 0 1 0 0,0 0 0 0 0,0 1-1 0 0,-1 0 1 0 0,0 0-1 0 0,0 0 1 0 0,4 8 0 0 0,0 1 36 0 0,-1 0 1 0 0,-1 1 0 0 0,7 28 0 0 0,-10-32 113 0 0,-1 1 1 0 0,0 1 0 0 0,-1-1 0 0 0,0 0 0 0 0,-1 0 0 0 0,-1 0-1 0 0,0 1 1 0 0,-5 21 0 0 0,4-31-166 0 0,-2 3 53 0 0,3-6-32 0 0,-13-15-190 0 0,11 5 56 0 0,2-1 0 0 0,-1 1 0 0 0,1-1 0 0 0,1 1-1 0 0,0-1 1 0 0,0 0 0 0 0,0 1 0 0 0,2-1 0 0 0,-1 1 0 0 0,1-1 0 0 0,0 1 0 0 0,1 0 0 0 0,0 0 0 0 0,6-12 0 0 0,-1 5 10 0 0,0 0 1 0 0,1 1-1 0 0,1 1 1 0 0,0 0-1 0 0,1 0 1 0 0,1 1-1 0 0,13-13 0 0 0,-22 23-9 0 0,0 1-1 0 0,0 0 0 0 0,-1 0 1 0 0,1 0-1 0 0,0 0 0 0 0,1 0 1 0 0,-1 1-1 0 0,0-1 0 0 0,0 1 1 0 0,1 0-1 0 0,-1 0 0 0 0,1 0 1 0 0,-1 0-1 0 0,1 1 0 0 0,-1-1 1 0 0,1 1-1 0 0,0 0 0 0 0,-1 0 1 0 0,1 0-1 0 0,-1 1 0 0 0,1-1 0 0 0,3 2 1 0 0,-3-1-1 0 0,0 1-1 0 0,0 0 1 0 0,0 0 0 0 0,0 0 0 0 0,0 0-1 0 0,-1 0 1 0 0,1 1 0 0 0,0 0 0 0 0,-1 0 0 0 0,0 0-1 0 0,0 0 1 0 0,0 0 0 0 0,0 1 0 0 0,0-1-1 0 0,-1 1 1 0 0,0 0 0 0 0,3 6 0 0 0,7 16 47 0 0,7 31 0 0 0,-12-36 29 0 0,0 1 1 0 0,19 36-1 0 0,-24-55-67 0 0,-1-1-1 0 0,1 0 1 0 0,-1 1-1 0 0,1-1 1 0 0,0 0-1 0 0,0 0 1 0 0,0-1-1 0 0,0 1 1 0 0,1 0-1 0 0,-1 0 1 0 0,0-1 0 0 0,1 0-1 0 0,-1 1 1 0 0,1-1-1 0 0,3 1 1 0 0,-1 0-15 0 0,0-1 0 0 0,0 0 1 0 0,1-1-1 0 0,-1 1 1 0 0,0-1-1 0 0,0 0 0 0 0,10-2 1 0 0,4-1-23 0 0,0-2 0 0 0,-1 0 1 0 0,27-11-1 0 0,-37 13 48 0 0,35-15-17 0 0,0-1 0 0 0,46-30-1 0 0,-64 33 16 0 0,0-1-1 0 0,-1 0 1 0 0,-2-2-1 0 0,34-35 1 0 0,-53 51-10 0 0,0-1 0 0 0,0 1 0 0 0,0 0 0 0 0,0-1 1 0 0,-1 0-1 0 0,0 1 0 0 0,0-1 0 0 0,0 0 0 0 0,0 0 0 0 0,0 0 1 0 0,-1 0-1 0 0,1-1 0 0 0,-1 1 0 0 0,0 0 0 0 0,-1 0 0 0 0,1-9 0 0 0,-1 12-4 0 0,0 1 0 0 0,0-1 0 0 0,-1 1 0 0 0,1-1 0 0 0,0 1-1 0 0,0-1 1 0 0,-1 1 0 0 0,1 0 0 0 0,-1-1 0 0 0,1 1 0 0 0,0-1-1 0 0,-1 1 1 0 0,1 0 0 0 0,-1-1 0 0 0,1 1 0 0 0,0 0 0 0 0,-1-1-1 0 0,1 1 1 0 0,-1 0 0 0 0,0 0 0 0 0,1-1 0 0 0,-1 1 0 0 0,1 0-1 0 0,-1 0 1 0 0,1 0 0 0 0,-1 0 0 0 0,1 0 0 0 0,-1 0 0 0 0,1 0-1 0 0,-1 0 1 0 0,0 0 0 0 0,1 0 0 0 0,-1 0 0 0 0,1 0 0 0 0,-1 0-1 0 0,-19 6-21 0 0,14-3 17 0 0,0 1-1 0 0,0 0 0 0 0,1 0 0 0 0,-1 1 0 0 0,1 0 0 0 0,0 0 0 0 0,1 0 0 0 0,-1 0 0 0 0,1 1 0 0 0,0 0 0 0 0,0 0 0 0 0,-4 9 0 0 0,2-2-5 0 0,1 0 0 0 0,0 0 0 0 0,1 1 1 0 0,0-1-1 0 0,-2 19 0 0 0,5-28 12 0 0,1 0 0 0 0,-1 0 1 0 0,1 0-1 0 0,0-1 0 0 0,0 1 0 0 0,1 0 1 0 0,-1 0-1 0 0,1 0 0 0 0,-1 0 0 0 0,1 0 1 0 0,0-1-1 0 0,1 1 0 0 0,-1 0 0 0 0,1-1 1 0 0,-1 1-1 0 0,1-1 0 0 0,0 0 0 0 0,1 1 1 0 0,-1-1-1 0 0,0 0 0 0 0,1 0 1 0 0,5 5-1 0 0,-2-5-21 0 0,0 1 0 0 0,-1-1 0 0 0,1 0-1 0 0,0 0 1 0 0,1-1 0 0 0,-1 1 0 0 0,0-1 0 0 0,1-1 0 0 0,-1 1 0 0 0,1-1 0 0 0,-1 0 0 0 0,13-1 0 0 0,47-1-2857 0 0,1-4 1 0 0,90-17-1 0 0,-75 8-1844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9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1 414 1884 0 0,'52'-88'8038'0'0,"-52"88"-7983"0"0,1-1 0 0 0,-1 1 0 0 0,0-1 0 0 0,1 1 1 0 0,-1-1-1 0 0,0 1 0 0 0,1-1 0 0 0,-1 1 1 0 0,0 0-1 0 0,1-1 0 0 0,-1 1 0 0 0,1 0 0 0 0,-1-1 1 0 0,1 1-1 0 0,-1 0 0 0 0,1 0 0 0 0,-1-1 0 0 0,1 1 1 0 0,-1 0-1 0 0,1 0 0 0 0,-1 0 0 0 0,1 0 1 0 0,-1 0-1 0 0,1 0 0 0 0,-1 0 0 0 0,1 0 0 0 0,-1 0 1 0 0,1 0-1 0 0,-1 0 0 0 0,1 0 0 0 0,0 0 1 0 0,0 1 1 0 0,0 0 0 0 0,0-1 1 0 0,0 1-1 0 0,0 0 1 0 0,0 0-1 0 0,0 0 1 0 0,-1 0-1 0 0,1 0 1 0 0,0 0-1 0 0,-1 0 1 0 0,1 0-1 0 0,0 0 1 0 0,0 1-1 0 0,1 4 108 0 0,0 0 0 0 0,0 0 0 0 0,0 0 0 0 0,1 9 0 0 0,5 145 1186 0 0,-5-62-1044 0 0,-3-91-284 0 0,0-1-2 0 0,0-1-1 0 0,0 1 0 0 0,1-1 1 0 0,0 1-1 0 0,0-1 0 0 0,0 1 1 0 0,0-1-1 0 0,1 0 0 0 0,0 0 1 0 0,0 0-1 0 0,4 6 0 0 0,-6-10-15 0 0,1-1-1 0 0,0 1 0 0 0,0-1 0 0 0,0 1 0 0 0,0 0 0 0 0,0-1 0 0 0,0 1 1 0 0,0-1-1 0 0,0 0 0 0 0,0 1 0 0 0,0-1 0 0 0,0 0 0 0 0,0 0 0 0 0,0 0 1 0 0,0 0-1 0 0,0 0 0 0 0,0 0 0 0 0,0 0 0 0 0,0 0 0 0 0,0 0 1 0 0,0 0-1 0 0,0 0 0 0 0,2-1 0 0 0,22-8 19 0 0,-18 4-34 0 0,0 1 0 0 0,0-1-1 0 0,0-1 1 0 0,0 1 0 0 0,-1-1 0 0 0,0 0-1 0 0,9-14 1 0 0,32-54-93 0 0,-17 24 78 0 0,-26 44 22 0 0,-3 4 1 0 0,-1 0-1 0 0,1 0 0 0 0,0 0 1 0 0,0 0-1 0 0,0 0 0 0 0,1 0 1 0 0,-1 0-1 0 0,0 0 0 0 0,1 0 1 0 0,-1 1-1 0 0,1-1 0 0 0,0 1 0 0 0,-1-1 1 0 0,1 1-1 0 0,2-2 0 0 0,-2 3 4 0 0,-1 0-1 0 0,1 0 1 0 0,-1 0-1 0 0,1 0 1 0 0,-1 1-1 0 0,1-1 1 0 0,-1 0-1 0 0,1 1 1 0 0,-1-1-1 0 0,1 1 0 0 0,1 0 1 0 0,0 5-1 0 0,-3-6 0 0 0,33 45 135 0 0,-28-36-96 0 0,2-1 0 0 0,-1 1 0 0 0,1-1-1 0 0,0 0 1 0 0,9 8 0 0 0,-14-15-30 0 0,0 0-1 0 0,1 0 1 0 0,-1 0-1 0 0,0 0 0 0 0,0 0 1 0 0,1-1-1 0 0,-1 1 1 0 0,0 0-1 0 0,1-1 1 0 0,-1 0-1 0 0,0 0 1 0 0,1 0-1 0 0,2 0 1 0 0,32-6-61 0 0,-30 4 56 0 0,0 0-1 0 0,-1-1 1 0 0,1 0 0 0 0,-1 0-1 0 0,0-1 1 0 0,0 0 0 0 0,-1 0-1 0 0,1 0 1 0 0,-1-1 0 0 0,1 1-1 0 0,-1-1 1 0 0,-1 0 0 0 0,1-1-1 0 0,-1 1 1 0 0,0-1 0 0 0,0 0-1 0 0,-1 0 1 0 0,0-1-1 0 0,0 1 1 0 0,0 0 0 0 0,0-1-1 0 0,2-13 1 0 0,-2 6 6 0 0,-1-1-1 0 0,0 0 1 0 0,-1 0-1 0 0,-1 0 1 0 0,0 0-1 0 0,-1 0 1 0 0,-1 0 0 0 0,0 0-1 0 0,-8-25 1 0 0,7 28-18 0 0,-1 1 1 0 0,0-1-1 0 0,-1 1 1 0 0,-1-1-1 0 0,1 1 1 0 0,-2 1-1 0 0,0-1 1 0 0,0 1 0 0 0,-10-11-1 0 0,16 21 4 0 0,-1-1 1 0 0,1 0-1 0 0,0 0 1 0 0,0 0-1 0 0,-1 1 0 0 0,1-1 1 0 0,-1 1-1 0 0,1-1 1 0 0,0 1-1 0 0,-1-1 0 0 0,1 1 1 0 0,-1 0-1 0 0,1 0 1 0 0,-1 0-1 0 0,1 0 0 0 0,-1 0 1 0 0,1 0-1 0 0,-3 1 0 0 0,2-1 12 0 0,1 0-7 0 0,1 0 0 0 0,-1 0 0 0 0,1 1 0 0 0,-1-1 0 0 0,1 0 0 0 0,-1 1 0 0 0,0-1 0 0 0,1 1-1 0 0,-1-1 1 0 0,1 0 0 0 0,-1 1 0 0 0,1-1 0 0 0,0 1 0 0 0,-1-1 0 0 0,1 1 0 0 0,-1-1 0 0 0,1 1-1 0 0,0 0 1 0 0,0-1 0 0 0,-1 1 0 0 0,1-1 0 0 0,0 1 0 0 0,0 0 0 0 0,0-1 0 0 0,-1 1 0 0 0,1 0-1 0 0,0-1 1 0 0,0 1 0 0 0,0-1 0 0 0,0 1 0 0 0,0 0 0 0 0,0-1 0 0 0,0 1 0 0 0,1 1 0 0 0,3 19-39 0 0,-2-18 38 0 0,-1 1-1 0 0,1-1 0 0 0,0 0 0 0 0,0 0 0 0 0,1 0 0 0 0,-1-1 0 0 0,1 1 0 0 0,-1-1 0 0 0,1 1 0 0 0,0-1 0 0 0,0 0 1 0 0,0 0-1 0 0,0 0 0 0 0,0 0 0 0 0,0 0 0 0 0,7 1 0 0 0,-1 1-36 0 0,1-1-1 0 0,0-1 1 0 0,-1 1 0 0 0,20 0-1 0 0,-10-2-189 0 0,1-1 0 0 0,-1-1 0 0 0,1-1 1 0 0,-1-1-1 0 0,0-1 0 0 0,28-8 0 0 0,-31 7 131 0 0,-1-1 1 0 0,1 0 0 0 0,-2-1 0 0 0,1-1 0 0 0,-1 0 0 0 0,0-1 0 0 0,0-1 0 0 0,12-11 0 0 0,-20 14 62 0 0,1 0 1 0 0,-1-1 0 0 0,0 0 0 0 0,-1-1 0 0 0,0 1 0 0 0,0-1 0 0 0,0 0 0 0 0,-2 0 0 0 0,1-1 0 0 0,-1 1 0 0 0,0-1 0 0 0,-1 1 0 0 0,2-18 0 0 0,2-7 85 0 0,-6 32-40 0 0,-3 30 227 0 0,-29 407 1419 0 0,31-404-1624 0 0,-1 23 167 0 0,6 62 0 0 0,-4-113-119 0 0,1-3-79 0 0,0-1 1 0 0,0 1 0 0 0,0 0 0 0 0,0 0-1 0 0,0-1 1 0 0,1 1 0 0 0,-1-1-1 0 0,0 1 1 0 0,-1-1 0 0 0,1 1 0 0 0,0-1-1 0 0,0 0 1 0 0,0 1 0 0 0,0-1 0 0 0,0 0-1 0 0,-1 0 1 0 0,1 0 0 0 0,0 1-1 0 0,0-1 1 0 0,-1 0 0 0 0,1 0 0 0 0,0-2-1 0 0,11-25 46 0 0,-9 19-47 0 0,-1 3 0 0 0,11-27 14 0 0,26-47 0 0 0,-33 70-17 0 0,0 1 0 0 0,0 1-1 0 0,0-1 1 0 0,1 1 0 0 0,0 0 0 0 0,1 1 0 0 0,0 0 0 0 0,0 0 0 0 0,14-9-1 0 0,-20 16 0 0 0,-1-1 0 0 0,1 1 0 0 0,0-1 0 0 0,0 1 0 0 0,0-1 0 0 0,0 1 0 0 0,0 0 0 0 0,-1 0 0 0 0,1 0 0 0 0,0 0 0 0 0,0 0 0 0 0,0 1 0 0 0,0-1 0 0 0,0 0 0 0 0,0 1 0 0 0,-1-1 0 0 0,1 1 0 0 0,3 1-1 0 0,-1 0 3 0 0,1 0-1 0 0,-1 1 0 0 0,0-1 0 0 0,0 1 0 0 0,0 0 1 0 0,4 4-1 0 0,-3-2 12 0 0,-1 0 0 0 0,1 1 0 0 0,-1-1 0 0 0,-1 1 0 0 0,1 0 0 0 0,-1 0 0 0 0,0 0 0 0 0,3 10 0 0 0,0 4 95 0 0,5 30 0 0 0,-9-39-80 0 0,-1-1 0 0 0,2 1-1 0 0,-1 0 1 0 0,2-1 0 0 0,-1 0-1 0 0,1 1 1 0 0,1-2 0 0 0,0 1-1 0 0,0 0 1 0 0,10 11 0 0 0,-14-19-58 0 0,1 0 0 0 0,0 0 0 0 0,0 0 1 0 0,0 0-1 0 0,1-1 0 0 0,-1 1 0 0 0,0-1 0 0 0,0 0 1 0 0,1 1-1 0 0,-1-1 0 0 0,1 0 0 0 0,-1-1 0 0 0,1 1 1 0 0,0 0-1 0 0,-1-1 0 0 0,1 1 0 0 0,3-1 0 0 0,-1 0-95 0 0,0 0-1 0 0,0-1 0 0 0,0 0 0 0 0,0 0 1 0 0,-1 0-1 0 0,1 0 0 0 0,0-1 0 0 0,-1 0 1 0 0,5-2-1 0 0,2-2-127 0 0,-1-1 1 0 0,0 0-1 0 0,0 0 1 0 0,0-1 0 0 0,-1 0-1 0 0,-1 0 1 0 0,9-11-1 0 0,-7 6 63 0 0,-1 0-1 0 0,-1 0 0 0 0,0-1 1 0 0,-1 0-1 0 0,-1-1 1 0 0,7-20-1 0 0,-2-2 1267 0 0,7-53-1 0 0,-18 88-449 0 0,-8 27 525 0 0,4 0-928 0 0,1 1 0 0 0,1 0 0 0 0,1 0 0 0 0,1 0 0 0 0,2 0 1 0 0,5 35-1 0 0,-5-50-171 0 0,0 0 0 0 0,7 22 0 0 0,-8-30-99 0 0,1 0 0 0 0,-1 1 1 0 0,1-1-1 0 0,-1 0 0 0 0,1 0 1 0 0,0 0-1 0 0,0-1 0 0 0,1 1 0 0 0,-1 0 1 0 0,0-1-1 0 0,1 0 0 0 0,0 1 0 0 0,4 2 1 0 0,-4-5-419 0 0,0 1 0 0 0,0-1 0 0 0,1 0 0 0 0,-1 0 0 0 0,0 0 0 0 0,1 0 0 0 0,-1 0 0 0 0,0-1 0 0 0,0 1 0 0 0,1-1 0 0 0,-1 0 0 0 0,0 0 0 0 0,0 0 0 0 0,0-1 0 0 0,4-1 0 0 0,9-8-4826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49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26 1768 0 0,'-15'-7'1888'0'0,"3"4"-392"0"0,2 0 529 0 0,-6-4-721 0 0,2 2-40 0 0,-1 6-1176 0 0,15 10-2028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27 508 0 0,'-7'-4'694'0'0,"0"0"-1"0"0,0 1 0 0 0,-1 0 1 0 0,1 0-1 0 0,-1 1 1 0 0,0-1-1 0 0,1 2 1 0 0,-1-1-1 0 0,-10 0 1 0 0,14 2-616 0 0,1 0 1 0 0,-1 1-1 0 0,1-1 1 0 0,-1 1-1 0 0,0-1 1 0 0,1 1 0 0 0,-1 0-1 0 0,1 0 1 0 0,0 1-1 0 0,-1-1 1 0 0,1 1-1 0 0,0-1 1 0 0,0 1-1 0 0,0 0 1 0 0,0 0 0 0 0,0 1-1 0 0,1-1 1 0 0,-1 0-1 0 0,1 1 1 0 0,-1 0-1 0 0,1 0 1 0 0,-4 5 0 0 0,1 1-46 0 0,1 0 0 0 0,0 1 1 0 0,0-1-1 0 0,1 1 0 0 0,0 0 1 0 0,1 0-1 0 0,0 0 0 0 0,0 0 1 0 0,1 0-1 0 0,1 0 1 0 0,0 0-1 0 0,0 0 0 0 0,1 1 1 0 0,0-1-1 0 0,0 0 0 0 0,1 0 1 0 0,1 0-1 0 0,0-1 1 0 0,0 1-1 0 0,1 0 0 0 0,6 11 1 0 0,-6-13-42 0 0,1 1 0 0 0,-1-1 1 0 0,2 0-1 0 0,-1 0 0 0 0,1-1 1 0 0,1 1-1 0 0,-1-1 0 0 0,1-1 1 0 0,0 1-1 0 0,0-1 0 0 0,1 0 1 0 0,0-1-1 0 0,0 0 0 0 0,1 0 1 0 0,-1-1-1 0 0,1 0 1 0 0,0 0-1 0 0,0-1 0 0 0,0 0 1 0 0,0-1-1 0 0,1 0 0 0 0,14 1 1 0 0,-8-3-505 0 0,1-1 0 0 0,-1 0 1 0 0,0-1-1 0 0,0-1 1 0 0,-1-1-1 0 0,1 0 0 0 0,-1-1 1 0 0,1 0-1 0 0,-1-2 1 0 0,-1 1-1 0 0,24-16 0 0 0,-11 2-752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0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69 176 892 0 0,'-49'-143'8276'0'0,"47"137"-8050"0"0,2 4-139 0 0,0 1 1 0 0,-1-1-1 0 0,1 0 0 0 0,-1 0 1 0 0,1 0-1 0 0,-1 1 0 0 0,0-1 0 0 0,0 0 1 0 0,1 0-1 0 0,-1 1 0 0 0,0-1 1 0 0,-1 1-1 0 0,1-1 0 0 0,-1 0 1 0 0,1 2-67 0 0,1 0 0 0 0,-1 1 0 0 0,1-1 0 0 0,-1 1 0 0 0,1-1 0 0 0,0 1 0 0 0,-1-1 0 0 0,1 1 0 0 0,0-1 0 0 0,0 1 0 0 0,-1 0 0 0 0,1-1 0 0 0,0 1 0 0 0,0-1 0 0 0,0 1 0 0 0,0 0 0 0 0,0-1 0 0 0,0 1 0 0 0,0 0 0 0 0,0-1 0 0 0,0 1 0 0 0,0-1 0 0 0,0 2 0 0 0,1 16 177 0 0,-1-17-182 0 0,5 53 577 0 0,22 98 1 0 0,-12-81-314 0 0,62 280 424 0 0,-77-351-697 0 0,0 1 0 0 0,0 0 0 0 0,0-1 0 0 0,0 1 0 0 0,1 0 1 0 0,-1-1-1 0 0,0 1 0 0 0,0-1 0 0 0,0 1 0 0 0,1 0 0 0 0,-1-1 0 0 0,0 1 1 0 0,1-1-1 0 0,-1 1 0 0 0,0-1 0 0 0,1 1 0 0 0,-1-1 0 0 0,1 1 1 0 0,-1-1-1 0 0,1 1 0 0 0,-1-1 0 0 0,1 0 0 0 0,-1 1 0 0 0,1-1 0 0 0,-1 0 1 0 0,1 1-1 0 0,0-1 0 0 0,0 0 0 0 0,0 0-3 0 0,0 0 0 0 0,0-1 0 0 0,0 1 0 0 0,-1-1 0 0 0,1 1 1 0 0,0-1-1 0 0,0 1 0 0 0,0-1 0 0 0,-1 1 0 0 0,1-1 0 0 0,0 0 0 0 0,-1 1 0 0 0,1-1 0 0 0,-1 0 0 0 0,1 1 0 0 0,0-3 1 0 0,19-36 36 0 0,-20 38-35 0 0,26-68-151 0 0,9-25 42 0 0,-29 81 96 0 0,0 1 0 0 0,1 0 0 0 0,1 0-1 0 0,0 1 1 0 0,10-12 0 0 0,-17 21 33 0 0,0 1 0 0 0,1-1-1 0 0,-1 1 1 0 0,1-1 0 0 0,-1 1 0 0 0,1 0 0 0 0,-1 0 0 0 0,1 0 0 0 0,0 0-1 0 0,0 0 1 0 0,-1 0 0 0 0,1 0 0 0 0,0 1 0 0 0,0-1 0 0 0,0 1 0 0 0,0-1-1 0 0,0 1 1 0 0,0 0 0 0 0,0-1 0 0 0,0 1 0 0 0,0 0 0 0 0,4 1 0 0 0,-3 0 49 0 0,0 0 0 0 0,0 0 1 0 0,1 1-1 0 0,-1-1 0 0 0,0 1 1 0 0,0 0-1 0 0,-1 0 1 0 0,1 0-1 0 0,0 0 0 0 0,-1 0 1 0 0,1 1-1 0 0,2 2 0 0 0,4 6 230 0 0,-1 1-1 0 0,0 0 1 0 0,-1 0-1 0 0,0 0 1 0 0,7 19 0 0 0,4 19 645 0 0,11 55 1 0 0,10 31-59 0 0,-38-135-879 0 0,-1 1 0 0 0,1-1 0 0 0,-1 0 0 0 0,1 0 0 0 0,-1 1 0 0 0,1-1 0 0 0,0 0 0 0 0,0 0 0 0 0,-1 0 0 0 0,1 0 0 0 0,0 0 0 0 0,0 0 0 0 0,0 0 0 0 0,0 0 0 0 0,0-1 0 0 0,1 1-1 0 0,-1 0 1 0 0,0-1 0 0 0,0 1 0 0 0,0 0 0 0 0,1-1 0 0 0,1 1 0 0 0,-1-1-3 0 0,1 1-1 0 0,-1-1 0 0 0,1 0 0 0 0,0-1 1 0 0,-1 1-1 0 0,1 0 0 0 0,-1-1 0 0 0,1 1 1 0 0,-1-1-1 0 0,1 0 0 0 0,2-1 1 0 0,6-3-175 0 0,0-1 1 0 0,-1 0 0 0 0,0 0-1 0 0,10-9 1 0 0,20-19-2870 0 0,42-44 0 0 0,-50 45-870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1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317 385 1832 0 0,'1'-7'727'0'0,"-1"0"-1"0"0,1 1 1 0 0,-1-1-1 0 0,-1 0 1 0 0,1 0-1 0 0,-1 0 1 0 0,-3-9-1 0 0,3 12-544 0 0,0 0 0 0 0,-1 1 0 0 0,1-1-1 0 0,-1 1 1 0 0,0-1 0 0 0,0 1 0 0 0,0 0-1 0 0,0 0 1 0 0,-1 0 0 0 0,1 0 0 0 0,-1 0 0 0 0,0 1-1 0 0,0-1 1 0 0,-3-2 0 0 0,3 4-141 0 0,0 0-1 0 0,-1 1 1 0 0,1-1 0 0 0,0 1-1 0 0,0-1 1 0 0,0 1 0 0 0,0 0 0 0 0,0 0-1 0 0,0 1 1 0 0,-1-1 0 0 0,1 1-1 0 0,0-1 1 0 0,0 1 0 0 0,0 0 0 0 0,0 0-1 0 0,0 0 1 0 0,1 0 0 0 0,-1 1-1 0 0,-3 2 1 0 0,-6 3 20 0 0,2 1 1 0 0,-1 1-1 0 0,1-1 1 0 0,0 2-1 0 0,1 0 1 0 0,0 0-1 0 0,-13 19 0 0 0,1 2 94 0 0,-24 54 0 0 0,35-65-124 0 0,1 2 0 0 0,0-1-1 0 0,2 1 1 0 0,1 0-1 0 0,-6 37 1 0 0,11-50-26 0 0,1 0 1 0 0,0 0-1 0 0,0 0 0 0 0,0-1 1 0 0,1 1-1 0 0,1 0 0 0 0,4 15 1 0 0,-4-19-4 0 0,0 0 1 0 0,0 0 0 0 0,0 0 0 0 0,1 0 0 0 0,0-1 0 0 0,0 1 0 0 0,0-1 0 0 0,1 0 0 0 0,-1 0 0 0 0,1 0 0 0 0,0 0 0 0 0,0 0 0 0 0,8 4 0 0 0,-7-5-4 0 0,1 0 0 0 0,-1-1 0 0 0,0 0 0 0 0,1 0 0 0 0,-1 0 1 0 0,1-1-1 0 0,0 0 0 0 0,-1 0 0 0 0,1 0 0 0 0,0-1 0 0 0,0 1 0 0 0,-1-2 0 0 0,1 1 1 0 0,0 0-1 0 0,0-1 0 0 0,-1 0 0 0 0,1-1 0 0 0,-1 1 0 0 0,1-1 0 0 0,-1 0 0 0 0,1 0 1 0 0,4-4-1 0 0,1 1-48 0 0,-2-1 0 0 0,1 0-1 0 0,0-1 1 0 0,-1 0 0 0 0,0 0 0 0 0,-1-1 0 0 0,0 0 0 0 0,0-1 0 0 0,-1 1 0 0 0,8-13 0 0 0,-4 1 3 0 0,0-1 0 0 0,-1 0-1 0 0,-2-1 1 0 0,0 0 0 0 0,-1 0 0 0 0,-1-1 0 0 0,-1 0 0 0 0,-2 0 0 0 0,2-35 0 0 0,-3-4 33 0 0,-4 0-1 0 0,-11-83 1 0 0,-18-43 354 0 0,30 186-255 0 0,2 8 22 0 0,0 0 0 0 0,0 0 1 0 0,1 0-1 0 0,3 9 1 0 0,1 5 62 0 0,8 61 229 0 0,-3 0-1 0 0,0 96 0 0 0,-7-88-1954 0 0,23 140-1 0 0,-12-179-3013 0 0,-6-31 1122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2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30 145 1516 0 0,'0'-2'1954'0'0,"-5"-22"4271"0"0,3 26-5570 0 0,0 0-497 0 0,-1 1 1 0 0,1 0-1 0 0,0 0 0 0 0,0 0 0 0 0,0 0 0 0 0,1 0 1 0 0,-1 1-1 0 0,1-1 0 0 0,-1 0 0 0 0,1 1 0 0 0,0-1 0 0 0,1 1 1 0 0,-1-1-1 0 0,1 1 0 0 0,-1 0 0 0 0,1-1 0 0 0,0 5 0 0 0,0 4 67 0 0,0-1 0 0 0,1 1 0 0 0,1-1 0 0 0,3 17 0 0 0,-2-19-152 0 0,0-1 0 0 0,0 0 0 0 0,1 1 0 0 0,0-2 0 0 0,0 1 1 0 0,1 0-1 0 0,0-1 0 0 0,0 0 0 0 0,1 0 0 0 0,0-1 0 0 0,0 1 0 0 0,0-1 0 0 0,1-1 0 0 0,0 1 0 0 0,0-1 1 0 0,1 0-1 0 0,-1-1 0 0 0,13 6 0 0 0,-11-6-2 0 0,0-1 0 0 0,1 0 0 0 0,-1 0 0 0 0,1-1 0 0 0,0 0 0 0 0,0-1 1 0 0,-1 0-1 0 0,1 0 0 0 0,0-1 0 0 0,0-1 0 0 0,0 1 0 0 0,0-2 0 0 0,0 1 0 0 0,0-1 0 0 0,-1-1 0 0 0,14-5 1 0 0,-18 6-28 0 0,0 0 1 0 0,1-1 0 0 0,-1 0-1 0 0,-1 0 1 0 0,1 0-1 0 0,0-1 1 0 0,-1 1 0 0 0,0-1-1 0 0,1 0 1 0 0,-1-1 0 0 0,-1 1-1 0 0,1-1 1 0 0,-1 1 0 0 0,0-1-1 0 0,5-10 1 0 0,-5 8-28 0 0,0-1 0 0 0,-1 0 0 0 0,0 0 0 0 0,0 0 0 0 0,-1-1 0 0 0,0 1 1 0 0,0 0-1 0 0,-1-1 0 0 0,0 1 0 0 0,-2-11 0 0 0,0 7-4 0 0,0 0 1 0 0,0 1-1 0 0,-1-1 1 0 0,-1 0-1 0 0,0 1 1 0 0,0 0-1 0 0,-1 0 1 0 0,-1 0-1 0 0,0 1 1 0 0,0 0-1 0 0,-1 0 1 0 0,-1 0-1 0 0,1 1 1 0 0,-2 0-1 0 0,-10-10 1 0 0,11 13 1 0 0,-1 1 0 0 0,1 0-1 0 0,-1 1 1 0 0,0-1 0 0 0,0 2 0 0 0,0-1 0 0 0,0 1 0 0 0,-1 1 0 0 0,1 0 0 0 0,-1 0 0 0 0,-13 0 0 0 0,17 1-114 0 0,1 1 1 0 0,-1 0 0 0 0,1 1-1 0 0,-1-1 1 0 0,1 1 0 0 0,0 0-1 0 0,-1 0 1 0 0,1 1 0 0 0,0-1-1 0 0,-1 1 1 0 0,1 0-1 0 0,0 1 1 0 0,1-1 0 0 0,-1 1-1 0 0,0 0 1 0 0,1 0 0 0 0,-1 1-1 0 0,1-1 1 0 0,0 1 0 0 0,0 0-1 0 0,-5 7 1 0 0,8-9-153 0 0,-1 1 1 0 0,1-1-1 0 0,0 0 1 0 0,0 1 0 0 0,0 0-1 0 0,0-1 1 0 0,0 1-1 0 0,1-1 1 0 0,-1 1-1 0 0,1 0 1 0 0,0 0-1 0 0,0 5 1 0 0,0-6-347 0 0,0 1 0 0 0,1-1 0 0 0,-1 1 0 0 0,1-1 0 0 0,-1 1 0 0 0,1-1 1 0 0,0 0-1 0 0,2 4 0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113 111 8 0 0,'-3'3'1171'0'0,"0"1"0"0"0,1-1 0 0 0,-1 1 0 0 0,1 0 0 0 0,-1 0 0 0 0,1 0 0 0 0,-2 8 0 0 0,2-7-788 0 0,0-1-1 0 0,1 1 1 0 0,0 0 0 0 0,0 1-1 0 0,0-1 1 0 0,1 0 0 0 0,0 0-1 0 0,0 0 1 0 0,0 0 0 0 0,0 1-1 0 0,2 6 1 0 0,-1-11-318 0 0,-1 1 0 0 0,1-1 0 0 0,-1 0 0 0 0,1 0 0 0 0,0 0 0 0 0,-1 1 0 0 0,1-1 0 0 0,0 0 0 0 0,0 0 0 0 0,0 0 0 0 0,0 0 0 0 0,0-1 0 0 0,0 1 0 0 0,0 0 0 0 0,0 0 0 0 0,0 0 0 0 0,1-1 0 0 0,-1 1 0 0 0,0-1 0 0 0,0 1 0 0 0,1-1 0 0 0,-1 1 0 0 0,0-1 0 0 0,1 0 0 0 0,-1 0 0 0 0,0 1 0 0 0,1-1 1 0 0,-1 0-1 0 0,1 0 0 0 0,1-1 0 0 0,1 1-18 0 0,-1-1 0 0 0,1 1 0 0 0,-1-1 1 0 0,0 0-1 0 0,0 0 0 0 0,1 0 1 0 0,-1 0-1 0 0,0-1 0 0 0,0 1 0 0 0,0-1 1 0 0,0 0-1 0 0,3-3 0 0 0,-3 3-40 0 0,0-1-1 0 0,0 0 1 0 0,-1 0 0 0 0,1 0-1 0 0,-1 0 1 0 0,0-1-1 0 0,0 1 1 0 0,0-1-1 0 0,0 1 1 0 0,-1-1 0 0 0,0 0-1 0 0,1 0 1 0 0,-1 1-1 0 0,-1-1 1 0 0,1 0 0 0 0,0 0-1 0 0,-1 0 1 0 0,0 0-1 0 0,0 0 1 0 0,0 0 0 0 0,0 0-1 0 0,-1 0 1 0 0,-1-4-1 0 0,-1-5-32 0 0,-1-1 0 0 0,-1 1 0 0 0,0 0 0 0 0,0 1 0 0 0,-12-19 0 0 0,16 29 24 0 0,0 0 1 0 0,0 0-1 0 0,0 0 1 0 0,-1 0 0 0 0,1 0-1 0 0,-1 0 1 0 0,1 0 0 0 0,-1 1-1 0 0,0-1 1 0 0,1 0-1 0 0,-1 1 1 0 0,0 0 0 0 0,0-1-1 0 0,0 1 1 0 0,0 0 0 0 0,0 0-1 0 0,0 0 1 0 0,-1 0 0 0 0,1 0-1 0 0,0 1 1 0 0,0-1-1 0 0,-1 1 1 0 0,1-1 0 0 0,0 1-1 0 0,-1 0 1 0 0,1 0 0 0 0,0 0-1 0 0,-3 0 1 0 0,1 1 9 0 0,1 1 1 0 0,-1-1-1 0 0,1 0 1 0 0,-1 1-1 0 0,1 0 1 0 0,0 0-1 0 0,0 0 1 0 0,0 0-1 0 0,0 0 1 0 0,0 1-1 0 0,0-1 1 0 0,1 1-1 0 0,-1 0 1 0 0,1 0-1 0 0,0 0 1 0 0,-4 6-1 0 0,-1 3 1 0 0,1-1 0 0 0,1 1 0 0 0,0 0 0 0 0,1 1 0 0 0,0-1 0 0 0,1 1 0 0 0,0-1 0 0 0,1 1 0 0 0,0 0 0 0 0,1 0 0 0 0,1 0 0 0 0,0 0 0 0 0,1 0 0 0 0,4 24 1 0 0,-4-29-7 0 0,1-1 1 0 0,0 1 0 0 0,1-1-1 0 0,0 1 1 0 0,0-1 0 0 0,1 0 0 0 0,-1 0-1 0 0,2-1 1 0 0,-1 1 0 0 0,1-1 0 0 0,0 0-1 0 0,0 0 1 0 0,0 0 0 0 0,1-1 0 0 0,0 0-1 0 0,0 0 1 0 0,1 0 0 0 0,-1-1 0 0 0,1 0-1 0 0,0 0 1 0 0,0 0 0 0 0,0-1 0 0 0,1-1-1 0 0,-1 1 1 0 0,13 2 0 0 0,-11-4-1 0 0,0 1 0 0 0,0-1 0 0 0,0-1 0 0 0,0 0 0 0 0,0 0 0 0 0,0-1 1 0 0,0 0-1 0 0,0 0 0 0 0,0-1 0 0 0,0 0 0 0 0,-1-1 0 0 0,1 0 0 0 0,-1 0 0 0 0,0-1 0 0 0,1 0 0 0 0,-2-1 1 0 0,1 1-1 0 0,8-8 0 0 0,-5 3-27 0 0,0-1-1 0 0,0 0 1 0 0,-2-1 0 0 0,1 0 0 0 0,-1-1 0 0 0,-1 0 0 0 0,0 0 0 0 0,-1-1-1 0 0,0 0 1 0 0,8-22 0 0 0,-4 5-2 0 0,-7 16 13 0 0,0 1 0 0 0,1 0 0 0 0,1 0 0 0 0,0 0 0 0 0,1 0 0 0 0,0 1 0 0 0,11-13 0 0 0,-17 24 13 0 0,0-1-1 0 0,0 1 0 0 0,1 0 1 0 0,-1 0-1 0 0,0 0 1 0 0,1 0-1 0 0,-1 0 0 0 0,1 1 1 0 0,-1-1-1 0 0,1 0 1 0 0,0 1-1 0 0,-1-1 0 0 0,1 1 1 0 0,0 0-1 0 0,-1-1 0 0 0,1 1 1 0 0,0 0-1 0 0,-1 0 1 0 0,1 0-1 0 0,3 0 0 0 0,-2 1 21 0 0,0 0 0 0 0,1 0 0 0 0,-1 0 0 0 0,0 1 0 0 0,0-1 0 0 0,0 1-1 0 0,0 0 1 0 0,0 0 0 0 0,4 3 0 0 0,3 4 84 0 0,-2-1 0 0 0,1 1 1 0 0,-1 1-1 0 0,10 15 0 0 0,-9-12 26 0 0,-1 0 1 0 0,-1 0-1 0 0,0 1 0 0 0,-1 1 0 0 0,0-1 1 0 0,-1 1-1 0 0,-1 0 0 0 0,-1 0 1 0 0,4 22-1 0 0,-7-31-68 0 0,1 1 0 0 0,-1-1 0 0 0,-1 1-1 0 0,1-1 1 0 0,-1 0 0 0 0,0 1 0 0 0,0-1 0 0 0,-1 0 0 0 0,0 1-1 0 0,0-1 1 0 0,0 0 0 0 0,-1 0 0 0 0,0-1 0 0 0,0 1 0 0 0,0 0-1 0 0,-1-1 1 0 0,0 0 0 0 0,0 0 0 0 0,0 0 0 0 0,-1 0 0 0 0,0-1-1 0 0,0 0 1 0 0,0 0 0 0 0,-10 6 0 0 0,3-3-18 0 0,0-1 1 0 0,-1 0-1 0 0,0-1 1 0 0,0-1-1 0 0,-23 5 0 0 0,29-7-230 0 0,0-1 0 0 0,0 0 0 0 0,-1 0 0 0 0,1-1 0 0 0,0 0-1 0 0,0 0 1 0 0,-1-1 0 0 0,1 0 0 0 0,0 0 0 0 0,0-1 0 0 0,0 1-1 0 0,-10-5 1 0 0,16 5-110 0 0,0 1 0 0 0,0-1 0 0 0,0 1 0 0 0,0-1 0 0 0,0 1 0 0 0,1-1 0 0 0,-1 0 0 0 0,0 1 0 0 0,0-1 0 0 0,1 0 0 0 0,-1 0 0 0 0,0 0 0 0 0,1 1 0 0 0,-1-1 0 0 0,1 0 0 0 0,-1 0 0 0 0,1 0 0 0 0,0 0 0 0 0,-1 0 0 0 0,1 0 0 0 0,0 0 0 0 0,-1 0 0 0 0,1 0 0 0 0,0 0 0 0 0,0 0 0 0 0,0 0 0 0 0,0 0 0 0 0,0 0 0 0 0,0 0 0 0 0,0 0 0 0 0,1-2 0 0 0,2-11-5830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3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16 291 1988 0 0,'-2'-5'496'0'0,"-1"0"1"0"0,1 0-1 0 0,0 0 0 0 0,1 0 1 0 0,-1-1-1 0 0,1 1 0 0 0,0 0 1 0 0,0-1-1 0 0,0 1 0 0 0,1 0 1 0 0,1-11-1 0 0,-1 12-356 0 0,1 1 0 0 0,0 0 0 0 0,0 0 1 0 0,0-1-1 0 0,1 1 0 0 0,-1 0 0 0 0,1 0 0 0 0,0 0 0 0 0,0 1 1 0 0,0-1-1 0 0,0 0 0 0 0,0 1 0 0 0,1-1 0 0 0,-1 1 1 0 0,1 0-1 0 0,-1 0 0 0 0,1 0 0 0 0,0 0 0 0 0,0 0 0 0 0,4-2 1 0 0,-1 1 29 0 0,0 0 0 0 0,1 1 0 0 0,-1 0 0 0 0,1 0 0 0 0,0 0 0 0 0,-1 1 0 0 0,1-1 0 0 0,0 2 0 0 0,0-1 0 0 0,0 1 0 0 0,0 0 0 0 0,0 1 0 0 0,8 1 0 0 0,-5 0-63 0 0,-1 0 0 0 0,1 1 0 0 0,-1 0-1 0 0,0 1 1 0 0,0 0 0 0 0,0 0-1 0 0,-1 1 1 0 0,16 11 0 0 0,-16-9-61 0 0,0 0 0 0 0,0 0 0 0 0,0 0 1 0 0,-1 1-1 0 0,0 0 0 0 0,-1 0 0 0 0,0 1 0 0 0,0 0 1 0 0,-1 0-1 0 0,0 0 0 0 0,0 1 0 0 0,-1-1 0 0 0,0 1 1 0 0,-1 0-1 0 0,0 0 0 0 0,-1 1 0 0 0,0-1 1 0 0,1 14-1 0 0,-3-16 2 0 0,0-1 1 0 0,-1 1-1 0 0,0 0 0 0 0,0 0 1 0 0,-1 0-1 0 0,1 0 0 0 0,-2-1 1 0 0,1 1-1 0 0,-1-1 1 0 0,0 1-1 0 0,-5 7 0 0 0,7-14 6 0 0,0-1-56 0 0,0 0 4 0 0,1 0 0 0 0,-1-1-1 0 0,0 1 1 0 0,1 0 0 0 0,-1 0 0 0 0,1-1 0 0 0,-1 1-1 0 0,0-1 1 0 0,1 1 0 0 0,-1 0 0 0 0,1-1-1 0 0,-1 1 1 0 0,1-1 0 0 0,-1 1 0 0 0,1-1-1 0 0,0 1 1 0 0,-1-1 0 0 0,1 1 0 0 0,-1-1-1 0 0,1 0 1 0 0,0 1 0 0 0,0-1 0 0 0,-1 0-1 0 0,1 1 1 0 0,0-1 0 0 0,0 0 0 0 0,0 1-1 0 0,0-1 1 0 0,0-1 0 0 0,-1-22 43 0 0,4 4-85 0 0,1 1 0 0 0,0-1 0 0 0,2 1 0 0 0,0 0 0 0 0,1 1 0 0 0,11-21 0 0 0,-12 28 38 0 0,0 1 1 0 0,0-1-1 0 0,1 2 0 0 0,0-1 0 0 0,1 1 1 0 0,0 0-1 0 0,0 0 0 0 0,1 1 0 0 0,0 0 1 0 0,0 1-1 0 0,17-10 0 0 0,-22 15 13 0 0,0-1 1 0 0,0 1-1 0 0,1 1 1 0 0,-1-1-1 0 0,1 1 0 0 0,0-1 1 0 0,-1 1-1 0 0,1 1 1 0 0,0-1-1 0 0,0 1 0 0 0,-1 0 1 0 0,1 0-1 0 0,0 0 1 0 0,0 0-1 0 0,-1 1 0 0 0,1 0 1 0 0,0 0-1 0 0,-1 0 1 0 0,1 1-1 0 0,-1-1 0 0 0,1 1 1 0 0,-1 0-1 0 0,0 1 1 0 0,0-1-1 0 0,4 3 0 0 0,-1 1 126 0 0,0 0-1 0 0,-1 0 1 0 0,0 1-1 0 0,0-1 1 0 0,-1 1-1 0 0,0 0 1 0 0,0 1-1 0 0,-1-1 0 0 0,0 1 1 0 0,0 0-1 0 0,0 0 1 0 0,4 17-1 0 0,-2 3 201 0 0,-1 1-1 0 0,-2-1 0 0 0,1 37 1 0 0,0 2-133 0 0,-4-65-211 0 0,1-1 0 0 0,-1 1 0 0 0,0-1 0 0 0,0 1 0 0 0,1-1 1 0 0,-1 1-1 0 0,1-1 0 0 0,-1 1 0 0 0,1-1 0 0 0,0 1 0 0 0,-1-1 0 0 0,1 0 1 0 0,0 1-1 0 0,0-1 0 0 0,0 0 0 0 0,0 0 0 0 0,0 0 0 0 0,0 0 0 0 0,0 0 1 0 0,0 0-1 0 0,3 2 0 0 0,-2-2-69 0 0,1-1 1 0 0,-1 1 0 0 0,0 0 0 0 0,1 0-1 0 0,0-1 1 0 0,-1 0 0 0 0,1 1-1 0 0,-1-1 1 0 0,1 0 0 0 0,-1 0-1 0 0,6-1 1 0 0,2-1-346 0 0,-1 0-1 0 0,1-1 1 0 0,-1 0 0 0 0,1 0 0 0 0,14-9-1 0 0,0-2-87 0 0,-1-1 0 0 0,-1 0 0 0 0,0-2-1 0 0,-1-1 1 0 0,-1-1 0 0 0,-1 0 0 0 0,-1-2-1 0 0,0 0 1 0 0,-2-1 0 0 0,0-1-1 0 0,19-37 1 0 0,-31 51 734 0 0,0-1-1 0 0,0 1 1 0 0,-1-1-1 0 0,0 0 1 0 0,-1 0-1 0 0,0 0 1 0 0,-1-1-1 0 0,0 1 1 0 0,-1 0-1 0 0,-1-15 1 0 0,2 24-197 0 0,-1 1 1 0 0,0-1 0 0 0,0 1 0 0 0,0-1-1 0 0,0 0 1 0 0,0 1 0 0 0,0-1-1 0 0,-1 1 1 0 0,1-1 0 0 0,0 1-1 0 0,0-1 1 0 0,0 0 0 0 0,0 1-1 0 0,-1-1 1 0 0,1 1 0 0 0,0-1 0 0 0,-1 1-1 0 0,1 0 1 0 0,0-1 0 0 0,-1 1-1 0 0,1-1 1 0 0,0 1 0 0 0,-1-1-1 0 0,1 1 1 0 0,-1 0 0 0 0,1-1-1 0 0,-1 1 1 0 0,1 0 0 0 0,-1 0-1 0 0,1-1 1 0 0,-1 1 0 0 0,1 0 0 0 0,-1 0-1 0 0,1 0 1 0 0,-1-1 0 0 0,0 1-1 0 0,1 0 1 0 0,-1 0 0 0 0,1 0-1 0 0,-1 0 1 0 0,1 0 0 0 0,-1 0-1 0 0,1 0 1 0 0,-1 1 0 0 0,0-1 0 0 0,1 0-1 0 0,-1 0 1 0 0,1 0 0 0 0,-1 0-1 0 0,1 1 1 0 0,-1-1 0 0 0,1 0-1 0 0,-1 1 1 0 0,1-1 0 0 0,-1 0-1 0 0,0 1 1 0 0,-24 21 884 0 0,15-9-598 0 0,0 0 0 0 0,1 1 1 0 0,1 0-1 0 0,0 1 0 0 0,0 0 0 0 0,-7 25 0 0 0,12-32-259 0 0,1 0 0 0 0,0 0 1 0 0,1 0-1 0 0,0 1 0 0 0,0-1 0 0 0,1 15 0 0 0,1-19-22 0 0,-1 1 0 0 0,1-1 0 0 0,0 1 1 0 0,0-1-1 0 0,0 0 0 0 0,1 0 0 0 0,0 1 0 0 0,-1-1 0 0 0,2 0 0 0 0,-1-1 1 0 0,0 1-1 0 0,1 0 0 0 0,3 4 0 0 0,-2-5-10 0 0,0 1 0 0 0,0-1 0 0 0,1-1 1 0 0,-1 1-1 0 0,1 0 0 0 0,-1-1 0 0 0,1 0 0 0 0,0 0 0 0 0,0-1 1 0 0,0 1-1 0 0,0-1 0 0 0,0 0 0 0 0,0 0 0 0 0,0-1 0 0 0,0 0 1 0 0,6 0-1 0 0,1 0 0 0 0,-1 0 0 0 0,1-1 0 0 0,0-1 1 0 0,-1 0-1 0 0,23-7 0 0 0,-22 4-31 0 0,-1 0 1 0 0,1 0-1 0 0,-1-1 1 0 0,0-1-1 0 0,-1 0 1 0 0,0 0-1 0 0,0-1 0 0 0,0-1 1 0 0,-1 1-1 0 0,0-1 1 0 0,-1-1-1 0 0,0 0 0 0 0,0 0 1 0 0,-1 0-1 0 0,-1-1 1 0 0,0 0-1 0 0,0-1 1 0 0,-1 1-1 0 0,0-1 0 0 0,-1 0 1 0 0,0 0-1 0 0,-1 0 1 0 0,-1-1-1 0 0,0 1 0 0 0,0-1 1 0 0,-2 1-1 0 0,1-1 1 0 0,-1 0-1 0 0,-1 1 1 0 0,-3-15-1 0 0,4 23 5 0 0,-1 1 0 0 0,0-1 1 0 0,0 1-1 0 0,0-1 0 0 0,0 1 1 0 0,0 0-1 0 0,-1-1 0 0 0,0 1 0 0 0,1 0 1 0 0,-1 0-1 0 0,0 0 0 0 0,-1 0 0 0 0,1 1 1 0 0,0-1-1 0 0,-1 1 0 0 0,0-1 0 0 0,1 1 1 0 0,-1 0-1 0 0,0 0 0 0 0,0 0 0 0 0,0 0 1 0 0,0 0-1 0 0,-1 1 0 0 0,1 0 0 0 0,0-1 1 0 0,-1 1-1 0 0,1 1 0 0 0,-1-1 1 0 0,1 0-1 0 0,-1 1 0 0 0,1-1 0 0 0,-8 2 1 0 0,5-1 3 0 0,-1 0 0 0 0,1 1 0 0 0,-1 0 0 0 0,1 0 0 0 0,0 0 0 0 0,0 1 0 0 0,-1 0 0 0 0,1 1 0 0 0,0-1 0 0 0,1 1 0 0 0,-1 0 0 0 0,0 0 0 0 0,1 1 0 0 0,0 0 0 0 0,0 0 0 0 0,0 0 0 0 0,-6 7 0 0 0,9-8-74 0 0,0-1-1 0 0,0 0 1 0 0,0 1-1 0 0,0 0 1 0 0,1-1-1 0 0,-1 1 1 0 0,1 0-1 0 0,0 0 1 0 0,-1 0-1 0 0,1 0 1 0 0,1 0-1 0 0,-1 0 0 0 0,0 0 1 0 0,1 0-1 0 0,0 0 1 0 0,-1 0-1 0 0,1 0 1 0 0,1 0-1 0 0,-1 1 1 0 0,0-1-1 0 0,1 0 1 0 0,-1 0-1 0 0,1 0 1 0 0,0 0-1 0 0,0 0 1 0 0,0 0-1 0 0,1-1 1 0 0,2 6-1 0 0,-1-4-253 0 0,1 1 0 0 0,-1-1-1 0 0,1 0 1 0 0,1 0 0 0 0,-1 0 0 0 0,1-1 0 0 0,-1 0-1 0 0,1 1 1 0 0,0-2 0 0 0,0 1 0 0 0,0 0-1 0 0,0-1 1 0 0,1 0 0 0 0,-1 0 0 0 0,6 0 0 0 0,0 1-739 0 0,-1-2 1 0 0,0 0 0 0 0,1 0-1 0 0,18-1 1 0 0,-6-2-1776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4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0 355 1012 0 0,'21'-24'1590'0'0,"-2"-1"0"0"0,-1-1 0 0 0,22-41 1 0 0,33-89 4961 0 0,-46 100-3433 0 0,-22 70-1939 0 0,-34 213 2371 0 0,14-133-3007 0 0,5 1 0 0 0,1 124 0 0 0,9-211-494 0 0,0 1-1 0 0,1 0 0 0 0,0-1 1 0 0,1 1-1 0 0,4 14 0 0 0,-5-21-39 0 0,0 0 0 0 0,0 0-1 0 0,0 1 1 0 0,1-2 0 0 0,-1 1 0 0 0,0 0-1 0 0,1 0 1 0 0,-1 0 0 0 0,1 0 0 0 0,0-1-1 0 0,0 1 1 0 0,-1-1 0 0 0,1 0 0 0 0,0 1-1 0 0,0-1 1 0 0,0 0 0 0 0,1 0-1 0 0,-1 0 1 0 0,0 0 0 0 0,0-1 0 0 0,0 1-1 0 0,1 0 1 0 0,-1-1 0 0 0,0 0 0 0 0,1 1-1 0 0,2-1 1 0 0,7-1-37 0 0,0 1 0 0 0,1-2 0 0 0,-1 1 1 0 0,0-2-1 0 0,0 0 0 0 0,0 0 0 0 0,0-1 0 0 0,16-8 0 0 0,-2-1-744 0 0,-1 0 0 0 0,37-28 0 0 0,-44 28-429 0 0,-1 0-1 0 0,-1-2 1 0 0,22-24 0 0 0,-29 28-881 0 0,0 0 1 0 0,-1-1 0 0 0,11-22 0 0 0,-7 7-3805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37 184 0 0,'-114'12'11731'0'0,"117"-12"-11444"0"0,43-3-52 0 0,65-11-1 0 0,-41 3-1180 0 0,25-1-3795 0 0,-49 4 161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5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28 1884 0 0,'4'-16'3304'0'0,"-5"6"-1735"0"0,-4 9-535 0 0,-15 16-101 0 0,-18 28-356 0 0,10-7-320 0 0,2 1 0 0 0,1 1 0 0 0,2 1 1 0 0,2 1-1 0 0,2 1 0 0 0,-15 47 0 0 0,31-80-240 0 0,1 0-1 0 0,0-1 1 0 0,1 1-1 0 0,0 1 1 0 0,0-1-1 0 0,1 0 1 0 0,0 0-1 0 0,0 0 1 0 0,1 0-1 0 0,0 0 1 0 0,2 9-1 0 0,-2-14-13 0 0,1 1 0 0 0,-1-1 0 0 0,1 1 0 0 0,0-1 0 0 0,0 0 0 0 0,0 0 0 0 0,0 1 0 0 0,0-1 0 0 0,1-1 0 0 0,-1 1 0 0 0,1 0 0 0 0,0-1 0 0 0,0 1 0 0 0,0-1 0 0 0,0 0 0 0 0,0 0 0 0 0,0 0 0 0 0,1 0 0 0 0,-1-1 0 0 0,1 1 0 0 0,-1-1 0 0 0,1 0 0 0 0,0 0 0 0 0,-1 0 0 0 0,7 0 0 0 0,11 1-30 0 0,1 0-1 0 0,-1-2 1 0 0,1-1 0 0 0,-1 0-1 0 0,0-2 1 0 0,0 0-1 0 0,32-10 1 0 0,-30 6-64 0 0,0-1 1 0 0,0-1-1 0 0,0-1 1 0 0,-1-2-1 0 0,-1 0 0 0 0,26-19 1 0 0,-37 25 81 0 0,-1-2 1 0 0,-1 1-1 0 0,0-1 0 0 0,0-1 1 0 0,0 1-1 0 0,-1-1 1 0 0,0 0-1 0 0,-1-1 1 0 0,0 0-1 0 0,0 0 1 0 0,-1 0-1 0 0,0-1 0 0 0,-1 0 1 0 0,0 1-1 0 0,-1-1 1 0 0,0-1-1 0 0,1-17 1 0 0,-3 27 31 0 0,-1 0 1 0 0,0 0 0 0 0,0 1 0 0 0,0-1-1 0 0,0 0 1 0 0,0 0 0 0 0,0 0 0 0 0,0 0-1 0 0,-1 1 1 0 0,1-1 0 0 0,-1 0 0 0 0,1 0-1 0 0,-1 0 1 0 0,0 1 0 0 0,1-1 0 0 0,-1 0-1 0 0,0 1 1 0 0,0-1 0 0 0,0 1 0 0 0,0-1-1 0 0,-1 1 1 0 0,1 0 0 0 0,0-1 0 0 0,-1 1-1 0 0,1 0 1 0 0,-1 0 0 0 0,-2-2 0 0 0,2 3 14 0 0,0-1 1 0 0,0 1 0 0 0,0 0-1 0 0,0 0 1 0 0,0 0-1 0 0,-1 0 1 0 0,1 0 0 0 0,0 0-1 0 0,0 1 1 0 0,0-1-1 0 0,0 1 1 0 0,0-1-1 0 0,0 1 1 0 0,0 0 0 0 0,0 0-1 0 0,0 0 1 0 0,0 0-1 0 0,0 0 1 0 0,1 0 0 0 0,-1 0-1 0 0,0 1 1 0 0,1-1-1 0 0,-3 3 1 0 0,-3 3 55 0 0,1-1-1 0 0,-1 2 1 0 0,1-1-1 0 0,1 1 1 0 0,0-1-1 0 0,0 1 1 0 0,0 1-1 0 0,1-1 1 0 0,0 1-1 0 0,1 0 1 0 0,0 0-1 0 0,-4 16 1 0 0,7-21-69 0 0,-1 1 1 0 0,1-1-1 0 0,-1 1 1 0 0,1-1-1 0 0,1 0 1 0 0,-1 1-1 0 0,1-1 1 0 0,-1 1-1 0 0,1-1 1 0 0,0 0-1 0 0,1 0 1 0 0,-1 1-1 0 0,1-1 1 0 0,0 0-1 0 0,0 0 1 0 0,0 0-1 0 0,0-1 1 0 0,1 1-1 0 0,0-1 1 0 0,0 1-1 0 0,-1-1 1 0 0,2 0-1 0 0,-1 0 1 0 0,0 0-1 0 0,1 0 1 0 0,-1-1-1 0 0,1 1 1 0 0,0-1-1 0 0,4 2 1 0 0,2 0-12 0 0,0 0 0 0 0,0 0-1 0 0,1-2 1 0 0,-1 1 0 0 0,1-1 0 0 0,0-1 0 0 0,-1 0-1 0 0,1 0 1 0 0,0-1 0 0 0,0 0 0 0 0,0-1 0 0 0,-1 0 0 0 0,1-1-1 0 0,0 0 1 0 0,-1-1 0 0 0,0 0 0 0 0,13-6 0 0 0,-20 8-13 0 0,0-1 0 0 0,-1 0 0 0 0,1 0 0 0 0,0 0 0 0 0,-1 0 0 0 0,0 0 0 0 0,1 0 0 0 0,-1-1 0 0 0,0 1 0 0 0,0-1 0 0 0,0 0 0 0 0,-1 1 0 0 0,1-1 0 0 0,0 0 0 0 0,1-6 0 0 0,-2 4 1 0 0,1 0 0 0 0,-1-1 0 0 0,-1 1 0 0 0,1-1 0 0 0,-1 1 1 0 0,0-1-1 0 0,0 1 0 0 0,-1-10 0 0 0,-3-2 2 0 0,0-1 0 0 0,-1 1 0 0 0,-1 0 0 0 0,-14-27 1 0 0,-7-8-4 0 0,-14-33 0 0 0,40 83 3 0 0,2 0-9 0 0,-1 1 5 0 0,0 1 0 0 0,0-1-1 0 0,0 1 1 0 0,0-1 0 0 0,0 1 0 0 0,0-1 0 0 0,0 1-1 0 0,1-1 1 0 0,-1 1 0 0 0,0-1 0 0 0,0 1 0 0 0,0-1-1 0 0,1 1 1 0 0,-1-1 0 0 0,0 1 0 0 0,1-1 0 0 0,-1 1 0 0 0,0-1-1 0 0,1 1 1 0 0,-1 0 0 0 0,1-1 0 0 0,-1 1 0 0 0,1 0-1 0 0,-1-1 1 0 0,0 1 0 0 0,1 0 0 0 0,-1 0 0 0 0,1-1-1 0 0,0 1 1 0 0,-1 0 0 0 0,1 0 0 0 0,-1 0 0 0 0,1 0-1 0 0,-1 0 1 0 0,1 0 0 0 0,-1 0 0 0 0,1 0 0 0 0,-1 0 0 0 0,1 0-1 0 0,-1 0 1 0 0,2 0 0 0 0,0 0-1 0 0,1 0 0 0 0,-1 0 1 0 0,0 0-1 0 0,1 0 0 0 0,-1 1 0 0 0,1-1 1 0 0,-1 1-1 0 0,0 0 0 0 0,1-1 0 0 0,-1 1 1 0 0,3 2-1 0 0,4 0 7 0 0,5 2 53 0 0,-1 1 1 0 0,-1 1 0 0 0,1-1-1 0 0,-1 2 1 0 0,0 0 0 0 0,-1 0-1 0 0,0 1 1 0 0,0 0 0 0 0,-1 1 0 0 0,0 0-1 0 0,-1 1 1 0 0,0 0 0 0 0,-1 1-1 0 0,0 0 1 0 0,0 0 0 0 0,-2 0-1 0 0,1 1 1 0 0,-2 0 0 0 0,0 0-1 0 0,7 25 1 0 0,-10-14 398 0 0,-1 0 0 0 0,0 0-1 0 0,-2 0 1 0 0,-1 0 0 0 0,-5 28-1 0 0,7-52-451 0 0,0 0 3 0 0,0 0-1 0 0,0 0 0 0 0,0 0 0 0 0,0 0 0 0 0,0 0 1 0 0,0 0-1 0 0,0 0 0 0 0,0 0 0 0 0,0 0 0 0 0,1 0 0 0 0,-1 0 1 0 0,0 0-1 0 0,0 0 0 0 0,0 0 0 0 0,0 0 0 0 0,0 0 1 0 0,0 0-1 0 0,0 0 0 0 0,0 0 0 0 0,0 0 0 0 0,0 0 1 0 0,0 0-1 0 0,1 0 0 0 0,-1 0 0 0 0,0 0 0 0 0,0 0 1 0 0,0 1-1 0 0,0-1 0 0 0,0 0 0 0 0,0 0 0 0 0,0 0 1 0 0,0 0-1 0 0,0 0 0 0 0,0 0 0 0 0,0 0 0 0 0,0 0 1 0 0,0 0-1 0 0,0 0 0 0 0,0 0 0 0 0,0 1 0 0 0,0-1 1 0 0,0 0-1 0 0,0 0 0 0 0,0 0 0 0 0,0 0 0 0 0,0 0 1 0 0,0 0-1 0 0,0 0 0 0 0,0 0 0 0 0,0 0 0 0 0,0 1 1 0 0,9-14 95 0 0,9-21-132 0 0,-16 32 55 0 0,9-20-29 0 0,9-18 5 0 0,42-60 0 0 0,-55 90-4 0 0,1 0 0 0 0,-1 1 1 0 0,2 0-1 0 0,-1 1 0 0 0,1-1 0 0 0,0 2 0 0 0,1-1 1 0 0,0 1-1 0 0,0 1 0 0 0,0 0 0 0 0,14-5 0 0 0,-21 9 0 0 0,0 1 0 0 0,0 0 0 0 0,1 0 0 0 0,-1 1 0 0 0,0-1 0 0 0,1 1 0 0 0,-1-1 0 0 0,0 1-1 0 0,1 0 1 0 0,-1 0 0 0 0,0 1 0 0 0,1-1 0 0 0,-1 1 0 0 0,0-1 0 0 0,0 1 0 0 0,1 0 0 0 0,-1 0-1 0 0,0 1 1 0 0,0-1 0 0 0,0 1 0 0 0,0-1 0 0 0,-1 1 0 0 0,1 0 0 0 0,0 0 0 0 0,-1 0 0 0 0,1 0-1 0 0,-1 1 1 0 0,1-1 0 0 0,-1 1 0 0 0,0 0 0 0 0,0-1 0 0 0,2 6 0 0 0,2 3 29 0 0,-1-1-1 0 0,0 1 1 0 0,-1 0 0 0 0,0 0 0 0 0,-1 1 0 0 0,0-1 0 0 0,-1 1 0 0 0,1 13-1 0 0,-1 19 11 0 0,4 34-56 0 0,-5-72-82 0 0,0 0 0 0 0,1 0 0 0 0,-1 0-1 0 0,1 0 1 0 0,0-1 0 0 0,1 1 0 0 0,0-1 0 0 0,-1 1 0 0 0,8 8-1 0 0,-9-12-98 0 0,1 0 0 0 0,-1 0-1 0 0,1-1 1 0 0,0 1 0 0 0,-1-1 0 0 0,1 1-1 0 0,0-1 1 0 0,0 1 0 0 0,0-1-1 0 0,1 0 1 0 0,-1 0 0 0 0,0 0-1 0 0,0 0 1 0 0,0-1 0 0 0,1 1 0 0 0,-1 0-1 0 0,0-1 1 0 0,4 1 0 0 0,-3-2-75 0 0,1 1 0 0 0,0 0 0 0 0,-1-1 1 0 0,1 0-1 0 0,-1 0 0 0 0,1 0 0 0 0,-1 0 1 0 0,0 0-1 0 0,1-1 0 0 0,5-3 0 0 0,2-3-674 0 0,1-1 0 0 0,-1 0 0 0 0,-1 0-1 0 0,19-22 1 0 0,-7 4-975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5 311 3324 0 0,'64'-183'4215'0'0,"-36"56"4265"0"0,-30 135-6673 0 0,-4 27 30 0 0,-10 51-279 0 0,-3 16-152 0 0,-2 7-526 0 0,-10 151 0 0 0,30-251-859 0 0,1 0 1 0 0,0 0-1 0 0,0 0 0 0 0,1 0 1 0 0,0-1-1 0 0,5 16 0 0 0,-6-22-26 0 0,1 0-1 0 0,0 0 0 0 0,1 0 0 0 0,-1 1 0 0 0,0-1 0 0 0,1 0 0 0 0,-1 0 0 0 0,1-1 0 0 0,-1 1 0 0 0,1 0 0 0 0,0 0 0 0 0,0-1 0 0 0,0 1 0 0 0,0-1 0 0 0,0 0 0 0 0,0 1 1 0 0,0-1-1 0 0,0 0 0 0 0,0 0 0 0 0,1-1 0 0 0,-1 1 0 0 0,0 0 0 0 0,1-1 0 0 0,-1 1 0 0 0,1-1 0 0 0,-1 0 0 0 0,1 0 0 0 0,3 0 0 0 0,3 0-329 0 0,0-1 0 0 0,-1-1 0 0 0,1 1 0 0 0,0-1 0 0 0,-1-1 0 0 0,0 1 0 0 0,1-2 0 0 0,-1 1 0 0 0,0-1 0 0 0,12-8 0 0 0,3-3-1581 0 0,-2-2-1 0 0,24-21 1 0 0,-35 29 276 0 0,-1-2-1 0 0,0 1 1 0 0,9-14 0 0 0,3-5-4325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87 1320 0 0,'-141'-7'10770'0'0,"161"-4"-10011"0"0,50-7-623 0 0,139-18 1 0 0,-20 22-6434 0 0,-137 14 1876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6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456 108 1720 0 0,'-59'-45'7222'0'0,"44"32"-5403"0"0,-1 1 1 0 0,-25-15-1 0 0,37 25-1736 0 0,-1 0 0 0 0,0 0 0 0 0,0 1 0 0 0,0 0 0 0 0,0 0 1 0 0,0 0-1 0 0,-1 0 0 0 0,1 1 0 0 0,0 0 0 0 0,0 0 0 0 0,0 1 0 0 0,-1-1 0 0 0,1 1 0 0 0,0 0 0 0 0,0 0 0 0 0,0 1 1 0 0,0 0-1 0 0,0 0 0 0 0,1 0 0 0 0,-1 0 0 0 0,-5 4 0 0 0,-9 6 48 0 0,0 0-1 0 0,2 1 1 0 0,-27 25-1 0 0,33-29-109 0 0,1 1 0 0 0,0 1-1 0 0,1 0 1 0 0,0 0 0 0 0,0 1-1 0 0,1 0 1 0 0,1 0 0 0 0,0 1 0 0 0,1 0-1 0 0,0 0 1 0 0,1 0 0 0 0,0 1 0 0 0,-2 15-1 0 0,6-27-21 0 0,1 0 1 0 0,0 1-1 0 0,-1-1 0 0 0,1 1 0 0 0,0-1 0 0 0,1 0 1 0 0,-1 1-1 0 0,0-1 0 0 0,1 1 0 0 0,-1-1 0 0 0,1 0 0 0 0,0 1 1 0 0,0-1-1 0 0,0 0 0 0 0,0 0 0 0 0,0 0 0 0 0,0 0 1 0 0,1 0-1 0 0,2 4 0 0 0,-1-4 4 0 0,0 1 1 0 0,0-1-1 0 0,0 0 0 0 0,0 0 1 0 0,0 0-1 0 0,0-1 1 0 0,1 1-1 0 0,-1-1 0 0 0,1 0 1 0 0,-1 0-1 0 0,8 1 0 0 0,-1 0 10 0 0,1-2-1 0 0,-1 1 0 0 0,0-1 0 0 0,0-1 0 0 0,1 0 0 0 0,-1 0 0 0 0,0-1 0 0 0,15-5 1 0 0,-15 4-35 0 0,-1-2 1 0 0,0 1-1 0 0,1-1 1 0 0,-2-1-1 0 0,1 0 1 0 0,-1 0-1 0 0,0-1 1 0 0,0 1-1 0 0,0-2 1 0 0,-1 1-1 0 0,7-11 1 0 0,6-10-25 0 0,-1 0 1 0 0,14-33 0 0 0,-21 40 81 0 0,-8 12-131 0 0,5-6 507 0 0,-9 14-399 0 0,1 1-1 0 0,-1 0 1 0 0,0 0 0 0 0,0 0-1 0 0,1-1 1 0 0,-1 1 0 0 0,0 0-1 0 0,0 0 1 0 0,1 0 0 0 0,-1 0-1 0 0,0 0 1 0 0,1 0 0 0 0,-1 0 0 0 0,0 0-1 0 0,0 0 1 0 0,1-1 0 0 0,-1 1-1 0 0,0 0 1 0 0,1 0 0 0 0,-1 1-1 0 0,0-1 1 0 0,1 0 0 0 0,-1 0-1 0 0,0 0 1 0 0,0 0 0 0 0,1 0-1 0 0,-1 0 1 0 0,0 0 0 0 0,0 0-1 0 0,1 1 1 0 0,-1-1 0 0 0,0 0-1 0 0,0 0 1 0 0,1 0 0 0 0,-1 0 0 0 0,0 1-1 0 0,0-1 1 0 0,0 0 0 0 0,1 0-1 0 0,-1 1 1 0 0,0-1 0 0 0,0 0-1 0 0,0 1 1 0 0,1 0 18 0 0,0 0 1 0 0,-1 0-1 0 0,0 1 0 0 0,1-1 0 0 0,-1 0 1 0 0,0 0-1 0 0,1 1 0 0 0,-1-1 0 0 0,0 0 1 0 0,0 0-1 0 0,0 1 0 0 0,0-1 1 0 0,0 0-1 0 0,-1 1 0 0 0,1 1 0 0 0,-1 6 167 0 0,3 36 69 0 0,-2-24-97 0 0,2 0 0 0 0,0 0 0 0 0,0-1 1 0 0,8 23-1 0 0,-9-38-348 0 0,1 1 0 0 0,0 0 0 0 0,1-1 0 0 0,-1 0 0 0 0,1 1 0 0 0,1-1 0 0 0,-1 0 0 0 0,0-1 0 0 0,1 1 0 0 0,0-1 0 0 0,0 1 0 0 0,1-1 0 0 0,-1 0 0 0 0,1-1 0 0 0,0 1 0 0 0,0-1 0 0 0,0 0 0 0 0,11 5 0 0 0,-12-6-527 0 0,1 0 0 0 0,-1 0-1 0 0,1-1 1 0 0,0 1-1 0 0,0-1 1 0 0,0 0-1 0 0,-1 0 1 0 0,1-1-1 0 0,0 0 1 0 0,0 0-1 0 0,8 0 1 0 0,3-4-4551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6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1840 0 0,'4'-53'8795'0'0,"-1"31"-2318"0"0,-3 30-5132 0 0,-3 77-312 0 0,0 30-1083 0 0,4-95-2715 0 0,6 35-1 0 0,-3-47 396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64 244 0 0,'27'-63'14625'0'0,"-18"74"-13148"0"0,-6-4-1156 0 0,-1-1 1 0 0,0 1-1 0 0,0 0 0 0 0,0 0 0 0 0,-1 0 0 0 0,0 0 0 0 0,-1 0 1 0 0,1 0-1 0 0,-2 7 0 0 0,2 14 250 0 0,7 159 1283 0 0,-8-185-1740 0 0,14-23-79 0 0,-6 2-93 0 0,1 1-1 0 0,0 1 1 0 0,1 0 0 0 0,1 0-1 0 0,1 1 1 0 0,0 0 0 0 0,1 1 0 0 0,1 0-1 0 0,0 1 1 0 0,32-23 0 0 0,-45 36 52 0 0,1 0 0 0 0,-1 0 1 0 0,1 0-1 0 0,-1 0 1 0 0,0 0-1 0 0,1 1 0 0 0,0-1 1 0 0,-1 0-1 0 0,1 1 0 0 0,-1 0 1 0 0,1-1-1 0 0,0 1 1 0 0,-1 0-1 0 0,1 0 0 0 0,0 0 1 0 0,-1 0-1 0 0,1 0 1 0 0,0 0-1 0 0,-1 0 0 0 0,1 1 1 0 0,2 0-1 0 0,-2 0 5 0 0,0 0 0 0 0,0 0 0 0 0,0 1 0 0 0,-1-1-1 0 0,1 1 1 0 0,0-1 0 0 0,-1 1 0 0 0,1-1 0 0 0,-1 1 0 0 0,1 0 0 0 0,-1 0 0 0 0,0 0 0 0 0,2 3-1 0 0,1 4 36 0 0,-1 0-1 0 0,0 0 0 0 0,0 0 0 0 0,-1 0 0 0 0,2 17 1 0 0,-2 3 111 0 0,-4 41 1 0 0,0-42-55 0 0,3 33 0 0 0,-1-60-86 0 0,0 1 1 0 0,0-1-1 0 0,1 0 1 0 0,-1 0-1 0 0,1 0 1 0 0,-1 1-1 0 0,1-1 1 0 0,-1 0-1 0 0,1 0 1 0 0,-1 0-1 0 0,1 0 0 0 0,0 0 1 0 0,0 0-1 0 0,0 0 1 0 0,-1 0-1 0 0,1 0 1 0 0,0 0-1 0 0,0 0 1 0 0,0-1-1 0 0,0 1 1 0 0,0 0-1 0 0,1-1 0 0 0,-1 1 1 0 0,0-1-1 0 0,0 1 1 0 0,0-1-1 0 0,1 0 1 0 0,-1 1-1 0 0,0-1 1 0 0,0 0-1 0 0,1 0 1 0 0,1 0-1 0 0,2 1-8 0 0,-1-1 0 0 0,1 0 1 0 0,0-1-1 0 0,0 1 0 0 0,6-2 0 0 0,-4-1-241 0 0,0 1 0 0 0,-1-1 0 0 0,1 0 0 0 0,-1 0 0 0 0,0-1 0 0 0,1 0 0 0 0,-2 0 0 0 0,1 0 0 0 0,0-1-1 0 0,-1 0 1 0 0,0 0 0 0 0,6-7 0 0 0,-1-1-1130 0 0,0 0 1 0 0,-1-1-1 0 0,-1 0 0 0 0,9-19 1 0 0,-5 3-2622 0 0,0-1-1752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7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18 2196 0 0,'-27'-4'1928'0'0,"3"2"-463"0"0,1 1-137 0 0,1-1-372 0 0,5 0-72 0 0,0-1-292 0 0,1 3-16 0 0,1-2 136 0 0,-6 0-264 0 0,6 4-192 0 0,8 8-776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149 698 2336 0 0,'-131'91'8052'0'0,"114"-78"-6866"0"0,17-13-1116 0 0,0 0 0 0 0,0 0 0 0 0,1 0 0 0 0,-1 0 0 0 0,0 0 0 0 0,0 0 0 0 0,1 0 0 0 0,-1 0 0 0 0,0 0 0 0 0,0 0 0 0 0,0 1 0 0 0,1-1 0 0 0,-1 0 0 0 0,0 0 0 0 0,0 0 0 0 0,0 0 0 0 0,1 0 0 0 0,-1 0 0 0 0,0 1 0 0 0,0-1 0 0 0,0 0 0 0 0,0 0 0 0 0,1 0 0 0 0,-1 0 0 0 0,0 1 0 0 0,0-1 0 0 0,0 0 0 0 0,0 0 0 0 0,0 0 0 0 0,0 1 0 0 0,0-1 0 0 0,0 0 0 0 0,0 0 0 0 0,1 1 0 0 0,-1-1 0 0 0,0 0 1 0 0,0 0-1 0 0,0 1 0 0 0,0-1 0 0 0,0 0 0 0 0,0 0 0 0 0,-1 0 0 0 0,1 1 0 0 0,0-1 0 0 0,0 0 0 0 0,0 0 0 0 0,0 1 0 0 0,0-1 0 0 0,0 0 0 0 0,0 0 0 0 0,0 0 0 0 0,0 1 0 0 0,-1-1 0 0 0,1 0 0 0 0,0 0 0 0 0,0 0 0 0 0,0 0 0 0 0,0 1 0 0 0,-1-1 0 0 0,1 0 0 0 0,0 0 0 0 0,22-1 216 0 0,-3-5-41 0 0,1-1 1 0 0,-1-1 0 0 0,0-1-1 0 0,29-18 1 0 0,-16 6-140 0 0,47-42-1 0 0,-51 37-197 0 0,-1-1 0 0 0,-2-2-1 0 0,-1-1 1 0 0,-1 0 0 0 0,-2-2-1 0 0,-1 0 1 0 0,18-41 0 0 0,-10 11-597 0 0,-3-1 1 0 0,-3-2-1 0 0,15-75 0 0 0,-33 126 586 0 0,-3 11 59 0 0,0 0 0 0 0,0-1-1 0 0,0 1 1 0 0,-1-1 0 0 0,1 1 0 0 0,-1-1 0 0 0,0 1-1 0 0,0-1 1 0 0,0 1 0 0 0,-1-7 0 0 0,0 9 41 0 0,1 1-1 0 0,0 0 1 0 0,0 0 0 0 0,-1-1 0 0 0,1 1 0 0 0,0 0-1 0 0,-1 0 1 0 0,1 0 0 0 0,0 0 0 0 0,-1 0 0 0 0,1-1-1 0 0,0 1 1 0 0,-1 0 0 0 0,1 0 0 0 0,0 0 0 0 0,-1 0-1 0 0,1 0 1 0 0,0 0 0 0 0,-1 0 0 0 0,1 0 0 0 0,0 0-1 0 0,-1 0 1 0 0,1 0 0 0 0,0 1 0 0 0,-1-1 0 0 0,1 0-1 0 0,0 0 1 0 0,-1 0 0 0 0,1 0 0 0 0,0 0 0 0 0,-1 1-1 0 0,1-1 1 0 0,0 0 0 0 0,-1 1 0 0 0,-10 5 17 0 0,-1 5-15 0 0,1 0 1 0 0,1 1 0 0 0,0 0-1 0 0,0 0 1 0 0,1 1-1 0 0,1 0 1 0 0,-9 19-1 0 0,-38 102-60 0 0,42-99 55 0 0,2 2 0 0 0,-9 51 0 0 0,18-72 37 0 0,-1 1 0 0 0,2 0 0 0 0,1 1 0 0 0,0-1 1 0 0,1 0-1 0 0,0 0 0 0 0,8 28 0 0 0,-7-39-22 0 0,0 0 0 0 0,1 1 0 0 0,0-1 0 0 0,0-1 0 0 0,0 1 0 0 0,1 0 0 0 0,0-1 0 0 0,0 1 0 0 0,0-1-1 0 0,1 0 1 0 0,0-1 0 0 0,0 1 0 0 0,0-1 0 0 0,1 0 0 0 0,-1 0 0 0 0,1-1 0 0 0,0 0 0 0 0,0 0 0 0 0,0 0 0 0 0,0 0 0 0 0,0-1 0 0 0,1 0 0 0 0,-1-1 0 0 0,1 1 0 0 0,7 0 0 0 0,-4-1-117 0 0,1 0 1 0 0,0 0 0 0 0,0-1-1 0 0,0-1 1 0 0,-1 0-1 0 0,1 0 1 0 0,0-1 0 0 0,-1 0-1 0 0,1-1 1 0 0,-1 0-1 0 0,0-1 1 0 0,0 0 0 0 0,0 0-1 0 0,18-12 1 0 0,-13 4-53 0 0,0-1 0 0 0,-1 0 0 0 0,-1-1 0 0 0,0 0 0 0 0,-1-1 0 0 0,0 0 0 0 0,-1-1 1 0 0,16-33-1 0 0,-6 4 60 0 0,-2-2 0 0 0,16-58 0 0 0,8-87 97 0 0,-36 150 171 0 0,-6 27-68 0 0,-1 15-97 0 0,0 0 1 0 0,0 0-1 0 0,0 0 1 0 0,0 0-1 0 0,0 0 1 0 0,0 0-1 0 0,0 0 1 0 0,0-1-1 0 0,0 1 1 0 0,0 0-1 0 0,0 0 1 0 0,0 0-1 0 0,0 0 1 0 0,0 0-1 0 0,-1 0 1 0 0,1 0-1 0 0,0 0 1 0 0,0 0-1 0 0,0 0 1 0 0,0 0-1 0 0,0 0 1 0 0,0 0-1 0 0,0 0 1 0 0,0 0-1 0 0,0 0 1 0 0,0 0-1 0 0,-1 0 1 0 0,1 0-1 0 0,0 0 1 0 0,0 0-1 0 0,0 0 1 0 0,0 0-1 0 0,0 0 1 0 0,0 0-1 0 0,0 0 1 0 0,0 0-1 0 0,0 0 1 0 0,-1 0 0 0 0,1 0-1 0 0,0 0 1 0 0,0 0-1 0 0,0 0 1 0 0,0 0-1 0 0,0 0 1 0 0,0 0-1 0 0,0 0 1 0 0,0 1-1 0 0,0-1 1 0 0,0 0-1 0 0,0 0 1 0 0,0 0-1 0 0,0 0 1 0 0,0 0-1 0 0,0 0 1 0 0,0 0-1 0 0,-1 0 1 0 0,1 0-1 0 0,0 0 1 0 0,0 1-1 0 0,-1 1 31 0 0,-1 0-1 0 0,1 1 0 0 0,0-1 0 0 0,0 1 1 0 0,0-1-1 0 0,0 1 0 0 0,-1 4 0 0 0,-11 63 179 0 0,-12 85 22 0 0,21-127-218 0 0,2-10 34 0 0,1-1 0 0 0,0 1-1 0 0,2 24 1 0 0,-1-41-45 0 0,0-1 0 0 0,0 1-1 0 0,1 0 1 0 0,-1-1 0 0 0,0 1 0 0 0,0-1 0 0 0,1 1-1 0 0,-1-1 1 0 0,0 1 0 0 0,1-1 0 0 0,-1 1 0 0 0,1-1-1 0 0,-1 1 1 0 0,1-1 0 0 0,-1 1 0 0 0,1-1 0 0 0,-1 0-1 0 0,1 1 1 0 0,-1-1 0 0 0,1 0 0 0 0,-1 1 0 0 0,1-1-1 0 0,-1 0 1 0 0,1 0 0 0 0,0 0 0 0 0,-1 0 0 0 0,1 1-1 0 0,0-1 1 0 0,1 0-2 0 0,0 0 0 0 0,0 0 1 0 0,0 0-1 0 0,-1 0 0 0 0,1 0 0 0 0,0 0 0 0 0,0 0 0 0 0,0-1 1 0 0,2 0-1 0 0,45-19 13 0 0,-33 13-7 0 0,-1 0 0 0 0,2 1 1 0 0,-1 1-1 0 0,0 0 1 0 0,1 1-1 0 0,31-3 1 0 0,-44 8 54 0 0,0-1 1 0 0,0 1 0 0 0,-1-1-1 0 0,1 1 1 0 0,-1 0-1 0 0,1 0 1 0 0,-1 1 0 0 0,1-1-1 0 0,-1 1 1 0 0,0 0-1 0 0,1 0 1 0 0,-1 0 0 0 0,0 0-1 0 0,0 0 1 0 0,-1 1-1 0 0,1-1 1 0 0,0 1 0 0 0,-1 0-1 0 0,0 0 1 0 0,1 0-1 0 0,-1 0 1 0 0,0 0 0 0 0,-1 0-1 0 0,3 5 1 0 0,2 7 372 0 0,0 0 0 0 0,0 0-1 0 0,5 30 1 0 0,-11-44-436 0 0,22 105 1314 0 0,-21-105-1295 0 0,-1 0 0 0 0,1 0 0 0 0,0 1 0 0 0,0-1 0 0 0,-1 0 0 0 0,1 0 0 0 0,0 0 1 0 0,0 0-1 0 0,0 0 0 0 0,0 0 0 0 0,0 0 0 0 0,1 0 0 0 0,-1 0 0 0 0,0 0 0 0 0,0 0 1 0 0,0-1-1 0 0,1 1 0 0 0,-1-1 0 0 0,0 1 0 0 0,1-1 0 0 0,-1 1 0 0 0,1-1 0 0 0,-1 0 1 0 0,0 1-1 0 0,1-1 0 0 0,-1 0 0 0 0,1 0 0 0 0,-1 0 0 0 0,3-1 0 0 0,-1 1 22 0 0,4 1-20 0 0,0-2 0 0 0,0 1 1 0 0,0-1-1 0 0,0 0 0 0 0,0 0 0 0 0,0-1 1 0 0,-1 0-1 0 0,1 0 0 0 0,-1-1 0 0 0,10-4 1 0 0,4-4-10 0 0,31-23 0 0 0,-48 31-10 0 0,18-13-39 0 0,-1 0 0 0 0,-1-2 1 0 0,0 0-1 0 0,-1-1 0 0 0,-2-1 0 0 0,0-1 0 0 0,-1 0 1 0 0,-1-1-1 0 0,15-31 0 0 0,-27 50 32 0 0,-1-1-1 0 0,1 1 1 0 0,-1 0-1 0 0,0-1 1 0 0,0 0 0 0 0,0 1-1 0 0,0-1 1 0 0,-1 1 0 0 0,1-1-1 0 0,-1 0 1 0 0,0 1-1 0 0,0-1 1 0 0,-1 0 0 0 0,1 1-1 0 0,-2-5 1 0 0,2 7 2 0 0,0 0 1 0 0,-1 1 0 0 0,1-1-1 0 0,-1 0 1 0 0,1 1-1 0 0,-1-1 1 0 0,1 0-1 0 0,-1 1 1 0 0,0-1-1 0 0,1 1 1 0 0,-1-1-1 0 0,0 1 1 0 0,1-1-1 0 0,-1 1 1 0 0,0 0-1 0 0,0-1 1 0 0,1 1-1 0 0,-1 0 1 0 0,0 0-1 0 0,0-1 1 0 0,0 1 0 0 0,1 0-1 0 0,-1 0 1 0 0,0 0-1 0 0,0 0 1 0 0,-1 0-1 0 0,-19 4-10 0 0,13 0 14 0 0,0 0 0 0 0,1 1 0 0 0,-1 0 0 0 0,1 0 0 0 0,0 1 0 0 0,1 0 0 0 0,-1 0 0 0 0,1 1 0 0 0,1 0 0 0 0,-9 12 1 0 0,6-6 46 0 0,0-1 0 0 0,1 1 0 0 0,1 0 0 0 0,0 0 0 0 0,-6 27 0 0 0,10-35-26 0 0,1 1 0 0 0,0-1 0 0 0,0 1-1 0 0,0-1 1 0 0,1 1 0 0 0,0 0 0 0 0,0-1 0 0 0,1 1 0 0 0,0 0 0 0 0,0-1 0 0 0,0 1 0 0 0,0-1 0 0 0,1 1 0 0 0,0-1 0 0 0,0 0 0 0 0,3 6 0 0 0,-1-5-9 0 0,0-1 0 0 0,0 0-1 0 0,0 0 1 0 0,1-1 0 0 0,-1 1-1 0 0,1-1 1 0 0,0 0 0 0 0,0 0-1 0 0,1 0 1 0 0,-1-1 0 0 0,1 0 0 0 0,0 0-1 0 0,-1 0 1 0 0,8 1 0 0 0,1 0-52 0 0,1 0 0 0 0,-1-1 0 0 0,1 0 0 0 0,0-1 0 0 0,-1-1 0 0 0,1-1 0 0 0,0 0 0 0 0,0-1 0 0 0,28-4 0 0 0,-24 1-822 0 0,0-1 0 0 0,30-12 0 0 0,-32 10-1329 0 0,-1-1 1 0 0,28-18-1 0 0,-14 3-4075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15 1204 0 0,'-4'0'296'0'0,"-105"23"5888"0"0,102-19-4466 0 0,16-1-1323 0 0,17-2-282 0 0,167-20-43 0 0,-63 2-4037 0 0,-66 8 358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7:59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51 164 0 0,'-77'-47'8716'0'0,"75"46"-8604"0"0,1 0-1 0 0,-1 1 1 0 0,1 0 0 0 0,-1-1-1 0 0,1 1 1 0 0,-1 0 0 0 0,1 0-1 0 0,-1-1 1 0 0,1 1 0 0 0,-1 0-1 0 0,1 1 1 0 0,-1-1 0 0 0,0 0-1 0 0,1 0 1 0 0,-1 1 0 0 0,1-1-1 0 0,-1 1 1 0 0,1-1 0 0 0,0 1-1 0 0,-1 0 1 0 0,1-1-1 0 0,0 1 1 0 0,-1 0 0 0 0,1 0-1 0 0,-2 1 1 0 0,-2 3 199 0 0,-1 1 0 0 0,1-1 0 0 0,-8 12 1 0 0,7-10-14 0 0,-16 24 115 0 0,1 0 0 0 0,2 2 1 0 0,1 0-1 0 0,1 1 0 0 0,2 1 1 0 0,-19 66-1 0 0,28-81-307 0 0,1 0 0 0 0,1 0 1 0 0,-4 42-1 0 0,8-56-63 0 0,0 0 1 0 0,0 0-1 0 0,1 0 0 0 0,0 0 0 0 0,0 0 1 0 0,1 0-1 0 0,3 11 0 0 0,-3-14-8 0 0,-1 1 0 0 0,1-1-1 0 0,0 0 1 0 0,0 0-1 0 0,1 0 1 0 0,-1 0-1 0 0,0-1 1 0 0,1 1 0 0 0,0-1-1 0 0,0 1 1 0 0,-1-1-1 0 0,1 0 1 0 0,1 0-1 0 0,3 2 1 0 0,2 0-7 0 0,-1 0 0 0 0,1-1-1 0 0,1-1 1 0 0,-1 1 0 0 0,0-1 0 0 0,1-1-1 0 0,-1 0 1 0 0,1 0 0 0 0,-1-1 0 0 0,1 0-1 0 0,-1-1 1 0 0,1 0 0 0 0,-1 0 0 0 0,1-1 0 0 0,-1 0-1 0 0,0-1 1 0 0,0 0 0 0 0,0 0 0 0 0,0-1-1 0 0,0 0 1 0 0,-1-1 0 0 0,9-6 0 0 0,-4 3-38 0 0,-1-1-1 0 0,0 0 1 0 0,-1-1 0 0 0,0-1 0 0 0,-1 0 0 0 0,0 0 0 0 0,0-1 0 0 0,-1 0-1 0 0,-1-1 1 0 0,0 0 0 0 0,-1 0 0 0 0,0 0 0 0 0,6-20 0 0 0,-9 22-1 0 0,-1 1 0 0 0,-1-1 1 0 0,0 0-1 0 0,0 0 0 0 0,-1 1 1 0 0,-1-1-1 0 0,0 0 0 0 0,0 0 1 0 0,-1 0-1 0 0,0 0 0 0 0,-1 0 1 0 0,0 1-1 0 0,-5-14 0 0 0,4 17 7 0 0,0-1-1 0 0,-1 1 0 0 0,0 0 1 0 0,0 0-1 0 0,0 0 1 0 0,-1 1-1 0 0,0 0 0 0 0,-1 0 1 0 0,1 0-1 0 0,-1 0 0 0 0,0 1 1 0 0,-1 0-1 0 0,1 1 0 0 0,-1-1 1 0 0,0 1-1 0 0,0 0 1 0 0,0 1-1 0 0,-13-5 0 0 0,4 3-3 0 0,-1 1 1 0 0,0 1-1 0 0,0 0 0 0 0,0 1 0 0 0,0 1 0 0 0,0 1 0 0 0,-1 0 0 0 0,1 1 0 0 0,0 1 0 0 0,0 1 0 0 0,0 0 1 0 0,-28 10-1 0 0,43-13 7 0 0,0 1 0 0 0,0 0 1 0 0,0 0-1 0 0,0 0 1 0 0,0 0-1 0 0,0 0 1 0 0,0 0-1 0 0,1 1 1 0 0,-1-1-1 0 0,0 1 0 0 0,1-1 1 0 0,-1 1-1 0 0,1 0 1 0 0,-1-1-1 0 0,1 1 1 0 0,-2 3-1 0 0,3-5 1 0 0,0 1 0 0 0,0-1 0 0 0,0 1 0 0 0,0-1 0 0 0,0 1 0 0 0,0-1 0 0 0,0 1 0 0 0,0-1 0 0 0,0 1 0 0 0,0-1 0 0 0,0 1 0 0 0,0-1 0 0 0,0 1 0 0 0,0-1 0 0 0,0 1 0 0 0,1-1 0 0 0,-1 1 0 0 0,0-1 0 0 0,0 1 0 0 0,1-1 0 0 0,-1 1 0 0 0,0-1 0 0 0,1 1 0 0 0,-1-1 0 0 0,1 1 0 0 0,0 0 0 0 0,1 0 0 0 0,0 0 0 0 0,-1 0 0 0 0,1 0 0 0 0,0 0 0 0 0,-1-1 0 0 0,1 1 0 0 0,0 0 0 0 0,0-1 0 0 0,4 1 0 0 0,11 1 0 0 0,0 0 0 0 0,1-2 0 0 0,-1 0 0 0 0,1-1 0 0 0,-1 0 0 0 0,27-7 0 0 0,104-34-1 0 0,-92 25 0 0 0,-3 0-5 0 0,-25 6-4 0 0,2 2 1 0 0,-1 2-1 0 0,1 0 0 0 0,33-2 1 0 0,-58 9 12 0 0,-1 0 0 0 0,1 0 0 0 0,-1 0 1 0 0,1 0-1 0 0,-1 1 0 0 0,0 0 0 0 0,1 0 1 0 0,-1 0-1 0 0,0 0 0 0 0,1 1 0 0 0,-1 0 0 0 0,0-1 1 0 0,0 2-1 0 0,0-1 0 0 0,-1 0 0 0 0,1 1 1 0 0,0 0-1 0 0,-1 0 0 0 0,4 3 0 0 0,-2 1 64 0 0,0 0 0 0 0,0 1 0 0 0,0-1 0 0 0,-1 1 1 0 0,0 0-1 0 0,0 0 0 0 0,-1 1 0 0 0,3 14 0 0 0,0-2 120 0 0,-2 1 0 0 0,-1 0 1 0 0,-1 0-1 0 0,0 32 0 0 0,-4-13 780 0 0,-10 60 1 0 0,11-93-586 0 0,1-4-151 0 0,-1 0 1 0 0,1 0-1 0 0,-1 0 0 0 0,0 0 1 0 0,0 0-1 0 0,-3 6 0 0 0,3-8-200 0 0,-10 9 538 0 0,8-9-497 0 0,0-1 0 0 0,-1 0 0 0 0,1 0 0 0 0,0 0 0 0 0,-1 0 0 0 0,0 0 0 0 0,-4-1 0 0 0,6 1-68 0 0,1-1 1 0 0,-1 0-1 0 0,0 0 0 0 0,1 0 0 0 0,-1 0 1 0 0,1 0-1 0 0,-1 0 0 0 0,1 0 0 0 0,-1 0 0 0 0,0-1 1 0 0,1 1-1 0 0,-1-1 0 0 0,1 1 0 0 0,-1-1 1 0 0,1 0-1 0 0,-1 1 0 0 0,1-1 0 0 0,0 0 0 0 0,-1 0 1 0 0,1 0-1 0 0,0 0 0 0 0,0 0 0 0 0,0 0 1 0 0,0 0-1 0 0,0-1 0 0 0,0 1 0 0 0,0 0 0 0 0,0-1 1 0 0,0 1-1 0 0,0 0 0 0 0,0-2 0 0 0,0 0-8 0 0,1 1-1 0 0,0 0 1 0 0,-1-1 0 0 0,1 1-1 0 0,0 0 1 0 0,0-1-1 0 0,0 1 1 0 0,0-1-1 0 0,1 1 1 0 0,-1 0-1 0 0,1-1 1 0 0,-1 1-1 0 0,1 0 1 0 0,0 0 0 0 0,0-1-1 0 0,0 1 1 0 0,0 0-1 0 0,0 0 1 0 0,2-3-1 0 0,12-12-243 0 0,0 0 1 0 0,0 0-1 0 0,2 2 0 0 0,0 0 0 0 0,1 0 0 0 0,29-17 1 0 0,129-62-2590 0 0,-72 41 1482 0 0,-85 44 1259 0 0,-1-2 0 0 0,-1 0 0 0 0,0-1 0 0 0,-1-1 0 0 0,0 0 0 0 0,14-17 0 0 0,-29 29 96 0 0,4 0 49 0 0,-9 7 18 0 0,-9 18 255 0 0,1 0 0 0 0,1 1 1 0 0,1 1-1 0 0,1 0 1 0 0,2 0-1 0 0,-8 50 1 0 0,11-54-206 0 0,2 0 0 0 0,0 32 0 0 0,2-47-89 0 0,0 1 0 0 0,1 0 1 0 0,0 0-1 0 0,0 0 0 0 0,1 0 0 0 0,0 0 0 0 0,0-1 0 0 0,1 1 1 0 0,0-1-1 0 0,5 9 0 0 0,-5-13-139 0 0,-1 1 0 0 0,1-1 0 0 0,0 0 0 0 0,1 0 1 0 0,-1 0-1 0 0,1 0 0 0 0,-1 0 0 0 0,1-1 0 0 0,0 1 0 0 0,0-1 0 0 0,0 0 0 0 0,0-1 0 0 0,0 1 1 0 0,0-1-1 0 0,1 1 0 0 0,-1-1 0 0 0,1 0 0 0 0,-1-1 0 0 0,0 1 0 0 0,1-1 0 0 0,5 0 1 0 0,-5 0-645 0 0,0-1 1 0 0,0 1 0 0 0,0-1-1 0 0,-1 0 1 0 0,1 0 0 0 0,0-1 0 0 0,-1 1-1 0 0,1-1 1 0 0,-1 0 0 0 0,0 0-1 0 0,1-1 1 0 0,4-3 0 0 0,6-8-5395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00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88 1444 0 0,'-7'-15'1524'0'0,"2"1"-308"0"0,-1 2-292 0 0,3 2-207 0 0,-2-1-145 0 0,0 3-92 0 0,1 1 216 0 0,-3-3-176 0 0,-5 15-1092 0 0,11 10-2313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0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823 24 1588 0 0,'-10'-10'4779'0'0,"5"8"-4423"0"0,0 0-1 0 0,0 0 1 0 0,0 0-1 0 0,0 1 1 0 0,0-1 0 0 0,0 1-1 0 0,-1 0 1 0 0,1 1-1 0 0,0 0 1 0 0,-1-1-1 0 0,1 2 1 0 0,0-1-1 0 0,-6 1 1 0 0,-5 1-79 0 0,1 1 0 0 0,0 1 0 0 0,-23 8-1 0 0,19-5-112 0 0,1 1 0 0 0,0 1 0 0 0,0 1 0 0 0,1 1 0 0 0,-24 19 0 0 0,30-20-119 0 0,0-1-1 0 0,1 1 1 0 0,1 1 0 0 0,-1-1-1 0 0,2 2 1 0 0,0-1 0 0 0,0 1-1 0 0,-10 23 1 0 0,17-33-35 0 0,0 0 1 0 0,0 0-1 0 0,0 0 1 0 0,0 0-1 0 0,1 0 1 0 0,-1 0-1 0 0,1 0 1 0 0,0 0-1 0 0,-1 0 0 0 0,1 0 1 0 0,0 0-1 0 0,0 0 1 0 0,0 0-1 0 0,1 0 1 0 0,-1 0-1 0 0,0 0 1 0 0,1 0-1 0 0,-1 0 0 0 0,1 0 1 0 0,0 0-1 0 0,1 3 1 0 0,0-3-4 0 0,0 0 0 0 0,0 0 1 0 0,0 0-1 0 0,0-1 0 0 0,0 1 1 0 0,0-1-1 0 0,0 1 0 0 0,0-1 1 0 0,1 0-1 0 0,-1 1 0 0 0,1-1 1 0 0,-1-1-1 0 0,1 1 0 0 0,4 1 1 0 0,3 0-1 0 0,0-1 1 0 0,0 0 0 0 0,0-1-1 0 0,0 0 1 0 0,1 0-1 0 0,-1-1 1 0 0,17-4 0 0 0,-12 1-4 0 0,0-2 1 0 0,-1 1-1 0 0,0-2 1 0 0,0 0-1 0 0,0 0 1 0 0,24-19-1 0 0,69-67-200 0 0,-70 58 116 0 0,-27 26 68 0 0,16-14-57 0 0,-25 24 75 0 0,0-1 0 0 0,0 0 1 0 0,-1 1-1 0 0,1-1 1 0 0,0 0-1 0 0,-1 1 0 0 0,1-1 1 0 0,0 1-1 0 0,-1-1 0 0 0,1 1 1 0 0,-1-1-1 0 0,1 1 1 0 0,0 0-1 0 0,-1-1 0 0 0,0 1 1 0 0,1 0-1 0 0,-1-1 0 0 0,1 1 1 0 0,-1 0-1 0 0,0 0 1 0 0,1-1-1 0 0,-1 1 0 0 0,0 0 1 0 0,0 0-1 0 0,0-1 1 0 0,0 1-1 0 0,1 1 0 0 0,-3 17 263 0 0,-1-1-1 0 0,0 0 1 0 0,-1 0-1 0 0,-1 0 1 0 0,-7 18 0 0 0,3-10 36 0 0,-197 541 3732 0 0,198-546-3885 0 0,-24 59 558 0 0,-3-1 0 0 0,-3-2-1 0 0,-50 74 1 0 0,82-141-500 0 0,-1-1 1 0 0,0 0-1 0 0,-1 0 0 0 0,0-1 1 0 0,0 0-1 0 0,-1 0 0 0 0,-14 10 1 0 0,19-15-137 0 0,-1-1 0 0 0,1 1 1 0 0,-1-1-1 0 0,0 0 0 0 0,0 0 1 0 0,0-1-1 0 0,0 1 0 0 0,0-1 1 0 0,0 0-1 0 0,0-1 1 0 0,0 1-1 0 0,-1-1 0 0 0,1 0 1 0 0,0 0-1 0 0,0-1 0 0 0,0 1 1 0 0,-1-1-1 0 0,1 0 0 0 0,-5-2 1 0 0,-8-5 62 0 0,1 0 0 0 0,0-1 1 0 0,0-1-1 0 0,1 0 0 0 0,0-1 1 0 0,1-1-1 0 0,0 0 0 0 0,1-1 0 0 0,1-1 1 0 0,0 0-1 0 0,0-1 0 0 0,2 0 1 0 0,0-1-1 0 0,0 0 0 0 0,2-1 1 0 0,-9-18-1 0 0,16 30-120 0 0,1 0-1 0 0,-1-1 1 0 0,1 1 0 0 0,0 0-1 0 0,0-1 1 0 0,0 1 0 0 0,1 0-1 0 0,-1-1 1 0 0,2 1 0 0 0,-1-1 0 0 0,0 1-1 0 0,1-1 1 0 0,2-8 0 0 0,0 6-26 0 0,0 0 1 0 0,1 0 0 0 0,-1 1 0 0 0,2-1 0 0 0,-1 1 0 0 0,1 0-1 0 0,11-13 1 0 0,5-2-242 0 0,2 1 0 0 0,1 2 0 0 0,46-31-1 0 0,-56 40 75 0 0,430-244-6869 0 0,-44 29-1189 0 0,-388 218 8065 0 0,50-32-678 0 0,-2-2 0 0 0,97-88 0 0 0,-149 121 943 0 0,-1-1 1 0 0,11-15-1 0 0,-16 21-19 0 0,1 0-1 0 0,-1-1 1 0 0,-1 1 0 0 0,1-1 0 0 0,-1 0 0 0 0,1 1 0 0 0,-1-1 0 0 0,0 0 0 0 0,0 0-1 0 0,0-5 1 0 0,-1 7 79 0 0,-9 1 238 0 0,8 1-357 0 0,1 0 0 0 0,-1 0 0 0 0,0 0 0 0 0,0 0 0 0 0,1 0 0 0 0,-1 0 0 0 0,0 0 0 0 0,0 0 0 0 0,1 0 0 0 0,-1 0 0 0 0,0 0 0 0 0,0 1 0 0 0,1-1 0 0 0,-1 0 0 0 0,0 0 0 0 0,1 1 0 0 0,-1-1 0 0 0,0 1 0 0 0,1-1-1 0 0,-2 1 1 0 0,-4 4 275 0 0,-1 1-1 0 0,1 0 0 0 0,0 0 0 0 0,0 0 0 0 0,1 1 1 0 0,0-1-1 0 0,0 1 0 0 0,-4 9 0 0 0,-28 63 792 0 0,32-66-974 0 0,-2 3-24 0 0,1 1 0 0 0,1 1 1 0 0,0-1-1 0 0,2 1 1 0 0,-1-1-1 0 0,2 1 0 0 0,1 0 1 0 0,0 0-1 0 0,1 0 0 0 0,1 0 1 0 0,1 0-1 0 0,7 35 0 0 0,-8-48-217 0 0,1-1 1 0 0,-1 0-1 0 0,1-1 0 0 0,0 1 0 0 0,0 0 0 0 0,0 0 1 0 0,0-1-1 0 0,1 1 0 0 0,-1-1 0 0 0,1 0 1 0 0,0 0-1 0 0,0 0 0 0 0,0 0 0 0 0,1 0 0 0 0,-1 0 1 0 0,1-1-1 0 0,-1 0 0 0 0,7 3 0 0 0,-5-3-575 0 0,1 0 0 0 0,-1 0 0 0 0,1-1 0 0 0,0 1-1 0 0,0-1 1 0 0,0-1 0 0 0,-1 1 0 0 0,1-1 0 0 0,0 0 0 0 0,0 0 0 0 0,0-1-1 0 0,11-2 1 0 0,5-3-3256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01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66 1720 0 0,'32'-65'8456'0'0,"-39"89"-6344"0"0,-61 165 2971 0 0,27-67-3845 0 0,12-35 621 0 0,28-85-1220 0 0,17-8-419 0 0,-10 2-194 0 0,0-1 0 0 0,0 0-1 0 0,0 0 1 0 0,-1-1 0 0 0,0 1 0 0 0,0-1 0 0 0,6-10 0 0 0,10-11-33 0 0,-2 6 14 0 0,87-93 7 0 0,-85 93-61 0 0,1 2-1 0 0,1 1 1 0 0,33-21-1 0 0,-55 39 45 0 0,0-1-1 0 0,-1 0 1 0 0,1 1 0 0 0,0-1-1 0 0,0 1 1 0 0,0-1 0 0 0,0 1-1 0 0,0 0 1 0 0,1-1 0 0 0,-1 1 0 0 0,0 0-1 0 0,0 0 1 0 0,0 0 0 0 0,0 0-1 0 0,0 0 1 0 0,0 0 0 0 0,0 0-1 0 0,0 0 1 0 0,0 0 0 0 0,0 1-1 0 0,1-1 1 0 0,-1 0 0 0 0,0 1 0 0 0,1 0-1 0 0,-1 0 2 0 0,1 0 0 0 0,-1 0 0 0 0,0 0 0 0 0,0 1 0 0 0,1-1 0 0 0,-1 0-1 0 0,0 1 1 0 0,0-1 0 0 0,-1 1 0 0 0,1-1 0 0 0,0 1 0 0 0,0 0 0 0 0,0 2 0 0 0,1 2 6 0 0,0 1-1 0 0,-1 0 1 0 0,0-1 0 0 0,0 1 0 0 0,-1 0 0 0 0,0 10 0 0 0,-23 105 109 0 0,4-18 252 0 0,19-103-357 0 0,0 0 0 0 0,0 0 1 0 0,0 0-1 0 0,0 0 1 0 0,0 0-1 0 0,0 0 0 0 0,0-1 1 0 0,0 1-1 0 0,1 0 1 0 0,-1 0-1 0 0,0 0 0 0 0,1 0 1 0 0,-1 0-1 0 0,1 0 1 0 0,-1-1-1 0 0,1 1 0 0 0,-1 0 1 0 0,1 0-1 0 0,0-1 1 0 0,-1 1-1 0 0,1 0 0 0 0,0-1 1 0 0,0 1-1 0 0,-1-1 1 0 0,1 1-1 0 0,0-1 0 0 0,0 1 1 0 0,0-1-1 0 0,0 1 1 0 0,0-1-1 0 0,-1 0 0 0 0,1 0 1 0 0,0 1-1 0 0,0-1 1 0 0,0 0-1 0 0,0 0 0 0 0,0 0 1 0 0,0 0-1 0 0,0 0 1 0 0,0 0-1 0 0,1 0 0 0 0,35-5 73 0 0,-37 5-80 0 0,8-2-227 0 0,1-1 0 0 0,-1-1 0 0 0,0 1 0 0 0,0-1 0 0 0,0-1 0 0 0,0 1 0 0 0,-1-1 0 0 0,0-1 0 0 0,0 1 0 0 0,11-13 0 0 0,-4 3-1441 0 0,-1 0 0 0 0,-1-1 0 0 0,16-28 0 0 0,-10 11-2645 0 0,-2-3-2003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01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40 2672 0 0,'-34'-5'2436'0'0,"3"1"-183"0"0,7 1-449 0 0,0-1-272 0 0,5 1-444 0 0,2 0-60 0 0,-1 1-356 0 0,6 0 16 0 0,-1 0 184 0 0,-8-1-316 0 0,11-2-624 0 0,20 1-3960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0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45 8189 0 0,'0'0'14365'0'0,"-11"-5"-14213"0"0,-6 1-1284 0 0,2 1-324 0 0,-9-1-748 0 0,-5 3-1125 0 0,-13-10-1247 0 0,-9-6-3029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3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73 108 60 0 0,'-21'-25'5783'0'0,"-29"-27"0"0"0,50 52-5775 0 0,0-1-1 0 0,0 1 0 0 0,0 0 1 0 0,-1 0-1 0 0,1 0 0 0 0,0-1 0 0 0,0 1 1 0 0,0 0-1 0 0,0-1 0 0 0,-1 1 1 0 0,1 0-1 0 0,0 0 0 0 0,0-1 0 0 0,0 1 1 0 0,0 0-1 0 0,0-1 0 0 0,0 1 1 0 0,0 0-1 0 0,0 0 0 0 0,0-1 0 0 0,0 1 1 0 0,0 0-1 0 0,0-1 0 0 0,0 1 0 0 0,0 0 1 0 0,0 0-1 0 0,0-1 0 0 0,1 1 1 0 0,-1 0-1 0 0,0-1 0 0 0,0 1 0 0 0,0 0 1 0 0,0 0-1 0 0,1-1 0 0 0,-1 1 1 0 0,12-9 175 0 0,9-1-24 0 0,-16 10-129 0 0,0-1 0 0 0,-1 1 0 0 0,1 0 0 0 0,0 0-1 0 0,0 0 1 0 0,0 1 0 0 0,0-1 0 0 0,-1 1 0 0 0,1 1 0 0 0,7 2 0 0 0,41 20 274 0 0,-41-17-252 0 0,-1 0 0 0 0,0 1-1 0 0,0 0 1 0 0,-1 1 0 0 0,0 0 0 0 0,0 1 0 0 0,-1 0 0 0 0,-1 0-1 0 0,1 1 1 0 0,-2 0 0 0 0,8 13 0 0 0,-7-7-18 0 0,0 0 1 0 0,-1 1-1 0 0,-1-1 0 0 0,-1 1 1 0 0,0 0-1 0 0,-2 0 0 0 0,3 29 1 0 0,-5-19 24 0 0,0 1 0 0 0,-3 0 0 0 0,0 0 1 0 0,-2 0-1 0 0,-1-1 0 0 0,-1 0 1 0 0,-1 0-1 0 0,-2 0 0 0 0,0-1 0 0 0,-19 36 1 0 0,20-48 166 0 0,4-7-63 0 0,0 0 1 0 0,0 0-1 0 0,-1-1 0 0 0,1 0 1 0 0,-8 8-1 0 0,12-15-153 0 0,0 0 0 0 0,0 1 0 0 0,-1-1 0 0 0,1 0 0 0 0,0 1 0 0 0,0-1 0 0 0,-1 0 0 0 0,1 1 0 0 0,0-1 0 0 0,0 0 0 0 0,-1 1-1 0 0,1-1 1 0 0,0 0 0 0 0,-1 0 0 0 0,1 0 0 0 0,0 1 0 0 0,-1-1 0 0 0,1 0 0 0 0,-1 0 0 0 0,1 0 0 0 0,0 0 0 0 0,-1 0 0 0 0,1 0-1 0 0,-1 0 1 0 0,1 0 0 0 0,0 0 0 0 0,-1 0 0 0 0,1 0 0 0 0,-1 0 0 0 0,1 0 0 0 0,0 0 0 0 0,-1 0 0 0 0,1 0 0 0 0,-1 0 0 0 0,1 0 0 0 0,0 0-1 0 0,-1-1 1 0 0,-3-16 109 0 0,8-21-76 0 0,24-74-12 0 0,67-169 0 0 0,-42 129-56 0 0,-52 150 16 0 0,-16 43 30 0 0,4 5-3 0 0,3 0-1 0 0,2 0 0 0 0,2 0 0 0 0,1 1 0 0 0,3-1 0 0 0,9 77 0 0 0,-6-109 9 0 0,0 0 0 0 0,0-1-1 0 0,2 1 1 0 0,-1-1-1 0 0,2 0 1 0 0,0 0 0 0 0,0-1-1 0 0,1 1 1 0 0,1-1-1 0 0,0-1 1 0 0,18 21 0 0 0,-19-25-191 0 0,0-1-1 0 0,1 0 1 0 0,-1 0 0 0 0,1-1 0 0 0,0 0 0 0 0,1 0 0 0 0,15 6 0 0 0,-15-8-416 0 0,1 0-1 0 0,-1-1 1 0 0,1 0-1 0 0,0 0 0 0 0,-1-1 1 0 0,1 0-1 0 0,0-1 1 0 0,13-1-1 0 0,8-4-2721 0 0,1-5-1070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3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24 268 0 0,'-45'-23'7728'0'0,"42"22"-6903"0"0,1 2-55 0 0,1-1-700 0 0,1 0 1 0 0,-1 0 0 0 0,1 0-1 0 0,-1 0 1 0 0,1 0-1 0 0,-1 0 1 0 0,1 0 0 0 0,0 0-1 0 0,-1 0 1 0 0,1 1-1 0 0,-1-1 1 0 0,1 0 0 0 0,-1 0-1 0 0,1 1 1 0 0,0-1-1 0 0,-1 0 1 0 0,1 1 0 0 0,0-1-1 0 0,-1 0 1 0 0,1 1-1 0 0,0-1 1 0 0,-1 0-1 0 0,1 1 1 0 0,0-1 0 0 0,0 1-1 0 0,-1-1 1 0 0,1 0-1 0 0,0 2 1 0 0,0-1 29 0 0,0 0-1 0 0,0 0 1 0 0,0 0-1 0 0,0 0 1 0 0,0 1-1 0 0,1-1 1 0 0,-1 0 0 0 0,0 0-1 0 0,1 0 1 0 0,-1 0-1 0 0,1 0 1 0 0,0 0-1 0 0,-1 0 1 0 0,1 0 0 0 0,1 2-1 0 0,6 7 334 0 0,1 0 0 0 0,0 0-1 0 0,1-1 1 0 0,0 0-1 0 0,13 8 1 0 0,59 36 248 0 0,-47-32-423 0 0,188 112 397 0 0,-222-132-649 0 0,0 0-1 0 0,0 0 1 0 0,0-1 0 0 0,0 1 0 0 0,0 0 0 0 0,0 0-1 0 0,0 1 1 0 0,0-1 0 0 0,0 0 0 0 0,0 0-1 0 0,0 0 1 0 0,-1 0 0 0 0,1 1 0 0 0,-1-1-1 0 0,1 0 1 0 0,-1 1 0 0 0,1-1 0 0 0,-1 1-1 0 0,0-1 1 0 0,1 0 0 0 0,-1 1 0 0 0,0-1-1 0 0,0 1 1 0 0,0-1 0 0 0,0 1 0 0 0,0-1 0 0 0,-1 0-1 0 0,1 1 1 0 0,0-1 0 0 0,-1 1 0 0 0,1-1-1 0 0,-1 0 1 0 0,-1 3 0 0 0,-1 4 8 0 0,-1-1 1 0 0,-1 0-1 0 0,1 1 0 0 0,-8 7 1 0 0,9-11-6 0 0,-152 170 139 0 0,100-117-104 0 0,-88 120 0 0 0,138-170-212 0 0,1 0-1 0 0,0 1 0 0 0,0-1 0 0 0,-5 16 1 0 0,8-21-60 0 0,1 0 1 0 0,-1 0 0 0 0,1 0-1 0 0,0 0 1 0 0,0 0-1 0 0,0 1 1 0 0,0-1-1 0 0,0 0 1 0 0,0 0-1 0 0,1 3 1 0 0,0-3-117 0 0,-1-1 1 0 0,1 0-1 0 0,-1 1 0 0 0,1-1 0 0 0,0 0 0 0 0,-1 0 1 0 0,1 0-1 0 0,0 0 0 0 0,0 0 0 0 0,0 0 1 0 0,0 0-1 0 0,0 0 0 0 0,0 0 0 0 0,0 0 0 0 0,0-1 1 0 0,0 1-1 0 0,0 0 0 0 0,2 0 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3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21 732 0 0,'16'-21'12105'0'0,"-27"32"-10772"0"0,-19 21-59 0 0,2 1 0 0 0,1 2 1 0 0,-23 38-1 0 0,-58 118-382 0 0,92-160-969 0 0,2 0 1 0 0,1 1-1 0 0,2 0 0 0 0,-9 39 0 0 0,19-68-120 0 0,1-1 0 0 0,-1 1-1 0 0,1 0 1 0 0,0 0 0 0 0,0 0 0 0 0,0 0-1 0 0,0-1 1 0 0,1 1 0 0 0,-1 0-1 0 0,1 0 1 0 0,1 3 0 0 0,-2-5 39 0 0,1 0 1 0 0,-1 0 0 0 0,1 0-1 0 0,-1 0 1 0 0,1-1-1 0 0,-1 1 1 0 0,1 0-1 0 0,0-1 1 0 0,-1 1-1 0 0,1 0 1 0 0,0-1 0 0 0,0 1-1 0 0,-1-1 1 0 0,1 1-1 0 0,0-1 1 0 0,0 1-1 0 0,0-1 1 0 0,0 0-1 0 0,0 1 1 0 0,-1-1 0 0 0,1 0-1 0 0,0 0 1 0 0,0 0-1 0 0,0 1 1 0 0,0-1-1 0 0,0 0 1 0 0,0 0-1 0 0,0-1 1 0 0,0 1 0 0 0,0 0-1 0 0,0 0 1 0 0,0 0-1 0 0,0-1 1 0 0,0 1-1 0 0,-1 0 1 0 0,2-1-1 0 0,13-5-3609 0 0,3-3-1644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4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151 210 2340 0 0,'24'-47'9050'0'0,"-35"65"-6868"0"0,5-9-1543 0 0,-27 52 2079 0 0,-33 86-1 0 0,52-109-2238 0 0,2 1 0 0 0,2 0 1 0 0,-10 66-1 0 0,19-94-429 0 0,0 0 0 0 0,1 1-1 0 0,0-1 1 0 0,0 0 0 0 0,2 0 0 0 0,-1 0 0 0 0,1 0 0 0 0,1 0 0 0 0,0-1 0 0 0,7 17 0 0 0,-8-23-36 0 0,0 0 0 0 0,0-1 1 0 0,0 1-1 0 0,1 0 0 0 0,-1-1 0 0 0,1 0 1 0 0,0 1-1 0 0,0-1 0 0 0,0 0 0 0 0,1-1 0 0 0,-1 1 1 0 0,1 0-1 0 0,-1-1 0 0 0,1 0 0 0 0,0 0 1 0 0,0 0-1 0 0,0 0 0 0 0,0-1 0 0 0,0 0 1 0 0,0 0-1 0 0,1 0 0 0 0,-1 0 0 0 0,0 0 0 0 0,0-1 1 0 0,1 0-1 0 0,-1 0 0 0 0,1 0 0 0 0,-1 0 1 0 0,6-2-1 0 0,0 0-1 0 0,1 0 0 0 0,0-1 1 0 0,-1 0-1 0 0,1-1 0 0 0,-1 0 1 0 0,0-1-1 0 0,0 0 0 0 0,-1 0 1 0 0,11-8-1 0 0,-7 3-4 0 0,-1 0 0 0 0,0-2 0 0 0,0 1 0 0 0,-1-1 1 0 0,15-22-1 0 0,-11 11-2 0 0,-1 0 0 0 0,-1-1 0 0 0,-2-1 1 0 0,0 0-1 0 0,-2 0 0 0 0,0-1 0 0 0,5-31 1 0 0,-8 27-7 0 0,-2 0 0 0 0,0 0 0 0 0,-3 0 0 0 0,0 0 1 0 0,-6-53-1 0 0,2 68-1 0 0,0 1 1 0 0,0-1 0 0 0,-1 1-1 0 0,-1 0 1 0 0,-13-25-1 0 0,14 30 0 0 0,-1 1 1 0 0,-1 1-1 0 0,1-1 0 0 0,-1 1 0 0 0,0 0 0 0 0,-1 0 0 0 0,0 1 0 0 0,0-1 1 0 0,0 2-1 0 0,-10-7 0 0 0,11 9-132 0 0,1 0 0 0 0,0 0 0 0 0,-1 1-1 0 0,0-1 1 0 0,0 1 0 0 0,0 1 0 0 0,0-1 0 0 0,0 1 0 0 0,0 0 0 0 0,0 0 0 0 0,0 1 0 0 0,0 0 0 0 0,0 0 0 0 0,-1 0 0 0 0,1 1-1 0 0,0 0 1 0 0,0 0 0 0 0,0 0 0 0 0,0 1 0 0 0,0 0 0 0 0,1 0 0 0 0,-1 1 0 0 0,1 0 0 0 0,-1 0 0 0 0,1 0 0 0 0,0 0 0 0 0,0 1-1 0 0,-7 5 1 0 0,5-1-170 0 0,-1-1-1 0 0,1 1 0 0 0,0 0 1 0 0,0 0-1 0 0,1 1 0 0 0,1 0 1 0 0,-1 0-1 0 0,1 1 1 0 0,1-1-1 0 0,0 1 0 0 0,0 0 1 0 0,1 0-1 0 0,0 0 0 0 0,1 1 1 0 0,-3 18-1 0 0,5-15-1778 0 0,1 0 0 0 0,3 23 0 0 0,2-4-3396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0 2904 0 0,'6'2'787'0'0,"-1"-1"-1"0"0,0 1 1 0 0,0 0-1 0 0,0 0 0 0 0,0 1 1 0 0,0-1-1 0 0,-1 1 1 0 0,7 5-1 0 0,-9-6-575 0 0,0 0 0 0 0,-1 0 0 0 0,0-1 0 0 0,1 1 0 0 0,-1 1 0 0 0,0-1 0 0 0,0 0 0 0 0,0 0 0 0 0,0 0-1 0 0,0 1 1 0 0,-1-1 0 0 0,1 0 0 0 0,-1 1 0 0 0,1-1 0 0 0,-1 1 0 0 0,0-1 0 0 0,0 0 0 0 0,0 1 0 0 0,0-1 0 0 0,0 1 0 0 0,-2 3 0 0 0,-4 20 240 0 0,-2 0 1 0 0,-1-1-1 0 0,-1 0 1 0 0,-1-1-1 0 0,-16 26 1 0 0,1 1-126 0 0,-70 183-274 0 0,70-154-2925 0 0,2 2-3718 0 0,15-53 749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5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94 568 0 0,'-39'-89'11674'0'0,"38"84"-9957"0"0,8 15-996 0 0,11 18 20 0 0,31 103 504 0 0,-34-89-1004 0 0,33 71 1 0 0,-47-111-230 0 0,0 1 1 0 0,0-1-1 0 0,0 0 0 0 0,1 0 0 0 0,-1 0 1 0 0,1 0-1 0 0,0 0 0 0 0,-1 0 1 0 0,1 0-1 0 0,0 0 0 0 0,0 0 1 0 0,0-1-1 0 0,0 1 0 0 0,1-1 1 0 0,-1 0-1 0 0,0 0 0 0 0,1 0 1 0 0,-1 0-1 0 0,1 0 0 0 0,-1 0 1 0 0,1 0-1 0 0,2 0 0 0 0,-2-2-3 0 0,1 1 0 0 0,0 0 0 0 0,-1-1-1 0 0,1 0 1 0 0,-1 1 0 0 0,0-2 0 0 0,1 1 0 0 0,-1 0-1 0 0,0-1 1 0 0,0 1 0 0 0,0-1 0 0 0,0 0 0 0 0,0 0-1 0 0,0 0 1 0 0,5-5 0 0 0,1-3 2 0 0,1 0-1 0 0,-2-1 1 0 0,1-1 0 0 0,-2 1-1 0 0,1-1 1 0 0,-2 0 0 0 0,0-1-1 0 0,6-16 1 0 0,22-39 1 0 0,-34 67-12 0 0,0 1 0 0 0,0 0 0 0 0,0-1 1 0 0,0 1-1 0 0,1 0 0 0 0,-1-1 0 0 0,0 1 0 0 0,0 0 1 0 0,1-1-1 0 0,-1 1 0 0 0,0 0 0 0 0,0 0 0 0 0,1-1 0 0 0,-1 1 1 0 0,0 0-1 0 0,1 0 0 0 0,-1-1 0 0 0,0 1 0 0 0,1 0 0 0 0,-1 0 1 0 0,0 0-1 0 0,1 0 0 0 0,-1 0 0 0 0,1-1 0 0 0,-1 1 0 0 0,0 0 1 0 0,1 0-1 0 0,-1 0 0 0 0,1 0 0 0 0,-1 0 0 0 0,0 0 1 0 0,1 0-1 0 0,-1 0 0 0 0,1 1 0 0 0,10 11 31 0 0,2 23 119 0 0,9 73 441 0 0,-4 1 0 0 0,3 120 1 0 0,-10 119 274 0 0,-15-267-354 0 0,-2 0 1 0 0,-23 103-1 0 0,26-170-368 0 0,-1 1 0 0 0,-1 0 0 0 0,0-1 0 0 0,0 0 0 0 0,-2 0 0 0 0,0 0 0 0 0,-9 13 0 0 0,14-23-119 0 0,0-1 0 0 0,-1 0 0 0 0,1 0 0 0 0,-1 0 0 0 0,0 0 0 0 0,1-1 0 0 0,-1 1 0 0 0,0-1 0 0 0,-1 0-1 0 0,1 1 1 0 0,0-1 0 0 0,-1-1 0 0 0,1 1 0 0 0,-1 0 0 0 0,1-1 0 0 0,-1 0 0 0 0,0 0 0 0 0,0 0 0 0 0,1 0 0 0 0,-1-1 0 0 0,0 1 0 0 0,0-1 0 0 0,0 0 0 0 0,0 0 0 0 0,0-1 0 0 0,0 1 0 0 0,1-1-1 0 0,-1 0 1 0 0,0 0 0 0 0,0 0 0 0 0,1 0 0 0 0,-6-3 0 0 0,-1-2-4 0 0,-1 0-1 0 0,1 0 0 0 0,1-1 0 0 0,-1-1 1 0 0,1 0-1 0 0,1 0 0 0 0,-1 0 1 0 0,1-1-1 0 0,1-1 0 0 0,0 1 1 0 0,0-1-1 0 0,-7-14 0 0 0,3 4-52 0 0,1-2-1 0 0,1 1 1 0 0,1-1-1 0 0,1-1 1 0 0,-6-29 0 0 0,10 32-140 0 0,1 1 1 0 0,1-1 0 0 0,1 0-1 0 0,1 0 1 0 0,1 0 0 0 0,1 1 0 0 0,0-1-1 0 0,1 1 1 0 0,2 0 0 0 0,0 0 0 0 0,0 0-1 0 0,14-25 1 0 0,7-7-2036 0 0,3 1 0 0 0,68-90 0 0 0,0 23-5758 0 0,-66 79 3092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5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21 2784 0 0,'-6'-21'12470'0'0,"20"54"-10002"0"0,-3-18-2281 0 0,1-1 1 0 0,1 0 0 0 0,0-1 0 0 0,1 0 0 0 0,1-1 0 0 0,0-1 0 0 0,0 0-1 0 0,22 11 1 0 0,19 7-28 0 0,66 23 0 0 0,-109-47-112 0 0,63 24 118 0 0,-75-26-156 0 0,-2 0-8 0 0,0 1 0 0 0,0-1 0 0 0,0 0-1 0 0,-1 1 1 0 0,1-1 0 0 0,-1 0-1 0 0,0 0 1 0 0,0 0 0 0 0,0-1-1 0 0,0 1 1 0 0,0 0 0 0 0,-1-1-1 0 0,1 1 1 0 0,-1-1 0 0 0,-4 3-1 0 0,-4 4 6 0 0,-65 67 20 0 0,-213 233 17 0 0,283-301-230 0 0,1-1 0 0 0,-1 1 0 0 0,2 1 0 0 0,-7 12 0 0 0,10-19-106 0 0,0 0 1 0 0,0 0-1 0 0,1 0 0 0 0,-1 0 0 0 0,0 0 1 0 0,1 0-1 0 0,0 0 0 0 0,-1 0 0 0 0,1 0 1 0 0,0 0-1 0 0,0 0 0 0 0,0 0 0 0 0,0 0 1 0 0,1 0-1 0 0,-1 0 0 0 0,0 0 0 0 0,1 1 1 0 0,-1-1-1 0 0,1 0 0 0 0,0-1 0 0 0,0 1 1 0 0,0 0-1 0 0,0 0 0 0 0,0 0 0 0 0,2 2 1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5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18 1160 0 0,'-10'-15'6796'0'0,"9"15"-6419"0"0,0 0 1 0 0,0-1 0 0 0,0 1-1 0 0,0-1 1 0 0,0 1-1 0 0,0 0 1 0 0,-1-1-1 0 0,-1 1 5 0 0,0 0 1 0 0,1 0-1 0 0,-1 1 0 0 0,0-1 0 0 0,0 1 0 0 0,1-1 0 0 0,-1 1 0 0 0,1 0 1 0 0,-5 2-1 0 0,-4 2 138 0 0,0 1 1 0 0,0 0 0 0 0,-12 11 0 0 0,8-4-271 0 0,1 0 0 0 0,0 1 0 0 0,1 0-1 0 0,1 1 1 0 0,-16 25 0 0 0,-44 87 157 0 0,62-109-475 0 0,2 0 0 0 0,0 0 1 0 0,1 1-1 0 0,1 0 0 0 0,0 0 0 0 0,2 0 1 0 0,0 1-1 0 0,-1 22 0 0 0,5-39-85 0 0,0-1 0 0 0,0 0 1 0 0,0 1-1 0 0,0-1 0 0 0,1 0 0 0 0,-1 1 1 0 0,1-1-1 0 0,0 0 0 0 0,0 0 0 0 0,-1 0 0 0 0,1 0 1 0 0,1 1-1 0 0,1 2 0 0 0,-2-4-190 0 0,1 0 0 0 0,-1 0-1 0 0,0 1 1 0 0,1-1 0 0 0,0 0 0 0 0,-1 0 0 0 0,1 0-1 0 0,-1-1 1 0 0,1 1 0 0 0,0 0 0 0 0,0-1 0 0 0,0 1-1 0 0,-1-1 1 0 0,1 1 0 0 0,0-1 0 0 0,0 0 0 0 0,0 0-1 0 0,0 0 1 0 0,0 0 0 0 0,-1 0 0 0 0,1 0 0 0 0,0-1-1 0 0,0 1 1 0 0,0 0 0 0 0,3-2 0 0 0,13-5-4368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177 120 1116 0 0,'1'-13'2319'0'0,"-1"11"-1967"0"0,1 0-1 0 0,-1 1 1 0 0,0-1-1 0 0,0 0 1 0 0,0 0-1 0 0,0 1 0 0 0,0-1 1 0 0,-1 0-1 0 0,1 1 1 0 0,0-1-1 0 0,-1 0 1 0 0,1 1-1 0 0,-1-1 1 0 0,0 0-1 0 0,0 1 1 0 0,-2-5 804 0 0,0 6-982 0 0,1 1-1 0 0,0-1 1 0 0,0 1 0 0 0,-1 0-1 0 0,1 0 1 0 0,0 0 0 0 0,0 0 0 0 0,0 0-1 0 0,0 0 1 0 0,0 1 0 0 0,0-1-1 0 0,0 0 1 0 0,1 1 0 0 0,-1 0-1 0 0,0-1 1 0 0,-2 4 0 0 0,-23 34 1329 0 0,23-33-1277 0 0,-11 20 219 0 0,2 0 0 0 0,0 1 1 0 0,1 1-1 0 0,2 0 0 0 0,1 0 1 0 0,1 1-1 0 0,-5 41 0 0 0,8-33-240 0 0,2 0-1 0 0,2 0 0 0 0,1 1 1 0 0,2-1-1 0 0,10 56 0 0 0,-10-78-138 0 0,2-1 0 0 0,0 0 1 0 0,0 0-1 0 0,1 0 0 0 0,1-1 0 0 0,0 0 0 0 0,1 0 1 0 0,1 0-1 0 0,11 14 0 0 0,-16-23-17 0 0,0 1-1 0 0,1-1 1 0 0,0-1 0 0 0,0 1-1 0 0,0 0 1 0 0,1-1 0 0 0,-1 0-1 0 0,1 0 1 0 0,-1 0 0 0 0,1-1-1 0 0,0 1 1 0 0,0-1 0 0 0,1 0-1 0 0,-1-1 1 0 0,0 1 0 0 0,0-1-1 0 0,1 0 1 0 0,-1-1 0 0 0,1 1 0 0 0,-1-1-1 0 0,1 0 1 0 0,-1 0 0 0 0,1-1-1 0 0,-1 1 1 0 0,0-1 0 0 0,1 0-1 0 0,7-4 1 0 0,-1 1 55 0 0,-1 0-1 0 0,0-2 1 0 0,-1 1-1 0 0,1-1 1 0 0,-1-1-1 0 0,0 0 1 0 0,0 0 0 0 0,11-12-1 0 0,-8 5-6 0 0,0 0 0 0 0,-2-1 0 0 0,0 0 1 0 0,17-31-1 0 0,-11 12-37 0 0,-1-2 0 0 0,-3 0 0 0 0,0 0 0 0 0,11-63-1 0 0,-16 59 9 0 0,-2-1 0 0 0,1-78-1 0 0,-7 101-9 0 0,-1-1 0 0 0,-1 0 0 0 0,-1 1 0 0 0,0-1 0 0 0,-1 1 0 0 0,-1 0 0 0 0,-1 0 0 0 0,-13-27 0 0 0,17 40-50 0 0,-1 0 0 0 0,0 1 0 0 0,0-1 1 0 0,0 1-1 0 0,-1-1 0 0 0,1 1 1 0 0,-1 0-1 0 0,0 0 0 0 0,0 1 0 0 0,-1-1 1 0 0,1 1-1 0 0,-1 0 0 0 0,1 0 1 0 0,-1 0-1 0 0,0 1 0 0 0,0 0 0 0 0,0 0 1 0 0,-1 0-1 0 0,1 0 0 0 0,0 1 1 0 0,-8-1-1 0 0,3 1-50 0 0,1 1 0 0 0,-1 0 0 0 0,1 1 0 0 0,0 0-1 0 0,-1 1 1 0 0,1 0 0 0 0,0 0 0 0 0,0 1 0 0 0,0 0 0 0 0,0 1 0 0 0,-13 7 0 0 0,12-5-343 0 0,0 0 1 0 0,0 0-1 0 0,1 1 1 0 0,0 1-1 0 0,0 0 0 0 0,0 0 1 0 0,1 0-1 0 0,1 1 1 0 0,-1 0-1 0 0,2 1 0 0 0,-11 17 1 0 0,12-17-770 0 0,1-1 1 0 0,0 1-1 0 0,1 0 0 0 0,0 0 1 0 0,0 1-1 0 0,1-1 1 0 0,1 0-1 0 0,-1 13 0 0 0,2 1-5273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3276 0 0,'24'8'3269'0'0,"-17"-6"-2019"0"0,0 1 0 0 0,0-1-1 0 0,-1 1 1 0 0,1 0-1 0 0,9 7 1 0 0,-14-9-1040 0 0,-1 1 0 0 0,1 0 0 0 0,0-1 0 0 0,0 1-1 0 0,-1 0 1 0 0,1 0 0 0 0,-1 0 0 0 0,0 1 0 0 0,1-1 0 0 0,-1 0 0 0 0,0 0 0 0 0,0 1-1 0 0,0-1 1 0 0,-1 1 0 0 0,1-1 0 0 0,-1 1 0 0 0,1-1 0 0 0,-1 1 0 0 0,0-1 0 0 0,0 4-1 0 0,-1 17 213 0 0,-1 0-1 0 0,-1-1 0 0 0,-1 1 0 0 0,-10 33 0 0 0,-38 89 15 0 0,42-120-391 0 0,-80 192-2165 0 0,22-77-5915 0 0,39-81-443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9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0 808 1792 0 0,'2'-12'4737'0'0,"1"-25"-68"0"0,32 60-4463 0 0,-3 2 686 0 0,-25-24-586 0 0,-6 0-255 0 0,-1-1 1 0 0,0 0-1 0 0,0 0 1 0 0,1 0 0 0 0,-1 0-1 0 0,0 0 1 0 0,1 0-1 0 0,-1 0 1 0 0,0 1-1 0 0,0-1 1 0 0,1 0-1 0 0,-1 0 1 0 0,0 0 0 0 0,1 0-1 0 0,-1 0 1 0 0,0 0-1 0 0,1 0 1 0 0,-1-1-1 0 0,0 1 1 0 0,0 0-1 0 0,1 0 1 0 0,-1 0 0 0 0,0 0-1 0 0,1 0 1 0 0,-1 0-1 0 0,0 0 1 0 0,0-1-1 0 0,1 1 1 0 0,-1 0-1 0 0,0-1 1 0 0,2 1 85 0 0,-3-17-98 0 0,2 9-21 0 0,-1 8-18 0 0,0 0 0 0 0,0 0 0 0 0,0 0 1 0 0,0 0-1 0 0,0 0 0 0 0,1 0 0 0 0,-1 0 0 0 0,0-1 0 0 0,0 1 0 0 0,0 0 1 0 0,0 0-1 0 0,0 0 0 0 0,0 0 0 0 0,1 0 0 0 0,-1 0 0 0 0,0 0 0 0 0,0 0 1 0 0,0 0-1 0 0,0 0 0 0 0,0 1 0 0 0,0-1 0 0 0,1 0 0 0 0,-1 0 0 0 0,0 0 1 0 0,0 0-1 0 0,0 0 0 0 0,0 0 0 0 0,0 0 0 0 0,0 0 0 0 0,0 0 0 0 0,0 0 1 0 0,1 0-1 0 0,-1 0 0 0 0,0 0 0 0 0,0 1 0 0 0,0-1 0 0 0,0 0 0 0 0,0 0 1 0 0,0 0-1 0 0,0 0 0 0 0,0 0 0 0 0,0 0 0 0 0,0 0 0 0 0,0 1 0 0 0,0-1 1 0 0,0 0-1 0 0,0 0 0 0 0,0 0 0 0 0,0 0 0 0 0,0 1 0 0 0,41 50 31 0 0,-40-49-21 0 0,1 0 3 0 0,11 10 119 0 0,-10-12-71 0 0,0 1 0 0 0,0-1-1 0 0,0 0 1 0 0,0 0 0 0 0,1 0 0 0 0,-1 0 0 0 0,0 0 0 0 0,0-1 0 0 0,0 1 0 0 0,0-1 0 0 0,-1 0 0 0 0,1 0 0 0 0,0 0 0 0 0,0-1 0 0 0,0 1 0 0 0,-1 0 0 0 0,1-1-1 0 0,-1 0 1 0 0,1 0 0 0 0,-1 0 0 0 0,0 0 0 0 0,4-3 0 0 0,5-7-54 0 0,1 0 0 0 0,16-25 0 0 0,-27 35 22 0 0,12-17-20 0 0,-2 0-1 0 0,0-1 1 0 0,-1-1-1 0 0,9-29 1 0 0,22-88-9 0 0,-28 88-29 0 0,-2 0 0 0 0,-2-1 1 0 0,-3 0-1 0 0,-2 0 0 0 0,-2 0 0 0 0,-8-91 0 0 0,0 92-23 0 0,6 48 41 0 0,-6 11 16 0 0,3 1 11 0 0,0-1 1 0 0,0 2-1 0 0,1-1 1 0 0,0 0 0 0 0,0 17-1 0 0,-1 4 27 0 0,-12 78 49 0 0,-27 230 47 0 0,25 2-13 0 0,18-298-69 0 0,12 76-1 0 0,-11-104-43 0 0,2-1-1 0 0,-1 0 0 0 0,2 1 1 0 0,0-2-1 0 0,1 1 1 0 0,0-1-1 0 0,1 1 0 0 0,15 21 1 0 0,-18-30-33 0 0,1 0 0 0 0,-1 0 0 0 0,1-1 0 0 0,0 0 0 0 0,0 0 0 0 0,1 0 0 0 0,-1-1 0 0 0,1 0 0 0 0,0 0 0 0 0,-1 0 1 0 0,1-1-1 0 0,1 1 0 0 0,-1-1 0 0 0,0-1 0 0 0,0 1 0 0 0,1-1 0 0 0,-1 0 0 0 0,1-1 0 0 0,-1 0 0 0 0,0 0 0 0 0,1 0 0 0 0,-1-1 0 0 0,8-1 0 0 0,10-2-207 0 0,0-2-1 0 0,-1-1 0 0 0,1-1 1 0 0,37-18-1 0 0,-29 10-37 0 0,-1-1 0 0 0,0-1-1 0 0,-1-2 1 0 0,-2-1 0 0 0,0-1 0 0 0,-1-1-1 0 0,-1-2 1 0 0,32-39 0 0 0,-33 32 104 0 0,-1-1 1 0 0,-3-1-1 0 0,0-1 1 0 0,-2-1-1 0 0,-2 0 0 0 0,-1-2 1 0 0,12-45-1 0 0,-9 17-20 0 0,17-119 0 0 0,-32 144 237 0 0,-1 0 0 0 0,-2 0 0 0 0,-2 0 0 0 0,-7-51 0 0 0,8 90-44 0 0,0 0 1 0 0,-1 0 0 0 0,1-1-1 0 0,-1 1 1 0 0,0 0-1 0 0,1 0 1 0 0,-1 0 0 0 0,0 0-1 0 0,0 0 1 0 0,-1 0-1 0 0,1 0 1 0 0,-2-2 0 0 0,2 3-7 0 0,1 1 1 0 0,0 0 0 0 0,-1 0-1 0 0,1-1 1 0 0,0 1-1 0 0,-1 0 1 0 0,1 0 0 0 0,0 0-1 0 0,-1 0 1 0 0,1-1 0 0 0,-1 1-1 0 0,1 0 1 0 0,0 0-1 0 0,-1 0 1 0 0,1 0 0 0 0,-1 0-1 0 0,1 0 1 0 0,0 0 0 0 0,-1 0-1 0 0,1 0 1 0 0,-1 0 0 0 0,1 0-1 0 0,0 1 1 0 0,-1-1-1 0 0,1 0 1 0 0,-1 0 0 0 0,0 1 3 0 0,-1 0 0 0 0,1 0 0 0 0,0 0 1 0 0,0 0-1 0 0,0 0 0 0 0,0 0 0 0 0,0 0 0 0 0,0 1 1 0 0,0-1-1 0 0,-1 3 0 0 0,-6 10 75 0 0,2 0 1 0 0,-1 1-1 0 0,2 0 0 0 0,-7 25 0 0 0,-7 67 123 0 0,10-55-110 0 0,-30 253 268 0 0,35-239-258 0 0,3-1 1 0 0,13 112 0 0 0,-10-164-91 0 0,-2-3 15 0 0,1 0-1 0 0,1 0 1 0 0,0 0 0 0 0,0 0 0 0 0,1-1-1 0 0,0 1 1 0 0,1-1 0 0 0,7 14 0 0 0,-11-22-31 0 0,1-1-1 0 0,-1 1 1 0 0,1-1-1 0 0,-1 0 1 0 0,1 1 0 0 0,0-1-1 0 0,-1 1 1 0 0,1-1-1 0 0,-1 0 1 0 0,1 1 0 0 0,0-1-1 0 0,-1 0 1 0 0,1 0-1 0 0,0 1 1 0 0,0-1 0 0 0,-1 0-1 0 0,1 0 1 0 0,0 0 0 0 0,-1 0-1 0 0,1 0 1 0 0,0 0-1 0 0,-1 0 1 0 0,1 0 0 0 0,0 0-1 0 0,0-1 1 0 0,-1 1-1 0 0,1 0 1 0 0,0 0 0 0 0,-1-1-1 0 0,1 1 1 0 0,0 0-1 0 0,-1-1 1 0 0,1 1 0 0 0,-1 0-1 0 0,1-1 1 0 0,-1 1 0 0 0,1-1-1 0 0,19-20-7 0 0,-6-4-18 0 0,0-1 0 0 0,16-47 1 0 0,-20 47 5 0 0,0 0 0 0 0,2 1 0 0 0,16-25 0 0 0,-24 44 11 0 0,16-21-8 0 0,-19 26 14 0 0,0-1-1 0 0,1 1 1 0 0,-1 0 0 0 0,1 0 0 0 0,-1 0-1 0 0,1 0 1 0 0,-1 0 0 0 0,1 0 0 0 0,0 0 0 0 0,0 0-1 0 0,-1 1 1 0 0,1-1 0 0 0,0 1 0 0 0,0-1 0 0 0,0 1-1 0 0,2 0 1 0 0,0 0 4 0 0,0 0-1 0 0,-1 0 0 0 0,1 1 1 0 0,0 0-1 0 0,-1 0 0 0 0,1 0 1 0 0,-1 0-1 0 0,1 1 0 0 0,-1-1 1 0 0,1 1-1 0 0,-1 0 0 0 0,6 4 1 0 0,-3-1 50 0 0,0 0 1 0 0,-1 0-1 0 0,0 1 1 0 0,1 0 0 0 0,7 12-1 0 0,0 6 221 0 0,0 1 0 0 0,15 42 0 0 0,-23-54-209 0 0,5 14 50 0 0,-5-14-53 0 0,0 1 1 0 0,0-1-1 0 0,1 0 1 0 0,1 0-1 0 0,12 17 0 0 0,-17-28-51 0 0,0 0-1 0 0,-1-1 0 0 0,1 1 0 0 0,0-1 0 0 0,0 1 0 0 0,0-1 0 0 0,0 0 0 0 0,1 0 1 0 0,-1 0-1 0 0,0 0 0 0 0,0 0 0 0 0,1-1 0 0 0,-1 1 0 0 0,0-1 0 0 0,1 1 1 0 0,-1-1-1 0 0,1 0 0 0 0,-1 0 0 0 0,1 0 0 0 0,-1 0 0 0 0,0 0 0 0 0,1-1 1 0 0,-1 1-1 0 0,1-1 0 0 0,1 0 0 0 0,6-2 7 0 0,0-1-1 0 0,-1 0 1 0 0,0 0 0 0 0,15-9 0 0 0,-3-1-11 0 0,-2 0 1 0 0,1-1-1 0 0,-2-1 1 0 0,0-1 0 0 0,-1-1-1 0 0,0 0 1 0 0,20-31-1 0 0,-15 16-9 0 0,-3-1 1 0 0,0 0-1 0 0,27-73 0 0 0,-41 94 3 0 0,-1 0 0 0 0,0-1 0 0 0,0 1 0 0 0,-1-1 0 0 0,-1 0 0 0 0,-1 0 0 0 0,0 0-1 0 0,-1-18 1 0 0,0 31 0 0 0,0 0-1 0 0,0 0 0 0 0,0 0 0 0 0,0 0 1 0 0,0 0-1 0 0,-1 0 0 0 0,1 0 0 0 0,0 0 1 0 0,-1 0-1 0 0,1 0 0 0 0,-1 0 0 0 0,1 0 1 0 0,-1 0-1 0 0,1 0 0 0 0,-1 0 0 0 0,0 0 0 0 0,1 1 1 0 0,-1-1-1 0 0,0 0 0 0 0,-2-1 0 0 0,3 2 3 0 0,-1 0 0 0 0,0 0-1 0 0,0 0 1 0 0,0 0-1 0 0,0 0 1 0 0,1 0-1 0 0,-1 0 1 0 0,0 0 0 0 0,0 0-1 0 0,0 0 1 0 0,0 0-1 0 0,1 0 1 0 0,-1 1-1 0 0,0-1 1 0 0,0 0 0 0 0,0 1-1 0 0,1-1 1 0 0,-1 0-1 0 0,0 1 1 0 0,0 0-1 0 0,-3 2 21 0 0,0 0 0 0 0,0 1-1 0 0,0-1 1 0 0,1 1 0 0 0,-1 0-1 0 0,1 0 1 0 0,-3 5-1 0 0,-9 19 108 0 0,0 1-1 0 0,2-1 1 0 0,-14 46-1 0 0,23-58-91 0 0,-1 2 0 0 0,2-1 1 0 0,0 0-1 0 0,1 1 0 0 0,1-1 0 0 0,0 1 1 0 0,4 31-1 0 0,-2-43-24 0 0,0-1 0 0 0,0-1 1 0 0,0 1-1 0 0,1 0 0 0 0,-1 0 0 0 0,1 0 0 0 0,0-1 1 0 0,1 1-1 0 0,-1-1 0 0 0,1 0 0 0 0,0 1 1 0 0,0-1-1 0 0,0-1 0 0 0,1 1 0 0 0,3 4 1 0 0,-2-5-7 0 0,1 1 0 0 0,-1-1 0 0 0,0 0 1 0 0,1 0-1 0 0,0 0 0 0 0,0-1 0 0 0,0 0 1 0 0,0 0-1 0 0,0 0 0 0 0,11 1 1 0 0,2-2-277 0 0,-1 0 0 0 0,1-2 0 0 0,0 0 1 0 0,0-1-1 0 0,-1 0 0 0 0,1-2 0 0 0,19-6 1 0 0,-16 4-1183 0 0,0-1 0 0 0,0-1 1 0 0,-1-1-1 0 0,22-13 0 0 0,-3-5-3386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19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0 1392 0 0,'-52'17'2283'0'0,"-124"45"3824"0"0,154-47-5137 0 0,18-6-332 0 0,5-9-620 0 0,-1 1-1 0 0,0-1 0 0 0,1 1 0 0 0,-1-1 0 0 0,0 1 1 0 0,1-1-1 0 0,-1 1 0 0 0,1-1 0 0 0,-1 0 0 0 0,1 1 1 0 0,-1-1-1 0 0,1 0 0 0 0,-1 1 0 0 0,1-1 0 0 0,0 0 1 0 0,-1 0-1 0 0,1 0 0 0 0,-1 0 0 0 0,1 1 1 0 0,1-1-1 0 0,12 2 57 0 0,1-1 0 0 0,0 0 0 0 0,-1-1 0 0 0,1-1 1 0 0,0 0-1 0 0,28-6 0 0 0,-19 3-89 0 0,204-33-1473 0 0,-75 9-2427 0 0,-36 8-534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0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92 578 1144 0 0,'-84'51'8841'0'0,"82"-49"-8360"0"0,-4-2 1235 0 0,16-7-1422 0 0,154-128 608 0 0,5-5-721 0 0,-80 62-51 0 0,96-111 0 0 0,-178 181-117 0 0,-1-1 0 0 0,0 1-1 0 0,-1-1 1 0 0,1 0 0 0 0,4-13-1 0 0,-10 18 1 0 0,-4-5 4 0 0,4 8-17 0 0,-1 1 0 0 0,1 0 0 0 0,0-1-1 0 0,-1 1 1 0 0,1 0 0 0 0,-1 0 0 0 0,1-1 0 0 0,0 1 0 0 0,-1 0 0 0 0,1 0 0 0 0,-1 0 0 0 0,1-1 0 0 0,-1 1 0 0 0,1 0 0 0 0,-1 0 0 0 0,1 0 0 0 0,0 0 0 0 0,-1 0 0 0 0,1 0 0 0 0,-1 0 0 0 0,1 0 0 0 0,-2 0 0 0 0,-3 2-2 0 0,0-1 0 0 0,0 1 0 0 0,0 0 0 0 0,0 0 0 0 0,0 0 0 0 0,0 1 0 0 0,1-1 0 0 0,-1 1 0 0 0,1 1 0 0 0,0-1 0 0 0,0 0 0 0 0,0 1 0 0 0,-4 5 0 0 0,-3 3 6 0 0,1 0-1 0 0,1 1 0 0 0,-11 19 0 0 0,16-24 1 0 0,-1 0 0 0 0,2 0-1 0 0,0 1 1 0 0,0-1 0 0 0,0 1 0 0 0,1 0-1 0 0,0 0 1 0 0,1 0 0 0 0,0 0-1 0 0,0 0 1 0 0,1 0 0 0 0,0 0 0 0 0,1 0-1 0 0,0 0 1 0 0,1 0 0 0 0,-1 0 0 0 0,2 0-1 0 0,-1 0 1 0 0,1 0 0 0 0,0-1-1 0 0,6 10 1 0 0,7 11 32 0 0,2 0 0 0 0,1-1 0 0 0,1-1 0 0 0,31 32 0 0 0,-40-48-19 0 0,-1 1 0 0 0,-1 0 1 0 0,0 1-1 0 0,-1 0 0 0 0,0 0 1 0 0,7 18-1 0 0,-13-27 29 0 0,-1 1-1 0 0,1-1 0 0 0,-1 1 1 0 0,0 0-1 0 0,-1 0 1 0 0,1 0-1 0 0,-1-1 0 0 0,0 1 1 0 0,0 0-1 0 0,0 0 1 0 0,-1 0-1 0 0,0 0 1 0 0,0 0-1 0 0,0-1 0 0 0,0 1 1 0 0,-1 0-1 0 0,0-1 1 0 0,0 1-1 0 0,0-1 0 0 0,0 0 1 0 0,-1 0-1 0 0,1 0 1 0 0,-6 6-1 0 0,2-4-3 0 0,0 0 0 0 0,0-1 0 0 0,0 0 0 0 0,-1 0 0 0 0,1 0 0 0 0,-1-1 0 0 0,-1 0 0 0 0,1-1 0 0 0,0 1 0 0 0,-1-1 0 0 0,0-1 0 0 0,1 1 0 0 0,-1-2 0 0 0,0 1 0 0 0,0-1 0 0 0,0 0 0 0 0,-1 0 0 0 0,1-1 0 0 0,0 0 0 0 0,-13-2-1 0 0,20 2-103 0 0,-1-1 0 0 0,1 1-1 0 0,0 0 1 0 0,-1-1-1 0 0,1 1 1 0 0,0 0-1 0 0,-1-1 1 0 0,1 0 0 0 0,0 1-1 0 0,0-1 1 0 0,0 0-1 0 0,0 0 1 0 0,-1 1-1 0 0,1-1 1 0 0,0 0 0 0 0,0 0-1 0 0,1 0 1 0 0,-1 0-1 0 0,0-1 1 0 0,0 1-1 0 0,0 0 1 0 0,1 0 0 0 0,-1 0-1 0 0,0-1 1 0 0,1 1-1 0 0,0 0 1 0 0,-1-1-1 0 0,1 1 1 0 0,0 0 0 0 0,-1-1-1 0 0,1 1 1 0 0,0 0-1 0 0,0-1 1 0 0,0 1-1 0 0,0-1 1 0 0,0 1 0 0 0,0 0-1 0 0,1-1 1 0 0,0-1-1 0 0,1-4-905 0 0,0 0-1 0 0,0 1 1 0 0,0 0 0 0 0,1-1-1 0 0,0 1 1 0 0,6-8-1 0 0,6-8-3614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0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25 640 0 0,'3'-10'9542'0'0,"-6"14"-9207"0"0,0-1 0 0 0,0 1 1 0 0,1-1-1 0 0,-1 1 0 0 0,1 0 0 0 0,0 0 0 0 0,0 0 0 0 0,0 0 0 0 0,-2 8 0 0 0,-12 45 1144 0 0,15-48-1270 0 0,-4 11 18 0 0,1 0 0 0 0,1 0 0 0 0,1 1 0 0 0,1-1 1 0 0,1 1-1 0 0,0-1 0 0 0,5 26 0 0 0,-4-39-200 0 0,1 0 0 0 0,-1 1-1 0 0,1-1 1 0 0,1 0 0 0 0,0 0 0 0 0,0 0-1 0 0,0-1 1 0 0,0 1 0 0 0,1-1 0 0 0,0 0-1 0 0,1 0 1 0 0,0 0 0 0 0,-1 0 0 0 0,2-1-1 0 0,-1 0 1 0 0,1 0 0 0 0,-1 0 0 0 0,1-1-1 0 0,1 0 1 0 0,-1 0 0 0 0,1 0 0 0 0,-1-1 0 0 0,10 4-1 0 0,-9-5-16 0 0,-1 0-1 0 0,1-1 1 0 0,0 1 0 0 0,-1-1-1 0 0,1-1 1 0 0,0 1 0 0 0,0-1-1 0 0,-1 0 1 0 0,1-1-1 0 0,0 1 1 0 0,0-1 0 0 0,-1-1-1 0 0,1 1 1 0 0,0-1-1 0 0,-1 0 1 0 0,0-1 0 0 0,0 0-1 0 0,1 0 1 0 0,-1 0-1 0 0,-1 0 1 0 0,7-6 0 0 0,-4 3-10 0 0,-1 0 1 0 0,0-1-1 0 0,0 0 1 0 0,-1 0-1 0 0,0-1 1 0 0,-1 0 0 0 0,1 0-1 0 0,-1 0 1 0 0,-1-1-1 0 0,0 1 1 0 0,0-1 0 0 0,0 0-1 0 0,-1 0 1 0 0,2-13-1 0 0,-1 1-11 0 0,-1 0 0 0 0,-1 0 0 0 0,-1 0 0 0 0,-2-28 0 0 0,0 37 6 0 0,0 1 0 0 0,-1 0 0 0 0,0 0-1 0 0,-1-1 1 0 0,0 2 0 0 0,-1-1 0 0 0,0 0 0 0 0,-1 1 0 0 0,-10-18 0 0 0,13 25 4 0 0,0 0-1 0 0,-1 0 0 0 0,1 0 1 0 0,-1 1-1 0 0,1-1 0 0 0,-1 1 0 0 0,0-1 1 0 0,0 1-1 0 0,0 0 0 0 0,-1 0 1 0 0,1 1-1 0 0,0-1 0 0 0,-1 0 1 0 0,1 1-1 0 0,-1 0 0 0 0,0 0 1 0 0,-4-1-1 0 0,2 2 4 0 0,0-1 0 0 0,-1 1 0 0 0,1 0 0 0 0,0 1 0 0 0,0 0 0 0 0,0 0 0 0 0,0 0 0 0 0,0 0-1 0 0,-12 6 1 0 0,9-4 1 0 0,0 1 0 0 0,1 1 0 0 0,-1 0 0 0 0,1 0 0 0 0,0 0 0 0 0,0 1 0 0 0,0 1 0 0 0,1-1 0 0 0,0 1 0 0 0,1 0 0 0 0,-1 1 0 0 0,1 0 0 0 0,-6 11 0 0 0,10-17-20 0 0,1 0 1 0 0,0 1-1 0 0,0-1 1 0 0,0 1-1 0 0,0 0 0 0 0,0-1 1 0 0,0 1-1 0 0,1 0 0 0 0,-1-1 1 0 0,1 1-1 0 0,0 0 1 0 0,0 0-1 0 0,0 0 0 0 0,0-1 1 0 0,0 1-1 0 0,1 0 1 0 0,-1 0-1 0 0,1-1 0 0 0,0 1 1 0 0,0 0-1 0 0,0-1 0 0 0,0 1 1 0 0,2 2-1 0 0,-1-2-121 0 0,0 0-1 0 0,1-1 0 0 0,0 1 1 0 0,-1-1-1 0 0,1 0 0 0 0,0 1 1 0 0,0-1-1 0 0,1-1 0 0 0,-1 1 0 0 0,0 0 1 0 0,1-1-1 0 0,-1 1 0 0 0,0-1 1 0 0,1 0-1 0 0,0 0 0 0 0,6 0 1 0 0,11 1-730 0 0,0-2 0 0 0,-1 0-1 0 0,1-1 1 0 0,0-1 0 0 0,0-2 0 0 0,0 1 0 0 0,-1-2 0 0 0,0-1 0 0 0,0-1 0 0 0,20-9 0 0 0,7-6-2248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1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1920 0 0,'60'-166'9693'0'0,"-51"150"-8205"0"0,-6 25 71 0 0,-4 34 572 0 0,0-38-2024 0 0,-29 250 3428 0 0,14-147-2938 0 0,-2 140 1 0 0,17-240-614 0 0,1 0 0 0 0,1 0 1 0 0,0 0-1 0 0,0 0 0 0 0,0 0 0 0 0,1-1 1 0 0,0 1-1 0 0,6 12 0 0 0,-7-17-42 0 0,0-1 0 0 0,1 0 0 0 0,-1-1 0 0 0,1 1 0 0 0,-1 0 0 0 0,1 0 0 0 0,0 0 1 0 0,0-1-1 0 0,-1 1 0 0 0,1-1 0 0 0,0 0 0 0 0,0 1 0 0 0,0-1 0 0 0,1 0 0 0 0,-1 0 0 0 0,0 0 0 0 0,0-1 0 0 0,1 1 0 0 0,-1 0 0 0 0,0-1 0 0 0,1 0 0 0 0,-1 1 0 0 0,0-1 0 0 0,1 0 0 0 0,-1 0 0 0 0,1 0 0 0 0,-1-1 1 0 0,0 1-1 0 0,1 0 0 0 0,-1-1 0 0 0,0 0 0 0 0,1 1 0 0 0,1-2 0 0 0,11-4-346 0 0,0 0 0 0 0,0 0 1 0 0,-1-1-1 0 0,0-1 0 0 0,0-1 0 0 0,-1 0 1 0 0,14-12-1 0 0,79-81-136 0 0,-61 54 2117 0 0,-43 47-1401 0 0,1 3-71 0 0,-3-2-102 0 0,0 0 0 0 0,0 0 0 0 0,1 0 0 0 0,-1 0 1 0 0,0 0-1 0 0,0 0 0 0 0,1 0 0 0 0,-1 0 0 0 0,0 0 0 0 0,0 0 0 0 0,0 1 0 0 0,1-1 0 0 0,-1 0 0 0 0,0 0 0 0 0,0 0 0 0 0,1 0 0 0 0,-1 0 0 0 0,0 1 0 0 0,0-1 1 0 0,0 0-1 0 0,0 0 0 0 0,1 0 0 0 0,-1 0 0 0 0,0 1 0 0 0,0-1 0 0 0,0 0 0 0 0,0 0 0 0 0,0 1 0 0 0,0-1 0 0 0,0 0 0 0 0,0 0 0 0 0,0 0 0 0 0,0 1 0 0 0,1-1 0 0 0,-1 0 1 0 0,0 1-1 0 0,1 74 424 0 0,-1-49-312 0 0,5 51-1 0 0,-4-70-96 0 0,1 1 0 0 0,-1 0 0 0 0,2-1-1 0 0,-1 1 1 0 0,1-1 0 0 0,0 0 0 0 0,1 0 0 0 0,-1 0 0 0 0,1 0 0 0 0,10 11 0 0 0,-10-14-21 0 0,-1 0 0 0 0,1 0 0 0 0,0-1 0 0 0,1 0 0 0 0,-1 1 0 0 0,1-2 0 0 0,-1 1 1 0 0,1 0-1 0 0,0-1 0 0 0,0 0 0 0 0,0 0 0 0 0,0-1 0 0 0,0 1 0 0 0,0-1 0 0 0,1 0 0 0 0,-1 0 0 0 0,0-1 0 0 0,1 0 0 0 0,-1 0 0 0 0,0 0 0 0 0,1 0 0 0 0,-1-1 0 0 0,0 0 0 0 0,1 0 1 0 0,-1 0-1 0 0,6-3 0 0 0,-1 0-70 0 0,0 0 1 0 0,0-1-1 0 0,0 0 1 0 0,-1 0-1 0 0,0-1 1 0 0,0 0-1 0 0,0-1 1 0 0,-1 0-1 0 0,0 0 1 0 0,0-1-1 0 0,12-16 1 0 0,-8 6-22 0 0,-1 0 0 0 0,-2 0 0 0 0,1 0 0 0 0,-2-2 0 0 0,10-33 0 0 0,14-101 1071 0 0,-30 132-449 0 0,-8 38-212 0 0,-2 13-200 0 0,2 1-1 0 0,1 0 1 0 0,1 0-1 0 0,1 0 1 0 0,2 0-1 0 0,2 0 1 0 0,0 1-1 0 0,11 56 0 0 0,-11-82-202 0 0,0 0 0 0 0,1 0 0 0 0,0 0 0 0 0,-1 0-1 0 0,1-1 1 0 0,1 1 0 0 0,-1-1 0 0 0,1 0-1 0 0,0 1 1 0 0,0-1 0 0 0,0 0 0 0 0,0-1-1 0 0,0 1 1 0 0,1 0 0 0 0,8 5 0 0 0,-7-6-350 0 0,0 0 1 0 0,1-1-1 0 0,0 1 1 0 0,0-1-1 0 0,-1 0 1 0 0,1-1-1 0 0,0 0 1 0 0,1 1-1 0 0,-1-2 1 0 0,0 1-1 0 0,0-1 1 0 0,11-1 0 0 0,15-2-3748 0 0,-3-5-2077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1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86 131 2652 0 0,'-9'-36'3240'0'0,"5"17"-607"0"0,-2-1 1 0 0,-18-35 3319 0 0,24 55-5892 0 0,-2 21 1317 0 0,2 25-187 0 0,4 48 501 0 0,0 135 331 0 0,-28 159-785 0 0,0-18-1355 0 0,24-367 62 0 0,-1 105-2050 0 0,2-95 776 0 0,0 0-1 0 0,1 1 0 0 0,0-1 0 0 0,1 0 1 0 0,9 25-1 0 0,-2-22-3496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64 1608 0 0,'2'-37'8003'0'0,"-2"10"1173"0"0,-12 50-5483 0 0,-7 63 237 0 0,-30 161-2162 0 0,43-208-1842 0 0,-6 52-1310 0 0,11-81 704 0 0,1 0 1 0 0,0 1-1 0 0,1-1 0 0 0,0 0 1 0 0,1 0-1 0 0,4 17 1 0 0,-5-25 306 0 0,0 1 0 0 0,0-1 0 0 0,0 0 0 0 0,0 0 0 0 0,0 1 0 0 0,1-1 0 0 0,-1 0 0 0 0,1 0 0 0 0,-1-1 0 0 0,1 1 0 0 0,0 0 0 0 0,0 0 0 0 0,-1-1 0 0 0,5 3 0 0 0,-4-3-93 0 0,-1 0-1 0 0,1-1 0 0 0,0 1 1 0 0,-1-1-1 0 0,1 1 0 0 0,-1-1 1 0 0,1 0-1 0 0,0 1 0 0 0,-1-1 1 0 0,1 0-1 0 0,0 0 0 0 0,-1 0 1 0 0,1 0-1 0 0,0-1 0 0 0,1 1 0 0 0,12-5-6030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38 2648 0 0,'20'-38'12649'0'0,"-19"43"-12191"0"0,0 0-1 0 0,0 0 1 0 0,0-1-1 0 0,-1 1 0 0 0,0 0 1 0 0,0 0-1 0 0,0 0 1 0 0,-1-1-1 0 0,-2 9 0 0 0,1 2 287 0 0,-1 14-312 0 0,2-1 0 0 0,0 1 1 0 0,2-1-1 0 0,1 1 0 0 0,1-1 0 0 0,9 38 0 0 0,-11-62-417 0 0,1 0 1 0 0,-1 0-1 0 0,1 0 0 0 0,0 0 0 0 0,0 0 1 0 0,0 0-1 0 0,1 0 0 0 0,-1 0 0 0 0,1-1 1 0 0,0 0-1 0 0,0 1 0 0 0,0-1 0 0 0,1 0 0 0 0,-1 0 1 0 0,1-1-1 0 0,-1 1 0 0 0,1-1 0 0 0,0 0 1 0 0,0 0-1 0 0,0 0 0 0 0,0 0 0 0 0,0-1 1 0 0,1 1-1 0 0,-1-1 0 0 0,0 0 0 0 0,1-1 0 0 0,-1 1 1 0 0,1-1-1 0 0,-1 0 0 0 0,1 0 0 0 0,-1 0 1 0 0,1 0-1 0 0,-1-1 0 0 0,0 0 0 0 0,1 0 1 0 0,-1 0-1 0 0,0 0 0 0 0,0-1 0 0 0,1 0 1 0 0,-1 0-1 0 0,0 0 0 0 0,-1 0 0 0 0,1-1 0 0 0,0 1 1 0 0,4-5-1 0 0,-2 1-4 0 0,1-1-1 0 0,-2 1 1 0 0,1-1-1 0 0,-1 0 1 0 0,0-1 0 0 0,0 1-1 0 0,-1-1 1 0 0,0 0 0 0 0,-1 0-1 0 0,1-1 1 0 0,-1 1-1 0 0,-1 0 1 0 0,0-1 0 0 0,2-13-1 0 0,-3 10-6 0 0,0 0-1 0 0,0 0 0 0 0,-1-1 1 0 0,-1 1-1 0 0,0 0 1 0 0,0 0-1 0 0,-1 0 0 0 0,-1 0 1 0 0,0 0-1 0 0,-5-12 1 0 0,6 20-4 0 0,0 0 0 0 0,0 0 0 0 0,0 0 0 0 0,-1 0 0 0 0,1 0 0 0 0,-1 0 0 0 0,0 0 0 0 0,0 1 0 0 0,-1 0 0 0 0,1 0 0 0 0,0 0 0 0 0,-1 0 0 0 0,0 0 0 0 0,0 0 0 0 0,0 1 0 0 0,0 0 0 0 0,0 0 0 0 0,-7-2 0 0 0,4 2-10 0 0,0 0 1 0 0,0 1-1 0 0,0 1 1 0 0,1-1-1 0 0,-1 1 1 0 0,0 0 0 0 0,0 0-1 0 0,0 1 1 0 0,0 0-1 0 0,0 0 1 0 0,-11 4-1 0 0,8-1-234 0 0,0 0 0 0 0,-1 0 0 0 0,1 1 0 0 0,1 0 0 0 0,-1 1 0 0 0,1 0 0 0 0,-11 9 0 0 0,15-10-258 0 0,-1 0 1 0 0,1 0-1 0 0,-1 1 0 0 0,2 0 1 0 0,-1 0-1 0 0,1 0 1 0 0,-1 0-1 0 0,2 1 0 0 0,-1 0 1 0 0,-3 8-1 0 0,2 10-2659 0 0,6-8-2003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75 288 0 0,'18'-19'15483'0'0,"-18"20"-15372"0"0,-1 15 1961 0 0,-25 126 2846 0 0,11-66-4034 0 0,-13 62 520 0 0,36-167-1465 0 0,8-29-74 0 0,40-95 0 0 0,-49 138 105 0 0,0 0 0 0 0,1 0 0 0 0,1 1 0 0 0,0 0 0 0 0,1 1 0 0 0,1 0 0 0 0,0 0 0 0 0,0 1 0 0 0,1 1 1 0 0,1 0-1 0 0,15-10 0 0 0,-24 18 25 0 0,0 0 0 0 0,0 1 1 0 0,0 0-1 0 0,0 0 0 0 0,0 0 1 0 0,0 0-1 0 0,1 1 1 0 0,-1 0-1 0 0,1 0 0 0 0,-1 0 1 0 0,1 0-1 0 0,-1 0 0 0 0,1 1 1 0 0,-1 0-1 0 0,1 0 0 0 0,0 1 1 0 0,-1-1-1 0 0,1 1 1 0 0,-1 0-1 0 0,1 0 0 0 0,-1 0 1 0 0,1 1-1 0 0,-1-1 0 0 0,0 1 1 0 0,0 0-1 0 0,0 1 1 0 0,0-1-1 0 0,0 1 0 0 0,0-1 1 0 0,-1 1-1 0 0,1 0 0 0 0,-1 1 1 0 0,0-1-1 0 0,0 0 0 0 0,0 1 1 0 0,0 0-1 0 0,-1 0 1 0 0,5 7-1 0 0,2 8 193 0 0,-1 0 0 0 0,-1 0 1 0 0,0 1-1 0 0,-2-1 0 0 0,0 1 0 0 0,2 21 1 0 0,9 39 640 0 0,-12-60-638 0 0,2-3-1 0 0,-5-16-189 0 0,0 0 0 0 0,0 1 0 0 0,0-1 0 0 0,0 0 0 0 0,0 0 0 0 0,0 0 0 0 0,0 0 0 0 0,0 0 0 0 0,0 0 0 0 0,0 0 0 0 0,1 0 0 0 0,-1 0 1 0 0,0 0-1 0 0,1-1 0 0 0,-1 1 0 0 0,1 0 0 0 0,-1-1 0 0 0,1 0 0 0 0,-1 1 0 0 0,1-1 0 0 0,-1 0 0 0 0,1 1 0 0 0,-1-1 0 0 0,1 0 0 0 0,-1 0 0 0 0,1 0 0 0 0,-1-1 0 0 0,1 1 0 0 0,-1 0 0 0 0,1-1 0 0 0,-1 1 0 0 0,1 0 0 0 0,-1-1 0 0 0,1 0 0 0 0,-1 1 0 0 0,1-1 0 0 0,1-1 0 0 0,-2 1-9 0 0,5-2-264 0 0,0 0 0 0 0,0 0 0 0 0,-1-1 0 0 0,1 0 0 0 0,-1 0 0 0 0,0-1 0 0 0,0 1 0 0 0,0-1-1 0 0,-1 0 1 0 0,0 0 0 0 0,6-9 0 0 0,-3 3-939 0 0,-1-1 1 0 0,0 0-1 0 0,0 0 0 0 0,6-21 0 0 0,1-34-6766 0 0,-9 29 829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3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0 2172 0 0,'-50'3'4180'0'0,"0"1"1"0"0,-56 12-1 0 0,103-15-4064 0 0,1-1 0 0 0,-1 1 1 0 0,0 0-1 0 0,1-1 1 0 0,-1 1-1 0 0,1 0 0 0 0,-1 1 1 0 0,1-1-1 0 0,0 0 1 0 0,0 1-1 0 0,-1-1 0 0 0,1 1 1 0 0,0 0-1 0 0,0 0 0 0 0,0-1 1 0 0,1 2-1 0 0,-1-1 1 0 0,0 0-1 0 0,1 0 0 0 0,-1 0 1 0 0,1 1-1 0 0,0-1 1 0 0,0 0-1 0 0,-2 5 0 0 0,8 12-1344 0 0,4 0-3678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2400 0 0,'-21'16'2516'0'0,"15"-12"-1750"0"0,1-1 1 0 0,0 1-1 0 0,0 0 1 0 0,0 0-1 0 0,0 0 1 0 0,1 1-1 0 0,-1 0 1 0 0,1 0-1 0 0,1 0 1 0 0,-7 10-1 0 0,10-14-688 0 0,-1 0 0 0 0,1 0 0 0 0,0 0 0 0 0,0 1 0 0 0,0-1 0 0 0,0 0 0 0 0,0 0 0 0 0,0 0 0 0 0,0 0 0 0 0,0 0 0 0 0,0 0 0 0 0,1 0 1 0 0,-1 0-1 0 0,0 0 0 0 0,0 0 0 0 0,1 0 0 0 0,-1 0 0 0 0,1-1 0 0 0,-1 1 0 0 0,1 0 0 0 0,0 0 0 0 0,-1 0 0 0 0,1 0 0 0 0,0-1 0 0 0,-1 1 0 0 0,1 0 0 0 0,0-1 0 0 0,0 1 0 0 0,0 0 0 0 0,-1-1 0 0 0,1 1 0 0 0,0-1 0 0 0,1 1 0 0 0,3 1 58 0 0,-1 1 0 0 0,1-2-1 0 0,0 1 1 0 0,-1 0 0 0 0,8 1 0 0 0,26 1 113 0 0,1-1 0 0 0,-1-2 0 0 0,57-5 0 0 0,-51 1-350 0 0,144-13-2667 0 0,-62 0-3030 0 0,-36 4-942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130 601 1824 0 0,'-109'14'10693'0'0,"109"-14"-10653"0"0,-1 0 0 0 0,0 0 0 0 0,0 0 0 0 0,1 0 0 0 0,-1 1-1 0 0,0-1 1 0 0,1-1 0 0 0,-1 1 0 0 0,0 0 0 0 0,1 0 0 0 0,-1 0 0 0 0,0 0-1 0 0,1 0 1 0 0,-1 0 0 0 0,0-1 0 0 0,1 1 0 0 0,-1 0 0 0 0,0-1 0 0 0,1 1 0 0 0,-1 0-1 0 0,1-1 1 0 0,-1 1 0 0 0,0-1 0 0 0,1 1 0 0 0,-1-1 0 0 0,1 1 0 0 0,0-1 0 0 0,-1 1-1 0 0,1-1 1 0 0,-1 0 0 0 0,1 1 0 0 0,0-1 0 0 0,-1 0 0 0 0,1 1 0 0 0,0-1-1 0 0,0 0 1 0 0,0 1 0 0 0,-1-1 0 0 0,1 0 0 0 0,0 1 0 0 0,0-1 0 0 0,0 0 0 0 0,0 1-1 0 0,0-1 1 0 0,0 0 0 0 0,0 0 0 0 0,1 1 0 0 0,-1-1 0 0 0,0 0 0 0 0,1 0 0 0 0,0-4 16 0 0,0 1 0 0 0,1-1 0 0 0,-1 1 0 0 0,1 0 0 0 0,4-7 0 0 0,15-20 70 0 0,2 1-1 0 0,49-52 1 0 0,65-44-113 0 0,-78 73-15 0 0,19-17 2 0 0,67-62 179 0 0,-136 123-70 0 0,16-17 141 0 0,-24 25-222 0 0,-2 10-13 0 0,0 1-1 0 0,0-1 1 0 0,-1 0-1 0 0,-4 12 1 0 0,-5 26 56 0 0,9-11-33 0 0,2 0-1 0 0,5 48 0 0 0,-1-43 329 0 0,-3 52 0 0 0,-1-87-194 0 0,-1 1 1 0 0,0-1-1 0 0,0 0 0 0 0,0 0 1 0 0,0 0-1 0 0,-1 0 1 0 0,0 0-1 0 0,-1-1 0 0 0,1 1 1 0 0,-1 0-1 0 0,0-1 0 0 0,-1 0 1 0 0,1 0-1 0 0,-7 7 1 0 0,5-7-42 0 0,-1 0 1 0 0,0 0 0 0 0,0-1 0 0 0,0 0 0 0 0,0 0 0 0 0,-1 0-1 0 0,1-1 1 0 0,-1 0 0 0 0,0-1 0 0 0,0 1 0 0 0,-14 2 0 0 0,8-2 50 0 0,9-2-148 0 0,1 0 1 0 0,-1 0 0 0 0,0-1 0 0 0,-1 1-1 0 0,1-1 1 0 0,0 0 0 0 0,0 0-1 0 0,0 0 1 0 0,0 0 0 0 0,-6-2 0 0 0,10 2-32 0 0,-1 0 1 0 0,0 0 0 0 0,1 0-1 0 0,-1-1 1 0 0,1 1 0 0 0,-1 0 0 0 0,1 0-1 0 0,-1-1 1 0 0,1 1 0 0 0,-1 0-1 0 0,1-1 1 0 0,-1 1 0 0 0,1 0-1 0 0,-1-1 1 0 0,1 1 0 0 0,0-1-1 0 0,-1 1 1 0 0,1 0 0 0 0,-1-1 0 0 0,1 1-1 0 0,0-1 1 0 0,0 1 0 0 0,-1-2-1 0 0,1 0-4 0 0,0 1 0 0 0,0-1 0 0 0,0 0 0 0 0,0 0 0 0 0,0 1 0 0 0,0-1 0 0 0,0 0 0 0 0,1 1 0 0 0,-1-1 0 0 0,1 0 0 0 0,-1 1 0 0 0,1-1 0 0 0,0 0 0 0 0,-1 1 0 0 0,1-1 0 0 0,0 1 0 0 0,0-1 0 0 0,2-1 0 0 0,21-19-34 0 0,-18 17 25 0 0,38-31-429 0 0,53-31 0 0 0,-58 42-121 0 0,-1-2-1 0 0,54-50 1 0 0,-89 74 541 0 0,3-1 0 0 0,-1-2 0 0 0,0 1 0 0 0,0-1 0 0 0,0 1 0 0 0,0-1 0 0 0,-1-1 0 0 0,0 1 0 0 0,-1-1 1 0 0,1 1-1 0 0,-1-1 0 0 0,0 0 0 0 0,-1 0 0 0 0,0-1 0 0 0,0 1 0 0 0,1-11 0 0 0,-3 16 18 0 0,0-1-1 0 0,1 1 0 0 0,-2 0 1 0 0,1 0-1 0 0,0 0 0 0 0,0 0 1 0 0,-1 0-1 0 0,1 0 0 0 0,-2-3 1 0 0,-2-12 11 0 0,3 11-3 0 0,1 3-2 0 0,-5-3-2 0 0,0 1 4 0 0,4 4-16 0 0,-1 1 8 0 0,0 0 2 0 0,1 0-1 0 0,-1 0 1 0 0,0 0-1 0 0,0 0 0 0 0,0 0 1 0 0,1 1-1 0 0,-1-1 1 0 0,0 1-1 0 0,0-1 1 0 0,1 1-1 0 0,-1 0 0 0 0,0-1 1 0 0,1 1-1 0 0,-1 0 1 0 0,1 0-1 0 0,-1 0 1 0 0,1 0-1 0 0,-1 0 0 0 0,1 1 1 0 0,-2 1-1 0 0,-10 10 14 0 0,7-7-11 0 0,0 1 1 0 0,0 1-1 0 0,1-1 1 0 0,0 1-1 0 0,0 0 0 0 0,1 0 1 0 0,0 0-1 0 0,0 1 0 0 0,-3 11 1 0 0,-1 7 42 0 0,-7 49 1 0 0,13-60-27 0 0,0-1 0 0 0,1 1 1 0 0,1 0-1 0 0,1 0 0 0 0,0 0 0 0 0,1 0 1 0 0,1 0-1 0 0,0 0 0 0 0,1-1 0 0 0,1 0 1 0 0,9 21-1 0 0,-10-27-11 0 0,0-1 0 0 0,0 0 0 0 0,1 0 0 0 0,1-1 0 0 0,-1 0 0 0 0,1 0 0 0 0,0 0 0 0 0,1 0-1 0 0,0-1 1 0 0,0 0 0 0 0,0-1 0 0 0,0 0 0 0 0,1 0 0 0 0,0 0 0 0 0,0-1 0 0 0,0 0 0 0 0,1-1 0 0 0,0 1 0 0 0,-1-2 0 0 0,1 1 0 0 0,11 0 0 0 0,-5-1-291 0 0,0-1 1 0 0,0 0-1 0 0,0-1 0 0 0,1-1 1 0 0,-1-1-1 0 0,0 0 0 0 0,0-1 1 0 0,0 0-1 0 0,22-9 1 0 0,-21 5-782 0 0,0 0 1 0 0,0-1 0 0 0,-1-1-1 0 0,0 0 1 0 0,-1-1 0 0 0,0 0-1 0 0,0-1 1 0 0,11-13 0 0 0,6-10-3457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67 163 832 0 0,'-2'-45'3946'0'0,"-6"-51"4240"0"0,7 74-5009 0 0,0 32-2780 0 0,-4 164 3407 0 0,-2 26-1968 0 0,-9-38-771 0 0,1-24-501 0 0,3 165 1 0 0,13-285-573 0 0,-2-4 40 0 0,2-1 0 0 0,3 21-1 0 0,-4-32-43 0 0,0 1-1 0 0,1 0 0 0 0,0-1 1 0 0,0 1-1 0 0,-1-1 1 0 0,1 1-1 0 0,1-1 0 0 0,-1 0 1 0 0,0 1-1 0 0,0-1 1 0 0,1 0-1 0 0,0 0 0 0 0,-1 0 1 0 0,1 0-1 0 0,0 0 0 0 0,0 0 1 0 0,0-1-1 0 0,4 4 1 0 0,-3-4-114 0 0,0-1 1 0 0,0 1-1 0 0,0 0 1 0 0,0-1-1 0 0,0 0 1 0 0,0 0-1 0 0,0 0 1 0 0,0 0-1 0 0,0 0 1 0 0,0 0-1 0 0,0-1 1 0 0,0 0-1 0 0,-1 1 1 0 0,1-1-1 0 0,0 0 1 0 0,0 0-1 0 0,0-1 1 0 0,2-1-1 0 0,6-2-727 0 0,-1-1 0 0 0,1-1 0 0 0,9-8-1 0 0,-8 5-751 0 0,-1 0 0 0 0,0-1 0 0 0,0 0 0 0 0,-1-1 0 0 0,8-12-1 0 0,3-9-4781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5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88 2908 0 0,'-228'-2'16954'0'0,"224"2"-16591"0"0,-8 0 578 0 0,447-49-280 0 0,-276 35-582 0 0,15-3-58 0 0,-149 16-18 0 0,3-3-714 0 0,-26 3 68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79 184 188 0 0,'-15'-32'8682'0'0,"9"19"-6288"0"0,5 13-2297 0 0,1-1-1 0 0,0 0 0 0 0,0 1 1 0 0,0-1-1 0 0,0 1 0 0 0,0-1 1 0 0,-1 1-1 0 0,1-1 1 0 0,0 0-1 0 0,-1 1 0 0 0,1-1 1 0 0,0 1-1 0 0,-1 0 0 0 0,1-1 1 0 0,-1 1-1 0 0,1-1 0 0 0,0 1 1 0 0,-1-1-1 0 0,1 1 0 0 0,-1 0 1 0 0,1-1-1 0 0,-1 1 0 0 0,0 0 1 0 0,1 0-1 0 0,-1-1 0 0 0,1 1 1 0 0,-1 0-1 0 0,1 0 0 0 0,-1 0 1 0 0,0 0-1 0 0,1 0 1 0 0,-1 0-1 0 0,1 0 0 0 0,-2 0 1 0 0,1 1-40 0 0,0 0 1 0 0,0 0 0 0 0,0 0 0 0 0,0 0-1 0 0,1 0 1 0 0,-1 0 0 0 0,0 0 0 0 0,0 0 0 0 0,1 1-1 0 0,-1-1 1 0 0,1 0 0 0 0,-1 1 0 0 0,0 1-1 0 0,-10 52 106 0 0,4 1 92 0 0,1-14-124 0 0,-1 55 0 0 0,7-84-117 0 0,1-1 0 0 0,0 0-1 0 0,0 0 1 0 0,1 1-1 0 0,1-1 1 0 0,0 0-1 0 0,1-1 1 0 0,0 1-1 0 0,6 11 1 0 0,-8-19-13 0 0,0 0 0 0 0,0-1 0 0 0,0 1 1 0 0,1-1-1 0 0,0 1 0 0 0,-1-1 0 0 0,1 0 0 0 0,0 0 1 0 0,0 0-1 0 0,1-1 0 0 0,-1 1 0 0 0,0-1 0 0 0,1 0 0 0 0,0 0 1 0 0,0 0-1 0 0,-1 0 0 0 0,1 0 0 0 0,0-1 0 0 0,0 0 1 0 0,0 0-1 0 0,1 0 0 0 0,-1 0 0 0 0,0-1 0 0 0,0 1 1 0 0,0-1-1 0 0,0 0 0 0 0,1 0 0 0 0,-1-1 0 0 0,0 0 1 0 0,0 1-1 0 0,0-1 0 0 0,0 0 0 0 0,6-3 0 0 0,1 0 2 0 0,-1-1 0 0 0,1 0 0 0 0,-1 0-1 0 0,-1-1 1 0 0,1 0 0 0 0,-1-1 0 0 0,0 0 0 0 0,-1-1-1 0 0,1 1 1 0 0,-2-2 0 0 0,11-12 0 0 0,-4-1 46 0 0,-1-1 0 0 0,-1 0 1 0 0,14-38-1 0 0,0 0 49 0 0,-6 16 204 0 0,-19 43-281 0 0,2 4-1 0 0,-3-2-19 0 0,1 0 0 0 0,-1 0 0 0 0,0 1 1 0 0,1-1-1 0 0,-1 0 0 0 0,0 0 1 0 0,1 0-1 0 0,-1 0 0 0 0,0 0 0 0 0,0 0 1 0 0,1 1-1 0 0,-1-1 0 0 0,0 0 0 0 0,0 0 1 0 0,1 0-1 0 0,-1 1 0 0 0,0-1 1 0 0,0 0-1 0 0,0 0 0 0 0,1 1 0 0 0,-1-1 1 0 0,0 0-1 0 0,0 0 0 0 0,0 1 0 0 0,0-1 1 0 0,1 0-1 0 0,-1 1 0 0 0,4 12 23 0 0,1 0 1 0 0,0 0-1 0 0,1-1 0 0 0,1 1 0 0 0,0-1 0 0 0,15 18 1 0 0,-17-23-17 0 0,1-1 0 0 0,0 0 0 0 0,0-1 0 0 0,1 0 0 0 0,0 0 0 0 0,0 0 0 0 0,0-1 0 0 0,0 0 0 0 0,1 0 1 0 0,-1-1-1 0 0,1 0 0 0 0,16 4 0 0 0,-11-4 14 0 0,1 0 0 0 0,0-1 0 0 0,0-1 0 0 0,0 0 0 0 0,0-1 0 0 0,0-1 0 0 0,-1 0 0 0 0,1-1 0 0 0,25-6 0 0 0,-31 5-16 0 0,-1 1-1 0 0,1-1 0 0 0,-1 0 0 0 0,1-1 1 0 0,-1 0-1 0 0,0 0 0 0 0,0-1 0 0 0,-1 0 0 0 0,1 0 1 0 0,-1 0-1 0 0,0-1 0 0 0,0 0 0 0 0,-1 0 1 0 0,0 0-1 0 0,0-1 0 0 0,0 1 0 0 0,7-16 1 0 0,-6 6-17 0 0,0 0 0 0 0,-1-1 0 0 0,-1 0 1 0 0,0 0-1 0 0,-1 0 0 0 0,-1 0 1 0 0,-1 0-1 0 0,0-1 0 0 0,-1 1 0 0 0,-3-18 1 0 0,-1-13-64 0 0,4 46 47 0 0,1 0 14 0 0,1-3-11 0 0,29 14-632 0 0,-23-6 348 0 0,15 3-379 0 0,-1-1 0 0 0,1-1 0 0 0,-1 0 0 0 0,1-2-1 0 0,0-1 1 0 0,0-1 0 0 0,0-1 0 0 0,0-1 0 0 0,0-1 0 0 0,25-6-1 0 0,-44 8 949 0 0,1-1-1 0 0,0 0 0 0 0,-1 0 0 0 0,1 0 0 0 0,-1 0 0 0 0,0 0 0 0 0,1-1 0 0 0,-1 0 0 0 0,-1 0 0 0 0,1 0 0 0 0,0 0 1 0 0,-1-1-1 0 0,1 0 0 0 0,-1 1 0 0 0,0-1 0 0 0,0 0 0 0 0,-1 0 0 0 0,1-1 0 0 0,-1 1 0 0 0,3-7 0 0 0,-5 10 316 0 0,3-5 386 0 0,-1 3 95 0 0,-4 10-510 0 0,-9 37 114 0 0,2-1 0 0 0,-5 54 0 0 0,13-76-597 0 0,0 1-1 0 0,1-1 1 0 0,1 1-1 0 0,1-1 1 0 0,1 1-1 0 0,9 34 0 0 0,-11-53-92 0 0,1 1-1 0 0,-1-1 0 0 0,1 1 0 0 0,0-1 0 0 0,0 0 0 0 0,0 1 1 0 0,3 2-1 0 0,-4-5-94 0 0,0 0 0 0 0,0 0 0 0 0,0 0-1 0 0,0 0 1 0 0,0 0 0 0 0,0 0 0 0 0,0-1 0 0 0,0 1 0 0 0,0 0 0 0 0,1 0 0 0 0,-1-1 0 0 0,0 1 0 0 0,0-1 0 0 0,1 1-1 0 0,-1-1 1 0 0,0 0 0 0 0,1 1 0 0 0,-1-1 0 0 0,0 0 0 0 0,1 0 0 0 0,-1 0 0 0 0,0 0 0 0 0,1 0 0 0 0,2-1 0 0 0,1-1-763 0 0,0 0 1 0 0,1 0 0 0 0,-1 0 0 0 0,0-1 0 0 0,-1 0 0 0 0,1 0-1 0 0,0 0 1 0 0,4-5 0 0 0,5-7-5244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6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88 2400 0 0,'-10'-12'2296'0'0,"0"0"-1"0"0,-16-14 0 0 0,20 20-1710 0 0,-1 0-1 0 0,0 1 1 0 0,0 0-1 0 0,-1 1 1 0 0,-11-7-1 0 0,17 11-436 0 0,-2 2-89 0 0,3-2-71 0 0,1 0 0 0 0,0 0 0 0 0,-1 0 0 0 0,1 0 0 0 0,0 0 0 0 0,-1 0 0 0 0,1 0 0 0 0,0 0 0 0 0,0 0 0 0 0,-1 0 0 0 0,1 0 0 0 0,0 0 0 0 0,-1 1 0 0 0,1-1 0 0 0,0 0 0 0 0,0 0 0 0 0,-1 0 0 0 0,1 0 0 0 0,0 1 0 0 0,0-1 0 0 0,-1 0 0 0 0,1 0 0 0 0,0 0 0 0 0,0 1 0 0 0,0-1 0 0 0,-1 0 0 0 0,1 0 0 0 0,0 1 0 0 0,0-1 0 0 0,0 3-512 0 0,0 0 0 0 0,0 0-1 0 0,1 0 1 0 0,-1 0-1 0 0,1 0 1 0 0,0 0 0 0 0,0 0-1 0 0,0-1 1 0 0,0 1-1 0 0,2 3 1 0 0,2 4-3944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6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 1668 0 0,'10'-4'13953'0'0,"-9"6"-13757"0"0,0 0-1 0 0,1 1 1 0 0,-1-1 0 0 0,0 1 0 0 0,0-1 0 0 0,-1 1 0 0 0,1-1 0 0 0,0 1-1 0 0,-1 0 1 0 0,0-1 0 0 0,1 4 0 0 0,1 39 949 0 0,-2-31-760 0 0,-19 364 2389 0 0,9-271-2572 0 0,8-81-212 0 0,-1-8-395 0 0,2 0 0 0 0,0 0 0 0 0,1 1 0 0 0,1-1 0 0 0,5 35 0 0 0,2-38-1501 0 0,7-6-4399 0 0,-14-9 5820 0 0,0 0 0 0 0,1 1 0 0 0,1-1 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6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1 134 296 0 0,'12'-42'5299'0'0,"14"-50"6462"0"0,-23 120-9008 0 0,-10 361 3921 0 0,0-250-8451 0 0,4-1-4311 0 0,3-116-265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61 111 2252 0 0,'-2'-83'8274'0'0,"2"56"-6405"0"0,12 91-774 0 0,-6 19-39 0 0,-9 158-1 0 0,-37 82-335 0 0,7-139 654 0 0,33-182-1240 0 0,-1-23 105 0 0,4-4-230 0 0,0 0 0 0 0,2 0 1 0 0,0 0-1 0 0,2 1 1 0 0,1 0-1 0 0,0 1 0 0 0,2 0 1 0 0,1 0-1 0 0,1 1 1 0 0,14-22-1 0 0,-21 38-17 0 0,0 1-1 0 0,-1-1 1 0 0,2 1-1 0 0,-1 0 1 0 0,1 0-1 0 0,-1 0 1 0 0,1 1-1 0 0,1 0 1 0 0,-1 0-1 0 0,0 1 1 0 0,1-1-1 0 0,0 1 1 0 0,0 1 0 0 0,0-1-1 0 0,0 1 1 0 0,0 1-1 0 0,0-1 1 0 0,1 1-1 0 0,-1 1 1 0 0,1-1-1 0 0,-1 1 1 0 0,0 0-1 0 0,1 1 1 0 0,12 2-1 0 0,-7 0 12 0 0,0 0-1 0 0,0 1 1 0 0,-1 1-1 0 0,0 0 1 0 0,1 0-1 0 0,-2 1 0 0 0,1 1 1 0 0,-1 0-1 0 0,0 1 1 0 0,0 0-1 0 0,-1 0 1 0 0,18 20-1 0 0,-24-24 2 0 0,-1 0 1 0 0,1 0-1 0 0,-1 0 1 0 0,0 1-1 0 0,-1-1 1 0 0,1 1-1 0 0,-1-1 0 0 0,0 1 1 0 0,0 0-1 0 0,-1 0 1 0 0,1 0-1 0 0,-1 0 1 0 0,0 0-1 0 0,0 0 0 0 0,-1 0 1 0 0,0 0-1 0 0,1 1 1 0 0,-2-1-1 0 0,1 0 1 0 0,-1 0-1 0 0,1 0 0 0 0,-1 0 1 0 0,-1 0-1 0 0,1 0 1 0 0,-1 0-1 0 0,0 0 1 0 0,0 0-1 0 0,0-1 0 0 0,-1 1 1 0 0,0-1-1 0 0,1 0 1 0 0,-6 6-1 0 0,0-1 10 0 0,1-1-1 0 0,-1 0 1 0 0,0 0 0 0 0,-1-1 0 0 0,0 0-1 0 0,0-1 1 0 0,-1 1 0 0 0,0-2-1 0 0,0 0 1 0 0,0 0 0 0 0,0-1-1 0 0,-1 0 1 0 0,0 0 0 0 0,-11 1-1 0 0,1-2-242 0 0,-1-1 0 0 0,1-1 0 0 0,-1-1-1 0 0,1-1 1 0 0,-26-4 0 0 0,46 5 57 0 0,0 0 1 0 0,0 0 0 0 0,0-1-1 0 0,1 1 1 0 0,-1 0-1 0 0,0 0 1 0 0,0 0-1 0 0,1-1 1 0 0,-1 1 0 0 0,0 0-1 0 0,0-1 1 0 0,1 1-1 0 0,-1 0 1 0 0,0-1-1 0 0,1 1 1 0 0,-1-1-1 0 0,0 1 1 0 0,1-1 0 0 0,-1 0-1 0 0,1 1 1 0 0,-1-1-1 0 0,1 0 1 0 0,-1 1-1 0 0,1-1 1 0 0,0 0 0 0 0,-1 1-1 0 0,1-1 1 0 0,0 0-1 0 0,-1 0 1 0 0,1 1-1 0 0,0-1 1 0 0,0 0-1 0 0,0 0 1 0 0,0 0 0 0 0,0 1-1 0 0,0-1 1 0 0,0 0-1 0 0,0 0 1 0 0,0 0-1 0 0,0 1 1 0 0,0-1 0 0 0,0 0-1 0 0,1 0 1 0 0,-1 0-1 0 0,0 1 1 0 0,1-1-1 0 0,-1 0 1 0 0,0 1-1 0 0,1-1 1 0 0,-1 0 0 0 0,1 1-1 0 0,0-2 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1080 0 0,'3'0'2034'0'0,"-1"0"-1492"0"0,15 0 2716 0 0,-17 0-3156 0 0,1 0 1 0 0,-1 0 0 0 0,1 0-1 0 0,-1 1 1 0 0,0-1 0 0 0,1 0 0 0 0,-1 0-1 0 0,1 1 1 0 0,-1-1 0 0 0,1 0 0 0 0,-1 0-1 0 0,0 1 1 0 0,1-1 0 0 0,-1 1-1 0 0,1-1 1 0 0,-1 0 0 0 0,0 1 0 0 0,0-1-1 0 0,1 1 1 0 0,-1-1 0 0 0,0 1-1 0 0,0-1 1 0 0,1 1 0 0 0,-1-1 0 0 0,0 1-1 0 0,0-1 1 0 0,0 1 0 0 0,0-1 0 0 0,0 1-1 0 0,0-1 1 0 0,0 1 0 0 0,0-1-1 0 0,0 1 1 0 0,0-1 0 0 0,0 1 0 0 0,0 0-1 0 0,-4 25 1888 0 0,1-14-1440 0 0,2 1 1 0 0,-1-1-1 0 0,2 25 1 0 0,0-33-512 0 0,1 0 0 0 0,0 0 0 0 0,0 0 1 0 0,0 0-1 0 0,0 0 0 0 0,0 0 0 0 0,1-1 0 0 0,0 1 1 0 0,-1-1-1 0 0,2 1 0 0 0,-1-1 0 0 0,0 1 0 0 0,1-1 1 0 0,-1 0-1 0 0,1 0 0 0 0,5 5 0 0 0,-5-6-11 0 0,0 1-1 0 0,0-1 1 0 0,1 0 0 0 0,-1 0-1 0 0,1 0 1 0 0,-1 0 0 0 0,1 0-1 0 0,-1-1 1 0 0,1 1 0 0 0,0-1-1 0 0,0 0 1 0 0,-1-1 0 0 0,1 1-1 0 0,0 0 1 0 0,0-1 0 0 0,0 0-1 0 0,0 0 1 0 0,0 0 0 0 0,0-1-1 0 0,0 1 1 0 0,0-1 0 0 0,-1 0-1 0 0,1 0 1 0 0,0 0 0 0 0,0 0-1 0 0,-1-1 1 0 0,1 0 0 0 0,-1 1-1 0 0,1-1 1 0 0,-1-1 0 0 0,0 1-1 0 0,0 0 1 0 0,0-1 0 0 0,0 0-1 0 0,0 1 1 0 0,0-1 0 0 0,-1 0-1 0 0,1 0 1 0 0,-1-1 0 0 0,0 1-1 0 0,0-1 1 0 0,0 1 0 0 0,-1-1-1 0 0,1 1 1 0 0,-1-1 0 0 0,0 0-1 0 0,0 0 1 0 0,0 1 0 0 0,0-1-1 0 0,-1 0 1 0 0,0 0 0 0 0,0-6-1 0 0,1 5 28 0 0,-1 0-1 0 0,-1-1 1 0 0,1 1 0 0 0,-1 0-1 0 0,0 0 1 0 0,0 0 0 0 0,-1-1-1 0 0,1 1 1 0 0,-1 0-1 0 0,0 0 1 0 0,0 1 0 0 0,-1-1-1 0 0,-3-4 1 0 0,4 7-39 0 0,0 0 0 0 0,0 0 0 0 0,0 0 0 0 0,0 0 0 0 0,-1 0 0 0 0,1 1 0 0 0,-1-1 0 0 0,1 1 0 0 0,-1 0 0 0 0,1 0 0 0 0,-1 0 1 0 0,0 0-1 0 0,0 0 0 0 0,1 0 0 0 0,-1 1 0 0 0,0-1 0 0 0,0 1 0 0 0,0 0 0 0 0,0 0 0 0 0,0 0 0 0 0,0 0 0 0 0,1 1 0 0 0,-1-1 0 0 0,0 1 0 0 0,-5 1 0 0 0,-4 2 38 0 0,0 0 0 0 0,0 1-1 0 0,0 1 1 0 0,1 0 0 0 0,0 0 0 0 0,0 1-1 0 0,1 0 1 0 0,0 1 0 0 0,-10 9-1 0 0,10-7-13 0 0,0 1-1 0 0,0-1 1 0 0,0 2-1 0 0,2-1 0 0 0,-1 1 1 0 0,2 1-1 0 0,-12 22 0 0 0,18-31-28 0 0,-1 0 0 0 0,0 0-1 0 0,1 1 1 0 0,0-1-1 0 0,0 0 1 0 0,1 0 0 0 0,-1 1-1 0 0,1-1 1 0 0,-1 0-1 0 0,2 1 1 0 0,-1-1 0 0 0,0 0-1 0 0,1 1 1 0 0,0-1-1 0 0,0 0 1 0 0,0 0 0 0 0,2 5-1 0 0,-1-5 5 0 0,0 0-1 0 0,1 0 1 0 0,0 0-1 0 0,0 0 1 0 0,0-1-1 0 0,0 1 1 0 0,1-1-1 0 0,-1 0 1 0 0,1 0-1 0 0,0 0 1 0 0,0 0-1 0 0,0-1 1 0 0,0 0-1 0 0,0 0 1 0 0,7 3-1 0 0,7 1-7 0 0,-1-1-1 0 0,1 0 1 0 0,0-2-1 0 0,0 0 1 0 0,0-1-1 0 0,1 0 1 0 0,24-3-1 0 0,133-17-1348 0 0,-134 12 596 0 0,114-19-3199 0 0,-52 4-1591 0 0,-40 7-38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29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0 937 200 0 0,'5'71'6809'0'0,"-2"-44"-4863"0"0,14 48 1 0 0,-17-74-1908 0 0,1 1 0 0 0,-1 0 0 0 0,1-1 0 0 0,0 1 0 0 0,0 0 0 0 0,-1-1 0 0 0,1 1 0 0 0,0-1 0 0 0,0 0 0 0 0,0 1 1 0 0,1-1-1 0 0,-1 0 0 0 0,0 1 0 0 0,0-1 0 0 0,1 0 0 0 0,-1 0 0 0 0,1 0 0 0 0,-1 0 0 0 0,1 0 0 0 0,-1 0 0 0 0,1-1 0 0 0,0 1 1 0 0,-1-1-1 0 0,1 1 0 0 0,0-1 0 0 0,-1 1 0 0 0,1-1 0 0 0,0 0 0 0 0,0 0 0 0 0,-1 0 0 0 0,1 0 0 0 0,0 0 0 0 0,0 0 0 0 0,-1 0 1 0 0,1-1-1 0 0,0 1 0 0 0,-1 0 0 0 0,3-2 0 0 0,7-1 1 0 0,0-1 0 0 0,-1-1-1 0 0,0 0 1 0 0,16-10 0 0 0,-17 10 31 0 0,33-21-139 0 0,-1-1 0 0 0,-2-2 0 0 0,0-1 0 0 0,-2-3 0 0 0,-1-1 0 0 0,-2-1 0 0 0,-2-2 0 0 0,-1-1 0 0 0,-2-1 0 0 0,-1-2 0 0 0,-3-1 0 0 0,35-76 0 0 0,-39 67-60 0 0,-2-1 0 0 0,-2-1 0 0 0,-3 0 0 0 0,-2-1 0 0 0,-3 0 0 0 0,-1-1 0 0 0,-1-71 0 0 0,-7 114 108 0 0,-1 1 0 0 0,0 0 0 0 0,-5-21 0 0 0,6 32 20 0 0,0-1 0 0 0,0 1 1 0 0,0 0-1 0 0,0-1 0 0 0,0 1 0 0 0,0 0 1 0 0,-1-1-1 0 0,1 1 0 0 0,0 0 1 0 0,0 0-1 0 0,0-1 0 0 0,0 1 0 0 0,-1 0 1 0 0,1-1-1 0 0,0 1 0 0 0,0 0 1 0 0,0 0-1 0 0,-1 0 0 0 0,1-1 0 0 0,0 1 1 0 0,-1 0-1 0 0,1 0 0 0 0,0 0 1 0 0,0-1-1 0 0,-1 1 0 0 0,1 0 0 0 0,0 0 1 0 0,-1 0-1 0 0,1 0 0 0 0,0 0 1 0 0,-1 0-1 0 0,1 0 0 0 0,0 0 0 0 0,-1 0 1 0 0,1 0-1 0 0,0 0 0 0 0,-1 0 1 0 0,1 0-1 0 0,0 0 0 0 0,-1 0 0 0 0,1 0 1 0 0,0 0-1 0 0,-1 0 0 0 0,1 1 1 0 0,0-1-1 0 0,-1 0 0 0 0,1 0 1 0 0,0 0-1 0 0,-11 10 13 0 0,6-4 5 0 0,0 1 0 0 0,1-1 0 0 0,0 1 0 0 0,0 0 0 0 0,1 0 0 0 0,-5 15 0 0 0,-10 48 71 0 0,15-56-81 0 0,-15 83 119 0 0,5 0-1 0 0,4 1 0 0 0,4 0 0 0 0,4 0 1 0 0,14 106-1 0 0,8-51 183 0 0,-1-77-1455 0 0,-13-54-1261 0 0,13 27-1 0 0,-11-30-1252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0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163 570 268 0 0,'-163'5'11711'0'0,"168"-6"-11574"0"0,1 0 1 0 0,-1-1-1 0 0,0 1 0 0 0,0-1 0 0 0,0 0 0 0 0,8-6 1 0 0,8-2 28 0 0,526-211 613 0 0,-380 149-764 0 0,-128 52-78 0 0,-1-1 1 0 0,42-31-1 0 0,-69 44 39 0 0,-1-1 1 0 0,0 0-1 0 0,0 0 1 0 0,12-17-1 0 0,-19 23 20 0 0,-1 0-1 0 0,0 0 0 0 0,0 0 0 0 0,0 0 1 0 0,0 0-1 0 0,0 0 0 0 0,-1-1 1 0 0,1 1-1 0 0,-1-1 0 0 0,0 1 1 0 0,0-1-1 0 0,0 1 0 0 0,-1-1 1 0 0,1 0-1 0 0,-1 1 0 0 0,0-1 1 0 0,0 0-1 0 0,0 0 0 0 0,-1 1 1 0 0,1-1-1 0 0,-2-5 0 0 0,2 8 4 0 0,-1 0 0 0 0,1 0 0 0 0,-1 0 0 0 0,1 0-1 0 0,-1 0 1 0 0,1 0 0 0 0,-1 0 0 0 0,0 0 0 0 0,1 0 0 0 0,-1 0 0 0 0,0 0-1 0 0,0 0 1 0 0,0 1 0 0 0,0-1 0 0 0,0 0 0 0 0,0 0 0 0 0,0 1-1 0 0,0-1 1 0 0,0 1 0 0 0,0-1 0 0 0,0 1 0 0 0,0-1 0 0 0,0 1-1 0 0,0 0 1 0 0,-1 0 0 0 0,1-1 0 0 0,0 1 0 0 0,0 0 0 0 0,0 0 0 0 0,-1 0-1 0 0,1 0 1 0 0,0 0 0 0 0,0 1 0 0 0,0-1 0 0 0,0 0 0 0 0,-1 0-1 0 0,1 1 1 0 0,0-1 0 0 0,0 1 0 0 0,0-1 0 0 0,0 1 0 0 0,0-1 0 0 0,-2 2-1 0 0,-2 1-1 0 0,1 0-1 0 0,-1 1 0 0 0,1 0 0 0 0,-1-1 0 0 0,1 1 1 0 0,0 1-1 0 0,-6 7 0 0 0,-2 7 5 0 0,1 1 0 0 0,1 1 0 0 0,0 0 0 0 0,2 0 0 0 0,0 1 0 0 0,-8 39 0 0 0,-13 141 123 0 0,27-144-93 0 0,1 0-1 0 0,4 0 0 0 0,1 0 0 0 0,4-1 1 0 0,2 1-1 0 0,19 64 0 0 0,-26-108-32 0 0,-1-8-2 0 0,-1 0 1 0 0,1 0 0 0 0,0 0-1 0 0,0 0 1 0 0,5 8 0 0 0,-6-12-11 0 0,1-3 2 0 0,7-3-4 0 0,-5-1 7 0 0,0-1 0 0 0,0 1 0 0 0,-1-1-1 0 0,0 0 1 0 0,0 0 0 0 0,-1-1 0 0 0,0 1-1 0 0,3-12 1 0 0,3-9-14 0 0,-2 11 5 0 0,0 0 1 0 0,2 1-1 0 0,-1-1 0 0 0,2 1 0 0 0,0 1 1 0 0,0 0-1 0 0,19-20 0 0 0,-26 31 15 0 0,1 1 0 0 0,0-1-1 0 0,0 0 1 0 0,0 1 0 0 0,0 0 0 0 0,1 0-1 0 0,-1 0 1 0 0,0 0 0 0 0,1 1-1 0 0,0-1 1 0 0,-1 1 0 0 0,1 0 0 0 0,0 0-1 0 0,-1 0 1 0 0,1 0 0 0 0,0 1-1 0 0,6-1 1 0 0,-5 2 10 0 0,-1-1-1 0 0,1 1 1 0 0,0 1-1 0 0,0-1 1 0 0,0 0-1 0 0,-1 1 1 0 0,1 0-1 0 0,-1 0 1 0 0,1 1-1 0 0,-1-1 1 0 0,0 1-1 0 0,4 3 1 0 0,2 3 71 0 0,0 0 1 0 0,-1 0 0 0 0,0 1-1 0 0,-1 0 1 0 0,0 1-1 0 0,0 0 1 0 0,-1 0-1 0 0,-1 1 1 0 0,6 13 0 0 0,-1 6 136 0 0,11 23 14 0 0,-20-50-202 0 0,0-1 0 0 0,0 1 0 0 0,1-1 0 0 0,-1 1 1 0 0,1-1-1 0 0,0 0 0 0 0,0 0 0 0 0,0 0 1 0 0,0 0-1 0 0,6 4 0 0 0,-7-6-15 0 0,0-1 0 0 0,1 1 0 0 0,-1 0 0 0 0,0-1 0 0 0,1 1 1 0 0,-1-1-1 0 0,1 1 0 0 0,-1-1 0 0 0,1 0 0 0 0,-1 0 0 0 0,1-1 0 0 0,3 0 0 0 0,31-7 49 0 0,-21 2-50 0 0,1 0 0 0 0,-1-1 0 0 0,0-1 0 0 0,-1 0 0 0 0,0-1 0 0 0,0-1 0 0 0,-1 0-1 0 0,0-1 1 0 0,-1-1 0 0 0,0 0 0 0 0,-1 0 0 0 0,0-2 0 0 0,-1 1 0 0 0,-1-1 0 0 0,0-1 0 0 0,-1 0 0 0 0,10-21 0 0 0,-18 33-13 0 0,0 0-1 0 0,0 0 1 0 0,0 0 0 0 0,-1 0 0 0 0,1 0 0 0 0,-1 0-1 0 0,1-5 1 0 0,-1 6 2 0 0,0 1-1 0 0,0 0 0 0 0,0 0 1 0 0,-1-1-1 0 0,1 1 1 0 0,0 0-1 0 0,0 0 0 0 0,-1 0 1 0 0,1-1-1 0 0,-1 1 1 0 0,1 0-1 0 0,-1 0 0 0 0,1 0 1 0 0,-1 0-1 0 0,0 0 1 0 0,0 0-1 0 0,1 0 1 0 0,-1 0-1 0 0,0 0 0 0 0,-1-1 1 0 0,1 2 3 0 0,0 0 0 0 0,0-1 1 0 0,0 1-1 0 0,0 0 0 0 0,0 0 0 0 0,0 0 1 0 0,0 0-1 0 0,0 0 0 0 0,0 0 0 0 0,1 0 1 0 0,-1 1-1 0 0,0-1 0 0 0,0 0 0 0 0,0 0 1 0 0,0 1-1 0 0,0-1 0 0 0,0 0 1 0 0,1 1-1 0 0,-1-1 0 0 0,0 1 0 0 0,-1 0 1 0 0,-15 11 156 0 0,17-11-156 0 0,-9 8 96 0 0,0 1 0 0 0,1 0 1 0 0,0 1-1 0 0,0 0 0 0 0,1 0 1 0 0,1 0-1 0 0,0 1 0 0 0,0 0 1 0 0,1 0-1 0 0,1 1 0 0 0,0 0 0 0 0,1-1 1 0 0,0 1-1 0 0,1 0 0 0 0,0 0 1 0 0,1 1-1 0 0,1 17 0 0 0,1-24-81 0 0,0-1-1 0 0,0 0 1 0 0,0-1-1 0 0,1 1 1 0 0,0 0 0 0 0,0 0-1 0 0,0-1 1 0 0,1 1-1 0 0,0-1 1 0 0,0 0-1 0 0,0 1 1 0 0,1-1-1 0 0,-1-1 1 0 0,1 1 0 0 0,0-1-1 0 0,1 1 1 0 0,5 3-1 0 0,-4-3-341 0 0,0-1 0 0 0,0 0-1 0 0,0-1 1 0 0,1 1 0 0 0,13 4 0 0 0,-12-6-797 0 0,0 0 1 0 0,0 0-1 0 0,0-1 1 0 0,0 0-1 0 0,11 0 1 0 0,14-2-5577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1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118 617 1324 0 0,'-25'6'2129'0'0,"-27"7"998"0"0,49-12-2895 0 0,0 1 1 0 0,-1-1-1 0 0,1 0 0 0 0,0 1 0 0 0,0 0 1 0 0,0 0-1 0 0,0 0 0 0 0,0 0 1 0 0,0 0-1 0 0,1 1 0 0 0,-4 2 1 0 0,6-4 213 0 0,0 2 158 0 0,0-3-583 0 0,-1 0 1 0 0,1 1-1 0 0,0-1 1 0 0,0 0-1 0 0,0 0 1 0 0,0 1-1 0 0,0-1 0 0 0,0 0 1 0 0,0 0-1 0 0,0 1 1 0 0,0-1-1 0 0,0 0 1 0 0,0 1-1 0 0,0-1 1 0 0,0 0-1 0 0,0 0 1 0 0,0 1-1 0 0,0-1 0 0 0,0 0 1 0 0,1 0-1 0 0,-1 1 1 0 0,0-1-1 0 0,0 0 1 0 0,0 0-1 0 0,0 1 1 0 0,1-1-1 0 0,-1 0 1 0 0,0 0-1 0 0,0 0 0 0 0,0 1 1 0 0,1-1-1 0 0,4 1 145 0 0,1-1 0 0 0,-1 0 0 0 0,1 0 0 0 0,-1 0-1 0 0,0-1 1 0 0,1 0 0 0 0,-1 0 0 0 0,0 0-1 0 0,0-1 1 0 0,1 1 0 0 0,-1-1 0 0 0,8-5 0 0 0,11-6 56 0 0,27-17-1 0 0,-46 26-176 0 0,10-5-2 0 0,165-111 276 0 0,-140 91-276 0 0,-2-2 0 0 0,46-48 0 0 0,-69 62-30 0 0,0 0 1 0 0,-2-1-1 0 0,0 0 0 0 0,-1-1 1 0 0,17-36-1 0 0,-25 47-15 0 0,0-1 0 0 0,-1 0-1 0 0,0 1 1 0 0,-1-1 0 0 0,0 0-1 0 0,0-1 1 0 0,-1 1 0 0 0,0 0 0 0 0,-1 0-1 0 0,0-1 1 0 0,0 1 0 0 0,-1 0-1 0 0,0-1 1 0 0,-1 1 0 0 0,0 0-1 0 0,-4-13 1 0 0,6 21 2 0 0,-1-1-1 0 0,0 0 1 0 0,1 1-1 0 0,-1-1 1 0 0,0 0 0 0 0,1 1-1 0 0,-1-1 1 0 0,0 1 0 0 0,0-1-1 0 0,0 1 1 0 0,-1 0-1 0 0,1-1 1 0 0,0 1 0 0 0,0 0-1 0 0,-1 0 1 0 0,1 0-1 0 0,-1 0 1 0 0,1 0 0 0 0,-1 0-1 0 0,1 0 1 0 0,-1 1 0 0 0,0-1-1 0 0,1 0 1 0 0,-1 1-1 0 0,0-1 1 0 0,1 1 0 0 0,-1 0-1 0 0,0 0 1 0 0,0-1 0 0 0,0 1-1 0 0,1 0 1 0 0,-3 1-1 0 0,0 0 4 0 0,1 0-1 0 0,-1 1 0 0 0,0-1 0 0 0,1 1 0 0 0,-1 0 0 0 0,1 0 1 0 0,0 0-1 0 0,0 1 0 0 0,0-1 0 0 0,0 1 0 0 0,0 0 1 0 0,0-1-1 0 0,-4 7 0 0 0,-9 13 7 0 0,1 1 0 0 0,2 1-1 0 0,0 0 1 0 0,-17 46 0 0 0,-27 109 34 0 0,47-146-27 0 0,-75 338 120 0 0,73-286-98 0 0,3 1-1 0 0,3 121 0 0 0,7-175-17 0 0,3 49 54 0 0,-4-80-73 0 0,0-1 1 0 0,0 0-1 0 0,0 1 0 0 0,0-1 1 0 0,0 0-1 0 0,0 1 1 0 0,0-1-1 0 0,0 0 1 0 0,0 0-1 0 0,0 1 0 0 0,0-1 1 0 0,0 0-1 0 0,0 1 1 0 0,0-1-1 0 0,1 0 1 0 0,-1 1-1 0 0,0-1 0 0 0,0 0 1 0 0,0 0-1 0 0,0 1 1 0 0,0-1-1 0 0,1 0 1 0 0,-1 0-1 0 0,0 0 0 0 0,0 1 1 0 0,0-1-1 0 0,1 0 1 0 0,-1 0-1 0 0,0 0 1 0 0,0 1-1 0 0,1-1 0 0 0,-1 0 1 0 0,0 0-1 0 0,1 0 1 0 0,-1 0-1 0 0,0 0 1 0 0,0 0-1 0 0,1 0 1 0 0,-1 0-1 0 0,0 1 0 0 0,1-1 1 0 0,10-11 13 0 0,6-21-18 0 0,25-131-43 0 0,-7 23-32 0 0,-28 118 61 0 0,1-1 0 0 0,1 2 0 0 0,1-1 0 0 0,13-20 0 0 0,-18 34 5 0 0,0 1-1 0 0,0 1 1 0 0,0-1-1 0 0,1 1 1 0 0,0-1 0 0 0,0 2-1 0 0,1-1 1 0 0,12-8 0 0 0,-15 12 11 0 0,0 0 0 0 0,0 0 0 0 0,0 0 0 0 0,0 1 0 0 0,0 0 0 0 0,0-1 0 0 0,0 1 0 0 0,0 1 0 0 0,1-1 0 0 0,-1 1 0 0 0,0-1 0 0 0,0 1 0 0 0,1 0 0 0 0,-1 1 0 0 0,0-1 0 0 0,1 1 0 0 0,-1 0 0 0 0,0 0 0 0 0,6 2 0 0 0,1 3 8 0 0,1-1 0 0 0,-2 1 1 0 0,1 1-1 0 0,-1 0 1 0 0,0 0-1 0 0,0 1 0 0 0,-1 1 1 0 0,0-1-1 0 0,-1 1 0 0 0,1 1 1 0 0,-2 0-1 0 0,0 0 1 0 0,0 0-1 0 0,0 1 0 0 0,6 16 1 0 0,-2-2 25 0 0,-2 1 0 0 0,0 0 0 0 0,-2 1 0 0 0,0 0 0 0 0,4 52 0 0 0,-9-61-62 0 0,-2-10-19 0 0,0 1 0 0 0,1-1 0 0 0,1 0 0 0 0,-1 0 0 0 0,1 0 0 0 0,0 0 0 0 0,1 0 1 0 0,4 9-1 0 0,-6-16-55 0 0,0 0 0 0 0,0 0 0 0 0,0-1 0 0 0,0 1 0 0 0,0 0 0 0 0,0-1 0 0 0,0 1 1 0 0,0-1-1 0 0,0 1 0 0 0,0-1 0 0 0,0 1 0 0 0,0-1 0 0 0,1 0 0 0 0,-1 0 0 0 0,0 1 0 0 0,0-1 1 0 0,0 0-1 0 0,1 0 0 0 0,-1 0 0 0 0,0 0 0 0 0,0 0 0 0 0,0-1 0 0 0,1 1 0 0 0,1-1 1 0 0,30-9-4052 0 0,-31 9 3678 0 0,20-7-4249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1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326 736 800 0 0,'2'-4'908'0'0,"0"0"-1"0"0,0 0 1 0 0,-1 0 0 0 0,1 0-1 0 0,1-9 1 0 0,-3 12-653 0 0,0-1 1 0 0,0 0-1 0 0,0 1 0 0 0,0-1 1 0 0,0 0-1 0 0,-1 1 0 0 0,1-1 1 0 0,0 0-1 0 0,-1 1 0 0 0,1-1 0 0 0,-1 1 1 0 0,0-1-1 0 0,0 1 0 0 0,1-1 1 0 0,-1 1-1 0 0,0 0 0 0 0,-2-3 1 0 0,1 3-164 0 0,1 0 0 0 0,0 0 0 0 0,0 1 0 0 0,-1-1 0 0 0,1 1 0 0 0,0-1 0 0 0,-1 1 0 0 0,1-1 0 0 0,-1 1 0 0 0,1 0 0 0 0,0-1 0 0 0,-1 1 0 0 0,1 0 0 0 0,-1 0 0 0 0,1 0 0 0 0,-1 0 0 0 0,1 1 0 0 0,-1-1 0 0 0,1 0 0 0 0,-2 1 0 0 0,-28 9 591 0 0,13 0-439 0 0,1 0 0 0 0,0 1 0 0 0,0 1 0 0 0,2 0 0 0 0,-1 1 0 0 0,2 1 1 0 0,0 0-1 0 0,0 1 0 0 0,-14 22 0 0 0,15-19-172 0 0,0 1 0 0 0,2 1 0 0 0,1 0 0 0 0,0 1 0 0 0,2 0 0 0 0,0 0 0 0 0,1 0 0 0 0,-4 25 0 0 0,9-36-56 0 0,1 1-1 0 0,0-1 1 0 0,0 0-1 0 0,1 0 1 0 0,0 0-1 0 0,1 1 1 0 0,0-1-1 0 0,4 12 1 0 0,-4-19-7 0 0,-1 0 0 0 0,1 0 0 0 0,1 0 0 0 0,-1 0 0 0 0,0 0 0 0 0,1 0 0 0 0,0-1 0 0 0,-1 1 0 0 0,1-1 0 0 0,0 1 0 0 0,0-1 0 0 0,1 1 0 0 0,-1-1 0 0 0,0 0 0 0 0,1 0 0 0 0,-1 0 0 0 0,1-1 1 0 0,0 1-1 0 0,-1-1 0 0 0,1 1 0 0 0,0-1 0 0 0,0 0 0 0 0,0 0 0 0 0,0 0 0 0 0,0 0 0 0 0,0-1 0 0 0,0 1 0 0 0,0-1 0 0 0,1 0 0 0 0,2 0 0 0 0,2 0-3 0 0,0 0 0 0 0,0-1 0 0 0,-1 0 0 0 0,1-1 0 0 0,-1 0 1 0 0,1 0-1 0 0,-1 0 0 0 0,0-1 0 0 0,0 0 0 0 0,0 0 0 0 0,0-1 0 0 0,0 0 0 0 0,-1 0 0 0 0,1-1 0 0 0,-1 0 0 0 0,0 0 0 0 0,-1 0 0 0 0,1 0 0 0 0,6-11 0 0 0,-5 7-13 0 0,-1-1 0 0 0,0 0 0 0 0,-1 0 0 0 0,0 0 0 0 0,-1 0 0 0 0,0-1-1 0 0,0 0 1 0 0,-1 0 0 0 0,-1 0 0 0 0,0 0 0 0 0,0 0 0 0 0,-1-20 0 0 0,0 7-30 0 0,5-28 0 0 0,-6 50 36 0 0,0 34 39 0 0,0-27-24 0 0,4 98 95 0 0,-2-93-103 0 0,-1 0-1 0 0,1-1 0 0 0,1 1 1 0 0,-1 0-1 0 0,2-1 1 0 0,-1 0-1 0 0,1 0 1 0 0,6 10-1 0 0,-7-16-4 0 0,-1 0 1 0 0,0-1-1 0 0,1 1 0 0 0,0-1 0 0 0,0 1 0 0 0,0-1 0 0 0,0 0 0 0 0,0 0 1 0 0,0 0-1 0 0,0-1 0 0 0,1 1 0 0 0,-1-1 0 0 0,1 0 0 0 0,-1 0 1 0 0,1 0-1 0 0,-1 0 0 0 0,1 0 0 0 0,0-1 0 0 0,-1 0 0 0 0,1 0 1 0 0,0 0-1 0 0,-1 0 0 0 0,1 0 0 0 0,3-2 0 0 0,9 0-170 0 0,-1-1 1 0 0,0-1-1 0 0,0 0 0 0 0,20-9 1 0 0,-13 3-245 0 0,-1 0 0 0 0,1-2 0 0 0,-2 0 0 0 0,0-1 0 0 0,0-2 0 0 0,-1 0 0 0 0,-1 0 0 0 0,0-2 1 0 0,-2 0-1 0 0,0-1 0 0 0,0-1 0 0 0,-2 0 0 0 0,-1-1 0 0 0,0-1 0 0 0,-1 0 0 0 0,-1 0 1 0 0,-1-1-1 0 0,7-25 0 0 0,-2-7 264 0 0,-2-2 1 0 0,-3 1-1 0 0,-2-1 0 0 0,1-72 1 0 0,-9 15 2134 0 0,-17-130 0 0 0,15 224-1662 0 0,-6-38 648 0 0,8 56-665 0 0,-1 1-293 0 0,0 0 0 0 0,1 0 1 0 0,-1 1-1 0 0,0-1 0 0 0,1 0 1 0 0,-1 1-1 0 0,0-1 0 0 0,1 0 1 0 0,-1 1-1 0 0,1-1 0 0 0,-1 1 1 0 0,1-1-1 0 0,-1 1 0 0 0,1-1 1 0 0,-1 1-1 0 0,1-1 0 0 0,-1 1 1 0 0,1-1-1 0 0,0 1 0 0 0,-1 0 1 0 0,1-1-1 0 0,0 1 0 0 0,-1 0 1 0 0,1-1-1 0 0,0 1 0 0 0,0 0 1 0 0,0 0-1 0 0,0 0 0 0 0,-4 27 155 0 0,4-20-83 0 0,-27 372 1834 0 0,16-167-1137 0 0,9-183-684 0 0,-12 465 778 0 0,15-484-939 0 0,6 55-10 0 0,-7-62-62 0 0,1 0 0 0 0,0 0 0 0 0,0-1-1 0 0,0 1 1 0 0,1 0 0 0 0,0-1 0 0 0,-1 1 0 0 0,1-1-1 0 0,0 1 1 0 0,0-1 0 0 0,1 0 0 0 0,-1 0 0 0 0,5 4-1 0 0,-6-6 43 0 0,0-1 0 0 0,1 1 1 0 0,-1-1-1 0 0,0 0 0 0 0,0 0 0 0 0,0 1 0 0 0,1-1 0 0 0,-1 0 0 0 0,0 0 0 0 0,0 0 0 0 0,1 0 0 0 0,-1 0 0 0 0,0 0 0 0 0,0-1 0 0 0,1 1 0 0 0,-1 0 0 0 0,1-1 0 0 0,1 0-159 0 0,3-1-258 0 0,0 0 0 0 0,0-1 0 0 0,0 0 0 0 0,-1 0 1 0 0,1 0-1 0 0,0-1 0 0 0,-1 1 0 0 0,0-1 0 0 0,0-1 0 0 0,0 1 1 0 0,-1-1-1 0 0,7-7 0 0 0,-7 7-168 0 0,20-23-3360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2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357 331 540 0 0,'19'-88'6895'0'0,"11"-138"1"0"0,-28 210-6058 0 0,-2 23-251 0 0,-2 28-57 0 0,-10 432 3094 0 0,25-1-1827 0 0,-2-117-660 0 0,-8-38 99 0 0,5 148-336 0 0,-7-449-890 0 0,6 91 48 0 0,-5-88-33 0 0,1 0-1 0 0,0 0 1 0 0,0 0-1 0 0,1-1 1 0 0,8 18-1 0 0,-11-30-21 0 0,0 1-1 0 0,0-1 1 0 0,0 1 0 0 0,0-1-1 0 0,0 1 1 0 0,0-1 0 0 0,0 0-1 0 0,0 1 1 0 0,0-1 0 0 0,0 0-1 0 0,0 0 1 0 0,0 0 0 0 0,0 0-1 0 0,0 0 1 0 0,0 0 0 0 0,0 0-1 0 0,2 0 1 0 0,-2 0 2 0 0,3-1-1 0 0,-1 1 0 0 0,1-1 1 0 0,0 0-1 0 0,-1 0 1 0 0,1-1-1 0 0,-1 1 1 0 0,1-1-1 0 0,-1 0 0 0 0,0 1 1 0 0,1-2-1 0 0,-1 1 1 0 0,5-5-1 0 0,32-33 45 0 0,-28 25-55 0 0,-1 0 0 0 0,0-1 1 0 0,-1 0-1 0 0,-1-1 1 0 0,0 0-1 0 0,-1 0 0 0 0,-1-1 1 0 0,-1 0-1 0 0,0 0 0 0 0,-2-1 1 0 0,0 1-1 0 0,-1-1 1 0 0,-1 0-1 0 0,0 0 0 0 0,-2 0 1 0 0,-1-22-1 0 0,-1 19-4 0 0,-2 0 0 0 0,0 1 0 0 0,-1-1 0 0 0,-1 1-1 0 0,-1 0 1 0 0,-1 1 0 0 0,-1-1 0 0 0,0 2 0 0 0,-2-1 0 0 0,0 1 0 0 0,-1 1 0 0 0,-1 0-1 0 0,-28-29 1 0 0,18 25-1 0 0,0 2-1 0 0,-1 0 1 0 0,-1 2-1 0 0,-1 1 0 0 0,-52-26 1 0 0,-149-49-38 0 0,172 72 28 0 0,8-3-1409 0 0,46 23 1372 0 0,0-1-1 0 0,1 1 0 0 0,-1-1 0 0 0,1 1 0 0 0,-1-1 0 0 0,1 1 0 0 0,-1-1 0 0 0,1 0 0 0 0,0 1 1 0 0,-1-1-1 0 0,1 0 0 0 0,0 1 0 0 0,-1-1 0 0 0,1 0 0 0 0,0 1 0 0 0,0-1 0 0 0,-1 0 0 0 0,1 0 1 0 0,0 1-1 0 0,0-1 0 0 0,0 0 0 0 0,0 0 0 0 0,0 1 0 0 0,0-1 0 0 0,0 0 0 0 0,1 0 0 0 0,-1 1 1 0 0,0-1-1 0 0,0 0 0 0 0,0 1 0 0 0,1-1 0 0 0,-1 0 0 0 0,0 1 0 0 0,1-1 0 0 0,-1 0 0 0 0,1 1 1 0 0,-1-1-1 0 0,2 0 0 0 0,18-22-1832 0 0,15-6-3226 0 0,47-28-1 0 0,-76 52 4101 0 0,27-15-4687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28 536 0 0,'68'-18'12922'0'0,"-66"17"-12319"0"0,1 1-104 0 0,13 0 299 0 0,1 0 1 0 0,22 4-1 0 0,23 1-711 0 0,13-9-2639 0 0,-25-3-2876 0 0,-9 1-1230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3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82 114 1232 0 0,'-20'-28'6588'0'0,"-32"-57"0"0"0,52 85-6573 0 0,0 0 0 0 0,-1 0 0 0 0,1 0 0 0 0,0 0 1 0 0,0 1-1 0 0,0-1 0 0 0,0 0 0 0 0,0 0 0 0 0,0 0 0 0 0,0 0 0 0 0,0 1 0 0 0,0-1 0 0 0,-1 0 0 0 0,1 0 1 0 0,0 0-1 0 0,0 0 0 0 0,0 0 0 0 0,0 0 0 0 0,-1 0 0 0 0,1 1 0 0 0,0-1 0 0 0,0 0 0 0 0,0 0 1 0 0,0 0-1 0 0,-1 0 0 0 0,1 0 0 0 0,0 0 0 0 0,0 0 0 0 0,0 0 0 0 0,0 0 0 0 0,-1 0 0 0 0,1 0 1 0 0,0 0-1 0 0,0 0 0 0 0,0 0 0 0 0,-1 0 0 0 0,1 0 0 0 0,0 0 0 0 0,0 0 0 0 0,0 0 0 0 0,0-1 0 0 0,-1 1 1 0 0,1 0-1 0 0,0 0 0 0 0,0 0 0 0 0,0 0 0 0 0,0 0 0 0 0,0 0 0 0 0,-1 0 0 0 0,1-1 0 0 0,0 1 1 0 0,0 0-1 0 0,0 0 0 0 0,-1 18 513 0 0,62 510 4453 0 0,-16-182-3555 0 0,8 495-676 0 0,-52-819-828 0 0,-1-3-477 0 0,2 15-699 0 0,-4-12-3094 0 0,-7-44-4280 0 0,4 3 2986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3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78 539 1940 0 0,'-21'-60'2713'0'0,"7"26"-1200"0"0,3-1 0 0 0,1 0 0 0 0,-8-49 1 0 0,16 74-1346 0 0,1 0 1 0 0,1-1-1 0 0,0 1 1 0 0,0 0-1 0 0,1 0 1 0 0,0 0 0 0 0,1 0-1 0 0,0 0 1 0 0,1 0-1 0 0,0 0 1 0 0,0 1-1 0 0,1-1 1 0 0,0 1 0 0 0,1 0-1 0 0,0 0 1 0 0,11-14-1 0 0,-8 13-85 0 0,0 2 0 0 0,0-1 0 0 0,1 1 0 0 0,0 1-1 0 0,1-1 1 0 0,0 2 0 0 0,0-1 0 0 0,0 1 0 0 0,15-6-1 0 0,-9 6 1 0 0,0 1 0 0 0,1 0-1 0 0,-1 1 1 0 0,1 0-1 0 0,0 2 1 0 0,19-1-1 0 0,-12 2 84 0 0,0 2 0 0 0,1 0 0 0 0,-1 2 0 0 0,0 1 0 0 0,0 1 0 0 0,0 0-1 0 0,-1 2 1 0 0,0 1 0 0 0,30 15 0 0 0,-46-20-24 0 0,0 1-1 0 0,-1 0 1 0 0,0 0-1 0 0,0 0 1 0 0,0 1-1 0 0,0 0 1 0 0,-1 0-1 0 0,1 1 1 0 0,-1 0-1 0 0,-1 0 1 0 0,1 0-1 0 0,-1 0 1 0 0,5 11-1 0 0,-7-12-70 0 0,0 0 0 0 0,0 0 0 0 0,0 1 0 0 0,-1 0 0 0 0,0-1 0 0 0,0 1 0 0 0,-1-1 0 0 0,1 1 0 0 0,-1 0 0 0 0,0-1 0 0 0,-1 1 0 0 0,1 0 0 0 0,-1-1 0 0 0,-1 1 0 0 0,1-1 0 0 0,-1 1 0 0 0,0-1 0 0 0,-3 9 0 0 0,-2-2-37 0 0,1 1 1 0 0,-1-1 0 0 0,-1-1-1 0 0,0 1 1 0 0,-1-1 0 0 0,0-1-1 0 0,-1 1 1 0 0,0-2 0 0 0,-1 1-1 0 0,1-1 1 0 0,-2-1-1 0 0,1 0 1 0 0,-1-1 0 0 0,-1 0-1 0 0,1-1 1 0 0,-1 0 0 0 0,0-1-1 0 0,0 0 1 0 0,-1-1 0 0 0,-19 3-1 0 0,26-6-204 0 0,0 0-1 0 0,0 0 1 0 0,0 0-1 0 0,0-1 1 0 0,0-1 0 0 0,0 1-1 0 0,-13-3 1 0 0,18 2 29 0 0,0 1 0 0 0,1-1 0 0 0,-1 1 0 0 0,1-1 0 0 0,-1 0 0 0 0,0 0 0 0 0,1 0 0 0 0,-1 0 0 0 0,1 0 0 0 0,0 0 0 0 0,-1 0 0 0 0,1 0 0 0 0,0-1 1 0 0,0 1-1 0 0,0-1 0 0 0,0 1 0 0 0,0 0 0 0 0,0-1 0 0 0,0 0 0 0 0,0 1 0 0 0,0-1 0 0 0,1 1 0 0 0,-1-1 0 0 0,1 0 0 0 0,-1 0 0 0 0,1 1 0 0 0,0-1 0 0 0,0 0 0 0 0,0 0 0 0 0,0 1 1 0 0,0-1-1 0 0,0 0 0 0 0,0 0 0 0 0,0 1 0 0 0,1-1 0 0 0,-1 0 0 0 0,2-2 0 0 0,2-14-2132 0 0,2 0-1 0 0,10-24 1 0 0,0 7-2477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3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1364 0 0,'13'-34'4305'0'0,"-2"-1"0"0"0,11-64 0 0 0,-17 80-2645 0 0,-5 19-1630 0 0,0 0 1 0 0,0 0-1 0 0,0 0 1 0 0,1 0-1 0 0,-1 0 0 0 0,0 0 1 0 0,0 0-1 0 0,0 0 0 0 0,0 0 1 0 0,1 0-1 0 0,-1 0 0 0 0,0 0 1 0 0,0 0-1 0 0,0 0 1 0 0,0 0-1 0 0,0 0 0 0 0,1 0 1 0 0,-1 0-1 0 0,0 0 0 0 0,0 0 1 0 0,0 0-1 0 0,0 0 0 0 0,0 0 1 0 0,0 1-1 0 0,1-1 1 0 0,-1 0-1 0 0,0 0 0 0 0,0 0 1 0 0,0 0-1 0 0,0 0 0 0 0,0 0 1 0 0,0 0-1 0 0,0 1 0 0 0,0-1 1 0 0,0 0-1 0 0,1 0 1 0 0,-1 0-1 0 0,0 0 0 0 0,0 1 1 0 0,0-1-1 0 0,0 0 0 0 0,0 0 1 0 0,0 0-1 0 0,0 0 0 0 0,0 0 1 0 0,0 1-1 0 0,0-1 1 0 0,0 0-1 0 0,0 0 0 0 0,7 37 1301 0 0,-7-36-1339 0 0,104 651 3667 0 0,-94-584-3644 0 0,4 36-407 0 0,29 108 0 0 0,-40-200-57 0 0,0-1 0 0 0,1 1 0 0 0,1-1 0 0 0,0 0-1 0 0,9 16 1 0 0,-12-25 191 0 0,0 1-1 0 0,0 0 1 0 0,0-1 0 0 0,0 0-1 0 0,1 1 1 0 0,-1-1-1 0 0,0 0 1 0 0,1 0 0 0 0,0-1-1 0 0,-1 1 1 0 0,1 0-1 0 0,0-1 1 0 0,0 0-1 0 0,0 1 1 0 0,0-1 0 0 0,0 0-1 0 0,0-1 1 0 0,0 1-1 0 0,1 0 1 0 0,-1-1 0 0 0,0 0-1 0 0,0 0 1 0 0,0 0-1 0 0,1 0 1 0 0,4-1-1 0 0,-2 0-519 0 0,0-1-1 0 0,1 1 1 0 0,-1-1-1 0 0,0-1 1 0 0,0 1-1 0 0,7-5 1 0 0,17-11-3625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4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229 184 788 0 0,'3'-20'2453'0'0,"-2"0"-1"0"0,-1-34 1 0 0,0 49-2037 0 0,-1-1 1 0 0,1 0 0 0 0,-1 0 0 0 0,-1 1-1 0 0,1-1 1 0 0,-1 1 0 0 0,0-1 0 0 0,0 1-1 0 0,0 0 1 0 0,-1 0 0 0 0,0-1-1 0 0,0 2 1 0 0,-7-10 0 0 0,9 14-351 0 0,0-1 0 0 0,0 0 0 0 0,0 1 0 0 0,0-1 0 0 0,0 1 0 0 0,0-1 0 0 0,0 1-1 0 0,0-1 1 0 0,0 1 0 0 0,0 0 0 0 0,-1 0 0 0 0,1-1 0 0 0,0 1 0 0 0,0 0 0 0 0,0 0 0 0 0,0 0 0 0 0,-1 0 0 0 0,1 0 0 0 0,0 1 0 0 0,0-1 0 0 0,-2 1 0 0 0,-22 10 610 0 0,14-3-523 0 0,1 1 1 0 0,0 0-1 0 0,1 1 1 0 0,0 0-1 0 0,0 1 1 0 0,1-1-1 0 0,0 2 1 0 0,1-1-1 0 0,-9 20 1 0 0,6-7-71 0 0,0 0 0 0 0,1 1 0 0 0,2 0-1 0 0,-5 26 1 0 0,10-42-67 0 0,1 0 0 0 0,0 0 0 0 0,1 0-1 0 0,-1 0 1 0 0,2 0 0 0 0,-1 0 0 0 0,1 0-1 0 0,1-1 1 0 0,4 17 0 0 0,-5-22-81 0 0,0 0 0 0 0,1 0 0 0 0,-1 0 0 0 0,1 0 0 0 0,-1 0 0 0 0,1 0 0 0 0,0 0 0 0 0,1-1 0 0 0,-1 1 0 0 0,0-1 0 0 0,1 1 0 0 0,-1-1 0 0 0,1 0 0 0 0,0 0 0 0 0,-1 0 0 0 0,1 0 0 0 0,0-1 0 0 0,0 1 0 0 0,1-1 0 0 0,-1 0 0 0 0,0 0 0 0 0,0 0 0 0 0,0 0 0 0 0,1 0 0 0 0,-1-1 0 0 0,1 1 0 0 0,-1-1 0 0 0,5 0 0 0 0,-1-1-138 0 0,0 1 1 0 0,0-1-1 0 0,0-1 1 0 0,0 1 0 0 0,0-1-1 0 0,0 0 1 0 0,0-1-1 0 0,0 1 1 0 0,-1-1-1 0 0,1-1 1 0 0,-1 1-1 0 0,0-1 1 0 0,0-1-1 0 0,0 1 1 0 0,-1-1 0 0 0,1 1-1 0 0,-1-2 1 0 0,0 1-1 0 0,-1-1 1 0 0,1 1-1 0 0,5-11 1 0 0,6-11 369 0 0,-2-1 0 0 0,-1 0 1 0 0,16-52-1 0 0,-17 46 835 0 0,-8 25-739 0 0,-4 6-192 0 0,1 1 1 0 0,0 0-1 0 0,0-1 0 0 0,0 1 0 0 0,0 0 0 0 0,0-1 0 0 0,1 1 0 0 0,-1 0 0 0 0,1 0 0 0 0,1-2 0 0 0,-2 4-52 0 0,-1 1 1 0 0,1-1-1 0 0,0 1 0 0 0,-1-1 0 0 0,1 0 0 0 0,-1 1 0 0 0,1-1 0 0 0,0 1 1 0 0,-1 0-1 0 0,0-1 0 0 0,1 1 0 0 0,-1-1 0 0 0,1 1 0 0 0,-1 0 0 0 0,0-1 1 0 0,1 1-1 0 0,-1 0 0 0 0,0 0 0 0 0,0-1 0 0 0,1 1 0 0 0,-1 0 0 0 0,0 1 1 0 0,7 18 185 0 0,14 88 494 0 0,-4-13-1997 0 0,-13-80-884 0 0,1-1-1 0 0,8 18 0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34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53 2156 0 0,'-3'-41'7259'0'0,"3"39"-6592"0"0,0 1-616 0 0,0 1 1 0 0,0 0 0 0 0,-1 0 0 0 0,1-1 0 0 0,0 1 0 0 0,0 0 0 0 0,0 0 0 0 0,0-1-1 0 0,0 1 1 0 0,0 0 0 0 0,0-1 0 0 0,0 1 0 0 0,0 0 0 0 0,0 0 0 0 0,0-1-1 0 0,0 1 1 0 0,0 0 0 0 0,0-1 0 0 0,0 1 0 0 0,0 0 0 0 0,1 0 0 0 0,-1-1-1 0 0,0 1 1 0 0,0 0 0 0 0,0 0 0 0 0,0-1 0 0 0,0 1 0 0 0,1 0 0 0 0,-1 0 0 0 0,0 0-1 0 0,0-1 1 0 0,0 1 0 0 0,1 0 0 0 0,-1 0 0 0 0,0 0 0 0 0,0-1 0 0 0,1 1-1 0 0,3 2 71 0 0,0 0-1 0 0,0 0 1 0 0,-1 1-1 0 0,1-1 1 0 0,0 1-1 0 0,-1 0 1 0 0,0 0-1 0 0,0 0 1 0 0,0 0-1 0 0,0 1 1 0 0,0-1-1 0 0,0 1 1 0 0,2 6-1 0 0,8 11 407 0 0,10 27 0 0 0,-17-34-402 0 0,4 7 96 0 0,-2 1 1 0 0,-1 0 0 0 0,0 0 0 0 0,3 24 0 0 0,-8-33-67 0 0,0 1 1 0 0,-1-1 0 0 0,0 0 0 0 0,-1 0 0 0 0,-1 0 0 0 0,0 0 0 0 0,-1 0-1 0 0,-5 20 1 0 0,7-32-141 0 0,0 0 0 0 0,-1 1 0 0 0,1-1 0 0 0,-1 0 0 0 0,1 1 0 0 0,-1-1 0 0 0,1 0 0 0 0,-1 1 0 0 0,0-1 0 0 0,1 0 0 0 0,-1 0 0 0 0,0 0 0 0 0,0 0 0 0 0,0 0 0 0 0,0 0 0 0 0,0 0 0 0 0,0 0 0 0 0,0 0 0 0 0,-1 0 0 0 0,1 0 0 0 0,0-1 0 0 0,0 1 0 0 0,-1 0 0 0 0,1-1 0 0 0,0 1 0 0 0,-1-1 0 0 0,1 0 0 0 0,-3 1 0 0 0,3-2-13 0 0,1 1-1 0 0,-1 0 0 0 0,0-1 0 0 0,1 1 1 0 0,-1-1-1 0 0,0 0 0 0 0,1 1 1 0 0,-1-1-1 0 0,1 1 0 0 0,-1-1 1 0 0,1 0-1 0 0,-1 0 0 0 0,1 1 0 0 0,-1-1 1 0 0,1 0-1 0 0,0 0 0 0 0,-1 1 1 0 0,1-1-1 0 0,0-1 0 0 0,0 1 2 0 0,-4-6-1 0 0,2 0 1 0 0,-1-1 0 0 0,1 0 0 0 0,0 1 0 0 0,0-1 0 0 0,1 0 0 0 0,0 0-1 0 0,1 0 1 0 0,0 0 0 0 0,0-9 0 0 0,2-1-12 0 0,0 1 0 0 0,1 0 1 0 0,8-25-1 0 0,-7 29-2 0 0,1-1 0 0 0,0 1 0 0 0,1 0-1 0 0,1 0 1 0 0,0 1 0 0 0,1 0 0 0 0,0 0 0 0 0,0 1 0 0 0,12-12 0 0 0,-17 20 11 0 0,1-1-1 0 0,0 1 1 0 0,0-1 0 0 0,0 1 0 0 0,0 0-1 0 0,1 1 1 0 0,-1-1 0 0 0,1 1 0 0 0,0 0 0 0 0,-1 0-1 0 0,1 0 1 0 0,0 1 0 0 0,0 0 0 0 0,0 0-1 0 0,1 0 1 0 0,-1 0 0 0 0,0 1 0 0 0,0 0 0 0 0,0 0-1 0 0,0 0 1 0 0,0 1 0 0 0,1 0 0 0 0,-1 0 0 0 0,0 0-1 0 0,0 0 1 0 0,0 1 0 0 0,8 4 0 0 0,-4-2 61 0 0,-2 1 1 0 0,1 0-1 0 0,0 0 1 0 0,-1 1-1 0 0,0 0 1 0 0,0 0 0 0 0,-1 0-1 0 0,0 1 1 0 0,0 0-1 0 0,0 0 1 0 0,-1 1 0 0 0,0 0-1 0 0,-1 0 1 0 0,7 14-1 0 0,0 9 97 0 0,0 1-1 0 0,10 57 1 0 0,1 2-37 0 0,-21-89-117 0 0,-1 0-1 0 0,1 0 0 0 0,-1 0 0 0 0,1-1 1 0 0,0 1-1 0 0,0 0 0 0 0,0-1 0 0 0,0 1 0 0 0,0-1 1 0 0,0 1-1 0 0,0-1 0 0 0,1 1 0 0 0,-1-1 0 0 0,0 0 1 0 0,1 1-1 0 0,-1-1 0 0 0,1 0 0 0 0,-1 0 1 0 0,1 0-1 0 0,0 0 0 0 0,-1 0 0 0 0,1-1 0 0 0,0 1 1 0 0,0-1-1 0 0,0 1 0 0 0,-1-1 0 0 0,1 1 0 0 0,3-1 1 0 0,2 0 3 0 0,0-1-1 0 0,-1 1 1 0 0,1-2 0 0 0,-1 1 0 0 0,1-1 0 0 0,-1 0-1 0 0,7-3 1 0 0,6-2-21 0 0,-1-2-1 0 0,-1 0 1 0 0,1-1 0 0 0,-1 0-1 0 0,-1-2 1 0 0,0 0 0 0 0,-1 0-1 0 0,24-27 1 0 0,-28 27-3 0 0,0 0-1 0 0,-2-1 1 0 0,1-1 0 0 0,-2 0-1 0 0,0 0 1 0 0,0 0 0 0 0,-1-1-1 0 0,-1 0 1 0 0,-1 0 0 0 0,0-1-1 0 0,3-19 1 0 0,-7 30 15 0 0,0 0-1 0 0,-1-1 1 0 0,0 1 0 0 0,0 0 0 0 0,0-1-1 0 0,0 1 1 0 0,-3-10 0 0 0,3 14 8 0 0,-1-1 0 0 0,1 1 0 0 0,-1 0 1 0 0,1-1-1 0 0,-1 1 0 0 0,0 0 1 0 0,0-1-1 0 0,1 1 0 0 0,-1 0 0 0 0,0 0 1 0 0,0 0-1 0 0,0 0 0 0 0,0 0 1 0 0,0 0-1 0 0,0 0 0 0 0,-1 0 0 0 0,1 0 1 0 0,0 1-1 0 0,0-1 0 0 0,-1 0 1 0 0,1 1-1 0 0,0-1 0 0 0,-1 1 1 0 0,1-1-1 0 0,-1 1 0 0 0,1 0 0 0 0,0-1 1 0 0,-1 1-1 0 0,1 0 0 0 0,-1 0 1 0 0,-2 0-1 0 0,-1 1 76 0 0,0 0 1 0 0,0 0-1 0 0,0 1 1 0 0,0-1-1 0 0,0 1 1 0 0,1 0-1 0 0,-1 1 1 0 0,0-1-1 0 0,1 1 1 0 0,0-1-1 0 0,-1 1 1 0 0,1 1-1 0 0,1-1 1 0 0,-7 6-1 0 0,0 2 211 0 0,0 1 0 0 0,1-1 0 0 0,-12 22-1 0 0,14-22-182 0 0,1 1 1 0 0,1-1-1 0 0,0 1 0 0 0,1 0 0 0 0,0 0 0 0 0,1 0 0 0 0,0 0 0 0 0,0 1 0 0 0,0 19 0 0 0,3-25-79 0 0,0-1 0 0 0,0 1 0 0 0,1-1 0 0 0,0 1 0 0 0,0-1 0 0 0,1 1-1 0 0,0-1 1 0 0,0 0 0 0 0,0 0 0 0 0,1 0 0 0 0,-1 0 0 0 0,2 0 0 0 0,-1 0-1 0 0,1-1 1 0 0,-1 1 0 0 0,1-1 0 0 0,1 0 0 0 0,-1 0 0 0 0,11 8-1 0 0,-5-6-61 0 0,0-1-1 0 0,0 0 1 0 0,0-1-1 0 0,1 0 0 0 0,0 0 1 0 0,0-1-1 0 0,0-1 0 0 0,0 0 1 0 0,1 0-1 0 0,-1-1 0 0 0,1 0 1 0 0,15-1-1 0 0,-9-1-1175 0 0,0 0-1 0 0,31-6 1 0 0,-30 3-1813 0 0,0-2-1 0 0,23-8 1 0 0,-5-3-5211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0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1322 772 0 0,'-5'-11'2241'0'0,"-1"0"0"0"0,0 1 0 0 0,-15-20 0 0 0,20 29-1824 0 0,0 0-374 0 0,1 1 0 0 0,0 0-1 0 0,-1-1 1 0 0,1 1 0 0 0,-1 0 0 0 0,1-1 0 0 0,0 1 0 0 0,-1 0-1 0 0,1 0 1 0 0,-1 0 0 0 0,1-1 0 0 0,-1 1 0 0 0,1 0 0 0 0,-1 0 0 0 0,1 0-1 0 0,-1 0 1 0 0,1 0 0 0 0,-1 0 0 0 0,1 0 0 0 0,-1 0 0 0 0,1 0-1 0 0,-1 0 1 0 0,1 0 0 0 0,-1 0 0 0 0,1 0 0 0 0,-1 0 0 0 0,1 1-1 0 0,-1-1 1 0 0,1 0 0 0 0,-1 0 0 0 0,1 1 0 0 0,-1-1 0 0 0,1 0 0 0 0,0 0-1 0 0,-1 1 1 0 0,1-1 0 0 0,0 0 0 0 0,-1 1 0 0 0,1-1 0 0 0,0 1-1 0 0,-1 0 1 0 0,-1 0 83 0 0,1 1 0 0 0,-1-1 0 0 0,0 1 0 0 0,1 0 0 0 0,0-1 0 0 0,0 1 0 0 0,-1 0-1 0 0,1 0 1 0 0,0 0 0 0 0,-1 4 0 0 0,1-1-13 0 0,0 0 1 0 0,0 1-1 0 0,0-1 0 0 0,1 1 0 0 0,0-1 0 0 0,0 1 1 0 0,1-1-1 0 0,0 1 0 0 0,0-1 0 0 0,0 0 0 0 0,3 10 1 0 0,-3-13-74 0 0,0 0 0 0 0,0 0 0 0 0,0-1 0 0 0,0 1 0 0 0,1 0 0 0 0,-1 0 0 0 0,0-1 0 0 0,1 1 0 0 0,0-1 1 0 0,-1 1-1 0 0,1-1 0 0 0,0 0 0 0 0,0 1 0 0 0,-1-1 0 0 0,1 0 0 0 0,0 0 0 0 0,0 0 0 0 0,0-1 0 0 0,0 1 1 0 0,0 0-1 0 0,1-1 0 0 0,-1 1 0 0 0,0-1 0 0 0,0 0 0 0 0,0 0 0 0 0,0 0 0 0 0,1 0 0 0 0,-1 0 0 0 0,0 0 1 0 0,0 0-1 0 0,0-1 0 0 0,4-1 0 0 0,8-2 19 0 0,-1 0-1 0 0,-1-1 1 0 0,1 0 0 0 0,-1-2 0 0 0,1 1-1 0 0,-2-1 1 0 0,1-1 0 0 0,19-17 0 0 0,1-4 6 0 0,42-51 0 0 0,-49 49-69 0 0,-3 0 1 0 0,0-2 0 0 0,-2-1 0 0 0,-2 0 0 0 0,-1-1 0 0 0,-1-1-1 0 0,14-54 1 0 0,-9 15-23 0 0,-4 0-1 0 0,12-138 1 0 0,-22 130-27 0 0,-4 0 1 0 0,-4 0-1 0 0,-19-148 1 0 0,19 227 49 0 0,-10-29-41 0 0,10 33 45 0 0,0 0-1 0 0,0 0 1 0 0,0 0 0 0 0,0 1-1 0 0,0-1 1 0 0,0 0 0 0 0,0 0-1 0 0,0 1 1 0 0,0-1 0 0 0,0 1-1 0 0,0-1 1 0 0,0 1 0 0 0,0-1-1 0 0,-1 2 1 0 0,2-2 2 0 0,-3 4 2 0 0,0-1 0 0 0,0 1 1 0 0,1 0-1 0 0,0 0 0 0 0,-1 0 1 0 0,1 1-1 0 0,1-1 0 0 0,-1 0 1 0 0,1 1-1 0 0,-1-1 0 0 0,0 6 1 0 0,-1 2 2 0 0,-15 55 15 0 0,-15 111 0 0 0,8 74 83 0 0,24-243-101 0 0,-7 93 86 0 0,7 111 1 0 0,4-166-75 0 0,1-1 0 0 0,3 0-1 0 0,2 0 1 0 0,25 78 0 0 0,-27-105-6 0 0,1 0 1 0 0,0-1-1 0 0,1 1 0 0 0,2-1 1 0 0,0-1-1 0 0,0 0 1 0 0,27 29-1 0 0,-33-41-60 0 0,1 1 0 0 0,0-1 0 0 0,-1-1 0 0 0,1 1 0 0 0,1-1 0 0 0,-1 0-1 0 0,1-1 1 0 0,-1 1 0 0 0,1-1 0 0 0,0-1 0 0 0,0 1 0 0 0,0-1 0 0 0,1 0 0 0 0,-1-1 0 0 0,0 0 0 0 0,1 0 0 0 0,-1 0-1 0 0,1-1 1 0 0,-1 0 0 0 0,1-1 0 0 0,-1 0 0 0 0,1 0 0 0 0,-1 0 0 0 0,13-5 0 0 0,-6 1-146 0 0,0-1 1 0 0,0 0-1 0 0,0-1 1 0 0,-1 0-1 0 0,-1-1 1 0 0,1-1-1 0 0,-1 0 1 0 0,0-1-1 0 0,-1 0 1 0 0,0 0-1 0 0,-1-1 1 0 0,16-23-1 0 0,-13 14 79 0 0,-1-1 0 0 0,-1 0 0 0 0,-1 0-1 0 0,0-1 1 0 0,-2-1 0 0 0,-1 0 0 0 0,6-32-1 0 0,-6 24 227 0 0,-2-1 0 0 0,-1 1-1 0 0,-1-1 1 0 0,-2 0 0 0 0,-1 0 0 0 0,-2 1-1 0 0,-7-42 1 0 0,3 59 69 0 0,-2 12 125 0 0,7 3-264 0 0,-1 0 0 0 0,1 0 1 0 0,0 1-1 0 0,-1-1 0 0 0,1 0 1 0 0,0 0-1 0 0,0 1 1 0 0,0-1-1 0 0,0 1 0 0 0,0-1 1 0 0,1 1-1 0 0,-2 2 0 0 0,-9 25 158 0 0,1 1 0 0 0,2 0-1 0 0,1 0 1 0 0,1 0 0 0 0,2 1 0 0 0,1 0-1 0 0,1-1 1 0 0,2 1 0 0 0,0 0-1 0 0,10 52 1 0 0,-10-78-184 0 0,1 0 0 0 0,0 0-1 0 0,0-1 1 0 0,1 1 0 0 0,-1 0 0 0 0,1 0 0 0 0,0-1-1 0 0,0 1 1 0 0,1-1 0 0 0,-1 0 0 0 0,1 0 0 0 0,0 0-1 0 0,0 0 1 0 0,1 0 0 0 0,-1 0 0 0 0,1-1-1 0 0,5 5 1 0 0,-7-8-75 0 0,0 1 1 0 0,0 0-1 0 0,0-1 0 0 0,-1 0 1 0 0,1 1-1 0 0,0-1 0 0 0,0 0 0 0 0,0 0 1 0 0,0 0-1 0 0,0 0 0 0 0,0-1 0 0 0,0 1 1 0 0,-1 0-1 0 0,1-1 0 0 0,0 1 0 0 0,0-1 1 0 0,0 0-1 0 0,-1 0 0 0 0,1 0 1 0 0,0 1-1 0 0,-1-1 0 0 0,3-2 0 0 0,33-26-2281 0 0,-30 22 1027 0 0,0-1 1 0 0,0 0-1 0 0,5-8 0 0 0,5-9-3821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61 804 0 0,'-6'-6'619'0'0,"0"1"0"0"0,0-1 1 0 0,-1 1-1 0 0,0 0 0 0 0,0 0 0 0 0,-1 1 1 0 0,1 0-1 0 0,-1 0 0 0 0,0 1 0 0 0,0 0 0 0 0,0 1 1 0 0,0-1-1 0 0,-1 1 0 0 0,-9 0 0 0 0,16 1-607 0 0,1 1 0 0 0,-1 0 0 0 0,1 0 0 0 0,-1 0 0 0 0,0 0-1 0 0,1 0 1 0 0,-1 0 0 0 0,0 1 0 0 0,1-1 0 0 0,-1 1 0 0 0,1-1 0 0 0,-1 1-1 0 0,1-1 1 0 0,-1 1 0 0 0,1 0 0 0 0,-1 0 0 0 0,1-1 0 0 0,0 1 0 0 0,-1 0-1 0 0,1 0 1 0 0,0 1 0 0 0,0-1 0 0 0,0 0 0 0 0,0 0 0 0 0,0 0 0 0 0,0 1-1 0 0,0-1 1 0 0,0 1 0 0 0,0-1 0 0 0,1 1 0 0 0,-1-1 0 0 0,0 1 0 0 0,1-1-1 0 0,-1 1 1 0 0,1-1 0 0 0,0 1 0 0 0,0 0 0 0 0,0-1 0 0 0,-1 1 0 0 0,1-1 0 0 0,1 3-1 0 0,-1 5-781 0 0,1 0-1 0 0,0-1 1 0 0,0 1-1 0 0,1-1 1 0 0,1 1-1 0 0,2 7 0 0 0,3 3-2021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1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67 109 740 0 0,'7'12'1745'0'0,"0"0"0"0"0,-1 0 0 0 0,0 1-1 0 0,-1 0 1 0 0,5 16 0 0 0,-6-15-734 0 0,0 0-1 0 0,2 0 1 0 0,0-1 0 0 0,10 18-1 0 0,-14-28-951 0 0,0 0 1 0 0,0-1-1 0 0,0 1 1 0 0,0-1-1 0 0,0 0 0 0 0,1 0 1 0 0,-1 0-1 0 0,1 0 0 0 0,-1 0 1 0 0,1 0-1 0 0,0-1 0 0 0,-1 1 1 0 0,1-1-1 0 0,0 0 0 0 0,0 0 1 0 0,0 0-1 0 0,0 0 0 0 0,0 0 1 0 0,0-1-1 0 0,1 1 0 0 0,-1-1 1 0 0,0 0-1 0 0,0 0 0 0 0,0 0 1 0 0,0 0-1 0 0,0-1 0 0 0,1 1 1 0 0,-1-1-1 0 0,0 0 0 0 0,0 0 1 0 0,0 0-1 0 0,0 0 0 0 0,-1 0 1 0 0,1-1-1 0 0,0 1 0 0 0,0-1 1 0 0,-1 0-1 0 0,5-4 0 0 0,-4 3-53 0 0,-1 0-1 0 0,0 0 0 0 0,0-1 1 0 0,0 1-1 0 0,0-1 0 0 0,0 0 1 0 0,-1 1-1 0 0,0-1 1 0 0,0 0-1 0 0,0 0 0 0 0,0 0 1 0 0,0 0-1 0 0,-1 0 0 0 0,0 0 1 0 0,0 0-1 0 0,0 0 0 0 0,0 0 1 0 0,-1 0-1 0 0,0-4 0 0 0,-1-2-8 0 0,0-1-1 0 0,-1 1 0 0 0,0 0 0 0 0,-1 0 0 0 0,0 0 0 0 0,-6-9 0 0 0,8 14 2 0 0,-1 0-1 0 0,0 0 0 0 0,0 1 0 0 0,0-1 1 0 0,-1 1-1 0 0,0 0 0 0 0,0 0 0 0 0,-4-4 1 0 0,6 7 1 0 0,0 0 1 0 0,0 0-1 0 0,1 0 0 0 0,-1 1 1 0 0,0-1-1 0 0,0 0 1 0 0,0 1-1 0 0,0-1 1 0 0,0 1-1 0 0,0 0 0 0 0,0-1 1 0 0,0 1-1 0 0,0 0 1 0 0,0 0-1 0 0,0 1 1 0 0,0-1-1 0 0,0 0 1 0 0,0 1-1 0 0,0-1 0 0 0,0 1 1 0 0,0-1-1 0 0,1 1 1 0 0,-1 0-1 0 0,0 0 1 0 0,0 0-1 0 0,-1 1 0 0 0,-9 6 5 0 0,1 0 0 0 0,0 0 0 0 0,1 1 0 0 0,0 1 0 0 0,1 0 0 0 0,0 0 0 0 0,0 1 0 0 0,1 0 0 0 0,-10 16 0 0 0,10-12 10 0 0,0 0-1 0 0,1 1 0 0 0,1-1 1 0 0,0 1-1 0 0,1 0 0 0 0,1 1 1 0 0,-3 20-1 0 0,6-31-29 0 0,1 0 0 0 0,0 0 0 0 0,0 0 0 0 0,0 0 0 0 0,0 0 0 0 0,1 0 0 0 0,0 0 0 0 0,0 0 0 0 0,1-1 0 0 0,0 1 0 0 0,0 0 0 0 0,0-1 0 0 0,1 1 0 0 0,2 5 0 0 0,-2-8-119 0 0,0 0-1 0 0,-1 1 1 0 0,1-1 0 0 0,0 0-1 0 0,0-1 1 0 0,1 1-1 0 0,-1 0 1 0 0,0-1 0 0 0,1 0-1 0 0,0 0 1 0 0,0 0 0 0 0,-1 0-1 0 0,1 0 1 0 0,0-1-1 0 0,0 0 1 0 0,0 0 0 0 0,1 0-1 0 0,-1 0 1 0 0,0 0-1 0 0,7-1 1 0 0,7 0-576 0 0,1-1-1 0 0,0-1 1 0 0,-1-1-1 0 0,0 0 1 0 0,0-1-1 0 0,0-1 1 0 0,24-11-1 0 0,-10 3-438 0 0,0-3 0 0 0,57-37-1 0 0,-67 37 974 0 0,-1 0 0 0 0,-1-2-1 0 0,-1 0 1 0 0,24-29 0 0 0,-24 23 1040 0 0,-1 0 0 0 0,-2-1 1 0 0,0-1-1 0 0,-2-1 1 0 0,-1 0-1 0 0,14-41 0 0 0,-23 34 827 0 0,-4 31-1384 0 0,0 3-267 0 0,-1 0 0 0 0,1-1-1 0 0,0 1 1 0 0,-1 0 0 0 0,1-1 0 0 0,0 1 0 0 0,-1 0 0 0 0,1 0 0 0 0,-1-1-1 0 0,1 1 1 0 0,-1 0 0 0 0,1 0 0 0 0,0 0 0 0 0,-1 0 0 0 0,1 0-1 0 0,-1 0 1 0 0,1-1 0 0 0,-1 1 0 0 0,1 0 0 0 0,-1 0 0 0 0,1 0-1 0 0,-1 1 1 0 0,-4 3 84 0 0,0 1 1 0 0,0 0-1 0 0,1 0 0 0 0,-1 0 0 0 0,1 1 0 0 0,1-1 0 0 0,-1 1 0 0 0,1 0 0 0 0,0 0 0 0 0,0 0 0 0 0,1 1 0 0 0,-1-1 1 0 0,2 1-1 0 0,-1-1 0 0 0,1 1 0 0 0,0 0 0 0 0,0-1 0 0 0,0 1 0 0 0,1 0 0 0 0,0 0 0 0 0,2 11 0 0 0,1-1-48 0 0,1-1 1 0 0,0 0-1 0 0,1-1 0 0 0,0 1 0 0 0,2-1 0 0 0,0 0 0 0 0,17 28 0 0 0,-12-25 31 0 0,22 38-122 0 0,-31-50 145 0 0,0 0 0 0 0,0 1 1 0 0,-1-1-1 0 0,0 1 0 0 0,0 0 0 0 0,2 12 0 0 0,-4-15-76 0 0,0-1 0 0 0,-1 1 0 0 0,1 0-1 0 0,-1 0 1 0 0,0-1 0 0 0,0 1 0 0 0,0-1-1 0 0,-1 1 1 0 0,1-1 0 0 0,-1 1-1 0 0,0-1 1 0 0,0 0 0 0 0,0 0 0 0 0,0 0-1 0 0,0 0 1 0 0,-1 0 0 0 0,0 0 0 0 0,1-1-1 0 0,-1 1 1 0 0,0-1 0 0 0,0 0 0 0 0,0 1-1 0 0,-5 1 1 0 0,-5 4-5 0 0,-1-1-1 0 0,1-1 1 0 0,-2 0-1 0 0,-19 5 1 0 0,11-4-436 0 0,0-2-1 0 0,-1-1 1 0 0,-45 3 0 0 0,66-7 29 0 0,1 0 0 0 0,-1 0 0 0 0,1 0 0 0 0,-1-1 0 0 0,1 1 0 0 0,-1-1-1 0 0,1 0 1 0 0,-3-1 0 0 0,4 2 131 0 0,0 0-1 0 0,0-1 0 0 0,1 1 0 0 0,-1-1 0 0 0,0 1 1 0 0,1-1-1 0 0,-1 1 0 0 0,1-1 0 0 0,-1 1 1 0 0,1-1-1 0 0,-1 0 0 0 0,1 1 0 0 0,-1-1 0 0 0,1 0 1 0 0,-1 0-1 0 0,1 1 0 0 0,0-1 0 0 0,0 0 1 0 0,-1 0-1 0 0,1-1 0 0 0,0 1 22 0 0,0 1 0 0 0,0-1-1 0 0,0 0 1 0 0,0 1 0 0 0,1-1 0 0 0,-1 0-1 0 0,0 1 1 0 0,0-1 0 0 0,1 0 0 0 0,-1 1-1 0 0,1-1 1 0 0,-1 1 0 0 0,0-1 0 0 0,1 1-1 0 0,-1-1 1 0 0,1 1 0 0 0,-1-1 0 0 0,1 1-1 0 0,0-1 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1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0 342 80 0 0,'41'11'2890'0'0,"0"1"0"0"0,56 27 0 0 0,-74-28-1769 0 0,0 1-1 0 0,-1 2 1 0 0,0 0-1 0 0,-2 1 1 0 0,26 24-1 0 0,-13-6 255 0 0,-21-20-1007 0 0,0-1-1 0 0,1 0 0 0 0,1 0 1 0 0,-1-2-1 0 0,2 1 0 0 0,25 13 1 0 0,-37-23-330 0 0,0 0 0 0 0,1 0 0 0 0,-1 0 1 0 0,1 0-1 0 0,-1 0 0 0 0,1-1 0 0 0,0 0 0 0 0,-1 1 1 0 0,1-1-1 0 0,0-1 0 0 0,-1 1 0 0 0,1 0 0 0 0,-1-1 1 0 0,1 0-1 0 0,-1 0 0 0 0,1 0 0 0 0,-1 0 0 0 0,1 0 1 0 0,-1-1-1 0 0,0 0 0 0 0,0 1 0 0 0,0-1 0 0 0,0 0 0 0 0,0-1 1 0 0,0 1-1 0 0,0 0 0 0 0,-1-1 0 0 0,1 0 0 0 0,-1 1 1 0 0,0-1-1 0 0,2-3 0 0 0,5-8-5 0 0,0 1 0 0 0,-1-1 0 0 0,-1-1 0 0 0,-1 1 0 0 0,8-26 0 0 0,-6 14-27 0 0,-2 0 0 0 0,-1-1-1 0 0,-1 0 1 0 0,0-27 0 0 0,-5-111-27 0 0,-1 67 14 0 0,-2 31-95 0 0,4 64 65 0 0,-2 5 3 0 0,1 0 31 0 0,0-1 0 0 0,1 1 0 0 0,-1 0 0 0 0,0 0 0 0 0,0-1 1 0 0,1 1-1 0 0,-1 0 0 0 0,1 0 0 0 0,-1 0 0 0 0,1 0 0 0 0,0 3 0 0 0,0 30-3 0 0,1-22 6 0 0,-2 47-25 0 0,4 0 0 0 0,2 0-1 0 0,3-1 1 0 0,16 62 0 0 0,-21-110-310 0 0,1 1 1 0 0,0-2 0 0 0,0 1-1 0 0,1 0 1 0 0,1-1 0 0 0,7 10-1 0 0,-10-15-232 0 0,1 0 0 0 0,0-1-1 0 0,0 1 1 0 0,1-1 0 0 0,7 6-1 0 0,-8-8-275 0 0,0 1 0 0 0,0-1 0 0 0,0 0 0 0 0,1 0-1 0 0,-1-1 1 0 0,1 1 0 0 0,8 1 0 0 0,6 0-4764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52 760 0 0,'-3'-52'12220'0'0,"3"73"-10453"0"0,6 126 2037 0 0,-2-56-3068 0 0,6 55 261 0 0,-10-144-857 0 0,6-23-108 0 0,-2-6-61 0 0,1 1 0 0 0,1 0 0 0 0,1 0 0 0 0,2 1 0 0 0,0 0 1 0 0,2 0-1 0 0,1 1 0 0 0,26-41 0 0 0,-37 65 28 0 0,20-26-54 0 0,-19 25 49 0 0,-1-1 1 0 0,1 0-1 0 0,0 1 0 0 0,0-1 1 0 0,0 1-1 0 0,0 0 1 0 0,0-1-1 0 0,0 1 0 0 0,0 0 1 0 0,1 0-1 0 0,-1 1 0 0 0,0-1 1 0 0,4 0-1 0 0,-3 0 12 0 0,1 1 0 0 0,0 0 0 0 0,0 0 0 0 0,0 1 0 0 0,-1-1-1 0 0,1 1 1 0 0,0 0 0 0 0,0 0 0 0 0,-1 0 0 0 0,1 0 0 0 0,-1 1 0 0 0,1-1-1 0 0,4 4 1 0 0,-4-2 71 0 0,1 1 1 0 0,-1 0-1 0 0,1 0 0 0 0,-1 0 0 0 0,-1 1 0 0 0,1-1 0 0 0,-1 1 0 0 0,6 9 0 0 0,-1 1 254 0 0,-1 1 1 0 0,0-1-1 0 0,-2 1 0 0 0,7 25 0 0 0,7 68 782 0 0,-9-43-616 0 0,-10-65-491 0 0,0 0 1 0 0,0 0-1 0 0,1-1 0 0 0,-1 1 1 0 0,0 0-1 0 0,0 0 1 0 0,0 0-1 0 0,1-1 0 0 0,-1 1 1 0 0,0 0-1 0 0,1 0 0 0 0,-1-1 1 0 0,0 1-1 0 0,1 0 1 0 0,-1-1-1 0 0,1 1 0 0 0,-1 0 1 0 0,1-1-1 0 0,0 1 0 0 0,-1-1 1 0 0,1 1-1 0 0,0-1 1 0 0,-1 1-1 0 0,1-1 0 0 0,0 1 1 0 0,-1-1-1 0 0,1 0 0 0 0,0 1 1 0 0,0-1-1 0 0,0 0 1 0 0,-1 0-1 0 0,1 0 0 0 0,1 1 1 0 0,1-2-16 0 0,-1 1 0 0 0,0 0 0 0 0,0-1 0 0 0,0 0 0 0 0,0 1 0 0 0,0-1 0 0 0,0 0 0 0 0,0 0 0 0 0,0 0 0 0 0,3-3 1 0 0,2-1-255 0 0,-1 0 1 0 0,0-1 0 0 0,0 0 0 0 0,-1 0 0 0 0,1-1 0 0 0,-1 0 0 0 0,-1 0 0 0 0,1 0 0 0 0,4-11 0 0 0,4-10-2117 0 0,9-34 0 0 0,-22 62 2359 0 0,8-27-3741 0 0,6-30 1 0 0,-6 10-3138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2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 2752 0 0,'-245'19'11194'0'0,"240"-18"-11013"0"0,1-1-1 0 0,-1 1 1 0 0,0 1 0 0 0,0-1-1 0 0,1 1 1 0 0,-9 3 0 0 0,11-4-191 0 0,1 0 1 0 0,-1 1 0 0 0,0-1-1 0 0,1 0 1 0 0,-1 1 0 0 0,1-1-1 0 0,-1 1 1 0 0,1 0-1 0 0,0-1 1 0 0,0 1 0 0 0,0 0-1 0 0,-1 0 1 0 0,2 0-1 0 0,-1 0 1 0 0,-1 4 0 0 0,1-5-364 0 0,1 1 0 0 0,0 0 0 0 0,0 0 0 0 0,1-1 1 0 0,-1 1-1 0 0,0 0 0 0 0,1-1 0 0 0,-1 1 0 0 0,0 0 1 0 0,1 0-1 0 0,0-1 0 0 0,-1 1 0 0 0,1-1 0 0 0,0 1 1 0 0,0-1-1 0 0,0 1 0 0 0,2 1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2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104 945 1628 0 0,'-10'6'1732'0'0,"1"1"-1"0"0,0 0 1 0 0,-15 15-1 0 0,17-14-1068 0 0,1 0 0 0 0,-1 1 0 0 0,1-1-1 0 0,0 1 1 0 0,1 1 0 0 0,0-1-1 0 0,-3 11 1 0 0,7-19-626 0 0,1-1-1 0 0,0 1 1 0 0,0-1 0 0 0,0 1-1 0 0,0-1 1 0 0,-1 1 0 0 0,1-1 0 0 0,0 1-1 0 0,0-1 1 0 0,0 1 0 0 0,0 0-1 0 0,0-1 1 0 0,0 1 0 0 0,1-1 0 0 0,-1 1-1 0 0,0-1 1 0 0,0 1 0 0 0,0-1-1 0 0,0 1 1 0 0,1-1 0 0 0,-1 1-1 0 0,0-1 1 0 0,1 1 0 0 0,-1-1 0 0 0,0 1-1 0 0,1-1 1 0 0,-1 1 0 0 0,0-1-1 0 0,1 0 1 0 0,-1 1 0 0 0,1-1 0 0 0,-1 0-1 0 0,1 1 1 0 0,-1-1 0 0 0,1 0-1 0 0,-1 0 1 0 0,1 1 0 0 0,-1-1-1 0 0,1 0 1 0 0,-1 0 0 0 0,1 0 0 0 0,-1 0-1 0 0,1 0 1 0 0,0 0 0 0 0,22 1 632 0 0,-13-3-583 0 0,0 0 0 0 0,0-1 0 0 0,-1-1 0 0 0,1 0 0 0 0,-1 0 1 0 0,1-1-1 0 0,8-5 0 0 0,7-7 19 0 0,24-21 1 0 0,-22 14-82 0 0,-1-2 1 0 0,-1-1-1 0 0,-1 0 1 0 0,-2-2-1 0 0,-1-1 0 0 0,-1 0 1 0 0,-1-2-1 0 0,-2 0 1 0 0,19-52-1 0 0,-7 5-61 0 0,-5-1 0 0 0,-3-1 0 0 0,11-84 0 0 0,2-85-45 0 0,-34 248 66 0 0,-5 20-9 0 0,-7 56 83 0 0,-4 86 0 0 0,11-99-30 0 0,-3 33 48 0 0,5 0 0 0 0,3 0-1 0 0,22 163 1 0 0,-19-240-125 0 0,1 1 0 0 0,0-1 1 0 0,1 0-1 0 0,1 0 0 0 0,1-1 1 0 0,0 0-1 0 0,18 28 0 0 0,-22-39-208 0 0,0 0-1 0 0,1 0 1 0 0,0-1-1 0 0,0 1 0 0 0,0-1 1 0 0,1 0-1 0 0,0 0 1 0 0,-1-1-1 0 0,1 1 1 0 0,0-1-1 0 0,1 0 1 0 0,-1 0-1 0 0,1-1 1 0 0,-1 1-1 0 0,1-1 1 0 0,0 0-1 0 0,-1-1 0 0 0,1 0 1 0 0,0 0-1 0 0,0 0 1 0 0,0 0-1 0 0,0-1 1 0 0,0 0-1 0 0,0 0 1 0 0,0-1-1 0 0,10-2 1 0 0,14-6-3012 0 0,4-5-1212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3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14 203 1864 0 0,'0'-47'2759'0'0,"1"2"1064"0"0,-7-64 0 0 0,6 107-3455 0 0,-3 18 383 0 0,-2 212 2428 0 0,6-138-2576 0 0,21 356 754 0 0,-17-372-1122 0 0,-5-73-224 0 0,0 0 0 0 0,0 0-1 0 0,0 0 1 0 0,0 0-1 0 0,0 0 1 0 0,0 0-1 0 0,0 0 1 0 0,1 0 0 0 0,-1 0-1 0 0,0 0 1 0 0,1 0-1 0 0,-1 0 1 0 0,1 0-1 0 0,-1-1 1 0 0,1 1-1 0 0,-1 0 1 0 0,1 0 0 0 0,1 1-1 0 0,-2-2-6 0 0,0 0 0 0 0,1 0-1 0 0,-1 0 1 0 0,1 0-1 0 0,-1 0 1 0 0,1 0 0 0 0,-1 0-1 0 0,1 0 1 0 0,-1 0 0 0 0,1-1-1 0 0,-1 1 1 0 0,1 0 0 0 0,-1 0-1 0 0,1 0 1 0 0,-1-1 0 0 0,1 1-1 0 0,-1 0 1 0 0,0 0-1 0 0,1-1 1 0 0,-1 1 0 0 0,0 0-1 0 0,1-1 1 0 0,-1 1 0 0 0,0-1-1 0 0,1 0 1 0 0,23-37 36 0 0,-20 32-32 0 0,15-29 0 0 0,54-89-59 0 0,-61 106 20 0 0,0 2 0 0 0,1 0 0 0 0,1 0 0 0 0,29-25 0 0 0,-38 38 22 0 0,-1-1-1 0 0,1 1 0 0 0,0 0 0 0 0,1 0 0 0 0,5-3 0 0 0,3 4-21 0 0,-11 2 31 0 0,0 1 0 0 0,0-1 0 0 0,-1 0-1 0 0,1 1 1 0 0,0 0 0 0 0,0-1 0 0 0,-1 1 0 0 0,1 0 0 0 0,0 0 0 0 0,-1 1 0 0 0,1-1 0 0 0,-1 0 0 0 0,0 1 0 0 0,1 0 0 0 0,2 2 0 0 0,-1 0 5 0 0,0 0 0 0 0,-1 0 0 0 0,0 0 0 0 0,0 1 0 0 0,0-1-1 0 0,0 1 1 0 0,3 8 0 0 0,0 5 15 0 0,0 1-1 0 0,-1 0 1 0 0,3 29-1 0 0,-3 21 18 0 0,-5-55-28 0 0,0-1 0 0 0,1 1 1 0 0,0-1-1 0 0,2 1 1 0 0,-1-1-1 0 0,1 0 0 0 0,1 0 1 0 0,6 14-1 0 0,-9-25-3 0 0,1 0 0 0 0,-1 0 0 0 0,0 0 0 0 0,1 0-1 0 0,-1 0 1 0 0,1-1 0 0 0,0 1 0 0 0,-1 0 0 0 0,1-1 0 0 0,0 0 0 0 0,0 1-1 0 0,0-1 1 0 0,0 0 0 0 0,0 0 0 0 0,1 0 0 0 0,3 1 0 0 0,-1-1-1 0 0,0 0 1 0 0,0 0-1 0 0,0-1 0 0 0,0 1 1 0 0,0-1-1 0 0,0-1 1 0 0,8 0-1 0 0,5-3-22 0 0,-1 0-1 0 0,0-1 1 0 0,22-10-1 0 0,-3 0-295 0 0,-2-2-1 0 0,0-1 0 0 0,54-38 1 0 0,-69 42 167 0 0,-1-1 1 0 0,0-1-1 0 0,-1 0 1 0 0,-1-1-1 0 0,-1-1 1 0 0,0 0-1 0 0,16-29 1 0 0,-29 43 128 0 0,1 0 1 0 0,-1-1-1 0 0,-1 1 1 0 0,1-1-1 0 0,-1 1 1 0 0,0-1 0 0 0,1-6-1 0 0,-2 9 40 0 0,-1 2-2 0 0,0-1 1 0 0,0 1-1 0 0,0 0 0 0 0,0-1 1 0 0,0 1-1 0 0,0 0 0 0 0,0 0 1 0 0,0 0-1 0 0,0 0 0 0 0,0 0 1 0 0,0 0-1 0 0,-3 0 0 0 0,-4 7 115 0 0,0-1 0 0 0,1 1-1 0 0,-1 0 1 0 0,1 1-1 0 0,1 0 1 0 0,0 0 0 0 0,0 0-1 0 0,0 1 1 0 0,1 0 0 0 0,0 0-1 0 0,1 1 1 0 0,0-1 0 0 0,-5 19-1 0 0,6-21-94 0 0,1 1-1 0 0,0 0 1 0 0,1 0-1 0 0,0 0 1 0 0,0 1-1 0 0,0-1 1 0 0,1 0-1 0 0,0 0 1 0 0,1 0-1 0 0,0 0 1 0 0,0 0-1 0 0,1 0 1 0 0,0 0-1 0 0,0 0 1 0 0,1 0-1 0 0,0-1 1 0 0,0 1-1 0 0,6 9 0 0 0,-4-13-28 0 0,-1 1 0 0 0,1-1 0 0 0,-1 1 0 0 0,1-1 0 0 0,0-1 0 0 0,1 1-1 0 0,-1-1 1 0 0,1 0 0 0 0,-1 0 0 0 0,1 0 0 0 0,0-1 0 0 0,0 0 0 0 0,0 0-1 0 0,0-1 1 0 0,12 2 0 0 0,2 0-349 0 0,-1-2-1 0 0,0 0 1 0 0,39-4-1 0 0,-25-1-1813 0 0,49-13-1 0 0,-58 11-682 0 0,27-13 0 0 0,-3-4-3177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0 3188 0 0,'-286'79'14560'0'0,"285"-79"-14526"0"0,1 0-1 0 0,-1 0 1 0 0,1 0-1 0 0,-1 0 1 0 0,1 0 0 0 0,-1 0-1 0 0,1 1 1 0 0,0-1-1 0 0,-1 0 1 0 0,1 0-1 0 0,-1 0 1 0 0,1 1-1 0 0,0-1 1 0 0,-1 0 0 0 0,1 1-1 0 0,0-1 1 0 0,-1 0-1 0 0,1 1 1 0 0,0-1-1 0 0,0 0 1 0 0,-1 1-1 0 0,1-1 1 0 0,0 0-1 0 0,0 1 1 0 0,0-1 0 0 0,-1 1-1 0 0,1-1 1 0 0,0 1-1 0 0,0-1 1 0 0,0 0-1 0 0,0 1 1 0 0,0 0-1 0 0,0 0-14 0 0,0-1 0 0 0,1 1 0 0 0,-1-1 0 0 0,1 1-1 0 0,-1-1 1 0 0,1 1 0 0 0,-1-1 0 0 0,1 1 0 0 0,-1-1-1 0 0,1 0 1 0 0,-1 1 0 0 0,1-1 0 0 0,-1 0 0 0 0,1 1-1 0 0,0-1 1 0 0,-1 0 0 0 0,1 0 0 0 0,0 0 0 0 0,-1 1-1 0 0,1-1 1 0 0,-1 0 0 0 0,1 0 0 0 0,0 0 0 0 0,-1 0-1 0 0,1 0 1 0 0,0 0 0 0 0,0-1 0 0 0,348-25-33 0 0,-231 13-4961 0 0,-88 10-1223 0 0,-17 1 407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60 1308 0 0,'0'0'4861'0'0,"-16"-1"1164"0"0,10 2-6069 0 0,20-1 793 0 0,171-26-646 0 0,-4 1-68 0 0,-9 16-219 0 0,-56 14-6275 0 0,-99-3 2469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1094 1764 0 0,'21'-23'1831'0'0,"-2"-1"1"0"0,-2 0-1 0 0,19-33 1 0 0,-21 30-755 0 0,-2-1 1 0 0,19-58-1 0 0,-22 49-776 0 0,-2-1 0 0 0,-1-1 0 0 0,-2 1-1 0 0,-2-1 1 0 0,-1 0 0 0 0,-4-40 0 0 0,-3 17-130 0 0,-3-1 1 0 0,-3 1-1 0 0,-2 1 0 0 0,-3 0 1 0 0,-2 1-1 0 0,-29-63 0 0 0,35 105-89 0 0,12 17-77 0 0,0 1-1 0 0,-1-1 0 0 0,1 1 0 0 0,0 0 0 0 0,-1-1 0 0 0,1 1 1 0 0,-1 0-1 0 0,1-1 0 0 0,-1 1 0 0 0,1 0 0 0 0,-1 0 1 0 0,1-1-1 0 0,-1 1 0 0 0,1 0 0 0 0,-1 0 0 0 0,1 0 0 0 0,-1 0 1 0 0,1 0-1 0 0,-1 0 0 0 0,1 0 0 0 0,-2 0 0 0 0,1 1 3 0 0,-1 0-1 0 0,1 0 0 0 0,0 0 0 0 0,-1 0 0 0 0,1 1 0 0 0,0-1 0 0 0,0 0 0 0 0,0 1 1 0 0,0-1-1 0 0,0 1 0 0 0,0-1 0 0 0,0 1 0 0 0,0-1 0 0 0,1 1 0 0 0,-1 0 1 0 0,1-1-1 0 0,-1 1 0 0 0,1 0 0 0 0,-1 2 0 0 0,-8 32 51 0 0,1 1 0 0 0,-3 48 0 0 0,1 77 23 0 0,9-129-63 0 0,1 556 285 0 0,29 3-26 0 0,-22-481-224 0 0,6 98 52 0 0,12 268 88 0 0,-28 0 68 0 0,-24-219-67 0 0,20-220-151 0 0,-2 0 0 0 0,-1-1 0 0 0,-2-1-1 0 0,-28 60 1 0 0,34-84-22 0 0,-1 0 0 0 0,0 0 0 0 0,0-1 0 0 0,-1 0 0 0 0,-1 0 0 0 0,-10 10 0 0 0,16-19-12 0 0,0 1 1 0 0,1-1 0 0 0,-1 1 0 0 0,-1-1 0 0 0,1 0 0 0 0,0 0 0 0 0,0 0 0 0 0,-1-1 0 0 0,1 1 0 0 0,-1-1 0 0 0,0 0 0 0 0,1 0 0 0 0,-1 0 0 0 0,0 0 0 0 0,1-1 0 0 0,-1 0 0 0 0,0 1 0 0 0,0-1 0 0 0,0 0 0 0 0,1-1 0 0 0,-1 1 0 0 0,0-1-1 0 0,0 0 1 0 0,1 0 0 0 0,-7-2 0 0 0,1-2-4 0 0,1 0 0 0 0,-1 0 0 0 0,1 0-1 0 0,1-1 1 0 0,-1 0 0 0 0,1-1 0 0 0,0 0-1 0 0,1 0 1 0 0,0 0 0 0 0,0-1 0 0 0,0 0-1 0 0,1 0 1 0 0,0 0 0 0 0,-7-16 0 0 0,4 3-12 0 0,0 0 1 0 0,1-1-1 0 0,1 0 0 0 0,1 0 1 0 0,-3-28-1 0 0,6 22 2 0 0,1 0-1 0 0,1-1 0 0 0,1 1 0 0 0,2 0 0 0 0,1 0 0 0 0,1 0 1 0 0,2 0-1 0 0,0 0 0 0 0,2 1 0 0 0,1 1 0 0 0,1 0 0 0 0,21-36 1 0 0,-11 27 6 0 0,2 0 1 0 0,2 2-1 0 0,1 0 1 0 0,1 2-1 0 0,2 1 1 0 0,1 1-1 0 0,63-46 1 0 0,55-21-63 0 0,7-6 1 0 0,-145 96 56 0 0,-1-2-1 0 0,0 1 1 0 0,-1-1 0 0 0,0-1 0 0 0,0 0 0 0 0,0 0 0 0 0,-1 0 0 0 0,7-13 0 0 0,-12 17 0 0 0,1-1 1 0 0,-1 1-1 0 0,1-1 1 0 0,-2 0-1 0 0,1 0 1 0 0,-1 0 0 0 0,0 0-1 0 0,0 0 1 0 0,0 0-1 0 0,-1 0 1 0 0,0 0 0 0 0,0-1-1 0 0,-1 1 1 0 0,0 0-1 0 0,0 0 1 0 0,0 0-1 0 0,-3-7 1 0 0,-2-3 0 0 0,0 1 1 0 0,-1 0-1 0 0,-1 0 1 0 0,0 1-1 0 0,-1 0 0 0 0,0 0 1 0 0,-20-21-1 0 0,12 18-3 0 0,-1 0 0 0 0,-1 1 0 0 0,0 1-1 0 0,-35-20 1 0 0,2 7-4 0 0,-2 3 0 0 0,-1 2 0 0 0,-86-23-1 0 0,129 41-148 0 0,0 1-1 0 0,0-1 1 0 0,-12-8-1 0 0,22 12-237 0 0,2 0 260 0 0,0-1 0 0 0,1 1-1 0 0,-1 0 1 0 0,1-1 0 0 0,-1 1 0 0 0,1 0 0 0 0,-1-1 0 0 0,1 1-1 0 0,0 0 1 0 0,0 0 0 0 0,-1 0 0 0 0,1 0 0 0 0,0-1 0 0 0,0 1-1 0 0,0 0 1 0 0,0 1 0 0 0,0-1 0 0 0,1 0 0 0 0,-1 0 0 0 0,2-1-1 0 0,31-14-3554 0 0,-24 12 1311 0 0,10-6-3034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73 136 0 0,'-13'-43'10393'0'0,"6"18"-7278"0"0,6 23-2660 0 0,1 2-424 0 0,0 0 0 0 0,0 0 0 0 0,-1 1 0 0 0,1-1 0 0 0,0 0 0 0 0,0 0 0 0 0,0 0 0 0 0,-1 0 0 0 0,1 0 0 0 0,0 1 0 0 0,0-1 0 0 0,-1 0 0 0 0,1 0 0 0 0,0 0 0 0 0,0 0 0 0 0,-1 0 0 0 0,1 0 0 0 0,0 0 0 0 0,0 0 0 0 0,-1 0 0 0 0,1 0 0 0 0,0 0 0 0 0,0 0 0 0 0,-1 0 0 0 0,1 0 0 0 0,0 0 0 0 0,0 0 0 0 0,-1 0 0 0 0,1 0 0 0 0,0 0 0 0 0,0-1 0 0 0,-1 1 0 0 0,1 0 0 0 0,0 0 0 0 0,0 0 0 0 0,0 0 0 0 0,-1 0 0 0 0,1-1 1 0 0,0 1-1 0 0,0 0 0 0 0,0 0 0 0 0,0 0 0 0 0,-1-1 0 0 0,1 1 0 0 0,0 0 0 0 0,0 0 0 0 0,0-1 0 0 0,0 1 0 0 0,0 0 0 0 0,0-1 0 0 0,0 15-107 0 0,4 88 658 0 0,-3-91-1052 0 0,1-1-1 0 0,0 1 1 0 0,1-1 0 0 0,0 1 0 0 0,0-1 0 0 0,1 0-1 0 0,8 15 1 0 0,-1-12-4646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7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49 153 2108 0 0,'-45'-142'12341'0'0,"42"132"-12310"0"0,17 25-5669 0 0,-10-10 3610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7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2312 0 0,'8'14'4526'0'0,"47"109"1576"0"0,-36-77-5448 0 0,-2 7 459 0 0,-6-18 1590 0 0,-11-33-2256 0 0,4-13-268 0 0,1 0 0 0 0,0 1 0 0 0,0 0 0 0 0,1 0-1 0 0,0 0 1 0 0,1 1 0 0 0,0 0 0 0 0,15-16 0 0 0,-2 7-1579 0 0,1 1 1 0 0,37-23-1 0 0,15 0-7119 0 0,-56 31 4174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 1376 0 0,'-3'0'3134'0'0,"-3"0"-2721"0"0,-1 0 0 0 0,1 1 0 0 0,0 0 0 0 0,-1 1 0 0 0,1-1 0 0 0,0 1 0 0 0,0 0 0 0 0,0 1 0 0 0,0-1 0 0 0,0 1 0 0 0,1 0 0 0 0,-1 1 0 0 0,1-1 0 0 0,0 1 0 0 0,-7 7 0 0 0,7-7-350 0 0,1 1 0 0 0,0 0 0 0 0,0 0 0 0 0,0 0 0 0 0,0 0 0 0 0,1 0 0 0 0,0 1 0 0 0,0 0 0 0 0,1-1 0 0 0,-1 1 0 0 0,1 0-1 0 0,1 0 1 0 0,-1 1 0 0 0,1-1 0 0 0,0 0 0 0 0,0 0 0 0 0,1 1 0 0 0,0-1 0 0 0,0 0 0 0 0,0 1 0 0 0,1-1 0 0 0,0 0 0 0 0,0 0 0 0 0,4 11 0 0 0,3 2 53 0 0,2-1 0 0 0,0 0 1 0 0,21 29-1 0 0,-19-32 155 0 0,-1 2-1 0 0,-1-1 1 0 0,16 37 0 0 0,-25-50-138 0 0,0 0 0 0 0,0 0 1 0 0,0 0-1 0 0,0 0 0 0 0,-1 0 0 0 0,1 0 0 0 0,-1 1 0 0 0,0-1 1 0 0,0 0-1 0 0,0 0 0 0 0,0 0 0 0 0,-1 1 0 0 0,1-1 1 0 0,-1 0-1 0 0,0 0 0 0 0,0 0 0 0 0,0 0 0 0 0,-3 6 1 0 0,2-6-50 0 0,-1 0 0 0 0,1 0 0 0 0,-1 1-1 0 0,0-2 1 0 0,0 1 0 0 0,0 0 0 0 0,0 0 0 0 0,-1-1 0 0 0,1 0 0 0 0,-1 0 0 0 0,1 0 0 0 0,-1 0 0 0 0,-5 1 0 0 0,2 0-182 0 0,0-1-1 0 0,0 0 0 0 0,0-1 0 0 0,0 1 0 0 0,0-1 1 0 0,0-1-1 0 0,-1 0 0 0 0,1 0 0 0 0,0 0 0 0 0,-1-1 1 0 0,1 0-1 0 0,0 0 0 0 0,0 0 0 0 0,0-1 0 0 0,0-1 1 0 0,-10-4-1 0 0,15 6-207 0 0,0 0 1 0 0,0-1 0 0 0,0 1-1 0 0,0-1 1 0 0,1 0-1 0 0,-1 0 1 0 0,1 0-1 0 0,-1 0 1 0 0,1 0 0 0 0,-3-3-1 0 0,-2-15-4746 0 0,4 5-399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8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1968 0 0,'52'-40'10851'0'0,"-50"39"-10226"0"0,-2 1-521 0 0,1 1 1 0 0,0-1-1 0 0,-1 1 0 0 0,1-1 1 0 0,-1 1-1 0 0,1-1 1 0 0,0 1-1 0 0,-1 0 0 0 0,1-1 1 0 0,-1 1-1 0 0,0 0 1 0 0,1 0-1 0 0,-1-1 0 0 0,1 1 1 0 0,-1 0-1 0 0,0 0 0 0 0,0-1 1 0 0,1 1-1 0 0,-1 0 1 0 0,0 1-1 0 0,4 17 835 0 0,0 28-22 0 0,-3-1 0 0 0,-2 1 1 0 0,-10 68-1 0 0,-1 28-732 0 0,12-115-210 0 0,0-1-1 0 0,2 0 0 0 0,6 34 0 0 0,-6-52-275 0 0,0 0 0 0 0,1-1 0 0 0,0 1 1 0 0,0-1-1 0 0,5 9 0 0 0,12 8-2535 0 0,-18-23 2112 0 0,0 0-1 0 0,1 0 0 0 0,-1 0 0 0 0,1-1 0 0 0,0 1 0 0 0,-1-1 0 0 0,1 0 0 0 0,4 2 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8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86 48 0 0,'-88'-14'10729'0'0,"20"4"-4962"0"0,65 10-4695 0 0,33-14-532 0 0,178-8-441 0 0,-114 15-2594 0 0,0-4-4378 0 0,-53 3 390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49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398 151 1248 0 0,'0'-6'678'0'0,"-1"0"-1"0"0,1 0 1 0 0,-1 0-1 0 0,-1-1 1 0 0,1 1-1 0 0,-1 0 1 0 0,0 1-1 0 0,0-1 1 0 0,-1 0-1 0 0,1 0 1 0 0,-6-6-1 0 0,4 6-398 0 0,-1 0 0 0 0,1 0 0 0 0,-1 1 0 0 0,-1-1 1 0 0,1 1-1 0 0,-1 0 0 0 0,0 1 0 0 0,0-1 0 0 0,-1 1 0 0 0,1 0 0 0 0,-1 1 0 0 0,0 0 0 0 0,1 0 0 0 0,-10-2 1 0 0,12 4-235 0 0,0 0 0 0 0,1 1 0 0 0,-1 0 0 0 0,0 0 0 0 0,0 0 0 0 0,0 0 0 0 0,1 0 0 0 0,-1 1 1 0 0,0 0-1 0 0,1 0 0 0 0,-1 0 0 0 0,0 0 0 0 0,1 1 0 0 0,-7 2 0 0 0,-2 3 27 0 0,-1 1-1 0 0,-14 11 1 0 0,24-17-60 0 0,-13 12 40 0 0,0 0 0 0 0,0 0 0 0 0,1 2 1 0 0,-21 28-1 0 0,28-33-39 0 0,0 1 0 0 0,1 0 0 0 0,0 0 0 0 0,1 1 0 0 0,0-1-1 0 0,1 1 1 0 0,1 1 0 0 0,-4 13 0 0 0,7-21-10 0 0,0-1 0 0 0,1 1 0 0 0,-1 0 0 0 0,1-1 0 0 0,0 1 0 0 0,1-1 0 0 0,-1 1 1 0 0,1 0-1 0 0,0-1 0 0 0,0 1 0 0 0,1-1 0 0 0,0 0 0 0 0,3 8 0 0 0,-3-9-1 0 0,1-1 1 0 0,-1 1 0 0 0,1 0-1 0 0,0-1 1 0 0,0 1 0 0 0,0-1-1 0 0,1 0 1 0 0,-1 0 0 0 0,1-1-1 0 0,0 1 1 0 0,0-1-1 0 0,0 1 1 0 0,0-1 0 0 0,0 0-1 0 0,0-1 1 0 0,7 3 0 0 0,-3-2-1 0 0,0 0 0 0 0,0 0-1 0 0,0-1 1 0 0,0 0 0 0 0,0-1 0 0 0,0 1 0 0 0,0-2 0 0 0,0 1 0 0 0,0-1 0 0 0,0 0 0 0 0,0-1 0 0 0,0 0 0 0 0,-1 0 0 0 0,1 0 0 0 0,0-1 0 0 0,-1-1 0 0 0,0 1-1 0 0,11-8 1 0 0,-6 3 47 0 0,-1-1-1 0 0,0-1 0 0 0,0 0 0 0 0,-1 0 0 0 0,-1-1 1 0 0,0 0-1 0 0,0-1 0 0 0,-1 0 0 0 0,10-20 0 0 0,32-58 2276 0 0,-49 89-2273 0 0,11 23 87 0 0,-5 36 319 0 0,-4 0 1 0 0,-5 99 0 0 0,-28 117 81 0 0,13-132-389 0 0,3-44-114 0 0,-4 48-911 0 0,16-121-1932 0 0,5 46 0 0 0,-1-57-1611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0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1904 0 0,'27'-151'12689'0'0,"-14"186"-11945"0"0,-9-14-618 0 0,0 1 1 0 0,1-1 0 0 0,1-1-1 0 0,15 36 1 0 0,-19-51-120 0 0,1 0 0 0 0,-1 0 0 0 0,1 0 0 0 0,0 0 1 0 0,1-1-1 0 0,-1 0 0 0 0,1 1 0 0 0,0-1 0 0 0,0-1 0 0 0,0 1 0 0 0,0 0 1 0 0,1-1-1 0 0,-1 0 0 0 0,1 0 0 0 0,0-1 0 0 0,0 1 0 0 0,0-1 1 0 0,0 0-1 0 0,0 0 0 0 0,1-1 0 0 0,-1 1 0 0 0,1-1 0 0 0,8 1 0 0 0,-4-2-18 0 0,-1-1-1 0 0,1 0 1 0 0,-1 0-1 0 0,1-1 1 0 0,-1 0-1 0 0,0 0 1 0 0,0-1-1 0 0,0 0 1 0 0,0-1-1 0 0,0 0 1 0 0,-1-1-1 0 0,1 1 1 0 0,-1-2-1 0 0,-1 1 1 0 0,1-1-1 0 0,-1 0 0 0 0,12-12 1 0 0,5-9 436 0 0,-1-2 1 0 0,-2 0-1 0 0,24-41 0 0 0,-34 52 304 0 0,-10 16-599 0 0,13-17 392 0 0,-7 16-381 0 0,-3 13-85 0 0,-2 24 17 0 0,-5 46-1 0 0,-1 1-2 0 0,4-66-319 0 0,0 0 0 0 0,1 0-1 0 0,1 0 1 0 0,0 0 0 0 0,8 25-1 0 0,-8-35-181 0 0,0 1-1 0 0,1 0 0 0 0,0-1 1 0 0,0 0-1 0 0,0 0 0 0 0,1 0 0 0 0,4 5 1 0 0,-4-6-355 0 0,0 0-1 0 0,0 0 1 0 0,1 0 0 0 0,0-1 0 0 0,0 1-1 0 0,0-1 1 0 0,0 0 0 0 0,8 2 0 0 0,13 3-4213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0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329 104 1324 0 0,'0'-9'1607'0'0,"0"1"-230"0"0,0 0 1 0 0,0-1 0 0 0,-1 1 0 0 0,-4-16-1 0 0,5 22-1212 0 0,-1 0 0 0 0,1 0 0 0 0,-1 0 0 0 0,0 0-1 0 0,0 0 1 0 0,0 0 0 0 0,0 0 0 0 0,-1 0-1 0 0,1 1 1 0 0,0-1 0 0 0,-1 1 0 0 0,1-1 0 0 0,-1 1-1 0 0,1-1 1 0 0,-1 1 0 0 0,0 0 0 0 0,0-1 0 0 0,1 1-1 0 0,-1 0 1 0 0,0 0 0 0 0,0 1 0 0 0,0-1 0 0 0,0 0-1 0 0,0 1 1 0 0,-4-1 0 0 0,0 0-86 0 0,-1 2 0 0 0,1-1 0 0 0,0 1 0 0 0,0 0 0 0 0,0 0-1 0 0,-1 1 1 0 0,1-1 0 0 0,1 1 0 0 0,-1 1 0 0 0,0-1 0 0 0,0 1 0 0 0,1 0 0 0 0,0 0 0 0 0,-1 1 0 0 0,1 0 0 0 0,-6 5 0 0 0,-9 8 112 0 0,1 2 0 0 0,-27 32 0 0 0,29-31-93 0 0,1 1-1 0 0,-18 32 0 0 0,30-47-85 0 0,1 0 0 0 0,0-1-1 0 0,0 1 1 0 0,1 0-1 0 0,0 1 1 0 0,0-1-1 0 0,0 0 1 0 0,1 1-1 0 0,0-1 1 0 0,0 1-1 0 0,0-1 1 0 0,1 1 0 0 0,0-1-1 0 0,1 1 1 0 0,1 8-1 0 0,-1-12-9 0 0,-1-1-1 0 0,1 1 0 0 0,0-1 1 0 0,0 1-1 0 0,1-1 1 0 0,-1 0-1 0 0,0 0 0 0 0,1 0 1 0 0,0 0-1 0 0,-1 0 1 0 0,1 0-1 0 0,0 0 0 0 0,0 0 1 0 0,0-1-1 0 0,0 1 1 0 0,0-1-1 0 0,0 1 0 0 0,1-1 1 0 0,-1 0-1 0 0,5 2 1 0 0,-6-2-3 0 0,1 0 1 0 0,-1-1 0 0 0,1 1-1 0 0,0 0 1 0 0,-1-1 0 0 0,1 1-1 0 0,0-1 1 0 0,0 0 0 0 0,-1 1 0 0 0,1-1-1 0 0,0 0 1 0 0,0 0 0 0 0,-1 0-1 0 0,1 0 1 0 0,0 0 0 0 0,2-1-1 0 0,2-1 1 0 0,1 1-1 0 0,0 0 0 0 0,0 0 0 0 0,0-1 1 0 0,0 0-1 0 0,0-1 0 0 0,-1 1 0 0 0,1-1 1 0 0,-1 0-1 0 0,1-1 0 0 0,-1 0 1 0 0,0 0-1 0 0,-1 0 0 0 0,1-1 0 0 0,5-5 1 0 0,8-10-41 0 0,0-1 1 0 0,19-27-1 0 0,-32 39 21 0 0,58-80 35 0 0,-35 54 53 0 0,-28 35-67 0 0,-1 0 0 0 0,1 1 0 0 0,-1-1 1 0 0,1 0-1 0 0,-1 0 0 0 0,1 0 1 0 0,-1 1-1 0 0,1-1 0 0 0,-1 0 1 0 0,1 1-1 0 0,-1-1 0 0 0,1 0 1 0 0,-1 1-1 0 0,1-1 0 0 0,-1 0 1 0 0,0 1-1 0 0,1-1 0 0 0,-1 1 1 0 0,0-1-1 0 0,1 1 0 0 0,-1-1 1 0 0,0 1-1 0 0,0-1 0 0 0,1 1 1 0 0,-1-1-1 0 0,0 1 0 0 0,0-1 1 0 0,0 2-1 0 0,3 18 35 0 0,-3-17-30 0 0,1 27 72 0 0,-2 0 1 0 0,-6 38 0 0 0,0 9-340 0 0,6-67-215 0 0,1 30-1493 0 0,3-14-3986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1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272 675 1468 0 0,'0'0'130'0'0,"-1"-12"1924"0"0,-1 1-1 0 0,0-1 0 0 0,0 1 1 0 0,-2 0-1 0 0,-8-21 1 0 0,12 31-1994 0 0,-1 0 0 0 0,1 0 0 0 0,-1 1 0 0 0,1-1 0 0 0,-1 0 0 0 0,0 0 0 0 0,0 0 0 0 0,1 1 0 0 0,-1-1 0 0 0,0 0 0 0 0,0 1 0 0 0,0-1 0 0 0,0 1 0 0 0,0-1 0 0 0,0 1 0 0 0,0-1 0 0 0,0 1 0 0 0,0 0 0 0 0,0-1 0 0 0,0 1 0 0 0,0 0 0 0 0,-2 0 0 0 0,1 0-5 0 0,-1 0 0 0 0,1 0 0 0 0,0 1-1 0 0,-1-1 1 0 0,1 1 0 0 0,-1 0-1 0 0,1-1 1 0 0,0 1 0 0 0,-4 2-1 0 0,-1 1 2 0 0,0 1 1 0 0,0-1-1 0 0,1 1 0 0 0,-10 9 0 0 0,-1 3-5 0 0,2 1 1 0 0,0 0-1 0 0,0 1 1 0 0,2 0-1 0 0,1 1 0 0 0,0 1 1 0 0,1 0-1 0 0,2 0 1 0 0,0 1-1 0 0,1 0 1 0 0,1 1-1 0 0,-6 40 1 0 0,12-60-51 0 0,1-1 1 0 0,-1 1-1 0 0,1 0 1 0 0,0 0-1 0 0,0 0 1 0 0,1 0 0 0 0,-1 0-1 0 0,0-1 1 0 0,1 1-1 0 0,0 0 1 0 0,0 0-1 0 0,-1-1 1 0 0,2 1-1 0 0,-1 0 1 0 0,0-1 0 0 0,0 1-1 0 0,1-1 1 0 0,0 1-1 0 0,-1-1 1 0 0,1 0-1 0 0,0 0 1 0 0,0 0 0 0 0,0 0-1 0 0,4 3 1 0 0,-3-4 0 0 0,1 1 0 0 0,-1 0 0 0 0,1-1 0 0 0,0 0 0 0 0,0 0 1 0 0,0 0-1 0 0,0 0 0 0 0,-1 0 0 0 0,1-1 0 0 0,0 0 0 0 0,0 0 1 0 0,0 0-1 0 0,0 0 0 0 0,0-1 0 0 0,0 1 0 0 0,0-1 0 0 0,4-1 1 0 0,4-3-45 0 0,0 1 0 0 0,0-2 0 0 0,0 0 0 0 0,-1 0 0 0 0,0-1 0 0 0,0 0 1 0 0,-1-1-1 0 0,0 0 0 0 0,0-1 0 0 0,-1 0 0 0 0,0-1 0 0 0,-1 1 0 0 0,0-2 1 0 0,9-14-1 0 0,6-12-425 0 0,-2-1 0 0 0,30-78 0 0 0,-24 43-100 0 0,33-152-1 0 0,-7-84 1293 0 0,-44 249-341 0 0,-8 58-351 0 0,2 17 66 0 0,-1 5 1 0 0,0 1-1 0 0,-1 0 0 0 0,-1 0 0 0 0,-4 24 0 0 0,1-5 7 0 0,-2 48 67 0 0,0-5-78 0 0,2-1-1 0 0,13 123 0 0 0,-8-192-549 0 0,0 0-1 0 0,1 1 0 0 0,0-1 1 0 0,7 16-1 0 0,-7-24-318 0 0,0 1 1 0 0,0-1-1 0 0,0 0 0 0 0,0 0 0 0 0,1 0 0 0 0,0 0 1 0 0,5 5-1 0 0,8 3-4363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2608 0 0,'1'-3'686'0'0,"0"0"138"0"0,0-1 1 0 0,1 1-1 0 0,-1 0 0 0 0,1 0 0 0 0,-1 0 0 0 0,1 0 0 0 0,0 0 0 0 0,0 0 0 0 0,1 1 0 0 0,2-4 0 0 0,-4 7-719 0 0,1-1 0 0 0,-1 1 0 0 0,0 0 0 0 0,1 0-1 0 0,-1 0 1 0 0,0 0 0 0 0,0 0 0 0 0,0 0 0 0 0,0 1 0 0 0,0-1 0 0 0,0 0 0 0 0,0 0-1 0 0,0 1 1 0 0,0 1 1 0 0,6 9 228 0 0,-1 1 0 0 0,0 0 0 0 0,-1 0 0 0 0,-1 0 0 0 0,0 1-1 0 0,3 17 1 0 0,5 85 835 0 0,-10-95-876 0 0,-4 53 3813 0 0,2-73-3533 0 0,0 9 1387 0 0,2-17-1932 0 0,1 0 0 0 0,-1-1 0 0 0,1 1 1 0 0,0 0-1 0 0,1 1 0 0 0,0-1 0 0 0,0 0 0 0 0,0 1 0 0 0,1 0 1 0 0,0 0-1 0 0,0 0 0 0 0,0 1 0 0 0,1 0 0 0 0,12-9 0 0 0,2-1-1279 0 0,1 1-1 0 0,1 1 1 0 0,31-14-1 0 0,-18 12-2940 0 0,2 1 0 0 0,37-10 0 0 0,-43 17-615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1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21 1700 0 0,'8'-5'5509'0'0,"-7"4"-5233"0"0,-2 1-120 0 0,1-1 0 0 0,0 0 0 0 0,-1 0 0 0 0,1 0 0 0 0,-1 0 0 0 0,1 1 1 0 0,-1-1-1 0 0,1 0 0 0 0,-1 0 0 0 0,0 1 0 0 0,1-1 0 0 0,-1 0 0 0 0,0 1 0 0 0,1-1 0 0 0,-1 1 1 0 0,0-1-1 0 0,0 1 0 0 0,0-1 0 0 0,1 1 0 0 0,-1 0 0 0 0,0-1 0 0 0,0 1 0 0 0,0 0 1 0 0,0 0-1 0 0,0 0 0 0 0,0-1 0 0 0,0 1 0 0 0,0 0 0 0 0,0 0 0 0 0,1 0 0 0 0,-1 0 1 0 0,0 1-1 0 0,0-1 0 0 0,-2 0 0 0 0,-3 1 186 0 0,-1 1 0 0 0,1-1 0 0 0,0 1 0 0 0,-8 3 0 0 0,-2 1-173 0 0,1 2 1 0 0,1-1-1 0 0,0 2 1 0 0,0 0 0 0 0,0 0-1 0 0,1 2 1 0 0,1-1-1 0 0,0 2 1 0 0,0 0-1 0 0,1 0 1 0 0,0 1 0 0 0,1 0-1 0 0,1 1 1 0 0,-10 18-1 0 0,18-30-159 0 0,0 0 1 0 0,0 0-1 0 0,0 0 0 0 0,0 0 0 0 0,0 0 1 0 0,1 0-1 0 0,-1 0 0 0 0,1 0 0 0 0,0 0 1 0 0,-1 0-1 0 0,1 0 0 0 0,0 1 0 0 0,0-1 1 0 0,0 0-1 0 0,0 0 0 0 0,1 0 0 0 0,-1 0 0 0 0,1 0 1 0 0,-1 0-1 0 0,1 1 0 0 0,0-1 0 0 0,0 0 1 0 0,-1-1-1 0 0,1 1 0 0 0,1 0 0 0 0,-1 0 1 0 0,0 0-1 0 0,0-1 0 0 0,3 3 0 0 0,-2-2-4 0 0,2 0-1 0 0,-1 0 1 0 0,0 0-1 0 0,0 0 1 0 0,1-1-1 0 0,-1 1 1 0 0,1-1-1 0 0,-1 0 1 0 0,1 0-1 0 0,0 0 1 0 0,-1-1-1 0 0,1 1 1 0 0,0-1-1 0 0,-1 0 0 0 0,6 0 1 0 0,-1-1-9 0 0,1 0 0 0 0,-1-1 0 0 0,0 0 0 0 0,0 0 0 0 0,0-1 0 0 0,0 0 0 0 0,0-1 0 0 0,0 1 0 0 0,-1-2 0 0 0,14-8 0 0 0,4-7-13 0 0,36-35-1 0 0,-35 31 16 0 0,31-27-4 0 0,-57 51 4 0 0,1 0 1 0 0,-1-1 0 0 0,1 1-1 0 0,-1-1 1 0 0,1 1-1 0 0,-1 0 1 0 0,1-1-1 0 0,-1 1 1 0 0,1 0-1 0 0,-1 0 1 0 0,1-1-1 0 0,0 1 1 0 0,-1 0-1 0 0,1 0 1 0 0,-1 0-1 0 0,1 0 1 0 0,0 0-1 0 0,-1 0 1 0 0,1 0-1 0 0,-1 0 1 0 0,1 0-1 0 0,0 0 1 0 0,-1 0 0 0 0,1 0-1 0 0,-1 0 1 0 0,1 1-1 0 0,0-1 1 0 0,-1 0-1 0 0,1 0 1 0 0,-1 1-1 0 0,1-1 1 0 0,-1 0-1 0 0,1 1 1 0 0,-1-1-1 0 0,1 1 1 0 0,-1-1-1 0 0,1 0 1 0 0,-1 1-1 0 0,0-1 1 0 0,1 1-1 0 0,-1-1 1 0 0,0 1 0 0 0,1-1-1 0 0,-1 1 1 0 0,0 0-1 0 0,0-1 1 0 0,1 1-1 0 0,-1-1 1 0 0,0 1-1 0 0,0-1 1 0 0,0 1-1 0 0,0 0 1 0 0,0 0-1 0 0,6 35 76 0 0,-6-35-72 0 0,2 41-25 0 0,3 20-541 0 0,5-22-4830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1 102 536 0 0,'15'-24'3894'0'0,"-12"18"-3202"0"0,0 1 0 0 0,1 0 0 0 0,-1 0 0 0 0,1 0 0 0 0,0 0 0 0 0,0 1 0 0 0,0 0 0 0 0,0-1 0 0 0,1 2 0 0 0,7-6 0 0 0,-11 9-626 0 0,0-1 0 0 0,1 1 0 0 0,-1 0 1 0 0,0-1-1 0 0,1 1 0 0 0,-1 0 0 0 0,1 0 0 0 0,-1 0 1 0 0,0 0-1 0 0,1 0 0 0 0,-1 0 0 0 0,1 1 1 0 0,-1-1-1 0 0,0 0 0 0 0,1 1 0 0 0,-1-1 0 0 0,0 1 1 0 0,2 0-1 0 0,20 13 787 0 0,-17-9-714 0 0,0 0 0 0 0,0 1 0 0 0,-1 0 0 0 0,0 0-1 0 0,0 0 1 0 0,0 0 0 0 0,-1 1 0 0 0,0 0 0 0 0,0 0 0 0 0,-1 0 0 0 0,4 12 0 0 0,-3-8-37 0 0,-1-1 0 0 0,-1 1 0 0 0,0 0 0 0 0,0-1 0 0 0,-1 1 0 0 0,0 0 0 0 0,-2 16 0 0 0,-9 13 326 0 0,10-40-425 0 0,0 0 0 0 0,0 0 0 0 0,-1 0 0 0 0,1 1 0 0 0,0-1 0 0 0,0 0 0 0 0,0 0 0 0 0,0 0 0 0 0,0 1 0 0 0,0-1 0 0 0,0 0-1 0 0,0 0 1 0 0,0 0 0 0 0,0 0 0 0 0,-1 1 0 0 0,1-1 0 0 0,0 0 0 0 0,0 0 0 0 0,0 0 0 0 0,0 0 0 0 0,-1 0 0 0 0,1 1 0 0 0,0-1 0 0 0,0 0 0 0 0,0 0 0 0 0,0 0 0 0 0,-1 0-1 0 0,1 0 1 0 0,0 0 0 0 0,0 0 0 0 0,0 0 0 0 0,-1 0 0 0 0,1 0 0 0 0,0 0 0 0 0,0 0 0 0 0,0 0 0 0 0,-1 0 0 0 0,1 0 0 0 0,0 0 0 0 0,0 0 0 0 0,0 0 0 0 0,-1 0 0 0 0,1 0-3 0 0,-1-1 0 0 0,1 1 0 0 0,0 0 0 0 0,0 0 0 0 0,-1 0 0 0 0,1-1 1 0 0,0 1-1 0 0,0 0 0 0 0,-1-1 0 0 0,1 1 0 0 0,0 0 0 0 0,0 0 0 0 0,0-1 0 0 0,-1 1 1 0 0,1 0-1 0 0,0-1 0 0 0,0 1 0 0 0,0-1 0 0 0,0 1 0 0 0,0 0 0 0 0,0-1 1 0 0,0 1-1 0 0,0 0 0 0 0,0-1 0 0 0,0 1 0 0 0,0 0 0 0 0,0-1 0 0 0,0 1 1 0 0,0 0-1 0 0,0-1 0 0 0,0 1 0 0 0,0 0 0 0 0,0-1 0 0 0,1 1 0 0 0,-1-1 1 0 0,9-20-15 0 0,1 0 0 0 0,1 1 1 0 0,1 0-1 0 0,0 1 1 0 0,2 0-1 0 0,0 1 1 0 0,1 0-1 0 0,1 2 0 0 0,0-1 1 0 0,30-21-1 0 0,-42 34 13 0 0,1 1-1 0 0,0 0 1 0 0,0 0-1 0 0,0 0 0 0 0,0 0 1 0 0,0 1-1 0 0,1 0 1 0 0,-1 0-1 0 0,1 0 1 0 0,-1 0-1 0 0,1 1 1 0 0,0 0-1 0 0,0 1 0 0 0,0-1 1 0 0,-1 1-1 0 0,1 0 1 0 0,0 0-1 0 0,0 1 1 0 0,0 0-1 0 0,-1 0 1 0 0,1 0-1 0 0,0 1 0 0 0,-1 0 1 0 0,1 0-1 0 0,-1 0 1 0 0,0 0-1 0 0,0 1 1 0 0,0 0-1 0 0,0 0 1 0 0,0 1-1 0 0,0-1 0 0 0,-1 1 1 0 0,0 0-1 0 0,0 0 1 0 0,0 1-1 0 0,0-1 1 0 0,-1 1-1 0 0,1 0 1 0 0,-1 0-1 0 0,0 0 0 0 0,3 9 1 0 0,-1 0-70 0 0,0 1-1 0 0,-2 0 1 0 0,1 0 0 0 0,-2 0 0 0 0,0 0-1 0 0,-1 1 1 0 0,0-1 0 0 0,-3 24 0 0 0,1-5-2769 0 0,5-26-36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2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187 121 1184 0 0,'5'-36'4267'0'0,"-3"24"-2402"0"0,-1 0 0 0 0,1 0 0 0 0,-2 0 0 0 0,-1-22 1 0 0,1 32-1529 0 0,-3 4-214 0 0,1 1-1 0 0,-1 0 1 0 0,1 0 0 0 0,0-1-1 0 0,0 1 1 0 0,1 0 0 0 0,-1 1-1 0 0,0-1 1 0 0,1 0 0 0 0,-1 4-1 0 0,2-7-81 0 0,-25 69 1262 0 0,4 1 0 0 0,-14 86 0 0 0,11-45-548 0 0,-35 184 98 0 0,56-275-823 0 0,-4 34 66 0 0,7-50-84 0 0,0 1 1 0 0,0-1-1 0 0,0 1 0 0 0,1-1 1 0 0,0 0-1 0 0,0 1 1 0 0,0-1-1 0 0,0 0 0 0 0,3 6 1 0 0,-4-9-13 0 0,0 0 3 0 0,1 0-1 0 0,-1 0 1 0 0,1-1-1 0 0,-1 1 1 0 0,1 0-1 0 0,-1-1 1 0 0,1 1-1 0 0,-1 0 1 0 0,1-1-1 0 0,-1 1 1 0 0,1-1-1 0 0,0 1 1 0 0,-1-1-1 0 0,1 1 1 0 0,0-1-1 0 0,0 1 1 0 0,-1-1-1 0 0,1 1 1 0 0,0-1-1 0 0,0 0 1 0 0,1 1-1 0 0,3 0-136 0 0,1 0 1 0 0,-1 0-1 0 0,1 0 0 0 0,-1-1 1 0 0,1 0-1 0 0,-1 0 0 0 0,1 0 1 0 0,-1 0-1 0 0,1-1 0 0 0,-1 0 0 0 0,1-1 1 0 0,-1 1-1 0 0,1-1 0 0 0,-1 0 1 0 0,0 0-1 0 0,0 0 0 0 0,0-1 1 0 0,7-5-1 0 0,-1 2-461 0 0,1-1-619 0 0,-1-1 1 0 0,0 0-1 0 0,19-18 0 0 0,5-14-5202 0 0,-19 18 900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16 1844 0 0,'-15'1'2879'0'0,"0"0"0"0"0,-30-3 1572 0 0,46 1-3818 0 0,4-1-475 0 0,-1 0 0 0 0,0 0 0 0 0,1 0-1 0 0,-1 1 1 0 0,1 0 0 0 0,-1 0 0 0 0,1 0-1 0 0,7 0 1 0 0,45-1 260 0 0,-34 2-271 0 0,225 1 732 0 0,-124 0-2357 0 0,0-2-5075 0 0,-90 1 1438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6:28:53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4628 0 0,'-16'22'13417'0'0,"15"-13"-11071"0"0,5-3-3709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437C-68BE-777A-357B-74B708BE1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8E2AC-5B2F-6378-23E7-71276B857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1AA8-AB50-5861-FB24-C52C40B4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9116-4ABF-7C17-661F-8A40495C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F9AAD-C4B6-DAC3-049F-836B9E76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6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2AAE-A23C-0DE8-A296-8EDCD7D5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A44AE-AF0A-E182-3AE1-021FB6151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03F2F-EFBD-5ADF-B627-5C472989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C210C-8748-56A4-688C-3CE87796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B72ED-8A05-0996-3E88-CFD1A7E6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07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5A43-403E-D701-A88A-3B6F2AA9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D2A3F-01EC-E5CF-440D-32D2222BC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E1BF4-6ED0-2F57-1A7B-102C91CF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EF17A-CF80-0844-AC24-D5329A4B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1D8E-442B-FE5E-B24D-5D686B18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3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7081-1084-7114-3B3F-A539A7D3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1955-6CF1-1548-55EC-243F80BB6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C096B-C504-707B-9562-DFDE7F17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7E368-3201-6D55-2F99-0A957DCB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D7CAA-C39F-6523-D9DF-B5DCEAD4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5E57-1CE2-D432-8824-9696FB6F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8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CAA0-B104-D829-1FAA-3CE08D536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CCB1A-7EA7-F941-0AD4-6A901ABE5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F1F11-4701-E104-E6E5-B48E9FAD5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9701B-03D1-054B-23FD-A836361BD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CB144-5031-67C0-5008-DD03B6F8A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00B29-6E2E-9856-29FE-FD7B2DB5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F41ED-43E3-473A-AAE5-849FCCBA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A3B24-B1AD-5E7D-1D62-1FB7D513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92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8085-2400-BA24-5F11-F20B7E18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DBD9A-D934-5045-FCF3-07292340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24DBF-3404-0696-6B7E-DF811B9D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B7FC0-3F7C-2269-0317-86BBA0FA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5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EF195-2DBD-D29C-4CCF-8629499F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CE462-D4AB-3EFE-16C0-C3CD872C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94EB4-BB45-BEFE-248B-16B37DD9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1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A2C2-7846-0D1D-9126-0251BA25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5904F-9AC9-AF42-ACBC-A0A01E9C2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94586-73CA-31D0-12AC-BB753C9CA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1DB0A-E009-48A8-534B-F7B1ADBE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4943F-A4B6-8ED6-1A69-91DBFD9F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4D0D9-63B5-20DA-3946-4EC6B203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87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FB81-3664-BBB8-98CF-EB8F93EE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41888-3C46-CF28-7824-02255424B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429DD-A6BD-1A17-9201-7A2C8577E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9C867-ED3B-BC25-66E7-8DE681C7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452BF-EC18-C76F-0800-8CCAECA6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E4AEE-0677-F0B7-5B9F-31457B8C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6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2CBF-55FF-F323-9FF2-6B1E5B36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CF117-95D6-D081-71C7-B92E9B96B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8CB80-5588-C433-4E2F-9855D558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76BBD-554C-3EFF-FB3A-3BD1F9C9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31DA-9AF5-6BD2-9DDC-DB33F408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9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87F39-04A4-1D26-5CC1-F1869C183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B8D9B-DACF-271E-3B0E-6437E0736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C314-130D-8A25-77CA-6FFB52B3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4C4B7-B0DE-A0A4-E0A9-E8FB94E3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64F2-8EB5-3170-6AF8-5B5A6D9A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2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8F9E0-C7F7-E6F1-E9CC-23B904B0B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578B9-76F4-DA80-5E33-3269AEDF0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884D-C17A-937C-316A-5C3305F0D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C26AD-E9A1-46F2-8145-1BFD8AA2A19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B0634-8993-A56E-E8DB-7D22D62AA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07774-0445-C897-960B-07D7E5217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5FE01-E70C-4D99-8C81-D4CBDF5D7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8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269" Type="http://schemas.openxmlformats.org/officeDocument/2006/relationships/image" Target="../media/image134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6.png"/><Relationship Id="rId299" Type="http://schemas.openxmlformats.org/officeDocument/2006/relationships/image" Target="../media/image287.png"/><Relationship Id="rId21" Type="http://schemas.openxmlformats.org/officeDocument/2006/relationships/image" Target="../media/image148.png"/><Relationship Id="rId63" Type="http://schemas.openxmlformats.org/officeDocument/2006/relationships/image" Target="../media/image169.png"/><Relationship Id="rId159" Type="http://schemas.openxmlformats.org/officeDocument/2006/relationships/image" Target="../media/image217.png"/><Relationship Id="rId324" Type="http://schemas.openxmlformats.org/officeDocument/2006/relationships/customXml" Target="../ink/ink300.xml"/><Relationship Id="rId366" Type="http://schemas.openxmlformats.org/officeDocument/2006/relationships/customXml" Target="../ink/ink321.xml"/><Relationship Id="rId170" Type="http://schemas.openxmlformats.org/officeDocument/2006/relationships/customXml" Target="../ink/ink223.xml"/><Relationship Id="rId226" Type="http://schemas.openxmlformats.org/officeDocument/2006/relationships/customXml" Target="../ink/ink251.xml"/><Relationship Id="rId268" Type="http://schemas.openxmlformats.org/officeDocument/2006/relationships/customXml" Target="../ink/ink272.xml"/><Relationship Id="rId32" Type="http://schemas.openxmlformats.org/officeDocument/2006/relationships/customXml" Target="../ink/ink154.xml"/><Relationship Id="rId74" Type="http://schemas.openxmlformats.org/officeDocument/2006/relationships/customXml" Target="../ink/ink175.xml"/><Relationship Id="rId128" Type="http://schemas.openxmlformats.org/officeDocument/2006/relationships/customXml" Target="../ink/ink202.xml"/><Relationship Id="rId335" Type="http://schemas.openxmlformats.org/officeDocument/2006/relationships/image" Target="../media/image305.png"/><Relationship Id="rId5" Type="http://schemas.openxmlformats.org/officeDocument/2006/relationships/image" Target="../media/image140.png"/><Relationship Id="rId181" Type="http://schemas.openxmlformats.org/officeDocument/2006/relationships/image" Target="../media/image228.png"/><Relationship Id="rId237" Type="http://schemas.openxmlformats.org/officeDocument/2006/relationships/image" Target="../media/image256.png"/><Relationship Id="rId279" Type="http://schemas.openxmlformats.org/officeDocument/2006/relationships/image" Target="../media/image277.png"/><Relationship Id="rId43" Type="http://schemas.openxmlformats.org/officeDocument/2006/relationships/image" Target="../media/image159.png"/><Relationship Id="rId139" Type="http://schemas.openxmlformats.org/officeDocument/2006/relationships/image" Target="../media/image207.png"/><Relationship Id="rId290" Type="http://schemas.openxmlformats.org/officeDocument/2006/relationships/customXml" Target="../ink/ink283.xml"/><Relationship Id="rId304" Type="http://schemas.openxmlformats.org/officeDocument/2006/relationships/customXml" Target="../ink/ink290.xml"/><Relationship Id="rId346" Type="http://schemas.openxmlformats.org/officeDocument/2006/relationships/customXml" Target="../ink/ink311.xml"/><Relationship Id="rId85" Type="http://schemas.openxmlformats.org/officeDocument/2006/relationships/image" Target="../media/image180.png"/><Relationship Id="rId150" Type="http://schemas.openxmlformats.org/officeDocument/2006/relationships/customXml" Target="../ink/ink213.xml"/><Relationship Id="rId192" Type="http://schemas.openxmlformats.org/officeDocument/2006/relationships/customXml" Target="../ink/ink234.xml"/><Relationship Id="rId206" Type="http://schemas.openxmlformats.org/officeDocument/2006/relationships/customXml" Target="../ink/ink241.xml"/><Relationship Id="rId248" Type="http://schemas.openxmlformats.org/officeDocument/2006/relationships/customXml" Target="../ink/ink262.xml"/><Relationship Id="rId12" Type="http://schemas.openxmlformats.org/officeDocument/2006/relationships/customXml" Target="../ink/ink144.xml"/><Relationship Id="rId108" Type="http://schemas.openxmlformats.org/officeDocument/2006/relationships/customXml" Target="../ink/ink192.xml"/><Relationship Id="rId315" Type="http://schemas.openxmlformats.org/officeDocument/2006/relationships/image" Target="../media/image295.png"/><Relationship Id="rId357" Type="http://schemas.openxmlformats.org/officeDocument/2006/relationships/image" Target="../media/image316.png"/><Relationship Id="rId54" Type="http://schemas.openxmlformats.org/officeDocument/2006/relationships/customXml" Target="../ink/ink165.xml"/><Relationship Id="rId96" Type="http://schemas.openxmlformats.org/officeDocument/2006/relationships/customXml" Target="../ink/ink186.xml"/><Relationship Id="rId161" Type="http://schemas.openxmlformats.org/officeDocument/2006/relationships/image" Target="../media/image218.png"/><Relationship Id="rId217" Type="http://schemas.openxmlformats.org/officeDocument/2006/relationships/image" Target="../media/image246.png"/><Relationship Id="rId259" Type="http://schemas.openxmlformats.org/officeDocument/2006/relationships/image" Target="../media/image267.png"/><Relationship Id="rId23" Type="http://schemas.openxmlformats.org/officeDocument/2006/relationships/image" Target="../media/image149.png"/><Relationship Id="rId119" Type="http://schemas.openxmlformats.org/officeDocument/2006/relationships/image" Target="../media/image197.png"/><Relationship Id="rId270" Type="http://schemas.openxmlformats.org/officeDocument/2006/relationships/customXml" Target="../ink/ink273.xml"/><Relationship Id="rId326" Type="http://schemas.openxmlformats.org/officeDocument/2006/relationships/customXml" Target="../ink/ink301.xml"/><Relationship Id="rId65" Type="http://schemas.openxmlformats.org/officeDocument/2006/relationships/image" Target="../media/image170.png"/><Relationship Id="rId130" Type="http://schemas.openxmlformats.org/officeDocument/2006/relationships/customXml" Target="../ink/ink203.xml"/><Relationship Id="rId368" Type="http://schemas.openxmlformats.org/officeDocument/2006/relationships/customXml" Target="../ink/ink322.xml"/><Relationship Id="rId172" Type="http://schemas.openxmlformats.org/officeDocument/2006/relationships/customXml" Target="../ink/ink224.xml"/><Relationship Id="rId228" Type="http://schemas.openxmlformats.org/officeDocument/2006/relationships/customXml" Target="../ink/ink252.xml"/><Relationship Id="rId281" Type="http://schemas.openxmlformats.org/officeDocument/2006/relationships/image" Target="../media/image278.png"/><Relationship Id="rId337" Type="http://schemas.openxmlformats.org/officeDocument/2006/relationships/image" Target="../media/image306.png"/><Relationship Id="rId34" Type="http://schemas.openxmlformats.org/officeDocument/2006/relationships/customXml" Target="../ink/ink155.xml"/><Relationship Id="rId76" Type="http://schemas.openxmlformats.org/officeDocument/2006/relationships/customXml" Target="../ink/ink176.xml"/><Relationship Id="rId141" Type="http://schemas.openxmlformats.org/officeDocument/2006/relationships/image" Target="../media/image208.png"/><Relationship Id="rId7" Type="http://schemas.openxmlformats.org/officeDocument/2006/relationships/image" Target="../media/image141.png"/><Relationship Id="rId183" Type="http://schemas.openxmlformats.org/officeDocument/2006/relationships/image" Target="../media/image229.png"/><Relationship Id="rId239" Type="http://schemas.openxmlformats.org/officeDocument/2006/relationships/image" Target="../media/image257.png"/><Relationship Id="rId250" Type="http://schemas.openxmlformats.org/officeDocument/2006/relationships/customXml" Target="../ink/ink263.xml"/><Relationship Id="rId292" Type="http://schemas.openxmlformats.org/officeDocument/2006/relationships/customXml" Target="../ink/ink284.xml"/><Relationship Id="rId306" Type="http://schemas.openxmlformats.org/officeDocument/2006/relationships/customXml" Target="../ink/ink291.xml"/><Relationship Id="rId45" Type="http://schemas.openxmlformats.org/officeDocument/2006/relationships/image" Target="../media/image160.png"/><Relationship Id="rId87" Type="http://schemas.openxmlformats.org/officeDocument/2006/relationships/image" Target="../media/image181.png"/><Relationship Id="rId110" Type="http://schemas.openxmlformats.org/officeDocument/2006/relationships/customXml" Target="../ink/ink193.xml"/><Relationship Id="rId348" Type="http://schemas.openxmlformats.org/officeDocument/2006/relationships/customXml" Target="../ink/ink312.xml"/><Relationship Id="rId152" Type="http://schemas.openxmlformats.org/officeDocument/2006/relationships/customXml" Target="../ink/ink214.xml"/><Relationship Id="rId194" Type="http://schemas.openxmlformats.org/officeDocument/2006/relationships/customXml" Target="../ink/ink235.xml"/><Relationship Id="rId208" Type="http://schemas.openxmlformats.org/officeDocument/2006/relationships/customXml" Target="../ink/ink242.xml"/><Relationship Id="rId261" Type="http://schemas.openxmlformats.org/officeDocument/2006/relationships/image" Target="../media/image268.png"/><Relationship Id="rId14" Type="http://schemas.openxmlformats.org/officeDocument/2006/relationships/customXml" Target="../ink/ink145.xml"/><Relationship Id="rId56" Type="http://schemas.openxmlformats.org/officeDocument/2006/relationships/customXml" Target="../ink/ink166.xml"/><Relationship Id="rId317" Type="http://schemas.openxmlformats.org/officeDocument/2006/relationships/image" Target="../media/image296.png"/><Relationship Id="rId359" Type="http://schemas.openxmlformats.org/officeDocument/2006/relationships/image" Target="../media/image317.png"/><Relationship Id="rId98" Type="http://schemas.openxmlformats.org/officeDocument/2006/relationships/customXml" Target="../ink/ink187.xml"/><Relationship Id="rId121" Type="http://schemas.openxmlformats.org/officeDocument/2006/relationships/image" Target="../media/image198.png"/><Relationship Id="rId163" Type="http://schemas.openxmlformats.org/officeDocument/2006/relationships/image" Target="../media/image219.png"/><Relationship Id="rId219" Type="http://schemas.openxmlformats.org/officeDocument/2006/relationships/image" Target="../media/image247.png"/><Relationship Id="rId370" Type="http://schemas.openxmlformats.org/officeDocument/2006/relationships/customXml" Target="../ink/ink323.xml"/><Relationship Id="rId230" Type="http://schemas.openxmlformats.org/officeDocument/2006/relationships/customXml" Target="../ink/ink253.xml"/><Relationship Id="rId25" Type="http://schemas.openxmlformats.org/officeDocument/2006/relationships/image" Target="../media/image150.png"/><Relationship Id="rId67" Type="http://schemas.openxmlformats.org/officeDocument/2006/relationships/image" Target="../media/image171.png"/><Relationship Id="rId272" Type="http://schemas.openxmlformats.org/officeDocument/2006/relationships/customXml" Target="../ink/ink274.xml"/><Relationship Id="rId328" Type="http://schemas.openxmlformats.org/officeDocument/2006/relationships/customXml" Target="../ink/ink302.xml"/><Relationship Id="rId132" Type="http://schemas.openxmlformats.org/officeDocument/2006/relationships/customXml" Target="../ink/ink204.xml"/><Relationship Id="rId174" Type="http://schemas.openxmlformats.org/officeDocument/2006/relationships/customXml" Target="../ink/ink225.xml"/><Relationship Id="rId241" Type="http://schemas.openxmlformats.org/officeDocument/2006/relationships/image" Target="../media/image258.png"/><Relationship Id="rId15" Type="http://schemas.openxmlformats.org/officeDocument/2006/relationships/image" Target="../media/image145.png"/><Relationship Id="rId36" Type="http://schemas.openxmlformats.org/officeDocument/2006/relationships/customXml" Target="../ink/ink156.xml"/><Relationship Id="rId57" Type="http://schemas.openxmlformats.org/officeDocument/2006/relationships/image" Target="../media/image166.png"/><Relationship Id="rId262" Type="http://schemas.openxmlformats.org/officeDocument/2006/relationships/customXml" Target="../ink/ink269.xml"/><Relationship Id="rId283" Type="http://schemas.openxmlformats.org/officeDocument/2006/relationships/image" Target="../media/image279.png"/><Relationship Id="rId318" Type="http://schemas.openxmlformats.org/officeDocument/2006/relationships/customXml" Target="../ink/ink297.xml"/><Relationship Id="rId339" Type="http://schemas.openxmlformats.org/officeDocument/2006/relationships/image" Target="../media/image307.png"/><Relationship Id="rId78" Type="http://schemas.openxmlformats.org/officeDocument/2006/relationships/customXml" Target="../ink/ink177.xml"/><Relationship Id="rId99" Type="http://schemas.openxmlformats.org/officeDocument/2006/relationships/image" Target="../media/image187.png"/><Relationship Id="rId101" Type="http://schemas.openxmlformats.org/officeDocument/2006/relationships/image" Target="../media/image188.png"/><Relationship Id="rId122" Type="http://schemas.openxmlformats.org/officeDocument/2006/relationships/customXml" Target="../ink/ink199.xml"/><Relationship Id="rId143" Type="http://schemas.openxmlformats.org/officeDocument/2006/relationships/image" Target="../media/image209.png"/><Relationship Id="rId164" Type="http://schemas.openxmlformats.org/officeDocument/2006/relationships/customXml" Target="../ink/ink220.xml"/><Relationship Id="rId185" Type="http://schemas.openxmlformats.org/officeDocument/2006/relationships/image" Target="../media/image230.png"/><Relationship Id="rId350" Type="http://schemas.openxmlformats.org/officeDocument/2006/relationships/customXml" Target="../ink/ink313.xml"/><Relationship Id="rId371" Type="http://schemas.openxmlformats.org/officeDocument/2006/relationships/image" Target="../media/image323.png"/><Relationship Id="rId9" Type="http://schemas.openxmlformats.org/officeDocument/2006/relationships/image" Target="../media/image142.png"/><Relationship Id="rId210" Type="http://schemas.openxmlformats.org/officeDocument/2006/relationships/customXml" Target="../ink/ink243.xml"/><Relationship Id="rId26" Type="http://schemas.openxmlformats.org/officeDocument/2006/relationships/customXml" Target="../ink/ink151.xml"/><Relationship Id="rId231" Type="http://schemas.openxmlformats.org/officeDocument/2006/relationships/image" Target="../media/image253.png"/><Relationship Id="rId252" Type="http://schemas.openxmlformats.org/officeDocument/2006/relationships/customXml" Target="../ink/ink264.xml"/><Relationship Id="rId273" Type="http://schemas.openxmlformats.org/officeDocument/2006/relationships/image" Target="../media/image274.png"/><Relationship Id="rId294" Type="http://schemas.openxmlformats.org/officeDocument/2006/relationships/customXml" Target="../ink/ink285.xml"/><Relationship Id="rId308" Type="http://schemas.openxmlformats.org/officeDocument/2006/relationships/customXml" Target="../ink/ink292.xml"/><Relationship Id="rId329" Type="http://schemas.openxmlformats.org/officeDocument/2006/relationships/image" Target="../media/image302.png"/><Relationship Id="rId47" Type="http://schemas.openxmlformats.org/officeDocument/2006/relationships/image" Target="../media/image161.png"/><Relationship Id="rId68" Type="http://schemas.openxmlformats.org/officeDocument/2006/relationships/customXml" Target="../ink/ink172.xml"/><Relationship Id="rId89" Type="http://schemas.openxmlformats.org/officeDocument/2006/relationships/image" Target="../media/image182.png"/><Relationship Id="rId112" Type="http://schemas.openxmlformats.org/officeDocument/2006/relationships/customXml" Target="../ink/ink194.xml"/><Relationship Id="rId133" Type="http://schemas.openxmlformats.org/officeDocument/2006/relationships/image" Target="../media/image204.png"/><Relationship Id="rId154" Type="http://schemas.openxmlformats.org/officeDocument/2006/relationships/customXml" Target="../ink/ink215.xml"/><Relationship Id="rId175" Type="http://schemas.openxmlformats.org/officeDocument/2006/relationships/image" Target="../media/image225.png"/><Relationship Id="rId340" Type="http://schemas.openxmlformats.org/officeDocument/2006/relationships/customXml" Target="../ink/ink308.xml"/><Relationship Id="rId361" Type="http://schemas.openxmlformats.org/officeDocument/2006/relationships/image" Target="../media/image318.png"/><Relationship Id="rId196" Type="http://schemas.openxmlformats.org/officeDocument/2006/relationships/customXml" Target="../ink/ink236.xml"/><Relationship Id="rId200" Type="http://schemas.openxmlformats.org/officeDocument/2006/relationships/customXml" Target="../ink/ink238.xml"/><Relationship Id="rId16" Type="http://schemas.openxmlformats.org/officeDocument/2006/relationships/customXml" Target="../ink/ink146.xml"/><Relationship Id="rId221" Type="http://schemas.openxmlformats.org/officeDocument/2006/relationships/image" Target="../media/image248.png"/><Relationship Id="rId242" Type="http://schemas.openxmlformats.org/officeDocument/2006/relationships/customXml" Target="../ink/ink259.xml"/><Relationship Id="rId263" Type="http://schemas.openxmlformats.org/officeDocument/2006/relationships/image" Target="../media/image269.png"/><Relationship Id="rId284" Type="http://schemas.openxmlformats.org/officeDocument/2006/relationships/customXml" Target="../ink/ink280.xml"/><Relationship Id="rId319" Type="http://schemas.openxmlformats.org/officeDocument/2006/relationships/image" Target="../media/image297.png"/><Relationship Id="rId37" Type="http://schemas.openxmlformats.org/officeDocument/2006/relationships/image" Target="../media/image156.png"/><Relationship Id="rId58" Type="http://schemas.openxmlformats.org/officeDocument/2006/relationships/customXml" Target="../ink/ink167.xml"/><Relationship Id="rId79" Type="http://schemas.openxmlformats.org/officeDocument/2006/relationships/image" Target="../media/image177.png"/><Relationship Id="rId102" Type="http://schemas.openxmlformats.org/officeDocument/2006/relationships/customXml" Target="../ink/ink189.xml"/><Relationship Id="rId123" Type="http://schemas.openxmlformats.org/officeDocument/2006/relationships/image" Target="../media/image199.png"/><Relationship Id="rId144" Type="http://schemas.openxmlformats.org/officeDocument/2006/relationships/customXml" Target="../ink/ink210.xml"/><Relationship Id="rId330" Type="http://schemas.openxmlformats.org/officeDocument/2006/relationships/customXml" Target="../ink/ink303.xml"/><Relationship Id="rId90" Type="http://schemas.openxmlformats.org/officeDocument/2006/relationships/customXml" Target="../ink/ink183.xml"/><Relationship Id="rId165" Type="http://schemas.openxmlformats.org/officeDocument/2006/relationships/image" Target="../media/image220.png"/><Relationship Id="rId186" Type="http://schemas.openxmlformats.org/officeDocument/2006/relationships/customXml" Target="../ink/ink231.xml"/><Relationship Id="rId351" Type="http://schemas.openxmlformats.org/officeDocument/2006/relationships/image" Target="../media/image313.png"/><Relationship Id="rId211" Type="http://schemas.openxmlformats.org/officeDocument/2006/relationships/image" Target="../media/image243.png"/><Relationship Id="rId232" Type="http://schemas.openxmlformats.org/officeDocument/2006/relationships/customXml" Target="../ink/ink254.xml"/><Relationship Id="rId253" Type="http://schemas.openxmlformats.org/officeDocument/2006/relationships/image" Target="../media/image264.png"/><Relationship Id="rId274" Type="http://schemas.openxmlformats.org/officeDocument/2006/relationships/customXml" Target="../ink/ink275.xml"/><Relationship Id="rId295" Type="http://schemas.openxmlformats.org/officeDocument/2006/relationships/image" Target="../media/image285.png"/><Relationship Id="rId309" Type="http://schemas.openxmlformats.org/officeDocument/2006/relationships/image" Target="../media/image292.png"/><Relationship Id="rId27" Type="http://schemas.openxmlformats.org/officeDocument/2006/relationships/image" Target="../media/image151.png"/><Relationship Id="rId48" Type="http://schemas.openxmlformats.org/officeDocument/2006/relationships/customXml" Target="../ink/ink162.xml"/><Relationship Id="rId69" Type="http://schemas.openxmlformats.org/officeDocument/2006/relationships/image" Target="../media/image172.png"/><Relationship Id="rId113" Type="http://schemas.openxmlformats.org/officeDocument/2006/relationships/image" Target="../media/image194.png"/><Relationship Id="rId134" Type="http://schemas.openxmlformats.org/officeDocument/2006/relationships/customXml" Target="../ink/ink205.xml"/><Relationship Id="rId320" Type="http://schemas.openxmlformats.org/officeDocument/2006/relationships/customXml" Target="../ink/ink298.xml"/><Relationship Id="rId80" Type="http://schemas.openxmlformats.org/officeDocument/2006/relationships/customXml" Target="../ink/ink178.xml"/><Relationship Id="rId155" Type="http://schemas.openxmlformats.org/officeDocument/2006/relationships/image" Target="../media/image215.png"/><Relationship Id="rId176" Type="http://schemas.openxmlformats.org/officeDocument/2006/relationships/customXml" Target="../ink/ink226.xml"/><Relationship Id="rId197" Type="http://schemas.openxmlformats.org/officeDocument/2006/relationships/image" Target="../media/image236.png"/><Relationship Id="rId341" Type="http://schemas.openxmlformats.org/officeDocument/2006/relationships/image" Target="../media/image308.png"/><Relationship Id="rId362" Type="http://schemas.openxmlformats.org/officeDocument/2006/relationships/customXml" Target="../ink/ink319.xml"/><Relationship Id="rId201" Type="http://schemas.openxmlformats.org/officeDocument/2006/relationships/image" Target="../media/image238.png"/><Relationship Id="rId222" Type="http://schemas.openxmlformats.org/officeDocument/2006/relationships/customXml" Target="../ink/ink249.xml"/><Relationship Id="rId243" Type="http://schemas.openxmlformats.org/officeDocument/2006/relationships/image" Target="../media/image259.png"/><Relationship Id="rId264" Type="http://schemas.openxmlformats.org/officeDocument/2006/relationships/customXml" Target="../ink/ink270.xml"/><Relationship Id="rId285" Type="http://schemas.openxmlformats.org/officeDocument/2006/relationships/image" Target="../media/image280.png"/><Relationship Id="rId17" Type="http://schemas.openxmlformats.org/officeDocument/2006/relationships/image" Target="../media/image146.png"/><Relationship Id="rId38" Type="http://schemas.openxmlformats.org/officeDocument/2006/relationships/customXml" Target="../ink/ink157.xml"/><Relationship Id="rId59" Type="http://schemas.openxmlformats.org/officeDocument/2006/relationships/image" Target="../media/image167.png"/><Relationship Id="rId103" Type="http://schemas.openxmlformats.org/officeDocument/2006/relationships/image" Target="../media/image189.png"/><Relationship Id="rId124" Type="http://schemas.openxmlformats.org/officeDocument/2006/relationships/customXml" Target="../ink/ink200.xml"/><Relationship Id="rId310" Type="http://schemas.openxmlformats.org/officeDocument/2006/relationships/customXml" Target="../ink/ink293.xml"/><Relationship Id="rId70" Type="http://schemas.openxmlformats.org/officeDocument/2006/relationships/customXml" Target="../ink/ink173.xml"/><Relationship Id="rId91" Type="http://schemas.openxmlformats.org/officeDocument/2006/relationships/image" Target="../media/image183.png"/><Relationship Id="rId145" Type="http://schemas.openxmlformats.org/officeDocument/2006/relationships/image" Target="../media/image210.png"/><Relationship Id="rId166" Type="http://schemas.openxmlformats.org/officeDocument/2006/relationships/customXml" Target="../ink/ink221.xml"/><Relationship Id="rId187" Type="http://schemas.openxmlformats.org/officeDocument/2006/relationships/image" Target="../media/image231.png"/><Relationship Id="rId331" Type="http://schemas.openxmlformats.org/officeDocument/2006/relationships/image" Target="../media/image303.png"/><Relationship Id="rId352" Type="http://schemas.openxmlformats.org/officeDocument/2006/relationships/customXml" Target="../ink/ink31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4.xml"/><Relationship Id="rId233" Type="http://schemas.openxmlformats.org/officeDocument/2006/relationships/image" Target="../media/image254.png"/><Relationship Id="rId254" Type="http://schemas.openxmlformats.org/officeDocument/2006/relationships/customXml" Target="../ink/ink265.xml"/><Relationship Id="rId28" Type="http://schemas.openxmlformats.org/officeDocument/2006/relationships/customXml" Target="../ink/ink152.xml"/><Relationship Id="rId49" Type="http://schemas.openxmlformats.org/officeDocument/2006/relationships/image" Target="../media/image162.png"/><Relationship Id="rId114" Type="http://schemas.openxmlformats.org/officeDocument/2006/relationships/customXml" Target="../ink/ink195.xml"/><Relationship Id="rId275" Type="http://schemas.openxmlformats.org/officeDocument/2006/relationships/image" Target="../media/image275.png"/><Relationship Id="rId296" Type="http://schemas.openxmlformats.org/officeDocument/2006/relationships/customXml" Target="../ink/ink286.xml"/><Relationship Id="rId300" Type="http://schemas.openxmlformats.org/officeDocument/2006/relationships/customXml" Target="../ink/ink288.xml"/><Relationship Id="rId60" Type="http://schemas.openxmlformats.org/officeDocument/2006/relationships/customXml" Target="../ink/ink168.xml"/><Relationship Id="rId81" Type="http://schemas.openxmlformats.org/officeDocument/2006/relationships/image" Target="../media/image178.png"/><Relationship Id="rId135" Type="http://schemas.openxmlformats.org/officeDocument/2006/relationships/image" Target="../media/image205.png"/><Relationship Id="rId156" Type="http://schemas.openxmlformats.org/officeDocument/2006/relationships/customXml" Target="../ink/ink216.xml"/><Relationship Id="rId177" Type="http://schemas.openxmlformats.org/officeDocument/2006/relationships/image" Target="../media/image226.png"/><Relationship Id="rId198" Type="http://schemas.openxmlformats.org/officeDocument/2006/relationships/customXml" Target="../ink/ink237.xml"/><Relationship Id="rId321" Type="http://schemas.openxmlformats.org/officeDocument/2006/relationships/image" Target="../media/image298.png"/><Relationship Id="rId342" Type="http://schemas.openxmlformats.org/officeDocument/2006/relationships/customXml" Target="../ink/ink309.xml"/><Relationship Id="rId363" Type="http://schemas.openxmlformats.org/officeDocument/2006/relationships/image" Target="../media/image319.png"/><Relationship Id="rId202" Type="http://schemas.openxmlformats.org/officeDocument/2006/relationships/customXml" Target="../ink/ink239.xml"/><Relationship Id="rId223" Type="http://schemas.openxmlformats.org/officeDocument/2006/relationships/image" Target="../media/image249.png"/><Relationship Id="rId244" Type="http://schemas.openxmlformats.org/officeDocument/2006/relationships/customXml" Target="../ink/ink260.xml"/><Relationship Id="rId18" Type="http://schemas.openxmlformats.org/officeDocument/2006/relationships/customXml" Target="../ink/ink147.xml"/><Relationship Id="rId39" Type="http://schemas.openxmlformats.org/officeDocument/2006/relationships/image" Target="../media/image157.png"/><Relationship Id="rId265" Type="http://schemas.openxmlformats.org/officeDocument/2006/relationships/image" Target="../media/image270.png"/><Relationship Id="rId286" Type="http://schemas.openxmlformats.org/officeDocument/2006/relationships/customXml" Target="../ink/ink281.xml"/><Relationship Id="rId50" Type="http://schemas.openxmlformats.org/officeDocument/2006/relationships/customXml" Target="../ink/ink163.xml"/><Relationship Id="rId104" Type="http://schemas.openxmlformats.org/officeDocument/2006/relationships/customXml" Target="../ink/ink190.xml"/><Relationship Id="rId125" Type="http://schemas.openxmlformats.org/officeDocument/2006/relationships/image" Target="../media/image200.png"/><Relationship Id="rId146" Type="http://schemas.openxmlformats.org/officeDocument/2006/relationships/customXml" Target="../ink/ink211.xml"/><Relationship Id="rId167" Type="http://schemas.openxmlformats.org/officeDocument/2006/relationships/image" Target="../media/image221.png"/><Relationship Id="rId188" Type="http://schemas.openxmlformats.org/officeDocument/2006/relationships/customXml" Target="../ink/ink232.xml"/><Relationship Id="rId311" Type="http://schemas.openxmlformats.org/officeDocument/2006/relationships/image" Target="../media/image293.png"/><Relationship Id="rId332" Type="http://schemas.openxmlformats.org/officeDocument/2006/relationships/customXml" Target="../ink/ink304.xml"/><Relationship Id="rId353" Type="http://schemas.openxmlformats.org/officeDocument/2006/relationships/image" Target="../media/image314.png"/><Relationship Id="rId71" Type="http://schemas.openxmlformats.org/officeDocument/2006/relationships/image" Target="../media/image173.png"/><Relationship Id="rId92" Type="http://schemas.openxmlformats.org/officeDocument/2006/relationships/customXml" Target="../ink/ink184.xml"/><Relationship Id="rId213" Type="http://schemas.openxmlformats.org/officeDocument/2006/relationships/image" Target="../media/image244.png"/><Relationship Id="rId234" Type="http://schemas.openxmlformats.org/officeDocument/2006/relationships/customXml" Target="../ink/ink255.xml"/><Relationship Id="rId2" Type="http://schemas.openxmlformats.org/officeDocument/2006/relationships/customXml" Target="../ink/ink139.xml"/><Relationship Id="rId29" Type="http://schemas.openxmlformats.org/officeDocument/2006/relationships/image" Target="../media/image152.png"/><Relationship Id="rId255" Type="http://schemas.openxmlformats.org/officeDocument/2006/relationships/image" Target="../media/image265.png"/><Relationship Id="rId276" Type="http://schemas.openxmlformats.org/officeDocument/2006/relationships/customXml" Target="../ink/ink276.xml"/><Relationship Id="rId297" Type="http://schemas.openxmlformats.org/officeDocument/2006/relationships/image" Target="../media/image286.png"/><Relationship Id="rId40" Type="http://schemas.openxmlformats.org/officeDocument/2006/relationships/customXml" Target="../ink/ink158.xml"/><Relationship Id="rId115" Type="http://schemas.openxmlformats.org/officeDocument/2006/relationships/image" Target="../media/image195.png"/><Relationship Id="rId136" Type="http://schemas.openxmlformats.org/officeDocument/2006/relationships/customXml" Target="../ink/ink206.xml"/><Relationship Id="rId157" Type="http://schemas.openxmlformats.org/officeDocument/2006/relationships/image" Target="../media/image216.png"/><Relationship Id="rId178" Type="http://schemas.openxmlformats.org/officeDocument/2006/relationships/customXml" Target="../ink/ink227.xml"/><Relationship Id="rId301" Type="http://schemas.openxmlformats.org/officeDocument/2006/relationships/image" Target="../media/image288.png"/><Relationship Id="rId322" Type="http://schemas.openxmlformats.org/officeDocument/2006/relationships/customXml" Target="../ink/ink299.xml"/><Relationship Id="rId343" Type="http://schemas.openxmlformats.org/officeDocument/2006/relationships/image" Target="../media/image309.png"/><Relationship Id="rId364" Type="http://schemas.openxmlformats.org/officeDocument/2006/relationships/customXml" Target="../ink/ink320.xml"/><Relationship Id="rId61" Type="http://schemas.openxmlformats.org/officeDocument/2006/relationships/image" Target="../media/image168.png"/><Relationship Id="rId82" Type="http://schemas.openxmlformats.org/officeDocument/2006/relationships/customXml" Target="../ink/ink179.xml"/><Relationship Id="rId199" Type="http://schemas.openxmlformats.org/officeDocument/2006/relationships/image" Target="../media/image237.png"/><Relationship Id="rId203" Type="http://schemas.openxmlformats.org/officeDocument/2006/relationships/image" Target="../media/image239.png"/><Relationship Id="rId19" Type="http://schemas.openxmlformats.org/officeDocument/2006/relationships/image" Target="../media/image147.png"/><Relationship Id="rId224" Type="http://schemas.openxmlformats.org/officeDocument/2006/relationships/customXml" Target="../ink/ink250.xml"/><Relationship Id="rId245" Type="http://schemas.openxmlformats.org/officeDocument/2006/relationships/image" Target="../media/image260.png"/><Relationship Id="rId266" Type="http://schemas.openxmlformats.org/officeDocument/2006/relationships/customXml" Target="../ink/ink271.xml"/><Relationship Id="rId287" Type="http://schemas.openxmlformats.org/officeDocument/2006/relationships/image" Target="../media/image281.png"/><Relationship Id="rId30" Type="http://schemas.openxmlformats.org/officeDocument/2006/relationships/customXml" Target="../ink/ink153.xml"/><Relationship Id="rId105" Type="http://schemas.openxmlformats.org/officeDocument/2006/relationships/image" Target="../media/image190.png"/><Relationship Id="rId126" Type="http://schemas.openxmlformats.org/officeDocument/2006/relationships/customXml" Target="../ink/ink201.xml"/><Relationship Id="rId147" Type="http://schemas.openxmlformats.org/officeDocument/2006/relationships/image" Target="../media/image211.png"/><Relationship Id="rId168" Type="http://schemas.openxmlformats.org/officeDocument/2006/relationships/customXml" Target="../ink/ink222.xml"/><Relationship Id="rId312" Type="http://schemas.openxmlformats.org/officeDocument/2006/relationships/customXml" Target="../ink/ink294.xml"/><Relationship Id="rId333" Type="http://schemas.openxmlformats.org/officeDocument/2006/relationships/image" Target="../media/image304.png"/><Relationship Id="rId354" Type="http://schemas.openxmlformats.org/officeDocument/2006/relationships/customXml" Target="../ink/ink315.xml"/><Relationship Id="rId51" Type="http://schemas.openxmlformats.org/officeDocument/2006/relationships/image" Target="../media/image163.png"/><Relationship Id="rId72" Type="http://schemas.openxmlformats.org/officeDocument/2006/relationships/customXml" Target="../ink/ink174.xml"/><Relationship Id="rId93" Type="http://schemas.openxmlformats.org/officeDocument/2006/relationships/image" Target="../media/image184.png"/><Relationship Id="rId189" Type="http://schemas.openxmlformats.org/officeDocument/2006/relationships/image" Target="../media/image232.png"/><Relationship Id="rId3" Type="http://schemas.openxmlformats.org/officeDocument/2006/relationships/image" Target="../media/image139.png"/><Relationship Id="rId214" Type="http://schemas.openxmlformats.org/officeDocument/2006/relationships/customXml" Target="../ink/ink245.xml"/><Relationship Id="rId235" Type="http://schemas.openxmlformats.org/officeDocument/2006/relationships/image" Target="../media/image255.png"/><Relationship Id="rId256" Type="http://schemas.openxmlformats.org/officeDocument/2006/relationships/customXml" Target="../ink/ink266.xml"/><Relationship Id="rId277" Type="http://schemas.openxmlformats.org/officeDocument/2006/relationships/image" Target="../media/image276.png"/><Relationship Id="rId298" Type="http://schemas.openxmlformats.org/officeDocument/2006/relationships/customXml" Target="../ink/ink287.xml"/><Relationship Id="rId116" Type="http://schemas.openxmlformats.org/officeDocument/2006/relationships/customXml" Target="../ink/ink196.xml"/><Relationship Id="rId137" Type="http://schemas.openxmlformats.org/officeDocument/2006/relationships/image" Target="../media/image206.png"/><Relationship Id="rId158" Type="http://schemas.openxmlformats.org/officeDocument/2006/relationships/customXml" Target="../ink/ink217.xml"/><Relationship Id="rId302" Type="http://schemas.openxmlformats.org/officeDocument/2006/relationships/customXml" Target="../ink/ink289.xml"/><Relationship Id="rId323" Type="http://schemas.openxmlformats.org/officeDocument/2006/relationships/image" Target="../media/image299.png"/><Relationship Id="rId344" Type="http://schemas.openxmlformats.org/officeDocument/2006/relationships/customXml" Target="../ink/ink310.xml"/><Relationship Id="rId20" Type="http://schemas.openxmlformats.org/officeDocument/2006/relationships/customXml" Target="../ink/ink148.xml"/><Relationship Id="rId41" Type="http://schemas.openxmlformats.org/officeDocument/2006/relationships/image" Target="../media/image158.png"/><Relationship Id="rId62" Type="http://schemas.openxmlformats.org/officeDocument/2006/relationships/customXml" Target="../ink/ink169.xml"/><Relationship Id="rId83" Type="http://schemas.openxmlformats.org/officeDocument/2006/relationships/image" Target="../media/image179.png"/><Relationship Id="rId179" Type="http://schemas.openxmlformats.org/officeDocument/2006/relationships/image" Target="../media/image227.png"/><Relationship Id="rId365" Type="http://schemas.openxmlformats.org/officeDocument/2006/relationships/image" Target="../media/image320.png"/><Relationship Id="rId190" Type="http://schemas.openxmlformats.org/officeDocument/2006/relationships/customXml" Target="../ink/ink233.xml"/><Relationship Id="rId204" Type="http://schemas.openxmlformats.org/officeDocument/2006/relationships/customXml" Target="../ink/ink240.xml"/><Relationship Id="rId225" Type="http://schemas.openxmlformats.org/officeDocument/2006/relationships/image" Target="../media/image250.png"/><Relationship Id="rId246" Type="http://schemas.openxmlformats.org/officeDocument/2006/relationships/customXml" Target="../ink/ink261.xml"/><Relationship Id="rId267" Type="http://schemas.openxmlformats.org/officeDocument/2006/relationships/image" Target="../media/image271.png"/><Relationship Id="rId288" Type="http://schemas.openxmlformats.org/officeDocument/2006/relationships/customXml" Target="../ink/ink282.xml"/><Relationship Id="rId106" Type="http://schemas.openxmlformats.org/officeDocument/2006/relationships/customXml" Target="../ink/ink191.xml"/><Relationship Id="rId127" Type="http://schemas.openxmlformats.org/officeDocument/2006/relationships/image" Target="../media/image201.png"/><Relationship Id="rId313" Type="http://schemas.openxmlformats.org/officeDocument/2006/relationships/image" Target="../media/image294.png"/><Relationship Id="rId10" Type="http://schemas.openxmlformats.org/officeDocument/2006/relationships/customXml" Target="../ink/ink143.xml"/><Relationship Id="rId31" Type="http://schemas.openxmlformats.org/officeDocument/2006/relationships/image" Target="../media/image153.png"/><Relationship Id="rId52" Type="http://schemas.openxmlformats.org/officeDocument/2006/relationships/customXml" Target="../ink/ink164.xml"/><Relationship Id="rId73" Type="http://schemas.openxmlformats.org/officeDocument/2006/relationships/image" Target="../media/image174.png"/><Relationship Id="rId94" Type="http://schemas.openxmlformats.org/officeDocument/2006/relationships/customXml" Target="../ink/ink185.xml"/><Relationship Id="rId148" Type="http://schemas.openxmlformats.org/officeDocument/2006/relationships/customXml" Target="../ink/ink212.xml"/><Relationship Id="rId169" Type="http://schemas.openxmlformats.org/officeDocument/2006/relationships/image" Target="../media/image222.png"/><Relationship Id="rId334" Type="http://schemas.openxmlformats.org/officeDocument/2006/relationships/customXml" Target="../ink/ink305.xml"/><Relationship Id="rId355" Type="http://schemas.openxmlformats.org/officeDocument/2006/relationships/image" Target="../media/image315.png"/><Relationship Id="rId4" Type="http://schemas.openxmlformats.org/officeDocument/2006/relationships/customXml" Target="../ink/ink140.xml"/><Relationship Id="rId180" Type="http://schemas.openxmlformats.org/officeDocument/2006/relationships/customXml" Target="../ink/ink228.xml"/><Relationship Id="rId215" Type="http://schemas.openxmlformats.org/officeDocument/2006/relationships/image" Target="../media/image245.png"/><Relationship Id="rId236" Type="http://schemas.openxmlformats.org/officeDocument/2006/relationships/customXml" Target="../ink/ink256.xml"/><Relationship Id="rId257" Type="http://schemas.openxmlformats.org/officeDocument/2006/relationships/image" Target="../media/image266.png"/><Relationship Id="rId278" Type="http://schemas.openxmlformats.org/officeDocument/2006/relationships/customXml" Target="../ink/ink277.xml"/><Relationship Id="rId303" Type="http://schemas.openxmlformats.org/officeDocument/2006/relationships/image" Target="../media/image289.png"/><Relationship Id="rId42" Type="http://schemas.openxmlformats.org/officeDocument/2006/relationships/customXml" Target="../ink/ink159.xml"/><Relationship Id="rId84" Type="http://schemas.openxmlformats.org/officeDocument/2006/relationships/customXml" Target="../ink/ink180.xml"/><Relationship Id="rId138" Type="http://schemas.openxmlformats.org/officeDocument/2006/relationships/customXml" Target="../ink/ink207.xml"/><Relationship Id="rId345" Type="http://schemas.openxmlformats.org/officeDocument/2006/relationships/image" Target="../media/image310.png"/><Relationship Id="rId191" Type="http://schemas.openxmlformats.org/officeDocument/2006/relationships/image" Target="../media/image233.png"/><Relationship Id="rId205" Type="http://schemas.openxmlformats.org/officeDocument/2006/relationships/image" Target="../media/image240.png"/><Relationship Id="rId247" Type="http://schemas.openxmlformats.org/officeDocument/2006/relationships/image" Target="../media/image261.png"/><Relationship Id="rId107" Type="http://schemas.openxmlformats.org/officeDocument/2006/relationships/image" Target="../media/image191.png"/><Relationship Id="rId289" Type="http://schemas.openxmlformats.org/officeDocument/2006/relationships/image" Target="../media/image282.png"/><Relationship Id="rId11" Type="http://schemas.openxmlformats.org/officeDocument/2006/relationships/image" Target="../media/image143.png"/><Relationship Id="rId53" Type="http://schemas.openxmlformats.org/officeDocument/2006/relationships/image" Target="../media/image164.png"/><Relationship Id="rId149" Type="http://schemas.openxmlformats.org/officeDocument/2006/relationships/image" Target="../media/image212.png"/><Relationship Id="rId314" Type="http://schemas.openxmlformats.org/officeDocument/2006/relationships/customXml" Target="../ink/ink295.xml"/><Relationship Id="rId356" Type="http://schemas.openxmlformats.org/officeDocument/2006/relationships/customXml" Target="../ink/ink316.xml"/><Relationship Id="rId95" Type="http://schemas.openxmlformats.org/officeDocument/2006/relationships/image" Target="../media/image185.png"/><Relationship Id="rId160" Type="http://schemas.openxmlformats.org/officeDocument/2006/relationships/customXml" Target="../ink/ink218.xml"/><Relationship Id="rId216" Type="http://schemas.openxmlformats.org/officeDocument/2006/relationships/customXml" Target="../ink/ink246.xml"/><Relationship Id="rId258" Type="http://schemas.openxmlformats.org/officeDocument/2006/relationships/customXml" Target="../ink/ink267.xml"/><Relationship Id="rId22" Type="http://schemas.openxmlformats.org/officeDocument/2006/relationships/customXml" Target="../ink/ink149.xml"/><Relationship Id="rId64" Type="http://schemas.openxmlformats.org/officeDocument/2006/relationships/customXml" Target="../ink/ink170.xml"/><Relationship Id="rId118" Type="http://schemas.openxmlformats.org/officeDocument/2006/relationships/customXml" Target="../ink/ink197.xml"/><Relationship Id="rId325" Type="http://schemas.openxmlformats.org/officeDocument/2006/relationships/image" Target="../media/image300.png"/><Relationship Id="rId367" Type="http://schemas.openxmlformats.org/officeDocument/2006/relationships/image" Target="../media/image321.png"/><Relationship Id="rId171" Type="http://schemas.openxmlformats.org/officeDocument/2006/relationships/image" Target="../media/image223.png"/><Relationship Id="rId227" Type="http://schemas.openxmlformats.org/officeDocument/2006/relationships/image" Target="../media/image251.png"/><Relationship Id="rId269" Type="http://schemas.openxmlformats.org/officeDocument/2006/relationships/image" Target="../media/image272.png"/><Relationship Id="rId33" Type="http://schemas.openxmlformats.org/officeDocument/2006/relationships/image" Target="../media/image154.png"/><Relationship Id="rId129" Type="http://schemas.openxmlformats.org/officeDocument/2006/relationships/image" Target="../media/image202.png"/><Relationship Id="rId280" Type="http://schemas.openxmlformats.org/officeDocument/2006/relationships/customXml" Target="../ink/ink278.xml"/><Relationship Id="rId336" Type="http://schemas.openxmlformats.org/officeDocument/2006/relationships/customXml" Target="../ink/ink306.xml"/><Relationship Id="rId75" Type="http://schemas.openxmlformats.org/officeDocument/2006/relationships/image" Target="../media/image175.png"/><Relationship Id="rId140" Type="http://schemas.openxmlformats.org/officeDocument/2006/relationships/customXml" Target="../ink/ink208.xml"/><Relationship Id="rId182" Type="http://schemas.openxmlformats.org/officeDocument/2006/relationships/customXml" Target="../ink/ink229.xml"/><Relationship Id="rId6" Type="http://schemas.openxmlformats.org/officeDocument/2006/relationships/customXml" Target="../ink/ink141.xml"/><Relationship Id="rId238" Type="http://schemas.openxmlformats.org/officeDocument/2006/relationships/customXml" Target="../ink/ink257.xml"/><Relationship Id="rId291" Type="http://schemas.openxmlformats.org/officeDocument/2006/relationships/image" Target="../media/image283.png"/><Relationship Id="rId305" Type="http://schemas.openxmlformats.org/officeDocument/2006/relationships/image" Target="../media/image290.png"/><Relationship Id="rId347" Type="http://schemas.openxmlformats.org/officeDocument/2006/relationships/image" Target="../media/image311.png"/><Relationship Id="rId44" Type="http://schemas.openxmlformats.org/officeDocument/2006/relationships/customXml" Target="../ink/ink160.xml"/><Relationship Id="rId86" Type="http://schemas.openxmlformats.org/officeDocument/2006/relationships/customXml" Target="../ink/ink181.xml"/><Relationship Id="rId151" Type="http://schemas.openxmlformats.org/officeDocument/2006/relationships/image" Target="../media/image213.png"/><Relationship Id="rId193" Type="http://schemas.openxmlformats.org/officeDocument/2006/relationships/image" Target="../media/image234.png"/><Relationship Id="rId207" Type="http://schemas.openxmlformats.org/officeDocument/2006/relationships/image" Target="../media/image241.png"/><Relationship Id="rId249" Type="http://schemas.openxmlformats.org/officeDocument/2006/relationships/image" Target="../media/image262.png"/><Relationship Id="rId13" Type="http://schemas.openxmlformats.org/officeDocument/2006/relationships/image" Target="../media/image144.png"/><Relationship Id="rId109" Type="http://schemas.openxmlformats.org/officeDocument/2006/relationships/image" Target="../media/image192.png"/><Relationship Id="rId260" Type="http://schemas.openxmlformats.org/officeDocument/2006/relationships/customXml" Target="../ink/ink268.xml"/><Relationship Id="rId316" Type="http://schemas.openxmlformats.org/officeDocument/2006/relationships/customXml" Target="../ink/ink296.xml"/><Relationship Id="rId55" Type="http://schemas.openxmlformats.org/officeDocument/2006/relationships/image" Target="../media/image165.png"/><Relationship Id="rId97" Type="http://schemas.openxmlformats.org/officeDocument/2006/relationships/image" Target="../media/image186.png"/><Relationship Id="rId120" Type="http://schemas.openxmlformats.org/officeDocument/2006/relationships/customXml" Target="../ink/ink198.xml"/><Relationship Id="rId358" Type="http://schemas.openxmlformats.org/officeDocument/2006/relationships/customXml" Target="../ink/ink317.xml"/><Relationship Id="rId162" Type="http://schemas.openxmlformats.org/officeDocument/2006/relationships/customXml" Target="../ink/ink219.xml"/><Relationship Id="rId218" Type="http://schemas.openxmlformats.org/officeDocument/2006/relationships/customXml" Target="../ink/ink247.xml"/><Relationship Id="rId271" Type="http://schemas.openxmlformats.org/officeDocument/2006/relationships/image" Target="../media/image273.png"/><Relationship Id="rId24" Type="http://schemas.openxmlformats.org/officeDocument/2006/relationships/customXml" Target="../ink/ink150.xml"/><Relationship Id="rId66" Type="http://schemas.openxmlformats.org/officeDocument/2006/relationships/customXml" Target="../ink/ink171.xml"/><Relationship Id="rId131" Type="http://schemas.openxmlformats.org/officeDocument/2006/relationships/image" Target="../media/image203.png"/><Relationship Id="rId327" Type="http://schemas.openxmlformats.org/officeDocument/2006/relationships/image" Target="../media/image301.png"/><Relationship Id="rId369" Type="http://schemas.openxmlformats.org/officeDocument/2006/relationships/image" Target="../media/image322.png"/><Relationship Id="rId173" Type="http://schemas.openxmlformats.org/officeDocument/2006/relationships/image" Target="../media/image224.png"/><Relationship Id="rId229" Type="http://schemas.openxmlformats.org/officeDocument/2006/relationships/image" Target="../media/image252.png"/><Relationship Id="rId240" Type="http://schemas.openxmlformats.org/officeDocument/2006/relationships/customXml" Target="../ink/ink258.xml"/><Relationship Id="rId35" Type="http://schemas.openxmlformats.org/officeDocument/2006/relationships/image" Target="../media/image155.png"/><Relationship Id="rId77" Type="http://schemas.openxmlformats.org/officeDocument/2006/relationships/image" Target="../media/image176.png"/><Relationship Id="rId100" Type="http://schemas.openxmlformats.org/officeDocument/2006/relationships/customXml" Target="../ink/ink188.xml"/><Relationship Id="rId282" Type="http://schemas.openxmlformats.org/officeDocument/2006/relationships/customXml" Target="../ink/ink279.xml"/><Relationship Id="rId338" Type="http://schemas.openxmlformats.org/officeDocument/2006/relationships/customXml" Target="../ink/ink307.xml"/><Relationship Id="rId8" Type="http://schemas.openxmlformats.org/officeDocument/2006/relationships/customXml" Target="../ink/ink142.xml"/><Relationship Id="rId142" Type="http://schemas.openxmlformats.org/officeDocument/2006/relationships/customXml" Target="../ink/ink209.xml"/><Relationship Id="rId184" Type="http://schemas.openxmlformats.org/officeDocument/2006/relationships/customXml" Target="../ink/ink230.xml"/><Relationship Id="rId251" Type="http://schemas.openxmlformats.org/officeDocument/2006/relationships/image" Target="../media/image263.png"/><Relationship Id="rId46" Type="http://schemas.openxmlformats.org/officeDocument/2006/relationships/customXml" Target="../ink/ink161.xml"/><Relationship Id="rId293" Type="http://schemas.openxmlformats.org/officeDocument/2006/relationships/image" Target="../media/image284.png"/><Relationship Id="rId307" Type="http://schemas.openxmlformats.org/officeDocument/2006/relationships/image" Target="../media/image291.png"/><Relationship Id="rId349" Type="http://schemas.openxmlformats.org/officeDocument/2006/relationships/image" Target="../media/image312.png"/><Relationship Id="rId88" Type="http://schemas.openxmlformats.org/officeDocument/2006/relationships/customXml" Target="../ink/ink182.xml"/><Relationship Id="rId111" Type="http://schemas.openxmlformats.org/officeDocument/2006/relationships/image" Target="../media/image193.png"/><Relationship Id="rId153" Type="http://schemas.openxmlformats.org/officeDocument/2006/relationships/image" Target="../media/image214.png"/><Relationship Id="rId195" Type="http://schemas.openxmlformats.org/officeDocument/2006/relationships/image" Target="../media/image235.png"/><Relationship Id="rId209" Type="http://schemas.openxmlformats.org/officeDocument/2006/relationships/image" Target="../media/image242.png"/><Relationship Id="rId360" Type="http://schemas.openxmlformats.org/officeDocument/2006/relationships/customXml" Target="../ink/ink318.xml"/><Relationship Id="rId220" Type="http://schemas.openxmlformats.org/officeDocument/2006/relationships/customXml" Target="../ink/ink24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99" Type="http://schemas.openxmlformats.org/officeDocument/2006/relationships/image" Target="../media/image472.png"/><Relationship Id="rId21" Type="http://schemas.openxmlformats.org/officeDocument/2006/relationships/image" Target="../media/image333.png"/><Relationship Id="rId63" Type="http://schemas.openxmlformats.org/officeDocument/2006/relationships/image" Target="../media/image354.png"/><Relationship Id="rId159" Type="http://schemas.openxmlformats.org/officeDocument/2006/relationships/image" Target="../media/image402.png"/><Relationship Id="rId324" Type="http://schemas.openxmlformats.org/officeDocument/2006/relationships/customXml" Target="../ink/ink485.xml"/><Relationship Id="rId366" Type="http://schemas.openxmlformats.org/officeDocument/2006/relationships/customXml" Target="../ink/ink506.xml"/><Relationship Id="rId170" Type="http://schemas.openxmlformats.org/officeDocument/2006/relationships/customXml" Target="../ink/ink408.xml"/><Relationship Id="rId226" Type="http://schemas.openxmlformats.org/officeDocument/2006/relationships/customXml" Target="../ink/ink436.xml"/><Relationship Id="rId268" Type="http://schemas.openxmlformats.org/officeDocument/2006/relationships/customXml" Target="../ink/ink457.xml"/><Relationship Id="rId32" Type="http://schemas.openxmlformats.org/officeDocument/2006/relationships/customXml" Target="../ink/ink339.xml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335" Type="http://schemas.openxmlformats.org/officeDocument/2006/relationships/image" Target="../media/image490.png"/><Relationship Id="rId377" Type="http://schemas.openxmlformats.org/officeDocument/2006/relationships/image" Target="../media/image511.png"/><Relationship Id="rId5" Type="http://schemas.openxmlformats.org/officeDocument/2006/relationships/image" Target="../media/image325.png"/><Relationship Id="rId181" Type="http://schemas.openxmlformats.org/officeDocument/2006/relationships/image" Target="../media/image413.png"/><Relationship Id="rId237" Type="http://schemas.openxmlformats.org/officeDocument/2006/relationships/image" Target="../media/image441.png"/><Relationship Id="rId402" Type="http://schemas.openxmlformats.org/officeDocument/2006/relationships/customXml" Target="../ink/ink524.xml"/><Relationship Id="rId279" Type="http://schemas.openxmlformats.org/officeDocument/2006/relationships/image" Target="../media/image462.png"/><Relationship Id="rId43" Type="http://schemas.openxmlformats.org/officeDocument/2006/relationships/image" Target="../media/image344.png"/><Relationship Id="rId139" Type="http://schemas.openxmlformats.org/officeDocument/2006/relationships/image" Target="../media/image392.png"/><Relationship Id="rId290" Type="http://schemas.openxmlformats.org/officeDocument/2006/relationships/customXml" Target="../ink/ink468.xml"/><Relationship Id="rId304" Type="http://schemas.openxmlformats.org/officeDocument/2006/relationships/customXml" Target="../ink/ink475.xml"/><Relationship Id="rId346" Type="http://schemas.openxmlformats.org/officeDocument/2006/relationships/customXml" Target="../ink/ink496.xml"/><Relationship Id="rId388" Type="http://schemas.openxmlformats.org/officeDocument/2006/relationships/customXml" Target="../ink/ink517.xml"/><Relationship Id="rId85" Type="http://schemas.openxmlformats.org/officeDocument/2006/relationships/image" Target="../media/image365.png"/><Relationship Id="rId150" Type="http://schemas.openxmlformats.org/officeDocument/2006/relationships/customXml" Target="../ink/ink398.xml"/><Relationship Id="rId192" Type="http://schemas.openxmlformats.org/officeDocument/2006/relationships/customXml" Target="../ink/ink419.xml"/><Relationship Id="rId206" Type="http://schemas.openxmlformats.org/officeDocument/2006/relationships/customXml" Target="../ink/ink426.xml"/><Relationship Id="rId413" Type="http://schemas.openxmlformats.org/officeDocument/2006/relationships/image" Target="../media/image528.png"/><Relationship Id="rId248" Type="http://schemas.openxmlformats.org/officeDocument/2006/relationships/customXml" Target="../ink/ink447.xml"/><Relationship Id="rId12" Type="http://schemas.openxmlformats.org/officeDocument/2006/relationships/customXml" Target="../ink/ink329.xml"/><Relationship Id="rId108" Type="http://schemas.openxmlformats.org/officeDocument/2006/relationships/customXml" Target="../ink/ink377.xml"/><Relationship Id="rId315" Type="http://schemas.openxmlformats.org/officeDocument/2006/relationships/image" Target="../media/image480.png"/><Relationship Id="rId357" Type="http://schemas.openxmlformats.org/officeDocument/2006/relationships/image" Target="../media/image501.png"/><Relationship Id="rId54" Type="http://schemas.openxmlformats.org/officeDocument/2006/relationships/customXml" Target="../ink/ink350.xml"/><Relationship Id="rId96" Type="http://schemas.openxmlformats.org/officeDocument/2006/relationships/customXml" Target="../ink/ink371.xml"/><Relationship Id="rId161" Type="http://schemas.openxmlformats.org/officeDocument/2006/relationships/image" Target="../media/image403.png"/><Relationship Id="rId217" Type="http://schemas.openxmlformats.org/officeDocument/2006/relationships/image" Target="../media/image431.png"/><Relationship Id="rId399" Type="http://schemas.openxmlformats.org/officeDocument/2006/relationships/image" Target="../media/image522.png"/><Relationship Id="rId259" Type="http://schemas.openxmlformats.org/officeDocument/2006/relationships/image" Target="../media/image452.png"/><Relationship Id="rId23" Type="http://schemas.openxmlformats.org/officeDocument/2006/relationships/image" Target="../media/image334.png"/><Relationship Id="rId119" Type="http://schemas.openxmlformats.org/officeDocument/2006/relationships/image" Target="../media/image382.png"/><Relationship Id="rId270" Type="http://schemas.openxmlformats.org/officeDocument/2006/relationships/customXml" Target="../ink/ink458.xml"/><Relationship Id="rId326" Type="http://schemas.openxmlformats.org/officeDocument/2006/relationships/customXml" Target="../ink/ink486.xml"/><Relationship Id="rId65" Type="http://schemas.openxmlformats.org/officeDocument/2006/relationships/image" Target="../media/image355.png"/><Relationship Id="rId130" Type="http://schemas.openxmlformats.org/officeDocument/2006/relationships/customXml" Target="../ink/ink388.xml"/><Relationship Id="rId368" Type="http://schemas.openxmlformats.org/officeDocument/2006/relationships/customXml" Target="../ink/ink507.xml"/><Relationship Id="rId172" Type="http://schemas.openxmlformats.org/officeDocument/2006/relationships/customXml" Target="../ink/ink409.xml"/><Relationship Id="rId228" Type="http://schemas.openxmlformats.org/officeDocument/2006/relationships/customXml" Target="../ink/ink437.xml"/><Relationship Id="rId281" Type="http://schemas.openxmlformats.org/officeDocument/2006/relationships/image" Target="../media/image463.png"/><Relationship Id="rId337" Type="http://schemas.openxmlformats.org/officeDocument/2006/relationships/image" Target="../media/image491.png"/><Relationship Id="rId34" Type="http://schemas.openxmlformats.org/officeDocument/2006/relationships/customXml" Target="../ink/ink340.xml"/><Relationship Id="rId76" Type="http://schemas.openxmlformats.org/officeDocument/2006/relationships/customXml" Target="../ink/ink361.xml"/><Relationship Id="rId141" Type="http://schemas.openxmlformats.org/officeDocument/2006/relationships/image" Target="../media/image393.png"/><Relationship Id="rId379" Type="http://schemas.openxmlformats.org/officeDocument/2006/relationships/image" Target="../media/image512.png"/><Relationship Id="rId7" Type="http://schemas.openxmlformats.org/officeDocument/2006/relationships/image" Target="../media/image326.png"/><Relationship Id="rId183" Type="http://schemas.openxmlformats.org/officeDocument/2006/relationships/image" Target="../media/image414.png"/><Relationship Id="rId239" Type="http://schemas.openxmlformats.org/officeDocument/2006/relationships/image" Target="../media/image442.png"/><Relationship Id="rId390" Type="http://schemas.openxmlformats.org/officeDocument/2006/relationships/customXml" Target="../ink/ink518.xml"/><Relationship Id="rId404" Type="http://schemas.openxmlformats.org/officeDocument/2006/relationships/customXml" Target="../ink/ink525.xml"/><Relationship Id="rId250" Type="http://schemas.openxmlformats.org/officeDocument/2006/relationships/customXml" Target="../ink/ink448.xml"/><Relationship Id="rId292" Type="http://schemas.openxmlformats.org/officeDocument/2006/relationships/customXml" Target="../ink/ink469.xml"/><Relationship Id="rId306" Type="http://schemas.openxmlformats.org/officeDocument/2006/relationships/customXml" Target="../ink/ink476.xml"/><Relationship Id="rId45" Type="http://schemas.openxmlformats.org/officeDocument/2006/relationships/image" Target="../media/image345.png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348" Type="http://schemas.openxmlformats.org/officeDocument/2006/relationships/customXml" Target="../ink/ink497.xml"/><Relationship Id="rId152" Type="http://schemas.openxmlformats.org/officeDocument/2006/relationships/customXml" Target="../ink/ink399.xml"/><Relationship Id="rId194" Type="http://schemas.openxmlformats.org/officeDocument/2006/relationships/customXml" Target="../ink/ink420.xml"/><Relationship Id="rId208" Type="http://schemas.openxmlformats.org/officeDocument/2006/relationships/customXml" Target="../ink/ink427.xml"/><Relationship Id="rId415" Type="http://schemas.openxmlformats.org/officeDocument/2006/relationships/image" Target="../media/image529.png"/><Relationship Id="rId261" Type="http://schemas.openxmlformats.org/officeDocument/2006/relationships/image" Target="../media/image453.png"/><Relationship Id="rId14" Type="http://schemas.openxmlformats.org/officeDocument/2006/relationships/customXml" Target="../ink/ink330.xml"/><Relationship Id="rId56" Type="http://schemas.openxmlformats.org/officeDocument/2006/relationships/customXml" Target="../ink/ink351.xml"/><Relationship Id="rId317" Type="http://schemas.openxmlformats.org/officeDocument/2006/relationships/image" Target="../media/image481.png"/><Relationship Id="rId359" Type="http://schemas.openxmlformats.org/officeDocument/2006/relationships/image" Target="../media/image502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63" Type="http://schemas.openxmlformats.org/officeDocument/2006/relationships/image" Target="../media/image404.png"/><Relationship Id="rId219" Type="http://schemas.openxmlformats.org/officeDocument/2006/relationships/image" Target="../media/image432.png"/><Relationship Id="rId370" Type="http://schemas.openxmlformats.org/officeDocument/2006/relationships/customXml" Target="../ink/ink508.xml"/><Relationship Id="rId230" Type="http://schemas.openxmlformats.org/officeDocument/2006/relationships/customXml" Target="../ink/ink438.xml"/><Relationship Id="rId25" Type="http://schemas.openxmlformats.org/officeDocument/2006/relationships/image" Target="../media/image335.png"/><Relationship Id="rId67" Type="http://schemas.openxmlformats.org/officeDocument/2006/relationships/image" Target="../media/image356.png"/><Relationship Id="rId272" Type="http://schemas.openxmlformats.org/officeDocument/2006/relationships/customXml" Target="../ink/ink459.xml"/><Relationship Id="rId328" Type="http://schemas.openxmlformats.org/officeDocument/2006/relationships/customXml" Target="../ink/ink487.xml"/><Relationship Id="rId132" Type="http://schemas.openxmlformats.org/officeDocument/2006/relationships/customXml" Target="../ink/ink389.xml"/><Relationship Id="rId174" Type="http://schemas.openxmlformats.org/officeDocument/2006/relationships/customXml" Target="../ink/ink410.xml"/><Relationship Id="rId381" Type="http://schemas.openxmlformats.org/officeDocument/2006/relationships/image" Target="../media/image513.png"/><Relationship Id="rId241" Type="http://schemas.openxmlformats.org/officeDocument/2006/relationships/image" Target="../media/image443.png"/><Relationship Id="rId36" Type="http://schemas.openxmlformats.org/officeDocument/2006/relationships/customXml" Target="../ink/ink341.xml"/><Relationship Id="rId283" Type="http://schemas.openxmlformats.org/officeDocument/2006/relationships/image" Target="../media/image464.png"/><Relationship Id="rId339" Type="http://schemas.openxmlformats.org/officeDocument/2006/relationships/image" Target="../media/image492.png"/><Relationship Id="rId78" Type="http://schemas.openxmlformats.org/officeDocument/2006/relationships/customXml" Target="../ink/ink362.xml"/><Relationship Id="rId101" Type="http://schemas.openxmlformats.org/officeDocument/2006/relationships/image" Target="../media/image373.png"/><Relationship Id="rId143" Type="http://schemas.openxmlformats.org/officeDocument/2006/relationships/image" Target="../media/image394.png"/><Relationship Id="rId185" Type="http://schemas.openxmlformats.org/officeDocument/2006/relationships/image" Target="../media/image415.png"/><Relationship Id="rId350" Type="http://schemas.openxmlformats.org/officeDocument/2006/relationships/customXml" Target="../ink/ink498.xml"/><Relationship Id="rId406" Type="http://schemas.openxmlformats.org/officeDocument/2006/relationships/customXml" Target="../ink/ink526.xml"/><Relationship Id="rId9" Type="http://schemas.openxmlformats.org/officeDocument/2006/relationships/image" Target="../media/image327.png"/><Relationship Id="rId210" Type="http://schemas.openxmlformats.org/officeDocument/2006/relationships/customXml" Target="../ink/ink428.xml"/><Relationship Id="rId392" Type="http://schemas.openxmlformats.org/officeDocument/2006/relationships/customXml" Target="../ink/ink519.xml"/><Relationship Id="rId252" Type="http://schemas.openxmlformats.org/officeDocument/2006/relationships/customXml" Target="../ink/ink449.xml"/><Relationship Id="rId294" Type="http://schemas.openxmlformats.org/officeDocument/2006/relationships/customXml" Target="../ink/ink470.xml"/><Relationship Id="rId308" Type="http://schemas.openxmlformats.org/officeDocument/2006/relationships/customXml" Target="../ink/ink477.xml"/><Relationship Id="rId47" Type="http://schemas.openxmlformats.org/officeDocument/2006/relationships/image" Target="../media/image346.png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54" Type="http://schemas.openxmlformats.org/officeDocument/2006/relationships/customXml" Target="../ink/ink400.xml"/><Relationship Id="rId361" Type="http://schemas.openxmlformats.org/officeDocument/2006/relationships/image" Target="../media/image503.png"/><Relationship Id="rId196" Type="http://schemas.openxmlformats.org/officeDocument/2006/relationships/customXml" Target="../ink/ink421.xml"/><Relationship Id="rId417" Type="http://schemas.openxmlformats.org/officeDocument/2006/relationships/image" Target="../media/image530.png"/><Relationship Id="rId16" Type="http://schemas.openxmlformats.org/officeDocument/2006/relationships/customXml" Target="../ink/ink331.xml"/><Relationship Id="rId221" Type="http://schemas.openxmlformats.org/officeDocument/2006/relationships/image" Target="../media/image433.png"/><Relationship Id="rId263" Type="http://schemas.openxmlformats.org/officeDocument/2006/relationships/image" Target="../media/image454.png"/><Relationship Id="rId319" Type="http://schemas.openxmlformats.org/officeDocument/2006/relationships/image" Target="../media/image482.png"/><Relationship Id="rId58" Type="http://schemas.openxmlformats.org/officeDocument/2006/relationships/customXml" Target="../ink/ink352.xml"/><Relationship Id="rId123" Type="http://schemas.openxmlformats.org/officeDocument/2006/relationships/image" Target="../media/image384.png"/><Relationship Id="rId330" Type="http://schemas.openxmlformats.org/officeDocument/2006/relationships/customXml" Target="../ink/ink488.xml"/><Relationship Id="rId165" Type="http://schemas.openxmlformats.org/officeDocument/2006/relationships/image" Target="../media/image405.png"/><Relationship Id="rId372" Type="http://schemas.openxmlformats.org/officeDocument/2006/relationships/customXml" Target="../ink/ink509.xml"/><Relationship Id="rId232" Type="http://schemas.openxmlformats.org/officeDocument/2006/relationships/customXml" Target="../ink/ink439.xml"/><Relationship Id="rId274" Type="http://schemas.openxmlformats.org/officeDocument/2006/relationships/customXml" Target="../ink/ink460.xml"/><Relationship Id="rId27" Type="http://schemas.openxmlformats.org/officeDocument/2006/relationships/image" Target="../media/image336.png"/><Relationship Id="rId69" Type="http://schemas.openxmlformats.org/officeDocument/2006/relationships/image" Target="../media/image357.png"/><Relationship Id="rId134" Type="http://schemas.openxmlformats.org/officeDocument/2006/relationships/customXml" Target="../ink/ink390.xml"/><Relationship Id="rId80" Type="http://schemas.openxmlformats.org/officeDocument/2006/relationships/customXml" Target="../ink/ink363.xml"/><Relationship Id="rId176" Type="http://schemas.openxmlformats.org/officeDocument/2006/relationships/customXml" Target="../ink/ink411.xml"/><Relationship Id="rId341" Type="http://schemas.openxmlformats.org/officeDocument/2006/relationships/image" Target="../media/image493.png"/><Relationship Id="rId383" Type="http://schemas.openxmlformats.org/officeDocument/2006/relationships/image" Target="../media/image514.png"/><Relationship Id="rId201" Type="http://schemas.openxmlformats.org/officeDocument/2006/relationships/image" Target="../media/image423.png"/><Relationship Id="rId243" Type="http://schemas.openxmlformats.org/officeDocument/2006/relationships/image" Target="../media/image444.png"/><Relationship Id="rId285" Type="http://schemas.openxmlformats.org/officeDocument/2006/relationships/image" Target="../media/image465.png"/><Relationship Id="rId17" Type="http://schemas.openxmlformats.org/officeDocument/2006/relationships/image" Target="../media/image331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24" Type="http://schemas.openxmlformats.org/officeDocument/2006/relationships/customXml" Target="../ink/ink385.xml"/><Relationship Id="rId310" Type="http://schemas.openxmlformats.org/officeDocument/2006/relationships/customXml" Target="../ink/ink478.xml"/><Relationship Id="rId70" Type="http://schemas.openxmlformats.org/officeDocument/2006/relationships/customXml" Target="../ink/ink358.xml"/><Relationship Id="rId91" Type="http://schemas.openxmlformats.org/officeDocument/2006/relationships/image" Target="../media/image368.png"/><Relationship Id="rId145" Type="http://schemas.openxmlformats.org/officeDocument/2006/relationships/image" Target="../media/image395.png"/><Relationship Id="rId166" Type="http://schemas.openxmlformats.org/officeDocument/2006/relationships/customXml" Target="../ink/ink406.xml"/><Relationship Id="rId187" Type="http://schemas.openxmlformats.org/officeDocument/2006/relationships/image" Target="../media/image416.png"/><Relationship Id="rId331" Type="http://schemas.openxmlformats.org/officeDocument/2006/relationships/image" Target="../media/image488.png"/><Relationship Id="rId352" Type="http://schemas.openxmlformats.org/officeDocument/2006/relationships/customXml" Target="../ink/ink499.xml"/><Relationship Id="rId373" Type="http://schemas.openxmlformats.org/officeDocument/2006/relationships/image" Target="../media/image509.png"/><Relationship Id="rId394" Type="http://schemas.openxmlformats.org/officeDocument/2006/relationships/customXml" Target="../ink/ink520.xml"/><Relationship Id="rId408" Type="http://schemas.openxmlformats.org/officeDocument/2006/relationships/customXml" Target="../ink/ink52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29.xml"/><Relationship Id="rId233" Type="http://schemas.openxmlformats.org/officeDocument/2006/relationships/image" Target="../media/image439.png"/><Relationship Id="rId254" Type="http://schemas.openxmlformats.org/officeDocument/2006/relationships/customXml" Target="../ink/ink450.xml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275" Type="http://schemas.openxmlformats.org/officeDocument/2006/relationships/image" Target="../media/image460.png"/><Relationship Id="rId296" Type="http://schemas.openxmlformats.org/officeDocument/2006/relationships/customXml" Target="../ink/ink471.xml"/><Relationship Id="rId300" Type="http://schemas.openxmlformats.org/officeDocument/2006/relationships/customXml" Target="../ink/ink473.xml"/><Relationship Id="rId60" Type="http://schemas.openxmlformats.org/officeDocument/2006/relationships/customXml" Target="../ink/ink353.xml"/><Relationship Id="rId81" Type="http://schemas.openxmlformats.org/officeDocument/2006/relationships/image" Target="../media/image363.png"/><Relationship Id="rId135" Type="http://schemas.openxmlformats.org/officeDocument/2006/relationships/image" Target="../media/image390.png"/><Relationship Id="rId156" Type="http://schemas.openxmlformats.org/officeDocument/2006/relationships/customXml" Target="../ink/ink401.xml"/><Relationship Id="rId177" Type="http://schemas.openxmlformats.org/officeDocument/2006/relationships/image" Target="../media/image411.png"/><Relationship Id="rId198" Type="http://schemas.openxmlformats.org/officeDocument/2006/relationships/customXml" Target="../ink/ink422.xml"/><Relationship Id="rId321" Type="http://schemas.openxmlformats.org/officeDocument/2006/relationships/image" Target="../media/image483.png"/><Relationship Id="rId342" Type="http://schemas.openxmlformats.org/officeDocument/2006/relationships/customXml" Target="../ink/ink494.xml"/><Relationship Id="rId363" Type="http://schemas.openxmlformats.org/officeDocument/2006/relationships/image" Target="../media/image504.png"/><Relationship Id="rId384" Type="http://schemas.openxmlformats.org/officeDocument/2006/relationships/customXml" Target="../ink/ink515.xml"/><Relationship Id="rId419" Type="http://schemas.openxmlformats.org/officeDocument/2006/relationships/image" Target="../media/image531.png"/><Relationship Id="rId202" Type="http://schemas.openxmlformats.org/officeDocument/2006/relationships/customXml" Target="../ink/ink424.xml"/><Relationship Id="rId223" Type="http://schemas.openxmlformats.org/officeDocument/2006/relationships/image" Target="../media/image434.png"/><Relationship Id="rId244" Type="http://schemas.openxmlformats.org/officeDocument/2006/relationships/customXml" Target="../ink/ink445.xml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265" Type="http://schemas.openxmlformats.org/officeDocument/2006/relationships/image" Target="../media/image455.png"/><Relationship Id="rId286" Type="http://schemas.openxmlformats.org/officeDocument/2006/relationships/customXml" Target="../ink/ink466.xml"/><Relationship Id="rId50" Type="http://schemas.openxmlformats.org/officeDocument/2006/relationships/customXml" Target="../ink/ink348.xml"/><Relationship Id="rId104" Type="http://schemas.openxmlformats.org/officeDocument/2006/relationships/customXml" Target="../ink/ink375.xml"/><Relationship Id="rId125" Type="http://schemas.openxmlformats.org/officeDocument/2006/relationships/image" Target="../media/image385.png"/><Relationship Id="rId146" Type="http://schemas.openxmlformats.org/officeDocument/2006/relationships/customXml" Target="../ink/ink396.xml"/><Relationship Id="rId167" Type="http://schemas.openxmlformats.org/officeDocument/2006/relationships/image" Target="../media/image406.png"/><Relationship Id="rId188" Type="http://schemas.openxmlformats.org/officeDocument/2006/relationships/customXml" Target="../ink/ink417.xml"/><Relationship Id="rId311" Type="http://schemas.openxmlformats.org/officeDocument/2006/relationships/image" Target="../media/image478.png"/><Relationship Id="rId332" Type="http://schemas.openxmlformats.org/officeDocument/2006/relationships/customXml" Target="../ink/ink489.xml"/><Relationship Id="rId353" Type="http://schemas.openxmlformats.org/officeDocument/2006/relationships/image" Target="../media/image499.png"/><Relationship Id="rId374" Type="http://schemas.openxmlformats.org/officeDocument/2006/relationships/customXml" Target="../ink/ink510.xml"/><Relationship Id="rId395" Type="http://schemas.openxmlformats.org/officeDocument/2006/relationships/image" Target="../media/image520.png"/><Relationship Id="rId409" Type="http://schemas.openxmlformats.org/officeDocument/2006/relationships/image" Target="../media/image5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13" Type="http://schemas.openxmlformats.org/officeDocument/2006/relationships/image" Target="../media/image429.png"/><Relationship Id="rId234" Type="http://schemas.openxmlformats.org/officeDocument/2006/relationships/customXml" Target="../ink/ink440.xml"/><Relationship Id="rId420" Type="http://schemas.openxmlformats.org/officeDocument/2006/relationships/customXml" Target="../ink/ink533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55" Type="http://schemas.openxmlformats.org/officeDocument/2006/relationships/image" Target="../media/image450.png"/><Relationship Id="rId276" Type="http://schemas.openxmlformats.org/officeDocument/2006/relationships/customXml" Target="../ink/ink461.xml"/><Relationship Id="rId297" Type="http://schemas.openxmlformats.org/officeDocument/2006/relationships/image" Target="../media/image471.png"/><Relationship Id="rId40" Type="http://schemas.openxmlformats.org/officeDocument/2006/relationships/customXml" Target="../ink/ink343.xml"/><Relationship Id="rId115" Type="http://schemas.openxmlformats.org/officeDocument/2006/relationships/image" Target="../media/image380.png"/><Relationship Id="rId136" Type="http://schemas.openxmlformats.org/officeDocument/2006/relationships/customXml" Target="../ink/ink391.xml"/><Relationship Id="rId157" Type="http://schemas.openxmlformats.org/officeDocument/2006/relationships/image" Target="../media/image401.png"/><Relationship Id="rId178" Type="http://schemas.openxmlformats.org/officeDocument/2006/relationships/customXml" Target="../ink/ink412.xml"/><Relationship Id="rId301" Type="http://schemas.openxmlformats.org/officeDocument/2006/relationships/image" Target="../media/image473.png"/><Relationship Id="rId322" Type="http://schemas.openxmlformats.org/officeDocument/2006/relationships/customXml" Target="../ink/ink484.xml"/><Relationship Id="rId343" Type="http://schemas.openxmlformats.org/officeDocument/2006/relationships/image" Target="../media/image494.png"/><Relationship Id="rId364" Type="http://schemas.openxmlformats.org/officeDocument/2006/relationships/customXml" Target="../ink/ink505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9" Type="http://schemas.openxmlformats.org/officeDocument/2006/relationships/image" Target="../media/image422.png"/><Relationship Id="rId203" Type="http://schemas.openxmlformats.org/officeDocument/2006/relationships/image" Target="../media/image424.png"/><Relationship Id="rId385" Type="http://schemas.openxmlformats.org/officeDocument/2006/relationships/image" Target="../media/image515.png"/><Relationship Id="rId19" Type="http://schemas.openxmlformats.org/officeDocument/2006/relationships/image" Target="../media/image332.png"/><Relationship Id="rId224" Type="http://schemas.openxmlformats.org/officeDocument/2006/relationships/customXml" Target="../ink/ink435.xml"/><Relationship Id="rId245" Type="http://schemas.openxmlformats.org/officeDocument/2006/relationships/image" Target="../media/image445.png"/><Relationship Id="rId266" Type="http://schemas.openxmlformats.org/officeDocument/2006/relationships/customXml" Target="../ink/ink456.xml"/><Relationship Id="rId287" Type="http://schemas.openxmlformats.org/officeDocument/2006/relationships/image" Target="../media/image466.png"/><Relationship Id="rId410" Type="http://schemas.openxmlformats.org/officeDocument/2006/relationships/customXml" Target="../ink/ink528.xml"/><Relationship Id="rId30" Type="http://schemas.openxmlformats.org/officeDocument/2006/relationships/customXml" Target="../ink/ink338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147" Type="http://schemas.openxmlformats.org/officeDocument/2006/relationships/image" Target="../media/image396.png"/><Relationship Id="rId168" Type="http://schemas.openxmlformats.org/officeDocument/2006/relationships/customXml" Target="../ink/ink407.xml"/><Relationship Id="rId312" Type="http://schemas.openxmlformats.org/officeDocument/2006/relationships/customXml" Target="../ink/ink479.xml"/><Relationship Id="rId333" Type="http://schemas.openxmlformats.org/officeDocument/2006/relationships/image" Target="../media/image489.png"/><Relationship Id="rId354" Type="http://schemas.openxmlformats.org/officeDocument/2006/relationships/customXml" Target="../ink/ink500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189" Type="http://schemas.openxmlformats.org/officeDocument/2006/relationships/image" Target="../media/image417.png"/><Relationship Id="rId375" Type="http://schemas.openxmlformats.org/officeDocument/2006/relationships/image" Target="../media/image510.png"/><Relationship Id="rId396" Type="http://schemas.openxmlformats.org/officeDocument/2006/relationships/customXml" Target="../ink/ink521.xml"/><Relationship Id="rId3" Type="http://schemas.openxmlformats.org/officeDocument/2006/relationships/image" Target="../media/image324.png"/><Relationship Id="rId214" Type="http://schemas.openxmlformats.org/officeDocument/2006/relationships/customXml" Target="../ink/ink430.xml"/><Relationship Id="rId235" Type="http://schemas.openxmlformats.org/officeDocument/2006/relationships/image" Target="../media/image440.png"/><Relationship Id="rId256" Type="http://schemas.openxmlformats.org/officeDocument/2006/relationships/customXml" Target="../ink/ink451.xml"/><Relationship Id="rId277" Type="http://schemas.openxmlformats.org/officeDocument/2006/relationships/image" Target="../media/image461.png"/><Relationship Id="rId298" Type="http://schemas.openxmlformats.org/officeDocument/2006/relationships/customXml" Target="../ink/ink472.xml"/><Relationship Id="rId400" Type="http://schemas.openxmlformats.org/officeDocument/2006/relationships/customXml" Target="../ink/ink523.xml"/><Relationship Id="rId421" Type="http://schemas.openxmlformats.org/officeDocument/2006/relationships/image" Target="../media/image532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158" Type="http://schemas.openxmlformats.org/officeDocument/2006/relationships/customXml" Target="../ink/ink402.xml"/><Relationship Id="rId302" Type="http://schemas.openxmlformats.org/officeDocument/2006/relationships/customXml" Target="../ink/ink474.xml"/><Relationship Id="rId323" Type="http://schemas.openxmlformats.org/officeDocument/2006/relationships/image" Target="../media/image484.png"/><Relationship Id="rId344" Type="http://schemas.openxmlformats.org/officeDocument/2006/relationships/customXml" Target="../ink/ink495.xml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179" Type="http://schemas.openxmlformats.org/officeDocument/2006/relationships/image" Target="../media/image412.png"/><Relationship Id="rId365" Type="http://schemas.openxmlformats.org/officeDocument/2006/relationships/image" Target="../media/image505.png"/><Relationship Id="rId386" Type="http://schemas.openxmlformats.org/officeDocument/2006/relationships/customXml" Target="../ink/ink516.xml"/><Relationship Id="rId190" Type="http://schemas.openxmlformats.org/officeDocument/2006/relationships/customXml" Target="../ink/ink418.xml"/><Relationship Id="rId204" Type="http://schemas.openxmlformats.org/officeDocument/2006/relationships/customXml" Target="../ink/ink425.xml"/><Relationship Id="rId225" Type="http://schemas.openxmlformats.org/officeDocument/2006/relationships/image" Target="../media/image435.png"/><Relationship Id="rId246" Type="http://schemas.openxmlformats.org/officeDocument/2006/relationships/customXml" Target="../ink/ink446.xml"/><Relationship Id="rId267" Type="http://schemas.openxmlformats.org/officeDocument/2006/relationships/image" Target="../media/image456.png"/><Relationship Id="rId288" Type="http://schemas.openxmlformats.org/officeDocument/2006/relationships/customXml" Target="../ink/ink467.xml"/><Relationship Id="rId411" Type="http://schemas.openxmlformats.org/officeDocument/2006/relationships/image" Target="../media/image527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313" Type="http://schemas.openxmlformats.org/officeDocument/2006/relationships/image" Target="../media/image479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94" Type="http://schemas.openxmlformats.org/officeDocument/2006/relationships/customXml" Target="../ink/ink370.xml"/><Relationship Id="rId148" Type="http://schemas.openxmlformats.org/officeDocument/2006/relationships/customXml" Target="../ink/ink397.xml"/><Relationship Id="rId169" Type="http://schemas.openxmlformats.org/officeDocument/2006/relationships/image" Target="../media/image407.png"/><Relationship Id="rId334" Type="http://schemas.openxmlformats.org/officeDocument/2006/relationships/customXml" Target="../ink/ink490.xml"/><Relationship Id="rId355" Type="http://schemas.openxmlformats.org/officeDocument/2006/relationships/image" Target="../media/image500.png"/><Relationship Id="rId376" Type="http://schemas.openxmlformats.org/officeDocument/2006/relationships/customXml" Target="../ink/ink511.xml"/><Relationship Id="rId397" Type="http://schemas.openxmlformats.org/officeDocument/2006/relationships/image" Target="../media/image521.png"/><Relationship Id="rId4" Type="http://schemas.openxmlformats.org/officeDocument/2006/relationships/customXml" Target="../ink/ink325.xml"/><Relationship Id="rId180" Type="http://schemas.openxmlformats.org/officeDocument/2006/relationships/customXml" Target="../ink/ink413.xml"/><Relationship Id="rId215" Type="http://schemas.openxmlformats.org/officeDocument/2006/relationships/image" Target="../media/image430.png"/><Relationship Id="rId236" Type="http://schemas.openxmlformats.org/officeDocument/2006/relationships/customXml" Target="../ink/ink441.xml"/><Relationship Id="rId257" Type="http://schemas.openxmlformats.org/officeDocument/2006/relationships/image" Target="../media/image451.png"/><Relationship Id="rId278" Type="http://schemas.openxmlformats.org/officeDocument/2006/relationships/customXml" Target="../ink/ink462.xml"/><Relationship Id="rId401" Type="http://schemas.openxmlformats.org/officeDocument/2006/relationships/image" Target="../media/image311.png"/><Relationship Id="rId422" Type="http://schemas.openxmlformats.org/officeDocument/2006/relationships/customXml" Target="../ink/ink534.xml"/><Relationship Id="rId303" Type="http://schemas.openxmlformats.org/officeDocument/2006/relationships/image" Target="../media/image474.png"/><Relationship Id="rId42" Type="http://schemas.openxmlformats.org/officeDocument/2006/relationships/customXml" Target="../ink/ink344.xml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345" Type="http://schemas.openxmlformats.org/officeDocument/2006/relationships/image" Target="../media/image495.png"/><Relationship Id="rId387" Type="http://schemas.openxmlformats.org/officeDocument/2006/relationships/image" Target="../media/image516.png"/><Relationship Id="rId191" Type="http://schemas.openxmlformats.org/officeDocument/2006/relationships/image" Target="../media/image418.png"/><Relationship Id="rId205" Type="http://schemas.openxmlformats.org/officeDocument/2006/relationships/image" Target="../media/image425.png"/><Relationship Id="rId247" Type="http://schemas.openxmlformats.org/officeDocument/2006/relationships/image" Target="../media/image446.png"/><Relationship Id="rId412" Type="http://schemas.openxmlformats.org/officeDocument/2006/relationships/customXml" Target="../ink/ink529.xml"/><Relationship Id="rId107" Type="http://schemas.openxmlformats.org/officeDocument/2006/relationships/image" Target="../media/image376.png"/><Relationship Id="rId289" Type="http://schemas.openxmlformats.org/officeDocument/2006/relationships/image" Target="../media/image467.png"/><Relationship Id="rId11" Type="http://schemas.openxmlformats.org/officeDocument/2006/relationships/image" Target="../media/image328.png"/><Relationship Id="rId53" Type="http://schemas.openxmlformats.org/officeDocument/2006/relationships/image" Target="../media/image349.png"/><Relationship Id="rId149" Type="http://schemas.openxmlformats.org/officeDocument/2006/relationships/image" Target="../media/image397.png"/><Relationship Id="rId314" Type="http://schemas.openxmlformats.org/officeDocument/2006/relationships/customXml" Target="../ink/ink480.xml"/><Relationship Id="rId356" Type="http://schemas.openxmlformats.org/officeDocument/2006/relationships/customXml" Target="../ink/ink501.xml"/><Relationship Id="rId398" Type="http://schemas.openxmlformats.org/officeDocument/2006/relationships/customXml" Target="../ink/ink522.xml"/><Relationship Id="rId95" Type="http://schemas.openxmlformats.org/officeDocument/2006/relationships/image" Target="../media/image370.png"/><Relationship Id="rId160" Type="http://schemas.openxmlformats.org/officeDocument/2006/relationships/customXml" Target="../ink/ink403.xml"/><Relationship Id="rId216" Type="http://schemas.openxmlformats.org/officeDocument/2006/relationships/customXml" Target="../ink/ink431.xml"/><Relationship Id="rId423" Type="http://schemas.openxmlformats.org/officeDocument/2006/relationships/image" Target="../media/image533.png"/><Relationship Id="rId258" Type="http://schemas.openxmlformats.org/officeDocument/2006/relationships/customXml" Target="../ink/ink452.xml"/><Relationship Id="rId22" Type="http://schemas.openxmlformats.org/officeDocument/2006/relationships/customXml" Target="../ink/ink334.xml"/><Relationship Id="rId64" Type="http://schemas.openxmlformats.org/officeDocument/2006/relationships/customXml" Target="../ink/ink355.xml"/><Relationship Id="rId118" Type="http://schemas.openxmlformats.org/officeDocument/2006/relationships/customXml" Target="../ink/ink382.xml"/><Relationship Id="rId325" Type="http://schemas.openxmlformats.org/officeDocument/2006/relationships/image" Target="../media/image485.png"/><Relationship Id="rId367" Type="http://schemas.openxmlformats.org/officeDocument/2006/relationships/image" Target="../media/image506.png"/><Relationship Id="rId171" Type="http://schemas.openxmlformats.org/officeDocument/2006/relationships/image" Target="../media/image408.png"/><Relationship Id="rId227" Type="http://schemas.openxmlformats.org/officeDocument/2006/relationships/image" Target="../media/image436.png"/><Relationship Id="rId269" Type="http://schemas.openxmlformats.org/officeDocument/2006/relationships/image" Target="../media/image457.png"/><Relationship Id="rId33" Type="http://schemas.openxmlformats.org/officeDocument/2006/relationships/image" Target="../media/image339.png"/><Relationship Id="rId129" Type="http://schemas.openxmlformats.org/officeDocument/2006/relationships/image" Target="../media/image387.png"/><Relationship Id="rId280" Type="http://schemas.openxmlformats.org/officeDocument/2006/relationships/customXml" Target="../ink/ink463.xml"/><Relationship Id="rId336" Type="http://schemas.openxmlformats.org/officeDocument/2006/relationships/customXml" Target="../ink/ink491.xml"/><Relationship Id="rId75" Type="http://schemas.openxmlformats.org/officeDocument/2006/relationships/image" Target="../media/image360.png"/><Relationship Id="rId140" Type="http://schemas.openxmlformats.org/officeDocument/2006/relationships/customXml" Target="../ink/ink393.xml"/><Relationship Id="rId182" Type="http://schemas.openxmlformats.org/officeDocument/2006/relationships/customXml" Target="../ink/ink414.xml"/><Relationship Id="rId378" Type="http://schemas.openxmlformats.org/officeDocument/2006/relationships/customXml" Target="../ink/ink512.xml"/><Relationship Id="rId403" Type="http://schemas.openxmlformats.org/officeDocument/2006/relationships/image" Target="../media/image523.png"/><Relationship Id="rId6" Type="http://schemas.openxmlformats.org/officeDocument/2006/relationships/customXml" Target="../ink/ink326.xml"/><Relationship Id="rId238" Type="http://schemas.openxmlformats.org/officeDocument/2006/relationships/customXml" Target="../ink/ink442.xml"/><Relationship Id="rId291" Type="http://schemas.openxmlformats.org/officeDocument/2006/relationships/image" Target="../media/image468.png"/><Relationship Id="rId305" Type="http://schemas.openxmlformats.org/officeDocument/2006/relationships/image" Target="../media/image475.png"/><Relationship Id="rId347" Type="http://schemas.openxmlformats.org/officeDocument/2006/relationships/image" Target="../media/image496.png"/><Relationship Id="rId44" Type="http://schemas.openxmlformats.org/officeDocument/2006/relationships/customXml" Target="../ink/ink345.xml"/><Relationship Id="rId86" Type="http://schemas.openxmlformats.org/officeDocument/2006/relationships/customXml" Target="../ink/ink366.xml"/><Relationship Id="rId151" Type="http://schemas.openxmlformats.org/officeDocument/2006/relationships/image" Target="../media/image398.png"/><Relationship Id="rId389" Type="http://schemas.openxmlformats.org/officeDocument/2006/relationships/image" Target="../media/image517.png"/><Relationship Id="rId193" Type="http://schemas.openxmlformats.org/officeDocument/2006/relationships/image" Target="../media/image419.png"/><Relationship Id="rId207" Type="http://schemas.openxmlformats.org/officeDocument/2006/relationships/image" Target="../media/image426.png"/><Relationship Id="rId249" Type="http://schemas.openxmlformats.org/officeDocument/2006/relationships/image" Target="../media/image447.png"/><Relationship Id="rId414" Type="http://schemas.openxmlformats.org/officeDocument/2006/relationships/customXml" Target="../ink/ink530.xml"/><Relationship Id="rId13" Type="http://schemas.openxmlformats.org/officeDocument/2006/relationships/image" Target="../media/image329.png"/><Relationship Id="rId109" Type="http://schemas.openxmlformats.org/officeDocument/2006/relationships/image" Target="../media/image377.png"/><Relationship Id="rId260" Type="http://schemas.openxmlformats.org/officeDocument/2006/relationships/customXml" Target="../ink/ink453.xml"/><Relationship Id="rId316" Type="http://schemas.openxmlformats.org/officeDocument/2006/relationships/customXml" Target="../ink/ink481.xml"/><Relationship Id="rId55" Type="http://schemas.openxmlformats.org/officeDocument/2006/relationships/image" Target="../media/image350.png"/><Relationship Id="rId97" Type="http://schemas.openxmlformats.org/officeDocument/2006/relationships/image" Target="../media/image371.png"/><Relationship Id="rId120" Type="http://schemas.openxmlformats.org/officeDocument/2006/relationships/customXml" Target="../ink/ink383.xml"/><Relationship Id="rId358" Type="http://schemas.openxmlformats.org/officeDocument/2006/relationships/customXml" Target="../ink/ink502.xml"/><Relationship Id="rId162" Type="http://schemas.openxmlformats.org/officeDocument/2006/relationships/customXml" Target="../ink/ink404.xml"/><Relationship Id="rId218" Type="http://schemas.openxmlformats.org/officeDocument/2006/relationships/customXml" Target="../ink/ink432.xml"/><Relationship Id="rId271" Type="http://schemas.openxmlformats.org/officeDocument/2006/relationships/image" Target="../media/image458.png"/><Relationship Id="rId24" Type="http://schemas.openxmlformats.org/officeDocument/2006/relationships/customXml" Target="../ink/ink335.xml"/><Relationship Id="rId66" Type="http://schemas.openxmlformats.org/officeDocument/2006/relationships/customXml" Target="../ink/ink356.xml"/><Relationship Id="rId131" Type="http://schemas.openxmlformats.org/officeDocument/2006/relationships/image" Target="../media/image388.png"/><Relationship Id="rId327" Type="http://schemas.openxmlformats.org/officeDocument/2006/relationships/image" Target="../media/image486.png"/><Relationship Id="rId369" Type="http://schemas.openxmlformats.org/officeDocument/2006/relationships/image" Target="../media/image507.png"/><Relationship Id="rId173" Type="http://schemas.openxmlformats.org/officeDocument/2006/relationships/image" Target="../media/image409.png"/><Relationship Id="rId229" Type="http://schemas.openxmlformats.org/officeDocument/2006/relationships/image" Target="../media/image437.png"/><Relationship Id="rId380" Type="http://schemas.openxmlformats.org/officeDocument/2006/relationships/customXml" Target="../ink/ink513.xml"/><Relationship Id="rId240" Type="http://schemas.openxmlformats.org/officeDocument/2006/relationships/customXml" Target="../ink/ink443.xml"/><Relationship Id="rId35" Type="http://schemas.openxmlformats.org/officeDocument/2006/relationships/image" Target="../media/image340.png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282" Type="http://schemas.openxmlformats.org/officeDocument/2006/relationships/customXml" Target="../ink/ink464.xml"/><Relationship Id="rId338" Type="http://schemas.openxmlformats.org/officeDocument/2006/relationships/customXml" Target="../ink/ink492.xml"/><Relationship Id="rId8" Type="http://schemas.openxmlformats.org/officeDocument/2006/relationships/customXml" Target="../ink/ink327.xml"/><Relationship Id="rId142" Type="http://schemas.openxmlformats.org/officeDocument/2006/relationships/customXml" Target="../ink/ink394.xml"/><Relationship Id="rId184" Type="http://schemas.openxmlformats.org/officeDocument/2006/relationships/customXml" Target="../ink/ink415.xml"/><Relationship Id="rId391" Type="http://schemas.openxmlformats.org/officeDocument/2006/relationships/image" Target="../media/image518.png"/><Relationship Id="rId405" Type="http://schemas.openxmlformats.org/officeDocument/2006/relationships/image" Target="../media/image524.png"/><Relationship Id="rId251" Type="http://schemas.openxmlformats.org/officeDocument/2006/relationships/image" Target="../media/image448.png"/><Relationship Id="rId46" Type="http://schemas.openxmlformats.org/officeDocument/2006/relationships/customXml" Target="../ink/ink346.xml"/><Relationship Id="rId293" Type="http://schemas.openxmlformats.org/officeDocument/2006/relationships/image" Target="../media/image469.png"/><Relationship Id="rId307" Type="http://schemas.openxmlformats.org/officeDocument/2006/relationships/image" Target="../media/image476.png"/><Relationship Id="rId349" Type="http://schemas.openxmlformats.org/officeDocument/2006/relationships/image" Target="../media/image497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53" Type="http://schemas.openxmlformats.org/officeDocument/2006/relationships/image" Target="../media/image399.png"/><Relationship Id="rId195" Type="http://schemas.openxmlformats.org/officeDocument/2006/relationships/image" Target="../media/image420.png"/><Relationship Id="rId209" Type="http://schemas.openxmlformats.org/officeDocument/2006/relationships/image" Target="../media/image427.png"/><Relationship Id="rId360" Type="http://schemas.openxmlformats.org/officeDocument/2006/relationships/customXml" Target="../ink/ink503.xml"/><Relationship Id="rId416" Type="http://schemas.openxmlformats.org/officeDocument/2006/relationships/customXml" Target="../ink/ink531.xml"/><Relationship Id="rId220" Type="http://schemas.openxmlformats.org/officeDocument/2006/relationships/customXml" Target="../ink/ink433.xml"/><Relationship Id="rId15" Type="http://schemas.openxmlformats.org/officeDocument/2006/relationships/image" Target="../media/image330.png"/><Relationship Id="rId57" Type="http://schemas.openxmlformats.org/officeDocument/2006/relationships/image" Target="../media/image351.png"/><Relationship Id="rId262" Type="http://schemas.openxmlformats.org/officeDocument/2006/relationships/customXml" Target="../ink/ink454.xml"/><Relationship Id="rId318" Type="http://schemas.openxmlformats.org/officeDocument/2006/relationships/customXml" Target="../ink/ink482.xml"/><Relationship Id="rId99" Type="http://schemas.openxmlformats.org/officeDocument/2006/relationships/image" Target="../media/image372.png"/><Relationship Id="rId122" Type="http://schemas.openxmlformats.org/officeDocument/2006/relationships/customXml" Target="../ink/ink384.xml"/><Relationship Id="rId164" Type="http://schemas.openxmlformats.org/officeDocument/2006/relationships/customXml" Target="../ink/ink405.xml"/><Relationship Id="rId371" Type="http://schemas.openxmlformats.org/officeDocument/2006/relationships/image" Target="../media/image508.png"/><Relationship Id="rId26" Type="http://schemas.openxmlformats.org/officeDocument/2006/relationships/customXml" Target="../ink/ink336.xml"/><Relationship Id="rId231" Type="http://schemas.openxmlformats.org/officeDocument/2006/relationships/image" Target="../media/image438.png"/><Relationship Id="rId273" Type="http://schemas.openxmlformats.org/officeDocument/2006/relationships/image" Target="../media/image459.png"/><Relationship Id="rId329" Type="http://schemas.openxmlformats.org/officeDocument/2006/relationships/image" Target="../media/image487.png"/><Relationship Id="rId68" Type="http://schemas.openxmlformats.org/officeDocument/2006/relationships/customXml" Target="../ink/ink357.xml"/><Relationship Id="rId133" Type="http://schemas.openxmlformats.org/officeDocument/2006/relationships/image" Target="../media/image389.png"/><Relationship Id="rId175" Type="http://schemas.openxmlformats.org/officeDocument/2006/relationships/image" Target="../media/image410.png"/><Relationship Id="rId340" Type="http://schemas.openxmlformats.org/officeDocument/2006/relationships/customXml" Target="../ink/ink493.xml"/><Relationship Id="rId200" Type="http://schemas.openxmlformats.org/officeDocument/2006/relationships/customXml" Target="../ink/ink423.xml"/><Relationship Id="rId382" Type="http://schemas.openxmlformats.org/officeDocument/2006/relationships/customXml" Target="../ink/ink514.xml"/><Relationship Id="rId242" Type="http://schemas.openxmlformats.org/officeDocument/2006/relationships/customXml" Target="../ink/ink444.xml"/><Relationship Id="rId284" Type="http://schemas.openxmlformats.org/officeDocument/2006/relationships/customXml" Target="../ink/ink465.xml"/><Relationship Id="rId37" Type="http://schemas.openxmlformats.org/officeDocument/2006/relationships/image" Target="../media/image341.png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44" Type="http://schemas.openxmlformats.org/officeDocument/2006/relationships/customXml" Target="../ink/ink395.xml"/><Relationship Id="rId90" Type="http://schemas.openxmlformats.org/officeDocument/2006/relationships/customXml" Target="../ink/ink368.xml"/><Relationship Id="rId186" Type="http://schemas.openxmlformats.org/officeDocument/2006/relationships/customXml" Target="../ink/ink416.xml"/><Relationship Id="rId351" Type="http://schemas.openxmlformats.org/officeDocument/2006/relationships/image" Target="../media/image498.png"/><Relationship Id="rId393" Type="http://schemas.openxmlformats.org/officeDocument/2006/relationships/image" Target="../media/image519.png"/><Relationship Id="rId407" Type="http://schemas.openxmlformats.org/officeDocument/2006/relationships/image" Target="../media/image525.png"/><Relationship Id="rId211" Type="http://schemas.openxmlformats.org/officeDocument/2006/relationships/image" Target="../media/image428.png"/><Relationship Id="rId253" Type="http://schemas.openxmlformats.org/officeDocument/2006/relationships/image" Target="../media/image449.png"/><Relationship Id="rId295" Type="http://schemas.openxmlformats.org/officeDocument/2006/relationships/image" Target="../media/image470.png"/><Relationship Id="rId309" Type="http://schemas.openxmlformats.org/officeDocument/2006/relationships/image" Target="../media/image477.png"/><Relationship Id="rId48" Type="http://schemas.openxmlformats.org/officeDocument/2006/relationships/customXml" Target="../ink/ink347.xml"/><Relationship Id="rId113" Type="http://schemas.openxmlformats.org/officeDocument/2006/relationships/image" Target="../media/image379.png"/><Relationship Id="rId320" Type="http://schemas.openxmlformats.org/officeDocument/2006/relationships/customXml" Target="../ink/ink483.xml"/><Relationship Id="rId155" Type="http://schemas.openxmlformats.org/officeDocument/2006/relationships/image" Target="../media/image400.png"/><Relationship Id="rId197" Type="http://schemas.openxmlformats.org/officeDocument/2006/relationships/image" Target="../media/image421.png"/><Relationship Id="rId362" Type="http://schemas.openxmlformats.org/officeDocument/2006/relationships/customXml" Target="../ink/ink504.xml"/><Relationship Id="rId418" Type="http://schemas.openxmlformats.org/officeDocument/2006/relationships/customXml" Target="../ink/ink532.xml"/><Relationship Id="rId222" Type="http://schemas.openxmlformats.org/officeDocument/2006/relationships/customXml" Target="../ink/ink434.xml"/><Relationship Id="rId264" Type="http://schemas.openxmlformats.org/officeDocument/2006/relationships/customXml" Target="../ink/ink45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1.png"/><Relationship Id="rId299" Type="http://schemas.openxmlformats.org/officeDocument/2006/relationships/image" Target="../media/image682.png"/><Relationship Id="rId21" Type="http://schemas.openxmlformats.org/officeDocument/2006/relationships/image" Target="../media/image543.png"/><Relationship Id="rId63" Type="http://schemas.openxmlformats.org/officeDocument/2006/relationships/image" Target="../media/image564.png"/><Relationship Id="rId159" Type="http://schemas.openxmlformats.org/officeDocument/2006/relationships/image" Target="../media/image612.png"/><Relationship Id="rId324" Type="http://schemas.openxmlformats.org/officeDocument/2006/relationships/customXml" Target="../ink/ink696.xml"/><Relationship Id="rId366" Type="http://schemas.openxmlformats.org/officeDocument/2006/relationships/customXml" Target="../ink/ink717.xml"/><Relationship Id="rId170" Type="http://schemas.openxmlformats.org/officeDocument/2006/relationships/customXml" Target="../ink/ink619.xml"/><Relationship Id="rId226" Type="http://schemas.openxmlformats.org/officeDocument/2006/relationships/customXml" Target="../ink/ink647.xml"/><Relationship Id="rId268" Type="http://schemas.openxmlformats.org/officeDocument/2006/relationships/customXml" Target="../ink/ink668.xml"/><Relationship Id="rId32" Type="http://schemas.openxmlformats.org/officeDocument/2006/relationships/customXml" Target="../ink/ink550.xml"/><Relationship Id="rId74" Type="http://schemas.openxmlformats.org/officeDocument/2006/relationships/customXml" Target="../ink/ink571.xml"/><Relationship Id="rId128" Type="http://schemas.openxmlformats.org/officeDocument/2006/relationships/customXml" Target="../ink/ink598.xml"/><Relationship Id="rId335" Type="http://schemas.openxmlformats.org/officeDocument/2006/relationships/image" Target="../media/image700.png"/><Relationship Id="rId377" Type="http://schemas.openxmlformats.org/officeDocument/2006/relationships/image" Target="../media/image721.png"/><Relationship Id="rId5" Type="http://schemas.openxmlformats.org/officeDocument/2006/relationships/image" Target="../media/image535.png"/><Relationship Id="rId181" Type="http://schemas.openxmlformats.org/officeDocument/2006/relationships/image" Target="../media/image623.png"/><Relationship Id="rId237" Type="http://schemas.openxmlformats.org/officeDocument/2006/relationships/image" Target="../media/image651.png"/><Relationship Id="rId279" Type="http://schemas.openxmlformats.org/officeDocument/2006/relationships/image" Target="../media/image672.png"/><Relationship Id="rId43" Type="http://schemas.openxmlformats.org/officeDocument/2006/relationships/image" Target="../media/image554.png"/><Relationship Id="rId139" Type="http://schemas.openxmlformats.org/officeDocument/2006/relationships/image" Target="../media/image602.png"/><Relationship Id="rId290" Type="http://schemas.openxmlformats.org/officeDocument/2006/relationships/customXml" Target="../ink/ink679.xml"/><Relationship Id="rId304" Type="http://schemas.openxmlformats.org/officeDocument/2006/relationships/customXml" Target="../ink/ink686.xml"/><Relationship Id="rId346" Type="http://schemas.openxmlformats.org/officeDocument/2006/relationships/customXml" Target="../ink/ink707.xml"/><Relationship Id="rId388" Type="http://schemas.openxmlformats.org/officeDocument/2006/relationships/customXml" Target="../ink/ink728.xml"/><Relationship Id="rId85" Type="http://schemas.openxmlformats.org/officeDocument/2006/relationships/image" Target="../media/image575.png"/><Relationship Id="rId150" Type="http://schemas.openxmlformats.org/officeDocument/2006/relationships/customXml" Target="../ink/ink609.xml"/><Relationship Id="rId192" Type="http://schemas.openxmlformats.org/officeDocument/2006/relationships/customXml" Target="../ink/ink630.xml"/><Relationship Id="rId206" Type="http://schemas.openxmlformats.org/officeDocument/2006/relationships/customXml" Target="../ink/ink637.xml"/><Relationship Id="rId248" Type="http://schemas.openxmlformats.org/officeDocument/2006/relationships/customXml" Target="../ink/ink658.xml"/><Relationship Id="rId12" Type="http://schemas.openxmlformats.org/officeDocument/2006/relationships/customXml" Target="../ink/ink540.xml"/><Relationship Id="rId108" Type="http://schemas.openxmlformats.org/officeDocument/2006/relationships/customXml" Target="../ink/ink588.xml"/><Relationship Id="rId315" Type="http://schemas.openxmlformats.org/officeDocument/2006/relationships/image" Target="../media/image690.png"/><Relationship Id="rId357" Type="http://schemas.openxmlformats.org/officeDocument/2006/relationships/image" Target="../media/image711.png"/><Relationship Id="rId54" Type="http://schemas.openxmlformats.org/officeDocument/2006/relationships/customXml" Target="../ink/ink561.xml"/><Relationship Id="rId96" Type="http://schemas.openxmlformats.org/officeDocument/2006/relationships/customXml" Target="../ink/ink582.xml"/><Relationship Id="rId161" Type="http://schemas.openxmlformats.org/officeDocument/2006/relationships/image" Target="../media/image613.png"/><Relationship Id="rId217" Type="http://schemas.openxmlformats.org/officeDocument/2006/relationships/image" Target="../media/image641.png"/><Relationship Id="rId259" Type="http://schemas.openxmlformats.org/officeDocument/2006/relationships/image" Target="../media/image662.png"/><Relationship Id="rId23" Type="http://schemas.openxmlformats.org/officeDocument/2006/relationships/image" Target="../media/image544.png"/><Relationship Id="rId119" Type="http://schemas.openxmlformats.org/officeDocument/2006/relationships/image" Target="../media/image592.png"/><Relationship Id="rId270" Type="http://schemas.openxmlformats.org/officeDocument/2006/relationships/customXml" Target="../ink/ink669.xml"/><Relationship Id="rId326" Type="http://schemas.openxmlformats.org/officeDocument/2006/relationships/customXml" Target="../ink/ink697.xml"/><Relationship Id="rId65" Type="http://schemas.openxmlformats.org/officeDocument/2006/relationships/image" Target="../media/image565.png"/><Relationship Id="rId130" Type="http://schemas.openxmlformats.org/officeDocument/2006/relationships/customXml" Target="../ink/ink599.xml"/><Relationship Id="rId368" Type="http://schemas.openxmlformats.org/officeDocument/2006/relationships/customXml" Target="../ink/ink718.xml"/><Relationship Id="rId172" Type="http://schemas.openxmlformats.org/officeDocument/2006/relationships/customXml" Target="../ink/ink620.xml"/><Relationship Id="rId228" Type="http://schemas.openxmlformats.org/officeDocument/2006/relationships/customXml" Target="../ink/ink648.xml"/><Relationship Id="rId281" Type="http://schemas.openxmlformats.org/officeDocument/2006/relationships/image" Target="../media/image673.png"/><Relationship Id="rId337" Type="http://schemas.openxmlformats.org/officeDocument/2006/relationships/image" Target="../media/image701.png"/><Relationship Id="rId34" Type="http://schemas.openxmlformats.org/officeDocument/2006/relationships/customXml" Target="../ink/ink551.xml"/><Relationship Id="rId76" Type="http://schemas.openxmlformats.org/officeDocument/2006/relationships/customXml" Target="../ink/ink572.xml"/><Relationship Id="rId141" Type="http://schemas.openxmlformats.org/officeDocument/2006/relationships/image" Target="../media/image603.png"/><Relationship Id="rId379" Type="http://schemas.openxmlformats.org/officeDocument/2006/relationships/image" Target="../media/image722.png"/><Relationship Id="rId7" Type="http://schemas.openxmlformats.org/officeDocument/2006/relationships/image" Target="../media/image536.png"/><Relationship Id="rId183" Type="http://schemas.openxmlformats.org/officeDocument/2006/relationships/image" Target="../media/image624.png"/><Relationship Id="rId239" Type="http://schemas.openxmlformats.org/officeDocument/2006/relationships/image" Target="../media/image652.png"/><Relationship Id="rId390" Type="http://schemas.openxmlformats.org/officeDocument/2006/relationships/customXml" Target="../ink/ink729.xml"/><Relationship Id="rId250" Type="http://schemas.openxmlformats.org/officeDocument/2006/relationships/customXml" Target="../ink/ink659.xml"/><Relationship Id="rId292" Type="http://schemas.openxmlformats.org/officeDocument/2006/relationships/customXml" Target="../ink/ink680.xml"/><Relationship Id="rId306" Type="http://schemas.openxmlformats.org/officeDocument/2006/relationships/customXml" Target="../ink/ink687.xml"/><Relationship Id="rId45" Type="http://schemas.openxmlformats.org/officeDocument/2006/relationships/image" Target="../media/image555.png"/><Relationship Id="rId87" Type="http://schemas.openxmlformats.org/officeDocument/2006/relationships/image" Target="../media/image576.png"/><Relationship Id="rId110" Type="http://schemas.openxmlformats.org/officeDocument/2006/relationships/customXml" Target="../ink/ink589.xml"/><Relationship Id="rId348" Type="http://schemas.openxmlformats.org/officeDocument/2006/relationships/customXml" Target="../ink/ink708.xml"/><Relationship Id="rId152" Type="http://schemas.openxmlformats.org/officeDocument/2006/relationships/customXml" Target="../ink/ink610.xml"/><Relationship Id="rId194" Type="http://schemas.openxmlformats.org/officeDocument/2006/relationships/customXml" Target="../ink/ink631.xml"/><Relationship Id="rId208" Type="http://schemas.openxmlformats.org/officeDocument/2006/relationships/customXml" Target="../ink/ink638.xml"/><Relationship Id="rId261" Type="http://schemas.openxmlformats.org/officeDocument/2006/relationships/image" Target="../media/image663.png"/><Relationship Id="rId14" Type="http://schemas.openxmlformats.org/officeDocument/2006/relationships/customXml" Target="../ink/ink541.xml"/><Relationship Id="rId56" Type="http://schemas.openxmlformats.org/officeDocument/2006/relationships/customXml" Target="../ink/ink562.xml"/><Relationship Id="rId317" Type="http://schemas.openxmlformats.org/officeDocument/2006/relationships/image" Target="../media/image691.png"/><Relationship Id="rId359" Type="http://schemas.openxmlformats.org/officeDocument/2006/relationships/image" Target="../media/image712.png"/><Relationship Id="rId98" Type="http://schemas.openxmlformats.org/officeDocument/2006/relationships/customXml" Target="../ink/ink583.xml"/><Relationship Id="rId121" Type="http://schemas.openxmlformats.org/officeDocument/2006/relationships/image" Target="../media/image593.png"/><Relationship Id="rId163" Type="http://schemas.openxmlformats.org/officeDocument/2006/relationships/image" Target="../media/image614.png"/><Relationship Id="rId219" Type="http://schemas.openxmlformats.org/officeDocument/2006/relationships/image" Target="../media/image642.png"/><Relationship Id="rId370" Type="http://schemas.openxmlformats.org/officeDocument/2006/relationships/customXml" Target="../ink/ink719.xml"/><Relationship Id="rId230" Type="http://schemas.openxmlformats.org/officeDocument/2006/relationships/customXml" Target="../ink/ink649.xml"/><Relationship Id="rId25" Type="http://schemas.openxmlformats.org/officeDocument/2006/relationships/image" Target="../media/image545.png"/><Relationship Id="rId67" Type="http://schemas.openxmlformats.org/officeDocument/2006/relationships/image" Target="../media/image566.png"/><Relationship Id="rId272" Type="http://schemas.openxmlformats.org/officeDocument/2006/relationships/customXml" Target="../ink/ink670.xml"/><Relationship Id="rId328" Type="http://schemas.openxmlformats.org/officeDocument/2006/relationships/customXml" Target="../ink/ink698.xml"/><Relationship Id="rId132" Type="http://schemas.openxmlformats.org/officeDocument/2006/relationships/customXml" Target="../ink/ink600.xml"/><Relationship Id="rId174" Type="http://schemas.openxmlformats.org/officeDocument/2006/relationships/customXml" Target="../ink/ink621.xml"/><Relationship Id="rId381" Type="http://schemas.openxmlformats.org/officeDocument/2006/relationships/image" Target="../media/image723.png"/><Relationship Id="rId241" Type="http://schemas.openxmlformats.org/officeDocument/2006/relationships/image" Target="../media/image653.png"/><Relationship Id="rId36" Type="http://schemas.openxmlformats.org/officeDocument/2006/relationships/customXml" Target="../ink/ink552.xml"/><Relationship Id="rId283" Type="http://schemas.openxmlformats.org/officeDocument/2006/relationships/image" Target="../media/image674.png"/><Relationship Id="rId339" Type="http://schemas.openxmlformats.org/officeDocument/2006/relationships/image" Target="../media/image702.png"/><Relationship Id="rId78" Type="http://schemas.openxmlformats.org/officeDocument/2006/relationships/customXml" Target="../ink/ink573.xml"/><Relationship Id="rId101" Type="http://schemas.openxmlformats.org/officeDocument/2006/relationships/image" Target="../media/image583.png"/><Relationship Id="rId143" Type="http://schemas.openxmlformats.org/officeDocument/2006/relationships/image" Target="../media/image604.png"/><Relationship Id="rId185" Type="http://schemas.openxmlformats.org/officeDocument/2006/relationships/image" Target="../media/image625.png"/><Relationship Id="rId350" Type="http://schemas.openxmlformats.org/officeDocument/2006/relationships/customXml" Target="../ink/ink709.xml"/><Relationship Id="rId9" Type="http://schemas.openxmlformats.org/officeDocument/2006/relationships/image" Target="../media/image537.png"/><Relationship Id="rId210" Type="http://schemas.openxmlformats.org/officeDocument/2006/relationships/customXml" Target="../ink/ink639.xml"/><Relationship Id="rId392" Type="http://schemas.openxmlformats.org/officeDocument/2006/relationships/customXml" Target="../ink/ink730.xml"/><Relationship Id="rId252" Type="http://schemas.openxmlformats.org/officeDocument/2006/relationships/customXml" Target="../ink/ink660.xml"/><Relationship Id="rId294" Type="http://schemas.openxmlformats.org/officeDocument/2006/relationships/customXml" Target="../ink/ink681.xml"/><Relationship Id="rId308" Type="http://schemas.openxmlformats.org/officeDocument/2006/relationships/customXml" Target="../ink/ink688.xml"/><Relationship Id="rId47" Type="http://schemas.openxmlformats.org/officeDocument/2006/relationships/image" Target="../media/image556.png"/><Relationship Id="rId89" Type="http://schemas.openxmlformats.org/officeDocument/2006/relationships/image" Target="../media/image577.png"/><Relationship Id="rId112" Type="http://schemas.openxmlformats.org/officeDocument/2006/relationships/customXml" Target="../ink/ink590.xml"/><Relationship Id="rId154" Type="http://schemas.openxmlformats.org/officeDocument/2006/relationships/customXml" Target="../ink/ink611.xml"/><Relationship Id="rId361" Type="http://schemas.openxmlformats.org/officeDocument/2006/relationships/image" Target="../media/image713.png"/><Relationship Id="rId196" Type="http://schemas.openxmlformats.org/officeDocument/2006/relationships/customXml" Target="../ink/ink632.xml"/><Relationship Id="rId16" Type="http://schemas.openxmlformats.org/officeDocument/2006/relationships/customXml" Target="../ink/ink542.xml"/><Relationship Id="rId221" Type="http://schemas.openxmlformats.org/officeDocument/2006/relationships/image" Target="../media/image643.png"/><Relationship Id="rId242" Type="http://schemas.openxmlformats.org/officeDocument/2006/relationships/customXml" Target="../ink/ink655.xml"/><Relationship Id="rId263" Type="http://schemas.openxmlformats.org/officeDocument/2006/relationships/image" Target="../media/image664.png"/><Relationship Id="rId284" Type="http://schemas.openxmlformats.org/officeDocument/2006/relationships/customXml" Target="../ink/ink676.xml"/><Relationship Id="rId319" Type="http://schemas.openxmlformats.org/officeDocument/2006/relationships/image" Target="../media/image692.png"/><Relationship Id="rId37" Type="http://schemas.openxmlformats.org/officeDocument/2006/relationships/image" Target="../media/image551.png"/><Relationship Id="rId58" Type="http://schemas.openxmlformats.org/officeDocument/2006/relationships/customXml" Target="../ink/ink563.xml"/><Relationship Id="rId79" Type="http://schemas.openxmlformats.org/officeDocument/2006/relationships/image" Target="../media/image572.png"/><Relationship Id="rId102" Type="http://schemas.openxmlformats.org/officeDocument/2006/relationships/customXml" Target="../ink/ink585.xml"/><Relationship Id="rId123" Type="http://schemas.openxmlformats.org/officeDocument/2006/relationships/image" Target="../media/image594.png"/><Relationship Id="rId144" Type="http://schemas.openxmlformats.org/officeDocument/2006/relationships/customXml" Target="../ink/ink606.xml"/><Relationship Id="rId330" Type="http://schemas.openxmlformats.org/officeDocument/2006/relationships/customXml" Target="../ink/ink699.xml"/><Relationship Id="rId90" Type="http://schemas.openxmlformats.org/officeDocument/2006/relationships/customXml" Target="../ink/ink579.xml"/><Relationship Id="rId165" Type="http://schemas.openxmlformats.org/officeDocument/2006/relationships/image" Target="../media/image615.png"/><Relationship Id="rId186" Type="http://schemas.openxmlformats.org/officeDocument/2006/relationships/customXml" Target="../ink/ink627.xml"/><Relationship Id="rId351" Type="http://schemas.openxmlformats.org/officeDocument/2006/relationships/image" Target="../media/image708.png"/><Relationship Id="rId372" Type="http://schemas.openxmlformats.org/officeDocument/2006/relationships/customXml" Target="../ink/ink720.xml"/><Relationship Id="rId393" Type="http://schemas.openxmlformats.org/officeDocument/2006/relationships/image" Target="../media/image729.png"/><Relationship Id="rId211" Type="http://schemas.openxmlformats.org/officeDocument/2006/relationships/image" Target="../media/image638.png"/><Relationship Id="rId232" Type="http://schemas.openxmlformats.org/officeDocument/2006/relationships/customXml" Target="../ink/ink650.xml"/><Relationship Id="rId253" Type="http://schemas.openxmlformats.org/officeDocument/2006/relationships/image" Target="../media/image659.png"/><Relationship Id="rId274" Type="http://schemas.openxmlformats.org/officeDocument/2006/relationships/customXml" Target="../ink/ink671.xml"/><Relationship Id="rId295" Type="http://schemas.openxmlformats.org/officeDocument/2006/relationships/image" Target="../media/image680.png"/><Relationship Id="rId309" Type="http://schemas.openxmlformats.org/officeDocument/2006/relationships/image" Target="../media/image687.png"/><Relationship Id="rId27" Type="http://schemas.openxmlformats.org/officeDocument/2006/relationships/image" Target="../media/image546.png"/><Relationship Id="rId48" Type="http://schemas.openxmlformats.org/officeDocument/2006/relationships/customXml" Target="../ink/ink558.xml"/><Relationship Id="rId69" Type="http://schemas.openxmlformats.org/officeDocument/2006/relationships/image" Target="../media/image567.png"/><Relationship Id="rId113" Type="http://schemas.openxmlformats.org/officeDocument/2006/relationships/image" Target="../media/image589.png"/><Relationship Id="rId134" Type="http://schemas.openxmlformats.org/officeDocument/2006/relationships/customXml" Target="../ink/ink601.xml"/><Relationship Id="rId320" Type="http://schemas.openxmlformats.org/officeDocument/2006/relationships/customXml" Target="../ink/ink694.xml"/><Relationship Id="rId80" Type="http://schemas.openxmlformats.org/officeDocument/2006/relationships/customXml" Target="../ink/ink574.xml"/><Relationship Id="rId155" Type="http://schemas.openxmlformats.org/officeDocument/2006/relationships/image" Target="../media/image610.png"/><Relationship Id="rId176" Type="http://schemas.openxmlformats.org/officeDocument/2006/relationships/customXml" Target="../ink/ink622.xml"/><Relationship Id="rId197" Type="http://schemas.openxmlformats.org/officeDocument/2006/relationships/image" Target="../media/image631.png"/><Relationship Id="rId341" Type="http://schemas.openxmlformats.org/officeDocument/2006/relationships/image" Target="../media/image703.png"/><Relationship Id="rId362" Type="http://schemas.openxmlformats.org/officeDocument/2006/relationships/customXml" Target="../ink/ink715.xml"/><Relationship Id="rId383" Type="http://schemas.openxmlformats.org/officeDocument/2006/relationships/image" Target="../media/image724.png"/><Relationship Id="rId201" Type="http://schemas.openxmlformats.org/officeDocument/2006/relationships/image" Target="../media/image633.png"/><Relationship Id="rId222" Type="http://schemas.openxmlformats.org/officeDocument/2006/relationships/customXml" Target="../ink/ink645.xml"/><Relationship Id="rId243" Type="http://schemas.openxmlformats.org/officeDocument/2006/relationships/image" Target="../media/image654.png"/><Relationship Id="rId264" Type="http://schemas.openxmlformats.org/officeDocument/2006/relationships/customXml" Target="../ink/ink666.xml"/><Relationship Id="rId285" Type="http://schemas.openxmlformats.org/officeDocument/2006/relationships/image" Target="../media/image675.png"/><Relationship Id="rId17" Type="http://schemas.openxmlformats.org/officeDocument/2006/relationships/image" Target="../media/image541.png"/><Relationship Id="rId38" Type="http://schemas.openxmlformats.org/officeDocument/2006/relationships/customXml" Target="../ink/ink553.xml"/><Relationship Id="rId59" Type="http://schemas.openxmlformats.org/officeDocument/2006/relationships/image" Target="../media/image562.png"/><Relationship Id="rId103" Type="http://schemas.openxmlformats.org/officeDocument/2006/relationships/image" Target="../media/image584.png"/><Relationship Id="rId124" Type="http://schemas.openxmlformats.org/officeDocument/2006/relationships/customXml" Target="../ink/ink596.xml"/><Relationship Id="rId310" Type="http://schemas.openxmlformats.org/officeDocument/2006/relationships/customXml" Target="../ink/ink689.xml"/><Relationship Id="rId70" Type="http://schemas.openxmlformats.org/officeDocument/2006/relationships/customXml" Target="../ink/ink569.xml"/><Relationship Id="rId91" Type="http://schemas.openxmlformats.org/officeDocument/2006/relationships/image" Target="../media/image578.png"/><Relationship Id="rId145" Type="http://schemas.openxmlformats.org/officeDocument/2006/relationships/image" Target="../media/image605.png"/><Relationship Id="rId166" Type="http://schemas.openxmlformats.org/officeDocument/2006/relationships/customXml" Target="../ink/ink617.xml"/><Relationship Id="rId187" Type="http://schemas.openxmlformats.org/officeDocument/2006/relationships/image" Target="../media/image626.png"/><Relationship Id="rId331" Type="http://schemas.openxmlformats.org/officeDocument/2006/relationships/image" Target="../media/image698.png"/><Relationship Id="rId352" Type="http://schemas.openxmlformats.org/officeDocument/2006/relationships/customXml" Target="../ink/ink710.xml"/><Relationship Id="rId373" Type="http://schemas.openxmlformats.org/officeDocument/2006/relationships/image" Target="../media/image7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40.xml"/><Relationship Id="rId233" Type="http://schemas.openxmlformats.org/officeDocument/2006/relationships/image" Target="../media/image649.png"/><Relationship Id="rId254" Type="http://schemas.openxmlformats.org/officeDocument/2006/relationships/customXml" Target="../ink/ink661.xml"/><Relationship Id="rId28" Type="http://schemas.openxmlformats.org/officeDocument/2006/relationships/customXml" Target="../ink/ink548.xml"/><Relationship Id="rId49" Type="http://schemas.openxmlformats.org/officeDocument/2006/relationships/image" Target="../media/image557.png"/><Relationship Id="rId114" Type="http://schemas.openxmlformats.org/officeDocument/2006/relationships/customXml" Target="../ink/ink591.xml"/><Relationship Id="rId275" Type="http://schemas.openxmlformats.org/officeDocument/2006/relationships/image" Target="../media/image670.png"/><Relationship Id="rId296" Type="http://schemas.openxmlformats.org/officeDocument/2006/relationships/customXml" Target="../ink/ink682.xml"/><Relationship Id="rId300" Type="http://schemas.openxmlformats.org/officeDocument/2006/relationships/customXml" Target="../ink/ink684.xml"/><Relationship Id="rId60" Type="http://schemas.openxmlformats.org/officeDocument/2006/relationships/customXml" Target="../ink/ink564.xml"/><Relationship Id="rId81" Type="http://schemas.openxmlformats.org/officeDocument/2006/relationships/image" Target="../media/image573.png"/><Relationship Id="rId135" Type="http://schemas.openxmlformats.org/officeDocument/2006/relationships/image" Target="../media/image600.png"/><Relationship Id="rId156" Type="http://schemas.openxmlformats.org/officeDocument/2006/relationships/customXml" Target="../ink/ink612.xml"/><Relationship Id="rId177" Type="http://schemas.openxmlformats.org/officeDocument/2006/relationships/image" Target="../media/image621.png"/><Relationship Id="rId198" Type="http://schemas.openxmlformats.org/officeDocument/2006/relationships/customXml" Target="../ink/ink633.xml"/><Relationship Id="rId321" Type="http://schemas.openxmlformats.org/officeDocument/2006/relationships/image" Target="../media/image693.png"/><Relationship Id="rId342" Type="http://schemas.openxmlformats.org/officeDocument/2006/relationships/customXml" Target="../ink/ink705.xml"/><Relationship Id="rId363" Type="http://schemas.openxmlformats.org/officeDocument/2006/relationships/image" Target="../media/image714.png"/><Relationship Id="rId384" Type="http://schemas.openxmlformats.org/officeDocument/2006/relationships/customXml" Target="../ink/ink726.xml"/><Relationship Id="rId202" Type="http://schemas.openxmlformats.org/officeDocument/2006/relationships/customXml" Target="../ink/ink635.xml"/><Relationship Id="rId223" Type="http://schemas.openxmlformats.org/officeDocument/2006/relationships/image" Target="../media/image644.png"/><Relationship Id="rId244" Type="http://schemas.openxmlformats.org/officeDocument/2006/relationships/customXml" Target="../ink/ink656.xml"/><Relationship Id="rId18" Type="http://schemas.openxmlformats.org/officeDocument/2006/relationships/customXml" Target="../ink/ink543.xml"/><Relationship Id="rId39" Type="http://schemas.openxmlformats.org/officeDocument/2006/relationships/image" Target="../media/image552.png"/><Relationship Id="rId265" Type="http://schemas.openxmlformats.org/officeDocument/2006/relationships/image" Target="../media/image665.png"/><Relationship Id="rId286" Type="http://schemas.openxmlformats.org/officeDocument/2006/relationships/customXml" Target="../ink/ink677.xml"/><Relationship Id="rId50" Type="http://schemas.openxmlformats.org/officeDocument/2006/relationships/customXml" Target="../ink/ink559.xml"/><Relationship Id="rId104" Type="http://schemas.openxmlformats.org/officeDocument/2006/relationships/customXml" Target="../ink/ink586.xml"/><Relationship Id="rId125" Type="http://schemas.openxmlformats.org/officeDocument/2006/relationships/image" Target="../media/image595.png"/><Relationship Id="rId146" Type="http://schemas.openxmlformats.org/officeDocument/2006/relationships/customXml" Target="../ink/ink607.xml"/><Relationship Id="rId167" Type="http://schemas.openxmlformats.org/officeDocument/2006/relationships/image" Target="../media/image616.png"/><Relationship Id="rId188" Type="http://schemas.openxmlformats.org/officeDocument/2006/relationships/customXml" Target="../ink/ink628.xml"/><Relationship Id="rId311" Type="http://schemas.openxmlformats.org/officeDocument/2006/relationships/image" Target="../media/image688.png"/><Relationship Id="rId332" Type="http://schemas.openxmlformats.org/officeDocument/2006/relationships/customXml" Target="../ink/ink700.xml"/><Relationship Id="rId353" Type="http://schemas.openxmlformats.org/officeDocument/2006/relationships/image" Target="../media/image709.png"/><Relationship Id="rId374" Type="http://schemas.openxmlformats.org/officeDocument/2006/relationships/customXml" Target="../ink/ink721.xml"/><Relationship Id="rId71" Type="http://schemas.openxmlformats.org/officeDocument/2006/relationships/image" Target="../media/image568.png"/><Relationship Id="rId92" Type="http://schemas.openxmlformats.org/officeDocument/2006/relationships/customXml" Target="../ink/ink580.xml"/><Relationship Id="rId213" Type="http://schemas.openxmlformats.org/officeDocument/2006/relationships/image" Target="../media/image639.png"/><Relationship Id="rId234" Type="http://schemas.openxmlformats.org/officeDocument/2006/relationships/customXml" Target="../ink/ink651.xml"/><Relationship Id="rId2" Type="http://schemas.openxmlformats.org/officeDocument/2006/relationships/customXml" Target="../ink/ink535.xml"/><Relationship Id="rId29" Type="http://schemas.openxmlformats.org/officeDocument/2006/relationships/image" Target="../media/image547.png"/><Relationship Id="rId255" Type="http://schemas.openxmlformats.org/officeDocument/2006/relationships/image" Target="../media/image660.png"/><Relationship Id="rId276" Type="http://schemas.openxmlformats.org/officeDocument/2006/relationships/customXml" Target="../ink/ink672.xml"/><Relationship Id="rId297" Type="http://schemas.openxmlformats.org/officeDocument/2006/relationships/image" Target="../media/image681.png"/><Relationship Id="rId40" Type="http://schemas.openxmlformats.org/officeDocument/2006/relationships/customXml" Target="../ink/ink554.xml"/><Relationship Id="rId115" Type="http://schemas.openxmlformats.org/officeDocument/2006/relationships/image" Target="../media/image590.png"/><Relationship Id="rId136" Type="http://schemas.openxmlformats.org/officeDocument/2006/relationships/customXml" Target="../ink/ink602.xml"/><Relationship Id="rId157" Type="http://schemas.openxmlformats.org/officeDocument/2006/relationships/image" Target="../media/image611.png"/><Relationship Id="rId178" Type="http://schemas.openxmlformats.org/officeDocument/2006/relationships/customXml" Target="../ink/ink623.xml"/><Relationship Id="rId301" Type="http://schemas.openxmlformats.org/officeDocument/2006/relationships/image" Target="../media/image683.png"/><Relationship Id="rId322" Type="http://schemas.openxmlformats.org/officeDocument/2006/relationships/customXml" Target="../ink/ink695.xml"/><Relationship Id="rId343" Type="http://schemas.openxmlformats.org/officeDocument/2006/relationships/image" Target="../media/image704.png"/><Relationship Id="rId364" Type="http://schemas.openxmlformats.org/officeDocument/2006/relationships/customXml" Target="../ink/ink716.xml"/><Relationship Id="rId61" Type="http://schemas.openxmlformats.org/officeDocument/2006/relationships/image" Target="../media/image563.png"/><Relationship Id="rId82" Type="http://schemas.openxmlformats.org/officeDocument/2006/relationships/customXml" Target="../ink/ink575.xml"/><Relationship Id="rId199" Type="http://schemas.openxmlformats.org/officeDocument/2006/relationships/image" Target="../media/image632.png"/><Relationship Id="rId203" Type="http://schemas.openxmlformats.org/officeDocument/2006/relationships/image" Target="../media/image634.png"/><Relationship Id="rId385" Type="http://schemas.openxmlformats.org/officeDocument/2006/relationships/image" Target="../media/image725.png"/><Relationship Id="rId19" Type="http://schemas.openxmlformats.org/officeDocument/2006/relationships/image" Target="../media/image542.png"/><Relationship Id="rId224" Type="http://schemas.openxmlformats.org/officeDocument/2006/relationships/customXml" Target="../ink/ink646.xml"/><Relationship Id="rId245" Type="http://schemas.openxmlformats.org/officeDocument/2006/relationships/image" Target="../media/image655.png"/><Relationship Id="rId266" Type="http://schemas.openxmlformats.org/officeDocument/2006/relationships/customXml" Target="../ink/ink667.xml"/><Relationship Id="rId287" Type="http://schemas.openxmlformats.org/officeDocument/2006/relationships/image" Target="../media/image676.png"/><Relationship Id="rId30" Type="http://schemas.openxmlformats.org/officeDocument/2006/relationships/customXml" Target="../ink/ink549.xml"/><Relationship Id="rId105" Type="http://schemas.openxmlformats.org/officeDocument/2006/relationships/image" Target="../media/image585.png"/><Relationship Id="rId126" Type="http://schemas.openxmlformats.org/officeDocument/2006/relationships/customXml" Target="../ink/ink597.xml"/><Relationship Id="rId147" Type="http://schemas.openxmlformats.org/officeDocument/2006/relationships/image" Target="../media/image606.png"/><Relationship Id="rId168" Type="http://schemas.openxmlformats.org/officeDocument/2006/relationships/customXml" Target="../ink/ink618.xml"/><Relationship Id="rId312" Type="http://schemas.openxmlformats.org/officeDocument/2006/relationships/customXml" Target="../ink/ink690.xml"/><Relationship Id="rId333" Type="http://schemas.openxmlformats.org/officeDocument/2006/relationships/image" Target="../media/image699.png"/><Relationship Id="rId354" Type="http://schemas.openxmlformats.org/officeDocument/2006/relationships/customXml" Target="../ink/ink711.xml"/><Relationship Id="rId51" Type="http://schemas.openxmlformats.org/officeDocument/2006/relationships/image" Target="../media/image558.png"/><Relationship Id="rId72" Type="http://schemas.openxmlformats.org/officeDocument/2006/relationships/customXml" Target="../ink/ink570.xml"/><Relationship Id="rId93" Type="http://schemas.openxmlformats.org/officeDocument/2006/relationships/image" Target="../media/image579.png"/><Relationship Id="rId189" Type="http://schemas.openxmlformats.org/officeDocument/2006/relationships/image" Target="../media/image627.png"/><Relationship Id="rId375" Type="http://schemas.openxmlformats.org/officeDocument/2006/relationships/image" Target="../media/image720.png"/><Relationship Id="rId3" Type="http://schemas.openxmlformats.org/officeDocument/2006/relationships/image" Target="../media/image534.png"/><Relationship Id="rId214" Type="http://schemas.openxmlformats.org/officeDocument/2006/relationships/customXml" Target="../ink/ink641.xml"/><Relationship Id="rId235" Type="http://schemas.openxmlformats.org/officeDocument/2006/relationships/image" Target="../media/image650.png"/><Relationship Id="rId256" Type="http://schemas.openxmlformats.org/officeDocument/2006/relationships/customXml" Target="../ink/ink662.xml"/><Relationship Id="rId277" Type="http://schemas.openxmlformats.org/officeDocument/2006/relationships/image" Target="../media/image671.png"/><Relationship Id="rId298" Type="http://schemas.openxmlformats.org/officeDocument/2006/relationships/customXml" Target="../ink/ink683.xml"/><Relationship Id="rId116" Type="http://schemas.openxmlformats.org/officeDocument/2006/relationships/customXml" Target="../ink/ink592.xml"/><Relationship Id="rId137" Type="http://schemas.openxmlformats.org/officeDocument/2006/relationships/image" Target="../media/image601.png"/><Relationship Id="rId158" Type="http://schemas.openxmlformats.org/officeDocument/2006/relationships/customXml" Target="../ink/ink613.xml"/><Relationship Id="rId302" Type="http://schemas.openxmlformats.org/officeDocument/2006/relationships/customXml" Target="../ink/ink685.xml"/><Relationship Id="rId323" Type="http://schemas.openxmlformats.org/officeDocument/2006/relationships/image" Target="../media/image694.png"/><Relationship Id="rId344" Type="http://schemas.openxmlformats.org/officeDocument/2006/relationships/customXml" Target="../ink/ink706.xml"/><Relationship Id="rId20" Type="http://schemas.openxmlformats.org/officeDocument/2006/relationships/customXml" Target="../ink/ink544.xml"/><Relationship Id="rId41" Type="http://schemas.openxmlformats.org/officeDocument/2006/relationships/image" Target="../media/image553.png"/><Relationship Id="rId62" Type="http://schemas.openxmlformats.org/officeDocument/2006/relationships/customXml" Target="../ink/ink565.xml"/><Relationship Id="rId83" Type="http://schemas.openxmlformats.org/officeDocument/2006/relationships/image" Target="../media/image574.png"/><Relationship Id="rId179" Type="http://schemas.openxmlformats.org/officeDocument/2006/relationships/image" Target="../media/image622.png"/><Relationship Id="rId365" Type="http://schemas.openxmlformats.org/officeDocument/2006/relationships/image" Target="../media/image715.png"/><Relationship Id="rId386" Type="http://schemas.openxmlformats.org/officeDocument/2006/relationships/customXml" Target="../ink/ink727.xml"/><Relationship Id="rId190" Type="http://schemas.openxmlformats.org/officeDocument/2006/relationships/customXml" Target="../ink/ink629.xml"/><Relationship Id="rId204" Type="http://schemas.openxmlformats.org/officeDocument/2006/relationships/customXml" Target="../ink/ink636.xml"/><Relationship Id="rId225" Type="http://schemas.openxmlformats.org/officeDocument/2006/relationships/image" Target="../media/image645.png"/><Relationship Id="rId246" Type="http://schemas.openxmlformats.org/officeDocument/2006/relationships/customXml" Target="../ink/ink657.xml"/><Relationship Id="rId267" Type="http://schemas.openxmlformats.org/officeDocument/2006/relationships/image" Target="../media/image666.png"/><Relationship Id="rId288" Type="http://schemas.openxmlformats.org/officeDocument/2006/relationships/customXml" Target="../ink/ink678.xml"/><Relationship Id="rId106" Type="http://schemas.openxmlformats.org/officeDocument/2006/relationships/customXml" Target="../ink/ink587.xml"/><Relationship Id="rId127" Type="http://schemas.openxmlformats.org/officeDocument/2006/relationships/image" Target="../media/image596.png"/><Relationship Id="rId313" Type="http://schemas.openxmlformats.org/officeDocument/2006/relationships/image" Target="../media/image689.png"/><Relationship Id="rId10" Type="http://schemas.openxmlformats.org/officeDocument/2006/relationships/customXml" Target="../ink/ink539.xml"/><Relationship Id="rId31" Type="http://schemas.openxmlformats.org/officeDocument/2006/relationships/image" Target="../media/image548.png"/><Relationship Id="rId52" Type="http://schemas.openxmlformats.org/officeDocument/2006/relationships/customXml" Target="../ink/ink560.xml"/><Relationship Id="rId73" Type="http://schemas.openxmlformats.org/officeDocument/2006/relationships/image" Target="../media/image569.png"/><Relationship Id="rId94" Type="http://schemas.openxmlformats.org/officeDocument/2006/relationships/customXml" Target="../ink/ink581.xml"/><Relationship Id="rId148" Type="http://schemas.openxmlformats.org/officeDocument/2006/relationships/customXml" Target="../ink/ink608.xml"/><Relationship Id="rId169" Type="http://schemas.openxmlformats.org/officeDocument/2006/relationships/image" Target="../media/image617.png"/><Relationship Id="rId334" Type="http://schemas.openxmlformats.org/officeDocument/2006/relationships/customXml" Target="../ink/ink701.xml"/><Relationship Id="rId355" Type="http://schemas.openxmlformats.org/officeDocument/2006/relationships/image" Target="../media/image710.png"/><Relationship Id="rId376" Type="http://schemas.openxmlformats.org/officeDocument/2006/relationships/customXml" Target="../ink/ink722.xml"/><Relationship Id="rId4" Type="http://schemas.openxmlformats.org/officeDocument/2006/relationships/customXml" Target="../ink/ink536.xml"/><Relationship Id="rId180" Type="http://schemas.openxmlformats.org/officeDocument/2006/relationships/customXml" Target="../ink/ink624.xml"/><Relationship Id="rId215" Type="http://schemas.openxmlformats.org/officeDocument/2006/relationships/image" Target="../media/image640.png"/><Relationship Id="rId236" Type="http://schemas.openxmlformats.org/officeDocument/2006/relationships/customXml" Target="../ink/ink652.xml"/><Relationship Id="rId257" Type="http://schemas.openxmlformats.org/officeDocument/2006/relationships/image" Target="../media/image661.png"/><Relationship Id="rId278" Type="http://schemas.openxmlformats.org/officeDocument/2006/relationships/customXml" Target="../ink/ink673.xml"/><Relationship Id="rId303" Type="http://schemas.openxmlformats.org/officeDocument/2006/relationships/image" Target="../media/image684.png"/><Relationship Id="rId42" Type="http://schemas.openxmlformats.org/officeDocument/2006/relationships/customXml" Target="../ink/ink555.xml"/><Relationship Id="rId84" Type="http://schemas.openxmlformats.org/officeDocument/2006/relationships/customXml" Target="../ink/ink576.xml"/><Relationship Id="rId138" Type="http://schemas.openxmlformats.org/officeDocument/2006/relationships/customXml" Target="../ink/ink603.xml"/><Relationship Id="rId345" Type="http://schemas.openxmlformats.org/officeDocument/2006/relationships/image" Target="../media/image705.png"/><Relationship Id="rId387" Type="http://schemas.openxmlformats.org/officeDocument/2006/relationships/image" Target="../media/image726.png"/><Relationship Id="rId191" Type="http://schemas.openxmlformats.org/officeDocument/2006/relationships/image" Target="../media/image628.png"/><Relationship Id="rId205" Type="http://schemas.openxmlformats.org/officeDocument/2006/relationships/image" Target="../media/image635.png"/><Relationship Id="rId247" Type="http://schemas.openxmlformats.org/officeDocument/2006/relationships/image" Target="../media/image656.png"/><Relationship Id="rId107" Type="http://schemas.openxmlformats.org/officeDocument/2006/relationships/image" Target="../media/image586.png"/><Relationship Id="rId289" Type="http://schemas.openxmlformats.org/officeDocument/2006/relationships/image" Target="../media/image677.png"/><Relationship Id="rId11" Type="http://schemas.openxmlformats.org/officeDocument/2006/relationships/image" Target="../media/image538.png"/><Relationship Id="rId53" Type="http://schemas.openxmlformats.org/officeDocument/2006/relationships/image" Target="../media/image559.png"/><Relationship Id="rId149" Type="http://schemas.openxmlformats.org/officeDocument/2006/relationships/image" Target="../media/image607.png"/><Relationship Id="rId314" Type="http://schemas.openxmlformats.org/officeDocument/2006/relationships/customXml" Target="../ink/ink691.xml"/><Relationship Id="rId356" Type="http://schemas.openxmlformats.org/officeDocument/2006/relationships/customXml" Target="../ink/ink712.xml"/><Relationship Id="rId95" Type="http://schemas.openxmlformats.org/officeDocument/2006/relationships/image" Target="../media/image580.png"/><Relationship Id="rId160" Type="http://schemas.openxmlformats.org/officeDocument/2006/relationships/customXml" Target="../ink/ink614.xml"/><Relationship Id="rId216" Type="http://schemas.openxmlformats.org/officeDocument/2006/relationships/customXml" Target="../ink/ink642.xml"/><Relationship Id="rId258" Type="http://schemas.openxmlformats.org/officeDocument/2006/relationships/customXml" Target="../ink/ink663.xml"/><Relationship Id="rId22" Type="http://schemas.openxmlformats.org/officeDocument/2006/relationships/customXml" Target="../ink/ink545.xml"/><Relationship Id="rId64" Type="http://schemas.openxmlformats.org/officeDocument/2006/relationships/customXml" Target="../ink/ink566.xml"/><Relationship Id="rId118" Type="http://schemas.openxmlformats.org/officeDocument/2006/relationships/customXml" Target="../ink/ink593.xml"/><Relationship Id="rId325" Type="http://schemas.openxmlformats.org/officeDocument/2006/relationships/image" Target="../media/image695.png"/><Relationship Id="rId367" Type="http://schemas.openxmlformats.org/officeDocument/2006/relationships/image" Target="../media/image716.png"/><Relationship Id="rId171" Type="http://schemas.openxmlformats.org/officeDocument/2006/relationships/image" Target="../media/image618.png"/><Relationship Id="rId227" Type="http://schemas.openxmlformats.org/officeDocument/2006/relationships/image" Target="../media/image646.png"/><Relationship Id="rId269" Type="http://schemas.openxmlformats.org/officeDocument/2006/relationships/image" Target="../media/image667.png"/><Relationship Id="rId33" Type="http://schemas.openxmlformats.org/officeDocument/2006/relationships/image" Target="../media/image549.png"/><Relationship Id="rId129" Type="http://schemas.openxmlformats.org/officeDocument/2006/relationships/image" Target="../media/image597.png"/><Relationship Id="rId280" Type="http://schemas.openxmlformats.org/officeDocument/2006/relationships/customXml" Target="../ink/ink674.xml"/><Relationship Id="rId336" Type="http://schemas.openxmlformats.org/officeDocument/2006/relationships/customXml" Target="../ink/ink702.xml"/><Relationship Id="rId75" Type="http://schemas.openxmlformats.org/officeDocument/2006/relationships/image" Target="../media/image570.png"/><Relationship Id="rId140" Type="http://schemas.openxmlformats.org/officeDocument/2006/relationships/customXml" Target="../ink/ink604.xml"/><Relationship Id="rId182" Type="http://schemas.openxmlformats.org/officeDocument/2006/relationships/customXml" Target="../ink/ink625.xml"/><Relationship Id="rId378" Type="http://schemas.openxmlformats.org/officeDocument/2006/relationships/customXml" Target="../ink/ink723.xml"/><Relationship Id="rId6" Type="http://schemas.openxmlformats.org/officeDocument/2006/relationships/customXml" Target="../ink/ink537.xml"/><Relationship Id="rId238" Type="http://schemas.openxmlformats.org/officeDocument/2006/relationships/customXml" Target="../ink/ink653.xml"/><Relationship Id="rId291" Type="http://schemas.openxmlformats.org/officeDocument/2006/relationships/image" Target="../media/image678.png"/><Relationship Id="rId305" Type="http://schemas.openxmlformats.org/officeDocument/2006/relationships/image" Target="../media/image685.png"/><Relationship Id="rId347" Type="http://schemas.openxmlformats.org/officeDocument/2006/relationships/image" Target="../media/image706.png"/><Relationship Id="rId44" Type="http://schemas.openxmlformats.org/officeDocument/2006/relationships/customXml" Target="../ink/ink556.xml"/><Relationship Id="rId86" Type="http://schemas.openxmlformats.org/officeDocument/2006/relationships/customXml" Target="../ink/ink577.xml"/><Relationship Id="rId151" Type="http://schemas.openxmlformats.org/officeDocument/2006/relationships/image" Target="../media/image608.png"/><Relationship Id="rId389" Type="http://schemas.openxmlformats.org/officeDocument/2006/relationships/image" Target="../media/image727.png"/><Relationship Id="rId193" Type="http://schemas.openxmlformats.org/officeDocument/2006/relationships/image" Target="../media/image629.png"/><Relationship Id="rId207" Type="http://schemas.openxmlformats.org/officeDocument/2006/relationships/image" Target="../media/image636.png"/><Relationship Id="rId249" Type="http://schemas.openxmlformats.org/officeDocument/2006/relationships/image" Target="../media/image657.png"/><Relationship Id="rId13" Type="http://schemas.openxmlformats.org/officeDocument/2006/relationships/image" Target="../media/image539.png"/><Relationship Id="rId109" Type="http://schemas.openxmlformats.org/officeDocument/2006/relationships/image" Target="../media/image587.png"/><Relationship Id="rId260" Type="http://schemas.openxmlformats.org/officeDocument/2006/relationships/customXml" Target="../ink/ink664.xml"/><Relationship Id="rId316" Type="http://schemas.openxmlformats.org/officeDocument/2006/relationships/customXml" Target="../ink/ink692.xml"/><Relationship Id="rId55" Type="http://schemas.openxmlformats.org/officeDocument/2006/relationships/image" Target="../media/image560.png"/><Relationship Id="rId97" Type="http://schemas.openxmlformats.org/officeDocument/2006/relationships/image" Target="../media/image581.png"/><Relationship Id="rId120" Type="http://schemas.openxmlformats.org/officeDocument/2006/relationships/customXml" Target="../ink/ink594.xml"/><Relationship Id="rId358" Type="http://schemas.openxmlformats.org/officeDocument/2006/relationships/customXml" Target="../ink/ink713.xml"/><Relationship Id="rId162" Type="http://schemas.openxmlformats.org/officeDocument/2006/relationships/customXml" Target="../ink/ink615.xml"/><Relationship Id="rId218" Type="http://schemas.openxmlformats.org/officeDocument/2006/relationships/customXml" Target="../ink/ink643.xml"/><Relationship Id="rId271" Type="http://schemas.openxmlformats.org/officeDocument/2006/relationships/image" Target="../media/image668.png"/><Relationship Id="rId24" Type="http://schemas.openxmlformats.org/officeDocument/2006/relationships/customXml" Target="../ink/ink546.xml"/><Relationship Id="rId66" Type="http://schemas.openxmlformats.org/officeDocument/2006/relationships/customXml" Target="../ink/ink567.xml"/><Relationship Id="rId131" Type="http://schemas.openxmlformats.org/officeDocument/2006/relationships/image" Target="../media/image598.png"/><Relationship Id="rId327" Type="http://schemas.openxmlformats.org/officeDocument/2006/relationships/image" Target="../media/image696.png"/><Relationship Id="rId369" Type="http://schemas.openxmlformats.org/officeDocument/2006/relationships/image" Target="../media/image717.png"/><Relationship Id="rId173" Type="http://schemas.openxmlformats.org/officeDocument/2006/relationships/image" Target="../media/image619.png"/><Relationship Id="rId229" Type="http://schemas.openxmlformats.org/officeDocument/2006/relationships/image" Target="../media/image647.png"/><Relationship Id="rId380" Type="http://schemas.openxmlformats.org/officeDocument/2006/relationships/customXml" Target="../ink/ink724.xml"/><Relationship Id="rId240" Type="http://schemas.openxmlformats.org/officeDocument/2006/relationships/customXml" Target="../ink/ink654.xml"/><Relationship Id="rId35" Type="http://schemas.openxmlformats.org/officeDocument/2006/relationships/image" Target="../media/image550.png"/><Relationship Id="rId77" Type="http://schemas.openxmlformats.org/officeDocument/2006/relationships/image" Target="../media/image571.png"/><Relationship Id="rId100" Type="http://schemas.openxmlformats.org/officeDocument/2006/relationships/customXml" Target="../ink/ink584.xml"/><Relationship Id="rId282" Type="http://schemas.openxmlformats.org/officeDocument/2006/relationships/customXml" Target="../ink/ink675.xml"/><Relationship Id="rId338" Type="http://schemas.openxmlformats.org/officeDocument/2006/relationships/customXml" Target="../ink/ink703.xml"/><Relationship Id="rId8" Type="http://schemas.openxmlformats.org/officeDocument/2006/relationships/customXml" Target="../ink/ink538.xml"/><Relationship Id="rId142" Type="http://schemas.openxmlformats.org/officeDocument/2006/relationships/customXml" Target="../ink/ink605.xml"/><Relationship Id="rId184" Type="http://schemas.openxmlformats.org/officeDocument/2006/relationships/customXml" Target="../ink/ink626.xml"/><Relationship Id="rId391" Type="http://schemas.openxmlformats.org/officeDocument/2006/relationships/image" Target="../media/image728.png"/><Relationship Id="rId251" Type="http://schemas.openxmlformats.org/officeDocument/2006/relationships/image" Target="../media/image658.png"/><Relationship Id="rId46" Type="http://schemas.openxmlformats.org/officeDocument/2006/relationships/customXml" Target="../ink/ink557.xml"/><Relationship Id="rId293" Type="http://schemas.openxmlformats.org/officeDocument/2006/relationships/image" Target="../media/image679.png"/><Relationship Id="rId307" Type="http://schemas.openxmlformats.org/officeDocument/2006/relationships/image" Target="../media/image686.png"/><Relationship Id="rId349" Type="http://schemas.openxmlformats.org/officeDocument/2006/relationships/image" Target="../media/image707.png"/><Relationship Id="rId88" Type="http://schemas.openxmlformats.org/officeDocument/2006/relationships/customXml" Target="../ink/ink578.xml"/><Relationship Id="rId111" Type="http://schemas.openxmlformats.org/officeDocument/2006/relationships/image" Target="../media/image588.png"/><Relationship Id="rId153" Type="http://schemas.openxmlformats.org/officeDocument/2006/relationships/image" Target="../media/image609.png"/><Relationship Id="rId195" Type="http://schemas.openxmlformats.org/officeDocument/2006/relationships/image" Target="../media/image630.png"/><Relationship Id="rId209" Type="http://schemas.openxmlformats.org/officeDocument/2006/relationships/image" Target="../media/image637.png"/><Relationship Id="rId360" Type="http://schemas.openxmlformats.org/officeDocument/2006/relationships/customXml" Target="../ink/ink714.xml"/><Relationship Id="rId220" Type="http://schemas.openxmlformats.org/officeDocument/2006/relationships/customXml" Target="../ink/ink644.xml"/><Relationship Id="rId15" Type="http://schemas.openxmlformats.org/officeDocument/2006/relationships/image" Target="../media/image540.png"/><Relationship Id="rId57" Type="http://schemas.openxmlformats.org/officeDocument/2006/relationships/image" Target="../media/image561.png"/><Relationship Id="rId262" Type="http://schemas.openxmlformats.org/officeDocument/2006/relationships/customXml" Target="../ink/ink665.xml"/><Relationship Id="rId318" Type="http://schemas.openxmlformats.org/officeDocument/2006/relationships/customXml" Target="../ink/ink693.xml"/><Relationship Id="rId99" Type="http://schemas.openxmlformats.org/officeDocument/2006/relationships/image" Target="../media/image582.png"/><Relationship Id="rId122" Type="http://schemas.openxmlformats.org/officeDocument/2006/relationships/customXml" Target="../ink/ink595.xml"/><Relationship Id="rId164" Type="http://schemas.openxmlformats.org/officeDocument/2006/relationships/customXml" Target="../ink/ink616.xml"/><Relationship Id="rId371" Type="http://schemas.openxmlformats.org/officeDocument/2006/relationships/image" Target="../media/image718.png"/><Relationship Id="rId26" Type="http://schemas.openxmlformats.org/officeDocument/2006/relationships/customXml" Target="../ink/ink547.xml"/><Relationship Id="rId231" Type="http://schemas.openxmlformats.org/officeDocument/2006/relationships/image" Target="../media/image648.png"/><Relationship Id="rId273" Type="http://schemas.openxmlformats.org/officeDocument/2006/relationships/image" Target="../media/image669.png"/><Relationship Id="rId329" Type="http://schemas.openxmlformats.org/officeDocument/2006/relationships/image" Target="../media/image697.png"/><Relationship Id="rId68" Type="http://schemas.openxmlformats.org/officeDocument/2006/relationships/customXml" Target="../ink/ink568.xml"/><Relationship Id="rId133" Type="http://schemas.openxmlformats.org/officeDocument/2006/relationships/image" Target="../media/image599.png"/><Relationship Id="rId175" Type="http://schemas.openxmlformats.org/officeDocument/2006/relationships/image" Target="../media/image620.png"/><Relationship Id="rId340" Type="http://schemas.openxmlformats.org/officeDocument/2006/relationships/customXml" Target="../ink/ink704.xml"/><Relationship Id="rId200" Type="http://schemas.openxmlformats.org/officeDocument/2006/relationships/customXml" Target="../ink/ink634.xml"/><Relationship Id="rId382" Type="http://schemas.openxmlformats.org/officeDocument/2006/relationships/customXml" Target="../ink/ink72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7.png"/><Relationship Id="rId21" Type="http://schemas.openxmlformats.org/officeDocument/2006/relationships/image" Target="../media/image739.png"/><Relationship Id="rId324" Type="http://schemas.openxmlformats.org/officeDocument/2006/relationships/customXml" Target="../ink/ink892.xml"/><Relationship Id="rId531" Type="http://schemas.openxmlformats.org/officeDocument/2006/relationships/image" Target="../media/image991.png"/><Relationship Id="rId170" Type="http://schemas.openxmlformats.org/officeDocument/2006/relationships/customXml" Target="../ink/ink815.xml"/><Relationship Id="rId268" Type="http://schemas.openxmlformats.org/officeDocument/2006/relationships/customXml" Target="../ink/ink864.xml"/><Relationship Id="rId475" Type="http://schemas.openxmlformats.org/officeDocument/2006/relationships/customXml" Target="../ink/ink968.xml"/><Relationship Id="rId32" Type="http://schemas.openxmlformats.org/officeDocument/2006/relationships/customXml" Target="../ink/ink746.xml"/><Relationship Id="rId128" Type="http://schemas.openxmlformats.org/officeDocument/2006/relationships/customXml" Target="../ink/ink794.xml"/><Relationship Id="rId335" Type="http://schemas.openxmlformats.org/officeDocument/2006/relationships/customXml" Target="../ink/ink898.xml"/><Relationship Id="rId542" Type="http://schemas.openxmlformats.org/officeDocument/2006/relationships/customXml" Target="../ink/ink1002.xml"/><Relationship Id="rId181" Type="http://schemas.openxmlformats.org/officeDocument/2006/relationships/image" Target="../media/image819.png"/><Relationship Id="rId402" Type="http://schemas.openxmlformats.org/officeDocument/2006/relationships/image" Target="../media/image927.png"/><Relationship Id="rId279" Type="http://schemas.openxmlformats.org/officeDocument/2006/relationships/image" Target="../media/image866.png"/><Relationship Id="rId486" Type="http://schemas.openxmlformats.org/officeDocument/2006/relationships/image" Target="../media/image969.png"/><Relationship Id="rId43" Type="http://schemas.openxmlformats.org/officeDocument/2006/relationships/image" Target="../media/image750.png"/><Relationship Id="rId139" Type="http://schemas.openxmlformats.org/officeDocument/2006/relationships/image" Target="../media/image798.png"/><Relationship Id="rId346" Type="http://schemas.openxmlformats.org/officeDocument/2006/relationships/image" Target="../media/image899.png"/><Relationship Id="rId553" Type="http://schemas.openxmlformats.org/officeDocument/2006/relationships/image" Target="../media/image1002.png"/><Relationship Id="rId192" Type="http://schemas.openxmlformats.org/officeDocument/2006/relationships/customXml" Target="../ink/ink826.xml"/><Relationship Id="rId206" Type="http://schemas.openxmlformats.org/officeDocument/2006/relationships/customXml" Target="../ink/ink833.xml"/><Relationship Id="rId413" Type="http://schemas.openxmlformats.org/officeDocument/2006/relationships/customXml" Target="../ink/ink937.xml"/><Relationship Id="rId497" Type="http://schemas.openxmlformats.org/officeDocument/2006/relationships/customXml" Target="../ink/ink979.xml"/><Relationship Id="rId357" Type="http://schemas.openxmlformats.org/officeDocument/2006/relationships/customXml" Target="../ink/ink909.xml"/><Relationship Id="rId54" Type="http://schemas.openxmlformats.org/officeDocument/2006/relationships/customXml" Target="../ink/ink757.xml"/><Relationship Id="rId217" Type="http://schemas.openxmlformats.org/officeDocument/2006/relationships/image" Target="../media/image837.png"/><Relationship Id="rId564" Type="http://schemas.openxmlformats.org/officeDocument/2006/relationships/customXml" Target="../ink/ink1014.xml"/><Relationship Id="rId424" Type="http://schemas.openxmlformats.org/officeDocument/2006/relationships/image" Target="../media/image938.png"/><Relationship Id="rId270" Type="http://schemas.openxmlformats.org/officeDocument/2006/relationships/customXml" Target="../ink/ink865.xml"/><Relationship Id="rId65" Type="http://schemas.openxmlformats.org/officeDocument/2006/relationships/image" Target="../media/image761.png"/><Relationship Id="rId130" Type="http://schemas.openxmlformats.org/officeDocument/2006/relationships/customXml" Target="../ink/ink795.xml"/><Relationship Id="rId368" Type="http://schemas.openxmlformats.org/officeDocument/2006/relationships/image" Target="../media/image910.png"/><Relationship Id="rId575" Type="http://schemas.openxmlformats.org/officeDocument/2006/relationships/image" Target="../media/image1012.png"/><Relationship Id="rId228" Type="http://schemas.openxmlformats.org/officeDocument/2006/relationships/customXml" Target="../ink/ink844.xml"/><Relationship Id="rId435" Type="http://schemas.openxmlformats.org/officeDocument/2006/relationships/customXml" Target="../ink/ink948.xml"/><Relationship Id="rId281" Type="http://schemas.openxmlformats.org/officeDocument/2006/relationships/image" Target="../media/image867.png"/><Relationship Id="rId502" Type="http://schemas.openxmlformats.org/officeDocument/2006/relationships/image" Target="../media/image977.png"/><Relationship Id="rId76" Type="http://schemas.openxmlformats.org/officeDocument/2006/relationships/customXml" Target="../ink/ink768.xml"/><Relationship Id="rId141" Type="http://schemas.openxmlformats.org/officeDocument/2006/relationships/image" Target="../media/image799.png"/><Relationship Id="rId379" Type="http://schemas.openxmlformats.org/officeDocument/2006/relationships/customXml" Target="../ink/ink920.xml"/><Relationship Id="rId586" Type="http://schemas.openxmlformats.org/officeDocument/2006/relationships/customXml" Target="../ink/ink1025.xml"/><Relationship Id="rId7" Type="http://schemas.openxmlformats.org/officeDocument/2006/relationships/image" Target="../media/image732.png"/><Relationship Id="rId239" Type="http://schemas.openxmlformats.org/officeDocument/2006/relationships/image" Target="../media/image847.png"/><Relationship Id="rId446" Type="http://schemas.openxmlformats.org/officeDocument/2006/relationships/image" Target="../media/image949.png"/><Relationship Id="rId292" Type="http://schemas.openxmlformats.org/officeDocument/2006/relationships/customXml" Target="../ink/ink876.xml"/><Relationship Id="rId306" Type="http://schemas.openxmlformats.org/officeDocument/2006/relationships/customXml" Target="../ink/ink883.xml"/><Relationship Id="rId45" Type="http://schemas.openxmlformats.org/officeDocument/2006/relationships/image" Target="../media/image751.png"/><Relationship Id="rId87" Type="http://schemas.openxmlformats.org/officeDocument/2006/relationships/image" Target="../media/image772.png"/><Relationship Id="rId110" Type="http://schemas.openxmlformats.org/officeDocument/2006/relationships/customXml" Target="../ink/ink785.xml"/><Relationship Id="rId348" Type="http://schemas.openxmlformats.org/officeDocument/2006/relationships/image" Target="../media/image900.png"/><Relationship Id="rId513" Type="http://schemas.openxmlformats.org/officeDocument/2006/relationships/image" Target="../media/image982.png"/><Relationship Id="rId555" Type="http://schemas.openxmlformats.org/officeDocument/2006/relationships/image" Target="../media/image1003.png"/><Relationship Id="rId152" Type="http://schemas.openxmlformats.org/officeDocument/2006/relationships/customXml" Target="../ink/ink806.xml"/><Relationship Id="rId194" Type="http://schemas.openxmlformats.org/officeDocument/2006/relationships/customXml" Target="../ink/ink827.xml"/><Relationship Id="rId208" Type="http://schemas.openxmlformats.org/officeDocument/2006/relationships/customXml" Target="../ink/ink834.xml"/><Relationship Id="rId415" Type="http://schemas.openxmlformats.org/officeDocument/2006/relationships/customXml" Target="../ink/ink938.xml"/><Relationship Id="rId457" Type="http://schemas.openxmlformats.org/officeDocument/2006/relationships/customXml" Target="../ink/ink959.xml"/><Relationship Id="rId261" Type="http://schemas.openxmlformats.org/officeDocument/2006/relationships/image" Target="../media/image857.png"/><Relationship Id="rId499" Type="http://schemas.openxmlformats.org/officeDocument/2006/relationships/customXml" Target="../ink/ink980.xml"/><Relationship Id="rId14" Type="http://schemas.openxmlformats.org/officeDocument/2006/relationships/customXml" Target="../ink/ink737.xml"/><Relationship Id="rId56" Type="http://schemas.openxmlformats.org/officeDocument/2006/relationships/customXml" Target="../ink/ink758.xml"/><Relationship Id="rId317" Type="http://schemas.openxmlformats.org/officeDocument/2006/relationships/image" Target="../media/image885.png"/><Relationship Id="rId359" Type="http://schemas.openxmlformats.org/officeDocument/2006/relationships/customXml" Target="../ink/ink910.xml"/><Relationship Id="rId524" Type="http://schemas.openxmlformats.org/officeDocument/2006/relationships/customXml" Target="../ink/ink993.xml"/><Relationship Id="rId566" Type="http://schemas.openxmlformats.org/officeDocument/2006/relationships/customXml" Target="../ink/ink1015.xml"/><Relationship Id="rId98" Type="http://schemas.openxmlformats.org/officeDocument/2006/relationships/customXml" Target="../ink/ink779.xml"/><Relationship Id="rId121" Type="http://schemas.openxmlformats.org/officeDocument/2006/relationships/image" Target="../media/image789.png"/><Relationship Id="rId163" Type="http://schemas.openxmlformats.org/officeDocument/2006/relationships/image" Target="../media/image810.png"/><Relationship Id="rId219" Type="http://schemas.openxmlformats.org/officeDocument/2006/relationships/image" Target="../media/image838.png"/><Relationship Id="rId370" Type="http://schemas.openxmlformats.org/officeDocument/2006/relationships/image" Target="../media/image911.png"/><Relationship Id="rId426" Type="http://schemas.openxmlformats.org/officeDocument/2006/relationships/image" Target="../media/image939.png"/><Relationship Id="rId230" Type="http://schemas.openxmlformats.org/officeDocument/2006/relationships/customXml" Target="../ink/ink845.xml"/><Relationship Id="rId468" Type="http://schemas.openxmlformats.org/officeDocument/2006/relationships/image" Target="../media/image960.png"/><Relationship Id="rId25" Type="http://schemas.openxmlformats.org/officeDocument/2006/relationships/image" Target="../media/image741.png"/><Relationship Id="rId67" Type="http://schemas.openxmlformats.org/officeDocument/2006/relationships/image" Target="../media/image762.png"/><Relationship Id="rId272" Type="http://schemas.openxmlformats.org/officeDocument/2006/relationships/customXml" Target="../ink/ink866.xml"/><Relationship Id="rId328" Type="http://schemas.openxmlformats.org/officeDocument/2006/relationships/customXml" Target="../ink/ink894.xml"/><Relationship Id="rId535" Type="http://schemas.openxmlformats.org/officeDocument/2006/relationships/image" Target="../media/image993.png"/><Relationship Id="rId577" Type="http://schemas.openxmlformats.org/officeDocument/2006/relationships/image" Target="../media/image1013.png"/><Relationship Id="rId132" Type="http://schemas.openxmlformats.org/officeDocument/2006/relationships/customXml" Target="../ink/ink796.xml"/><Relationship Id="rId174" Type="http://schemas.openxmlformats.org/officeDocument/2006/relationships/customXml" Target="../ink/ink817.xml"/><Relationship Id="rId381" Type="http://schemas.openxmlformats.org/officeDocument/2006/relationships/customXml" Target="../ink/ink921.xml"/><Relationship Id="rId241" Type="http://schemas.openxmlformats.org/officeDocument/2006/relationships/image" Target="../media/image848.png"/><Relationship Id="rId437" Type="http://schemas.openxmlformats.org/officeDocument/2006/relationships/customXml" Target="../ink/ink949.xml"/><Relationship Id="rId479" Type="http://schemas.openxmlformats.org/officeDocument/2006/relationships/customXml" Target="../ink/ink970.xml"/><Relationship Id="rId36" Type="http://schemas.openxmlformats.org/officeDocument/2006/relationships/customXml" Target="../ink/ink748.xml"/><Relationship Id="rId283" Type="http://schemas.openxmlformats.org/officeDocument/2006/relationships/image" Target="../media/image868.png"/><Relationship Id="rId339" Type="http://schemas.openxmlformats.org/officeDocument/2006/relationships/customXml" Target="../ink/ink900.xml"/><Relationship Id="rId490" Type="http://schemas.openxmlformats.org/officeDocument/2006/relationships/image" Target="../media/image971.png"/><Relationship Id="rId504" Type="http://schemas.openxmlformats.org/officeDocument/2006/relationships/image" Target="../media/image978.png"/><Relationship Id="rId546" Type="http://schemas.openxmlformats.org/officeDocument/2006/relationships/customXml" Target="../ink/ink1004.xml"/><Relationship Id="rId78" Type="http://schemas.openxmlformats.org/officeDocument/2006/relationships/customXml" Target="../ink/ink769.xml"/><Relationship Id="rId101" Type="http://schemas.openxmlformats.org/officeDocument/2006/relationships/image" Target="../media/image779.png"/><Relationship Id="rId143" Type="http://schemas.openxmlformats.org/officeDocument/2006/relationships/image" Target="../media/image800.png"/><Relationship Id="rId185" Type="http://schemas.openxmlformats.org/officeDocument/2006/relationships/image" Target="../media/image821.png"/><Relationship Id="rId350" Type="http://schemas.openxmlformats.org/officeDocument/2006/relationships/image" Target="../media/image901.png"/><Relationship Id="rId406" Type="http://schemas.openxmlformats.org/officeDocument/2006/relationships/image" Target="../media/image929.png"/><Relationship Id="rId588" Type="http://schemas.openxmlformats.org/officeDocument/2006/relationships/customXml" Target="../ink/ink1026.xml"/><Relationship Id="rId9" Type="http://schemas.openxmlformats.org/officeDocument/2006/relationships/image" Target="../media/image733.png"/><Relationship Id="rId210" Type="http://schemas.openxmlformats.org/officeDocument/2006/relationships/customXml" Target="../ink/ink835.xml"/><Relationship Id="rId392" Type="http://schemas.openxmlformats.org/officeDocument/2006/relationships/image" Target="../media/image922.png"/><Relationship Id="rId448" Type="http://schemas.openxmlformats.org/officeDocument/2006/relationships/image" Target="../media/image950.png"/><Relationship Id="rId252" Type="http://schemas.openxmlformats.org/officeDocument/2006/relationships/customXml" Target="../ink/ink856.xml"/><Relationship Id="rId294" Type="http://schemas.openxmlformats.org/officeDocument/2006/relationships/customXml" Target="../ink/ink877.xml"/><Relationship Id="rId308" Type="http://schemas.openxmlformats.org/officeDocument/2006/relationships/customXml" Target="../ink/ink884.xml"/><Relationship Id="rId515" Type="http://schemas.openxmlformats.org/officeDocument/2006/relationships/image" Target="../media/image983.png"/><Relationship Id="rId47" Type="http://schemas.openxmlformats.org/officeDocument/2006/relationships/image" Target="../media/image752.png"/><Relationship Id="rId89" Type="http://schemas.openxmlformats.org/officeDocument/2006/relationships/image" Target="../media/image773.png"/><Relationship Id="rId112" Type="http://schemas.openxmlformats.org/officeDocument/2006/relationships/customXml" Target="../ink/ink786.xml"/><Relationship Id="rId154" Type="http://schemas.openxmlformats.org/officeDocument/2006/relationships/customXml" Target="../ink/ink807.xml"/><Relationship Id="rId361" Type="http://schemas.openxmlformats.org/officeDocument/2006/relationships/customXml" Target="../ink/ink911.xml"/><Relationship Id="rId557" Type="http://schemas.openxmlformats.org/officeDocument/2006/relationships/image" Target="../media/image1004.png"/><Relationship Id="rId196" Type="http://schemas.openxmlformats.org/officeDocument/2006/relationships/customXml" Target="../ink/ink828.xml"/><Relationship Id="rId417" Type="http://schemas.openxmlformats.org/officeDocument/2006/relationships/customXml" Target="../ink/ink939.xml"/><Relationship Id="rId459" Type="http://schemas.openxmlformats.org/officeDocument/2006/relationships/customXml" Target="../ink/ink960.xml"/><Relationship Id="rId16" Type="http://schemas.openxmlformats.org/officeDocument/2006/relationships/customXml" Target="../ink/ink738.xml"/><Relationship Id="rId221" Type="http://schemas.openxmlformats.org/officeDocument/2006/relationships/image" Target="../media/image311.png"/><Relationship Id="rId263" Type="http://schemas.openxmlformats.org/officeDocument/2006/relationships/image" Target="../media/image858.png"/><Relationship Id="rId319" Type="http://schemas.openxmlformats.org/officeDocument/2006/relationships/image" Target="../media/image886.png"/><Relationship Id="rId470" Type="http://schemas.openxmlformats.org/officeDocument/2006/relationships/image" Target="../media/image961.png"/><Relationship Id="rId526" Type="http://schemas.openxmlformats.org/officeDocument/2006/relationships/customXml" Target="../ink/ink994.xml"/><Relationship Id="rId58" Type="http://schemas.openxmlformats.org/officeDocument/2006/relationships/customXml" Target="../ink/ink759.xml"/><Relationship Id="rId123" Type="http://schemas.openxmlformats.org/officeDocument/2006/relationships/image" Target="../media/image790.png"/><Relationship Id="rId330" Type="http://schemas.openxmlformats.org/officeDocument/2006/relationships/customXml" Target="../ink/ink895.xml"/><Relationship Id="rId568" Type="http://schemas.openxmlformats.org/officeDocument/2006/relationships/customXml" Target="../ink/ink1016.xml"/><Relationship Id="rId165" Type="http://schemas.openxmlformats.org/officeDocument/2006/relationships/image" Target="../media/image811.png"/><Relationship Id="rId372" Type="http://schemas.openxmlformats.org/officeDocument/2006/relationships/image" Target="../media/image912.png"/><Relationship Id="rId428" Type="http://schemas.openxmlformats.org/officeDocument/2006/relationships/image" Target="../media/image940.png"/><Relationship Id="rId232" Type="http://schemas.openxmlformats.org/officeDocument/2006/relationships/customXml" Target="../ink/ink846.xml"/><Relationship Id="rId274" Type="http://schemas.openxmlformats.org/officeDocument/2006/relationships/customXml" Target="../ink/ink867.xml"/><Relationship Id="rId481" Type="http://schemas.openxmlformats.org/officeDocument/2006/relationships/customXml" Target="../ink/ink971.xml"/><Relationship Id="rId27" Type="http://schemas.openxmlformats.org/officeDocument/2006/relationships/image" Target="../media/image742.png"/><Relationship Id="rId69" Type="http://schemas.openxmlformats.org/officeDocument/2006/relationships/image" Target="../media/image763.png"/><Relationship Id="rId134" Type="http://schemas.openxmlformats.org/officeDocument/2006/relationships/customXml" Target="../ink/ink797.xml"/><Relationship Id="rId537" Type="http://schemas.openxmlformats.org/officeDocument/2006/relationships/image" Target="../media/image994.png"/><Relationship Id="rId579" Type="http://schemas.openxmlformats.org/officeDocument/2006/relationships/image" Target="../media/image1014.png"/><Relationship Id="rId80" Type="http://schemas.openxmlformats.org/officeDocument/2006/relationships/customXml" Target="../ink/ink770.xml"/><Relationship Id="rId176" Type="http://schemas.openxmlformats.org/officeDocument/2006/relationships/customXml" Target="../ink/ink818.xml"/><Relationship Id="rId341" Type="http://schemas.openxmlformats.org/officeDocument/2006/relationships/customXml" Target="../ink/ink901.xml"/><Relationship Id="rId383" Type="http://schemas.openxmlformats.org/officeDocument/2006/relationships/customXml" Target="../ink/ink922.xml"/><Relationship Id="rId439" Type="http://schemas.openxmlformats.org/officeDocument/2006/relationships/customXml" Target="../ink/ink950.xml"/><Relationship Id="rId201" Type="http://schemas.openxmlformats.org/officeDocument/2006/relationships/image" Target="../media/image829.png"/><Relationship Id="rId243" Type="http://schemas.openxmlformats.org/officeDocument/2006/relationships/image" Target="../media/image849.png"/><Relationship Id="rId285" Type="http://schemas.openxmlformats.org/officeDocument/2006/relationships/image" Target="../media/image869.png"/><Relationship Id="rId450" Type="http://schemas.openxmlformats.org/officeDocument/2006/relationships/image" Target="../media/image951.png"/><Relationship Id="rId506" Type="http://schemas.openxmlformats.org/officeDocument/2006/relationships/image" Target="../media/image979.png"/><Relationship Id="rId38" Type="http://schemas.openxmlformats.org/officeDocument/2006/relationships/customXml" Target="../ink/ink749.xml"/><Relationship Id="rId103" Type="http://schemas.openxmlformats.org/officeDocument/2006/relationships/image" Target="../media/image780.png"/><Relationship Id="rId310" Type="http://schemas.openxmlformats.org/officeDocument/2006/relationships/customXml" Target="../ink/ink885.xml"/><Relationship Id="rId492" Type="http://schemas.openxmlformats.org/officeDocument/2006/relationships/image" Target="../media/image972.png"/><Relationship Id="rId548" Type="http://schemas.openxmlformats.org/officeDocument/2006/relationships/customXml" Target="../ink/ink1005.xml"/><Relationship Id="rId91" Type="http://schemas.openxmlformats.org/officeDocument/2006/relationships/image" Target="../media/image774.png"/><Relationship Id="rId145" Type="http://schemas.openxmlformats.org/officeDocument/2006/relationships/image" Target="../media/image801.png"/><Relationship Id="rId187" Type="http://schemas.openxmlformats.org/officeDocument/2006/relationships/image" Target="../media/image822.png"/><Relationship Id="rId352" Type="http://schemas.openxmlformats.org/officeDocument/2006/relationships/image" Target="../media/image902.png"/><Relationship Id="rId394" Type="http://schemas.openxmlformats.org/officeDocument/2006/relationships/image" Target="../media/image923.png"/><Relationship Id="rId408" Type="http://schemas.openxmlformats.org/officeDocument/2006/relationships/image" Target="../media/image930.png"/><Relationship Id="rId212" Type="http://schemas.openxmlformats.org/officeDocument/2006/relationships/customXml" Target="../ink/ink836.xml"/><Relationship Id="rId254" Type="http://schemas.openxmlformats.org/officeDocument/2006/relationships/customXml" Target="../ink/ink857.xml"/><Relationship Id="rId49" Type="http://schemas.openxmlformats.org/officeDocument/2006/relationships/image" Target="../media/image753.png"/><Relationship Id="rId114" Type="http://schemas.openxmlformats.org/officeDocument/2006/relationships/customXml" Target="../ink/ink787.xml"/><Relationship Id="rId296" Type="http://schemas.openxmlformats.org/officeDocument/2006/relationships/customXml" Target="../ink/ink878.xml"/><Relationship Id="rId461" Type="http://schemas.openxmlformats.org/officeDocument/2006/relationships/customXml" Target="../ink/ink961.xml"/><Relationship Id="rId517" Type="http://schemas.openxmlformats.org/officeDocument/2006/relationships/image" Target="../media/image984.png"/><Relationship Id="rId559" Type="http://schemas.openxmlformats.org/officeDocument/2006/relationships/customXml" Target="../ink/ink1011.xml"/><Relationship Id="rId60" Type="http://schemas.openxmlformats.org/officeDocument/2006/relationships/customXml" Target="../ink/ink760.xml"/><Relationship Id="rId156" Type="http://schemas.openxmlformats.org/officeDocument/2006/relationships/customXml" Target="../ink/ink808.xml"/><Relationship Id="rId198" Type="http://schemas.openxmlformats.org/officeDocument/2006/relationships/customXml" Target="../ink/ink829.xml"/><Relationship Id="rId321" Type="http://schemas.openxmlformats.org/officeDocument/2006/relationships/image" Target="../media/image887.png"/><Relationship Id="rId363" Type="http://schemas.openxmlformats.org/officeDocument/2006/relationships/customXml" Target="../ink/ink912.xml"/><Relationship Id="rId419" Type="http://schemas.openxmlformats.org/officeDocument/2006/relationships/customXml" Target="../ink/ink940.xml"/><Relationship Id="rId570" Type="http://schemas.openxmlformats.org/officeDocument/2006/relationships/customXml" Target="../ink/ink1017.xml"/><Relationship Id="rId223" Type="http://schemas.openxmlformats.org/officeDocument/2006/relationships/image" Target="../media/image839.png"/><Relationship Id="rId430" Type="http://schemas.openxmlformats.org/officeDocument/2006/relationships/image" Target="../media/image941.png"/><Relationship Id="rId18" Type="http://schemas.openxmlformats.org/officeDocument/2006/relationships/customXml" Target="../ink/ink739.xml"/><Relationship Id="rId265" Type="http://schemas.openxmlformats.org/officeDocument/2006/relationships/image" Target="../media/image859.png"/><Relationship Id="rId472" Type="http://schemas.openxmlformats.org/officeDocument/2006/relationships/image" Target="../media/image962.png"/><Relationship Id="rId528" Type="http://schemas.openxmlformats.org/officeDocument/2006/relationships/customXml" Target="../ink/ink995.xml"/><Relationship Id="rId125" Type="http://schemas.openxmlformats.org/officeDocument/2006/relationships/image" Target="../media/image791.png"/><Relationship Id="rId167" Type="http://schemas.openxmlformats.org/officeDocument/2006/relationships/image" Target="../media/image812.png"/><Relationship Id="rId332" Type="http://schemas.openxmlformats.org/officeDocument/2006/relationships/customXml" Target="../ink/ink896.xml"/><Relationship Id="rId374" Type="http://schemas.openxmlformats.org/officeDocument/2006/relationships/image" Target="../media/image913.png"/><Relationship Id="rId581" Type="http://schemas.openxmlformats.org/officeDocument/2006/relationships/image" Target="../media/image1015.png"/><Relationship Id="rId71" Type="http://schemas.openxmlformats.org/officeDocument/2006/relationships/image" Target="../media/image764.png"/><Relationship Id="rId234" Type="http://schemas.openxmlformats.org/officeDocument/2006/relationships/customXml" Target="../ink/ink847.xml"/><Relationship Id="rId2" Type="http://schemas.openxmlformats.org/officeDocument/2006/relationships/customXml" Target="../ink/ink731.xml"/><Relationship Id="rId29" Type="http://schemas.openxmlformats.org/officeDocument/2006/relationships/image" Target="../media/image743.png"/><Relationship Id="rId276" Type="http://schemas.openxmlformats.org/officeDocument/2006/relationships/customXml" Target="../ink/ink868.xml"/><Relationship Id="rId441" Type="http://schemas.openxmlformats.org/officeDocument/2006/relationships/customXml" Target="../ink/ink951.xml"/><Relationship Id="rId483" Type="http://schemas.openxmlformats.org/officeDocument/2006/relationships/customXml" Target="../ink/ink972.xml"/><Relationship Id="rId539" Type="http://schemas.openxmlformats.org/officeDocument/2006/relationships/image" Target="../media/image995.png"/><Relationship Id="rId40" Type="http://schemas.openxmlformats.org/officeDocument/2006/relationships/customXml" Target="../ink/ink750.xml"/><Relationship Id="rId136" Type="http://schemas.openxmlformats.org/officeDocument/2006/relationships/customXml" Target="../ink/ink798.xml"/><Relationship Id="rId178" Type="http://schemas.openxmlformats.org/officeDocument/2006/relationships/customXml" Target="../ink/ink819.xml"/><Relationship Id="rId301" Type="http://schemas.openxmlformats.org/officeDocument/2006/relationships/image" Target="../media/image877.png"/><Relationship Id="rId343" Type="http://schemas.openxmlformats.org/officeDocument/2006/relationships/customXml" Target="../ink/ink902.xml"/><Relationship Id="rId550" Type="http://schemas.openxmlformats.org/officeDocument/2006/relationships/customXml" Target="../ink/ink1006.xml"/><Relationship Id="rId82" Type="http://schemas.openxmlformats.org/officeDocument/2006/relationships/customXml" Target="../ink/ink771.xml"/><Relationship Id="rId203" Type="http://schemas.openxmlformats.org/officeDocument/2006/relationships/image" Target="../media/image830.png"/><Relationship Id="rId385" Type="http://schemas.openxmlformats.org/officeDocument/2006/relationships/customXml" Target="../ink/ink923.xml"/><Relationship Id="rId245" Type="http://schemas.openxmlformats.org/officeDocument/2006/relationships/image" Target="../media/image850.png"/><Relationship Id="rId287" Type="http://schemas.openxmlformats.org/officeDocument/2006/relationships/image" Target="../media/image870.png"/><Relationship Id="rId410" Type="http://schemas.openxmlformats.org/officeDocument/2006/relationships/image" Target="../media/image931.png"/><Relationship Id="rId452" Type="http://schemas.openxmlformats.org/officeDocument/2006/relationships/image" Target="../media/image952.png"/><Relationship Id="rId494" Type="http://schemas.openxmlformats.org/officeDocument/2006/relationships/image" Target="../media/image973.png"/><Relationship Id="rId508" Type="http://schemas.openxmlformats.org/officeDocument/2006/relationships/image" Target="../media/image980.png"/><Relationship Id="rId105" Type="http://schemas.openxmlformats.org/officeDocument/2006/relationships/image" Target="../media/image781.png"/><Relationship Id="rId147" Type="http://schemas.openxmlformats.org/officeDocument/2006/relationships/image" Target="../media/image802.png"/><Relationship Id="rId312" Type="http://schemas.openxmlformats.org/officeDocument/2006/relationships/customXml" Target="../ink/ink886.xml"/><Relationship Id="rId354" Type="http://schemas.openxmlformats.org/officeDocument/2006/relationships/image" Target="../media/image903.png"/><Relationship Id="rId51" Type="http://schemas.openxmlformats.org/officeDocument/2006/relationships/image" Target="../media/image754.png"/><Relationship Id="rId93" Type="http://schemas.openxmlformats.org/officeDocument/2006/relationships/image" Target="../media/image775.png"/><Relationship Id="rId189" Type="http://schemas.openxmlformats.org/officeDocument/2006/relationships/image" Target="../media/image823.png"/><Relationship Id="rId396" Type="http://schemas.openxmlformats.org/officeDocument/2006/relationships/image" Target="../media/image924.png"/><Relationship Id="rId561" Type="http://schemas.openxmlformats.org/officeDocument/2006/relationships/image" Target="../media/image1005.png"/><Relationship Id="rId214" Type="http://schemas.openxmlformats.org/officeDocument/2006/relationships/customXml" Target="../ink/ink837.xml"/><Relationship Id="rId256" Type="http://schemas.openxmlformats.org/officeDocument/2006/relationships/customXml" Target="../ink/ink858.xml"/><Relationship Id="rId298" Type="http://schemas.openxmlformats.org/officeDocument/2006/relationships/customXml" Target="../ink/ink879.xml"/><Relationship Id="rId421" Type="http://schemas.openxmlformats.org/officeDocument/2006/relationships/customXml" Target="../ink/ink941.xml"/><Relationship Id="rId463" Type="http://schemas.openxmlformats.org/officeDocument/2006/relationships/customXml" Target="../ink/ink962.xml"/><Relationship Id="rId519" Type="http://schemas.openxmlformats.org/officeDocument/2006/relationships/image" Target="../media/image985.png"/><Relationship Id="rId116" Type="http://schemas.openxmlformats.org/officeDocument/2006/relationships/customXml" Target="../ink/ink788.xml"/><Relationship Id="rId158" Type="http://schemas.openxmlformats.org/officeDocument/2006/relationships/customXml" Target="../ink/ink809.xml"/><Relationship Id="rId323" Type="http://schemas.openxmlformats.org/officeDocument/2006/relationships/image" Target="../media/image888.png"/><Relationship Id="rId530" Type="http://schemas.openxmlformats.org/officeDocument/2006/relationships/customXml" Target="../ink/ink996.xml"/><Relationship Id="rId20" Type="http://schemas.openxmlformats.org/officeDocument/2006/relationships/customXml" Target="../ink/ink740.xml"/><Relationship Id="rId62" Type="http://schemas.openxmlformats.org/officeDocument/2006/relationships/customXml" Target="../ink/ink761.xml"/><Relationship Id="rId365" Type="http://schemas.openxmlformats.org/officeDocument/2006/relationships/customXml" Target="../ink/ink913.xml"/><Relationship Id="rId572" Type="http://schemas.openxmlformats.org/officeDocument/2006/relationships/customXml" Target="../ink/ink1018.xml"/><Relationship Id="rId225" Type="http://schemas.openxmlformats.org/officeDocument/2006/relationships/image" Target="../media/image840.png"/><Relationship Id="rId267" Type="http://schemas.openxmlformats.org/officeDocument/2006/relationships/image" Target="../media/image860.png"/><Relationship Id="rId432" Type="http://schemas.openxmlformats.org/officeDocument/2006/relationships/image" Target="../media/image942.png"/><Relationship Id="rId474" Type="http://schemas.openxmlformats.org/officeDocument/2006/relationships/image" Target="../media/image963.png"/><Relationship Id="rId127" Type="http://schemas.openxmlformats.org/officeDocument/2006/relationships/image" Target="../media/image792.png"/><Relationship Id="rId31" Type="http://schemas.openxmlformats.org/officeDocument/2006/relationships/image" Target="../media/image744.png"/><Relationship Id="rId73" Type="http://schemas.openxmlformats.org/officeDocument/2006/relationships/image" Target="../media/image765.png"/><Relationship Id="rId169" Type="http://schemas.openxmlformats.org/officeDocument/2006/relationships/image" Target="../media/image813.png"/><Relationship Id="rId334" Type="http://schemas.openxmlformats.org/officeDocument/2006/relationships/image" Target="../media/image893.png"/><Relationship Id="rId376" Type="http://schemas.openxmlformats.org/officeDocument/2006/relationships/image" Target="../media/image914.png"/><Relationship Id="rId541" Type="http://schemas.openxmlformats.org/officeDocument/2006/relationships/image" Target="../media/image996.png"/><Relationship Id="rId583" Type="http://schemas.openxmlformats.org/officeDocument/2006/relationships/image" Target="../media/image1016.png"/><Relationship Id="rId4" Type="http://schemas.openxmlformats.org/officeDocument/2006/relationships/customXml" Target="../ink/ink732.xml"/><Relationship Id="rId180" Type="http://schemas.openxmlformats.org/officeDocument/2006/relationships/customXml" Target="../ink/ink820.xml"/><Relationship Id="rId236" Type="http://schemas.openxmlformats.org/officeDocument/2006/relationships/customXml" Target="../ink/ink848.xml"/><Relationship Id="rId278" Type="http://schemas.openxmlformats.org/officeDocument/2006/relationships/customXml" Target="../ink/ink869.xml"/><Relationship Id="rId401" Type="http://schemas.openxmlformats.org/officeDocument/2006/relationships/customXml" Target="../ink/ink931.xml"/><Relationship Id="rId443" Type="http://schemas.openxmlformats.org/officeDocument/2006/relationships/customXml" Target="../ink/ink952.xml"/><Relationship Id="rId303" Type="http://schemas.openxmlformats.org/officeDocument/2006/relationships/image" Target="../media/image878.png"/><Relationship Id="rId485" Type="http://schemas.openxmlformats.org/officeDocument/2006/relationships/customXml" Target="../ink/ink973.xml"/><Relationship Id="rId42" Type="http://schemas.openxmlformats.org/officeDocument/2006/relationships/customXml" Target="../ink/ink751.xml"/><Relationship Id="rId84" Type="http://schemas.openxmlformats.org/officeDocument/2006/relationships/customXml" Target="../ink/ink772.xml"/><Relationship Id="rId138" Type="http://schemas.openxmlformats.org/officeDocument/2006/relationships/customXml" Target="../ink/ink799.xml"/><Relationship Id="rId345" Type="http://schemas.openxmlformats.org/officeDocument/2006/relationships/customXml" Target="../ink/ink903.xml"/><Relationship Id="rId387" Type="http://schemas.openxmlformats.org/officeDocument/2006/relationships/customXml" Target="../ink/ink924.xml"/><Relationship Id="rId510" Type="http://schemas.openxmlformats.org/officeDocument/2006/relationships/customXml" Target="../ink/ink986.xml"/><Relationship Id="rId552" Type="http://schemas.openxmlformats.org/officeDocument/2006/relationships/customXml" Target="../ink/ink1007.xml"/><Relationship Id="rId191" Type="http://schemas.openxmlformats.org/officeDocument/2006/relationships/image" Target="../media/image824.png"/><Relationship Id="rId205" Type="http://schemas.openxmlformats.org/officeDocument/2006/relationships/image" Target="../media/image831.png"/><Relationship Id="rId247" Type="http://schemas.openxmlformats.org/officeDocument/2006/relationships/image" Target="../media/image246.png"/><Relationship Id="rId412" Type="http://schemas.openxmlformats.org/officeDocument/2006/relationships/image" Target="../media/image932.png"/><Relationship Id="rId107" Type="http://schemas.openxmlformats.org/officeDocument/2006/relationships/image" Target="../media/image782.png"/><Relationship Id="rId289" Type="http://schemas.openxmlformats.org/officeDocument/2006/relationships/image" Target="../media/image871.png"/><Relationship Id="rId454" Type="http://schemas.openxmlformats.org/officeDocument/2006/relationships/image" Target="../media/image953.png"/><Relationship Id="rId496" Type="http://schemas.openxmlformats.org/officeDocument/2006/relationships/image" Target="../media/image974.png"/><Relationship Id="rId11" Type="http://schemas.openxmlformats.org/officeDocument/2006/relationships/image" Target="../media/image734.png"/><Relationship Id="rId53" Type="http://schemas.openxmlformats.org/officeDocument/2006/relationships/image" Target="../media/image755.png"/><Relationship Id="rId149" Type="http://schemas.openxmlformats.org/officeDocument/2006/relationships/image" Target="../media/image803.png"/><Relationship Id="rId314" Type="http://schemas.openxmlformats.org/officeDocument/2006/relationships/customXml" Target="../ink/ink887.xml"/><Relationship Id="rId356" Type="http://schemas.openxmlformats.org/officeDocument/2006/relationships/image" Target="../media/image904.png"/><Relationship Id="rId398" Type="http://schemas.openxmlformats.org/officeDocument/2006/relationships/image" Target="../media/image925.png"/><Relationship Id="rId521" Type="http://schemas.openxmlformats.org/officeDocument/2006/relationships/image" Target="../media/image986.png"/><Relationship Id="rId563" Type="http://schemas.openxmlformats.org/officeDocument/2006/relationships/image" Target="../media/image1006.png"/><Relationship Id="rId95" Type="http://schemas.openxmlformats.org/officeDocument/2006/relationships/image" Target="../media/image776.png"/><Relationship Id="rId160" Type="http://schemas.openxmlformats.org/officeDocument/2006/relationships/customXml" Target="../ink/ink810.xml"/><Relationship Id="rId216" Type="http://schemas.openxmlformats.org/officeDocument/2006/relationships/customXml" Target="../ink/ink838.xml"/><Relationship Id="rId423" Type="http://schemas.openxmlformats.org/officeDocument/2006/relationships/customXml" Target="../ink/ink942.xml"/><Relationship Id="rId258" Type="http://schemas.openxmlformats.org/officeDocument/2006/relationships/customXml" Target="../ink/ink859.xml"/><Relationship Id="rId465" Type="http://schemas.openxmlformats.org/officeDocument/2006/relationships/customXml" Target="../ink/ink963.xml"/><Relationship Id="rId22" Type="http://schemas.openxmlformats.org/officeDocument/2006/relationships/customXml" Target="../ink/ink741.xml"/><Relationship Id="rId64" Type="http://schemas.openxmlformats.org/officeDocument/2006/relationships/customXml" Target="../ink/ink762.xml"/><Relationship Id="rId118" Type="http://schemas.openxmlformats.org/officeDocument/2006/relationships/customXml" Target="../ink/ink789.xml"/><Relationship Id="rId325" Type="http://schemas.openxmlformats.org/officeDocument/2006/relationships/image" Target="../media/image889.png"/><Relationship Id="rId367" Type="http://schemas.openxmlformats.org/officeDocument/2006/relationships/customXml" Target="../ink/ink914.xml"/><Relationship Id="rId532" Type="http://schemas.openxmlformats.org/officeDocument/2006/relationships/customXml" Target="../ink/ink997.xml"/><Relationship Id="rId574" Type="http://schemas.openxmlformats.org/officeDocument/2006/relationships/customXml" Target="../ink/ink1019.xml"/><Relationship Id="rId171" Type="http://schemas.openxmlformats.org/officeDocument/2006/relationships/image" Target="../media/image814.png"/><Relationship Id="rId227" Type="http://schemas.openxmlformats.org/officeDocument/2006/relationships/image" Target="../media/image841.png"/><Relationship Id="rId269" Type="http://schemas.openxmlformats.org/officeDocument/2006/relationships/image" Target="../media/image861.png"/><Relationship Id="rId434" Type="http://schemas.openxmlformats.org/officeDocument/2006/relationships/image" Target="../media/image943.png"/><Relationship Id="rId476" Type="http://schemas.openxmlformats.org/officeDocument/2006/relationships/image" Target="../media/image964.png"/><Relationship Id="rId33" Type="http://schemas.openxmlformats.org/officeDocument/2006/relationships/image" Target="../media/image745.png"/><Relationship Id="rId129" Type="http://schemas.openxmlformats.org/officeDocument/2006/relationships/image" Target="../media/image793.png"/><Relationship Id="rId280" Type="http://schemas.openxmlformats.org/officeDocument/2006/relationships/customXml" Target="../ink/ink870.xml"/><Relationship Id="rId336" Type="http://schemas.openxmlformats.org/officeDocument/2006/relationships/image" Target="../media/image894.png"/><Relationship Id="rId501" Type="http://schemas.openxmlformats.org/officeDocument/2006/relationships/customXml" Target="../ink/ink981.xml"/><Relationship Id="rId543" Type="http://schemas.openxmlformats.org/officeDocument/2006/relationships/image" Target="../media/image997.png"/><Relationship Id="rId75" Type="http://schemas.openxmlformats.org/officeDocument/2006/relationships/image" Target="../media/image766.png"/><Relationship Id="rId140" Type="http://schemas.openxmlformats.org/officeDocument/2006/relationships/customXml" Target="../ink/ink800.xml"/><Relationship Id="rId182" Type="http://schemas.openxmlformats.org/officeDocument/2006/relationships/customXml" Target="../ink/ink821.xml"/><Relationship Id="rId378" Type="http://schemas.openxmlformats.org/officeDocument/2006/relationships/image" Target="../media/image915.png"/><Relationship Id="rId403" Type="http://schemas.openxmlformats.org/officeDocument/2006/relationships/customXml" Target="../ink/ink932.xml"/><Relationship Id="rId585" Type="http://schemas.openxmlformats.org/officeDocument/2006/relationships/image" Target="../media/image1017.png"/><Relationship Id="rId6" Type="http://schemas.openxmlformats.org/officeDocument/2006/relationships/customXml" Target="../ink/ink733.xml"/><Relationship Id="rId238" Type="http://schemas.openxmlformats.org/officeDocument/2006/relationships/customXml" Target="../ink/ink849.xml"/><Relationship Id="rId445" Type="http://schemas.openxmlformats.org/officeDocument/2006/relationships/customXml" Target="../ink/ink953.xml"/><Relationship Id="rId487" Type="http://schemas.openxmlformats.org/officeDocument/2006/relationships/customXml" Target="../ink/ink974.xml"/><Relationship Id="rId291" Type="http://schemas.openxmlformats.org/officeDocument/2006/relationships/image" Target="../media/image872.png"/><Relationship Id="rId305" Type="http://schemas.openxmlformats.org/officeDocument/2006/relationships/image" Target="../media/image879.png"/><Relationship Id="rId347" Type="http://schemas.openxmlformats.org/officeDocument/2006/relationships/customXml" Target="../ink/ink904.xml"/><Relationship Id="rId512" Type="http://schemas.openxmlformats.org/officeDocument/2006/relationships/customXml" Target="../ink/ink987.xml"/><Relationship Id="rId44" Type="http://schemas.openxmlformats.org/officeDocument/2006/relationships/customXml" Target="../ink/ink752.xml"/><Relationship Id="rId86" Type="http://schemas.openxmlformats.org/officeDocument/2006/relationships/customXml" Target="../ink/ink773.xml"/><Relationship Id="rId151" Type="http://schemas.openxmlformats.org/officeDocument/2006/relationships/image" Target="../media/image804.png"/><Relationship Id="rId389" Type="http://schemas.openxmlformats.org/officeDocument/2006/relationships/customXml" Target="../ink/ink925.xml"/><Relationship Id="rId554" Type="http://schemas.openxmlformats.org/officeDocument/2006/relationships/customXml" Target="../ink/ink1008.xml"/><Relationship Id="rId193" Type="http://schemas.openxmlformats.org/officeDocument/2006/relationships/image" Target="../media/image825.png"/><Relationship Id="rId207" Type="http://schemas.openxmlformats.org/officeDocument/2006/relationships/image" Target="../media/image832.png"/><Relationship Id="rId249" Type="http://schemas.openxmlformats.org/officeDocument/2006/relationships/image" Target="../media/image851.png"/><Relationship Id="rId414" Type="http://schemas.openxmlformats.org/officeDocument/2006/relationships/image" Target="../media/image933.png"/><Relationship Id="rId456" Type="http://schemas.openxmlformats.org/officeDocument/2006/relationships/image" Target="../media/image954.png"/><Relationship Id="rId498" Type="http://schemas.openxmlformats.org/officeDocument/2006/relationships/image" Target="../media/image975.png"/><Relationship Id="rId13" Type="http://schemas.openxmlformats.org/officeDocument/2006/relationships/image" Target="../media/image735.png"/><Relationship Id="rId109" Type="http://schemas.openxmlformats.org/officeDocument/2006/relationships/image" Target="../media/image783.png"/><Relationship Id="rId260" Type="http://schemas.openxmlformats.org/officeDocument/2006/relationships/customXml" Target="../ink/ink860.xml"/><Relationship Id="rId316" Type="http://schemas.openxmlformats.org/officeDocument/2006/relationships/customXml" Target="../ink/ink888.xml"/><Relationship Id="rId523" Type="http://schemas.openxmlformats.org/officeDocument/2006/relationships/image" Target="../media/image987.png"/><Relationship Id="rId55" Type="http://schemas.openxmlformats.org/officeDocument/2006/relationships/image" Target="../media/image756.png"/><Relationship Id="rId97" Type="http://schemas.openxmlformats.org/officeDocument/2006/relationships/image" Target="../media/image777.png"/><Relationship Id="rId120" Type="http://schemas.openxmlformats.org/officeDocument/2006/relationships/customXml" Target="../ink/ink790.xml"/><Relationship Id="rId358" Type="http://schemas.openxmlformats.org/officeDocument/2006/relationships/image" Target="../media/image905.png"/><Relationship Id="rId565" Type="http://schemas.openxmlformats.org/officeDocument/2006/relationships/image" Target="../media/image1007.png"/><Relationship Id="rId162" Type="http://schemas.openxmlformats.org/officeDocument/2006/relationships/customXml" Target="../ink/ink811.xml"/><Relationship Id="rId218" Type="http://schemas.openxmlformats.org/officeDocument/2006/relationships/customXml" Target="../ink/ink839.xml"/><Relationship Id="rId425" Type="http://schemas.openxmlformats.org/officeDocument/2006/relationships/customXml" Target="../ink/ink943.xml"/><Relationship Id="rId467" Type="http://schemas.openxmlformats.org/officeDocument/2006/relationships/customXml" Target="../ink/ink964.xml"/><Relationship Id="rId271" Type="http://schemas.openxmlformats.org/officeDocument/2006/relationships/image" Target="../media/image862.png"/><Relationship Id="rId24" Type="http://schemas.openxmlformats.org/officeDocument/2006/relationships/customXml" Target="../ink/ink742.xml"/><Relationship Id="rId66" Type="http://schemas.openxmlformats.org/officeDocument/2006/relationships/customXml" Target="../ink/ink763.xml"/><Relationship Id="rId131" Type="http://schemas.openxmlformats.org/officeDocument/2006/relationships/image" Target="../media/image794.png"/><Relationship Id="rId327" Type="http://schemas.openxmlformats.org/officeDocument/2006/relationships/image" Target="../media/image890.png"/><Relationship Id="rId369" Type="http://schemas.openxmlformats.org/officeDocument/2006/relationships/customXml" Target="../ink/ink915.xml"/><Relationship Id="rId534" Type="http://schemas.openxmlformats.org/officeDocument/2006/relationships/customXml" Target="../ink/ink998.xml"/><Relationship Id="rId576" Type="http://schemas.openxmlformats.org/officeDocument/2006/relationships/customXml" Target="../ink/ink1020.xml"/><Relationship Id="rId173" Type="http://schemas.openxmlformats.org/officeDocument/2006/relationships/image" Target="../media/image815.png"/><Relationship Id="rId229" Type="http://schemas.openxmlformats.org/officeDocument/2006/relationships/image" Target="../media/image842.png"/><Relationship Id="rId380" Type="http://schemas.openxmlformats.org/officeDocument/2006/relationships/image" Target="../media/image916.png"/><Relationship Id="rId436" Type="http://schemas.openxmlformats.org/officeDocument/2006/relationships/image" Target="../media/image944.png"/><Relationship Id="rId240" Type="http://schemas.openxmlformats.org/officeDocument/2006/relationships/customXml" Target="../ink/ink850.xml"/><Relationship Id="rId478" Type="http://schemas.openxmlformats.org/officeDocument/2006/relationships/image" Target="../media/image965.png"/><Relationship Id="rId35" Type="http://schemas.openxmlformats.org/officeDocument/2006/relationships/image" Target="../media/image746.png"/><Relationship Id="rId77" Type="http://schemas.openxmlformats.org/officeDocument/2006/relationships/image" Target="../media/image767.png"/><Relationship Id="rId100" Type="http://schemas.openxmlformats.org/officeDocument/2006/relationships/customXml" Target="../ink/ink780.xml"/><Relationship Id="rId282" Type="http://schemas.openxmlformats.org/officeDocument/2006/relationships/customXml" Target="../ink/ink871.xml"/><Relationship Id="rId338" Type="http://schemas.openxmlformats.org/officeDocument/2006/relationships/image" Target="../media/image895.png"/><Relationship Id="rId503" Type="http://schemas.openxmlformats.org/officeDocument/2006/relationships/customXml" Target="../ink/ink982.xml"/><Relationship Id="rId545" Type="http://schemas.openxmlformats.org/officeDocument/2006/relationships/image" Target="../media/image998.png"/><Relationship Id="rId587" Type="http://schemas.openxmlformats.org/officeDocument/2006/relationships/image" Target="../media/image1018.png"/><Relationship Id="rId8" Type="http://schemas.openxmlformats.org/officeDocument/2006/relationships/customXml" Target="../ink/ink734.xml"/><Relationship Id="rId142" Type="http://schemas.openxmlformats.org/officeDocument/2006/relationships/customXml" Target="../ink/ink801.xml"/><Relationship Id="rId184" Type="http://schemas.openxmlformats.org/officeDocument/2006/relationships/customXml" Target="../ink/ink822.xml"/><Relationship Id="rId391" Type="http://schemas.openxmlformats.org/officeDocument/2006/relationships/customXml" Target="../ink/ink926.xml"/><Relationship Id="rId405" Type="http://schemas.openxmlformats.org/officeDocument/2006/relationships/customXml" Target="../ink/ink933.xml"/><Relationship Id="rId447" Type="http://schemas.openxmlformats.org/officeDocument/2006/relationships/customXml" Target="../ink/ink954.xml"/><Relationship Id="rId251" Type="http://schemas.openxmlformats.org/officeDocument/2006/relationships/image" Target="../media/image852.png"/><Relationship Id="rId489" Type="http://schemas.openxmlformats.org/officeDocument/2006/relationships/customXml" Target="../ink/ink975.xml"/><Relationship Id="rId46" Type="http://schemas.openxmlformats.org/officeDocument/2006/relationships/customXml" Target="../ink/ink753.xml"/><Relationship Id="rId293" Type="http://schemas.openxmlformats.org/officeDocument/2006/relationships/image" Target="../media/image873.png"/><Relationship Id="rId307" Type="http://schemas.openxmlformats.org/officeDocument/2006/relationships/image" Target="../media/image880.png"/><Relationship Id="rId349" Type="http://schemas.openxmlformats.org/officeDocument/2006/relationships/customXml" Target="../ink/ink905.xml"/><Relationship Id="rId514" Type="http://schemas.openxmlformats.org/officeDocument/2006/relationships/customXml" Target="../ink/ink988.xml"/><Relationship Id="rId556" Type="http://schemas.openxmlformats.org/officeDocument/2006/relationships/customXml" Target="../ink/ink1009.xml"/><Relationship Id="rId88" Type="http://schemas.openxmlformats.org/officeDocument/2006/relationships/customXml" Target="../ink/ink774.xml"/><Relationship Id="rId111" Type="http://schemas.openxmlformats.org/officeDocument/2006/relationships/image" Target="../media/image784.png"/><Relationship Id="rId153" Type="http://schemas.openxmlformats.org/officeDocument/2006/relationships/image" Target="../media/image805.png"/><Relationship Id="rId195" Type="http://schemas.openxmlformats.org/officeDocument/2006/relationships/image" Target="../media/image826.png"/><Relationship Id="rId209" Type="http://schemas.openxmlformats.org/officeDocument/2006/relationships/image" Target="../media/image833.png"/><Relationship Id="rId360" Type="http://schemas.openxmlformats.org/officeDocument/2006/relationships/image" Target="../media/image906.png"/><Relationship Id="rId416" Type="http://schemas.openxmlformats.org/officeDocument/2006/relationships/image" Target="../media/image934.png"/><Relationship Id="rId220" Type="http://schemas.openxmlformats.org/officeDocument/2006/relationships/customXml" Target="../ink/ink840.xml"/><Relationship Id="rId458" Type="http://schemas.openxmlformats.org/officeDocument/2006/relationships/image" Target="../media/image955.png"/><Relationship Id="rId15" Type="http://schemas.openxmlformats.org/officeDocument/2006/relationships/image" Target="../media/image736.png"/><Relationship Id="rId57" Type="http://schemas.openxmlformats.org/officeDocument/2006/relationships/image" Target="../media/image757.png"/><Relationship Id="rId262" Type="http://schemas.openxmlformats.org/officeDocument/2006/relationships/customXml" Target="../ink/ink861.xml"/><Relationship Id="rId318" Type="http://schemas.openxmlformats.org/officeDocument/2006/relationships/customXml" Target="../ink/ink889.xml"/><Relationship Id="rId525" Type="http://schemas.openxmlformats.org/officeDocument/2006/relationships/image" Target="../media/image988.png"/><Relationship Id="rId567" Type="http://schemas.openxmlformats.org/officeDocument/2006/relationships/image" Target="../media/image1008.png"/><Relationship Id="rId99" Type="http://schemas.openxmlformats.org/officeDocument/2006/relationships/image" Target="../media/image778.png"/><Relationship Id="rId122" Type="http://schemas.openxmlformats.org/officeDocument/2006/relationships/customXml" Target="../ink/ink791.xml"/><Relationship Id="rId164" Type="http://schemas.openxmlformats.org/officeDocument/2006/relationships/customXml" Target="../ink/ink812.xml"/><Relationship Id="rId371" Type="http://schemas.openxmlformats.org/officeDocument/2006/relationships/customXml" Target="../ink/ink916.xml"/><Relationship Id="rId427" Type="http://schemas.openxmlformats.org/officeDocument/2006/relationships/customXml" Target="../ink/ink944.xml"/><Relationship Id="rId469" Type="http://schemas.openxmlformats.org/officeDocument/2006/relationships/customXml" Target="../ink/ink965.xml"/><Relationship Id="rId26" Type="http://schemas.openxmlformats.org/officeDocument/2006/relationships/customXml" Target="../ink/ink743.xml"/><Relationship Id="rId231" Type="http://schemas.openxmlformats.org/officeDocument/2006/relationships/image" Target="../media/image843.png"/><Relationship Id="rId273" Type="http://schemas.openxmlformats.org/officeDocument/2006/relationships/image" Target="../media/image863.png"/><Relationship Id="rId329" Type="http://schemas.openxmlformats.org/officeDocument/2006/relationships/image" Target="../media/image891.png"/><Relationship Id="rId480" Type="http://schemas.openxmlformats.org/officeDocument/2006/relationships/image" Target="../media/image966.png"/><Relationship Id="rId536" Type="http://schemas.openxmlformats.org/officeDocument/2006/relationships/customXml" Target="../ink/ink999.xml"/><Relationship Id="rId68" Type="http://schemas.openxmlformats.org/officeDocument/2006/relationships/customXml" Target="../ink/ink764.xml"/><Relationship Id="rId133" Type="http://schemas.openxmlformats.org/officeDocument/2006/relationships/image" Target="../media/image795.png"/><Relationship Id="rId175" Type="http://schemas.openxmlformats.org/officeDocument/2006/relationships/image" Target="../media/image816.png"/><Relationship Id="rId340" Type="http://schemas.openxmlformats.org/officeDocument/2006/relationships/image" Target="../media/image896.png"/><Relationship Id="rId578" Type="http://schemas.openxmlformats.org/officeDocument/2006/relationships/customXml" Target="../ink/ink1021.xml"/><Relationship Id="rId200" Type="http://schemas.openxmlformats.org/officeDocument/2006/relationships/customXml" Target="../ink/ink830.xml"/><Relationship Id="rId382" Type="http://schemas.openxmlformats.org/officeDocument/2006/relationships/image" Target="../media/image917.png"/><Relationship Id="rId438" Type="http://schemas.openxmlformats.org/officeDocument/2006/relationships/image" Target="../media/image945.png"/><Relationship Id="rId242" Type="http://schemas.openxmlformats.org/officeDocument/2006/relationships/customXml" Target="../ink/ink851.xml"/><Relationship Id="rId284" Type="http://schemas.openxmlformats.org/officeDocument/2006/relationships/customXml" Target="../ink/ink872.xml"/><Relationship Id="rId491" Type="http://schemas.openxmlformats.org/officeDocument/2006/relationships/customXml" Target="../ink/ink976.xml"/><Relationship Id="rId505" Type="http://schemas.openxmlformats.org/officeDocument/2006/relationships/customXml" Target="../ink/ink983.xml"/><Relationship Id="rId37" Type="http://schemas.openxmlformats.org/officeDocument/2006/relationships/image" Target="../media/image747.png"/><Relationship Id="rId79" Type="http://schemas.openxmlformats.org/officeDocument/2006/relationships/image" Target="../media/image768.png"/><Relationship Id="rId102" Type="http://schemas.openxmlformats.org/officeDocument/2006/relationships/customXml" Target="../ink/ink781.xml"/><Relationship Id="rId144" Type="http://schemas.openxmlformats.org/officeDocument/2006/relationships/customXml" Target="../ink/ink802.xml"/><Relationship Id="rId547" Type="http://schemas.openxmlformats.org/officeDocument/2006/relationships/image" Target="../media/image999.png"/><Relationship Id="rId589" Type="http://schemas.openxmlformats.org/officeDocument/2006/relationships/image" Target="../media/image1019.png"/><Relationship Id="rId90" Type="http://schemas.openxmlformats.org/officeDocument/2006/relationships/customXml" Target="../ink/ink775.xml"/><Relationship Id="rId186" Type="http://schemas.openxmlformats.org/officeDocument/2006/relationships/customXml" Target="../ink/ink823.xml"/><Relationship Id="rId351" Type="http://schemas.openxmlformats.org/officeDocument/2006/relationships/customXml" Target="../ink/ink906.xml"/><Relationship Id="rId393" Type="http://schemas.openxmlformats.org/officeDocument/2006/relationships/customXml" Target="../ink/ink927.xml"/><Relationship Id="rId407" Type="http://schemas.openxmlformats.org/officeDocument/2006/relationships/customXml" Target="../ink/ink934.xml"/><Relationship Id="rId449" Type="http://schemas.openxmlformats.org/officeDocument/2006/relationships/customXml" Target="../ink/ink955.xml"/><Relationship Id="rId211" Type="http://schemas.openxmlformats.org/officeDocument/2006/relationships/image" Target="../media/image834.png"/><Relationship Id="rId253" Type="http://schemas.openxmlformats.org/officeDocument/2006/relationships/image" Target="../media/image853.png"/><Relationship Id="rId295" Type="http://schemas.openxmlformats.org/officeDocument/2006/relationships/image" Target="../media/image874.png"/><Relationship Id="rId309" Type="http://schemas.openxmlformats.org/officeDocument/2006/relationships/image" Target="../media/image881.png"/><Relationship Id="rId460" Type="http://schemas.openxmlformats.org/officeDocument/2006/relationships/image" Target="../media/image956.png"/><Relationship Id="rId516" Type="http://schemas.openxmlformats.org/officeDocument/2006/relationships/customXml" Target="../ink/ink989.xml"/><Relationship Id="rId48" Type="http://schemas.openxmlformats.org/officeDocument/2006/relationships/customXml" Target="../ink/ink754.xml"/><Relationship Id="rId113" Type="http://schemas.openxmlformats.org/officeDocument/2006/relationships/image" Target="../media/image785.png"/><Relationship Id="rId320" Type="http://schemas.openxmlformats.org/officeDocument/2006/relationships/customXml" Target="../ink/ink890.xml"/><Relationship Id="rId558" Type="http://schemas.openxmlformats.org/officeDocument/2006/relationships/customXml" Target="../ink/ink1010.xml"/><Relationship Id="rId155" Type="http://schemas.openxmlformats.org/officeDocument/2006/relationships/image" Target="../media/image806.png"/><Relationship Id="rId197" Type="http://schemas.openxmlformats.org/officeDocument/2006/relationships/image" Target="../media/image827.png"/><Relationship Id="rId362" Type="http://schemas.openxmlformats.org/officeDocument/2006/relationships/image" Target="../media/image907.png"/><Relationship Id="rId418" Type="http://schemas.openxmlformats.org/officeDocument/2006/relationships/image" Target="../media/image935.png"/><Relationship Id="rId222" Type="http://schemas.openxmlformats.org/officeDocument/2006/relationships/customXml" Target="../ink/ink841.xml"/><Relationship Id="rId264" Type="http://schemas.openxmlformats.org/officeDocument/2006/relationships/customXml" Target="../ink/ink862.xml"/><Relationship Id="rId471" Type="http://schemas.openxmlformats.org/officeDocument/2006/relationships/customXml" Target="../ink/ink966.xml"/><Relationship Id="rId17" Type="http://schemas.openxmlformats.org/officeDocument/2006/relationships/image" Target="../media/image737.png"/><Relationship Id="rId59" Type="http://schemas.openxmlformats.org/officeDocument/2006/relationships/image" Target="../media/image758.png"/><Relationship Id="rId124" Type="http://schemas.openxmlformats.org/officeDocument/2006/relationships/customXml" Target="../ink/ink792.xml"/><Relationship Id="rId527" Type="http://schemas.openxmlformats.org/officeDocument/2006/relationships/image" Target="../media/image989.png"/><Relationship Id="rId569" Type="http://schemas.openxmlformats.org/officeDocument/2006/relationships/image" Target="../media/image1009.png"/><Relationship Id="rId70" Type="http://schemas.openxmlformats.org/officeDocument/2006/relationships/customXml" Target="../ink/ink765.xml"/><Relationship Id="rId166" Type="http://schemas.openxmlformats.org/officeDocument/2006/relationships/customXml" Target="../ink/ink813.xml"/><Relationship Id="rId331" Type="http://schemas.openxmlformats.org/officeDocument/2006/relationships/image" Target="../media/image892.png"/><Relationship Id="rId373" Type="http://schemas.openxmlformats.org/officeDocument/2006/relationships/customXml" Target="../ink/ink917.xml"/><Relationship Id="rId429" Type="http://schemas.openxmlformats.org/officeDocument/2006/relationships/customXml" Target="../ink/ink945.xml"/><Relationship Id="rId580" Type="http://schemas.openxmlformats.org/officeDocument/2006/relationships/customXml" Target="../ink/ink1022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44.png"/><Relationship Id="rId440" Type="http://schemas.openxmlformats.org/officeDocument/2006/relationships/image" Target="../media/image946.png"/><Relationship Id="rId28" Type="http://schemas.openxmlformats.org/officeDocument/2006/relationships/customXml" Target="../ink/ink744.xml"/><Relationship Id="rId275" Type="http://schemas.openxmlformats.org/officeDocument/2006/relationships/image" Target="../media/image864.png"/><Relationship Id="rId300" Type="http://schemas.openxmlformats.org/officeDocument/2006/relationships/customXml" Target="../ink/ink880.xml"/><Relationship Id="rId482" Type="http://schemas.openxmlformats.org/officeDocument/2006/relationships/image" Target="../media/image967.png"/><Relationship Id="rId538" Type="http://schemas.openxmlformats.org/officeDocument/2006/relationships/customXml" Target="../ink/ink1000.xml"/><Relationship Id="rId81" Type="http://schemas.openxmlformats.org/officeDocument/2006/relationships/image" Target="../media/image769.png"/><Relationship Id="rId135" Type="http://schemas.openxmlformats.org/officeDocument/2006/relationships/image" Target="../media/image796.png"/><Relationship Id="rId177" Type="http://schemas.openxmlformats.org/officeDocument/2006/relationships/image" Target="../media/image817.png"/><Relationship Id="rId342" Type="http://schemas.openxmlformats.org/officeDocument/2006/relationships/image" Target="../media/image897.png"/><Relationship Id="rId384" Type="http://schemas.openxmlformats.org/officeDocument/2006/relationships/image" Target="../media/image918.png"/><Relationship Id="rId202" Type="http://schemas.openxmlformats.org/officeDocument/2006/relationships/customXml" Target="../ink/ink831.xml"/><Relationship Id="rId244" Type="http://schemas.openxmlformats.org/officeDocument/2006/relationships/customXml" Target="../ink/ink852.xml"/><Relationship Id="rId39" Type="http://schemas.openxmlformats.org/officeDocument/2006/relationships/image" Target="../media/image748.png"/><Relationship Id="rId286" Type="http://schemas.openxmlformats.org/officeDocument/2006/relationships/customXml" Target="../ink/ink873.xml"/><Relationship Id="rId451" Type="http://schemas.openxmlformats.org/officeDocument/2006/relationships/customXml" Target="../ink/ink956.xml"/><Relationship Id="rId493" Type="http://schemas.openxmlformats.org/officeDocument/2006/relationships/customXml" Target="../ink/ink977.xml"/><Relationship Id="rId507" Type="http://schemas.openxmlformats.org/officeDocument/2006/relationships/customXml" Target="../ink/ink984.xml"/><Relationship Id="rId549" Type="http://schemas.openxmlformats.org/officeDocument/2006/relationships/image" Target="../media/image1000.png"/><Relationship Id="rId50" Type="http://schemas.openxmlformats.org/officeDocument/2006/relationships/customXml" Target="../ink/ink755.xml"/><Relationship Id="rId104" Type="http://schemas.openxmlformats.org/officeDocument/2006/relationships/customXml" Target="../ink/ink782.xml"/><Relationship Id="rId146" Type="http://schemas.openxmlformats.org/officeDocument/2006/relationships/customXml" Target="../ink/ink803.xml"/><Relationship Id="rId188" Type="http://schemas.openxmlformats.org/officeDocument/2006/relationships/customXml" Target="../ink/ink824.xml"/><Relationship Id="rId311" Type="http://schemas.openxmlformats.org/officeDocument/2006/relationships/image" Target="../media/image882.png"/><Relationship Id="rId353" Type="http://schemas.openxmlformats.org/officeDocument/2006/relationships/customXml" Target="../ink/ink907.xml"/><Relationship Id="rId395" Type="http://schemas.openxmlformats.org/officeDocument/2006/relationships/customXml" Target="../ink/ink928.xml"/><Relationship Id="rId409" Type="http://schemas.openxmlformats.org/officeDocument/2006/relationships/customXml" Target="../ink/ink935.xml"/><Relationship Id="rId560" Type="http://schemas.openxmlformats.org/officeDocument/2006/relationships/customXml" Target="../ink/ink1012.xml"/><Relationship Id="rId92" Type="http://schemas.openxmlformats.org/officeDocument/2006/relationships/customXml" Target="../ink/ink776.xml"/><Relationship Id="rId213" Type="http://schemas.openxmlformats.org/officeDocument/2006/relationships/image" Target="../media/image835.png"/><Relationship Id="rId420" Type="http://schemas.openxmlformats.org/officeDocument/2006/relationships/image" Target="../media/image936.png"/><Relationship Id="rId255" Type="http://schemas.openxmlformats.org/officeDocument/2006/relationships/image" Target="../media/image854.png"/><Relationship Id="rId297" Type="http://schemas.openxmlformats.org/officeDocument/2006/relationships/image" Target="../media/image875.png"/><Relationship Id="rId462" Type="http://schemas.openxmlformats.org/officeDocument/2006/relationships/image" Target="../media/image957.png"/><Relationship Id="rId518" Type="http://schemas.openxmlformats.org/officeDocument/2006/relationships/customXml" Target="../ink/ink990.xml"/><Relationship Id="rId115" Type="http://schemas.openxmlformats.org/officeDocument/2006/relationships/image" Target="../media/image786.png"/><Relationship Id="rId157" Type="http://schemas.openxmlformats.org/officeDocument/2006/relationships/image" Target="../media/image807.png"/><Relationship Id="rId322" Type="http://schemas.openxmlformats.org/officeDocument/2006/relationships/customXml" Target="../ink/ink891.xml"/><Relationship Id="rId364" Type="http://schemas.openxmlformats.org/officeDocument/2006/relationships/image" Target="../media/image908.png"/><Relationship Id="rId61" Type="http://schemas.openxmlformats.org/officeDocument/2006/relationships/image" Target="../media/image759.png"/><Relationship Id="rId199" Type="http://schemas.openxmlformats.org/officeDocument/2006/relationships/image" Target="../media/image828.png"/><Relationship Id="rId571" Type="http://schemas.openxmlformats.org/officeDocument/2006/relationships/image" Target="../media/image1010.png"/><Relationship Id="rId19" Type="http://schemas.openxmlformats.org/officeDocument/2006/relationships/image" Target="../media/image738.png"/><Relationship Id="rId224" Type="http://schemas.openxmlformats.org/officeDocument/2006/relationships/customXml" Target="../ink/ink842.xml"/><Relationship Id="rId266" Type="http://schemas.openxmlformats.org/officeDocument/2006/relationships/customXml" Target="../ink/ink863.xml"/><Relationship Id="rId431" Type="http://schemas.openxmlformats.org/officeDocument/2006/relationships/customXml" Target="../ink/ink946.xml"/><Relationship Id="rId473" Type="http://schemas.openxmlformats.org/officeDocument/2006/relationships/customXml" Target="../ink/ink967.xml"/><Relationship Id="rId529" Type="http://schemas.openxmlformats.org/officeDocument/2006/relationships/image" Target="../media/image990.png"/><Relationship Id="rId30" Type="http://schemas.openxmlformats.org/officeDocument/2006/relationships/customXml" Target="../ink/ink745.xml"/><Relationship Id="rId126" Type="http://schemas.openxmlformats.org/officeDocument/2006/relationships/customXml" Target="../ink/ink793.xml"/><Relationship Id="rId168" Type="http://schemas.openxmlformats.org/officeDocument/2006/relationships/customXml" Target="../ink/ink814.xml"/><Relationship Id="rId333" Type="http://schemas.openxmlformats.org/officeDocument/2006/relationships/customXml" Target="../ink/ink897.xml"/><Relationship Id="rId540" Type="http://schemas.openxmlformats.org/officeDocument/2006/relationships/customXml" Target="../ink/ink1001.xml"/><Relationship Id="rId72" Type="http://schemas.openxmlformats.org/officeDocument/2006/relationships/customXml" Target="../ink/ink766.xml"/><Relationship Id="rId375" Type="http://schemas.openxmlformats.org/officeDocument/2006/relationships/customXml" Target="../ink/ink918.xml"/><Relationship Id="rId582" Type="http://schemas.openxmlformats.org/officeDocument/2006/relationships/customXml" Target="../ink/ink1023.xml"/><Relationship Id="rId3" Type="http://schemas.openxmlformats.org/officeDocument/2006/relationships/image" Target="../media/image730.png"/><Relationship Id="rId235" Type="http://schemas.openxmlformats.org/officeDocument/2006/relationships/image" Target="../media/image845.png"/><Relationship Id="rId277" Type="http://schemas.openxmlformats.org/officeDocument/2006/relationships/image" Target="../media/image865.png"/><Relationship Id="rId400" Type="http://schemas.openxmlformats.org/officeDocument/2006/relationships/image" Target="../media/image926.png"/><Relationship Id="rId442" Type="http://schemas.openxmlformats.org/officeDocument/2006/relationships/image" Target="../media/image947.png"/><Relationship Id="rId484" Type="http://schemas.openxmlformats.org/officeDocument/2006/relationships/image" Target="../media/image968.png"/><Relationship Id="rId137" Type="http://schemas.openxmlformats.org/officeDocument/2006/relationships/image" Target="../media/image797.png"/><Relationship Id="rId302" Type="http://schemas.openxmlformats.org/officeDocument/2006/relationships/customXml" Target="../ink/ink881.xml"/><Relationship Id="rId344" Type="http://schemas.openxmlformats.org/officeDocument/2006/relationships/image" Target="../media/image898.png"/><Relationship Id="rId41" Type="http://schemas.openxmlformats.org/officeDocument/2006/relationships/image" Target="../media/image749.png"/><Relationship Id="rId83" Type="http://schemas.openxmlformats.org/officeDocument/2006/relationships/image" Target="../media/image770.png"/><Relationship Id="rId179" Type="http://schemas.openxmlformats.org/officeDocument/2006/relationships/image" Target="../media/image818.png"/><Relationship Id="rId386" Type="http://schemas.openxmlformats.org/officeDocument/2006/relationships/image" Target="../media/image919.png"/><Relationship Id="rId551" Type="http://schemas.openxmlformats.org/officeDocument/2006/relationships/image" Target="../media/image1001.png"/><Relationship Id="rId190" Type="http://schemas.openxmlformats.org/officeDocument/2006/relationships/customXml" Target="../ink/ink825.xml"/><Relationship Id="rId204" Type="http://schemas.openxmlformats.org/officeDocument/2006/relationships/customXml" Target="../ink/ink832.xml"/><Relationship Id="rId246" Type="http://schemas.openxmlformats.org/officeDocument/2006/relationships/customXml" Target="../ink/ink853.xml"/><Relationship Id="rId288" Type="http://schemas.openxmlformats.org/officeDocument/2006/relationships/customXml" Target="../ink/ink874.xml"/><Relationship Id="rId411" Type="http://schemas.openxmlformats.org/officeDocument/2006/relationships/customXml" Target="../ink/ink936.xml"/><Relationship Id="rId453" Type="http://schemas.openxmlformats.org/officeDocument/2006/relationships/customXml" Target="../ink/ink957.xml"/><Relationship Id="rId509" Type="http://schemas.openxmlformats.org/officeDocument/2006/relationships/customXml" Target="../ink/ink985.xml"/><Relationship Id="rId106" Type="http://schemas.openxmlformats.org/officeDocument/2006/relationships/customXml" Target="../ink/ink783.xml"/><Relationship Id="rId313" Type="http://schemas.openxmlformats.org/officeDocument/2006/relationships/image" Target="../media/image883.png"/><Relationship Id="rId495" Type="http://schemas.openxmlformats.org/officeDocument/2006/relationships/customXml" Target="../ink/ink978.xml"/><Relationship Id="rId10" Type="http://schemas.openxmlformats.org/officeDocument/2006/relationships/customXml" Target="../ink/ink735.xml"/><Relationship Id="rId52" Type="http://schemas.openxmlformats.org/officeDocument/2006/relationships/customXml" Target="../ink/ink756.xml"/><Relationship Id="rId94" Type="http://schemas.openxmlformats.org/officeDocument/2006/relationships/customXml" Target="../ink/ink777.xml"/><Relationship Id="rId148" Type="http://schemas.openxmlformats.org/officeDocument/2006/relationships/customXml" Target="../ink/ink804.xml"/><Relationship Id="rId355" Type="http://schemas.openxmlformats.org/officeDocument/2006/relationships/customXml" Target="../ink/ink908.xml"/><Relationship Id="rId397" Type="http://schemas.openxmlformats.org/officeDocument/2006/relationships/customXml" Target="../ink/ink929.xml"/><Relationship Id="rId520" Type="http://schemas.openxmlformats.org/officeDocument/2006/relationships/customXml" Target="../ink/ink991.xml"/><Relationship Id="rId562" Type="http://schemas.openxmlformats.org/officeDocument/2006/relationships/customXml" Target="../ink/ink1013.xml"/><Relationship Id="rId215" Type="http://schemas.openxmlformats.org/officeDocument/2006/relationships/image" Target="../media/image836.png"/><Relationship Id="rId257" Type="http://schemas.openxmlformats.org/officeDocument/2006/relationships/image" Target="../media/image855.png"/><Relationship Id="rId422" Type="http://schemas.openxmlformats.org/officeDocument/2006/relationships/image" Target="../media/image937.png"/><Relationship Id="rId464" Type="http://schemas.openxmlformats.org/officeDocument/2006/relationships/image" Target="../media/image958.png"/><Relationship Id="rId299" Type="http://schemas.openxmlformats.org/officeDocument/2006/relationships/image" Target="../media/image876.png"/><Relationship Id="rId63" Type="http://schemas.openxmlformats.org/officeDocument/2006/relationships/image" Target="../media/image760.png"/><Relationship Id="rId159" Type="http://schemas.openxmlformats.org/officeDocument/2006/relationships/image" Target="../media/image808.png"/><Relationship Id="rId366" Type="http://schemas.openxmlformats.org/officeDocument/2006/relationships/image" Target="../media/image909.png"/><Relationship Id="rId573" Type="http://schemas.openxmlformats.org/officeDocument/2006/relationships/image" Target="../media/image1011.png"/><Relationship Id="rId226" Type="http://schemas.openxmlformats.org/officeDocument/2006/relationships/customXml" Target="../ink/ink843.xml"/><Relationship Id="rId433" Type="http://schemas.openxmlformats.org/officeDocument/2006/relationships/customXml" Target="../ink/ink947.xml"/><Relationship Id="rId74" Type="http://schemas.openxmlformats.org/officeDocument/2006/relationships/customXml" Target="../ink/ink767.xml"/><Relationship Id="rId377" Type="http://schemas.openxmlformats.org/officeDocument/2006/relationships/customXml" Target="../ink/ink919.xml"/><Relationship Id="rId500" Type="http://schemas.openxmlformats.org/officeDocument/2006/relationships/image" Target="../media/image976.png"/><Relationship Id="rId584" Type="http://schemas.openxmlformats.org/officeDocument/2006/relationships/customXml" Target="../ink/ink1024.xml"/><Relationship Id="rId5" Type="http://schemas.openxmlformats.org/officeDocument/2006/relationships/image" Target="../media/image731.png"/><Relationship Id="rId237" Type="http://schemas.openxmlformats.org/officeDocument/2006/relationships/image" Target="../media/image846.png"/><Relationship Id="rId444" Type="http://schemas.openxmlformats.org/officeDocument/2006/relationships/image" Target="../media/image948.png"/><Relationship Id="rId290" Type="http://schemas.openxmlformats.org/officeDocument/2006/relationships/customXml" Target="../ink/ink875.xml"/><Relationship Id="rId304" Type="http://schemas.openxmlformats.org/officeDocument/2006/relationships/customXml" Target="../ink/ink882.xml"/><Relationship Id="rId388" Type="http://schemas.openxmlformats.org/officeDocument/2006/relationships/image" Target="../media/image920.png"/><Relationship Id="rId511" Type="http://schemas.openxmlformats.org/officeDocument/2006/relationships/image" Target="../media/image981.png"/><Relationship Id="rId85" Type="http://schemas.openxmlformats.org/officeDocument/2006/relationships/image" Target="../media/image771.png"/><Relationship Id="rId150" Type="http://schemas.openxmlformats.org/officeDocument/2006/relationships/customXml" Target="../ink/ink805.xml"/><Relationship Id="rId248" Type="http://schemas.openxmlformats.org/officeDocument/2006/relationships/customXml" Target="../ink/ink854.xml"/><Relationship Id="rId455" Type="http://schemas.openxmlformats.org/officeDocument/2006/relationships/customXml" Target="../ink/ink958.xml"/><Relationship Id="rId12" Type="http://schemas.openxmlformats.org/officeDocument/2006/relationships/customXml" Target="../ink/ink736.xml"/><Relationship Id="rId108" Type="http://schemas.openxmlformats.org/officeDocument/2006/relationships/customXml" Target="../ink/ink784.xml"/><Relationship Id="rId315" Type="http://schemas.openxmlformats.org/officeDocument/2006/relationships/image" Target="../media/image884.png"/><Relationship Id="rId522" Type="http://schemas.openxmlformats.org/officeDocument/2006/relationships/customXml" Target="../ink/ink992.xml"/><Relationship Id="rId96" Type="http://schemas.openxmlformats.org/officeDocument/2006/relationships/customXml" Target="../ink/ink778.xml"/><Relationship Id="rId161" Type="http://schemas.openxmlformats.org/officeDocument/2006/relationships/image" Target="../media/image809.png"/><Relationship Id="rId399" Type="http://schemas.openxmlformats.org/officeDocument/2006/relationships/customXml" Target="../ink/ink930.xml"/><Relationship Id="rId259" Type="http://schemas.openxmlformats.org/officeDocument/2006/relationships/image" Target="../media/image856.png"/><Relationship Id="rId466" Type="http://schemas.openxmlformats.org/officeDocument/2006/relationships/image" Target="../media/image959.png"/><Relationship Id="rId23" Type="http://schemas.openxmlformats.org/officeDocument/2006/relationships/image" Target="../media/image740.png"/><Relationship Id="rId119" Type="http://schemas.openxmlformats.org/officeDocument/2006/relationships/image" Target="../media/image788.png"/><Relationship Id="rId326" Type="http://schemas.openxmlformats.org/officeDocument/2006/relationships/customXml" Target="../ink/ink893.xml"/><Relationship Id="rId533" Type="http://schemas.openxmlformats.org/officeDocument/2006/relationships/image" Target="../media/image992.png"/><Relationship Id="rId172" Type="http://schemas.openxmlformats.org/officeDocument/2006/relationships/customXml" Target="../ink/ink816.xml"/><Relationship Id="rId477" Type="http://schemas.openxmlformats.org/officeDocument/2006/relationships/customXml" Target="../ink/ink969.xml"/><Relationship Id="rId337" Type="http://schemas.openxmlformats.org/officeDocument/2006/relationships/customXml" Target="../ink/ink899.xml"/><Relationship Id="rId34" Type="http://schemas.openxmlformats.org/officeDocument/2006/relationships/customXml" Target="../ink/ink747.xml"/><Relationship Id="rId544" Type="http://schemas.openxmlformats.org/officeDocument/2006/relationships/customXml" Target="../ink/ink1003.xml"/><Relationship Id="rId183" Type="http://schemas.openxmlformats.org/officeDocument/2006/relationships/image" Target="../media/image820.png"/><Relationship Id="rId390" Type="http://schemas.openxmlformats.org/officeDocument/2006/relationships/image" Target="../media/image921.png"/><Relationship Id="rId404" Type="http://schemas.openxmlformats.org/officeDocument/2006/relationships/image" Target="../media/image928.png"/><Relationship Id="rId250" Type="http://schemas.openxmlformats.org/officeDocument/2006/relationships/customXml" Target="../ink/ink855.xml"/><Relationship Id="rId488" Type="http://schemas.openxmlformats.org/officeDocument/2006/relationships/image" Target="../media/image97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6.png"/><Relationship Id="rId21" Type="http://schemas.openxmlformats.org/officeDocument/2006/relationships/image" Target="../media/image1029.png"/><Relationship Id="rId42" Type="http://schemas.openxmlformats.org/officeDocument/2006/relationships/customXml" Target="../ink/ink1047.xml"/><Relationship Id="rId63" Type="http://schemas.openxmlformats.org/officeDocument/2006/relationships/image" Target="../media/image1049.png"/><Relationship Id="rId84" Type="http://schemas.openxmlformats.org/officeDocument/2006/relationships/customXml" Target="../ink/ink1068.xml"/><Relationship Id="rId138" Type="http://schemas.openxmlformats.org/officeDocument/2006/relationships/customXml" Target="../ink/ink1095.xml"/><Relationship Id="rId159" Type="http://schemas.openxmlformats.org/officeDocument/2006/relationships/image" Target="../media/image1097.png"/><Relationship Id="rId170" Type="http://schemas.openxmlformats.org/officeDocument/2006/relationships/customXml" Target="../ink/ink1111.xml"/><Relationship Id="rId191" Type="http://schemas.openxmlformats.org/officeDocument/2006/relationships/image" Target="../media/image1113.png"/><Relationship Id="rId205" Type="http://schemas.openxmlformats.org/officeDocument/2006/relationships/image" Target="../media/image1120.png"/><Relationship Id="rId226" Type="http://schemas.openxmlformats.org/officeDocument/2006/relationships/customXml" Target="../ink/ink1139.xml"/><Relationship Id="rId107" Type="http://schemas.openxmlformats.org/officeDocument/2006/relationships/image" Target="../media/image1071.png"/><Relationship Id="rId11" Type="http://schemas.openxmlformats.org/officeDocument/2006/relationships/image" Target="../media/image1024.png"/><Relationship Id="rId32" Type="http://schemas.openxmlformats.org/officeDocument/2006/relationships/customXml" Target="../ink/ink1042.xml"/><Relationship Id="rId53" Type="http://schemas.openxmlformats.org/officeDocument/2006/relationships/image" Target="../media/image1045.png"/><Relationship Id="rId74" Type="http://schemas.openxmlformats.org/officeDocument/2006/relationships/customXml" Target="../ink/ink1063.xml"/><Relationship Id="rId128" Type="http://schemas.openxmlformats.org/officeDocument/2006/relationships/customXml" Target="../ink/ink1090.xml"/><Relationship Id="rId149" Type="http://schemas.openxmlformats.org/officeDocument/2006/relationships/image" Target="../media/image1092.png"/><Relationship Id="rId5" Type="http://schemas.openxmlformats.org/officeDocument/2006/relationships/image" Target="../media/image1021.png"/><Relationship Id="rId95" Type="http://schemas.openxmlformats.org/officeDocument/2006/relationships/image" Target="../media/image1065.png"/><Relationship Id="rId160" Type="http://schemas.openxmlformats.org/officeDocument/2006/relationships/customXml" Target="../ink/ink1106.xml"/><Relationship Id="rId181" Type="http://schemas.openxmlformats.org/officeDocument/2006/relationships/image" Target="../media/image1108.png"/><Relationship Id="rId216" Type="http://schemas.openxmlformats.org/officeDocument/2006/relationships/customXml" Target="../ink/ink1134.xml"/><Relationship Id="rId22" Type="http://schemas.openxmlformats.org/officeDocument/2006/relationships/customXml" Target="../ink/ink1037.xml"/><Relationship Id="rId43" Type="http://schemas.openxmlformats.org/officeDocument/2006/relationships/image" Target="../media/image1040.png"/><Relationship Id="rId64" Type="http://schemas.openxmlformats.org/officeDocument/2006/relationships/customXml" Target="../ink/ink1058.xml"/><Relationship Id="rId118" Type="http://schemas.openxmlformats.org/officeDocument/2006/relationships/customXml" Target="../ink/ink1085.xml"/><Relationship Id="rId139" Type="http://schemas.openxmlformats.org/officeDocument/2006/relationships/image" Target="../media/image1087.png"/><Relationship Id="rId85" Type="http://schemas.openxmlformats.org/officeDocument/2006/relationships/image" Target="../media/image1060.png"/><Relationship Id="rId150" Type="http://schemas.openxmlformats.org/officeDocument/2006/relationships/customXml" Target="../ink/ink1101.xml"/><Relationship Id="rId171" Type="http://schemas.openxmlformats.org/officeDocument/2006/relationships/image" Target="../media/image1103.png"/><Relationship Id="rId192" Type="http://schemas.openxmlformats.org/officeDocument/2006/relationships/customXml" Target="../ink/ink1122.xml"/><Relationship Id="rId206" Type="http://schemas.openxmlformats.org/officeDocument/2006/relationships/customXml" Target="../ink/ink1129.xml"/><Relationship Id="rId227" Type="http://schemas.openxmlformats.org/officeDocument/2006/relationships/image" Target="../media/image1131.png"/><Relationship Id="rId12" Type="http://schemas.openxmlformats.org/officeDocument/2006/relationships/customXml" Target="../ink/ink1032.xml"/><Relationship Id="rId33" Type="http://schemas.openxmlformats.org/officeDocument/2006/relationships/image" Target="../media/image1035.png"/><Relationship Id="rId108" Type="http://schemas.openxmlformats.org/officeDocument/2006/relationships/customXml" Target="../ink/ink1080.xml"/><Relationship Id="rId129" Type="http://schemas.openxmlformats.org/officeDocument/2006/relationships/image" Target="../media/image1082.png"/><Relationship Id="rId54" Type="http://schemas.openxmlformats.org/officeDocument/2006/relationships/customXml" Target="../ink/ink1053.xml"/><Relationship Id="rId75" Type="http://schemas.openxmlformats.org/officeDocument/2006/relationships/image" Target="../media/image1055.png"/><Relationship Id="rId96" Type="http://schemas.openxmlformats.org/officeDocument/2006/relationships/customXml" Target="../ink/ink1074.xml"/><Relationship Id="rId140" Type="http://schemas.openxmlformats.org/officeDocument/2006/relationships/customXml" Target="../ink/ink1096.xml"/><Relationship Id="rId161" Type="http://schemas.openxmlformats.org/officeDocument/2006/relationships/image" Target="../media/image1098.png"/><Relationship Id="rId182" Type="http://schemas.openxmlformats.org/officeDocument/2006/relationships/customXml" Target="../ink/ink1117.xml"/><Relationship Id="rId217" Type="http://schemas.openxmlformats.org/officeDocument/2006/relationships/image" Target="../media/image1126.png"/><Relationship Id="rId6" Type="http://schemas.openxmlformats.org/officeDocument/2006/relationships/customXml" Target="../ink/ink1029.xml"/><Relationship Id="rId23" Type="http://schemas.openxmlformats.org/officeDocument/2006/relationships/image" Target="../media/image1030.png"/><Relationship Id="rId119" Type="http://schemas.openxmlformats.org/officeDocument/2006/relationships/image" Target="../media/image1077.png"/><Relationship Id="rId44" Type="http://schemas.openxmlformats.org/officeDocument/2006/relationships/customXml" Target="../ink/ink1048.xml"/><Relationship Id="rId65" Type="http://schemas.openxmlformats.org/officeDocument/2006/relationships/image" Target="../media/image1050.png"/><Relationship Id="rId86" Type="http://schemas.openxmlformats.org/officeDocument/2006/relationships/customXml" Target="../ink/ink1069.xml"/><Relationship Id="rId130" Type="http://schemas.openxmlformats.org/officeDocument/2006/relationships/customXml" Target="../ink/ink1091.xml"/><Relationship Id="rId151" Type="http://schemas.openxmlformats.org/officeDocument/2006/relationships/image" Target="../media/image1093.png"/><Relationship Id="rId172" Type="http://schemas.openxmlformats.org/officeDocument/2006/relationships/customXml" Target="../ink/ink1112.xml"/><Relationship Id="rId193" Type="http://schemas.openxmlformats.org/officeDocument/2006/relationships/image" Target="../media/image1114.png"/><Relationship Id="rId207" Type="http://schemas.openxmlformats.org/officeDocument/2006/relationships/image" Target="../media/image1121.png"/><Relationship Id="rId228" Type="http://schemas.openxmlformats.org/officeDocument/2006/relationships/customXml" Target="../ink/ink1140.xml"/><Relationship Id="rId13" Type="http://schemas.openxmlformats.org/officeDocument/2006/relationships/image" Target="../media/image1025.png"/><Relationship Id="rId109" Type="http://schemas.openxmlformats.org/officeDocument/2006/relationships/image" Target="../media/image1072.png"/><Relationship Id="rId34" Type="http://schemas.openxmlformats.org/officeDocument/2006/relationships/customXml" Target="../ink/ink1043.xml"/><Relationship Id="rId55" Type="http://schemas.openxmlformats.org/officeDocument/2006/relationships/image" Target="../media/image1046.png"/><Relationship Id="rId76" Type="http://schemas.openxmlformats.org/officeDocument/2006/relationships/customXml" Target="../ink/ink1064.xml"/><Relationship Id="rId97" Type="http://schemas.openxmlformats.org/officeDocument/2006/relationships/image" Target="../media/image1066.png"/><Relationship Id="rId120" Type="http://schemas.openxmlformats.org/officeDocument/2006/relationships/customXml" Target="../ink/ink1086.xml"/><Relationship Id="rId141" Type="http://schemas.openxmlformats.org/officeDocument/2006/relationships/image" Target="../media/image1088.png"/><Relationship Id="rId7" Type="http://schemas.openxmlformats.org/officeDocument/2006/relationships/image" Target="../media/image1022.png"/><Relationship Id="rId162" Type="http://schemas.openxmlformats.org/officeDocument/2006/relationships/customXml" Target="../ink/ink1107.xml"/><Relationship Id="rId183" Type="http://schemas.openxmlformats.org/officeDocument/2006/relationships/image" Target="../media/image1109.png"/><Relationship Id="rId218" Type="http://schemas.openxmlformats.org/officeDocument/2006/relationships/customXml" Target="../ink/ink1135.xml"/><Relationship Id="rId24" Type="http://schemas.openxmlformats.org/officeDocument/2006/relationships/customXml" Target="../ink/ink1038.xml"/><Relationship Id="rId45" Type="http://schemas.openxmlformats.org/officeDocument/2006/relationships/image" Target="../media/image1041.png"/><Relationship Id="rId66" Type="http://schemas.openxmlformats.org/officeDocument/2006/relationships/customXml" Target="../ink/ink1059.xml"/><Relationship Id="rId87" Type="http://schemas.openxmlformats.org/officeDocument/2006/relationships/image" Target="../media/image1061.png"/><Relationship Id="rId110" Type="http://schemas.openxmlformats.org/officeDocument/2006/relationships/customXml" Target="../ink/ink1081.xml"/><Relationship Id="rId131" Type="http://schemas.openxmlformats.org/officeDocument/2006/relationships/image" Target="../media/image1083.png"/><Relationship Id="rId152" Type="http://schemas.openxmlformats.org/officeDocument/2006/relationships/customXml" Target="../ink/ink1102.xml"/><Relationship Id="rId173" Type="http://schemas.openxmlformats.org/officeDocument/2006/relationships/image" Target="../media/image1104.png"/><Relationship Id="rId194" Type="http://schemas.openxmlformats.org/officeDocument/2006/relationships/customXml" Target="../ink/ink1123.xml"/><Relationship Id="rId208" Type="http://schemas.openxmlformats.org/officeDocument/2006/relationships/customXml" Target="../ink/ink1130.xml"/><Relationship Id="rId229" Type="http://schemas.openxmlformats.org/officeDocument/2006/relationships/image" Target="../media/image1132.png"/><Relationship Id="rId14" Type="http://schemas.openxmlformats.org/officeDocument/2006/relationships/customXml" Target="../ink/ink1033.xml"/><Relationship Id="rId35" Type="http://schemas.openxmlformats.org/officeDocument/2006/relationships/image" Target="../media/image1036.png"/><Relationship Id="rId56" Type="http://schemas.openxmlformats.org/officeDocument/2006/relationships/customXml" Target="../ink/ink1054.xml"/><Relationship Id="rId77" Type="http://schemas.openxmlformats.org/officeDocument/2006/relationships/image" Target="../media/image1056.png"/><Relationship Id="rId100" Type="http://schemas.openxmlformats.org/officeDocument/2006/relationships/customXml" Target="../ink/ink1076.xml"/><Relationship Id="rId8" Type="http://schemas.openxmlformats.org/officeDocument/2006/relationships/customXml" Target="../ink/ink1030.xml"/><Relationship Id="rId98" Type="http://schemas.openxmlformats.org/officeDocument/2006/relationships/customXml" Target="../ink/ink1075.xml"/><Relationship Id="rId121" Type="http://schemas.openxmlformats.org/officeDocument/2006/relationships/image" Target="../media/image1078.png"/><Relationship Id="rId142" Type="http://schemas.openxmlformats.org/officeDocument/2006/relationships/customXml" Target="../ink/ink1097.xml"/><Relationship Id="rId163" Type="http://schemas.openxmlformats.org/officeDocument/2006/relationships/image" Target="../media/image1099.png"/><Relationship Id="rId184" Type="http://schemas.openxmlformats.org/officeDocument/2006/relationships/customXml" Target="../ink/ink1118.xml"/><Relationship Id="rId219" Type="http://schemas.openxmlformats.org/officeDocument/2006/relationships/image" Target="../media/image1127.png"/><Relationship Id="rId230" Type="http://schemas.openxmlformats.org/officeDocument/2006/relationships/customXml" Target="../ink/ink1141.xml"/><Relationship Id="rId25" Type="http://schemas.openxmlformats.org/officeDocument/2006/relationships/image" Target="../media/image1031.png"/><Relationship Id="rId46" Type="http://schemas.openxmlformats.org/officeDocument/2006/relationships/customXml" Target="../ink/ink1049.xml"/><Relationship Id="rId67" Type="http://schemas.openxmlformats.org/officeDocument/2006/relationships/image" Target="../media/image1051.png"/><Relationship Id="rId20" Type="http://schemas.openxmlformats.org/officeDocument/2006/relationships/customXml" Target="../ink/ink1036.xml"/><Relationship Id="rId41" Type="http://schemas.openxmlformats.org/officeDocument/2006/relationships/image" Target="../media/image1039.png"/><Relationship Id="rId62" Type="http://schemas.openxmlformats.org/officeDocument/2006/relationships/customXml" Target="../ink/ink1057.xml"/><Relationship Id="rId83" Type="http://schemas.openxmlformats.org/officeDocument/2006/relationships/image" Target="../media/image1059.png"/><Relationship Id="rId88" Type="http://schemas.openxmlformats.org/officeDocument/2006/relationships/customXml" Target="../ink/ink1070.xml"/><Relationship Id="rId111" Type="http://schemas.openxmlformats.org/officeDocument/2006/relationships/image" Target="../media/image1073.png"/><Relationship Id="rId132" Type="http://schemas.openxmlformats.org/officeDocument/2006/relationships/customXml" Target="../ink/ink1092.xml"/><Relationship Id="rId153" Type="http://schemas.openxmlformats.org/officeDocument/2006/relationships/image" Target="../media/image1094.png"/><Relationship Id="rId174" Type="http://schemas.openxmlformats.org/officeDocument/2006/relationships/customXml" Target="../ink/ink1113.xml"/><Relationship Id="rId179" Type="http://schemas.openxmlformats.org/officeDocument/2006/relationships/image" Target="../media/image1107.png"/><Relationship Id="rId195" Type="http://schemas.openxmlformats.org/officeDocument/2006/relationships/image" Target="../media/image1115.png"/><Relationship Id="rId209" Type="http://schemas.openxmlformats.org/officeDocument/2006/relationships/image" Target="../media/image1122.png"/><Relationship Id="rId190" Type="http://schemas.openxmlformats.org/officeDocument/2006/relationships/customXml" Target="../ink/ink1121.xml"/><Relationship Id="rId204" Type="http://schemas.openxmlformats.org/officeDocument/2006/relationships/customXml" Target="../ink/ink1128.xml"/><Relationship Id="rId220" Type="http://schemas.openxmlformats.org/officeDocument/2006/relationships/customXml" Target="../ink/ink1136.xml"/><Relationship Id="rId225" Type="http://schemas.openxmlformats.org/officeDocument/2006/relationships/image" Target="../media/image1130.png"/><Relationship Id="rId15" Type="http://schemas.openxmlformats.org/officeDocument/2006/relationships/image" Target="../media/image1026.png"/><Relationship Id="rId36" Type="http://schemas.openxmlformats.org/officeDocument/2006/relationships/customXml" Target="../ink/ink1044.xml"/><Relationship Id="rId57" Type="http://schemas.openxmlformats.org/officeDocument/2006/relationships/image" Target="../media/image1047.png"/><Relationship Id="rId106" Type="http://schemas.openxmlformats.org/officeDocument/2006/relationships/customXml" Target="../ink/ink1079.xml"/><Relationship Id="rId127" Type="http://schemas.openxmlformats.org/officeDocument/2006/relationships/image" Target="../media/image1081.png"/><Relationship Id="rId10" Type="http://schemas.openxmlformats.org/officeDocument/2006/relationships/customXml" Target="../ink/ink1031.xml"/><Relationship Id="rId31" Type="http://schemas.openxmlformats.org/officeDocument/2006/relationships/image" Target="../media/image1034.png"/><Relationship Id="rId52" Type="http://schemas.openxmlformats.org/officeDocument/2006/relationships/customXml" Target="../ink/ink1052.xml"/><Relationship Id="rId73" Type="http://schemas.openxmlformats.org/officeDocument/2006/relationships/image" Target="../media/image1054.png"/><Relationship Id="rId78" Type="http://schemas.openxmlformats.org/officeDocument/2006/relationships/customXml" Target="../ink/ink1065.xml"/><Relationship Id="rId94" Type="http://schemas.openxmlformats.org/officeDocument/2006/relationships/customXml" Target="../ink/ink1073.xml"/><Relationship Id="rId99" Type="http://schemas.openxmlformats.org/officeDocument/2006/relationships/image" Target="../media/image1067.png"/><Relationship Id="rId101" Type="http://schemas.openxmlformats.org/officeDocument/2006/relationships/image" Target="../media/image1068.png"/><Relationship Id="rId122" Type="http://schemas.openxmlformats.org/officeDocument/2006/relationships/customXml" Target="../ink/ink1087.xml"/><Relationship Id="rId143" Type="http://schemas.openxmlformats.org/officeDocument/2006/relationships/image" Target="../media/image1089.png"/><Relationship Id="rId148" Type="http://schemas.openxmlformats.org/officeDocument/2006/relationships/customXml" Target="../ink/ink1100.xml"/><Relationship Id="rId164" Type="http://schemas.openxmlformats.org/officeDocument/2006/relationships/customXml" Target="../ink/ink1108.xml"/><Relationship Id="rId169" Type="http://schemas.openxmlformats.org/officeDocument/2006/relationships/image" Target="../media/image1102.png"/><Relationship Id="rId185" Type="http://schemas.openxmlformats.org/officeDocument/2006/relationships/image" Target="../media/image1110.png"/><Relationship Id="rId4" Type="http://schemas.openxmlformats.org/officeDocument/2006/relationships/customXml" Target="../ink/ink1028.xml"/><Relationship Id="rId9" Type="http://schemas.openxmlformats.org/officeDocument/2006/relationships/image" Target="../media/image1023.png"/><Relationship Id="rId180" Type="http://schemas.openxmlformats.org/officeDocument/2006/relationships/customXml" Target="../ink/ink1116.xml"/><Relationship Id="rId210" Type="http://schemas.openxmlformats.org/officeDocument/2006/relationships/customXml" Target="../ink/ink1131.xml"/><Relationship Id="rId215" Type="http://schemas.openxmlformats.org/officeDocument/2006/relationships/image" Target="../media/image1125.png"/><Relationship Id="rId26" Type="http://schemas.openxmlformats.org/officeDocument/2006/relationships/customXml" Target="../ink/ink1039.xml"/><Relationship Id="rId231" Type="http://schemas.openxmlformats.org/officeDocument/2006/relationships/image" Target="../media/image1133.png"/><Relationship Id="rId47" Type="http://schemas.openxmlformats.org/officeDocument/2006/relationships/image" Target="../media/image1042.png"/><Relationship Id="rId68" Type="http://schemas.openxmlformats.org/officeDocument/2006/relationships/customXml" Target="../ink/ink1060.xml"/><Relationship Id="rId89" Type="http://schemas.openxmlformats.org/officeDocument/2006/relationships/image" Target="../media/image1062.png"/><Relationship Id="rId112" Type="http://schemas.openxmlformats.org/officeDocument/2006/relationships/customXml" Target="../ink/ink1082.xml"/><Relationship Id="rId133" Type="http://schemas.openxmlformats.org/officeDocument/2006/relationships/image" Target="../media/image1084.png"/><Relationship Id="rId154" Type="http://schemas.openxmlformats.org/officeDocument/2006/relationships/customXml" Target="../ink/ink1103.xml"/><Relationship Id="rId175" Type="http://schemas.openxmlformats.org/officeDocument/2006/relationships/image" Target="../media/image1105.png"/><Relationship Id="rId196" Type="http://schemas.openxmlformats.org/officeDocument/2006/relationships/customXml" Target="../ink/ink1124.xml"/><Relationship Id="rId200" Type="http://schemas.openxmlformats.org/officeDocument/2006/relationships/customXml" Target="../ink/ink1126.xml"/><Relationship Id="rId16" Type="http://schemas.openxmlformats.org/officeDocument/2006/relationships/customXml" Target="../ink/ink1034.xml"/><Relationship Id="rId221" Type="http://schemas.openxmlformats.org/officeDocument/2006/relationships/image" Target="../media/image1128.png"/><Relationship Id="rId37" Type="http://schemas.openxmlformats.org/officeDocument/2006/relationships/image" Target="../media/image1037.png"/><Relationship Id="rId58" Type="http://schemas.openxmlformats.org/officeDocument/2006/relationships/customXml" Target="../ink/ink1055.xml"/><Relationship Id="rId79" Type="http://schemas.openxmlformats.org/officeDocument/2006/relationships/image" Target="../media/image1057.png"/><Relationship Id="rId102" Type="http://schemas.openxmlformats.org/officeDocument/2006/relationships/customXml" Target="../ink/ink1077.xml"/><Relationship Id="rId123" Type="http://schemas.openxmlformats.org/officeDocument/2006/relationships/image" Target="../media/image1079.png"/><Relationship Id="rId144" Type="http://schemas.openxmlformats.org/officeDocument/2006/relationships/customXml" Target="../ink/ink1098.xml"/><Relationship Id="rId90" Type="http://schemas.openxmlformats.org/officeDocument/2006/relationships/customXml" Target="../ink/ink1071.xml"/><Relationship Id="rId165" Type="http://schemas.openxmlformats.org/officeDocument/2006/relationships/image" Target="../media/image1100.png"/><Relationship Id="rId186" Type="http://schemas.openxmlformats.org/officeDocument/2006/relationships/customXml" Target="../ink/ink1119.xml"/><Relationship Id="rId211" Type="http://schemas.openxmlformats.org/officeDocument/2006/relationships/image" Target="../media/image1123.png"/><Relationship Id="rId232" Type="http://schemas.openxmlformats.org/officeDocument/2006/relationships/customXml" Target="../ink/ink1142.xml"/><Relationship Id="rId27" Type="http://schemas.openxmlformats.org/officeDocument/2006/relationships/image" Target="../media/image1032.png"/><Relationship Id="rId48" Type="http://schemas.openxmlformats.org/officeDocument/2006/relationships/customXml" Target="../ink/ink1050.xml"/><Relationship Id="rId69" Type="http://schemas.openxmlformats.org/officeDocument/2006/relationships/image" Target="../media/image1052.png"/><Relationship Id="rId113" Type="http://schemas.openxmlformats.org/officeDocument/2006/relationships/image" Target="../media/image1074.png"/><Relationship Id="rId134" Type="http://schemas.openxmlformats.org/officeDocument/2006/relationships/customXml" Target="../ink/ink1093.xml"/><Relationship Id="rId80" Type="http://schemas.openxmlformats.org/officeDocument/2006/relationships/customXml" Target="../ink/ink1066.xml"/><Relationship Id="rId155" Type="http://schemas.openxmlformats.org/officeDocument/2006/relationships/image" Target="../media/image1095.png"/><Relationship Id="rId176" Type="http://schemas.openxmlformats.org/officeDocument/2006/relationships/customXml" Target="../ink/ink1114.xml"/><Relationship Id="rId197" Type="http://schemas.openxmlformats.org/officeDocument/2006/relationships/image" Target="../media/image1116.png"/><Relationship Id="rId201" Type="http://schemas.openxmlformats.org/officeDocument/2006/relationships/image" Target="../media/image1118.png"/><Relationship Id="rId222" Type="http://schemas.openxmlformats.org/officeDocument/2006/relationships/customXml" Target="../ink/ink1137.xml"/><Relationship Id="rId17" Type="http://schemas.openxmlformats.org/officeDocument/2006/relationships/image" Target="../media/image1027.png"/><Relationship Id="rId38" Type="http://schemas.openxmlformats.org/officeDocument/2006/relationships/customXml" Target="../ink/ink1045.xml"/><Relationship Id="rId59" Type="http://schemas.openxmlformats.org/officeDocument/2006/relationships/image" Target="../media/image1048.png"/><Relationship Id="rId103" Type="http://schemas.openxmlformats.org/officeDocument/2006/relationships/image" Target="../media/image1069.png"/><Relationship Id="rId124" Type="http://schemas.openxmlformats.org/officeDocument/2006/relationships/customXml" Target="../ink/ink1088.xml"/><Relationship Id="rId70" Type="http://schemas.openxmlformats.org/officeDocument/2006/relationships/customXml" Target="../ink/ink1061.xml"/><Relationship Id="rId91" Type="http://schemas.openxmlformats.org/officeDocument/2006/relationships/image" Target="../media/image1063.png"/><Relationship Id="rId145" Type="http://schemas.openxmlformats.org/officeDocument/2006/relationships/image" Target="../media/image1090.png"/><Relationship Id="rId166" Type="http://schemas.openxmlformats.org/officeDocument/2006/relationships/customXml" Target="../ink/ink1109.xml"/><Relationship Id="rId187" Type="http://schemas.openxmlformats.org/officeDocument/2006/relationships/image" Target="../media/image111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32.xml"/><Relationship Id="rId233" Type="http://schemas.openxmlformats.org/officeDocument/2006/relationships/image" Target="../media/image1134.png"/><Relationship Id="rId28" Type="http://schemas.openxmlformats.org/officeDocument/2006/relationships/customXml" Target="../ink/ink1040.xml"/><Relationship Id="rId49" Type="http://schemas.openxmlformats.org/officeDocument/2006/relationships/image" Target="../media/image1043.png"/><Relationship Id="rId114" Type="http://schemas.openxmlformats.org/officeDocument/2006/relationships/customXml" Target="../ink/ink1083.xml"/><Relationship Id="rId60" Type="http://schemas.openxmlformats.org/officeDocument/2006/relationships/customXml" Target="../ink/ink1056.xml"/><Relationship Id="rId81" Type="http://schemas.openxmlformats.org/officeDocument/2006/relationships/image" Target="../media/image1058.png"/><Relationship Id="rId135" Type="http://schemas.openxmlformats.org/officeDocument/2006/relationships/image" Target="../media/image1085.png"/><Relationship Id="rId156" Type="http://schemas.openxmlformats.org/officeDocument/2006/relationships/customXml" Target="../ink/ink1104.xml"/><Relationship Id="rId177" Type="http://schemas.openxmlformats.org/officeDocument/2006/relationships/image" Target="../media/image1106.png"/><Relationship Id="rId198" Type="http://schemas.openxmlformats.org/officeDocument/2006/relationships/customXml" Target="../ink/ink1125.xml"/><Relationship Id="rId202" Type="http://schemas.openxmlformats.org/officeDocument/2006/relationships/customXml" Target="../ink/ink1127.xml"/><Relationship Id="rId223" Type="http://schemas.openxmlformats.org/officeDocument/2006/relationships/image" Target="../media/image1129.png"/><Relationship Id="rId18" Type="http://schemas.openxmlformats.org/officeDocument/2006/relationships/customXml" Target="../ink/ink1035.xml"/><Relationship Id="rId39" Type="http://schemas.openxmlformats.org/officeDocument/2006/relationships/image" Target="../media/image1038.png"/><Relationship Id="rId50" Type="http://schemas.openxmlformats.org/officeDocument/2006/relationships/customXml" Target="../ink/ink1051.xml"/><Relationship Id="rId104" Type="http://schemas.openxmlformats.org/officeDocument/2006/relationships/customXml" Target="../ink/ink1078.xml"/><Relationship Id="rId125" Type="http://schemas.openxmlformats.org/officeDocument/2006/relationships/image" Target="../media/image1080.png"/><Relationship Id="rId146" Type="http://schemas.openxmlformats.org/officeDocument/2006/relationships/customXml" Target="../ink/ink1099.xml"/><Relationship Id="rId167" Type="http://schemas.openxmlformats.org/officeDocument/2006/relationships/image" Target="../media/image1101.png"/><Relationship Id="rId188" Type="http://schemas.openxmlformats.org/officeDocument/2006/relationships/customXml" Target="../ink/ink1120.xml"/><Relationship Id="rId71" Type="http://schemas.openxmlformats.org/officeDocument/2006/relationships/image" Target="../media/image1053.png"/><Relationship Id="rId92" Type="http://schemas.openxmlformats.org/officeDocument/2006/relationships/customXml" Target="../ink/ink1072.xml"/><Relationship Id="rId213" Type="http://schemas.openxmlformats.org/officeDocument/2006/relationships/image" Target="../media/image1124.png"/><Relationship Id="rId2" Type="http://schemas.openxmlformats.org/officeDocument/2006/relationships/customXml" Target="../ink/ink1027.xml"/><Relationship Id="rId29" Type="http://schemas.openxmlformats.org/officeDocument/2006/relationships/image" Target="../media/image1033.png"/><Relationship Id="rId40" Type="http://schemas.openxmlformats.org/officeDocument/2006/relationships/customXml" Target="../ink/ink1046.xml"/><Relationship Id="rId115" Type="http://schemas.openxmlformats.org/officeDocument/2006/relationships/image" Target="../media/image1075.png"/><Relationship Id="rId136" Type="http://schemas.openxmlformats.org/officeDocument/2006/relationships/customXml" Target="../ink/ink1094.xml"/><Relationship Id="rId157" Type="http://schemas.openxmlformats.org/officeDocument/2006/relationships/image" Target="../media/image1096.png"/><Relationship Id="rId178" Type="http://schemas.openxmlformats.org/officeDocument/2006/relationships/customXml" Target="../ink/ink1115.xml"/><Relationship Id="rId61" Type="http://schemas.openxmlformats.org/officeDocument/2006/relationships/image" Target="../media/image861.png"/><Relationship Id="rId82" Type="http://schemas.openxmlformats.org/officeDocument/2006/relationships/customXml" Target="../ink/ink1067.xml"/><Relationship Id="rId199" Type="http://schemas.openxmlformats.org/officeDocument/2006/relationships/image" Target="../media/image1117.png"/><Relationship Id="rId203" Type="http://schemas.openxmlformats.org/officeDocument/2006/relationships/image" Target="../media/image1119.png"/><Relationship Id="rId19" Type="http://schemas.openxmlformats.org/officeDocument/2006/relationships/image" Target="../media/image1028.png"/><Relationship Id="rId224" Type="http://schemas.openxmlformats.org/officeDocument/2006/relationships/customXml" Target="../ink/ink1138.xml"/><Relationship Id="rId30" Type="http://schemas.openxmlformats.org/officeDocument/2006/relationships/customXml" Target="../ink/ink1041.xml"/><Relationship Id="rId105" Type="http://schemas.openxmlformats.org/officeDocument/2006/relationships/image" Target="../media/image1070.png"/><Relationship Id="rId126" Type="http://schemas.openxmlformats.org/officeDocument/2006/relationships/customXml" Target="../ink/ink1089.xml"/><Relationship Id="rId147" Type="http://schemas.openxmlformats.org/officeDocument/2006/relationships/image" Target="../media/image1091.png"/><Relationship Id="rId168" Type="http://schemas.openxmlformats.org/officeDocument/2006/relationships/customXml" Target="../ink/ink1110.xml"/><Relationship Id="rId51" Type="http://schemas.openxmlformats.org/officeDocument/2006/relationships/image" Target="../media/image1044.png"/><Relationship Id="rId72" Type="http://schemas.openxmlformats.org/officeDocument/2006/relationships/customXml" Target="../ink/ink1062.xml"/><Relationship Id="rId93" Type="http://schemas.openxmlformats.org/officeDocument/2006/relationships/image" Target="../media/image1064.png"/><Relationship Id="rId189" Type="http://schemas.openxmlformats.org/officeDocument/2006/relationships/image" Target="../media/image1112.png"/><Relationship Id="rId3" Type="http://schemas.openxmlformats.org/officeDocument/2006/relationships/image" Target="../media/image1020.png"/><Relationship Id="rId214" Type="http://schemas.openxmlformats.org/officeDocument/2006/relationships/customXml" Target="../ink/ink1133.xml"/><Relationship Id="rId116" Type="http://schemas.openxmlformats.org/officeDocument/2006/relationships/customXml" Target="../ink/ink1084.xml"/><Relationship Id="rId137" Type="http://schemas.openxmlformats.org/officeDocument/2006/relationships/image" Target="../media/image1086.png"/><Relationship Id="rId158" Type="http://schemas.openxmlformats.org/officeDocument/2006/relationships/customXml" Target="../ink/ink1105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2.png"/><Relationship Id="rId299" Type="http://schemas.openxmlformats.org/officeDocument/2006/relationships/image" Target="../media/image1282.png"/><Relationship Id="rId21" Type="http://schemas.openxmlformats.org/officeDocument/2006/relationships/image" Target="../media/image1144.png"/><Relationship Id="rId63" Type="http://schemas.openxmlformats.org/officeDocument/2006/relationships/image" Target="../media/image1165.png"/><Relationship Id="rId159" Type="http://schemas.openxmlformats.org/officeDocument/2006/relationships/image" Target="../media/image1212.png"/><Relationship Id="rId324" Type="http://schemas.openxmlformats.org/officeDocument/2006/relationships/customXml" Target="../ink/ink1304.xml"/><Relationship Id="rId366" Type="http://schemas.openxmlformats.org/officeDocument/2006/relationships/customXml" Target="../ink/ink1325.xml"/><Relationship Id="rId170" Type="http://schemas.openxmlformats.org/officeDocument/2006/relationships/customXml" Target="../ink/ink1227.xml"/><Relationship Id="rId226" Type="http://schemas.openxmlformats.org/officeDocument/2006/relationships/customXml" Target="../ink/ink1255.xml"/><Relationship Id="rId268" Type="http://schemas.openxmlformats.org/officeDocument/2006/relationships/customXml" Target="../ink/ink1276.xml"/><Relationship Id="rId32" Type="http://schemas.openxmlformats.org/officeDocument/2006/relationships/customXml" Target="../ink/ink1158.xml"/><Relationship Id="rId74" Type="http://schemas.openxmlformats.org/officeDocument/2006/relationships/customXml" Target="../ink/ink1179.xml"/><Relationship Id="rId128" Type="http://schemas.openxmlformats.org/officeDocument/2006/relationships/customXml" Target="../ink/ink1206.xml"/><Relationship Id="rId335" Type="http://schemas.openxmlformats.org/officeDocument/2006/relationships/image" Target="../media/image1300.png"/><Relationship Id="rId377" Type="http://schemas.openxmlformats.org/officeDocument/2006/relationships/image" Target="../media/image1321.png"/><Relationship Id="rId5" Type="http://schemas.openxmlformats.org/officeDocument/2006/relationships/image" Target="../media/image1136.png"/><Relationship Id="rId181" Type="http://schemas.openxmlformats.org/officeDocument/2006/relationships/image" Target="../media/image1223.png"/><Relationship Id="rId237" Type="http://schemas.openxmlformats.org/officeDocument/2006/relationships/image" Target="../media/image1251.png"/><Relationship Id="rId402" Type="http://schemas.openxmlformats.org/officeDocument/2006/relationships/customXml" Target="../ink/ink1343.xml"/><Relationship Id="rId279" Type="http://schemas.openxmlformats.org/officeDocument/2006/relationships/image" Target="../media/image1272.png"/><Relationship Id="rId43" Type="http://schemas.openxmlformats.org/officeDocument/2006/relationships/image" Target="../media/image1155.png"/><Relationship Id="rId139" Type="http://schemas.openxmlformats.org/officeDocument/2006/relationships/image" Target="../media/image1203.png"/><Relationship Id="rId290" Type="http://schemas.openxmlformats.org/officeDocument/2006/relationships/customXml" Target="../ink/ink1287.xml"/><Relationship Id="rId304" Type="http://schemas.openxmlformats.org/officeDocument/2006/relationships/customXml" Target="../ink/ink1294.xml"/><Relationship Id="rId346" Type="http://schemas.openxmlformats.org/officeDocument/2006/relationships/customXml" Target="../ink/ink1315.xml"/><Relationship Id="rId388" Type="http://schemas.openxmlformats.org/officeDocument/2006/relationships/customXml" Target="../ink/ink1336.xml"/><Relationship Id="rId85" Type="http://schemas.openxmlformats.org/officeDocument/2006/relationships/image" Target="../media/image1176.png"/><Relationship Id="rId150" Type="http://schemas.openxmlformats.org/officeDocument/2006/relationships/customXml" Target="../ink/ink1217.xml"/><Relationship Id="rId192" Type="http://schemas.openxmlformats.org/officeDocument/2006/relationships/customXml" Target="../ink/ink1238.xml"/><Relationship Id="rId206" Type="http://schemas.openxmlformats.org/officeDocument/2006/relationships/customXml" Target="../ink/ink1245.xml"/><Relationship Id="rId413" Type="http://schemas.openxmlformats.org/officeDocument/2006/relationships/image" Target="../media/image1339.png"/><Relationship Id="rId248" Type="http://schemas.openxmlformats.org/officeDocument/2006/relationships/customXml" Target="../ink/ink1266.xml"/><Relationship Id="rId12" Type="http://schemas.openxmlformats.org/officeDocument/2006/relationships/customXml" Target="../ink/ink1148.xml"/><Relationship Id="rId108" Type="http://schemas.openxmlformats.org/officeDocument/2006/relationships/customXml" Target="../ink/ink1196.xml"/><Relationship Id="rId315" Type="http://schemas.openxmlformats.org/officeDocument/2006/relationships/image" Target="../media/image1290.png"/><Relationship Id="rId357" Type="http://schemas.openxmlformats.org/officeDocument/2006/relationships/image" Target="../media/image1311.png"/><Relationship Id="rId54" Type="http://schemas.openxmlformats.org/officeDocument/2006/relationships/customXml" Target="../ink/ink1169.xml"/><Relationship Id="rId96" Type="http://schemas.openxmlformats.org/officeDocument/2006/relationships/customXml" Target="../ink/ink1190.xml"/><Relationship Id="rId161" Type="http://schemas.openxmlformats.org/officeDocument/2006/relationships/image" Target="../media/image1213.png"/><Relationship Id="rId217" Type="http://schemas.openxmlformats.org/officeDocument/2006/relationships/image" Target="../media/image1241.png"/><Relationship Id="rId399" Type="http://schemas.openxmlformats.org/officeDocument/2006/relationships/image" Target="../media/image1332.png"/><Relationship Id="rId259" Type="http://schemas.openxmlformats.org/officeDocument/2006/relationships/image" Target="../media/image1262.png"/><Relationship Id="rId23" Type="http://schemas.openxmlformats.org/officeDocument/2006/relationships/image" Target="../media/image1145.png"/><Relationship Id="rId119" Type="http://schemas.openxmlformats.org/officeDocument/2006/relationships/image" Target="../media/image1193.png"/><Relationship Id="rId270" Type="http://schemas.openxmlformats.org/officeDocument/2006/relationships/customXml" Target="../ink/ink1277.xml"/><Relationship Id="rId326" Type="http://schemas.openxmlformats.org/officeDocument/2006/relationships/customXml" Target="../ink/ink1305.xml"/><Relationship Id="rId65" Type="http://schemas.openxmlformats.org/officeDocument/2006/relationships/image" Target="../media/image1166.png"/><Relationship Id="rId130" Type="http://schemas.openxmlformats.org/officeDocument/2006/relationships/customXml" Target="../ink/ink1207.xml"/><Relationship Id="rId368" Type="http://schemas.openxmlformats.org/officeDocument/2006/relationships/customXml" Target="../ink/ink1326.xml"/><Relationship Id="rId172" Type="http://schemas.openxmlformats.org/officeDocument/2006/relationships/customXml" Target="../ink/ink1228.xml"/><Relationship Id="rId228" Type="http://schemas.openxmlformats.org/officeDocument/2006/relationships/customXml" Target="../ink/ink1256.xml"/><Relationship Id="rId281" Type="http://schemas.openxmlformats.org/officeDocument/2006/relationships/image" Target="../media/image1273.png"/><Relationship Id="rId337" Type="http://schemas.openxmlformats.org/officeDocument/2006/relationships/image" Target="../media/image1301.png"/><Relationship Id="rId34" Type="http://schemas.openxmlformats.org/officeDocument/2006/relationships/customXml" Target="../ink/ink1159.xml"/><Relationship Id="rId76" Type="http://schemas.openxmlformats.org/officeDocument/2006/relationships/customXml" Target="../ink/ink1180.xml"/><Relationship Id="rId141" Type="http://schemas.openxmlformats.org/officeDocument/2006/relationships/image" Target="../media/image1204.png"/><Relationship Id="rId379" Type="http://schemas.openxmlformats.org/officeDocument/2006/relationships/image" Target="../media/image1322.png"/><Relationship Id="rId7" Type="http://schemas.openxmlformats.org/officeDocument/2006/relationships/image" Target="../media/image1137.png"/><Relationship Id="rId183" Type="http://schemas.openxmlformats.org/officeDocument/2006/relationships/image" Target="../media/image1224.png"/><Relationship Id="rId239" Type="http://schemas.openxmlformats.org/officeDocument/2006/relationships/image" Target="../media/image1252.png"/><Relationship Id="rId390" Type="http://schemas.openxmlformats.org/officeDocument/2006/relationships/customXml" Target="../ink/ink1337.xml"/><Relationship Id="rId404" Type="http://schemas.openxmlformats.org/officeDocument/2006/relationships/customXml" Target="../ink/ink1344.xml"/><Relationship Id="rId250" Type="http://schemas.openxmlformats.org/officeDocument/2006/relationships/customXml" Target="../ink/ink1267.xml"/><Relationship Id="rId292" Type="http://schemas.openxmlformats.org/officeDocument/2006/relationships/customXml" Target="../ink/ink1288.xml"/><Relationship Id="rId306" Type="http://schemas.openxmlformats.org/officeDocument/2006/relationships/customXml" Target="../ink/ink1295.xml"/><Relationship Id="rId45" Type="http://schemas.openxmlformats.org/officeDocument/2006/relationships/image" Target="../media/image1156.png"/><Relationship Id="rId87" Type="http://schemas.openxmlformats.org/officeDocument/2006/relationships/image" Target="../media/image1177.png"/><Relationship Id="rId110" Type="http://schemas.openxmlformats.org/officeDocument/2006/relationships/customXml" Target="../ink/ink1197.xml"/><Relationship Id="rId348" Type="http://schemas.openxmlformats.org/officeDocument/2006/relationships/customXml" Target="../ink/ink1316.xml"/><Relationship Id="rId152" Type="http://schemas.openxmlformats.org/officeDocument/2006/relationships/customXml" Target="../ink/ink1218.xml"/><Relationship Id="rId194" Type="http://schemas.openxmlformats.org/officeDocument/2006/relationships/customXml" Target="../ink/ink1239.xml"/><Relationship Id="rId208" Type="http://schemas.openxmlformats.org/officeDocument/2006/relationships/customXml" Target="../ink/ink1246.xml"/><Relationship Id="rId415" Type="http://schemas.openxmlformats.org/officeDocument/2006/relationships/image" Target="../media/image1340.png"/><Relationship Id="rId261" Type="http://schemas.openxmlformats.org/officeDocument/2006/relationships/image" Target="../media/image1263.png"/><Relationship Id="rId14" Type="http://schemas.openxmlformats.org/officeDocument/2006/relationships/customXml" Target="../ink/ink1149.xml"/><Relationship Id="rId56" Type="http://schemas.openxmlformats.org/officeDocument/2006/relationships/customXml" Target="../ink/ink1170.xml"/><Relationship Id="rId317" Type="http://schemas.openxmlformats.org/officeDocument/2006/relationships/image" Target="../media/image1291.png"/><Relationship Id="rId359" Type="http://schemas.openxmlformats.org/officeDocument/2006/relationships/image" Target="../media/image1312.png"/><Relationship Id="rId98" Type="http://schemas.openxmlformats.org/officeDocument/2006/relationships/customXml" Target="../ink/ink1191.xml"/><Relationship Id="rId121" Type="http://schemas.openxmlformats.org/officeDocument/2006/relationships/image" Target="../media/image1194.png"/><Relationship Id="rId163" Type="http://schemas.openxmlformats.org/officeDocument/2006/relationships/image" Target="../media/image1214.png"/><Relationship Id="rId219" Type="http://schemas.openxmlformats.org/officeDocument/2006/relationships/image" Target="../media/image1242.png"/><Relationship Id="rId370" Type="http://schemas.openxmlformats.org/officeDocument/2006/relationships/customXml" Target="../ink/ink1327.xml"/><Relationship Id="rId230" Type="http://schemas.openxmlformats.org/officeDocument/2006/relationships/customXml" Target="../ink/ink1257.xml"/><Relationship Id="rId25" Type="http://schemas.openxmlformats.org/officeDocument/2006/relationships/image" Target="../media/image1146.png"/><Relationship Id="rId67" Type="http://schemas.openxmlformats.org/officeDocument/2006/relationships/image" Target="../media/image1167.png"/><Relationship Id="rId272" Type="http://schemas.openxmlformats.org/officeDocument/2006/relationships/customXml" Target="../ink/ink1278.xml"/><Relationship Id="rId328" Type="http://schemas.openxmlformats.org/officeDocument/2006/relationships/customXml" Target="../ink/ink1306.xml"/><Relationship Id="rId132" Type="http://schemas.openxmlformats.org/officeDocument/2006/relationships/customXml" Target="../ink/ink1208.xml"/><Relationship Id="rId174" Type="http://schemas.openxmlformats.org/officeDocument/2006/relationships/customXml" Target="../ink/ink1229.xml"/><Relationship Id="rId381" Type="http://schemas.openxmlformats.org/officeDocument/2006/relationships/image" Target="../media/image1323.png"/><Relationship Id="rId241" Type="http://schemas.openxmlformats.org/officeDocument/2006/relationships/image" Target="../media/image1253.png"/><Relationship Id="rId36" Type="http://schemas.openxmlformats.org/officeDocument/2006/relationships/customXml" Target="../ink/ink1160.xml"/><Relationship Id="rId283" Type="http://schemas.openxmlformats.org/officeDocument/2006/relationships/image" Target="../media/image1274.png"/><Relationship Id="rId339" Type="http://schemas.openxmlformats.org/officeDocument/2006/relationships/image" Target="../media/image1302.png"/><Relationship Id="rId78" Type="http://schemas.openxmlformats.org/officeDocument/2006/relationships/customXml" Target="../ink/ink1181.xml"/><Relationship Id="rId101" Type="http://schemas.openxmlformats.org/officeDocument/2006/relationships/image" Target="../media/image1184.png"/><Relationship Id="rId143" Type="http://schemas.openxmlformats.org/officeDocument/2006/relationships/image" Target="../media/image781.png"/><Relationship Id="rId185" Type="http://schemas.openxmlformats.org/officeDocument/2006/relationships/image" Target="../media/image1225.png"/><Relationship Id="rId350" Type="http://schemas.openxmlformats.org/officeDocument/2006/relationships/customXml" Target="../ink/ink1317.xml"/><Relationship Id="rId406" Type="http://schemas.openxmlformats.org/officeDocument/2006/relationships/customXml" Target="../ink/ink1345.xml"/><Relationship Id="rId9" Type="http://schemas.openxmlformats.org/officeDocument/2006/relationships/image" Target="../media/image1138.png"/><Relationship Id="rId210" Type="http://schemas.openxmlformats.org/officeDocument/2006/relationships/customXml" Target="../ink/ink1247.xml"/><Relationship Id="rId392" Type="http://schemas.openxmlformats.org/officeDocument/2006/relationships/customXml" Target="../ink/ink1338.xml"/><Relationship Id="rId252" Type="http://schemas.openxmlformats.org/officeDocument/2006/relationships/customXml" Target="../ink/ink1268.xml"/><Relationship Id="rId294" Type="http://schemas.openxmlformats.org/officeDocument/2006/relationships/customXml" Target="../ink/ink1289.xml"/><Relationship Id="rId308" Type="http://schemas.openxmlformats.org/officeDocument/2006/relationships/customXml" Target="../ink/ink1296.xml"/><Relationship Id="rId47" Type="http://schemas.openxmlformats.org/officeDocument/2006/relationships/image" Target="../media/image1157.png"/><Relationship Id="rId89" Type="http://schemas.openxmlformats.org/officeDocument/2006/relationships/image" Target="../media/image1178.png"/><Relationship Id="rId112" Type="http://schemas.openxmlformats.org/officeDocument/2006/relationships/customXml" Target="../ink/ink1198.xml"/><Relationship Id="rId154" Type="http://schemas.openxmlformats.org/officeDocument/2006/relationships/customXml" Target="../ink/ink1219.xml"/><Relationship Id="rId361" Type="http://schemas.openxmlformats.org/officeDocument/2006/relationships/image" Target="../media/image1313.png"/><Relationship Id="rId196" Type="http://schemas.openxmlformats.org/officeDocument/2006/relationships/customXml" Target="../ink/ink1240.xml"/><Relationship Id="rId417" Type="http://schemas.openxmlformats.org/officeDocument/2006/relationships/image" Target="../media/image1341.png"/><Relationship Id="rId16" Type="http://schemas.openxmlformats.org/officeDocument/2006/relationships/customXml" Target="../ink/ink1150.xml"/><Relationship Id="rId221" Type="http://schemas.openxmlformats.org/officeDocument/2006/relationships/image" Target="../media/image1243.png"/><Relationship Id="rId263" Type="http://schemas.openxmlformats.org/officeDocument/2006/relationships/image" Target="../media/image1264.png"/><Relationship Id="rId319" Type="http://schemas.openxmlformats.org/officeDocument/2006/relationships/image" Target="../media/image1292.png"/><Relationship Id="rId58" Type="http://schemas.openxmlformats.org/officeDocument/2006/relationships/customXml" Target="../ink/ink1171.xml"/><Relationship Id="rId123" Type="http://schemas.openxmlformats.org/officeDocument/2006/relationships/image" Target="../media/image1195.png"/><Relationship Id="rId330" Type="http://schemas.openxmlformats.org/officeDocument/2006/relationships/customXml" Target="../ink/ink1307.xml"/><Relationship Id="rId165" Type="http://schemas.openxmlformats.org/officeDocument/2006/relationships/image" Target="../media/image1215.png"/><Relationship Id="rId372" Type="http://schemas.openxmlformats.org/officeDocument/2006/relationships/customXml" Target="../ink/ink1328.xml"/><Relationship Id="rId232" Type="http://schemas.openxmlformats.org/officeDocument/2006/relationships/customXml" Target="../ink/ink1258.xml"/><Relationship Id="rId274" Type="http://schemas.openxmlformats.org/officeDocument/2006/relationships/customXml" Target="../ink/ink1279.xml"/><Relationship Id="rId27" Type="http://schemas.openxmlformats.org/officeDocument/2006/relationships/image" Target="../media/image1147.png"/><Relationship Id="rId69" Type="http://schemas.openxmlformats.org/officeDocument/2006/relationships/image" Target="../media/image1168.png"/><Relationship Id="rId134" Type="http://schemas.openxmlformats.org/officeDocument/2006/relationships/customXml" Target="../ink/ink1209.xml"/><Relationship Id="rId80" Type="http://schemas.openxmlformats.org/officeDocument/2006/relationships/customXml" Target="../ink/ink1182.xml"/><Relationship Id="rId176" Type="http://schemas.openxmlformats.org/officeDocument/2006/relationships/customXml" Target="../ink/ink1230.xml"/><Relationship Id="rId341" Type="http://schemas.openxmlformats.org/officeDocument/2006/relationships/image" Target="../media/image1303.png"/><Relationship Id="rId383" Type="http://schemas.openxmlformats.org/officeDocument/2006/relationships/image" Target="../media/image1324.png"/><Relationship Id="rId201" Type="http://schemas.openxmlformats.org/officeDocument/2006/relationships/image" Target="../media/image1233.png"/><Relationship Id="rId243" Type="http://schemas.openxmlformats.org/officeDocument/2006/relationships/image" Target="../media/image1254.png"/><Relationship Id="rId285" Type="http://schemas.openxmlformats.org/officeDocument/2006/relationships/image" Target="../media/image1275.png"/><Relationship Id="rId17" Type="http://schemas.openxmlformats.org/officeDocument/2006/relationships/image" Target="../media/image1142.png"/><Relationship Id="rId38" Type="http://schemas.openxmlformats.org/officeDocument/2006/relationships/customXml" Target="../ink/ink1161.xml"/><Relationship Id="rId59" Type="http://schemas.openxmlformats.org/officeDocument/2006/relationships/image" Target="../media/image1163.png"/><Relationship Id="rId103" Type="http://schemas.openxmlformats.org/officeDocument/2006/relationships/image" Target="../media/image1185.png"/><Relationship Id="rId124" Type="http://schemas.openxmlformats.org/officeDocument/2006/relationships/customXml" Target="../ink/ink1204.xml"/><Relationship Id="rId310" Type="http://schemas.openxmlformats.org/officeDocument/2006/relationships/customXml" Target="../ink/ink1297.xml"/><Relationship Id="rId70" Type="http://schemas.openxmlformats.org/officeDocument/2006/relationships/customXml" Target="../ink/ink1177.xml"/><Relationship Id="rId91" Type="http://schemas.openxmlformats.org/officeDocument/2006/relationships/image" Target="../media/image1179.png"/><Relationship Id="rId145" Type="http://schemas.openxmlformats.org/officeDocument/2006/relationships/image" Target="../media/image1205.png"/><Relationship Id="rId166" Type="http://schemas.openxmlformats.org/officeDocument/2006/relationships/customXml" Target="../ink/ink1225.xml"/><Relationship Id="rId187" Type="http://schemas.openxmlformats.org/officeDocument/2006/relationships/image" Target="../media/image1226.png"/><Relationship Id="rId331" Type="http://schemas.openxmlformats.org/officeDocument/2006/relationships/image" Target="../media/image1298.png"/><Relationship Id="rId352" Type="http://schemas.openxmlformats.org/officeDocument/2006/relationships/customXml" Target="../ink/ink1318.xml"/><Relationship Id="rId373" Type="http://schemas.openxmlformats.org/officeDocument/2006/relationships/image" Target="../media/image1319.png"/><Relationship Id="rId394" Type="http://schemas.openxmlformats.org/officeDocument/2006/relationships/customXml" Target="../ink/ink1339.xml"/><Relationship Id="rId408" Type="http://schemas.openxmlformats.org/officeDocument/2006/relationships/customXml" Target="../ink/ink134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48.xml"/><Relationship Id="rId233" Type="http://schemas.openxmlformats.org/officeDocument/2006/relationships/image" Target="../media/image1249.png"/><Relationship Id="rId254" Type="http://schemas.openxmlformats.org/officeDocument/2006/relationships/customXml" Target="../ink/ink1269.xml"/><Relationship Id="rId28" Type="http://schemas.openxmlformats.org/officeDocument/2006/relationships/customXml" Target="../ink/ink1156.xml"/><Relationship Id="rId49" Type="http://schemas.openxmlformats.org/officeDocument/2006/relationships/image" Target="../media/image1158.png"/><Relationship Id="rId114" Type="http://schemas.openxmlformats.org/officeDocument/2006/relationships/customXml" Target="../ink/ink1199.xml"/><Relationship Id="rId275" Type="http://schemas.openxmlformats.org/officeDocument/2006/relationships/image" Target="../media/image1270.png"/><Relationship Id="rId296" Type="http://schemas.openxmlformats.org/officeDocument/2006/relationships/customXml" Target="../ink/ink1290.xml"/><Relationship Id="rId300" Type="http://schemas.openxmlformats.org/officeDocument/2006/relationships/customXml" Target="../ink/ink1292.xml"/><Relationship Id="rId60" Type="http://schemas.openxmlformats.org/officeDocument/2006/relationships/customXml" Target="../ink/ink1172.xml"/><Relationship Id="rId81" Type="http://schemas.openxmlformats.org/officeDocument/2006/relationships/image" Target="../media/image1174.png"/><Relationship Id="rId135" Type="http://schemas.openxmlformats.org/officeDocument/2006/relationships/image" Target="../media/image1201.png"/><Relationship Id="rId156" Type="http://schemas.openxmlformats.org/officeDocument/2006/relationships/customXml" Target="../ink/ink1220.xml"/><Relationship Id="rId177" Type="http://schemas.openxmlformats.org/officeDocument/2006/relationships/image" Target="../media/image1221.png"/><Relationship Id="rId198" Type="http://schemas.openxmlformats.org/officeDocument/2006/relationships/customXml" Target="../ink/ink1241.xml"/><Relationship Id="rId321" Type="http://schemas.openxmlformats.org/officeDocument/2006/relationships/image" Target="../media/image1293.png"/><Relationship Id="rId342" Type="http://schemas.openxmlformats.org/officeDocument/2006/relationships/customXml" Target="../ink/ink1313.xml"/><Relationship Id="rId363" Type="http://schemas.openxmlformats.org/officeDocument/2006/relationships/image" Target="../media/image1314.png"/><Relationship Id="rId384" Type="http://schemas.openxmlformats.org/officeDocument/2006/relationships/customXml" Target="../ink/ink1334.xml"/><Relationship Id="rId419" Type="http://schemas.openxmlformats.org/officeDocument/2006/relationships/image" Target="../media/image1342.png"/><Relationship Id="rId202" Type="http://schemas.openxmlformats.org/officeDocument/2006/relationships/customXml" Target="../ink/ink1243.xml"/><Relationship Id="rId223" Type="http://schemas.openxmlformats.org/officeDocument/2006/relationships/image" Target="../media/image1244.png"/><Relationship Id="rId244" Type="http://schemas.openxmlformats.org/officeDocument/2006/relationships/customXml" Target="../ink/ink1264.xml"/><Relationship Id="rId18" Type="http://schemas.openxmlformats.org/officeDocument/2006/relationships/customXml" Target="../ink/ink1151.xml"/><Relationship Id="rId39" Type="http://schemas.openxmlformats.org/officeDocument/2006/relationships/image" Target="../media/image1153.png"/><Relationship Id="rId265" Type="http://schemas.openxmlformats.org/officeDocument/2006/relationships/image" Target="../media/image1265.png"/><Relationship Id="rId286" Type="http://schemas.openxmlformats.org/officeDocument/2006/relationships/customXml" Target="../ink/ink1285.xml"/><Relationship Id="rId50" Type="http://schemas.openxmlformats.org/officeDocument/2006/relationships/customXml" Target="../ink/ink1167.xml"/><Relationship Id="rId104" Type="http://schemas.openxmlformats.org/officeDocument/2006/relationships/customXml" Target="../ink/ink1194.xml"/><Relationship Id="rId125" Type="http://schemas.openxmlformats.org/officeDocument/2006/relationships/image" Target="../media/image1196.png"/><Relationship Id="rId146" Type="http://schemas.openxmlformats.org/officeDocument/2006/relationships/customXml" Target="../ink/ink1215.xml"/><Relationship Id="rId167" Type="http://schemas.openxmlformats.org/officeDocument/2006/relationships/image" Target="../media/image1216.png"/><Relationship Id="rId188" Type="http://schemas.openxmlformats.org/officeDocument/2006/relationships/customXml" Target="../ink/ink1236.xml"/><Relationship Id="rId311" Type="http://schemas.openxmlformats.org/officeDocument/2006/relationships/image" Target="../media/image1288.png"/><Relationship Id="rId332" Type="http://schemas.openxmlformats.org/officeDocument/2006/relationships/customXml" Target="../ink/ink1308.xml"/><Relationship Id="rId353" Type="http://schemas.openxmlformats.org/officeDocument/2006/relationships/image" Target="../media/image1309.png"/><Relationship Id="rId374" Type="http://schemas.openxmlformats.org/officeDocument/2006/relationships/customXml" Target="../ink/ink1329.xml"/><Relationship Id="rId395" Type="http://schemas.openxmlformats.org/officeDocument/2006/relationships/image" Target="../media/image1330.png"/><Relationship Id="rId409" Type="http://schemas.openxmlformats.org/officeDocument/2006/relationships/image" Target="../media/image1337.png"/><Relationship Id="rId71" Type="http://schemas.openxmlformats.org/officeDocument/2006/relationships/image" Target="../media/image1169.png"/><Relationship Id="rId92" Type="http://schemas.openxmlformats.org/officeDocument/2006/relationships/customXml" Target="../ink/ink1188.xml"/><Relationship Id="rId213" Type="http://schemas.openxmlformats.org/officeDocument/2006/relationships/image" Target="../media/image1239.png"/><Relationship Id="rId234" Type="http://schemas.openxmlformats.org/officeDocument/2006/relationships/customXml" Target="../ink/ink1259.xml"/><Relationship Id="rId420" Type="http://schemas.openxmlformats.org/officeDocument/2006/relationships/customXml" Target="../ink/ink1352.xml"/><Relationship Id="rId2" Type="http://schemas.openxmlformats.org/officeDocument/2006/relationships/customXml" Target="../ink/ink1143.xml"/><Relationship Id="rId29" Type="http://schemas.openxmlformats.org/officeDocument/2006/relationships/image" Target="../media/image1148.png"/><Relationship Id="rId255" Type="http://schemas.openxmlformats.org/officeDocument/2006/relationships/image" Target="../media/image1260.png"/><Relationship Id="rId276" Type="http://schemas.openxmlformats.org/officeDocument/2006/relationships/customXml" Target="../ink/ink1280.xml"/><Relationship Id="rId297" Type="http://schemas.openxmlformats.org/officeDocument/2006/relationships/image" Target="../media/image1281.png"/><Relationship Id="rId40" Type="http://schemas.openxmlformats.org/officeDocument/2006/relationships/customXml" Target="../ink/ink1162.xml"/><Relationship Id="rId115" Type="http://schemas.openxmlformats.org/officeDocument/2006/relationships/image" Target="../media/image1191.png"/><Relationship Id="rId136" Type="http://schemas.openxmlformats.org/officeDocument/2006/relationships/customXml" Target="../ink/ink1210.xml"/><Relationship Id="rId157" Type="http://schemas.openxmlformats.org/officeDocument/2006/relationships/image" Target="../media/image1211.png"/><Relationship Id="rId178" Type="http://schemas.openxmlformats.org/officeDocument/2006/relationships/customXml" Target="../ink/ink1231.xml"/><Relationship Id="rId301" Type="http://schemas.openxmlformats.org/officeDocument/2006/relationships/image" Target="../media/image1283.png"/><Relationship Id="rId322" Type="http://schemas.openxmlformats.org/officeDocument/2006/relationships/customXml" Target="../ink/ink1303.xml"/><Relationship Id="rId343" Type="http://schemas.openxmlformats.org/officeDocument/2006/relationships/image" Target="../media/image1304.png"/><Relationship Id="rId364" Type="http://schemas.openxmlformats.org/officeDocument/2006/relationships/customXml" Target="../ink/ink1324.xml"/><Relationship Id="rId61" Type="http://schemas.openxmlformats.org/officeDocument/2006/relationships/image" Target="../media/image1164.png"/><Relationship Id="rId82" Type="http://schemas.openxmlformats.org/officeDocument/2006/relationships/customXml" Target="../ink/ink1183.xml"/><Relationship Id="rId199" Type="http://schemas.openxmlformats.org/officeDocument/2006/relationships/image" Target="../media/image1232.png"/><Relationship Id="rId203" Type="http://schemas.openxmlformats.org/officeDocument/2006/relationships/image" Target="../media/image1234.png"/><Relationship Id="rId385" Type="http://schemas.openxmlformats.org/officeDocument/2006/relationships/image" Target="../media/image1325.png"/><Relationship Id="rId19" Type="http://schemas.openxmlformats.org/officeDocument/2006/relationships/image" Target="../media/image1143.png"/><Relationship Id="rId224" Type="http://schemas.openxmlformats.org/officeDocument/2006/relationships/customXml" Target="../ink/ink1254.xml"/><Relationship Id="rId245" Type="http://schemas.openxmlformats.org/officeDocument/2006/relationships/image" Target="../media/image1255.png"/><Relationship Id="rId266" Type="http://schemas.openxmlformats.org/officeDocument/2006/relationships/customXml" Target="../ink/ink1275.xml"/><Relationship Id="rId287" Type="http://schemas.openxmlformats.org/officeDocument/2006/relationships/image" Target="../media/image1276.png"/><Relationship Id="rId410" Type="http://schemas.openxmlformats.org/officeDocument/2006/relationships/customXml" Target="../ink/ink1347.xml"/><Relationship Id="rId30" Type="http://schemas.openxmlformats.org/officeDocument/2006/relationships/customXml" Target="../ink/ink1157.xml"/><Relationship Id="rId105" Type="http://schemas.openxmlformats.org/officeDocument/2006/relationships/image" Target="../media/image1186.png"/><Relationship Id="rId126" Type="http://schemas.openxmlformats.org/officeDocument/2006/relationships/customXml" Target="../ink/ink1205.xml"/><Relationship Id="rId147" Type="http://schemas.openxmlformats.org/officeDocument/2006/relationships/image" Target="../media/image1206.png"/><Relationship Id="rId168" Type="http://schemas.openxmlformats.org/officeDocument/2006/relationships/customXml" Target="../ink/ink1226.xml"/><Relationship Id="rId312" Type="http://schemas.openxmlformats.org/officeDocument/2006/relationships/customXml" Target="../ink/ink1298.xml"/><Relationship Id="rId333" Type="http://schemas.openxmlformats.org/officeDocument/2006/relationships/image" Target="../media/image1299.png"/><Relationship Id="rId354" Type="http://schemas.openxmlformats.org/officeDocument/2006/relationships/customXml" Target="../ink/ink1319.xml"/><Relationship Id="rId51" Type="http://schemas.openxmlformats.org/officeDocument/2006/relationships/image" Target="../media/image1159.png"/><Relationship Id="rId72" Type="http://schemas.openxmlformats.org/officeDocument/2006/relationships/customXml" Target="../ink/ink1178.xml"/><Relationship Id="rId93" Type="http://schemas.openxmlformats.org/officeDocument/2006/relationships/image" Target="../media/image1180.png"/><Relationship Id="rId189" Type="http://schemas.openxmlformats.org/officeDocument/2006/relationships/image" Target="../media/image1227.png"/><Relationship Id="rId375" Type="http://schemas.openxmlformats.org/officeDocument/2006/relationships/image" Target="../media/image1320.png"/><Relationship Id="rId396" Type="http://schemas.openxmlformats.org/officeDocument/2006/relationships/customXml" Target="../ink/ink1340.xml"/><Relationship Id="rId3" Type="http://schemas.openxmlformats.org/officeDocument/2006/relationships/image" Target="../media/image1135.png"/><Relationship Id="rId214" Type="http://schemas.openxmlformats.org/officeDocument/2006/relationships/customXml" Target="../ink/ink1249.xml"/><Relationship Id="rId235" Type="http://schemas.openxmlformats.org/officeDocument/2006/relationships/image" Target="../media/image1250.png"/><Relationship Id="rId256" Type="http://schemas.openxmlformats.org/officeDocument/2006/relationships/customXml" Target="../ink/ink1270.xml"/><Relationship Id="rId277" Type="http://schemas.openxmlformats.org/officeDocument/2006/relationships/image" Target="../media/image1271.png"/><Relationship Id="rId298" Type="http://schemas.openxmlformats.org/officeDocument/2006/relationships/customXml" Target="../ink/ink1291.xml"/><Relationship Id="rId400" Type="http://schemas.openxmlformats.org/officeDocument/2006/relationships/customXml" Target="../ink/ink1342.xml"/><Relationship Id="rId421" Type="http://schemas.openxmlformats.org/officeDocument/2006/relationships/image" Target="../media/image1343.png"/><Relationship Id="rId116" Type="http://schemas.openxmlformats.org/officeDocument/2006/relationships/customXml" Target="../ink/ink1200.xml"/><Relationship Id="rId137" Type="http://schemas.openxmlformats.org/officeDocument/2006/relationships/image" Target="../media/image1202.png"/><Relationship Id="rId158" Type="http://schemas.openxmlformats.org/officeDocument/2006/relationships/customXml" Target="../ink/ink1221.xml"/><Relationship Id="rId302" Type="http://schemas.openxmlformats.org/officeDocument/2006/relationships/customXml" Target="../ink/ink1293.xml"/><Relationship Id="rId323" Type="http://schemas.openxmlformats.org/officeDocument/2006/relationships/image" Target="../media/image1294.png"/><Relationship Id="rId344" Type="http://schemas.openxmlformats.org/officeDocument/2006/relationships/customXml" Target="../ink/ink1314.xml"/><Relationship Id="rId20" Type="http://schemas.openxmlformats.org/officeDocument/2006/relationships/customXml" Target="../ink/ink1152.xml"/><Relationship Id="rId41" Type="http://schemas.openxmlformats.org/officeDocument/2006/relationships/image" Target="../media/image1154.png"/><Relationship Id="rId62" Type="http://schemas.openxmlformats.org/officeDocument/2006/relationships/customXml" Target="../ink/ink1173.xml"/><Relationship Id="rId83" Type="http://schemas.openxmlformats.org/officeDocument/2006/relationships/image" Target="../media/image1175.png"/><Relationship Id="rId179" Type="http://schemas.openxmlformats.org/officeDocument/2006/relationships/image" Target="../media/image1222.png"/><Relationship Id="rId365" Type="http://schemas.openxmlformats.org/officeDocument/2006/relationships/image" Target="../media/image1315.png"/><Relationship Id="rId386" Type="http://schemas.openxmlformats.org/officeDocument/2006/relationships/customXml" Target="../ink/ink1335.xml"/><Relationship Id="rId190" Type="http://schemas.openxmlformats.org/officeDocument/2006/relationships/customXml" Target="../ink/ink1237.xml"/><Relationship Id="rId204" Type="http://schemas.openxmlformats.org/officeDocument/2006/relationships/customXml" Target="../ink/ink1244.xml"/><Relationship Id="rId225" Type="http://schemas.openxmlformats.org/officeDocument/2006/relationships/image" Target="../media/image1245.png"/><Relationship Id="rId246" Type="http://schemas.openxmlformats.org/officeDocument/2006/relationships/customXml" Target="../ink/ink1265.xml"/><Relationship Id="rId267" Type="http://schemas.openxmlformats.org/officeDocument/2006/relationships/image" Target="../media/image1266.png"/><Relationship Id="rId288" Type="http://schemas.openxmlformats.org/officeDocument/2006/relationships/customXml" Target="../ink/ink1286.xml"/><Relationship Id="rId411" Type="http://schemas.openxmlformats.org/officeDocument/2006/relationships/image" Target="../media/image1338.png"/><Relationship Id="rId106" Type="http://schemas.openxmlformats.org/officeDocument/2006/relationships/customXml" Target="../ink/ink1195.xml"/><Relationship Id="rId127" Type="http://schemas.openxmlformats.org/officeDocument/2006/relationships/image" Target="../media/image1197.png"/><Relationship Id="rId313" Type="http://schemas.openxmlformats.org/officeDocument/2006/relationships/image" Target="../media/image1289.png"/><Relationship Id="rId10" Type="http://schemas.openxmlformats.org/officeDocument/2006/relationships/customXml" Target="../ink/ink1147.xml"/><Relationship Id="rId31" Type="http://schemas.openxmlformats.org/officeDocument/2006/relationships/image" Target="../media/image1149.png"/><Relationship Id="rId52" Type="http://schemas.openxmlformats.org/officeDocument/2006/relationships/customXml" Target="../ink/ink1168.xml"/><Relationship Id="rId73" Type="http://schemas.openxmlformats.org/officeDocument/2006/relationships/image" Target="../media/image1170.png"/><Relationship Id="rId94" Type="http://schemas.openxmlformats.org/officeDocument/2006/relationships/customXml" Target="../ink/ink1189.xml"/><Relationship Id="rId148" Type="http://schemas.openxmlformats.org/officeDocument/2006/relationships/customXml" Target="../ink/ink1216.xml"/><Relationship Id="rId169" Type="http://schemas.openxmlformats.org/officeDocument/2006/relationships/image" Target="../media/image1217.png"/><Relationship Id="rId334" Type="http://schemas.openxmlformats.org/officeDocument/2006/relationships/customXml" Target="../ink/ink1309.xml"/><Relationship Id="rId355" Type="http://schemas.openxmlformats.org/officeDocument/2006/relationships/image" Target="../media/image1310.png"/><Relationship Id="rId376" Type="http://schemas.openxmlformats.org/officeDocument/2006/relationships/customXml" Target="../ink/ink1330.xml"/><Relationship Id="rId397" Type="http://schemas.openxmlformats.org/officeDocument/2006/relationships/image" Target="../media/image1331.png"/><Relationship Id="rId4" Type="http://schemas.openxmlformats.org/officeDocument/2006/relationships/customXml" Target="../ink/ink1144.xml"/><Relationship Id="rId180" Type="http://schemas.openxmlformats.org/officeDocument/2006/relationships/customXml" Target="../ink/ink1232.xml"/><Relationship Id="rId215" Type="http://schemas.openxmlformats.org/officeDocument/2006/relationships/image" Target="../media/image1240.png"/><Relationship Id="rId236" Type="http://schemas.openxmlformats.org/officeDocument/2006/relationships/customXml" Target="../ink/ink1260.xml"/><Relationship Id="rId257" Type="http://schemas.openxmlformats.org/officeDocument/2006/relationships/image" Target="../media/image1261.png"/><Relationship Id="rId278" Type="http://schemas.openxmlformats.org/officeDocument/2006/relationships/customXml" Target="../ink/ink1281.xml"/><Relationship Id="rId401" Type="http://schemas.openxmlformats.org/officeDocument/2006/relationships/image" Target="../media/image1333.png"/><Relationship Id="rId303" Type="http://schemas.openxmlformats.org/officeDocument/2006/relationships/image" Target="../media/image1284.png"/><Relationship Id="rId42" Type="http://schemas.openxmlformats.org/officeDocument/2006/relationships/customXml" Target="../ink/ink1163.xml"/><Relationship Id="rId84" Type="http://schemas.openxmlformats.org/officeDocument/2006/relationships/customXml" Target="../ink/ink1184.xml"/><Relationship Id="rId138" Type="http://schemas.openxmlformats.org/officeDocument/2006/relationships/customXml" Target="../ink/ink1211.xml"/><Relationship Id="rId345" Type="http://schemas.openxmlformats.org/officeDocument/2006/relationships/image" Target="../media/image1305.png"/><Relationship Id="rId387" Type="http://schemas.openxmlformats.org/officeDocument/2006/relationships/image" Target="../media/image1326.png"/><Relationship Id="rId191" Type="http://schemas.openxmlformats.org/officeDocument/2006/relationships/image" Target="../media/image1228.png"/><Relationship Id="rId205" Type="http://schemas.openxmlformats.org/officeDocument/2006/relationships/image" Target="../media/image1235.png"/><Relationship Id="rId247" Type="http://schemas.openxmlformats.org/officeDocument/2006/relationships/image" Target="../media/image1256.png"/><Relationship Id="rId412" Type="http://schemas.openxmlformats.org/officeDocument/2006/relationships/customXml" Target="../ink/ink1348.xml"/><Relationship Id="rId107" Type="http://schemas.openxmlformats.org/officeDocument/2006/relationships/image" Target="../media/image1187.png"/><Relationship Id="rId289" Type="http://schemas.openxmlformats.org/officeDocument/2006/relationships/image" Target="../media/image1277.png"/><Relationship Id="rId11" Type="http://schemas.openxmlformats.org/officeDocument/2006/relationships/image" Target="../media/image1139.png"/><Relationship Id="rId53" Type="http://schemas.openxmlformats.org/officeDocument/2006/relationships/image" Target="../media/image1160.png"/><Relationship Id="rId149" Type="http://schemas.openxmlformats.org/officeDocument/2006/relationships/image" Target="../media/image1207.png"/><Relationship Id="rId314" Type="http://schemas.openxmlformats.org/officeDocument/2006/relationships/customXml" Target="../ink/ink1299.xml"/><Relationship Id="rId356" Type="http://schemas.openxmlformats.org/officeDocument/2006/relationships/customXml" Target="../ink/ink1320.xml"/><Relationship Id="rId398" Type="http://schemas.openxmlformats.org/officeDocument/2006/relationships/customXml" Target="../ink/ink1341.xml"/><Relationship Id="rId95" Type="http://schemas.openxmlformats.org/officeDocument/2006/relationships/image" Target="../media/image1181.png"/><Relationship Id="rId160" Type="http://schemas.openxmlformats.org/officeDocument/2006/relationships/customXml" Target="../ink/ink1222.xml"/><Relationship Id="rId216" Type="http://schemas.openxmlformats.org/officeDocument/2006/relationships/customXml" Target="../ink/ink1250.xml"/><Relationship Id="rId258" Type="http://schemas.openxmlformats.org/officeDocument/2006/relationships/customXml" Target="../ink/ink1271.xml"/><Relationship Id="rId22" Type="http://schemas.openxmlformats.org/officeDocument/2006/relationships/customXml" Target="../ink/ink1153.xml"/><Relationship Id="rId64" Type="http://schemas.openxmlformats.org/officeDocument/2006/relationships/customXml" Target="../ink/ink1174.xml"/><Relationship Id="rId118" Type="http://schemas.openxmlformats.org/officeDocument/2006/relationships/customXml" Target="../ink/ink1201.xml"/><Relationship Id="rId325" Type="http://schemas.openxmlformats.org/officeDocument/2006/relationships/image" Target="../media/image1295.png"/><Relationship Id="rId367" Type="http://schemas.openxmlformats.org/officeDocument/2006/relationships/image" Target="../media/image1316.png"/><Relationship Id="rId171" Type="http://schemas.openxmlformats.org/officeDocument/2006/relationships/image" Target="../media/image1218.png"/><Relationship Id="rId227" Type="http://schemas.openxmlformats.org/officeDocument/2006/relationships/image" Target="../media/image1246.png"/><Relationship Id="rId269" Type="http://schemas.openxmlformats.org/officeDocument/2006/relationships/image" Target="../media/image1267.png"/><Relationship Id="rId33" Type="http://schemas.openxmlformats.org/officeDocument/2006/relationships/image" Target="../media/image1150.png"/><Relationship Id="rId129" Type="http://schemas.openxmlformats.org/officeDocument/2006/relationships/image" Target="../media/image1198.png"/><Relationship Id="rId280" Type="http://schemas.openxmlformats.org/officeDocument/2006/relationships/customXml" Target="../ink/ink1282.xml"/><Relationship Id="rId336" Type="http://schemas.openxmlformats.org/officeDocument/2006/relationships/customXml" Target="../ink/ink1310.xml"/><Relationship Id="rId75" Type="http://schemas.openxmlformats.org/officeDocument/2006/relationships/image" Target="../media/image1171.png"/><Relationship Id="rId140" Type="http://schemas.openxmlformats.org/officeDocument/2006/relationships/customXml" Target="../ink/ink1212.xml"/><Relationship Id="rId182" Type="http://schemas.openxmlformats.org/officeDocument/2006/relationships/customXml" Target="../ink/ink1233.xml"/><Relationship Id="rId378" Type="http://schemas.openxmlformats.org/officeDocument/2006/relationships/customXml" Target="../ink/ink1331.xml"/><Relationship Id="rId403" Type="http://schemas.openxmlformats.org/officeDocument/2006/relationships/image" Target="../media/image1334.png"/><Relationship Id="rId6" Type="http://schemas.openxmlformats.org/officeDocument/2006/relationships/customXml" Target="../ink/ink1145.xml"/><Relationship Id="rId238" Type="http://schemas.openxmlformats.org/officeDocument/2006/relationships/customXml" Target="../ink/ink1261.xml"/><Relationship Id="rId291" Type="http://schemas.openxmlformats.org/officeDocument/2006/relationships/image" Target="../media/image1278.png"/><Relationship Id="rId305" Type="http://schemas.openxmlformats.org/officeDocument/2006/relationships/image" Target="../media/image1285.png"/><Relationship Id="rId347" Type="http://schemas.openxmlformats.org/officeDocument/2006/relationships/image" Target="../media/image1306.png"/><Relationship Id="rId44" Type="http://schemas.openxmlformats.org/officeDocument/2006/relationships/customXml" Target="../ink/ink1164.xml"/><Relationship Id="rId86" Type="http://schemas.openxmlformats.org/officeDocument/2006/relationships/customXml" Target="../ink/ink1185.xml"/><Relationship Id="rId151" Type="http://schemas.openxmlformats.org/officeDocument/2006/relationships/image" Target="../media/image1208.png"/><Relationship Id="rId389" Type="http://schemas.openxmlformats.org/officeDocument/2006/relationships/image" Target="../media/image1327.png"/><Relationship Id="rId193" Type="http://schemas.openxmlformats.org/officeDocument/2006/relationships/image" Target="../media/image1229.png"/><Relationship Id="rId207" Type="http://schemas.openxmlformats.org/officeDocument/2006/relationships/image" Target="../media/image1236.png"/><Relationship Id="rId249" Type="http://schemas.openxmlformats.org/officeDocument/2006/relationships/image" Target="../media/image1257.png"/><Relationship Id="rId414" Type="http://schemas.openxmlformats.org/officeDocument/2006/relationships/customXml" Target="../ink/ink1349.xml"/><Relationship Id="rId13" Type="http://schemas.openxmlformats.org/officeDocument/2006/relationships/image" Target="../media/image1140.png"/><Relationship Id="rId109" Type="http://schemas.openxmlformats.org/officeDocument/2006/relationships/image" Target="../media/image1188.png"/><Relationship Id="rId260" Type="http://schemas.openxmlformats.org/officeDocument/2006/relationships/customXml" Target="../ink/ink1272.xml"/><Relationship Id="rId316" Type="http://schemas.openxmlformats.org/officeDocument/2006/relationships/customXml" Target="../ink/ink1300.xml"/><Relationship Id="rId55" Type="http://schemas.openxmlformats.org/officeDocument/2006/relationships/image" Target="../media/image1161.png"/><Relationship Id="rId97" Type="http://schemas.openxmlformats.org/officeDocument/2006/relationships/image" Target="../media/image1182.png"/><Relationship Id="rId120" Type="http://schemas.openxmlformats.org/officeDocument/2006/relationships/customXml" Target="../ink/ink1202.xml"/><Relationship Id="rId358" Type="http://schemas.openxmlformats.org/officeDocument/2006/relationships/customXml" Target="../ink/ink1321.xml"/><Relationship Id="rId162" Type="http://schemas.openxmlformats.org/officeDocument/2006/relationships/customXml" Target="../ink/ink1223.xml"/><Relationship Id="rId218" Type="http://schemas.openxmlformats.org/officeDocument/2006/relationships/customXml" Target="../ink/ink1251.xml"/><Relationship Id="rId271" Type="http://schemas.openxmlformats.org/officeDocument/2006/relationships/image" Target="../media/image1268.png"/><Relationship Id="rId24" Type="http://schemas.openxmlformats.org/officeDocument/2006/relationships/customXml" Target="../ink/ink1154.xml"/><Relationship Id="rId66" Type="http://schemas.openxmlformats.org/officeDocument/2006/relationships/customXml" Target="../ink/ink1175.xml"/><Relationship Id="rId131" Type="http://schemas.openxmlformats.org/officeDocument/2006/relationships/image" Target="../media/image1199.png"/><Relationship Id="rId327" Type="http://schemas.openxmlformats.org/officeDocument/2006/relationships/image" Target="../media/image1296.png"/><Relationship Id="rId369" Type="http://schemas.openxmlformats.org/officeDocument/2006/relationships/image" Target="../media/image1317.png"/><Relationship Id="rId173" Type="http://schemas.openxmlformats.org/officeDocument/2006/relationships/image" Target="../media/image1219.png"/><Relationship Id="rId229" Type="http://schemas.openxmlformats.org/officeDocument/2006/relationships/image" Target="../media/image1247.png"/><Relationship Id="rId380" Type="http://schemas.openxmlformats.org/officeDocument/2006/relationships/customXml" Target="../ink/ink1332.xml"/><Relationship Id="rId240" Type="http://schemas.openxmlformats.org/officeDocument/2006/relationships/customXml" Target="../ink/ink1262.xml"/><Relationship Id="rId35" Type="http://schemas.openxmlformats.org/officeDocument/2006/relationships/image" Target="../media/image1151.png"/><Relationship Id="rId77" Type="http://schemas.openxmlformats.org/officeDocument/2006/relationships/image" Target="../media/image1172.png"/><Relationship Id="rId100" Type="http://schemas.openxmlformats.org/officeDocument/2006/relationships/customXml" Target="../ink/ink1192.xml"/><Relationship Id="rId282" Type="http://schemas.openxmlformats.org/officeDocument/2006/relationships/customXml" Target="../ink/ink1283.xml"/><Relationship Id="rId338" Type="http://schemas.openxmlformats.org/officeDocument/2006/relationships/customXml" Target="../ink/ink1311.xml"/><Relationship Id="rId8" Type="http://schemas.openxmlformats.org/officeDocument/2006/relationships/customXml" Target="../ink/ink1146.xml"/><Relationship Id="rId142" Type="http://schemas.openxmlformats.org/officeDocument/2006/relationships/customXml" Target="../ink/ink1213.xml"/><Relationship Id="rId184" Type="http://schemas.openxmlformats.org/officeDocument/2006/relationships/customXml" Target="../ink/ink1234.xml"/><Relationship Id="rId391" Type="http://schemas.openxmlformats.org/officeDocument/2006/relationships/image" Target="../media/image1328.png"/><Relationship Id="rId405" Type="http://schemas.openxmlformats.org/officeDocument/2006/relationships/image" Target="../media/image1335.png"/><Relationship Id="rId251" Type="http://schemas.openxmlformats.org/officeDocument/2006/relationships/image" Target="../media/image1258.png"/><Relationship Id="rId46" Type="http://schemas.openxmlformats.org/officeDocument/2006/relationships/customXml" Target="../ink/ink1165.xml"/><Relationship Id="rId293" Type="http://schemas.openxmlformats.org/officeDocument/2006/relationships/image" Target="../media/image1279.png"/><Relationship Id="rId307" Type="http://schemas.openxmlformats.org/officeDocument/2006/relationships/image" Target="../media/image1286.png"/><Relationship Id="rId349" Type="http://schemas.openxmlformats.org/officeDocument/2006/relationships/image" Target="../media/image1307.png"/><Relationship Id="rId88" Type="http://schemas.openxmlformats.org/officeDocument/2006/relationships/customXml" Target="../ink/ink1186.xml"/><Relationship Id="rId111" Type="http://schemas.openxmlformats.org/officeDocument/2006/relationships/image" Target="../media/image1189.png"/><Relationship Id="rId153" Type="http://schemas.openxmlformats.org/officeDocument/2006/relationships/image" Target="../media/image1209.png"/><Relationship Id="rId195" Type="http://schemas.openxmlformats.org/officeDocument/2006/relationships/image" Target="../media/image1230.png"/><Relationship Id="rId209" Type="http://schemas.openxmlformats.org/officeDocument/2006/relationships/image" Target="../media/image1237.png"/><Relationship Id="rId360" Type="http://schemas.openxmlformats.org/officeDocument/2006/relationships/customXml" Target="../ink/ink1322.xml"/><Relationship Id="rId416" Type="http://schemas.openxmlformats.org/officeDocument/2006/relationships/customXml" Target="../ink/ink1350.xml"/><Relationship Id="rId220" Type="http://schemas.openxmlformats.org/officeDocument/2006/relationships/customXml" Target="../ink/ink1252.xml"/><Relationship Id="rId15" Type="http://schemas.openxmlformats.org/officeDocument/2006/relationships/image" Target="../media/image1141.png"/><Relationship Id="rId57" Type="http://schemas.openxmlformats.org/officeDocument/2006/relationships/image" Target="../media/image1162.png"/><Relationship Id="rId262" Type="http://schemas.openxmlformats.org/officeDocument/2006/relationships/customXml" Target="../ink/ink1273.xml"/><Relationship Id="rId318" Type="http://schemas.openxmlformats.org/officeDocument/2006/relationships/customXml" Target="../ink/ink1301.xml"/><Relationship Id="rId99" Type="http://schemas.openxmlformats.org/officeDocument/2006/relationships/image" Target="../media/image1183.png"/><Relationship Id="rId122" Type="http://schemas.openxmlformats.org/officeDocument/2006/relationships/customXml" Target="../ink/ink1203.xml"/><Relationship Id="rId164" Type="http://schemas.openxmlformats.org/officeDocument/2006/relationships/customXml" Target="../ink/ink1224.xml"/><Relationship Id="rId371" Type="http://schemas.openxmlformats.org/officeDocument/2006/relationships/image" Target="../media/image1318.png"/><Relationship Id="rId26" Type="http://schemas.openxmlformats.org/officeDocument/2006/relationships/customXml" Target="../ink/ink1155.xml"/><Relationship Id="rId231" Type="http://schemas.openxmlformats.org/officeDocument/2006/relationships/image" Target="../media/image1248.png"/><Relationship Id="rId273" Type="http://schemas.openxmlformats.org/officeDocument/2006/relationships/image" Target="../media/image1269.png"/><Relationship Id="rId329" Type="http://schemas.openxmlformats.org/officeDocument/2006/relationships/image" Target="../media/image1297.png"/><Relationship Id="rId68" Type="http://schemas.openxmlformats.org/officeDocument/2006/relationships/customXml" Target="../ink/ink1176.xml"/><Relationship Id="rId133" Type="http://schemas.openxmlformats.org/officeDocument/2006/relationships/image" Target="../media/image1200.png"/><Relationship Id="rId175" Type="http://schemas.openxmlformats.org/officeDocument/2006/relationships/image" Target="../media/image1220.png"/><Relationship Id="rId340" Type="http://schemas.openxmlformats.org/officeDocument/2006/relationships/customXml" Target="../ink/ink1312.xml"/><Relationship Id="rId200" Type="http://schemas.openxmlformats.org/officeDocument/2006/relationships/customXml" Target="../ink/ink1242.xml"/><Relationship Id="rId382" Type="http://schemas.openxmlformats.org/officeDocument/2006/relationships/customXml" Target="../ink/ink1333.xml"/><Relationship Id="rId242" Type="http://schemas.openxmlformats.org/officeDocument/2006/relationships/customXml" Target="../ink/ink1263.xml"/><Relationship Id="rId284" Type="http://schemas.openxmlformats.org/officeDocument/2006/relationships/customXml" Target="../ink/ink1284.xml"/><Relationship Id="rId37" Type="http://schemas.openxmlformats.org/officeDocument/2006/relationships/image" Target="../media/image1152.png"/><Relationship Id="rId79" Type="http://schemas.openxmlformats.org/officeDocument/2006/relationships/image" Target="../media/image1173.png"/><Relationship Id="rId102" Type="http://schemas.openxmlformats.org/officeDocument/2006/relationships/customXml" Target="../ink/ink1193.xml"/><Relationship Id="rId144" Type="http://schemas.openxmlformats.org/officeDocument/2006/relationships/customXml" Target="../ink/ink1214.xml"/><Relationship Id="rId90" Type="http://schemas.openxmlformats.org/officeDocument/2006/relationships/customXml" Target="../ink/ink1187.xml"/><Relationship Id="rId186" Type="http://schemas.openxmlformats.org/officeDocument/2006/relationships/customXml" Target="../ink/ink1235.xml"/><Relationship Id="rId351" Type="http://schemas.openxmlformats.org/officeDocument/2006/relationships/image" Target="../media/image1308.png"/><Relationship Id="rId393" Type="http://schemas.openxmlformats.org/officeDocument/2006/relationships/image" Target="../media/image1329.png"/><Relationship Id="rId407" Type="http://schemas.openxmlformats.org/officeDocument/2006/relationships/image" Target="../media/image1336.png"/><Relationship Id="rId211" Type="http://schemas.openxmlformats.org/officeDocument/2006/relationships/image" Target="../media/image1238.png"/><Relationship Id="rId253" Type="http://schemas.openxmlformats.org/officeDocument/2006/relationships/image" Target="../media/image1259.png"/><Relationship Id="rId295" Type="http://schemas.openxmlformats.org/officeDocument/2006/relationships/image" Target="../media/image1280.png"/><Relationship Id="rId309" Type="http://schemas.openxmlformats.org/officeDocument/2006/relationships/image" Target="../media/image1287.png"/><Relationship Id="rId48" Type="http://schemas.openxmlformats.org/officeDocument/2006/relationships/customXml" Target="../ink/ink1166.xml"/><Relationship Id="rId113" Type="http://schemas.openxmlformats.org/officeDocument/2006/relationships/image" Target="../media/image1190.png"/><Relationship Id="rId320" Type="http://schemas.openxmlformats.org/officeDocument/2006/relationships/customXml" Target="../ink/ink1302.xml"/><Relationship Id="rId155" Type="http://schemas.openxmlformats.org/officeDocument/2006/relationships/image" Target="../media/image1210.png"/><Relationship Id="rId197" Type="http://schemas.openxmlformats.org/officeDocument/2006/relationships/image" Target="../media/image1231.png"/><Relationship Id="rId362" Type="http://schemas.openxmlformats.org/officeDocument/2006/relationships/customXml" Target="../ink/ink1323.xml"/><Relationship Id="rId418" Type="http://schemas.openxmlformats.org/officeDocument/2006/relationships/customXml" Target="../ink/ink1351.xml"/><Relationship Id="rId222" Type="http://schemas.openxmlformats.org/officeDocument/2006/relationships/customXml" Target="../ink/ink1253.xml"/><Relationship Id="rId264" Type="http://schemas.openxmlformats.org/officeDocument/2006/relationships/customXml" Target="../ink/ink127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01.png"/><Relationship Id="rId21" Type="http://schemas.openxmlformats.org/officeDocument/2006/relationships/image" Target="../media/image1353.png"/><Relationship Id="rId42" Type="http://schemas.openxmlformats.org/officeDocument/2006/relationships/customXml" Target="../ink/ink1373.xml"/><Relationship Id="rId63" Type="http://schemas.openxmlformats.org/officeDocument/2006/relationships/image" Target="../media/image1374.png"/><Relationship Id="rId84" Type="http://schemas.openxmlformats.org/officeDocument/2006/relationships/customXml" Target="../ink/ink1394.xml"/><Relationship Id="rId16" Type="http://schemas.openxmlformats.org/officeDocument/2006/relationships/customXml" Target="../ink/ink1360.xml"/><Relationship Id="rId107" Type="http://schemas.openxmlformats.org/officeDocument/2006/relationships/image" Target="../media/image1396.png"/><Relationship Id="rId11" Type="http://schemas.openxmlformats.org/officeDocument/2006/relationships/image" Target="../media/image1348.png"/><Relationship Id="rId32" Type="http://schemas.openxmlformats.org/officeDocument/2006/relationships/customXml" Target="../ink/ink1368.xml"/><Relationship Id="rId37" Type="http://schemas.openxmlformats.org/officeDocument/2006/relationships/image" Target="../media/image1361.png"/><Relationship Id="rId53" Type="http://schemas.openxmlformats.org/officeDocument/2006/relationships/image" Target="../media/image1369.png"/><Relationship Id="rId58" Type="http://schemas.openxmlformats.org/officeDocument/2006/relationships/customXml" Target="../ink/ink1381.xml"/><Relationship Id="rId74" Type="http://schemas.openxmlformats.org/officeDocument/2006/relationships/customXml" Target="../ink/ink1389.xml"/><Relationship Id="rId79" Type="http://schemas.openxmlformats.org/officeDocument/2006/relationships/image" Target="../media/image1382.png"/><Relationship Id="rId102" Type="http://schemas.openxmlformats.org/officeDocument/2006/relationships/customXml" Target="../ink/ink1403.xml"/><Relationship Id="rId123" Type="http://schemas.openxmlformats.org/officeDocument/2006/relationships/image" Target="../media/image1404.png"/><Relationship Id="rId128" Type="http://schemas.openxmlformats.org/officeDocument/2006/relationships/customXml" Target="../ink/ink1416.xml"/><Relationship Id="rId5" Type="http://schemas.openxmlformats.org/officeDocument/2006/relationships/image" Target="../media/image1345.png"/><Relationship Id="rId90" Type="http://schemas.openxmlformats.org/officeDocument/2006/relationships/customXml" Target="../ink/ink1397.xml"/><Relationship Id="rId95" Type="http://schemas.openxmlformats.org/officeDocument/2006/relationships/image" Target="../media/image1390.png"/><Relationship Id="rId22" Type="http://schemas.openxmlformats.org/officeDocument/2006/relationships/customXml" Target="../ink/ink1363.xml"/><Relationship Id="rId27" Type="http://schemas.openxmlformats.org/officeDocument/2006/relationships/image" Target="../media/image1356.png"/><Relationship Id="rId43" Type="http://schemas.openxmlformats.org/officeDocument/2006/relationships/image" Target="../media/image1364.png"/><Relationship Id="rId48" Type="http://schemas.openxmlformats.org/officeDocument/2006/relationships/customXml" Target="../ink/ink1376.xml"/><Relationship Id="rId64" Type="http://schemas.openxmlformats.org/officeDocument/2006/relationships/customXml" Target="../ink/ink1384.xml"/><Relationship Id="rId69" Type="http://schemas.openxmlformats.org/officeDocument/2006/relationships/image" Target="../media/image1377.png"/><Relationship Id="rId113" Type="http://schemas.openxmlformats.org/officeDocument/2006/relationships/image" Target="../media/image1399.png"/><Relationship Id="rId118" Type="http://schemas.openxmlformats.org/officeDocument/2006/relationships/customXml" Target="../ink/ink1411.xml"/><Relationship Id="rId134" Type="http://schemas.openxmlformats.org/officeDocument/2006/relationships/customXml" Target="../ink/ink1419.xml"/><Relationship Id="rId80" Type="http://schemas.openxmlformats.org/officeDocument/2006/relationships/customXml" Target="../ink/ink1392.xml"/><Relationship Id="rId85" Type="http://schemas.openxmlformats.org/officeDocument/2006/relationships/image" Target="../media/image1385.png"/><Relationship Id="rId12" Type="http://schemas.openxmlformats.org/officeDocument/2006/relationships/customXml" Target="../ink/ink1358.xml"/><Relationship Id="rId17" Type="http://schemas.openxmlformats.org/officeDocument/2006/relationships/image" Target="../media/image1351.png"/><Relationship Id="rId33" Type="http://schemas.openxmlformats.org/officeDocument/2006/relationships/image" Target="../media/image1359.png"/><Relationship Id="rId38" Type="http://schemas.openxmlformats.org/officeDocument/2006/relationships/customXml" Target="../ink/ink1371.xml"/><Relationship Id="rId59" Type="http://schemas.openxmlformats.org/officeDocument/2006/relationships/image" Target="../media/image1372.png"/><Relationship Id="rId103" Type="http://schemas.openxmlformats.org/officeDocument/2006/relationships/image" Target="../media/image1394.png"/><Relationship Id="rId108" Type="http://schemas.openxmlformats.org/officeDocument/2006/relationships/customXml" Target="../ink/ink1406.xml"/><Relationship Id="rId124" Type="http://schemas.openxmlformats.org/officeDocument/2006/relationships/customXml" Target="../ink/ink1414.xml"/><Relationship Id="rId129" Type="http://schemas.openxmlformats.org/officeDocument/2006/relationships/image" Target="../media/image1407.png"/><Relationship Id="rId54" Type="http://schemas.openxmlformats.org/officeDocument/2006/relationships/customXml" Target="../ink/ink1379.xml"/><Relationship Id="rId70" Type="http://schemas.openxmlformats.org/officeDocument/2006/relationships/customXml" Target="../ink/ink1387.xml"/><Relationship Id="rId75" Type="http://schemas.openxmlformats.org/officeDocument/2006/relationships/image" Target="../media/image1380.png"/><Relationship Id="rId91" Type="http://schemas.openxmlformats.org/officeDocument/2006/relationships/image" Target="../media/image1388.png"/><Relationship Id="rId96" Type="http://schemas.openxmlformats.org/officeDocument/2006/relationships/customXml" Target="../ink/ink14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55.xml"/><Relationship Id="rId23" Type="http://schemas.openxmlformats.org/officeDocument/2006/relationships/image" Target="../media/image1354.png"/><Relationship Id="rId28" Type="http://schemas.openxmlformats.org/officeDocument/2006/relationships/customXml" Target="../ink/ink1366.xml"/><Relationship Id="rId49" Type="http://schemas.openxmlformats.org/officeDocument/2006/relationships/image" Target="../media/image1367.png"/><Relationship Id="rId114" Type="http://schemas.openxmlformats.org/officeDocument/2006/relationships/customXml" Target="../ink/ink1409.xml"/><Relationship Id="rId119" Type="http://schemas.openxmlformats.org/officeDocument/2006/relationships/image" Target="../media/image1402.png"/><Relationship Id="rId44" Type="http://schemas.openxmlformats.org/officeDocument/2006/relationships/customXml" Target="../ink/ink1374.xml"/><Relationship Id="rId60" Type="http://schemas.openxmlformats.org/officeDocument/2006/relationships/customXml" Target="../ink/ink1382.xml"/><Relationship Id="rId65" Type="http://schemas.openxmlformats.org/officeDocument/2006/relationships/image" Target="../media/image1375.png"/><Relationship Id="rId81" Type="http://schemas.openxmlformats.org/officeDocument/2006/relationships/image" Target="../media/image1383.png"/><Relationship Id="rId86" Type="http://schemas.openxmlformats.org/officeDocument/2006/relationships/customXml" Target="../ink/ink1395.xml"/><Relationship Id="rId130" Type="http://schemas.openxmlformats.org/officeDocument/2006/relationships/customXml" Target="../ink/ink1417.xml"/><Relationship Id="rId135" Type="http://schemas.openxmlformats.org/officeDocument/2006/relationships/image" Target="../media/image1410.png"/><Relationship Id="rId13" Type="http://schemas.openxmlformats.org/officeDocument/2006/relationships/image" Target="../media/image1349.png"/><Relationship Id="rId18" Type="http://schemas.openxmlformats.org/officeDocument/2006/relationships/customXml" Target="../ink/ink1361.xml"/><Relationship Id="rId39" Type="http://schemas.openxmlformats.org/officeDocument/2006/relationships/image" Target="../media/image1362.png"/><Relationship Id="rId109" Type="http://schemas.openxmlformats.org/officeDocument/2006/relationships/image" Target="../media/image1397.png"/><Relationship Id="rId34" Type="http://schemas.openxmlformats.org/officeDocument/2006/relationships/customXml" Target="../ink/ink1369.xml"/><Relationship Id="rId50" Type="http://schemas.openxmlformats.org/officeDocument/2006/relationships/customXml" Target="../ink/ink1377.xml"/><Relationship Id="rId55" Type="http://schemas.openxmlformats.org/officeDocument/2006/relationships/image" Target="../media/image1370.png"/><Relationship Id="rId76" Type="http://schemas.openxmlformats.org/officeDocument/2006/relationships/customXml" Target="../ink/ink1390.xml"/><Relationship Id="rId97" Type="http://schemas.openxmlformats.org/officeDocument/2006/relationships/image" Target="../media/image1391.png"/><Relationship Id="rId104" Type="http://schemas.openxmlformats.org/officeDocument/2006/relationships/customXml" Target="../ink/ink1404.xml"/><Relationship Id="rId120" Type="http://schemas.openxmlformats.org/officeDocument/2006/relationships/customXml" Target="../ink/ink1412.xml"/><Relationship Id="rId125" Type="http://schemas.openxmlformats.org/officeDocument/2006/relationships/image" Target="../media/image1405.png"/><Relationship Id="rId7" Type="http://schemas.openxmlformats.org/officeDocument/2006/relationships/image" Target="../media/image1346.png"/><Relationship Id="rId71" Type="http://schemas.openxmlformats.org/officeDocument/2006/relationships/image" Target="../media/image1378.png"/><Relationship Id="rId92" Type="http://schemas.openxmlformats.org/officeDocument/2006/relationships/customXml" Target="../ink/ink1398.xml"/><Relationship Id="rId2" Type="http://schemas.openxmlformats.org/officeDocument/2006/relationships/customXml" Target="../ink/ink1353.xml"/><Relationship Id="rId29" Type="http://schemas.openxmlformats.org/officeDocument/2006/relationships/image" Target="../media/image1357.png"/><Relationship Id="rId24" Type="http://schemas.openxmlformats.org/officeDocument/2006/relationships/customXml" Target="../ink/ink1364.xml"/><Relationship Id="rId40" Type="http://schemas.openxmlformats.org/officeDocument/2006/relationships/customXml" Target="../ink/ink1372.xml"/><Relationship Id="rId45" Type="http://schemas.openxmlformats.org/officeDocument/2006/relationships/image" Target="../media/image1365.png"/><Relationship Id="rId66" Type="http://schemas.openxmlformats.org/officeDocument/2006/relationships/customXml" Target="../ink/ink1385.xml"/><Relationship Id="rId87" Type="http://schemas.openxmlformats.org/officeDocument/2006/relationships/image" Target="../media/image1386.png"/><Relationship Id="rId110" Type="http://schemas.openxmlformats.org/officeDocument/2006/relationships/customXml" Target="../ink/ink1407.xml"/><Relationship Id="rId115" Type="http://schemas.openxmlformats.org/officeDocument/2006/relationships/image" Target="../media/image1400.png"/><Relationship Id="rId131" Type="http://schemas.openxmlformats.org/officeDocument/2006/relationships/image" Target="../media/image1408.png"/><Relationship Id="rId136" Type="http://schemas.openxmlformats.org/officeDocument/2006/relationships/customXml" Target="../ink/ink1420.xml"/><Relationship Id="rId61" Type="http://schemas.openxmlformats.org/officeDocument/2006/relationships/image" Target="../media/image1373.png"/><Relationship Id="rId82" Type="http://schemas.openxmlformats.org/officeDocument/2006/relationships/customXml" Target="../ink/ink1393.xml"/><Relationship Id="rId19" Type="http://schemas.openxmlformats.org/officeDocument/2006/relationships/image" Target="../media/image1352.png"/><Relationship Id="rId14" Type="http://schemas.openxmlformats.org/officeDocument/2006/relationships/customXml" Target="../ink/ink1359.xml"/><Relationship Id="rId30" Type="http://schemas.openxmlformats.org/officeDocument/2006/relationships/customXml" Target="../ink/ink1367.xml"/><Relationship Id="rId35" Type="http://schemas.openxmlformats.org/officeDocument/2006/relationships/image" Target="../media/image1360.png"/><Relationship Id="rId56" Type="http://schemas.openxmlformats.org/officeDocument/2006/relationships/customXml" Target="../ink/ink1380.xml"/><Relationship Id="rId77" Type="http://schemas.openxmlformats.org/officeDocument/2006/relationships/image" Target="../media/image1381.png"/><Relationship Id="rId100" Type="http://schemas.openxmlformats.org/officeDocument/2006/relationships/customXml" Target="../ink/ink1402.xml"/><Relationship Id="rId105" Type="http://schemas.openxmlformats.org/officeDocument/2006/relationships/image" Target="../media/image1395.png"/><Relationship Id="rId126" Type="http://schemas.openxmlformats.org/officeDocument/2006/relationships/customXml" Target="../ink/ink1415.xml"/><Relationship Id="rId8" Type="http://schemas.openxmlformats.org/officeDocument/2006/relationships/customXml" Target="../ink/ink1356.xml"/><Relationship Id="rId51" Type="http://schemas.openxmlformats.org/officeDocument/2006/relationships/image" Target="../media/image1368.png"/><Relationship Id="rId72" Type="http://schemas.openxmlformats.org/officeDocument/2006/relationships/customXml" Target="../ink/ink1388.xml"/><Relationship Id="rId93" Type="http://schemas.openxmlformats.org/officeDocument/2006/relationships/image" Target="../media/image1389.png"/><Relationship Id="rId98" Type="http://schemas.openxmlformats.org/officeDocument/2006/relationships/customXml" Target="../ink/ink1401.xml"/><Relationship Id="rId121" Type="http://schemas.openxmlformats.org/officeDocument/2006/relationships/image" Target="../media/image1403.png"/><Relationship Id="rId3" Type="http://schemas.openxmlformats.org/officeDocument/2006/relationships/image" Target="../media/image1344.png"/><Relationship Id="rId25" Type="http://schemas.openxmlformats.org/officeDocument/2006/relationships/image" Target="../media/image1355.png"/><Relationship Id="rId46" Type="http://schemas.openxmlformats.org/officeDocument/2006/relationships/customXml" Target="../ink/ink1375.xml"/><Relationship Id="rId67" Type="http://schemas.openxmlformats.org/officeDocument/2006/relationships/image" Target="../media/image1376.png"/><Relationship Id="rId116" Type="http://schemas.openxmlformats.org/officeDocument/2006/relationships/customXml" Target="../ink/ink1410.xml"/><Relationship Id="rId137" Type="http://schemas.openxmlformats.org/officeDocument/2006/relationships/image" Target="../media/image1411.png"/><Relationship Id="rId20" Type="http://schemas.openxmlformats.org/officeDocument/2006/relationships/customXml" Target="../ink/ink1362.xml"/><Relationship Id="rId41" Type="http://schemas.openxmlformats.org/officeDocument/2006/relationships/image" Target="../media/image1363.png"/><Relationship Id="rId62" Type="http://schemas.openxmlformats.org/officeDocument/2006/relationships/customXml" Target="../ink/ink1383.xml"/><Relationship Id="rId83" Type="http://schemas.openxmlformats.org/officeDocument/2006/relationships/image" Target="../media/image1384.png"/><Relationship Id="rId88" Type="http://schemas.openxmlformats.org/officeDocument/2006/relationships/customXml" Target="../ink/ink1396.xml"/><Relationship Id="rId111" Type="http://schemas.openxmlformats.org/officeDocument/2006/relationships/image" Target="../media/image1398.png"/><Relationship Id="rId132" Type="http://schemas.openxmlformats.org/officeDocument/2006/relationships/customXml" Target="../ink/ink1418.xml"/><Relationship Id="rId15" Type="http://schemas.openxmlformats.org/officeDocument/2006/relationships/image" Target="../media/image1350.png"/><Relationship Id="rId36" Type="http://schemas.openxmlformats.org/officeDocument/2006/relationships/customXml" Target="../ink/ink1370.xml"/><Relationship Id="rId57" Type="http://schemas.openxmlformats.org/officeDocument/2006/relationships/image" Target="../media/image1371.png"/><Relationship Id="rId106" Type="http://schemas.openxmlformats.org/officeDocument/2006/relationships/customXml" Target="../ink/ink1405.xml"/><Relationship Id="rId127" Type="http://schemas.openxmlformats.org/officeDocument/2006/relationships/image" Target="../media/image1406.png"/><Relationship Id="rId10" Type="http://schemas.openxmlformats.org/officeDocument/2006/relationships/customXml" Target="../ink/ink1357.xml"/><Relationship Id="rId31" Type="http://schemas.openxmlformats.org/officeDocument/2006/relationships/image" Target="../media/image1358.png"/><Relationship Id="rId52" Type="http://schemas.openxmlformats.org/officeDocument/2006/relationships/customXml" Target="../ink/ink1378.xml"/><Relationship Id="rId73" Type="http://schemas.openxmlformats.org/officeDocument/2006/relationships/image" Target="../media/image1379.png"/><Relationship Id="rId78" Type="http://schemas.openxmlformats.org/officeDocument/2006/relationships/customXml" Target="../ink/ink1391.xml"/><Relationship Id="rId94" Type="http://schemas.openxmlformats.org/officeDocument/2006/relationships/customXml" Target="../ink/ink1399.xml"/><Relationship Id="rId99" Type="http://schemas.openxmlformats.org/officeDocument/2006/relationships/image" Target="../media/image1392.png"/><Relationship Id="rId101" Type="http://schemas.openxmlformats.org/officeDocument/2006/relationships/image" Target="../media/image1393.png"/><Relationship Id="rId122" Type="http://schemas.openxmlformats.org/officeDocument/2006/relationships/customXml" Target="../ink/ink1413.xml"/><Relationship Id="rId4" Type="http://schemas.openxmlformats.org/officeDocument/2006/relationships/customXml" Target="../ink/ink1354.xml"/><Relationship Id="rId9" Type="http://schemas.openxmlformats.org/officeDocument/2006/relationships/image" Target="../media/image1347.png"/><Relationship Id="rId26" Type="http://schemas.openxmlformats.org/officeDocument/2006/relationships/customXml" Target="../ink/ink1365.xml"/><Relationship Id="rId47" Type="http://schemas.openxmlformats.org/officeDocument/2006/relationships/image" Target="../media/image1366.png"/><Relationship Id="rId68" Type="http://schemas.openxmlformats.org/officeDocument/2006/relationships/customXml" Target="../ink/ink1386.xml"/><Relationship Id="rId89" Type="http://schemas.openxmlformats.org/officeDocument/2006/relationships/image" Target="../media/image1387.png"/><Relationship Id="rId112" Type="http://schemas.openxmlformats.org/officeDocument/2006/relationships/customXml" Target="../ink/ink1408.xml"/><Relationship Id="rId133" Type="http://schemas.openxmlformats.org/officeDocument/2006/relationships/image" Target="../media/image14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CA6-A0C6-B74E-291A-6AA401600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D2F46-D937-1A21-07AD-9B6C58A25E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798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60A97E5-1644-A655-B3D4-6AEB3FF77F51}"/>
                  </a:ext>
                </a:extLst>
              </p14:cNvPr>
              <p14:cNvContentPartPr/>
              <p14:nvPr/>
            </p14:nvContentPartPr>
            <p14:xfrm>
              <a:off x="1825353" y="248400"/>
              <a:ext cx="15480" cy="13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60A97E5-1644-A655-B3D4-6AEB3FF77F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7713" y="230400"/>
                <a:ext cx="5112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3DC0D3B-C772-1D3E-8C51-BAE33AA8DE72}"/>
              </a:ext>
            </a:extLst>
          </p:cNvPr>
          <p:cNvGrpSpPr/>
          <p:nvPr/>
        </p:nvGrpSpPr>
        <p:grpSpPr>
          <a:xfrm>
            <a:off x="538353" y="605815"/>
            <a:ext cx="940320" cy="684065"/>
            <a:chOff x="538353" y="605815"/>
            <a:chExt cx="940320" cy="68406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9F9C491-344D-2062-1248-89AD0EB33C75}"/>
                    </a:ext>
                  </a:extLst>
                </p14:cNvPr>
                <p14:cNvContentPartPr/>
                <p14:nvPr/>
              </p14:nvContentPartPr>
              <p14:xfrm>
                <a:off x="538353" y="605815"/>
                <a:ext cx="450000" cy="250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9F9C491-344D-2062-1248-89AD0EB33C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4033" y="601495"/>
                  <a:ext cx="458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518EFE-A7C0-127D-4972-2836E66562BC}"/>
                    </a:ext>
                  </a:extLst>
                </p14:cNvPr>
                <p14:cNvContentPartPr/>
                <p14:nvPr/>
              </p14:nvContentPartPr>
              <p14:xfrm>
                <a:off x="762633" y="677455"/>
                <a:ext cx="97200" cy="523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518EFE-A7C0-127D-4972-2836E66562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8313" y="673135"/>
                  <a:ext cx="10584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3FCBE8-7720-5FE9-07E7-D72AB9D0CD06}"/>
                    </a:ext>
                  </a:extLst>
                </p14:cNvPr>
                <p14:cNvContentPartPr/>
                <p14:nvPr/>
              </p14:nvContentPartPr>
              <p14:xfrm>
                <a:off x="586593" y="606600"/>
                <a:ext cx="437400" cy="25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3FCBE8-7720-5FE9-07E7-D72AB9D0CD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953" y="588600"/>
                  <a:ext cx="4730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FD1BEB-F4D7-E95D-E307-A405022FEEC5}"/>
                    </a:ext>
                  </a:extLst>
                </p14:cNvPr>
                <p14:cNvContentPartPr/>
                <p14:nvPr/>
              </p14:nvContentPartPr>
              <p14:xfrm>
                <a:off x="773433" y="665280"/>
                <a:ext cx="74160" cy="624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FD1BEB-F4D7-E95D-E307-A405022FEE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5433" y="647640"/>
                  <a:ext cx="10980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469E55-C63E-1CDD-E6A5-AD5A0C61B903}"/>
                    </a:ext>
                  </a:extLst>
                </p14:cNvPr>
                <p14:cNvContentPartPr/>
                <p14:nvPr/>
              </p14:nvContentPartPr>
              <p14:xfrm>
                <a:off x="924633" y="903240"/>
                <a:ext cx="266760" cy="252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469E55-C63E-1CDD-E6A5-AD5A0C61B9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6633" y="885600"/>
                  <a:ext cx="302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50D63A-9742-5CDB-B3B1-BCA6E3CC204A}"/>
                    </a:ext>
                  </a:extLst>
                </p14:cNvPr>
                <p14:cNvContentPartPr/>
                <p14:nvPr/>
              </p14:nvContentPartPr>
              <p14:xfrm>
                <a:off x="1302633" y="990000"/>
                <a:ext cx="176040" cy="234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50D63A-9742-5CDB-B3B1-BCA6E3CC20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84993" y="972000"/>
                  <a:ext cx="21168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307398-F482-EA1B-1095-55AECA50543B}"/>
              </a:ext>
            </a:extLst>
          </p:cNvPr>
          <p:cNvGrpSpPr/>
          <p:nvPr/>
        </p:nvGrpSpPr>
        <p:grpSpPr>
          <a:xfrm>
            <a:off x="2160873" y="712440"/>
            <a:ext cx="1706040" cy="542160"/>
            <a:chOff x="2160873" y="712440"/>
            <a:chExt cx="170604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A19E90-188F-78F0-9E70-ADD25CF7D090}"/>
                    </a:ext>
                  </a:extLst>
                </p14:cNvPr>
                <p14:cNvContentPartPr/>
                <p14:nvPr/>
              </p14:nvContentPartPr>
              <p14:xfrm>
                <a:off x="2160873" y="715680"/>
                <a:ext cx="794880" cy="513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A19E90-188F-78F0-9E70-ADD25CF7D0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2873" y="698040"/>
                  <a:ext cx="83052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D2AAB0-834B-D98F-D809-5CE1F7A1A07C}"/>
                    </a:ext>
                  </a:extLst>
                </p14:cNvPr>
                <p14:cNvContentPartPr/>
                <p14:nvPr/>
              </p14:nvContentPartPr>
              <p14:xfrm>
                <a:off x="3032073" y="853920"/>
                <a:ext cx="369000" cy="40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D2AAB0-834B-D98F-D809-5CE1F7A1A0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14433" y="836280"/>
                  <a:ext cx="40464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4B9429-5BAE-391A-1210-7586802867A3}"/>
                    </a:ext>
                  </a:extLst>
                </p14:cNvPr>
                <p14:cNvContentPartPr/>
                <p14:nvPr/>
              </p14:nvContentPartPr>
              <p14:xfrm>
                <a:off x="3463353" y="712440"/>
                <a:ext cx="237240" cy="496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4B9429-5BAE-391A-1210-7586802867A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45353" y="694800"/>
                  <a:ext cx="27288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C172D4-23B7-1E93-CF6C-BB4F1E3F21EA}"/>
                    </a:ext>
                  </a:extLst>
                </p14:cNvPr>
                <p14:cNvContentPartPr/>
                <p14:nvPr/>
              </p14:nvContentPartPr>
              <p14:xfrm>
                <a:off x="3637593" y="987840"/>
                <a:ext cx="229320" cy="179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C172D4-23B7-1E93-CF6C-BB4F1E3F21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19953" y="970200"/>
                  <a:ext cx="264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AD7F5E-2623-6D13-9B0D-52F5A834E0B3}"/>
                    </a:ext>
                  </a:extLst>
                </p14:cNvPr>
                <p14:cNvContentPartPr/>
                <p14:nvPr/>
              </p14:nvContentPartPr>
              <p14:xfrm>
                <a:off x="2727513" y="883800"/>
                <a:ext cx="352800" cy="88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AD7F5E-2623-6D13-9B0D-52F5A834E0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09873" y="865800"/>
                  <a:ext cx="38844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2C021B-1B72-E22B-A7A3-128F99E17E73}"/>
                  </a:ext>
                </a:extLst>
              </p14:cNvPr>
              <p14:cNvContentPartPr/>
              <p14:nvPr/>
            </p14:nvContentPartPr>
            <p14:xfrm>
              <a:off x="4495113" y="638280"/>
              <a:ext cx="739080" cy="1229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2C021B-1B72-E22B-A7A3-128F99E17E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473" y="620280"/>
                <a:ext cx="774720" cy="126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F39D93F-6DAC-64DB-E129-8705CA692E7C}"/>
              </a:ext>
            </a:extLst>
          </p:cNvPr>
          <p:cNvGrpSpPr/>
          <p:nvPr/>
        </p:nvGrpSpPr>
        <p:grpSpPr>
          <a:xfrm>
            <a:off x="5781393" y="772560"/>
            <a:ext cx="1383120" cy="963000"/>
            <a:chOff x="5781393" y="772560"/>
            <a:chExt cx="1383120" cy="9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6B73CF-A64B-E1A6-4EA7-2851740E96A5}"/>
                    </a:ext>
                  </a:extLst>
                </p14:cNvPr>
                <p14:cNvContentPartPr/>
                <p14:nvPr/>
              </p14:nvContentPartPr>
              <p14:xfrm>
                <a:off x="5781393" y="772560"/>
                <a:ext cx="924840" cy="419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6B73CF-A64B-E1A6-4EA7-2851740E96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63393" y="754920"/>
                  <a:ext cx="9604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2C6FAE-6F88-B901-37E5-251C534EB0B0}"/>
                    </a:ext>
                  </a:extLst>
                </p14:cNvPr>
                <p14:cNvContentPartPr/>
                <p14:nvPr/>
              </p14:nvContentPartPr>
              <p14:xfrm>
                <a:off x="6696873" y="836280"/>
                <a:ext cx="34200" cy="45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2C6FAE-6F88-B901-37E5-251C534EB0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79233" y="818280"/>
                  <a:ext cx="69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3CFB6A-1A43-B90D-6EAC-B995EF197B0D}"/>
                    </a:ext>
                  </a:extLst>
                </p14:cNvPr>
                <p14:cNvContentPartPr/>
                <p14:nvPr/>
              </p14:nvContentPartPr>
              <p14:xfrm>
                <a:off x="6767073" y="987480"/>
                <a:ext cx="198360" cy="182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3CFB6A-1A43-B90D-6EAC-B995EF197B0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49073" y="969840"/>
                  <a:ext cx="234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141D99-C670-12D5-E5BA-A091972E7167}"/>
                    </a:ext>
                  </a:extLst>
                </p14:cNvPr>
                <p14:cNvContentPartPr/>
                <p14:nvPr/>
              </p14:nvContentPartPr>
              <p14:xfrm>
                <a:off x="6879033" y="974520"/>
                <a:ext cx="285480" cy="761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141D99-C670-12D5-E5BA-A091972E71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61033" y="956520"/>
                  <a:ext cx="321120" cy="79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028FCD-D25E-8FB7-7A88-568AE20EBA4E}"/>
              </a:ext>
            </a:extLst>
          </p:cNvPr>
          <p:cNvGrpSpPr/>
          <p:nvPr/>
        </p:nvGrpSpPr>
        <p:grpSpPr>
          <a:xfrm>
            <a:off x="7668153" y="777600"/>
            <a:ext cx="1246680" cy="457200"/>
            <a:chOff x="7668153" y="777600"/>
            <a:chExt cx="124668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6490A70-53E7-3B01-BA29-0E2F6898E746}"/>
                    </a:ext>
                  </a:extLst>
                </p14:cNvPr>
                <p14:cNvContentPartPr/>
                <p14:nvPr/>
              </p14:nvContentPartPr>
              <p14:xfrm>
                <a:off x="7668153" y="777600"/>
                <a:ext cx="345600" cy="448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6490A70-53E7-3B01-BA29-0E2F6898E7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50513" y="759960"/>
                  <a:ext cx="3812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3C0989-BCF8-DAB7-DE07-51B20CF6EFC8}"/>
                    </a:ext>
                  </a:extLst>
                </p14:cNvPr>
                <p14:cNvContentPartPr/>
                <p14:nvPr/>
              </p14:nvContentPartPr>
              <p14:xfrm>
                <a:off x="7968033" y="872280"/>
                <a:ext cx="63000" cy="37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3C0989-BCF8-DAB7-DE07-51B20CF6EFC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0393" y="854280"/>
                  <a:ext cx="98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C49F4BD-EA11-0B4D-27EB-4B673210FF05}"/>
                    </a:ext>
                  </a:extLst>
                </p14:cNvPr>
                <p14:cNvContentPartPr/>
                <p14:nvPr/>
              </p14:nvContentPartPr>
              <p14:xfrm>
                <a:off x="8076393" y="1011240"/>
                <a:ext cx="372600" cy="214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C49F4BD-EA11-0B4D-27EB-4B673210FF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58393" y="993600"/>
                  <a:ext cx="408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C328BF6-335B-1578-14A3-CAB4C9B68AA4}"/>
                    </a:ext>
                  </a:extLst>
                </p14:cNvPr>
                <p14:cNvContentPartPr/>
                <p14:nvPr/>
              </p14:nvContentPartPr>
              <p14:xfrm>
                <a:off x="8487513" y="1014120"/>
                <a:ext cx="135720" cy="207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C328BF6-335B-1578-14A3-CAB4C9B68A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9873" y="996120"/>
                  <a:ext cx="1713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A8779F-D199-A72A-7EB6-6C8416D7C9A2}"/>
                    </a:ext>
                  </a:extLst>
                </p14:cNvPr>
                <p14:cNvContentPartPr/>
                <p14:nvPr/>
              </p14:nvContentPartPr>
              <p14:xfrm>
                <a:off x="8705313" y="978480"/>
                <a:ext cx="209520" cy="256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A8779F-D199-A72A-7EB6-6C8416D7C9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87673" y="960480"/>
                  <a:ext cx="24516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7B953C7-AB18-35F7-8FF6-D6FE45242673}"/>
              </a:ext>
            </a:extLst>
          </p:cNvPr>
          <p:cNvGrpSpPr/>
          <p:nvPr/>
        </p:nvGrpSpPr>
        <p:grpSpPr>
          <a:xfrm>
            <a:off x="545913" y="1517400"/>
            <a:ext cx="1753200" cy="1041120"/>
            <a:chOff x="545913" y="1517400"/>
            <a:chExt cx="1753200" cy="10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8DADDA-DE3D-4FB5-77A7-6E778F0E506C}"/>
                    </a:ext>
                  </a:extLst>
                </p14:cNvPr>
                <p14:cNvContentPartPr/>
                <p14:nvPr/>
              </p14:nvContentPartPr>
              <p14:xfrm>
                <a:off x="545913" y="1517400"/>
                <a:ext cx="307800" cy="1041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8DADDA-DE3D-4FB5-77A7-6E778F0E50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8273" y="1499400"/>
                  <a:ext cx="343440" cy="10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5E3A10-A30F-26E0-F415-27BAB53F1820}"/>
                    </a:ext>
                  </a:extLst>
                </p14:cNvPr>
                <p14:cNvContentPartPr/>
                <p14:nvPr/>
              </p14:nvContentPartPr>
              <p14:xfrm>
                <a:off x="860913" y="1719720"/>
                <a:ext cx="631800" cy="410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5E3A10-A30F-26E0-F415-27BAB53F182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2913" y="1701720"/>
                  <a:ext cx="6674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3BFE475-5D3B-626E-E849-3927AF064B80}"/>
                    </a:ext>
                  </a:extLst>
                </p14:cNvPr>
                <p14:cNvContentPartPr/>
                <p14:nvPr/>
              </p14:nvContentPartPr>
              <p14:xfrm>
                <a:off x="1523673" y="1703520"/>
                <a:ext cx="83160" cy="371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3BFE475-5D3B-626E-E849-3927AF064B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06033" y="1685880"/>
                  <a:ext cx="1188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05B815-5AE7-714F-F859-02F0AD70718F}"/>
                    </a:ext>
                  </a:extLst>
                </p14:cNvPr>
                <p14:cNvContentPartPr/>
                <p14:nvPr/>
              </p14:nvContentPartPr>
              <p14:xfrm>
                <a:off x="1692513" y="1879200"/>
                <a:ext cx="192960" cy="175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05B815-5AE7-714F-F859-02F0AD70718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74513" y="1861560"/>
                  <a:ext cx="228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9C2163-D30D-F83C-97DC-3A0344B906E4}"/>
                    </a:ext>
                  </a:extLst>
                </p14:cNvPr>
                <p14:cNvContentPartPr/>
                <p14:nvPr/>
              </p14:nvContentPartPr>
              <p14:xfrm>
                <a:off x="1944153" y="1827000"/>
                <a:ext cx="354960" cy="238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9C2163-D30D-F83C-97DC-3A0344B906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26513" y="1809000"/>
                  <a:ext cx="39060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CC2BF81-DB8F-B3EC-6EDF-372B3109133F}"/>
                  </a:ext>
                </a:extLst>
              </p14:cNvPr>
              <p14:cNvContentPartPr/>
              <p14:nvPr/>
            </p14:nvContentPartPr>
            <p14:xfrm>
              <a:off x="2791593" y="1940760"/>
              <a:ext cx="5760" cy="338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CC2BF81-DB8F-B3EC-6EDF-372B3109133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773593" y="1923120"/>
                <a:ext cx="414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54AFF29-DF7D-22FB-0177-C888C9AF199F}"/>
                  </a:ext>
                </a:extLst>
              </p14:cNvPr>
              <p14:cNvContentPartPr/>
              <p14:nvPr/>
            </p14:nvContentPartPr>
            <p14:xfrm>
              <a:off x="2775033" y="2183760"/>
              <a:ext cx="3960" cy="529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54AFF29-DF7D-22FB-0177-C888C9AF199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57033" y="2165760"/>
                <a:ext cx="3960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5322560C-4EE6-D121-9D10-51CA1BE94500}"/>
              </a:ext>
            </a:extLst>
          </p:cNvPr>
          <p:cNvGrpSpPr/>
          <p:nvPr/>
        </p:nvGrpSpPr>
        <p:grpSpPr>
          <a:xfrm>
            <a:off x="3510873" y="1823040"/>
            <a:ext cx="5083560" cy="1920960"/>
            <a:chOff x="3510873" y="1823040"/>
            <a:chExt cx="5083560" cy="19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84E4114-7B13-E5E4-B8CF-B5A2F6B37732}"/>
                    </a:ext>
                  </a:extLst>
                </p14:cNvPr>
                <p14:cNvContentPartPr/>
                <p14:nvPr/>
              </p14:nvContentPartPr>
              <p14:xfrm>
                <a:off x="3681513" y="1883520"/>
                <a:ext cx="398520" cy="553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84E4114-7B13-E5E4-B8CF-B5A2F6B377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63513" y="1865880"/>
                  <a:ext cx="43416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4D5C52-F3D1-8E42-FE6C-27515461EF1E}"/>
                    </a:ext>
                  </a:extLst>
                </p14:cNvPr>
                <p14:cNvContentPartPr/>
                <p14:nvPr/>
              </p14:nvContentPartPr>
              <p14:xfrm>
                <a:off x="4148793" y="2157480"/>
                <a:ext cx="260280" cy="251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4D5C52-F3D1-8E42-FE6C-27515461EF1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1153" y="2139480"/>
                  <a:ext cx="295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AFC91A-BC76-A4E7-13ED-29F7DE80B3AF}"/>
                    </a:ext>
                  </a:extLst>
                </p14:cNvPr>
                <p14:cNvContentPartPr/>
                <p14:nvPr/>
              </p14:nvContentPartPr>
              <p14:xfrm>
                <a:off x="4352913" y="2179800"/>
                <a:ext cx="199800" cy="191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AFC91A-BC76-A4E7-13ED-29F7DE80B3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34913" y="2162160"/>
                  <a:ext cx="235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470D1B-4F96-002B-E92B-9C3B0B5D440D}"/>
                    </a:ext>
                  </a:extLst>
                </p14:cNvPr>
                <p14:cNvContentPartPr/>
                <p14:nvPr/>
              </p14:nvContentPartPr>
              <p14:xfrm>
                <a:off x="4579713" y="2155320"/>
                <a:ext cx="42840" cy="74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470D1B-4F96-002B-E92B-9C3B0B5D440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61713" y="2137320"/>
                  <a:ext cx="7848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5BE94B-73CC-2217-0F6A-31371C9D152E}"/>
                    </a:ext>
                  </a:extLst>
                </p14:cNvPr>
                <p14:cNvContentPartPr/>
                <p14:nvPr/>
              </p14:nvContentPartPr>
              <p14:xfrm>
                <a:off x="4487913" y="2192760"/>
                <a:ext cx="284400" cy="203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5BE94B-73CC-2217-0F6A-31371C9D152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69913" y="2174760"/>
                  <a:ext cx="320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4C22327-6A67-81B4-76D2-4CEE3BF0AD5A}"/>
                    </a:ext>
                  </a:extLst>
                </p14:cNvPr>
                <p14:cNvContentPartPr/>
                <p14:nvPr/>
              </p14:nvContentPartPr>
              <p14:xfrm>
                <a:off x="4819113" y="1940760"/>
                <a:ext cx="428040" cy="455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4C22327-6A67-81B4-76D2-4CEE3BF0AD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01113" y="1923120"/>
                  <a:ext cx="4636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AA0164-0B90-151D-8F30-55F6EE18A2E9}"/>
                    </a:ext>
                  </a:extLst>
                </p14:cNvPr>
                <p14:cNvContentPartPr/>
                <p14:nvPr/>
              </p14:nvContentPartPr>
              <p14:xfrm>
                <a:off x="5140953" y="2041560"/>
                <a:ext cx="59760" cy="47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AA0164-0B90-151D-8F30-55F6EE18A2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22953" y="2023920"/>
                  <a:ext cx="95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C6C0E8-80B6-0BFF-B4F5-BDAC5521027E}"/>
                    </a:ext>
                  </a:extLst>
                </p14:cNvPr>
                <p14:cNvContentPartPr/>
                <p14:nvPr/>
              </p14:nvContentPartPr>
              <p14:xfrm>
                <a:off x="5250393" y="2259360"/>
                <a:ext cx="149040" cy="156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C6C0E8-80B6-0BFF-B4F5-BDAC5521027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32753" y="2241360"/>
                  <a:ext cx="184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02633A-2D27-1C21-4212-F499B5E4BB1D}"/>
                    </a:ext>
                  </a:extLst>
                </p14:cNvPr>
                <p14:cNvContentPartPr/>
                <p14:nvPr/>
              </p14:nvContentPartPr>
              <p14:xfrm>
                <a:off x="5549193" y="1872720"/>
                <a:ext cx="381600" cy="566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02633A-2D27-1C21-4212-F499B5E4BB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31193" y="1855080"/>
                  <a:ext cx="4172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B34EA92-F8A0-D0CC-2802-09C2AF88AB83}"/>
                    </a:ext>
                  </a:extLst>
                </p14:cNvPr>
                <p14:cNvContentPartPr/>
                <p14:nvPr/>
              </p14:nvContentPartPr>
              <p14:xfrm>
                <a:off x="6539193" y="2462400"/>
                <a:ext cx="5760" cy="11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B34EA92-F8A0-D0CC-2802-09C2AF88AB8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21193" y="2444400"/>
                  <a:ext cx="41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3289CA-D484-9908-BE76-6242A2977F84}"/>
                    </a:ext>
                  </a:extLst>
                </p14:cNvPr>
                <p14:cNvContentPartPr/>
                <p14:nvPr/>
              </p14:nvContentPartPr>
              <p14:xfrm>
                <a:off x="6489513" y="1888200"/>
                <a:ext cx="1018080" cy="567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3289CA-D484-9908-BE76-6242A2977F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71873" y="1870200"/>
                  <a:ext cx="105372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94BE153-71BB-075A-F563-9A35FA5CCF53}"/>
                    </a:ext>
                  </a:extLst>
                </p14:cNvPr>
                <p14:cNvContentPartPr/>
                <p14:nvPr/>
              </p14:nvContentPartPr>
              <p14:xfrm>
                <a:off x="7507593" y="1966680"/>
                <a:ext cx="303120" cy="375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94BE153-71BB-075A-F563-9A35FA5CCF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89953" y="1948680"/>
                  <a:ext cx="3387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9184448-E469-8D4D-46BA-C84B24B8D726}"/>
                    </a:ext>
                  </a:extLst>
                </p14:cNvPr>
                <p14:cNvContentPartPr/>
                <p14:nvPr/>
              </p14:nvContentPartPr>
              <p14:xfrm>
                <a:off x="7818273" y="2122560"/>
                <a:ext cx="132480" cy="187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9184448-E469-8D4D-46BA-C84B24B8D72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00633" y="2104920"/>
                  <a:ext cx="168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E7C580-AB52-A026-4179-801D34FD6474}"/>
                    </a:ext>
                  </a:extLst>
                </p14:cNvPr>
                <p14:cNvContentPartPr/>
                <p14:nvPr/>
              </p14:nvContentPartPr>
              <p14:xfrm>
                <a:off x="8043993" y="1823040"/>
                <a:ext cx="231120" cy="516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E7C580-AB52-A026-4179-801D34FD647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26353" y="1805400"/>
                  <a:ext cx="26676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999EAE7-894E-9448-53F8-8C48013E2F9D}"/>
                    </a:ext>
                  </a:extLst>
                </p14:cNvPr>
                <p14:cNvContentPartPr/>
                <p14:nvPr/>
              </p14:nvContentPartPr>
              <p14:xfrm>
                <a:off x="7128873" y="2111760"/>
                <a:ext cx="304200" cy="36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999EAE7-894E-9448-53F8-8C48013E2F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11233" y="2094120"/>
                  <a:ext cx="339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6DB0FC9-4AEE-C028-9D15-8DE3A2F516FE}"/>
                    </a:ext>
                  </a:extLst>
                </p14:cNvPr>
                <p14:cNvContentPartPr/>
                <p14:nvPr/>
              </p14:nvContentPartPr>
              <p14:xfrm>
                <a:off x="3510873" y="2828520"/>
                <a:ext cx="357120" cy="509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6DB0FC9-4AEE-C028-9D15-8DE3A2F516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93233" y="2810520"/>
                  <a:ext cx="39276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2BF7564-2EAC-A297-4640-ABE3DF7E04EF}"/>
                    </a:ext>
                  </a:extLst>
                </p14:cNvPr>
                <p14:cNvContentPartPr/>
                <p14:nvPr/>
              </p14:nvContentPartPr>
              <p14:xfrm>
                <a:off x="3916953" y="3160440"/>
                <a:ext cx="62280" cy="160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2BF7564-2EAC-A297-4640-ABE3DF7E04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99313" y="3142800"/>
                  <a:ext cx="97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A4313A2-5B1A-D938-0026-F301876F0690}"/>
                    </a:ext>
                  </a:extLst>
                </p14:cNvPr>
                <p14:cNvContentPartPr/>
                <p14:nvPr/>
              </p14:nvContentPartPr>
              <p14:xfrm>
                <a:off x="3934593" y="2970000"/>
                <a:ext cx="65160" cy="2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A4313A2-5B1A-D938-0026-F301876F06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16593" y="2952000"/>
                  <a:ext cx="100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B8B87BB-3229-0B3E-7E57-229E948190E2}"/>
                    </a:ext>
                  </a:extLst>
                </p14:cNvPr>
                <p14:cNvContentPartPr/>
                <p14:nvPr/>
              </p14:nvContentPartPr>
              <p14:xfrm>
                <a:off x="4093713" y="3153600"/>
                <a:ext cx="456120" cy="229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B8B87BB-3229-0B3E-7E57-229E948190E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75713" y="3135600"/>
                  <a:ext cx="491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8CD3D98-3F1D-AC6F-864F-2DF79D069796}"/>
                    </a:ext>
                  </a:extLst>
                </p14:cNvPr>
                <p14:cNvContentPartPr/>
                <p14:nvPr/>
              </p14:nvContentPartPr>
              <p14:xfrm>
                <a:off x="4645233" y="3183840"/>
                <a:ext cx="43560" cy="560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8CD3D98-3F1D-AC6F-864F-2DF79D0697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27233" y="3165840"/>
                  <a:ext cx="7920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04F3F1-8D5D-B15C-FB61-DBF3F5E7EE72}"/>
                    </a:ext>
                  </a:extLst>
                </p14:cNvPr>
                <p14:cNvContentPartPr/>
                <p14:nvPr/>
              </p14:nvContentPartPr>
              <p14:xfrm>
                <a:off x="4554153" y="2924280"/>
                <a:ext cx="721440" cy="414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404F3F1-8D5D-B15C-FB61-DBF3F5E7EE7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36153" y="2906280"/>
                  <a:ext cx="7570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73C02A-717E-6FE8-9A64-D7ED67146DB7}"/>
                    </a:ext>
                  </a:extLst>
                </p14:cNvPr>
                <p14:cNvContentPartPr/>
                <p14:nvPr/>
              </p14:nvContentPartPr>
              <p14:xfrm>
                <a:off x="5331033" y="3111840"/>
                <a:ext cx="304200" cy="213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73C02A-717E-6FE8-9A64-D7ED67146D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13393" y="3094200"/>
                  <a:ext cx="339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462EAE7-1B76-568E-140F-F812CDC19C4F}"/>
                    </a:ext>
                  </a:extLst>
                </p14:cNvPr>
                <p14:cNvContentPartPr/>
                <p14:nvPr/>
              </p14:nvContentPartPr>
              <p14:xfrm>
                <a:off x="8564193" y="3135240"/>
                <a:ext cx="30240" cy="1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462EAE7-1B76-568E-140F-F812CDC19C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46553" y="3117600"/>
                  <a:ext cx="65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46E983-63A1-5F51-0DFA-9C02BC5FDCC1}"/>
                    </a:ext>
                  </a:extLst>
                </p14:cNvPr>
                <p14:cNvContentPartPr/>
                <p14:nvPr/>
              </p14:nvContentPartPr>
              <p14:xfrm>
                <a:off x="6312393" y="2800080"/>
                <a:ext cx="883440" cy="455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46E983-63A1-5F51-0DFA-9C02BC5FDC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94753" y="2782080"/>
                  <a:ext cx="9190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80FF38E-345B-E900-B56C-6CCDDEED53B2}"/>
                    </a:ext>
                  </a:extLst>
                </p14:cNvPr>
                <p14:cNvContentPartPr/>
                <p14:nvPr/>
              </p14:nvContentPartPr>
              <p14:xfrm>
                <a:off x="7293753" y="2816280"/>
                <a:ext cx="192240" cy="398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80FF38E-345B-E900-B56C-6CCDDEED53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75753" y="2798640"/>
                  <a:ext cx="2278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A7E4885-1979-1F4E-C65E-EF636BA6A6C5}"/>
                    </a:ext>
                  </a:extLst>
                </p14:cNvPr>
                <p14:cNvContentPartPr/>
                <p14:nvPr/>
              </p14:nvContentPartPr>
              <p14:xfrm>
                <a:off x="7555113" y="3026520"/>
                <a:ext cx="151560" cy="205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A7E4885-1979-1F4E-C65E-EF636BA6A6C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37473" y="3008880"/>
                  <a:ext cx="1872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DEFF86-37F1-E12E-8182-20DAE5E9FD9C}"/>
                    </a:ext>
                  </a:extLst>
                </p14:cNvPr>
                <p14:cNvContentPartPr/>
                <p14:nvPr/>
              </p14:nvContentPartPr>
              <p14:xfrm>
                <a:off x="7827633" y="2720520"/>
                <a:ext cx="209520" cy="489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DEFF86-37F1-E12E-8182-20DAE5E9FD9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09993" y="2702880"/>
                  <a:ext cx="2451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7C527F-E2AE-AAD7-D0B8-999FA457B789}"/>
                    </a:ext>
                  </a:extLst>
                </p14:cNvPr>
                <p14:cNvContentPartPr/>
                <p14:nvPr/>
              </p14:nvContentPartPr>
              <p14:xfrm>
                <a:off x="6761673" y="2983680"/>
                <a:ext cx="338040" cy="55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7C527F-E2AE-AAD7-D0B8-999FA457B7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44033" y="2965680"/>
                  <a:ext cx="373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D29A17-DBA7-9445-7921-E93AE067FC1E}"/>
                    </a:ext>
                  </a:extLst>
                </p14:cNvPr>
                <p14:cNvContentPartPr/>
                <p14:nvPr/>
              </p14:nvContentPartPr>
              <p14:xfrm>
                <a:off x="3823353" y="2485800"/>
                <a:ext cx="4699800" cy="94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D29A17-DBA7-9445-7921-E93AE067FC1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353" y="2467800"/>
                  <a:ext cx="473544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313D2FC-ECCC-3529-6951-1C5B14223544}"/>
                  </a:ext>
                </a:extLst>
              </p14:cNvPr>
              <p14:cNvContentPartPr/>
              <p14:nvPr/>
            </p14:nvContentPartPr>
            <p14:xfrm>
              <a:off x="8626113" y="2123280"/>
              <a:ext cx="259200" cy="238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313D2FC-ECCC-3529-6951-1C5B1422354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608473" y="2105280"/>
                <a:ext cx="2948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C1BA61-1F9C-162A-6814-EE5AEC7C1600}"/>
                  </a:ext>
                </a:extLst>
              </p14:cNvPr>
              <p14:cNvContentPartPr/>
              <p14:nvPr/>
            </p14:nvContentPartPr>
            <p14:xfrm>
              <a:off x="9426033" y="2140560"/>
              <a:ext cx="479880" cy="2610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C1BA61-1F9C-162A-6814-EE5AEC7C160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408033" y="2122560"/>
                <a:ext cx="51552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AFAC0F3-DE94-A58F-2D3B-B684E2B081D8}"/>
              </a:ext>
            </a:extLst>
          </p:cNvPr>
          <p:cNvGrpSpPr/>
          <p:nvPr/>
        </p:nvGrpSpPr>
        <p:grpSpPr>
          <a:xfrm>
            <a:off x="9413073" y="763200"/>
            <a:ext cx="2739240" cy="1971000"/>
            <a:chOff x="9413073" y="763200"/>
            <a:chExt cx="2739240" cy="19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E3B217-324C-9B5E-BCE3-6DADB996FBE4}"/>
                    </a:ext>
                  </a:extLst>
                </p14:cNvPr>
                <p14:cNvContentPartPr/>
                <p14:nvPr/>
              </p14:nvContentPartPr>
              <p14:xfrm>
                <a:off x="9413073" y="763200"/>
                <a:ext cx="346680" cy="104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E3B217-324C-9B5E-BCE3-6DADB996FB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95433" y="745560"/>
                  <a:ext cx="382320" cy="10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DBE22C-5FD4-007A-7A61-E005BFF77CD2}"/>
                    </a:ext>
                  </a:extLst>
                </p14:cNvPr>
                <p14:cNvContentPartPr/>
                <p14:nvPr/>
              </p14:nvContentPartPr>
              <p14:xfrm>
                <a:off x="9789273" y="1132200"/>
                <a:ext cx="331920" cy="19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DBE22C-5FD4-007A-7A61-E005BFF77CD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71633" y="1114560"/>
                  <a:ext cx="367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5183D7-DE8D-7386-5529-B6726CF80299}"/>
                    </a:ext>
                  </a:extLst>
                </p14:cNvPr>
                <p14:cNvContentPartPr/>
                <p14:nvPr/>
              </p14:nvContentPartPr>
              <p14:xfrm>
                <a:off x="10129113" y="1132920"/>
                <a:ext cx="222840" cy="607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5183D7-DE8D-7386-5529-B6726CF802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11113" y="1114920"/>
                  <a:ext cx="25848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EBCFE6-65BC-B992-2655-FEEBBC68715E}"/>
                    </a:ext>
                  </a:extLst>
                </p14:cNvPr>
                <p14:cNvContentPartPr/>
                <p14:nvPr/>
              </p14:nvContentPartPr>
              <p14:xfrm>
                <a:off x="10419993" y="1130400"/>
                <a:ext cx="120600" cy="17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EBCFE6-65BC-B992-2655-FEEBBC68715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02353" y="1112400"/>
                  <a:ext cx="156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5FAEB5-48A0-EAD6-F39B-9D21D7B22631}"/>
                    </a:ext>
                  </a:extLst>
                </p14:cNvPr>
                <p14:cNvContentPartPr/>
                <p14:nvPr/>
              </p14:nvContentPartPr>
              <p14:xfrm>
                <a:off x="10621953" y="1113120"/>
                <a:ext cx="144360" cy="182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5FAEB5-48A0-EAD6-F39B-9D21D7B2263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04313" y="1095480"/>
                  <a:ext cx="180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98AE47-62B4-E006-0A9A-76FE7D74EF1D}"/>
                    </a:ext>
                  </a:extLst>
                </p14:cNvPr>
                <p14:cNvContentPartPr/>
                <p14:nvPr/>
              </p14:nvContentPartPr>
              <p14:xfrm>
                <a:off x="10861353" y="1136520"/>
                <a:ext cx="280440" cy="17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98AE47-62B4-E006-0A9A-76FE7D74EF1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43353" y="1118880"/>
                  <a:ext cx="316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A840C5-5372-68DB-5C47-CC083B8EAE52}"/>
                    </a:ext>
                  </a:extLst>
                </p14:cNvPr>
                <p14:cNvContentPartPr/>
                <p14:nvPr/>
              </p14:nvContentPartPr>
              <p14:xfrm>
                <a:off x="11265273" y="1157760"/>
                <a:ext cx="282600" cy="174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A840C5-5372-68DB-5C47-CC083B8EAE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47273" y="1140120"/>
                  <a:ext cx="318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8633BD-91C6-50F4-CBAA-756905FF67AD}"/>
                    </a:ext>
                  </a:extLst>
                </p14:cNvPr>
                <p14:cNvContentPartPr/>
                <p14:nvPr/>
              </p14:nvContentPartPr>
              <p14:xfrm>
                <a:off x="11600073" y="1178280"/>
                <a:ext cx="82080" cy="15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8633BD-91C6-50F4-CBAA-756905FF67A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82073" y="1160280"/>
                  <a:ext cx="117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C9BA703-3A60-101A-1E34-57707A76258F}"/>
                    </a:ext>
                  </a:extLst>
                </p14:cNvPr>
                <p14:cNvContentPartPr/>
                <p14:nvPr/>
              </p14:nvContentPartPr>
              <p14:xfrm>
                <a:off x="11624193" y="977400"/>
                <a:ext cx="15480" cy="10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C9BA703-3A60-101A-1E34-57707A7625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606553" y="959400"/>
                  <a:ext cx="51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21CA13E-E06E-E19B-6805-87933D9FB71E}"/>
                    </a:ext>
                  </a:extLst>
                </p14:cNvPr>
                <p14:cNvContentPartPr/>
                <p14:nvPr/>
              </p14:nvContentPartPr>
              <p14:xfrm>
                <a:off x="11705193" y="1179000"/>
                <a:ext cx="200880" cy="178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21CA13E-E06E-E19B-6805-87933D9FB71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687193" y="1161000"/>
                  <a:ext cx="236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31305D-5D53-D5E3-6F4B-DEEE9B337237}"/>
                    </a:ext>
                  </a:extLst>
                </p14:cNvPr>
                <p14:cNvContentPartPr/>
                <p14:nvPr/>
              </p14:nvContentPartPr>
              <p14:xfrm>
                <a:off x="11692593" y="1180440"/>
                <a:ext cx="459720" cy="64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31305D-5D53-D5E3-6F4B-DEEE9B3372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74953" y="1162800"/>
                  <a:ext cx="49536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7AA0784-0442-1227-72CB-23446ADDF575}"/>
                    </a:ext>
                  </a:extLst>
                </p14:cNvPr>
                <p14:cNvContentPartPr/>
                <p14:nvPr/>
              </p14:nvContentPartPr>
              <p14:xfrm>
                <a:off x="9988353" y="1964160"/>
                <a:ext cx="128520" cy="671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7AA0784-0442-1227-72CB-23446ADDF57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70713" y="1946160"/>
                  <a:ext cx="1641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8097B5-F0C1-A919-71E6-5897ECA52735}"/>
                    </a:ext>
                  </a:extLst>
                </p14:cNvPr>
                <p14:cNvContentPartPr/>
                <p14:nvPr/>
              </p14:nvContentPartPr>
              <p14:xfrm>
                <a:off x="10165833" y="2199960"/>
                <a:ext cx="247680" cy="168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8097B5-F0C1-A919-71E6-5897ECA5273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48193" y="2182320"/>
                  <a:ext cx="283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6FD435-D03B-B1C1-DD72-72A5E6C6AE4C}"/>
                    </a:ext>
                  </a:extLst>
                </p14:cNvPr>
                <p14:cNvContentPartPr/>
                <p14:nvPr/>
              </p14:nvContentPartPr>
              <p14:xfrm>
                <a:off x="10511433" y="2320200"/>
                <a:ext cx="46440" cy="160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6FD435-D03B-B1C1-DD72-72A5E6C6AE4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93433" y="2302560"/>
                  <a:ext cx="82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EB46151-2D6A-73F7-C0D2-FEC735995854}"/>
                    </a:ext>
                  </a:extLst>
                </p14:cNvPr>
                <p14:cNvContentPartPr/>
                <p14:nvPr/>
              </p14:nvContentPartPr>
              <p14:xfrm>
                <a:off x="10637073" y="2224440"/>
                <a:ext cx="171360" cy="403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EB46151-2D6A-73F7-C0D2-FEC7359958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19433" y="2206440"/>
                  <a:ext cx="20700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D2DD4B0-FF3F-F6C5-75F3-4B6622F2BFE3}"/>
                    </a:ext>
                  </a:extLst>
                </p14:cNvPr>
                <p14:cNvContentPartPr/>
                <p14:nvPr/>
              </p14:nvContentPartPr>
              <p14:xfrm>
                <a:off x="10814553" y="1870200"/>
                <a:ext cx="251280" cy="864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D2DD4B0-FF3F-F6C5-75F3-4B6622F2BFE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96553" y="1852200"/>
                  <a:ext cx="286920" cy="89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1AC117A-F140-74BD-B04F-8D49FB2F15ED}"/>
              </a:ext>
            </a:extLst>
          </p:cNvPr>
          <p:cNvGrpSpPr/>
          <p:nvPr/>
        </p:nvGrpSpPr>
        <p:grpSpPr>
          <a:xfrm>
            <a:off x="8505153" y="2940480"/>
            <a:ext cx="3110400" cy="417960"/>
            <a:chOff x="8505153" y="2940480"/>
            <a:chExt cx="311040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8C8194C-B2A8-581F-D308-F1EC3D684239}"/>
                    </a:ext>
                  </a:extLst>
                </p14:cNvPr>
                <p14:cNvContentPartPr/>
                <p14:nvPr/>
              </p14:nvContentPartPr>
              <p14:xfrm>
                <a:off x="8505153" y="3046320"/>
                <a:ext cx="258480" cy="278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8C8194C-B2A8-581F-D308-F1EC3D68423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87513" y="3028320"/>
                  <a:ext cx="294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E1E9E3F-F509-1554-78D5-088D28E45D88}"/>
                    </a:ext>
                  </a:extLst>
                </p14:cNvPr>
                <p14:cNvContentPartPr/>
                <p14:nvPr/>
              </p14:nvContentPartPr>
              <p14:xfrm>
                <a:off x="8757513" y="3295440"/>
                <a:ext cx="54000" cy="29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E1E9E3F-F509-1554-78D5-088D28E45D8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39873" y="3277800"/>
                  <a:ext cx="89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FF177E6-64E1-63F6-ACF8-CF238E4F09AF}"/>
                    </a:ext>
                  </a:extLst>
                </p14:cNvPr>
                <p14:cNvContentPartPr/>
                <p14:nvPr/>
              </p14:nvContentPartPr>
              <p14:xfrm>
                <a:off x="9049833" y="3075480"/>
                <a:ext cx="369000" cy="179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FF177E6-64E1-63F6-ACF8-CF238E4F09A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2193" y="3057480"/>
                  <a:ext cx="404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C79E769-FC7B-76C3-6EA1-D215C30F2088}"/>
                    </a:ext>
                  </a:extLst>
                </p14:cNvPr>
                <p14:cNvContentPartPr/>
                <p14:nvPr/>
              </p14:nvContentPartPr>
              <p14:xfrm>
                <a:off x="9494793" y="3085920"/>
                <a:ext cx="587520" cy="197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C79E769-FC7B-76C3-6EA1-D215C30F208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76793" y="3067920"/>
                  <a:ext cx="623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5F52F72-E824-2929-8AF1-4B4C817CE92A}"/>
                    </a:ext>
                  </a:extLst>
                </p14:cNvPr>
                <p14:cNvContentPartPr/>
                <p14:nvPr/>
              </p14:nvContentPartPr>
              <p14:xfrm>
                <a:off x="10394433" y="2940480"/>
                <a:ext cx="245160" cy="396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5F52F72-E824-2929-8AF1-4B4C817CE9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376433" y="2922840"/>
                  <a:ext cx="2808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9BA0C7-8EAC-952B-8D91-1ACB647997BE}"/>
                    </a:ext>
                  </a:extLst>
                </p14:cNvPr>
                <p14:cNvContentPartPr/>
                <p14:nvPr/>
              </p14:nvContentPartPr>
              <p14:xfrm>
                <a:off x="10412793" y="2986560"/>
                <a:ext cx="556920" cy="336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9BA0C7-8EAC-952B-8D91-1ACB647997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94793" y="2968920"/>
                  <a:ext cx="592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81E437B-FB06-E06D-D549-6B0A30CE0481}"/>
                    </a:ext>
                  </a:extLst>
                </p14:cNvPr>
                <p14:cNvContentPartPr/>
                <p14:nvPr/>
              </p14:nvContentPartPr>
              <p14:xfrm>
                <a:off x="10936233" y="3158280"/>
                <a:ext cx="679320" cy="200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81E437B-FB06-E06D-D549-6B0A30CE048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918233" y="3140280"/>
                  <a:ext cx="714960" cy="23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610D3D4-638D-3538-FC2F-DFAFF2388AF6}"/>
                  </a:ext>
                </a:extLst>
              </p14:cNvPr>
              <p14:cNvContentPartPr/>
              <p14:nvPr/>
            </p14:nvContentPartPr>
            <p14:xfrm>
              <a:off x="9024273" y="3703680"/>
              <a:ext cx="131760" cy="4291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610D3D4-638D-3538-FC2F-DFAFF2388AF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006273" y="3685680"/>
                <a:ext cx="167400" cy="46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7947709-22F7-2539-500D-2AA8CE025EE1}"/>
              </a:ext>
            </a:extLst>
          </p:cNvPr>
          <p:cNvGrpSpPr/>
          <p:nvPr/>
        </p:nvGrpSpPr>
        <p:grpSpPr>
          <a:xfrm>
            <a:off x="8956233" y="3832560"/>
            <a:ext cx="798480" cy="334800"/>
            <a:chOff x="8956233" y="3832560"/>
            <a:chExt cx="7984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BACFE2A-C634-325A-4CD4-5AE2B2D298AC}"/>
                    </a:ext>
                  </a:extLst>
                </p14:cNvPr>
                <p14:cNvContentPartPr/>
                <p14:nvPr/>
              </p14:nvContentPartPr>
              <p14:xfrm>
                <a:off x="8956233" y="3832560"/>
                <a:ext cx="277560" cy="47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BACFE2A-C634-325A-4CD4-5AE2B2D298A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38593" y="3814920"/>
                  <a:ext cx="313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DAF0D5B-AA8B-FC1D-38FA-E6B3DDE1C961}"/>
                    </a:ext>
                  </a:extLst>
                </p14:cNvPr>
                <p14:cNvContentPartPr/>
                <p14:nvPr/>
              </p14:nvContentPartPr>
              <p14:xfrm>
                <a:off x="9203193" y="3956400"/>
                <a:ext cx="551520" cy="210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DAF0D5B-AA8B-FC1D-38FA-E6B3DDE1C9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85553" y="3938760"/>
                  <a:ext cx="58716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366C12E-FF3B-D71E-43F1-C041C6909529}"/>
              </a:ext>
            </a:extLst>
          </p:cNvPr>
          <p:cNvGrpSpPr/>
          <p:nvPr/>
        </p:nvGrpSpPr>
        <p:grpSpPr>
          <a:xfrm>
            <a:off x="10189953" y="3798000"/>
            <a:ext cx="2039400" cy="424800"/>
            <a:chOff x="10189953" y="3798000"/>
            <a:chExt cx="203940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0BD5D32-54C1-302E-A47B-3F2B21652D51}"/>
                    </a:ext>
                  </a:extLst>
                </p14:cNvPr>
                <p14:cNvContentPartPr/>
                <p14:nvPr/>
              </p14:nvContentPartPr>
              <p14:xfrm>
                <a:off x="10189953" y="3964320"/>
                <a:ext cx="250920" cy="228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0BD5D32-54C1-302E-A47B-3F2B21652D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72313" y="3946320"/>
                  <a:ext cx="286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523897-C1F7-4D82-1931-679CE8E7558C}"/>
                    </a:ext>
                  </a:extLst>
                </p14:cNvPr>
                <p14:cNvContentPartPr/>
                <p14:nvPr/>
              </p14:nvContentPartPr>
              <p14:xfrm>
                <a:off x="10501713" y="3960000"/>
                <a:ext cx="650880" cy="241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523897-C1F7-4D82-1931-679CE8E7558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83713" y="3942360"/>
                  <a:ext cx="6865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1A6ED25-2B43-6D53-728F-EC21FEAFD077}"/>
                    </a:ext>
                  </a:extLst>
                </p14:cNvPr>
                <p14:cNvContentPartPr/>
                <p14:nvPr/>
              </p14:nvContentPartPr>
              <p14:xfrm>
                <a:off x="11034513" y="3823560"/>
                <a:ext cx="43200" cy="47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1A6ED25-2B43-6D53-728F-EC21FEAFD07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16873" y="3805560"/>
                  <a:ext cx="78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51545AC-219D-8F76-8F2F-3BE1433C79A5}"/>
                    </a:ext>
                  </a:extLst>
                </p14:cNvPr>
                <p14:cNvContentPartPr/>
                <p14:nvPr/>
              </p14:nvContentPartPr>
              <p14:xfrm>
                <a:off x="11214873" y="3952440"/>
                <a:ext cx="245880" cy="194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51545AC-219D-8F76-8F2F-3BE1433C79A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197233" y="3934800"/>
                  <a:ext cx="281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CCC1838-D27F-216F-6F04-2A496371F727}"/>
                    </a:ext>
                  </a:extLst>
                </p14:cNvPr>
                <p14:cNvContentPartPr/>
                <p14:nvPr/>
              </p14:nvContentPartPr>
              <p14:xfrm>
                <a:off x="11546073" y="3798000"/>
                <a:ext cx="683280" cy="424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CCC1838-D27F-216F-6F04-2A496371F7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528433" y="3780360"/>
                  <a:ext cx="7189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B95A6CA-9097-B5EA-C19E-232FC0A73AAD}"/>
                    </a:ext>
                  </a:extLst>
                </p14:cNvPr>
                <p14:cNvContentPartPr/>
                <p14:nvPr/>
              </p14:nvContentPartPr>
              <p14:xfrm>
                <a:off x="12028934" y="3987360"/>
                <a:ext cx="159480" cy="220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B95A6CA-9097-B5EA-C19E-232FC0A73A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010934" y="3969360"/>
                  <a:ext cx="19512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9BE4D6F-1C8E-70EE-EF32-75ABA63E0046}"/>
              </a:ext>
            </a:extLst>
          </p:cNvPr>
          <p:cNvGrpSpPr/>
          <p:nvPr/>
        </p:nvGrpSpPr>
        <p:grpSpPr>
          <a:xfrm>
            <a:off x="772454" y="4869720"/>
            <a:ext cx="1525680" cy="901080"/>
            <a:chOff x="772454" y="4869720"/>
            <a:chExt cx="152568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D9FE7F0-2422-E41F-7EFE-EF41DA6A78BD}"/>
                    </a:ext>
                  </a:extLst>
                </p14:cNvPr>
                <p14:cNvContentPartPr/>
                <p14:nvPr/>
              </p14:nvContentPartPr>
              <p14:xfrm>
                <a:off x="772454" y="4911480"/>
                <a:ext cx="235800" cy="307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D9FE7F0-2422-E41F-7EFE-EF41DA6A78B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4454" y="4893480"/>
                  <a:ext cx="2714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71A9EC7-B147-FBA3-6F29-F1F3150DC279}"/>
                    </a:ext>
                  </a:extLst>
                </p14:cNvPr>
                <p14:cNvContentPartPr/>
                <p14:nvPr/>
              </p14:nvContentPartPr>
              <p14:xfrm>
                <a:off x="1109774" y="5043240"/>
                <a:ext cx="248040" cy="223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71A9EC7-B147-FBA3-6F29-F1F3150DC27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2134" y="5025600"/>
                  <a:ext cx="2836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074DDB7-3874-3469-B283-DA746318B2A7}"/>
                    </a:ext>
                  </a:extLst>
                </p14:cNvPr>
                <p14:cNvContentPartPr/>
                <p14:nvPr/>
              </p14:nvContentPartPr>
              <p14:xfrm>
                <a:off x="1443854" y="5127120"/>
                <a:ext cx="199800" cy="45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074DDB7-3874-3469-B283-DA746318B2A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26214" y="5109480"/>
                  <a:ext cx="235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F5A3FE8-141E-6AEA-B4EE-ECE666A419EC}"/>
                    </a:ext>
                  </a:extLst>
                </p14:cNvPr>
                <p14:cNvContentPartPr/>
                <p14:nvPr/>
              </p14:nvContentPartPr>
              <p14:xfrm>
                <a:off x="1526294" y="4988160"/>
                <a:ext cx="34560" cy="266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F5A3FE8-141E-6AEA-B4EE-ECE666A419E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508654" y="4970160"/>
                  <a:ext cx="70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5A9AD6A-3A4A-F3E1-90E6-D1FF438C483E}"/>
                    </a:ext>
                  </a:extLst>
                </p14:cNvPr>
                <p14:cNvContentPartPr/>
                <p14:nvPr/>
              </p14:nvContentPartPr>
              <p14:xfrm>
                <a:off x="1758854" y="4869720"/>
                <a:ext cx="210960" cy="378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5A9AD6A-3A4A-F3E1-90E6-D1FF438C483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40854" y="4851720"/>
                  <a:ext cx="246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C385E45-56B1-4CCD-288D-FB8F8563E64C}"/>
                    </a:ext>
                  </a:extLst>
                </p14:cNvPr>
                <p14:cNvContentPartPr/>
                <p14:nvPr/>
              </p14:nvContentPartPr>
              <p14:xfrm>
                <a:off x="2042534" y="5049720"/>
                <a:ext cx="255600" cy="721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C385E45-56B1-4CCD-288D-FB8F8563E64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24894" y="5032080"/>
                  <a:ext cx="291240" cy="75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E8352A7-605E-2BEB-5728-6C29B350820D}"/>
              </a:ext>
            </a:extLst>
          </p:cNvPr>
          <p:cNvGrpSpPr/>
          <p:nvPr/>
        </p:nvGrpSpPr>
        <p:grpSpPr>
          <a:xfrm>
            <a:off x="2797814" y="4961160"/>
            <a:ext cx="801360" cy="413640"/>
            <a:chOff x="2797814" y="4961160"/>
            <a:chExt cx="80136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BAAC475-95EF-9168-9E8E-F3F534612CB8}"/>
                    </a:ext>
                  </a:extLst>
                </p14:cNvPr>
                <p14:cNvContentPartPr/>
                <p14:nvPr/>
              </p14:nvContentPartPr>
              <p14:xfrm>
                <a:off x="2828774" y="4961160"/>
                <a:ext cx="269280" cy="268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BAAC475-95EF-9168-9E8E-F3F534612CB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10774" y="4943160"/>
                  <a:ext cx="304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D48E23D-F35E-1136-8CC6-F8D15E3D690F}"/>
                    </a:ext>
                  </a:extLst>
                </p14:cNvPr>
                <p14:cNvContentPartPr/>
                <p14:nvPr/>
              </p14:nvContentPartPr>
              <p14:xfrm>
                <a:off x="2797814" y="5285880"/>
                <a:ext cx="282240" cy="88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D48E23D-F35E-1136-8CC6-F8D15E3D690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780174" y="5268240"/>
                  <a:ext cx="317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F3EBBC3-C9B3-99D4-ABE4-607CEEE4529E}"/>
                    </a:ext>
                  </a:extLst>
                </p14:cNvPr>
                <p14:cNvContentPartPr/>
                <p14:nvPr/>
              </p14:nvContentPartPr>
              <p14:xfrm>
                <a:off x="3305414" y="5018400"/>
                <a:ext cx="293760" cy="296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F3EBBC3-C9B3-99D4-ABE4-607CEEE4529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287414" y="5000760"/>
                  <a:ext cx="32940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AA7B0E5-4FE1-6203-8DC1-C2221B65BCA5}"/>
              </a:ext>
            </a:extLst>
          </p:cNvPr>
          <p:cNvGrpSpPr/>
          <p:nvPr/>
        </p:nvGrpSpPr>
        <p:grpSpPr>
          <a:xfrm>
            <a:off x="656174" y="6026400"/>
            <a:ext cx="1460880" cy="725400"/>
            <a:chOff x="656174" y="6026400"/>
            <a:chExt cx="1460880" cy="7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503DA24-D4D8-CFDF-C64E-742DFD8DA52D}"/>
                    </a:ext>
                  </a:extLst>
                </p14:cNvPr>
                <p14:cNvContentPartPr/>
                <p14:nvPr/>
              </p14:nvContentPartPr>
              <p14:xfrm>
                <a:off x="656174" y="6043680"/>
                <a:ext cx="227520" cy="326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503DA24-D4D8-CFDF-C64E-742DFD8DA5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38174" y="6025680"/>
                  <a:ext cx="263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0DDD6D3-22FD-D3F8-6D09-91CC488F015A}"/>
                    </a:ext>
                  </a:extLst>
                </p14:cNvPr>
                <p14:cNvContentPartPr/>
                <p14:nvPr/>
              </p14:nvContentPartPr>
              <p14:xfrm>
                <a:off x="898454" y="6191640"/>
                <a:ext cx="294120" cy="221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0DDD6D3-22FD-D3F8-6D09-91CC488F01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80454" y="6174000"/>
                  <a:ext cx="3297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8F3B306-DE25-1399-85FD-CCCAF282B050}"/>
                    </a:ext>
                  </a:extLst>
                </p14:cNvPr>
                <p14:cNvContentPartPr/>
                <p14:nvPr/>
              </p14:nvContentPartPr>
              <p14:xfrm>
                <a:off x="1206614" y="6252840"/>
                <a:ext cx="281160" cy="85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8F3B306-DE25-1399-85FD-CCCAF282B0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88614" y="6235200"/>
                  <a:ext cx="316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13ADF93-4DC6-DCF7-1259-5A6A5DF7528D}"/>
                    </a:ext>
                  </a:extLst>
                </p14:cNvPr>
                <p14:cNvContentPartPr/>
                <p14:nvPr/>
              </p14:nvContentPartPr>
              <p14:xfrm>
                <a:off x="1403534" y="6159600"/>
                <a:ext cx="36000" cy="263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13ADF93-4DC6-DCF7-1259-5A6A5DF7528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85534" y="6141600"/>
                  <a:ext cx="71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D137619-80E7-B027-A720-C163D68C8E58}"/>
                    </a:ext>
                  </a:extLst>
                </p14:cNvPr>
                <p14:cNvContentPartPr/>
                <p14:nvPr/>
              </p14:nvContentPartPr>
              <p14:xfrm>
                <a:off x="1586414" y="6026400"/>
                <a:ext cx="246960" cy="344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D137619-80E7-B027-A720-C163D68C8E5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68414" y="6008760"/>
                  <a:ext cx="282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4B418C8-9483-ADD1-E237-CE51A6A17AEF}"/>
                    </a:ext>
                  </a:extLst>
                </p14:cNvPr>
                <p14:cNvContentPartPr/>
                <p14:nvPr/>
              </p14:nvContentPartPr>
              <p14:xfrm>
                <a:off x="1914014" y="6171840"/>
                <a:ext cx="203040" cy="579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4B418C8-9483-ADD1-E237-CE51A6A17AE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96374" y="6154200"/>
                  <a:ext cx="238680" cy="61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DDD45B8-AA13-DB74-471E-DC7CBEFA3C85}"/>
              </a:ext>
            </a:extLst>
          </p:cNvPr>
          <p:cNvGrpSpPr/>
          <p:nvPr/>
        </p:nvGrpSpPr>
        <p:grpSpPr>
          <a:xfrm>
            <a:off x="2525654" y="6068520"/>
            <a:ext cx="404280" cy="402120"/>
            <a:chOff x="2525654" y="6068520"/>
            <a:chExt cx="4042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33CA232-F1C3-C616-00F1-DB18B77BFCE3}"/>
                    </a:ext>
                  </a:extLst>
                </p14:cNvPr>
                <p14:cNvContentPartPr/>
                <p14:nvPr/>
              </p14:nvContentPartPr>
              <p14:xfrm>
                <a:off x="2525654" y="6068520"/>
                <a:ext cx="252000" cy="263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33CA232-F1C3-C616-00F1-DB18B77BFC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07654" y="6050520"/>
                  <a:ext cx="287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64B8D12-8656-433E-9E88-4B436A26DDAD}"/>
                    </a:ext>
                  </a:extLst>
                </p14:cNvPr>
                <p14:cNvContentPartPr/>
                <p14:nvPr/>
              </p14:nvContentPartPr>
              <p14:xfrm>
                <a:off x="2704214" y="6327720"/>
                <a:ext cx="225720" cy="142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64B8D12-8656-433E-9E88-4B436A26DDA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86214" y="6309720"/>
                  <a:ext cx="26136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6022CFD-8ABB-AA5F-E534-0BFCAE9D270E}"/>
                  </a:ext>
                </a:extLst>
              </p14:cNvPr>
              <p14:cNvContentPartPr/>
              <p14:nvPr/>
            </p14:nvContentPartPr>
            <p14:xfrm>
              <a:off x="3278054" y="6158160"/>
              <a:ext cx="196560" cy="2336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6022CFD-8ABB-AA5F-E534-0BFCAE9D270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260414" y="6140160"/>
                <a:ext cx="23220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9DB5BE6-5AEC-1EAA-CC45-917C690701D5}"/>
              </a:ext>
            </a:extLst>
          </p:cNvPr>
          <p:cNvGrpSpPr/>
          <p:nvPr/>
        </p:nvGrpSpPr>
        <p:grpSpPr>
          <a:xfrm>
            <a:off x="586334" y="4028040"/>
            <a:ext cx="2497680" cy="639360"/>
            <a:chOff x="586334" y="4028040"/>
            <a:chExt cx="2497680" cy="6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E7053C6-C075-67A6-1831-4B8F3CFF5C6C}"/>
                    </a:ext>
                  </a:extLst>
                </p14:cNvPr>
                <p14:cNvContentPartPr/>
                <p14:nvPr/>
              </p14:nvContentPartPr>
              <p14:xfrm>
                <a:off x="586334" y="4051800"/>
                <a:ext cx="39600" cy="364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E7053C6-C075-67A6-1831-4B8F3CFF5C6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8694" y="4033800"/>
                  <a:ext cx="752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4BFBC25-E0E4-88DB-2879-AD82ADB09236}"/>
                    </a:ext>
                  </a:extLst>
                </p14:cNvPr>
                <p14:cNvContentPartPr/>
                <p14:nvPr/>
              </p14:nvContentPartPr>
              <p14:xfrm>
                <a:off x="760214" y="4255920"/>
                <a:ext cx="162000" cy="147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4BFBC25-E0E4-88DB-2879-AD82ADB0923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42214" y="4237920"/>
                  <a:ext cx="197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8198698-1956-5386-C7C8-8BB4E60ECE90}"/>
                    </a:ext>
                  </a:extLst>
                </p14:cNvPr>
                <p14:cNvContentPartPr/>
                <p14:nvPr/>
              </p14:nvContentPartPr>
              <p14:xfrm>
                <a:off x="1015814" y="4244400"/>
                <a:ext cx="156960" cy="210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8198698-1956-5386-C7C8-8BB4E60ECE9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8174" y="4226760"/>
                  <a:ext cx="192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D22A0DD-8FBC-F653-79A6-D6D45FB92C08}"/>
                    </a:ext>
                  </a:extLst>
                </p14:cNvPr>
                <p14:cNvContentPartPr/>
                <p14:nvPr/>
              </p14:nvContentPartPr>
              <p14:xfrm>
                <a:off x="1259534" y="4264200"/>
                <a:ext cx="144000" cy="403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D22A0DD-8FBC-F653-79A6-D6D45FB92C0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41534" y="4246560"/>
                  <a:ext cx="1796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FF59E9A-97F8-165A-9A9C-A5001883984E}"/>
                    </a:ext>
                  </a:extLst>
                </p14:cNvPr>
                <p14:cNvContentPartPr/>
                <p14:nvPr/>
              </p14:nvContentPartPr>
              <p14:xfrm>
                <a:off x="1510094" y="4284000"/>
                <a:ext cx="300240" cy="172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FF59E9A-97F8-165A-9A9C-A5001883984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92094" y="4266000"/>
                  <a:ext cx="335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5371502-0E52-3AB8-B292-DBAA3713E8B9}"/>
                    </a:ext>
                  </a:extLst>
                </p14:cNvPr>
                <p14:cNvContentPartPr/>
                <p14:nvPr/>
              </p14:nvContentPartPr>
              <p14:xfrm>
                <a:off x="1827254" y="4306680"/>
                <a:ext cx="236160" cy="169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5371502-0E52-3AB8-B292-DBAA3713E8B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809614" y="4288680"/>
                  <a:ext cx="271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DA400C9-3581-A886-7EBB-C94FBA3454E7}"/>
                    </a:ext>
                  </a:extLst>
                </p14:cNvPr>
                <p14:cNvContentPartPr/>
                <p14:nvPr/>
              </p14:nvContentPartPr>
              <p14:xfrm>
                <a:off x="2110574" y="4028040"/>
                <a:ext cx="66960" cy="447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DA400C9-3581-A886-7EBB-C94FBA3454E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092934" y="4010040"/>
                  <a:ext cx="1026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666BDC5-681E-0990-240C-76DC5E7CB128}"/>
                    </a:ext>
                  </a:extLst>
                </p14:cNvPr>
                <p14:cNvContentPartPr/>
                <p14:nvPr/>
              </p14:nvContentPartPr>
              <p14:xfrm>
                <a:off x="2257094" y="4288680"/>
                <a:ext cx="336960" cy="183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666BDC5-681E-0990-240C-76DC5E7CB12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239454" y="4271040"/>
                  <a:ext cx="372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6D12BC9-B071-15FC-D896-F485731A5CBF}"/>
                    </a:ext>
                  </a:extLst>
                </p14:cNvPr>
                <p14:cNvContentPartPr/>
                <p14:nvPr/>
              </p14:nvContentPartPr>
              <p14:xfrm>
                <a:off x="2723294" y="4334040"/>
                <a:ext cx="202680" cy="165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6D12BC9-B071-15FC-D896-F485731A5CB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705654" y="4316400"/>
                  <a:ext cx="238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CC7B038-F3BE-F9AB-5E3E-6674E1787550}"/>
                    </a:ext>
                  </a:extLst>
                </p14:cNvPr>
                <p14:cNvContentPartPr/>
                <p14:nvPr/>
              </p14:nvContentPartPr>
              <p14:xfrm>
                <a:off x="2408294" y="4124160"/>
                <a:ext cx="675720" cy="370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CC7B038-F3BE-F9AB-5E3E-6674E178755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90654" y="4106160"/>
                  <a:ext cx="7113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D2F245-34DC-F916-6B26-7CD5E5A02621}"/>
                    </a:ext>
                  </a:extLst>
                </p14:cNvPr>
                <p14:cNvContentPartPr/>
                <p14:nvPr/>
              </p14:nvContentPartPr>
              <p14:xfrm>
                <a:off x="2097254" y="4171680"/>
                <a:ext cx="210240" cy="45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D2F245-34DC-F916-6B26-7CD5E5A0262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079254" y="4154040"/>
                  <a:ext cx="2458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9EE9042-EB0B-B6A3-9C44-4E1BFE9A536E}"/>
              </a:ext>
            </a:extLst>
          </p:cNvPr>
          <p:cNvGrpSpPr/>
          <p:nvPr/>
        </p:nvGrpSpPr>
        <p:grpSpPr>
          <a:xfrm>
            <a:off x="5354894" y="4695480"/>
            <a:ext cx="2922480" cy="1647000"/>
            <a:chOff x="5354894" y="4695480"/>
            <a:chExt cx="2922480" cy="164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D0DBA36-A049-31A3-830A-88D2E030388A}"/>
                    </a:ext>
                  </a:extLst>
                </p14:cNvPr>
                <p14:cNvContentPartPr/>
                <p14:nvPr/>
              </p14:nvContentPartPr>
              <p14:xfrm>
                <a:off x="5497094" y="5571360"/>
                <a:ext cx="240480" cy="242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D0DBA36-A049-31A3-830A-88D2E030388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79454" y="5553360"/>
                  <a:ext cx="276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86C90AD-3201-73C1-98EC-6CD69E930022}"/>
                    </a:ext>
                  </a:extLst>
                </p14:cNvPr>
                <p14:cNvContentPartPr/>
                <p14:nvPr/>
              </p14:nvContentPartPr>
              <p14:xfrm>
                <a:off x="5802734" y="5665320"/>
                <a:ext cx="326160" cy="200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86C90AD-3201-73C1-98EC-6CD69E93002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85094" y="5647320"/>
                  <a:ext cx="361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8CDE67C-5C9E-6699-3572-BBE4D2AA0A57}"/>
                    </a:ext>
                  </a:extLst>
                </p14:cNvPr>
                <p14:cNvContentPartPr/>
                <p14:nvPr/>
              </p14:nvContentPartPr>
              <p14:xfrm>
                <a:off x="6213134" y="5783400"/>
                <a:ext cx="231840" cy="20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8CDE67C-5C9E-6699-3572-BBE4D2AA0A5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195134" y="5765400"/>
                  <a:ext cx="267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7AB8543-C57D-7549-C321-E8FD185F3523}"/>
                    </a:ext>
                  </a:extLst>
                </p14:cNvPr>
                <p14:cNvContentPartPr/>
                <p14:nvPr/>
              </p14:nvContentPartPr>
              <p14:xfrm>
                <a:off x="6338414" y="5661360"/>
                <a:ext cx="32760" cy="2865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7AB8543-C57D-7549-C321-E8FD185F352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20774" y="5643720"/>
                  <a:ext cx="68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7DE6BB5-0E5E-C2B4-250E-5AAC102FF676}"/>
                    </a:ext>
                  </a:extLst>
                </p14:cNvPr>
                <p14:cNvContentPartPr/>
                <p14:nvPr/>
              </p14:nvContentPartPr>
              <p14:xfrm>
                <a:off x="6545414" y="5538960"/>
                <a:ext cx="186840" cy="416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7DE6BB5-0E5E-C2B4-250E-5AAC102FF67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27774" y="5520960"/>
                  <a:ext cx="2224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791658-0AE9-0588-E703-BEC8DE3DE67D}"/>
                    </a:ext>
                  </a:extLst>
                </p14:cNvPr>
                <p14:cNvContentPartPr/>
                <p14:nvPr/>
              </p14:nvContentPartPr>
              <p14:xfrm>
                <a:off x="6759254" y="5715000"/>
                <a:ext cx="284400" cy="627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791658-0AE9-0588-E703-BEC8DE3DE67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41614" y="5697000"/>
                  <a:ext cx="3200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0B9BC1B-FE41-1C2D-796F-0A6F71E71BCE}"/>
                    </a:ext>
                  </a:extLst>
                </p14:cNvPr>
                <p14:cNvContentPartPr/>
                <p14:nvPr/>
              </p14:nvContentPartPr>
              <p14:xfrm>
                <a:off x="7245614" y="5781600"/>
                <a:ext cx="227880" cy="43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0B9BC1B-FE41-1C2D-796F-0A6F71E71BC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27974" y="5763600"/>
                  <a:ext cx="263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17743C0-8C1E-D5AD-C8CF-37B11EAADB10}"/>
                    </a:ext>
                  </a:extLst>
                </p14:cNvPr>
                <p14:cNvContentPartPr/>
                <p14:nvPr/>
              </p14:nvContentPartPr>
              <p14:xfrm>
                <a:off x="7359734" y="5894640"/>
                <a:ext cx="177120" cy="32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17743C0-8C1E-D5AD-C8CF-37B11EAADB1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342094" y="5877000"/>
                  <a:ext cx="2127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21FE2A2-098D-FE7D-B99D-1FB3E25B26C5}"/>
                    </a:ext>
                  </a:extLst>
                </p14:cNvPr>
                <p14:cNvContentPartPr/>
                <p14:nvPr/>
              </p14:nvContentPartPr>
              <p14:xfrm>
                <a:off x="7910174" y="5664600"/>
                <a:ext cx="367200" cy="290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21FE2A2-098D-FE7D-B99D-1FB3E25B26C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92174" y="5646960"/>
                  <a:ext cx="4028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991ADEB-A427-77A2-2FCE-D7C3B4E030FD}"/>
                    </a:ext>
                  </a:extLst>
                </p14:cNvPr>
                <p14:cNvContentPartPr/>
                <p14:nvPr/>
              </p14:nvContentPartPr>
              <p14:xfrm>
                <a:off x="5354894" y="4695480"/>
                <a:ext cx="423360" cy="470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991ADEB-A427-77A2-2FCE-D7C3B4E030F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37254" y="4677840"/>
                  <a:ext cx="4590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1642E40-26B3-3CC7-1444-EC054BDE8DED}"/>
                    </a:ext>
                  </a:extLst>
                </p14:cNvPr>
                <p14:cNvContentPartPr/>
                <p14:nvPr/>
              </p14:nvContentPartPr>
              <p14:xfrm>
                <a:off x="5741894" y="4971960"/>
                <a:ext cx="141840" cy="477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1642E40-26B3-3CC7-1444-EC054BDE8D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24254" y="4953960"/>
                  <a:ext cx="17748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D339E4-62E1-8283-7ADD-5E1140187EA8}"/>
                    </a:ext>
                  </a:extLst>
                </p14:cNvPr>
                <p14:cNvContentPartPr/>
                <p14:nvPr/>
              </p14:nvContentPartPr>
              <p14:xfrm>
                <a:off x="6058334" y="5029920"/>
                <a:ext cx="244080" cy="165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D339E4-62E1-8283-7ADD-5E1140187EA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40694" y="5011920"/>
                  <a:ext cx="279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EDED8E2-5B89-A1E4-85D0-E77A29E9D4FB}"/>
                    </a:ext>
                  </a:extLst>
                </p14:cNvPr>
                <p14:cNvContentPartPr/>
                <p14:nvPr/>
              </p14:nvContentPartPr>
              <p14:xfrm>
                <a:off x="6325814" y="5052960"/>
                <a:ext cx="281520" cy="162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EDED8E2-5B89-A1E4-85D0-E77A29E9D4F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307814" y="5035320"/>
                  <a:ext cx="317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479D5E4-A7AA-52FD-7234-4F83403C90E2}"/>
                    </a:ext>
                  </a:extLst>
                </p14:cNvPr>
                <p14:cNvContentPartPr/>
                <p14:nvPr/>
              </p14:nvContentPartPr>
              <p14:xfrm>
                <a:off x="6690134" y="4766400"/>
                <a:ext cx="86040" cy="409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479D5E4-A7AA-52FD-7234-4F83403C90E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72494" y="4748400"/>
                  <a:ext cx="1216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9BA77D-DD99-6A6C-9C96-0B78D20749AE}"/>
                    </a:ext>
                  </a:extLst>
                </p14:cNvPr>
                <p14:cNvContentPartPr/>
                <p14:nvPr/>
              </p14:nvContentPartPr>
              <p14:xfrm>
                <a:off x="6876254" y="4938480"/>
                <a:ext cx="628200" cy="185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9BA77D-DD99-6A6C-9C96-0B78D20749A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58614" y="4920840"/>
                  <a:ext cx="663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DEC2CDC-5E34-6789-DCD1-C87D346640D0}"/>
                    </a:ext>
                  </a:extLst>
                </p14:cNvPr>
                <p14:cNvContentPartPr/>
                <p14:nvPr/>
              </p14:nvContentPartPr>
              <p14:xfrm>
                <a:off x="7472054" y="4761000"/>
                <a:ext cx="45360" cy="59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DEC2CDC-5E34-6789-DCD1-C87D346640D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54054" y="4743000"/>
                  <a:ext cx="81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5EF2877-F31F-4C49-600E-43B6A7422775}"/>
                    </a:ext>
                  </a:extLst>
                </p14:cNvPr>
                <p14:cNvContentPartPr/>
                <p14:nvPr/>
              </p14:nvContentPartPr>
              <p14:xfrm>
                <a:off x="6750974" y="4841640"/>
                <a:ext cx="1383120" cy="255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5EF2877-F31F-4C49-600E-43B6A742277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733334" y="4824000"/>
                  <a:ext cx="1418760" cy="29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6432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4DCC2879-1528-89F7-47A2-917EA9D90588}"/>
                  </a:ext>
                </a:extLst>
              </p14:cNvPr>
              <p14:cNvContentPartPr/>
              <p14:nvPr/>
            </p14:nvContentPartPr>
            <p14:xfrm>
              <a:off x="11854369" y="6090480"/>
              <a:ext cx="182880" cy="7365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4DCC2879-1528-89F7-47A2-917EA9D905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36729" y="6072480"/>
                <a:ext cx="218520" cy="77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377E9EA-13AD-7CF5-4BCC-DB74EF966263}"/>
              </a:ext>
            </a:extLst>
          </p:cNvPr>
          <p:cNvGrpSpPr/>
          <p:nvPr/>
        </p:nvGrpSpPr>
        <p:grpSpPr>
          <a:xfrm>
            <a:off x="454473" y="352440"/>
            <a:ext cx="11816640" cy="6919560"/>
            <a:chOff x="454473" y="352440"/>
            <a:chExt cx="11816640" cy="691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18F8CF-C37D-A532-DA2B-A15D2DF549FE}"/>
                    </a:ext>
                  </a:extLst>
                </p14:cNvPr>
                <p14:cNvContentPartPr/>
                <p14:nvPr/>
              </p14:nvContentPartPr>
              <p14:xfrm>
                <a:off x="4352913" y="459360"/>
                <a:ext cx="58320" cy="378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18F8CF-C37D-A532-DA2B-A15D2DF549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35273" y="441720"/>
                  <a:ext cx="939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18E4FE-8BD4-AEAF-F9CE-FC227C3390CF}"/>
                    </a:ext>
                  </a:extLst>
                </p14:cNvPr>
                <p14:cNvContentPartPr/>
                <p14:nvPr/>
              </p14:nvContentPartPr>
              <p14:xfrm>
                <a:off x="4354353" y="711360"/>
                <a:ext cx="197280" cy="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18E4FE-8BD4-AEAF-F9CE-FC227C3390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36713" y="693360"/>
                  <a:ext cx="232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0459E7-953B-3CCA-E7FC-81CEF708AC1D}"/>
                    </a:ext>
                  </a:extLst>
                </p14:cNvPr>
                <p14:cNvContentPartPr/>
                <p14:nvPr/>
              </p14:nvContentPartPr>
              <p14:xfrm>
                <a:off x="4511313" y="550800"/>
                <a:ext cx="87120" cy="368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0459E7-953B-3CCA-E7FC-81CEF708AC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93313" y="532800"/>
                  <a:ext cx="1227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68D3B8-3EDA-9CDD-E09D-0C214BD1943F}"/>
                    </a:ext>
                  </a:extLst>
                </p14:cNvPr>
                <p14:cNvContentPartPr/>
                <p14:nvPr/>
              </p14:nvContentPartPr>
              <p14:xfrm>
                <a:off x="4611753" y="867240"/>
                <a:ext cx="40320" cy="18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68D3B8-3EDA-9CDD-E09D-0C214BD194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93753" y="849600"/>
                  <a:ext cx="75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388417-0948-BDBA-2508-854183620CAF}"/>
                    </a:ext>
                  </a:extLst>
                </p14:cNvPr>
                <p14:cNvContentPartPr/>
                <p14:nvPr/>
              </p14:nvContentPartPr>
              <p14:xfrm>
                <a:off x="4967433" y="699120"/>
                <a:ext cx="208440" cy="172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388417-0948-BDBA-2508-854183620C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49793" y="681480"/>
                  <a:ext cx="244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6DF6EB-C1C2-5EAE-7737-97A78EFF3B95}"/>
                    </a:ext>
                  </a:extLst>
                </p14:cNvPr>
                <p14:cNvContentPartPr/>
                <p14:nvPr/>
              </p14:nvContentPartPr>
              <p14:xfrm>
                <a:off x="5280633" y="670680"/>
                <a:ext cx="285120" cy="181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6DF6EB-C1C2-5EAE-7737-97A78EFF3B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62633" y="652680"/>
                  <a:ext cx="320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43F3F1-4666-0878-7765-26232D9CD4F1}"/>
                    </a:ext>
                  </a:extLst>
                </p14:cNvPr>
                <p14:cNvContentPartPr/>
                <p14:nvPr/>
              </p14:nvContentPartPr>
              <p14:xfrm>
                <a:off x="5892273" y="516240"/>
                <a:ext cx="85680" cy="328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43F3F1-4666-0878-7765-26232D9CD4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74633" y="498240"/>
                  <a:ext cx="1213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06FEAF-AD21-9C4E-CAD9-44BA536C2B7D}"/>
                    </a:ext>
                  </a:extLst>
                </p14:cNvPr>
                <p14:cNvContentPartPr/>
                <p14:nvPr/>
              </p14:nvContentPartPr>
              <p14:xfrm>
                <a:off x="5896233" y="504000"/>
                <a:ext cx="252000" cy="266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06FEAF-AD21-9C4E-CAD9-44BA536C2B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78233" y="486000"/>
                  <a:ext cx="287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BFBA4CB-D8E3-FA35-E8E1-4F07B280142B}"/>
                    </a:ext>
                  </a:extLst>
                </p14:cNvPr>
                <p14:cNvContentPartPr/>
                <p14:nvPr/>
              </p14:nvContentPartPr>
              <p14:xfrm>
                <a:off x="6198993" y="754920"/>
                <a:ext cx="245520" cy="19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FBA4CB-D8E3-FA35-E8E1-4F07B28014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80993" y="737280"/>
                  <a:ext cx="281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E02596-E2BD-5FB1-9015-D4C82E3CB635}"/>
                    </a:ext>
                  </a:extLst>
                </p14:cNvPr>
                <p14:cNvContentPartPr/>
                <p14:nvPr/>
              </p14:nvContentPartPr>
              <p14:xfrm>
                <a:off x="7371513" y="509040"/>
                <a:ext cx="210240" cy="25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E02596-E2BD-5FB1-9015-D4C82E3CB6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53873" y="491400"/>
                  <a:ext cx="2458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D06D159-8CE5-D39F-A98E-328516C7FF6B}"/>
                    </a:ext>
                  </a:extLst>
                </p14:cNvPr>
                <p14:cNvContentPartPr/>
                <p14:nvPr/>
              </p14:nvContentPartPr>
              <p14:xfrm>
                <a:off x="7660593" y="566280"/>
                <a:ext cx="106920" cy="19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D06D159-8CE5-D39F-A98E-328516C7FF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42953" y="548640"/>
                  <a:ext cx="142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6FBEB9-935A-E0A0-C1A1-B5BD0569337E}"/>
                    </a:ext>
                  </a:extLst>
                </p14:cNvPr>
                <p14:cNvContentPartPr/>
                <p14:nvPr/>
              </p14:nvContentPartPr>
              <p14:xfrm>
                <a:off x="7851033" y="578520"/>
                <a:ext cx="133920" cy="219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6FBEB9-935A-E0A0-C1A1-B5BD056933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33393" y="560520"/>
                  <a:ext cx="169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98BA29-DF69-4524-4B8C-80BD98A67608}"/>
                    </a:ext>
                  </a:extLst>
                </p14:cNvPr>
                <p14:cNvContentPartPr/>
                <p14:nvPr/>
              </p14:nvContentPartPr>
              <p14:xfrm>
                <a:off x="8061633" y="619560"/>
                <a:ext cx="139680" cy="138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98BA29-DF69-4524-4B8C-80BD98A676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43633" y="601560"/>
                  <a:ext cx="175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D5B57E-7BAF-1F78-B453-8EF7BC25CE38}"/>
                    </a:ext>
                  </a:extLst>
                </p14:cNvPr>
                <p14:cNvContentPartPr/>
                <p14:nvPr/>
              </p14:nvContentPartPr>
              <p14:xfrm>
                <a:off x="8218953" y="600120"/>
                <a:ext cx="245160" cy="150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D5B57E-7BAF-1F78-B453-8EF7BC25CE3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1313" y="582480"/>
                  <a:ext cx="2808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BDECB9-D9CD-FDBD-768E-F784DF940F23}"/>
                    </a:ext>
                  </a:extLst>
                </p14:cNvPr>
                <p14:cNvContentPartPr/>
                <p14:nvPr/>
              </p14:nvContentPartPr>
              <p14:xfrm>
                <a:off x="8496873" y="352440"/>
                <a:ext cx="406800" cy="374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BDECB9-D9CD-FDBD-768E-F784DF940F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9233" y="334440"/>
                  <a:ext cx="4424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0C7918-0DAF-FAB0-A5D7-0B66E0C2C612}"/>
                    </a:ext>
                  </a:extLst>
                </p14:cNvPr>
                <p14:cNvContentPartPr/>
                <p14:nvPr/>
              </p14:nvContentPartPr>
              <p14:xfrm>
                <a:off x="8857953" y="423720"/>
                <a:ext cx="57240" cy="3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0C7918-0DAF-FAB0-A5D7-0B66E0C2C6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39953" y="405720"/>
                  <a:ext cx="92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CD6BAF8-33AF-75FC-442F-12C0722E2686}"/>
                    </a:ext>
                  </a:extLst>
                </p14:cNvPr>
                <p14:cNvContentPartPr/>
                <p14:nvPr/>
              </p14:nvContentPartPr>
              <p14:xfrm>
                <a:off x="8949393" y="573840"/>
                <a:ext cx="198360" cy="158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CD6BAF8-33AF-75FC-442F-12C0722E26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31753" y="556200"/>
                  <a:ext cx="234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5C17A9-D3C4-2132-8384-FF4BC38C6FFB}"/>
                    </a:ext>
                  </a:extLst>
                </p14:cNvPr>
                <p14:cNvContentPartPr/>
                <p14:nvPr/>
              </p14:nvContentPartPr>
              <p14:xfrm>
                <a:off x="8993673" y="570240"/>
                <a:ext cx="344160" cy="63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5C17A9-D3C4-2132-8384-FF4BC38C6F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76033" y="552240"/>
                  <a:ext cx="37980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427A8A-0FD6-27DA-3A5E-D91EEFB89373}"/>
                    </a:ext>
                  </a:extLst>
                </p14:cNvPr>
                <p14:cNvContentPartPr/>
                <p14:nvPr/>
              </p14:nvContentPartPr>
              <p14:xfrm>
                <a:off x="9751833" y="426960"/>
                <a:ext cx="543240" cy="387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D427A8A-0FD6-27DA-3A5E-D91EEFB893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34193" y="409320"/>
                  <a:ext cx="5788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F702AA-68CA-2C43-C545-316B8F8E83BB}"/>
                    </a:ext>
                  </a:extLst>
                </p14:cNvPr>
                <p14:cNvContentPartPr/>
                <p14:nvPr/>
              </p14:nvContentPartPr>
              <p14:xfrm>
                <a:off x="9845433" y="531720"/>
                <a:ext cx="215280" cy="7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AF702AA-68CA-2C43-C545-316B8F8E83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27793" y="513720"/>
                  <a:ext cx="250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15AFB0-963F-DFFA-8964-23FFBB8B9DAB}"/>
                    </a:ext>
                  </a:extLst>
                </p14:cNvPr>
                <p14:cNvContentPartPr/>
                <p14:nvPr/>
              </p14:nvContentPartPr>
              <p14:xfrm>
                <a:off x="10856313" y="438840"/>
                <a:ext cx="779040" cy="46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15AFB0-963F-DFFA-8964-23FFBB8B9D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38313" y="421200"/>
                  <a:ext cx="8146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1B5204-DBB7-FC17-96C2-D80F767364D9}"/>
                    </a:ext>
                  </a:extLst>
                </p14:cNvPr>
                <p14:cNvContentPartPr/>
                <p14:nvPr/>
              </p14:nvContentPartPr>
              <p14:xfrm>
                <a:off x="11085993" y="534600"/>
                <a:ext cx="171720" cy="46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1B5204-DBB7-FC17-96C2-D80F767364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67993" y="516960"/>
                  <a:ext cx="207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3CFFC3-49BE-B214-BBDC-593409FAE728}"/>
                    </a:ext>
                  </a:extLst>
                </p14:cNvPr>
                <p14:cNvContentPartPr/>
                <p14:nvPr/>
              </p14:nvContentPartPr>
              <p14:xfrm>
                <a:off x="4302873" y="1470960"/>
                <a:ext cx="410760" cy="566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3CFFC3-49BE-B214-BBDC-593409FAE7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85233" y="1453320"/>
                  <a:ext cx="4464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F45164-32E9-1F0E-D2B0-40D18BE7814B}"/>
                    </a:ext>
                  </a:extLst>
                </p14:cNvPr>
                <p14:cNvContentPartPr/>
                <p14:nvPr/>
              </p14:nvContentPartPr>
              <p14:xfrm>
                <a:off x="4680873" y="1383840"/>
                <a:ext cx="42480" cy="4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F45164-32E9-1F0E-D2B0-40D18BE781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63233" y="1366200"/>
                  <a:ext cx="78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9895AA-14FE-DBA0-B478-62B8262FF895}"/>
                    </a:ext>
                  </a:extLst>
                </p14:cNvPr>
                <p14:cNvContentPartPr/>
                <p14:nvPr/>
              </p14:nvContentPartPr>
              <p14:xfrm>
                <a:off x="4798593" y="1491840"/>
                <a:ext cx="313920" cy="193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9895AA-14FE-DBA0-B478-62B8262FF8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80953" y="1473840"/>
                  <a:ext cx="349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9BE8550-A933-26F4-0AF8-0CB2262B8336}"/>
                    </a:ext>
                  </a:extLst>
                </p14:cNvPr>
                <p14:cNvContentPartPr/>
                <p14:nvPr/>
              </p14:nvContentPartPr>
              <p14:xfrm>
                <a:off x="5171553" y="1529640"/>
                <a:ext cx="335160" cy="184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9BE8550-A933-26F4-0AF8-0CB2262B83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53553" y="1511640"/>
                  <a:ext cx="370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5EDDD21-3557-B232-98D7-B33F95118F00}"/>
                    </a:ext>
                  </a:extLst>
                </p14:cNvPr>
                <p14:cNvContentPartPr/>
                <p14:nvPr/>
              </p14:nvContentPartPr>
              <p14:xfrm>
                <a:off x="6280713" y="1643400"/>
                <a:ext cx="5760" cy="10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5EDDD21-3557-B232-98D7-B33F95118F0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63073" y="1625760"/>
                  <a:ext cx="41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DFC78F-468D-037A-807E-2B901CCD8357}"/>
                    </a:ext>
                  </a:extLst>
                </p14:cNvPr>
                <p14:cNvContentPartPr/>
                <p14:nvPr/>
              </p14:nvContentPartPr>
              <p14:xfrm>
                <a:off x="6262713" y="1492560"/>
                <a:ext cx="5040" cy="28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DFC78F-468D-037A-807E-2B901CCD83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44713" y="1474560"/>
                  <a:ext cx="40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D1AA679-7384-2E11-36B4-7CE6156E00AB}"/>
                    </a:ext>
                  </a:extLst>
                </p14:cNvPr>
                <p14:cNvContentPartPr/>
                <p14:nvPr/>
              </p14:nvContentPartPr>
              <p14:xfrm>
                <a:off x="6360633" y="1605600"/>
                <a:ext cx="206280" cy="124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D1AA679-7384-2E11-36B4-7CE6156E00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42993" y="1587960"/>
                  <a:ext cx="241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B86E61-E449-6675-EEE0-3BD8A5EE7D74}"/>
                    </a:ext>
                  </a:extLst>
                </p14:cNvPr>
                <p14:cNvContentPartPr/>
                <p14:nvPr/>
              </p14:nvContentPartPr>
              <p14:xfrm>
                <a:off x="6646473" y="1560960"/>
                <a:ext cx="195120" cy="186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B86E61-E449-6675-EEE0-3BD8A5EE7D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28473" y="1542960"/>
                  <a:ext cx="230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FB1A64-069D-57D1-B0AD-8E517CDA03C4}"/>
                    </a:ext>
                  </a:extLst>
                </p14:cNvPr>
                <p14:cNvContentPartPr/>
                <p14:nvPr/>
              </p14:nvContentPartPr>
              <p14:xfrm>
                <a:off x="6886593" y="1588320"/>
                <a:ext cx="155880" cy="477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FB1A64-069D-57D1-B0AD-8E517CDA03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68953" y="1570680"/>
                  <a:ext cx="1915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4A7374-4AA8-26DE-323A-6B7F21326D8F}"/>
                    </a:ext>
                  </a:extLst>
                </p14:cNvPr>
                <p14:cNvContentPartPr/>
                <p14:nvPr/>
              </p14:nvContentPartPr>
              <p14:xfrm>
                <a:off x="7212033" y="1519560"/>
                <a:ext cx="351720" cy="163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4A7374-4AA8-26DE-323A-6B7F21326D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94393" y="1501920"/>
                  <a:ext cx="3873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6F94C3-5D35-07CF-433F-D3A396768156}"/>
                    </a:ext>
                  </a:extLst>
                </p14:cNvPr>
                <p14:cNvContentPartPr/>
                <p14:nvPr/>
              </p14:nvContentPartPr>
              <p14:xfrm>
                <a:off x="7578513" y="1538640"/>
                <a:ext cx="253080" cy="130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6F94C3-5D35-07CF-433F-D3A3967681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60873" y="1521000"/>
                  <a:ext cx="288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98696B-9A11-4DB0-F3E4-0616D58FB12D}"/>
                    </a:ext>
                  </a:extLst>
                </p14:cNvPr>
                <p14:cNvContentPartPr/>
                <p14:nvPr/>
              </p14:nvContentPartPr>
              <p14:xfrm>
                <a:off x="7977393" y="1260360"/>
                <a:ext cx="46080" cy="423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98696B-9A11-4DB0-F3E4-0616D58FB1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59393" y="1242720"/>
                  <a:ext cx="8172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A0A71A-0140-FC79-4DE4-5B527185C285}"/>
                    </a:ext>
                  </a:extLst>
                </p14:cNvPr>
                <p14:cNvContentPartPr/>
                <p14:nvPr/>
              </p14:nvContentPartPr>
              <p14:xfrm>
                <a:off x="8124633" y="1479600"/>
                <a:ext cx="47880" cy="153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A0A71A-0140-FC79-4DE4-5B527185C2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06633" y="1461960"/>
                  <a:ext cx="83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F18471-EE13-3F7C-8129-95B14C573FB4}"/>
                    </a:ext>
                  </a:extLst>
                </p14:cNvPr>
                <p14:cNvContentPartPr/>
                <p14:nvPr/>
              </p14:nvContentPartPr>
              <p14:xfrm>
                <a:off x="8307513" y="1477800"/>
                <a:ext cx="164520" cy="165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F18471-EE13-3F7C-8129-95B14C573F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89513" y="1460160"/>
                  <a:ext cx="200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B01ADF3-FAB6-960E-D41D-57B849C67BA7}"/>
                    </a:ext>
                  </a:extLst>
                </p14:cNvPr>
                <p14:cNvContentPartPr/>
                <p14:nvPr/>
              </p14:nvContentPartPr>
              <p14:xfrm>
                <a:off x="8559513" y="1485720"/>
                <a:ext cx="212040" cy="163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B01ADF3-FAB6-960E-D41D-57B849C67B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41873" y="1467720"/>
                  <a:ext cx="247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27D8BC-7CE9-F530-9EA0-D59C8DEACD08}"/>
                    </a:ext>
                  </a:extLst>
                </p14:cNvPr>
                <p14:cNvContentPartPr/>
                <p14:nvPr/>
              </p14:nvContentPartPr>
              <p14:xfrm>
                <a:off x="8157033" y="1232640"/>
                <a:ext cx="154440" cy="9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27D8BC-7CE9-F530-9EA0-D59C8DEACD0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39393" y="1214640"/>
                  <a:ext cx="190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F18C186-CAF5-57ED-5ABF-DF0BAF07107E}"/>
                    </a:ext>
                  </a:extLst>
                </p14:cNvPr>
                <p14:cNvContentPartPr/>
                <p14:nvPr/>
              </p14:nvContentPartPr>
              <p14:xfrm>
                <a:off x="7771833" y="1316520"/>
                <a:ext cx="333360" cy="52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F18C186-CAF5-57ED-5ABF-DF0BAF0710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53833" y="1298520"/>
                  <a:ext cx="369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892007-F1DA-E4EB-EC45-C6BA1E223AF2}"/>
                    </a:ext>
                  </a:extLst>
                </p14:cNvPr>
                <p14:cNvContentPartPr/>
                <p14:nvPr/>
              </p14:nvContentPartPr>
              <p14:xfrm>
                <a:off x="9721593" y="1223640"/>
                <a:ext cx="424080" cy="520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892007-F1DA-E4EB-EC45-C6BA1E223A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03593" y="1205640"/>
                  <a:ext cx="45972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DD221B-A864-92C0-221F-58EE52948C74}"/>
                    </a:ext>
                  </a:extLst>
                </p14:cNvPr>
                <p14:cNvContentPartPr/>
                <p14:nvPr/>
              </p14:nvContentPartPr>
              <p14:xfrm>
                <a:off x="10199313" y="1456200"/>
                <a:ext cx="278640" cy="279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DD221B-A864-92C0-221F-58EE52948C7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81673" y="1438200"/>
                  <a:ext cx="314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BCC0F21-1708-B341-9F8C-9F05D257B5FB}"/>
                    </a:ext>
                  </a:extLst>
                </p14:cNvPr>
                <p14:cNvContentPartPr/>
                <p14:nvPr/>
              </p14:nvContentPartPr>
              <p14:xfrm>
                <a:off x="10548153" y="1255680"/>
                <a:ext cx="82440" cy="420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BCC0F21-1708-B341-9F8C-9F05D257B5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30153" y="1238040"/>
                  <a:ext cx="1180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74EE30-7571-9F27-4D0B-0AF0D44B87A6}"/>
                    </a:ext>
                  </a:extLst>
                </p14:cNvPr>
                <p14:cNvContentPartPr/>
                <p14:nvPr/>
              </p14:nvContentPartPr>
              <p14:xfrm>
                <a:off x="10454193" y="1426680"/>
                <a:ext cx="228600" cy="41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74EE30-7571-9F27-4D0B-0AF0D44B87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36193" y="1409040"/>
                  <a:ext cx="264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F8862E2-4686-2003-D86F-14B514A30ADE}"/>
                    </a:ext>
                  </a:extLst>
                </p14:cNvPr>
                <p14:cNvContentPartPr/>
                <p14:nvPr/>
              </p14:nvContentPartPr>
              <p14:xfrm>
                <a:off x="10701873" y="1478160"/>
                <a:ext cx="166680" cy="204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F8862E2-4686-2003-D86F-14B514A30A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83873" y="1460160"/>
                  <a:ext cx="202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AC6169-2220-CDF9-B23E-F2A37320B42D}"/>
                    </a:ext>
                  </a:extLst>
                </p14:cNvPr>
                <p14:cNvContentPartPr/>
                <p14:nvPr/>
              </p14:nvContentPartPr>
              <p14:xfrm>
                <a:off x="10961073" y="1487880"/>
                <a:ext cx="128880" cy="206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AC6169-2220-CDF9-B23E-F2A37320B42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43073" y="1470240"/>
                  <a:ext cx="164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339A68-0643-357A-0529-E903223F3719}"/>
                    </a:ext>
                  </a:extLst>
                </p14:cNvPr>
                <p14:cNvContentPartPr/>
                <p14:nvPr/>
              </p14:nvContentPartPr>
              <p14:xfrm>
                <a:off x="11179953" y="1455480"/>
                <a:ext cx="305640" cy="173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339A68-0643-357A-0529-E903223F371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62313" y="1437480"/>
                  <a:ext cx="341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1E02A0-2662-9BBC-8406-A496FA561E6C}"/>
                    </a:ext>
                  </a:extLst>
                </p14:cNvPr>
                <p14:cNvContentPartPr/>
                <p14:nvPr/>
              </p14:nvContentPartPr>
              <p14:xfrm>
                <a:off x="11565873" y="1457640"/>
                <a:ext cx="127440" cy="186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1E02A0-2662-9BBC-8406-A496FA561E6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47873" y="1440000"/>
                  <a:ext cx="163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314D9FD-F587-12F0-D206-51CCEE827B9E}"/>
                    </a:ext>
                  </a:extLst>
                </p14:cNvPr>
                <p14:cNvContentPartPr/>
                <p14:nvPr/>
              </p14:nvContentPartPr>
              <p14:xfrm>
                <a:off x="11626713" y="1287720"/>
                <a:ext cx="44640" cy="48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314D9FD-F587-12F0-D206-51CCEE827B9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608713" y="1270080"/>
                  <a:ext cx="80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060247-0D22-F778-8D76-835A2FE2E6EE}"/>
                    </a:ext>
                  </a:extLst>
                </p14:cNvPr>
                <p14:cNvContentPartPr/>
                <p14:nvPr/>
              </p14:nvContentPartPr>
              <p14:xfrm>
                <a:off x="11658393" y="1501560"/>
                <a:ext cx="499320" cy="183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060247-0D22-F778-8D76-835A2FE2E6E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40753" y="1483560"/>
                  <a:ext cx="534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26122E-19EE-CEE7-A8B7-27D6090B82D3}"/>
                    </a:ext>
                  </a:extLst>
                </p14:cNvPr>
                <p14:cNvContentPartPr/>
                <p14:nvPr/>
              </p14:nvContentPartPr>
              <p14:xfrm>
                <a:off x="10431513" y="2239920"/>
                <a:ext cx="946800" cy="389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26122E-19EE-CEE7-A8B7-27D6090B82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13873" y="2222280"/>
                  <a:ext cx="9824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06F5DF6-56BF-EE06-7D96-276F050FC289}"/>
                    </a:ext>
                  </a:extLst>
                </p14:cNvPr>
                <p14:cNvContentPartPr/>
                <p14:nvPr/>
              </p14:nvContentPartPr>
              <p14:xfrm>
                <a:off x="10644993" y="2368080"/>
                <a:ext cx="276120" cy="67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06F5DF6-56BF-EE06-7D96-276F050FC28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27353" y="2350080"/>
                  <a:ext cx="31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D2CEF32-C60B-4188-2A82-B50F742DCB14}"/>
                    </a:ext>
                  </a:extLst>
                </p14:cNvPr>
                <p14:cNvContentPartPr/>
                <p14:nvPr/>
              </p14:nvContentPartPr>
              <p14:xfrm>
                <a:off x="4432113" y="2331720"/>
                <a:ext cx="45000" cy="457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D2CEF32-C60B-4188-2A82-B50F742DCB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14113" y="2314080"/>
                  <a:ext cx="806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0F2731A-3F49-05E9-78EA-8E2CE0A65974}"/>
                    </a:ext>
                  </a:extLst>
                </p14:cNvPr>
                <p14:cNvContentPartPr/>
                <p14:nvPr/>
              </p14:nvContentPartPr>
              <p14:xfrm>
                <a:off x="4544073" y="2376360"/>
                <a:ext cx="560880" cy="429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0F2731A-3F49-05E9-78EA-8E2CE0A6597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26073" y="2358360"/>
                  <a:ext cx="59652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5AC0FDF-B7D7-DC7E-8AE0-60C4BAEEA555}"/>
                    </a:ext>
                  </a:extLst>
                </p14:cNvPr>
                <p14:cNvContentPartPr/>
                <p14:nvPr/>
              </p14:nvContentPartPr>
              <p14:xfrm>
                <a:off x="4347153" y="2602080"/>
                <a:ext cx="263880" cy="54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5AC0FDF-B7D7-DC7E-8AE0-60C4BAEEA55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29153" y="2584440"/>
                  <a:ext cx="299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651F299-CE29-EAF4-E87E-61C358D91B2C}"/>
                    </a:ext>
                  </a:extLst>
                </p14:cNvPr>
                <p14:cNvContentPartPr/>
                <p14:nvPr/>
              </p14:nvContentPartPr>
              <p14:xfrm>
                <a:off x="5484753" y="2507040"/>
                <a:ext cx="275400" cy="316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651F299-CE29-EAF4-E87E-61C358D91B2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67113" y="2489400"/>
                  <a:ext cx="3110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822C4D-DA5B-1478-9101-80C5DBF1D67B}"/>
                    </a:ext>
                  </a:extLst>
                </p14:cNvPr>
                <p14:cNvContentPartPr/>
                <p14:nvPr/>
              </p14:nvContentPartPr>
              <p14:xfrm>
                <a:off x="5758353" y="2264400"/>
                <a:ext cx="929160" cy="493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822C4D-DA5B-1478-9101-80C5DBF1D67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40713" y="2246760"/>
                  <a:ext cx="9648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6461D78-BAC1-E1D5-8480-C1327C959DEE}"/>
                    </a:ext>
                  </a:extLst>
                </p14:cNvPr>
                <p14:cNvContentPartPr/>
                <p14:nvPr/>
              </p14:nvContentPartPr>
              <p14:xfrm>
                <a:off x="6782913" y="2476080"/>
                <a:ext cx="82080" cy="163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6461D78-BAC1-E1D5-8480-C1327C959D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65273" y="2458080"/>
                  <a:ext cx="117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4428051-2F71-67EB-EC32-AECF1697FF02}"/>
                    </a:ext>
                  </a:extLst>
                </p14:cNvPr>
                <p14:cNvContentPartPr/>
                <p14:nvPr/>
              </p14:nvContentPartPr>
              <p14:xfrm>
                <a:off x="6931233" y="2479680"/>
                <a:ext cx="133200" cy="174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4428051-2F71-67EB-EC32-AECF1697FF0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13233" y="2462040"/>
                  <a:ext cx="168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F52F373-560B-EEBF-82ED-A6214CC5FE96}"/>
                    </a:ext>
                  </a:extLst>
                </p14:cNvPr>
                <p14:cNvContentPartPr/>
                <p14:nvPr/>
              </p14:nvContentPartPr>
              <p14:xfrm>
                <a:off x="7146513" y="2445120"/>
                <a:ext cx="214920" cy="16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52F373-560B-EEBF-82ED-A6214CC5FE9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28513" y="2427120"/>
                  <a:ext cx="250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C844E26-32CB-6ADB-75AB-3EDD7DDE8CA3}"/>
                    </a:ext>
                  </a:extLst>
                </p14:cNvPr>
                <p14:cNvContentPartPr/>
                <p14:nvPr/>
              </p14:nvContentPartPr>
              <p14:xfrm>
                <a:off x="6742233" y="2287080"/>
                <a:ext cx="146160" cy="1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C844E26-32CB-6ADB-75AB-3EDD7DDE8CA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24233" y="2269440"/>
                  <a:ext cx="181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2A26A8D-DCFB-6B8F-6C37-68B7F7B6C293}"/>
                    </a:ext>
                  </a:extLst>
                </p14:cNvPr>
                <p14:cNvContentPartPr/>
                <p14:nvPr/>
              </p14:nvContentPartPr>
              <p14:xfrm>
                <a:off x="6493113" y="2392920"/>
                <a:ext cx="195120" cy="38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2A26A8D-DCFB-6B8F-6C37-68B7F7B6C29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75473" y="2374920"/>
                  <a:ext cx="230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9CF17E0-297B-7E66-B0A2-36ABEB084D8F}"/>
                    </a:ext>
                  </a:extLst>
                </p14:cNvPr>
                <p14:cNvContentPartPr/>
                <p14:nvPr/>
              </p14:nvContentPartPr>
              <p14:xfrm>
                <a:off x="7856433" y="2269440"/>
                <a:ext cx="798840" cy="411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9CF17E0-297B-7E66-B0A2-36ABEB084D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38433" y="2251440"/>
                  <a:ext cx="8344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752AB7-35E0-5B9A-C00B-066CDEA5DF10}"/>
                    </a:ext>
                  </a:extLst>
                </p14:cNvPr>
                <p14:cNvContentPartPr/>
                <p14:nvPr/>
              </p14:nvContentPartPr>
              <p14:xfrm>
                <a:off x="8504433" y="2343240"/>
                <a:ext cx="296280" cy="57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752AB7-35E0-5B9A-C00B-066CDEA5DF1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86793" y="2325240"/>
                  <a:ext cx="33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128B89-8FBF-EC69-3C30-15FB6DD02071}"/>
                    </a:ext>
                  </a:extLst>
                </p14:cNvPr>
                <p14:cNvContentPartPr/>
                <p14:nvPr/>
              </p14:nvContentPartPr>
              <p14:xfrm>
                <a:off x="9268353" y="2302920"/>
                <a:ext cx="447840" cy="988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128B89-8FBF-EC69-3C30-15FB6DD0207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50713" y="2285280"/>
                  <a:ext cx="48348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11A789E-5C87-B9B4-C96D-40CFDE581FED}"/>
                    </a:ext>
                  </a:extLst>
                </p14:cNvPr>
                <p14:cNvContentPartPr/>
                <p14:nvPr/>
              </p14:nvContentPartPr>
              <p14:xfrm>
                <a:off x="4792473" y="3299400"/>
                <a:ext cx="394200" cy="775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11A789E-5C87-B9B4-C96D-40CFDE581FE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74473" y="3281760"/>
                  <a:ext cx="4298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7B855C0-629B-8AF5-1033-CDE8A0D5B84D}"/>
                    </a:ext>
                  </a:extLst>
                </p14:cNvPr>
                <p14:cNvContentPartPr/>
                <p14:nvPr/>
              </p14:nvContentPartPr>
              <p14:xfrm>
                <a:off x="5245353" y="3372480"/>
                <a:ext cx="55440" cy="212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7B855C0-629B-8AF5-1033-CDE8A0D5B8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27353" y="3354840"/>
                  <a:ext cx="91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39C4BF-9FE1-0254-5D44-399C52B9686F}"/>
                    </a:ext>
                  </a:extLst>
                </p14:cNvPr>
                <p14:cNvContentPartPr/>
                <p14:nvPr/>
              </p14:nvContentPartPr>
              <p14:xfrm>
                <a:off x="5365233" y="3386880"/>
                <a:ext cx="322920" cy="232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39C4BF-9FE1-0254-5D44-399C52B9686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47233" y="3368880"/>
                  <a:ext cx="358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ECB9ED-3B79-31C2-895D-9BA38A243078}"/>
                    </a:ext>
                  </a:extLst>
                </p14:cNvPr>
                <p14:cNvContentPartPr/>
                <p14:nvPr/>
              </p14:nvContentPartPr>
              <p14:xfrm>
                <a:off x="5716593" y="3396960"/>
                <a:ext cx="297360" cy="198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ECB9ED-3B79-31C2-895D-9BA38A2430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98593" y="3378960"/>
                  <a:ext cx="333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51C73D5-2FD0-FFF6-7110-9D5978C267FA}"/>
                    </a:ext>
                  </a:extLst>
                </p14:cNvPr>
                <p14:cNvContentPartPr/>
                <p14:nvPr/>
              </p14:nvContentPartPr>
              <p14:xfrm>
                <a:off x="5401593" y="3201840"/>
                <a:ext cx="124920" cy="25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51C73D5-2FD0-FFF6-7110-9D5978C267F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83593" y="3184200"/>
                  <a:ext cx="160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F5D7496-3551-4B96-E7FB-AFD83E69C312}"/>
                    </a:ext>
                  </a:extLst>
                </p14:cNvPr>
                <p14:cNvContentPartPr/>
                <p14:nvPr/>
              </p14:nvContentPartPr>
              <p14:xfrm>
                <a:off x="6736473" y="3336480"/>
                <a:ext cx="31320" cy="188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F5D7496-3551-4B96-E7FB-AFD83E69C3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18833" y="3318840"/>
                  <a:ext cx="66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7960F02-8990-12CD-0DF7-2C717652ACFC}"/>
                    </a:ext>
                  </a:extLst>
                </p14:cNvPr>
                <p14:cNvContentPartPr/>
                <p14:nvPr/>
              </p14:nvContentPartPr>
              <p14:xfrm>
                <a:off x="6802713" y="3186720"/>
                <a:ext cx="16920" cy="51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7960F02-8990-12CD-0DF7-2C717652ACF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85073" y="3169080"/>
                  <a:ext cx="52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FB946E3-8C5A-6516-516A-57B366CC63E4}"/>
                    </a:ext>
                  </a:extLst>
                </p14:cNvPr>
                <p14:cNvContentPartPr/>
                <p14:nvPr/>
              </p14:nvContentPartPr>
              <p14:xfrm>
                <a:off x="6919713" y="3296880"/>
                <a:ext cx="212760" cy="231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FB946E3-8C5A-6516-516A-57B366CC63E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02073" y="3279240"/>
                  <a:ext cx="248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52605A-E583-A592-98B1-159D895EAE19}"/>
                    </a:ext>
                  </a:extLst>
                </p14:cNvPr>
                <p14:cNvContentPartPr/>
                <p14:nvPr/>
              </p14:nvContentPartPr>
              <p14:xfrm>
                <a:off x="7203753" y="3313440"/>
                <a:ext cx="230760" cy="223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52605A-E583-A592-98B1-159D895EAE1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85753" y="3295440"/>
                  <a:ext cx="266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8D73068-E8E7-5F5E-F824-36662DA5E181}"/>
                    </a:ext>
                  </a:extLst>
                </p14:cNvPr>
                <p14:cNvContentPartPr/>
                <p14:nvPr/>
              </p14:nvContentPartPr>
              <p14:xfrm>
                <a:off x="7344513" y="3330720"/>
                <a:ext cx="190440" cy="841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8D73068-E8E7-5F5E-F824-36662DA5E18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26873" y="3313080"/>
                  <a:ext cx="22608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606AAE-28BD-B425-5A19-F53BB9E7384D}"/>
                    </a:ext>
                  </a:extLst>
                </p14:cNvPr>
                <p14:cNvContentPartPr/>
                <p14:nvPr/>
              </p14:nvContentPartPr>
              <p14:xfrm>
                <a:off x="7747713" y="3315240"/>
                <a:ext cx="289800" cy="210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606AAE-28BD-B425-5A19-F53BB9E738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29713" y="3297240"/>
                  <a:ext cx="325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B4E0E7-9B1C-6509-A109-7C8E52A594A6}"/>
                    </a:ext>
                  </a:extLst>
                </p14:cNvPr>
                <p14:cNvContentPartPr/>
                <p14:nvPr/>
              </p14:nvContentPartPr>
              <p14:xfrm>
                <a:off x="8155593" y="3306240"/>
                <a:ext cx="230400" cy="171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B4E0E7-9B1C-6509-A109-7C8E52A594A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37953" y="3288600"/>
                  <a:ext cx="266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B589E4-6D28-6C03-657A-E32B3BA091E3}"/>
                    </a:ext>
                  </a:extLst>
                </p14:cNvPr>
                <p14:cNvContentPartPr/>
                <p14:nvPr/>
              </p14:nvContentPartPr>
              <p14:xfrm>
                <a:off x="8452593" y="3040920"/>
                <a:ext cx="99720" cy="433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B589E4-6D28-6C03-657A-E32B3BA091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34953" y="3023280"/>
                  <a:ext cx="1353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95DC2E6-51FA-C1B7-2748-411CA5B16E5C}"/>
                    </a:ext>
                  </a:extLst>
                </p14:cNvPr>
                <p14:cNvContentPartPr/>
                <p14:nvPr/>
              </p14:nvContentPartPr>
              <p14:xfrm>
                <a:off x="8661033" y="3294000"/>
                <a:ext cx="17640" cy="171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95DC2E6-51FA-C1B7-2748-411CA5B16E5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43033" y="3276360"/>
                  <a:ext cx="53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D08EE16-1001-FFEB-4B16-EB10305B973A}"/>
                    </a:ext>
                  </a:extLst>
                </p14:cNvPr>
                <p14:cNvContentPartPr/>
                <p14:nvPr/>
              </p14:nvContentPartPr>
              <p14:xfrm>
                <a:off x="8887833" y="3289320"/>
                <a:ext cx="154800" cy="204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D08EE16-1001-FFEB-4B16-EB10305B973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69833" y="3271680"/>
                  <a:ext cx="190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FFA9658-66CF-4030-D994-22BC7C3B5ED9}"/>
                    </a:ext>
                  </a:extLst>
                </p14:cNvPr>
                <p14:cNvContentPartPr/>
                <p14:nvPr/>
              </p14:nvContentPartPr>
              <p14:xfrm>
                <a:off x="9222273" y="3292200"/>
                <a:ext cx="189000" cy="140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FFA9658-66CF-4030-D994-22BC7C3B5E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04273" y="3274560"/>
                  <a:ext cx="224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A4E48CF-9056-6057-D3B8-A5CE6A2F615C}"/>
                    </a:ext>
                  </a:extLst>
                </p14:cNvPr>
                <p14:cNvContentPartPr/>
                <p14:nvPr/>
              </p14:nvContentPartPr>
              <p14:xfrm>
                <a:off x="8903313" y="3034800"/>
                <a:ext cx="139320" cy="39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A4E48CF-9056-6057-D3B8-A5CE6A2F615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85673" y="3016800"/>
                  <a:ext cx="174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8357672-BFB8-6015-C521-7FBB78214213}"/>
                    </a:ext>
                  </a:extLst>
                </p14:cNvPr>
                <p14:cNvContentPartPr/>
                <p14:nvPr/>
              </p14:nvContentPartPr>
              <p14:xfrm>
                <a:off x="8590833" y="3207240"/>
                <a:ext cx="250920" cy="41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8357672-BFB8-6015-C521-7FBB7821421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73193" y="3189240"/>
                  <a:ext cx="286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864A3EA-1C30-3AC3-564A-549995307D9A}"/>
                    </a:ext>
                  </a:extLst>
                </p14:cNvPr>
                <p14:cNvContentPartPr/>
                <p14:nvPr/>
              </p14:nvContentPartPr>
              <p14:xfrm>
                <a:off x="10030473" y="3339360"/>
                <a:ext cx="64440" cy="13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864A3EA-1C30-3AC3-564A-549995307D9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12473" y="3321360"/>
                  <a:ext cx="100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553F65E-EED7-1618-127A-04EBA39FFDDA}"/>
                    </a:ext>
                  </a:extLst>
                </p14:cNvPr>
                <p14:cNvContentPartPr/>
                <p14:nvPr/>
              </p14:nvContentPartPr>
              <p14:xfrm>
                <a:off x="518193" y="4500720"/>
                <a:ext cx="299160" cy="349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553F65E-EED7-1618-127A-04EBA39FFD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0193" y="4482720"/>
                  <a:ext cx="3348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EF183F-8FF7-50E1-534C-1913191E6314}"/>
                    </a:ext>
                  </a:extLst>
                </p14:cNvPr>
                <p14:cNvContentPartPr/>
                <p14:nvPr/>
              </p14:nvContentPartPr>
              <p14:xfrm>
                <a:off x="889713" y="4627800"/>
                <a:ext cx="229680" cy="187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EF183F-8FF7-50E1-534C-1913191E631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2073" y="4609800"/>
                  <a:ext cx="2653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DC4C15B-FED0-3B14-24F9-2D77754D0CB6}"/>
                    </a:ext>
                  </a:extLst>
                </p14:cNvPr>
                <p14:cNvContentPartPr/>
                <p14:nvPr/>
              </p14:nvContentPartPr>
              <p14:xfrm>
                <a:off x="1689273" y="4549680"/>
                <a:ext cx="461880" cy="262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DC4C15B-FED0-3B14-24F9-2D77754D0CB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71633" y="4531680"/>
                  <a:ext cx="4975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B2843E1-B1BE-7A3D-E726-223AB7D6A4A5}"/>
                    </a:ext>
                  </a:extLst>
                </p14:cNvPr>
                <p14:cNvContentPartPr/>
                <p14:nvPr/>
              </p14:nvContentPartPr>
              <p14:xfrm>
                <a:off x="2188953" y="4521240"/>
                <a:ext cx="39240" cy="217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B2843E1-B1BE-7A3D-E726-223AB7D6A4A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71313" y="4503600"/>
                  <a:ext cx="74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42E9EE-F212-AEC1-BAFD-3BFD0F08743E}"/>
                    </a:ext>
                  </a:extLst>
                </p14:cNvPr>
                <p14:cNvContentPartPr/>
                <p14:nvPr/>
              </p14:nvContentPartPr>
              <p14:xfrm>
                <a:off x="2182113" y="4258800"/>
                <a:ext cx="55440" cy="72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42E9EE-F212-AEC1-BAFD-3BFD0F0874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64113" y="4240800"/>
                  <a:ext cx="91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085B0C2-A51B-4B5F-A13F-5A3CF559D808}"/>
                    </a:ext>
                  </a:extLst>
                </p14:cNvPr>
                <p14:cNvContentPartPr/>
                <p14:nvPr/>
              </p14:nvContentPartPr>
              <p14:xfrm>
                <a:off x="2347353" y="4344120"/>
                <a:ext cx="49320" cy="441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085B0C2-A51B-4B5F-A13F-5A3CF559D80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29713" y="4326120"/>
                  <a:ext cx="849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53AA3E2-7DEB-63F7-D240-10A9296CF3DA}"/>
                    </a:ext>
                  </a:extLst>
                </p14:cNvPr>
                <p14:cNvContentPartPr/>
                <p14:nvPr/>
              </p14:nvContentPartPr>
              <p14:xfrm>
                <a:off x="2529153" y="4425480"/>
                <a:ext cx="21240" cy="340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53AA3E2-7DEB-63F7-D240-10A9296CF3D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11153" y="4407840"/>
                  <a:ext cx="568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6C2A158-D7B4-A4D9-0CC7-5DE1B26DC590}"/>
                    </a:ext>
                  </a:extLst>
                </p14:cNvPr>
                <p14:cNvContentPartPr/>
                <p14:nvPr/>
              </p14:nvContentPartPr>
              <p14:xfrm>
                <a:off x="3156633" y="4461840"/>
                <a:ext cx="319320" cy="1177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6C2A158-D7B4-A4D9-0CC7-5DE1B26DC59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38993" y="4444200"/>
                  <a:ext cx="354960" cy="12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60A15C9-299E-D09B-BE6F-569F24AE6B31}"/>
                    </a:ext>
                  </a:extLst>
                </p14:cNvPr>
                <p14:cNvContentPartPr/>
                <p14:nvPr/>
              </p14:nvContentPartPr>
              <p14:xfrm>
                <a:off x="3531753" y="4518720"/>
                <a:ext cx="595080" cy="425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60A15C9-299E-D09B-BE6F-569F24AE6B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13753" y="4500720"/>
                  <a:ext cx="6307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5088328-79BA-4C4B-B027-877F16E8F523}"/>
                    </a:ext>
                  </a:extLst>
                </p14:cNvPr>
                <p14:cNvContentPartPr/>
                <p14:nvPr/>
              </p14:nvContentPartPr>
              <p14:xfrm>
                <a:off x="4233753" y="4698360"/>
                <a:ext cx="213840" cy="180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5088328-79BA-4C4B-B027-877F16E8F52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15753" y="4680360"/>
                  <a:ext cx="249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527C70-6E97-4F88-80C7-A7B52F5BE51F}"/>
                    </a:ext>
                  </a:extLst>
                </p14:cNvPr>
                <p14:cNvContentPartPr/>
                <p14:nvPr/>
              </p14:nvContentPartPr>
              <p14:xfrm>
                <a:off x="4562073" y="4639320"/>
                <a:ext cx="521640" cy="245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527C70-6E97-4F88-80C7-A7B52F5BE51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44433" y="4621320"/>
                  <a:ext cx="5572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391D8B-7809-A04A-92A3-C1338E055158}"/>
                    </a:ext>
                  </a:extLst>
                </p14:cNvPr>
                <p14:cNvContentPartPr/>
                <p14:nvPr/>
              </p14:nvContentPartPr>
              <p14:xfrm>
                <a:off x="5746113" y="4460400"/>
                <a:ext cx="237600" cy="415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391D8B-7809-A04A-92A3-C1338E05515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28113" y="4442400"/>
                  <a:ext cx="27324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9479B39-7E2B-44C7-4FC4-7FEA8C53E0E7}"/>
                    </a:ext>
                  </a:extLst>
                </p14:cNvPr>
                <p14:cNvContentPartPr/>
                <p14:nvPr/>
              </p14:nvContentPartPr>
              <p14:xfrm>
                <a:off x="6079833" y="4538160"/>
                <a:ext cx="269640" cy="319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9479B39-7E2B-44C7-4FC4-7FEA8C53E0E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62193" y="4520520"/>
                  <a:ext cx="3052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24B27B-79D4-0C34-99F8-D9983BE01634}"/>
                    </a:ext>
                  </a:extLst>
                </p14:cNvPr>
                <p14:cNvContentPartPr/>
                <p14:nvPr/>
              </p14:nvContentPartPr>
              <p14:xfrm>
                <a:off x="6403113" y="4654440"/>
                <a:ext cx="47160" cy="186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24B27B-79D4-0C34-99F8-D9983BE0163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85473" y="4636440"/>
                  <a:ext cx="82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B3502FC-8E6B-7378-804F-CFA0AFE40C11}"/>
                    </a:ext>
                  </a:extLst>
                </p14:cNvPr>
                <p14:cNvContentPartPr/>
                <p14:nvPr/>
              </p14:nvContentPartPr>
              <p14:xfrm>
                <a:off x="6472593" y="4619880"/>
                <a:ext cx="164160" cy="234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B3502FC-8E6B-7378-804F-CFA0AFE40C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54593" y="4602240"/>
                  <a:ext cx="199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1CEA6C2-9E1C-6D76-F65E-C98FC509ED5E}"/>
                    </a:ext>
                  </a:extLst>
                </p14:cNvPr>
                <p14:cNvContentPartPr/>
                <p14:nvPr/>
              </p14:nvContentPartPr>
              <p14:xfrm>
                <a:off x="6349833" y="4479840"/>
                <a:ext cx="2880" cy="7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1CEA6C2-9E1C-6D76-F65E-C98FC509ED5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31833" y="4461840"/>
                  <a:ext cx="38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CA560A7-A241-FD94-688F-A02A8B01ECA8}"/>
                    </a:ext>
                  </a:extLst>
                </p14:cNvPr>
                <p14:cNvContentPartPr/>
                <p14:nvPr/>
              </p14:nvContentPartPr>
              <p14:xfrm>
                <a:off x="5710473" y="4615200"/>
                <a:ext cx="296280" cy="46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CA560A7-A241-FD94-688F-A02A8B01ECA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692833" y="4597200"/>
                  <a:ext cx="331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059A5E0-7F15-D701-FF57-C961060D503E}"/>
                    </a:ext>
                  </a:extLst>
                </p14:cNvPr>
                <p14:cNvContentPartPr/>
                <p14:nvPr/>
              </p14:nvContentPartPr>
              <p14:xfrm>
                <a:off x="7445313" y="4237200"/>
                <a:ext cx="404640" cy="1211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059A5E0-7F15-D701-FF57-C961060D503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27673" y="4219200"/>
                  <a:ext cx="440280" cy="12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DB51455-9FB9-B8BC-F6F7-4089D3922480}"/>
                    </a:ext>
                  </a:extLst>
                </p14:cNvPr>
                <p14:cNvContentPartPr/>
                <p14:nvPr/>
              </p14:nvContentPartPr>
              <p14:xfrm>
                <a:off x="7988553" y="4613760"/>
                <a:ext cx="257760" cy="199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DB51455-9FB9-B8BC-F6F7-4089D392248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970913" y="4596120"/>
                  <a:ext cx="293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0000C7F-760B-396C-7F44-FDAF95699AFD}"/>
                    </a:ext>
                  </a:extLst>
                </p14:cNvPr>
                <p14:cNvContentPartPr/>
                <p14:nvPr/>
              </p14:nvContentPartPr>
              <p14:xfrm>
                <a:off x="8355033" y="4638960"/>
                <a:ext cx="128880" cy="182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0000C7F-760B-396C-7F44-FDAF95699AF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37033" y="4621320"/>
                  <a:ext cx="164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B3002E2-B7D3-93E1-A3EC-126D9421D1C2}"/>
                    </a:ext>
                  </a:extLst>
                </p14:cNvPr>
                <p14:cNvContentPartPr/>
                <p14:nvPr/>
              </p14:nvContentPartPr>
              <p14:xfrm>
                <a:off x="8526753" y="4625280"/>
                <a:ext cx="158760" cy="195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B3002E2-B7D3-93E1-A3EC-126D9421D1C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08753" y="4607640"/>
                  <a:ext cx="194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5C89A9-1B5C-DA28-CDD0-3202FED890D1}"/>
                    </a:ext>
                  </a:extLst>
                </p14:cNvPr>
                <p14:cNvContentPartPr/>
                <p14:nvPr/>
              </p14:nvContentPartPr>
              <p14:xfrm>
                <a:off x="8731233" y="4435560"/>
                <a:ext cx="1256400" cy="369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5C89A9-1B5C-DA28-CDD0-3202FED890D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13233" y="4417560"/>
                  <a:ext cx="12920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55BF1DD-19B7-51DE-0513-191E585D1BC6}"/>
                    </a:ext>
                  </a:extLst>
                </p14:cNvPr>
                <p14:cNvContentPartPr/>
                <p14:nvPr/>
              </p14:nvContentPartPr>
              <p14:xfrm>
                <a:off x="10581993" y="4776120"/>
                <a:ext cx="15480" cy="18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55BF1DD-19B7-51DE-0513-191E585D1BC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63993" y="4758120"/>
                  <a:ext cx="51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EF991C8-B647-8F47-BD64-97477D70F5BB}"/>
                    </a:ext>
                  </a:extLst>
                </p14:cNvPr>
                <p14:cNvContentPartPr/>
                <p14:nvPr/>
              </p14:nvContentPartPr>
              <p14:xfrm>
                <a:off x="454473" y="5563080"/>
                <a:ext cx="12960" cy="196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EF991C8-B647-8F47-BD64-97477D70F5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36473" y="5545080"/>
                  <a:ext cx="48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11A880E-3C7D-C06B-BCBA-D1E774D6F810}"/>
                    </a:ext>
                  </a:extLst>
                </p14:cNvPr>
                <p14:cNvContentPartPr/>
                <p14:nvPr/>
              </p14:nvContentPartPr>
              <p14:xfrm>
                <a:off x="469953" y="5405400"/>
                <a:ext cx="137160" cy="622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11A880E-3C7D-C06B-BCBA-D1E774D6F81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2313" y="5387760"/>
                  <a:ext cx="17280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5D83BD-A788-B4C6-4BB0-6F44257E81B8}"/>
                    </a:ext>
                  </a:extLst>
                </p14:cNvPr>
                <p14:cNvContentPartPr/>
                <p14:nvPr/>
              </p14:nvContentPartPr>
              <p14:xfrm>
                <a:off x="1004553" y="5468400"/>
                <a:ext cx="235080" cy="341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5D83BD-A788-B4C6-4BB0-6F44257E81B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86913" y="5450760"/>
                  <a:ext cx="2707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B37D3A7-0436-F497-2AE2-365ECC47EBFC}"/>
                    </a:ext>
                  </a:extLst>
                </p14:cNvPr>
                <p14:cNvContentPartPr/>
                <p14:nvPr/>
              </p14:nvContentPartPr>
              <p14:xfrm>
                <a:off x="1203633" y="5457960"/>
                <a:ext cx="200160" cy="821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B37D3A7-0436-F497-2AE2-365ECC47EBF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85633" y="5440320"/>
                  <a:ext cx="23580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993BFF5-0BE1-6D9B-1222-9116DF5BDE2C}"/>
                    </a:ext>
                  </a:extLst>
                </p14:cNvPr>
                <p14:cNvContentPartPr/>
                <p14:nvPr/>
              </p14:nvContentPartPr>
              <p14:xfrm>
                <a:off x="1855953" y="5505480"/>
                <a:ext cx="688320" cy="342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993BFF5-0BE1-6D9B-1222-9116DF5BDE2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37953" y="5487840"/>
                  <a:ext cx="7239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7304B7F-378D-66C4-A27F-2EF7CE033216}"/>
                    </a:ext>
                  </a:extLst>
                </p14:cNvPr>
                <p14:cNvContentPartPr/>
                <p14:nvPr/>
              </p14:nvContentPartPr>
              <p14:xfrm>
                <a:off x="1997433" y="5541120"/>
                <a:ext cx="195480" cy="48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7304B7F-378D-66C4-A27F-2EF7CE03321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979433" y="5523480"/>
                  <a:ext cx="231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733C925-25AA-D431-5382-882BEB7636DB}"/>
                    </a:ext>
                  </a:extLst>
                </p14:cNvPr>
                <p14:cNvContentPartPr/>
                <p14:nvPr/>
              </p14:nvContentPartPr>
              <p14:xfrm>
                <a:off x="2467593" y="5626440"/>
                <a:ext cx="251280" cy="155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733C925-25AA-D431-5382-882BEB7636D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449593" y="5608440"/>
                  <a:ext cx="286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8A92501-005C-CE6C-CF71-D38397F18A77}"/>
                    </a:ext>
                  </a:extLst>
                </p14:cNvPr>
                <p14:cNvContentPartPr/>
                <p14:nvPr/>
              </p14:nvContentPartPr>
              <p14:xfrm>
                <a:off x="3379833" y="5565600"/>
                <a:ext cx="202320" cy="214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8A92501-005C-CE6C-CF71-D38397F18A7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362193" y="5547600"/>
                  <a:ext cx="237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79F465D-E488-F474-ECCC-D12F60F72B6D}"/>
                    </a:ext>
                  </a:extLst>
                </p14:cNvPr>
                <p14:cNvContentPartPr/>
                <p14:nvPr/>
              </p14:nvContentPartPr>
              <p14:xfrm>
                <a:off x="3711393" y="5409720"/>
                <a:ext cx="68400" cy="377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79F465D-E488-F474-ECCC-D12F60F72B6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93753" y="5392080"/>
                  <a:ext cx="1040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35CAEBA-7950-3DA4-A22C-257A68125DCB}"/>
                    </a:ext>
                  </a:extLst>
                </p14:cNvPr>
                <p14:cNvContentPartPr/>
                <p14:nvPr/>
              </p14:nvContentPartPr>
              <p14:xfrm>
                <a:off x="3603033" y="5567400"/>
                <a:ext cx="647640" cy="248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35CAEBA-7950-3DA4-A22C-257A68125DC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85033" y="5549760"/>
                  <a:ext cx="683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FD87C4C-9640-FDB1-A13E-B1888EB461A6}"/>
                    </a:ext>
                  </a:extLst>
                </p14:cNvPr>
                <p14:cNvContentPartPr/>
                <p14:nvPr/>
              </p14:nvContentPartPr>
              <p14:xfrm>
                <a:off x="4280553" y="5635800"/>
                <a:ext cx="29160" cy="139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FD87C4C-9640-FDB1-A13E-B1888EB461A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262913" y="5617800"/>
                  <a:ext cx="64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35DC91A-7606-B851-6AE1-334EEE60EC2F}"/>
                    </a:ext>
                  </a:extLst>
                </p14:cNvPr>
                <p14:cNvContentPartPr/>
                <p14:nvPr/>
              </p14:nvContentPartPr>
              <p14:xfrm>
                <a:off x="4289553" y="5475960"/>
                <a:ext cx="90360" cy="40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35DC91A-7606-B851-6AE1-334EEE60EC2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271553" y="5457960"/>
                  <a:ext cx="126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17B402-75C5-FBE3-0234-4878682B7841}"/>
                    </a:ext>
                  </a:extLst>
                </p14:cNvPr>
                <p14:cNvContentPartPr/>
                <p14:nvPr/>
              </p14:nvContentPartPr>
              <p14:xfrm>
                <a:off x="4233753" y="5470560"/>
                <a:ext cx="895320" cy="915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17B402-75C5-FBE3-0234-4878682B784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16113" y="5452560"/>
                  <a:ext cx="93096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D0906A6-952C-A150-2818-5954455CF00E}"/>
                    </a:ext>
                  </a:extLst>
                </p14:cNvPr>
                <p14:cNvContentPartPr/>
                <p14:nvPr/>
              </p14:nvContentPartPr>
              <p14:xfrm>
                <a:off x="4973913" y="5494320"/>
                <a:ext cx="181080" cy="45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D0906A6-952C-A150-2818-5954455CF00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55913" y="5476680"/>
                  <a:ext cx="216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A00A0EA-F4C1-5F65-4541-FEA622EFBD8F}"/>
                    </a:ext>
                  </a:extLst>
                </p14:cNvPr>
                <p14:cNvContentPartPr/>
                <p14:nvPr/>
              </p14:nvContentPartPr>
              <p14:xfrm>
                <a:off x="5485473" y="5344920"/>
                <a:ext cx="429480" cy="467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A00A0EA-F4C1-5F65-4541-FEA622EFBD8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67473" y="5326920"/>
                  <a:ext cx="4651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CCF0BAC-BE1F-CD51-241B-AB6AC473ED67}"/>
                    </a:ext>
                  </a:extLst>
                </p14:cNvPr>
                <p14:cNvContentPartPr/>
                <p14:nvPr/>
              </p14:nvContentPartPr>
              <p14:xfrm>
                <a:off x="5921073" y="5432400"/>
                <a:ext cx="42840" cy="25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CCF0BAC-BE1F-CD51-241B-AB6AC473ED6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903433" y="5414760"/>
                  <a:ext cx="78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00518BE-E95E-A6C6-C9A6-D7E9471D8525}"/>
                    </a:ext>
                  </a:extLst>
                </p14:cNvPr>
                <p14:cNvContentPartPr/>
                <p14:nvPr/>
              </p14:nvContentPartPr>
              <p14:xfrm>
                <a:off x="5994513" y="5551200"/>
                <a:ext cx="511920" cy="214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00518BE-E95E-A6C6-C9A6-D7E9471D852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76513" y="5533200"/>
                  <a:ext cx="547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4CCEB84-AAD1-3ED8-6C62-5AFDCCC56DD7}"/>
                    </a:ext>
                  </a:extLst>
                </p14:cNvPr>
                <p14:cNvContentPartPr/>
                <p14:nvPr/>
              </p14:nvContentPartPr>
              <p14:xfrm>
                <a:off x="6854913" y="5333400"/>
                <a:ext cx="365400" cy="381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4CCEB84-AAD1-3ED8-6C62-5AFDCCC56DD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37273" y="5315760"/>
                  <a:ext cx="4010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D2C5757-BC70-9840-2415-B05D0F2775CD}"/>
                    </a:ext>
                  </a:extLst>
                </p14:cNvPr>
                <p14:cNvContentPartPr/>
                <p14:nvPr/>
              </p14:nvContentPartPr>
              <p14:xfrm>
                <a:off x="7239393" y="5549400"/>
                <a:ext cx="303120" cy="192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D2C5757-BC70-9840-2415-B05D0F2775C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21393" y="5531400"/>
                  <a:ext cx="338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D53B33E-1E21-D97A-0F2B-0CA284ACDB6F}"/>
                    </a:ext>
                  </a:extLst>
                </p14:cNvPr>
                <p14:cNvContentPartPr/>
                <p14:nvPr/>
              </p14:nvContentPartPr>
              <p14:xfrm>
                <a:off x="7964073" y="5531400"/>
                <a:ext cx="299880" cy="163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D53B33E-1E21-D97A-0F2B-0CA284ACDB6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46073" y="5513400"/>
                  <a:ext cx="335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E4818F2-89E0-BE9E-6D35-911FE1A72821}"/>
                    </a:ext>
                  </a:extLst>
                </p14:cNvPr>
                <p14:cNvContentPartPr/>
                <p14:nvPr/>
              </p14:nvContentPartPr>
              <p14:xfrm>
                <a:off x="8299953" y="5290200"/>
                <a:ext cx="413640" cy="393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E4818F2-89E0-BE9E-6D35-911FE1A7282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81953" y="5272200"/>
                  <a:ext cx="4492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0E228C4-A2FC-AF48-D4A7-CFF0A7F993AB}"/>
                    </a:ext>
                  </a:extLst>
                </p14:cNvPr>
                <p14:cNvContentPartPr/>
                <p14:nvPr/>
              </p14:nvContentPartPr>
              <p14:xfrm>
                <a:off x="8581473" y="5410440"/>
                <a:ext cx="210960" cy="35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0E228C4-A2FC-AF48-D4A7-CFF0A7F993A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63833" y="5392800"/>
                  <a:ext cx="246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2DF09B1-612C-5134-FA30-7ED8C4515CEE}"/>
                    </a:ext>
                  </a:extLst>
                </p14:cNvPr>
                <p14:cNvContentPartPr/>
                <p14:nvPr/>
              </p14:nvContentPartPr>
              <p14:xfrm>
                <a:off x="9193473" y="5270760"/>
                <a:ext cx="404280" cy="950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2DF09B1-612C-5134-FA30-7ED8C4515CE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75473" y="5252760"/>
                  <a:ext cx="439920" cy="9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0D3545F-BC23-138C-0C3F-B30F5D05CC16}"/>
                    </a:ext>
                  </a:extLst>
                </p14:cNvPr>
                <p14:cNvContentPartPr/>
                <p14:nvPr/>
              </p14:nvContentPartPr>
              <p14:xfrm>
                <a:off x="9645273" y="5508000"/>
                <a:ext cx="219240" cy="164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0D3545F-BC23-138C-0C3F-B30F5D05CC1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627633" y="5490360"/>
                  <a:ext cx="254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EE53239-7219-5DBC-7090-74453CEF9761}"/>
                    </a:ext>
                  </a:extLst>
                </p14:cNvPr>
                <p14:cNvContentPartPr/>
                <p14:nvPr/>
              </p14:nvContentPartPr>
              <p14:xfrm>
                <a:off x="9981513" y="5464440"/>
                <a:ext cx="257760" cy="205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EE53239-7219-5DBC-7090-74453CEF976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63873" y="5446440"/>
                  <a:ext cx="293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50F8C7D-B173-246F-919C-AA37CEC974A0}"/>
                    </a:ext>
                  </a:extLst>
                </p14:cNvPr>
                <p14:cNvContentPartPr/>
                <p14:nvPr/>
              </p14:nvContentPartPr>
              <p14:xfrm>
                <a:off x="10602153" y="5272920"/>
                <a:ext cx="266400" cy="427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50F8C7D-B173-246F-919C-AA37CEC974A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84513" y="5254920"/>
                  <a:ext cx="3020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4E3EDB3-1D91-0BCF-0DB3-653E056689C3}"/>
                    </a:ext>
                  </a:extLst>
                </p14:cNvPr>
                <p14:cNvContentPartPr/>
                <p14:nvPr/>
              </p14:nvContentPartPr>
              <p14:xfrm>
                <a:off x="10830393" y="5276160"/>
                <a:ext cx="191520" cy="434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4E3EDB3-1D91-0BCF-0DB3-653E056689C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812393" y="5258520"/>
                  <a:ext cx="2271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04B0C1F-81B0-096A-8812-868E27319A51}"/>
                    </a:ext>
                  </a:extLst>
                </p14:cNvPr>
                <p14:cNvContentPartPr/>
                <p14:nvPr/>
              </p14:nvContentPartPr>
              <p14:xfrm>
                <a:off x="10778193" y="5402160"/>
                <a:ext cx="277560" cy="60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04B0C1F-81B0-096A-8812-868E27319A5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760553" y="5384520"/>
                  <a:ext cx="313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7855C28-1B99-1DBD-5ED2-29DCAB7349BD}"/>
                    </a:ext>
                  </a:extLst>
                </p14:cNvPr>
                <p14:cNvContentPartPr/>
                <p14:nvPr/>
              </p14:nvContentPartPr>
              <p14:xfrm>
                <a:off x="11063673" y="5291280"/>
                <a:ext cx="159840" cy="366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7855C28-1B99-1DBD-5ED2-29DCAB7349B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46033" y="5273280"/>
                  <a:ext cx="1954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40DF09F-264A-FA99-F948-1B5C57993515}"/>
                    </a:ext>
                  </a:extLst>
                </p14:cNvPr>
                <p14:cNvContentPartPr/>
                <p14:nvPr/>
              </p14:nvContentPartPr>
              <p14:xfrm>
                <a:off x="11291193" y="5494320"/>
                <a:ext cx="177840" cy="169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40DF09F-264A-FA99-F948-1B5C5799351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273193" y="5476320"/>
                  <a:ext cx="213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A0B18E-D5B5-3A9C-1401-1DBDC9259EE5}"/>
                    </a:ext>
                  </a:extLst>
                </p14:cNvPr>
                <p14:cNvContentPartPr/>
                <p14:nvPr/>
              </p14:nvContentPartPr>
              <p14:xfrm>
                <a:off x="11461473" y="5509080"/>
                <a:ext cx="138600" cy="180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A0B18E-D5B5-3A9C-1401-1DBDC9259EE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443833" y="5491440"/>
                  <a:ext cx="174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8134139-9094-BFE7-CEA1-F99F3153A0B3}"/>
                    </a:ext>
                  </a:extLst>
                </p14:cNvPr>
                <p14:cNvContentPartPr/>
                <p14:nvPr/>
              </p14:nvContentPartPr>
              <p14:xfrm>
                <a:off x="11679993" y="5517720"/>
                <a:ext cx="109440" cy="195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8134139-9094-BFE7-CEA1-F99F3153A0B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661993" y="5500080"/>
                  <a:ext cx="145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BE82A2A-799E-4E8E-7027-1B3B0FA80CEB}"/>
                    </a:ext>
                  </a:extLst>
                </p14:cNvPr>
                <p14:cNvContentPartPr/>
                <p14:nvPr/>
              </p14:nvContentPartPr>
              <p14:xfrm>
                <a:off x="11604393" y="5287320"/>
                <a:ext cx="666720" cy="874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BE82A2A-799E-4E8E-7027-1B3B0FA80CE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586393" y="5269320"/>
                  <a:ext cx="7023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B59809F-1D8D-5EFA-FE58-5B94A705F1AD}"/>
                    </a:ext>
                  </a:extLst>
                </p14:cNvPr>
                <p14:cNvContentPartPr/>
                <p14:nvPr/>
              </p14:nvContentPartPr>
              <p14:xfrm>
                <a:off x="871129" y="6225480"/>
                <a:ext cx="58320" cy="462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B59809F-1D8D-5EFA-FE58-5B94A705F1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3129" y="6207840"/>
                  <a:ext cx="939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AF6BAF2-CE85-635F-E2F1-68B3920FD2A7}"/>
                    </a:ext>
                  </a:extLst>
                </p14:cNvPr>
                <p14:cNvContentPartPr/>
                <p14:nvPr/>
              </p14:nvContentPartPr>
              <p14:xfrm>
                <a:off x="763849" y="6273720"/>
                <a:ext cx="677880" cy="393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AF6BAF2-CE85-635F-E2F1-68B3920FD2A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45849" y="6256080"/>
                  <a:ext cx="7135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6AF93A-DB56-1FED-47BF-7ADBDCCA951D}"/>
                    </a:ext>
                  </a:extLst>
                </p14:cNvPr>
                <p14:cNvContentPartPr/>
                <p14:nvPr/>
              </p14:nvContentPartPr>
              <p14:xfrm>
                <a:off x="1997209" y="6535440"/>
                <a:ext cx="173160" cy="225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6AF93A-DB56-1FED-47BF-7ADBDCCA951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79569" y="6517800"/>
                  <a:ext cx="208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740E047-9D57-F401-8694-02262A934E67}"/>
                    </a:ext>
                  </a:extLst>
                </p14:cNvPr>
                <p14:cNvContentPartPr/>
                <p14:nvPr/>
              </p14:nvContentPartPr>
              <p14:xfrm>
                <a:off x="2246329" y="6521400"/>
                <a:ext cx="249480" cy="209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740E047-9D57-F401-8694-02262A934E6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28689" y="6503760"/>
                  <a:ext cx="285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89F7312-B4AA-3BFE-0B59-C88D0860BF47}"/>
                    </a:ext>
                  </a:extLst>
                </p14:cNvPr>
                <p14:cNvContentPartPr/>
                <p14:nvPr/>
              </p14:nvContentPartPr>
              <p14:xfrm>
                <a:off x="2525329" y="6489720"/>
                <a:ext cx="47880" cy="189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89F7312-B4AA-3BFE-0B59-C88D0860BF4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507689" y="6471720"/>
                  <a:ext cx="83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D4E1685-9169-5DD6-292A-48FDB575D72C}"/>
                    </a:ext>
                  </a:extLst>
                </p14:cNvPr>
                <p14:cNvContentPartPr/>
                <p14:nvPr/>
              </p14:nvContentPartPr>
              <p14:xfrm>
                <a:off x="2605249" y="6266520"/>
                <a:ext cx="66960" cy="68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D4E1685-9169-5DD6-292A-48FDB575D72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87249" y="6248520"/>
                  <a:ext cx="102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614EEF-554F-5629-6FE6-FE9592A7385D}"/>
                    </a:ext>
                  </a:extLst>
                </p14:cNvPr>
                <p14:cNvContentPartPr/>
                <p14:nvPr/>
              </p14:nvContentPartPr>
              <p14:xfrm>
                <a:off x="2603449" y="6482160"/>
                <a:ext cx="239040" cy="789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614EEF-554F-5629-6FE6-FE9592A7385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585449" y="6464520"/>
                  <a:ext cx="27468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0ABCC0E-8F51-F70C-6006-23C4000042B1}"/>
                    </a:ext>
                  </a:extLst>
                </p14:cNvPr>
                <p14:cNvContentPartPr/>
                <p14:nvPr/>
              </p14:nvContentPartPr>
              <p14:xfrm>
                <a:off x="2958049" y="6480000"/>
                <a:ext cx="26640" cy="200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0ABCC0E-8F51-F70C-6006-23C4000042B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40409" y="6462000"/>
                  <a:ext cx="62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9D4F298-5795-4243-FE9F-F546CCD6DE1C}"/>
                    </a:ext>
                  </a:extLst>
                </p14:cNvPr>
                <p14:cNvContentPartPr/>
                <p14:nvPr/>
              </p14:nvContentPartPr>
              <p14:xfrm>
                <a:off x="3122929" y="6505200"/>
                <a:ext cx="297000" cy="183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9D4F298-5795-4243-FE9F-F546CCD6DE1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104929" y="6487200"/>
                  <a:ext cx="332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18DBCA4-01B6-12FC-A3B7-7539B7D180B8}"/>
                    </a:ext>
                  </a:extLst>
                </p14:cNvPr>
                <p14:cNvContentPartPr/>
                <p14:nvPr/>
              </p14:nvContentPartPr>
              <p14:xfrm>
                <a:off x="2996569" y="6292800"/>
                <a:ext cx="708120" cy="485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18DBCA4-01B6-12FC-A3B7-7539B7D180B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978569" y="6274800"/>
                  <a:ext cx="7437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8A113FC-8F8A-946B-4B48-1094EDBE7111}"/>
                    </a:ext>
                  </a:extLst>
                </p14:cNvPr>
                <p14:cNvContentPartPr/>
                <p14:nvPr/>
              </p14:nvContentPartPr>
              <p14:xfrm>
                <a:off x="4289689" y="6241320"/>
                <a:ext cx="307080" cy="441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8A113FC-8F8A-946B-4B48-1094EDBE711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272049" y="6223320"/>
                  <a:ext cx="34272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F0DDA67-7EDB-842B-F388-C6CA24E93F65}"/>
                    </a:ext>
                  </a:extLst>
                </p14:cNvPr>
                <p14:cNvContentPartPr/>
                <p14:nvPr/>
              </p14:nvContentPartPr>
              <p14:xfrm>
                <a:off x="4436209" y="6242760"/>
                <a:ext cx="510840" cy="411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F0DDA67-7EDB-842B-F388-C6CA24E93F6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418569" y="6224760"/>
                  <a:ext cx="5464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3019E9D-5C6D-BA1F-2285-CC23BF0E8D24}"/>
                    </a:ext>
                  </a:extLst>
                </p14:cNvPr>
                <p14:cNvContentPartPr/>
                <p14:nvPr/>
              </p14:nvContentPartPr>
              <p14:xfrm>
                <a:off x="5072689" y="6427080"/>
                <a:ext cx="189360" cy="265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3019E9D-5C6D-BA1F-2285-CC23BF0E8D2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55049" y="6409080"/>
                  <a:ext cx="225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BFCFAA1-B6BC-5935-DD9F-AF73D277C114}"/>
                    </a:ext>
                  </a:extLst>
                </p14:cNvPr>
                <p14:cNvContentPartPr/>
                <p14:nvPr/>
              </p14:nvContentPartPr>
              <p14:xfrm>
                <a:off x="5348089" y="6428880"/>
                <a:ext cx="186840" cy="2577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BFCFAA1-B6BC-5935-DD9F-AF73D277C11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30089" y="6410880"/>
                  <a:ext cx="222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353644A-24EE-C1C2-D9DB-5E36AD1E3AFF}"/>
                    </a:ext>
                  </a:extLst>
                </p14:cNvPr>
                <p14:cNvContentPartPr/>
                <p14:nvPr/>
              </p14:nvContentPartPr>
              <p14:xfrm>
                <a:off x="6122449" y="6435720"/>
                <a:ext cx="527040" cy="275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353644A-24EE-C1C2-D9DB-5E36AD1E3AF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104449" y="6417720"/>
                  <a:ext cx="5626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A25882E-2811-25B7-3D37-31FB3F1732B5}"/>
                    </a:ext>
                  </a:extLst>
                </p14:cNvPr>
                <p14:cNvContentPartPr/>
                <p14:nvPr/>
              </p14:nvContentPartPr>
              <p14:xfrm>
                <a:off x="7054129" y="6189480"/>
                <a:ext cx="46800" cy="420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A25882E-2811-25B7-3D37-31FB3F1732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36489" y="6171480"/>
                  <a:ext cx="824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69A531-22DB-7AF9-E755-D24C9B1197E4}"/>
                    </a:ext>
                  </a:extLst>
                </p14:cNvPr>
                <p14:cNvContentPartPr/>
                <p14:nvPr/>
              </p14:nvContentPartPr>
              <p14:xfrm>
                <a:off x="7158529" y="6413760"/>
                <a:ext cx="149400" cy="175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69A531-22DB-7AF9-E755-D24C9B1197E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40889" y="6395760"/>
                  <a:ext cx="185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2174769-B9DB-8EF9-204C-4255D646B416}"/>
                    </a:ext>
                  </a:extLst>
                </p14:cNvPr>
                <p14:cNvContentPartPr/>
                <p14:nvPr/>
              </p14:nvContentPartPr>
              <p14:xfrm>
                <a:off x="7369489" y="6231600"/>
                <a:ext cx="98640" cy="419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2174769-B9DB-8EF9-204C-4255D646B41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351489" y="6213600"/>
                  <a:ext cx="1342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0BED428-1F0A-DBC0-D12F-753CE2EFF503}"/>
                    </a:ext>
                  </a:extLst>
                </p14:cNvPr>
                <p14:cNvContentPartPr/>
                <p14:nvPr/>
              </p14:nvContentPartPr>
              <p14:xfrm>
                <a:off x="7391449" y="6366240"/>
                <a:ext cx="586440" cy="333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0BED428-1F0A-DBC0-D12F-753CE2EFF50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73449" y="6348240"/>
                  <a:ext cx="6220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5E9164D-6D79-0DE7-8214-E7670E12876B}"/>
                    </a:ext>
                  </a:extLst>
                </p14:cNvPr>
                <p14:cNvContentPartPr/>
                <p14:nvPr/>
              </p14:nvContentPartPr>
              <p14:xfrm>
                <a:off x="7046209" y="6292800"/>
                <a:ext cx="295560" cy="41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5E9164D-6D79-0DE7-8214-E7670E1287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028209" y="6274800"/>
                  <a:ext cx="331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FF585D3-B094-0B4D-6C12-F5057E581E3F}"/>
                    </a:ext>
                  </a:extLst>
                </p14:cNvPr>
                <p14:cNvContentPartPr/>
                <p14:nvPr/>
              </p14:nvContentPartPr>
              <p14:xfrm>
                <a:off x="8466409" y="6415920"/>
                <a:ext cx="319680" cy="2217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FF585D3-B094-0B4D-6C12-F5057E581E3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448409" y="6398280"/>
                  <a:ext cx="355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011617A-4A43-BC1C-EC86-38E650472B53}"/>
                    </a:ext>
                  </a:extLst>
                </p14:cNvPr>
                <p14:cNvContentPartPr/>
                <p14:nvPr/>
              </p14:nvContentPartPr>
              <p14:xfrm>
                <a:off x="8768449" y="6404400"/>
                <a:ext cx="287280" cy="181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011617A-4A43-BC1C-EC86-38E650472B5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50449" y="6386760"/>
                  <a:ext cx="322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B0B038F-3977-BF07-9423-1BBEC83327D0}"/>
                    </a:ext>
                  </a:extLst>
                </p14:cNvPr>
                <p14:cNvContentPartPr/>
                <p14:nvPr/>
              </p14:nvContentPartPr>
              <p14:xfrm>
                <a:off x="9169129" y="6390360"/>
                <a:ext cx="154080" cy="199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B0B038F-3977-BF07-9423-1BBEC83327D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51489" y="6372360"/>
                  <a:ext cx="189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A6AC50E-B8E6-A298-E570-5BBE0BC7AB1C}"/>
                    </a:ext>
                  </a:extLst>
                </p14:cNvPr>
                <p14:cNvContentPartPr/>
                <p14:nvPr/>
              </p14:nvContentPartPr>
              <p14:xfrm>
                <a:off x="9309169" y="6177960"/>
                <a:ext cx="365760" cy="358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A6AC50E-B8E6-A298-E570-5BBE0BC7AB1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91529" y="6160320"/>
                  <a:ext cx="4014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A86B67E-3CED-EEDF-C5EA-32E7ED89B15A}"/>
                    </a:ext>
                  </a:extLst>
                </p14:cNvPr>
                <p14:cNvContentPartPr/>
                <p14:nvPr/>
              </p14:nvContentPartPr>
              <p14:xfrm>
                <a:off x="9734329" y="6191640"/>
                <a:ext cx="47880" cy="16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A86B67E-3CED-EEDF-C5EA-32E7ED89B15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716689" y="6173640"/>
                  <a:ext cx="83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FDC088C-D5A6-F0AC-0B0B-9DCCB8E3CA29}"/>
                    </a:ext>
                  </a:extLst>
                </p14:cNvPr>
                <p14:cNvContentPartPr/>
                <p14:nvPr/>
              </p14:nvContentPartPr>
              <p14:xfrm>
                <a:off x="9730729" y="6394680"/>
                <a:ext cx="268560" cy="168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FDC088C-D5A6-F0AC-0B0B-9DCCB8E3CA2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13089" y="6377040"/>
                  <a:ext cx="304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61CD97A-D1F6-7F34-3897-0A31CE508F30}"/>
                    </a:ext>
                  </a:extLst>
                </p14:cNvPr>
                <p14:cNvContentPartPr/>
                <p14:nvPr/>
              </p14:nvContentPartPr>
              <p14:xfrm>
                <a:off x="10021969" y="6138000"/>
                <a:ext cx="849240" cy="475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61CD97A-D1F6-7F34-3897-0A31CE508F3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003969" y="6120000"/>
                  <a:ext cx="8848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8D23FC7-0DB8-BC96-43EE-742534494128}"/>
                    </a:ext>
                  </a:extLst>
                </p14:cNvPr>
                <p14:cNvContentPartPr/>
                <p14:nvPr/>
              </p14:nvContentPartPr>
              <p14:xfrm>
                <a:off x="10302409" y="6202440"/>
                <a:ext cx="409680" cy="39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8D23FC7-0DB8-BC96-43EE-74253449412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84769" y="6184800"/>
                  <a:ext cx="445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E71A508-3168-DEC2-9190-5A0E0EE101D5}"/>
                    </a:ext>
                  </a:extLst>
                </p14:cNvPr>
                <p14:cNvContentPartPr/>
                <p14:nvPr/>
              </p14:nvContentPartPr>
              <p14:xfrm>
                <a:off x="11047609" y="6284160"/>
                <a:ext cx="450360" cy="39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E71A508-3168-DEC2-9190-5A0E0EE101D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029969" y="6266160"/>
                  <a:ext cx="4860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B39A27A-8C93-D147-CEA3-ACF602B90B01}"/>
                    </a:ext>
                  </a:extLst>
                </p14:cNvPr>
                <p14:cNvContentPartPr/>
                <p14:nvPr/>
              </p14:nvContentPartPr>
              <p14:xfrm>
                <a:off x="11571409" y="6338160"/>
                <a:ext cx="384120" cy="340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B39A27A-8C93-D147-CEA3-ACF602B90B0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553769" y="6320520"/>
                  <a:ext cx="4197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7FEF9E4-8BCA-B596-C439-1A59D39F4C89}"/>
                    </a:ext>
                  </a:extLst>
                </p14:cNvPr>
                <p14:cNvContentPartPr/>
                <p14:nvPr/>
              </p14:nvContentPartPr>
              <p14:xfrm>
                <a:off x="11653129" y="6118560"/>
                <a:ext cx="455040" cy="715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7FEF9E4-8BCA-B596-C439-1A59D39F4C8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635489" y="6100560"/>
                  <a:ext cx="49068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14F609A-2C90-338C-6E32-BB2A10DA69F0}"/>
                    </a:ext>
                  </a:extLst>
                </p14:cNvPr>
                <p14:cNvContentPartPr/>
                <p14:nvPr/>
              </p14:nvContentPartPr>
              <p14:xfrm>
                <a:off x="857673" y="2873880"/>
                <a:ext cx="1800" cy="3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14F609A-2C90-338C-6E32-BB2A10DA69F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40033" y="2856240"/>
                  <a:ext cx="37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C4744A-B2EE-875C-A9B0-F76EAEFEC744}"/>
                    </a:ext>
                  </a:extLst>
                </p14:cNvPr>
                <p14:cNvContentPartPr/>
                <p14:nvPr/>
              </p14:nvContentPartPr>
              <p14:xfrm>
                <a:off x="871353" y="2954880"/>
                <a:ext cx="360" cy="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C4744A-B2EE-875C-A9B0-F76EAEFEC74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53713" y="2936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E186C7F-99B9-4858-3E01-D12412A0CB8E}"/>
                    </a:ext>
                  </a:extLst>
                </p14:cNvPr>
                <p14:cNvContentPartPr/>
                <p14:nvPr/>
              </p14:nvContentPartPr>
              <p14:xfrm>
                <a:off x="881073" y="2927520"/>
                <a:ext cx="1800" cy="3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E186C7F-99B9-4858-3E01-D12412A0CB8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63433" y="2909880"/>
                  <a:ext cx="3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96EA1C8-4E83-4350-1244-5356D3527ECC}"/>
                    </a:ext>
                  </a:extLst>
                </p14:cNvPr>
                <p14:cNvContentPartPr/>
                <p14:nvPr/>
              </p14:nvContentPartPr>
              <p14:xfrm>
                <a:off x="863209" y="2843640"/>
                <a:ext cx="360" cy="5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96EA1C8-4E83-4350-1244-5356D3527EC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45569" y="2826000"/>
                  <a:ext cx="36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4E66257-71C8-53A0-97EF-459D6B3072DE}"/>
                    </a:ext>
                  </a:extLst>
                </p14:cNvPr>
                <p14:cNvContentPartPr/>
                <p14:nvPr/>
              </p14:nvContentPartPr>
              <p14:xfrm>
                <a:off x="867889" y="2849760"/>
                <a:ext cx="5760" cy="1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4E66257-71C8-53A0-97EF-459D6B3072D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9889" y="2832120"/>
                  <a:ext cx="41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88DCD8B-415F-CF9F-752D-2C467B7F278E}"/>
                    </a:ext>
                  </a:extLst>
                </p14:cNvPr>
                <p14:cNvContentPartPr/>
                <p14:nvPr/>
              </p14:nvContentPartPr>
              <p14:xfrm>
                <a:off x="910009" y="2840040"/>
                <a:ext cx="11520" cy="1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88DCD8B-415F-CF9F-752D-2C467B7F278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92369" y="2822040"/>
                  <a:ext cx="47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0EAA7F6-7090-B905-DDD9-CBE9DEA03706}"/>
                    </a:ext>
                  </a:extLst>
                </p14:cNvPr>
                <p14:cNvContentPartPr/>
                <p14:nvPr/>
              </p14:nvContentPartPr>
              <p14:xfrm>
                <a:off x="2848609" y="1302120"/>
                <a:ext cx="10800" cy="3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0EAA7F6-7090-B905-DDD9-CBE9DEA0370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830609" y="1284120"/>
                  <a:ext cx="4644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8000A74-C4FF-C86A-3626-D462DB563B62}"/>
                  </a:ext>
                </a:extLst>
              </p14:cNvPr>
              <p14:cNvContentPartPr/>
              <p14:nvPr/>
            </p14:nvContentPartPr>
            <p14:xfrm>
              <a:off x="-168911" y="-608040"/>
              <a:ext cx="191160" cy="2134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8000A74-C4FF-C86A-3626-D462DB563B62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-186911" y="-626040"/>
                <a:ext cx="2268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9D7B2DF-E476-C13B-D4B9-D87465C3362A}"/>
                  </a:ext>
                </a:extLst>
              </p14:cNvPr>
              <p14:cNvContentPartPr/>
              <p14:nvPr/>
            </p14:nvContentPartPr>
            <p14:xfrm>
              <a:off x="841847" y="457222"/>
              <a:ext cx="3690000" cy="30661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9D7B2DF-E476-C13B-D4B9-D87465C3362A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823847" y="439582"/>
                <a:ext cx="3725640" cy="31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4CB35902-ED37-7C45-83A5-EF09F7E4179C}"/>
                  </a:ext>
                </a:extLst>
              </p14:cNvPr>
              <p14:cNvContentPartPr/>
              <p14:nvPr/>
            </p14:nvContentPartPr>
            <p14:xfrm>
              <a:off x="1759487" y="1319062"/>
              <a:ext cx="1556640" cy="31435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4CB35902-ED37-7C45-83A5-EF09F7E4179C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741487" y="1301062"/>
                <a:ext cx="1592280" cy="31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C123207-0CCC-42DD-F0FF-106636848641}"/>
                  </a:ext>
                </a:extLst>
              </p14:cNvPr>
              <p14:cNvContentPartPr/>
              <p14:nvPr/>
            </p14:nvContentPartPr>
            <p14:xfrm>
              <a:off x="1569047" y="2627662"/>
              <a:ext cx="172440" cy="2602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C123207-0CCC-42DD-F0FF-106636848641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551407" y="2609662"/>
                <a:ext cx="2080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ABDDC3D2-5575-12E5-AD23-4B7492CFB158}"/>
                  </a:ext>
                </a:extLst>
              </p14:cNvPr>
              <p14:cNvContentPartPr/>
              <p14:nvPr/>
            </p14:nvContentPartPr>
            <p14:xfrm>
              <a:off x="1830047" y="2860222"/>
              <a:ext cx="29520" cy="1213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ABDDC3D2-5575-12E5-AD23-4B7492CFB158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812407" y="2842222"/>
                <a:ext cx="651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B5BBE7F-0311-4E53-576D-020FFE6998FE}"/>
                  </a:ext>
                </a:extLst>
              </p14:cNvPr>
              <p14:cNvContentPartPr/>
              <p14:nvPr/>
            </p14:nvContentPartPr>
            <p14:xfrm>
              <a:off x="2777927" y="2449822"/>
              <a:ext cx="201240" cy="3128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B5BBE7F-0311-4E53-576D-020FFE6998FE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2759927" y="2431822"/>
                <a:ext cx="2368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C7F77A8-9421-9D0A-C53A-711F709B8F2F}"/>
                  </a:ext>
                </a:extLst>
              </p14:cNvPr>
              <p14:cNvContentPartPr/>
              <p14:nvPr/>
            </p14:nvContentPartPr>
            <p14:xfrm>
              <a:off x="3061607" y="2658622"/>
              <a:ext cx="286560" cy="20988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C7F77A8-9421-9D0A-C53A-711F709B8F2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3043967" y="2640982"/>
                <a:ext cx="322200" cy="24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189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2BC091-4B43-5CC4-EE84-DB4AB2D3B6C3}"/>
                  </a:ext>
                </a:extLst>
              </p14:cNvPr>
              <p14:cNvContentPartPr/>
              <p14:nvPr/>
            </p14:nvContentPartPr>
            <p14:xfrm>
              <a:off x="483273" y="510840"/>
              <a:ext cx="287280" cy="852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2BC091-4B43-5CC4-EE84-DB4AB2D3B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273" y="493200"/>
                <a:ext cx="322920" cy="88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48F38FD-E778-969B-9776-C731762E3BE4}"/>
              </a:ext>
            </a:extLst>
          </p:cNvPr>
          <p:cNvGrpSpPr/>
          <p:nvPr/>
        </p:nvGrpSpPr>
        <p:grpSpPr>
          <a:xfrm>
            <a:off x="1194993" y="482400"/>
            <a:ext cx="862920" cy="398880"/>
            <a:chOff x="1194993" y="482400"/>
            <a:chExt cx="86292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F2E6B1-3954-3B7A-77D9-C98EAD190CEE}"/>
                    </a:ext>
                  </a:extLst>
                </p14:cNvPr>
                <p14:cNvContentPartPr/>
                <p14:nvPr/>
              </p14:nvContentPartPr>
              <p14:xfrm>
                <a:off x="1194993" y="482400"/>
                <a:ext cx="862920" cy="398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F2E6B1-3954-3B7A-77D9-C98EAD190C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6993" y="464760"/>
                  <a:ext cx="8985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39C8F6C-D83E-4819-7112-1E913EBE8379}"/>
                    </a:ext>
                  </a:extLst>
                </p14:cNvPr>
                <p14:cNvContentPartPr/>
                <p14:nvPr/>
              </p14:nvContentPartPr>
              <p14:xfrm>
                <a:off x="1334673" y="597240"/>
                <a:ext cx="171000" cy="5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39C8F6C-D83E-4819-7112-1E913EBE83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6673" y="579600"/>
                  <a:ext cx="20664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883056-4ADC-E235-F8F5-B758E173DE56}"/>
              </a:ext>
            </a:extLst>
          </p:cNvPr>
          <p:cNvGrpSpPr/>
          <p:nvPr/>
        </p:nvGrpSpPr>
        <p:grpSpPr>
          <a:xfrm>
            <a:off x="2542473" y="536760"/>
            <a:ext cx="1423080" cy="804240"/>
            <a:chOff x="2542473" y="536760"/>
            <a:chExt cx="1423080" cy="80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0DF17C-6505-1A95-26D8-C2370ACD4DB0}"/>
                    </a:ext>
                  </a:extLst>
                </p14:cNvPr>
                <p14:cNvContentPartPr/>
                <p14:nvPr/>
              </p14:nvContentPartPr>
              <p14:xfrm>
                <a:off x="2542473" y="690480"/>
                <a:ext cx="585360" cy="222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0DF17C-6505-1A95-26D8-C2370ACD4D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24833" y="672480"/>
                  <a:ext cx="621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D2159F-7E5B-205C-BCCC-829AA7462BCA}"/>
                    </a:ext>
                  </a:extLst>
                </p14:cNvPr>
                <p14:cNvContentPartPr/>
                <p14:nvPr/>
              </p14:nvContentPartPr>
              <p14:xfrm>
                <a:off x="3107673" y="547560"/>
                <a:ext cx="49320" cy="60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D2159F-7E5B-205C-BCCC-829AA7462B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9673" y="529560"/>
                  <a:ext cx="84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4C7F87-2F58-AE16-8331-A6A15C342531}"/>
                    </a:ext>
                  </a:extLst>
                </p14:cNvPr>
                <p14:cNvContentPartPr/>
                <p14:nvPr/>
              </p14:nvContentPartPr>
              <p14:xfrm>
                <a:off x="3068073" y="724320"/>
                <a:ext cx="363600" cy="616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4C7F87-2F58-AE16-8331-A6A15C3425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50073" y="706320"/>
                  <a:ext cx="39924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7CBF8A2-E1B1-F201-BE19-D411061AAD60}"/>
                    </a:ext>
                  </a:extLst>
                </p14:cNvPr>
                <p14:cNvContentPartPr/>
                <p14:nvPr/>
              </p14:nvContentPartPr>
              <p14:xfrm>
                <a:off x="3573513" y="672120"/>
                <a:ext cx="36360" cy="223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7CBF8A2-E1B1-F201-BE19-D411061AAD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5873" y="654480"/>
                  <a:ext cx="72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05A057-7E88-BE29-FC66-7701745158C9}"/>
                    </a:ext>
                  </a:extLst>
                </p14:cNvPr>
                <p14:cNvContentPartPr/>
                <p14:nvPr/>
              </p14:nvContentPartPr>
              <p14:xfrm>
                <a:off x="3769713" y="692640"/>
                <a:ext cx="195840" cy="18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05A057-7E88-BE29-FC66-7701745158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52073" y="675000"/>
                  <a:ext cx="231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71A4EF-E9F9-2B84-159A-0B648FC9E3F3}"/>
                    </a:ext>
                  </a:extLst>
                </p14:cNvPr>
                <p14:cNvContentPartPr/>
                <p14:nvPr/>
              </p14:nvContentPartPr>
              <p14:xfrm>
                <a:off x="3593673" y="536760"/>
                <a:ext cx="92520" cy="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71A4EF-E9F9-2B84-159A-0B648FC9E3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76033" y="519120"/>
                  <a:ext cx="1281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FEABFC-25B1-D36E-F040-480E337F1F79}"/>
              </a:ext>
            </a:extLst>
          </p:cNvPr>
          <p:cNvGrpSpPr/>
          <p:nvPr/>
        </p:nvGrpSpPr>
        <p:grpSpPr>
          <a:xfrm>
            <a:off x="4520313" y="395280"/>
            <a:ext cx="848880" cy="491760"/>
            <a:chOff x="4520313" y="395280"/>
            <a:chExt cx="848880" cy="49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ACC971-1153-E5AD-7775-A4F31B6A751D}"/>
                    </a:ext>
                  </a:extLst>
                </p14:cNvPr>
                <p14:cNvContentPartPr/>
                <p14:nvPr/>
              </p14:nvContentPartPr>
              <p14:xfrm>
                <a:off x="4520313" y="675000"/>
                <a:ext cx="202680" cy="200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ACC971-1153-E5AD-7775-A4F31B6A75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02313" y="657000"/>
                  <a:ext cx="238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72C0B7-0504-4B6D-8399-9FA5F7D91B33}"/>
                    </a:ext>
                  </a:extLst>
                </p14:cNvPr>
                <p14:cNvContentPartPr/>
                <p14:nvPr/>
              </p14:nvContentPartPr>
              <p14:xfrm>
                <a:off x="4829553" y="705960"/>
                <a:ext cx="209520" cy="169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72C0B7-0504-4B6D-8399-9FA5F7D91B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11913" y="687960"/>
                  <a:ext cx="245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10F181-ACE3-A025-D47C-F7687304ECEE}"/>
                    </a:ext>
                  </a:extLst>
                </p14:cNvPr>
                <p14:cNvContentPartPr/>
                <p14:nvPr/>
              </p14:nvContentPartPr>
              <p14:xfrm>
                <a:off x="5113593" y="395280"/>
                <a:ext cx="255600" cy="491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10F181-ACE3-A025-D47C-F7687304EC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95953" y="377280"/>
                  <a:ext cx="291240" cy="52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E7F722-802E-3207-F667-C455A58DA72C}"/>
              </a:ext>
            </a:extLst>
          </p:cNvPr>
          <p:cNvGrpSpPr/>
          <p:nvPr/>
        </p:nvGrpSpPr>
        <p:grpSpPr>
          <a:xfrm>
            <a:off x="5991633" y="499320"/>
            <a:ext cx="2507040" cy="453240"/>
            <a:chOff x="5991633" y="499320"/>
            <a:chExt cx="250704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8DEEB6-B341-3EBB-A0A9-09A055B94567}"/>
                    </a:ext>
                  </a:extLst>
                </p14:cNvPr>
                <p14:cNvContentPartPr/>
                <p14:nvPr/>
              </p14:nvContentPartPr>
              <p14:xfrm>
                <a:off x="5991633" y="697320"/>
                <a:ext cx="220320" cy="241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8DEEB6-B341-3EBB-A0A9-09A055B945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73993" y="679320"/>
                  <a:ext cx="255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E31E81-2E22-DA93-E61D-D8799B50CD88}"/>
                    </a:ext>
                  </a:extLst>
                </p14:cNvPr>
                <p14:cNvContentPartPr/>
                <p14:nvPr/>
              </p14:nvContentPartPr>
              <p14:xfrm>
                <a:off x="6290433" y="752040"/>
                <a:ext cx="158400" cy="200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E31E81-2E22-DA93-E61D-D8799B50CD8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72433" y="734400"/>
                  <a:ext cx="194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AD6D6B-923A-DE92-C981-D47061ACD885}"/>
                    </a:ext>
                  </a:extLst>
                </p14:cNvPr>
                <p14:cNvContentPartPr/>
                <p14:nvPr/>
              </p14:nvContentPartPr>
              <p14:xfrm>
                <a:off x="6515793" y="558720"/>
                <a:ext cx="194040" cy="37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AD6D6B-923A-DE92-C981-D47061ACD8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98153" y="541080"/>
                  <a:ext cx="2296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22BB69-8426-9CC8-3E05-4B0BD365E018}"/>
                    </a:ext>
                  </a:extLst>
                </p14:cNvPr>
                <p14:cNvContentPartPr/>
                <p14:nvPr/>
              </p14:nvContentPartPr>
              <p14:xfrm>
                <a:off x="6773193" y="735120"/>
                <a:ext cx="148680" cy="205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22BB69-8426-9CC8-3E05-4B0BD365E0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55553" y="717480"/>
                  <a:ext cx="184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1822D8-E755-A05B-0857-9198A9E3C9B5}"/>
                    </a:ext>
                  </a:extLst>
                </p14:cNvPr>
                <p14:cNvContentPartPr/>
                <p14:nvPr/>
              </p14:nvContentPartPr>
              <p14:xfrm>
                <a:off x="7068033" y="566640"/>
                <a:ext cx="80280" cy="370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1822D8-E755-A05B-0857-9198A9E3C9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50393" y="549000"/>
                  <a:ext cx="115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D854419-5B24-65CF-49C5-F0EAE7BD846C}"/>
                    </a:ext>
                  </a:extLst>
                </p14:cNvPr>
                <p14:cNvContentPartPr/>
                <p14:nvPr/>
              </p14:nvContentPartPr>
              <p14:xfrm>
                <a:off x="7241553" y="719640"/>
                <a:ext cx="28080" cy="198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D854419-5B24-65CF-49C5-F0EAE7BD84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23913" y="701640"/>
                  <a:ext cx="63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7E4B42-221D-13B4-BE37-8004F4C907E5}"/>
                    </a:ext>
                  </a:extLst>
                </p14:cNvPr>
                <p14:cNvContentPartPr/>
                <p14:nvPr/>
              </p14:nvContentPartPr>
              <p14:xfrm>
                <a:off x="7326513" y="525240"/>
                <a:ext cx="39960" cy="6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7E4B42-221D-13B4-BE37-8004F4C907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08513" y="507240"/>
                  <a:ext cx="75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B2908F-9B21-F8E7-BF64-4287E413D70A}"/>
                    </a:ext>
                  </a:extLst>
                </p14:cNvPr>
                <p14:cNvContentPartPr/>
                <p14:nvPr/>
              </p14:nvContentPartPr>
              <p14:xfrm>
                <a:off x="6958233" y="661680"/>
                <a:ext cx="218160" cy="32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B2908F-9B21-F8E7-BF64-4287E413D7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40233" y="643680"/>
                  <a:ext cx="253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AC5E4A-90CA-B11F-C155-A96012CEC32C}"/>
                    </a:ext>
                  </a:extLst>
                </p14:cNvPr>
                <p14:cNvContentPartPr/>
                <p14:nvPr/>
              </p14:nvContentPartPr>
              <p14:xfrm>
                <a:off x="7498953" y="582840"/>
                <a:ext cx="35280" cy="328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AC5E4A-90CA-B11F-C155-A96012CEC32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0953" y="565200"/>
                  <a:ext cx="709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25107E-0E99-8AD2-5B01-07270E10EF29}"/>
                    </a:ext>
                  </a:extLst>
                </p14:cNvPr>
                <p14:cNvContentPartPr/>
                <p14:nvPr/>
              </p14:nvContentPartPr>
              <p14:xfrm>
                <a:off x="7439913" y="673920"/>
                <a:ext cx="496800" cy="19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25107E-0E99-8AD2-5B01-07270E10EF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21913" y="655920"/>
                  <a:ext cx="5324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004E81A-16BC-C1FE-2269-E40F764C2737}"/>
                    </a:ext>
                  </a:extLst>
                </p14:cNvPr>
                <p14:cNvContentPartPr/>
                <p14:nvPr/>
              </p14:nvContentPartPr>
              <p14:xfrm>
                <a:off x="8140113" y="499320"/>
                <a:ext cx="358560" cy="415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004E81A-16BC-C1FE-2269-E40F764C273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22473" y="481320"/>
                  <a:ext cx="39420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A27DEB-E5CD-7C63-1E19-5B6037F09676}"/>
                    </a:ext>
                  </a:extLst>
                </p14:cNvPr>
                <p14:cNvContentPartPr/>
                <p14:nvPr/>
              </p14:nvContentPartPr>
              <p14:xfrm>
                <a:off x="8193393" y="645120"/>
                <a:ext cx="266400" cy="2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A27DEB-E5CD-7C63-1E19-5B6037F0967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75393" y="627120"/>
                  <a:ext cx="3020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F4EAC5C-5453-ABAF-4534-91AA9CFF0C9F}"/>
                  </a:ext>
                </a:extLst>
              </p14:cNvPr>
              <p14:cNvContentPartPr/>
              <p14:nvPr/>
            </p14:nvContentPartPr>
            <p14:xfrm>
              <a:off x="9323433" y="564480"/>
              <a:ext cx="33480" cy="37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F4EAC5C-5453-ABAF-4534-91AA9CFF0C9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05793" y="546840"/>
                <a:ext cx="6912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E133217-EEEC-B7B0-80AE-E726220984A9}"/>
              </a:ext>
            </a:extLst>
          </p:cNvPr>
          <p:cNvGrpSpPr/>
          <p:nvPr/>
        </p:nvGrpSpPr>
        <p:grpSpPr>
          <a:xfrm>
            <a:off x="9321633" y="753120"/>
            <a:ext cx="338040" cy="208800"/>
            <a:chOff x="9321633" y="753120"/>
            <a:chExt cx="3380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29D423-AE51-7578-4EC6-A134D8345222}"/>
                    </a:ext>
                  </a:extLst>
                </p14:cNvPr>
                <p14:cNvContentPartPr/>
                <p14:nvPr/>
              </p14:nvContentPartPr>
              <p14:xfrm>
                <a:off x="9321633" y="753120"/>
                <a:ext cx="10080" cy="208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29D423-AE51-7578-4EC6-A134D83452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03993" y="735480"/>
                  <a:ext cx="45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6BF15B0-61C4-D394-739B-4293171B0313}"/>
                    </a:ext>
                  </a:extLst>
                </p14:cNvPr>
                <p14:cNvContentPartPr/>
                <p14:nvPr/>
              </p14:nvContentPartPr>
              <p14:xfrm>
                <a:off x="9442593" y="771840"/>
                <a:ext cx="217080" cy="163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6BF15B0-61C4-D394-739B-4293171B03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24953" y="754200"/>
                  <a:ext cx="25272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82405C4-C4E9-C037-9100-157A3D872C6A}"/>
              </a:ext>
            </a:extLst>
          </p:cNvPr>
          <p:cNvGrpSpPr/>
          <p:nvPr/>
        </p:nvGrpSpPr>
        <p:grpSpPr>
          <a:xfrm>
            <a:off x="10070073" y="563400"/>
            <a:ext cx="882720" cy="384840"/>
            <a:chOff x="10070073" y="563400"/>
            <a:chExt cx="88272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243BB0-848C-F51A-2D75-1E465C161453}"/>
                    </a:ext>
                  </a:extLst>
                </p14:cNvPr>
                <p14:cNvContentPartPr/>
                <p14:nvPr/>
              </p14:nvContentPartPr>
              <p14:xfrm>
                <a:off x="10070073" y="610200"/>
                <a:ext cx="273240" cy="338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243BB0-848C-F51A-2D75-1E465C1614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52433" y="592560"/>
                  <a:ext cx="3088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DC8EDA-176C-5B9F-523E-A7222F87C661}"/>
                    </a:ext>
                  </a:extLst>
                </p14:cNvPr>
                <p14:cNvContentPartPr/>
                <p14:nvPr/>
              </p14:nvContentPartPr>
              <p14:xfrm>
                <a:off x="10452753" y="563400"/>
                <a:ext cx="500040" cy="367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DC8EDA-176C-5B9F-523E-A7222F87C6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35113" y="545400"/>
                  <a:ext cx="5356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4AF08D-CCBE-5EB7-7E33-38158D184453}"/>
                    </a:ext>
                  </a:extLst>
                </p14:cNvPr>
                <p14:cNvContentPartPr/>
                <p14:nvPr/>
              </p14:nvContentPartPr>
              <p14:xfrm>
                <a:off x="10133073" y="658440"/>
                <a:ext cx="240480" cy="36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4AF08D-CCBE-5EB7-7E33-38158D1844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15433" y="640800"/>
                  <a:ext cx="2761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A61044-444C-1F75-6C5B-AA55EA7624D8}"/>
              </a:ext>
            </a:extLst>
          </p:cNvPr>
          <p:cNvGrpSpPr/>
          <p:nvPr/>
        </p:nvGrpSpPr>
        <p:grpSpPr>
          <a:xfrm>
            <a:off x="428553" y="1654200"/>
            <a:ext cx="1086840" cy="623880"/>
            <a:chOff x="428553" y="1654200"/>
            <a:chExt cx="108684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67FCF7D-4EA2-CA62-9F76-571C0E7E5723}"/>
                    </a:ext>
                  </a:extLst>
                </p14:cNvPr>
                <p14:cNvContentPartPr/>
                <p14:nvPr/>
              </p14:nvContentPartPr>
              <p14:xfrm>
                <a:off x="428553" y="1656360"/>
                <a:ext cx="311040" cy="621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7FCF7D-4EA2-CA62-9F76-571C0E7E572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0913" y="1638720"/>
                  <a:ext cx="34668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BC2D5D2-2E4C-B5C0-CAEE-E3BC6980B611}"/>
                    </a:ext>
                  </a:extLst>
                </p14:cNvPr>
                <p14:cNvContentPartPr/>
                <p14:nvPr/>
              </p14:nvContentPartPr>
              <p14:xfrm>
                <a:off x="814833" y="1654200"/>
                <a:ext cx="700560" cy="178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BC2D5D2-2E4C-B5C0-CAEE-E3BC6980B61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6833" y="1636560"/>
                  <a:ext cx="73620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475F4C2-0403-9FED-B39E-F93300C091A9}"/>
                  </a:ext>
                </a:extLst>
              </p14:cNvPr>
              <p14:cNvContentPartPr/>
              <p14:nvPr/>
            </p14:nvContentPartPr>
            <p14:xfrm>
              <a:off x="884313" y="1411560"/>
              <a:ext cx="104400" cy="23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475F4C2-0403-9FED-B39E-F93300C091A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6673" y="1393920"/>
                <a:ext cx="14004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155433AC-C811-20F9-CE02-918A210F3607}"/>
              </a:ext>
            </a:extLst>
          </p:cNvPr>
          <p:cNvGrpSpPr/>
          <p:nvPr/>
        </p:nvGrpSpPr>
        <p:grpSpPr>
          <a:xfrm>
            <a:off x="2215233" y="1325520"/>
            <a:ext cx="2275560" cy="973800"/>
            <a:chOff x="2215233" y="1325520"/>
            <a:chExt cx="2275560" cy="9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B41936-1F48-6F5F-D4B6-5726D539F961}"/>
                    </a:ext>
                  </a:extLst>
                </p14:cNvPr>
                <p14:cNvContentPartPr/>
                <p14:nvPr/>
              </p14:nvContentPartPr>
              <p14:xfrm>
                <a:off x="2223513" y="1650960"/>
                <a:ext cx="23760" cy="230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B41936-1F48-6F5F-D4B6-5726D539F96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05873" y="1633320"/>
                  <a:ext cx="59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01185E-2EF3-0423-4DE3-B080B00AC65B}"/>
                    </a:ext>
                  </a:extLst>
                </p14:cNvPr>
                <p14:cNvContentPartPr/>
                <p14:nvPr/>
              </p14:nvContentPartPr>
              <p14:xfrm>
                <a:off x="2215233" y="1484280"/>
                <a:ext cx="15480" cy="57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01185E-2EF3-0423-4DE3-B080B00AC65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97233" y="1466280"/>
                  <a:ext cx="51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CCA51F-C5A5-DC07-D603-167D11D3F2FC}"/>
                    </a:ext>
                  </a:extLst>
                </p14:cNvPr>
                <p14:cNvContentPartPr/>
                <p14:nvPr/>
              </p14:nvContentPartPr>
              <p14:xfrm>
                <a:off x="2372193" y="1703880"/>
                <a:ext cx="189360" cy="158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CCCA51F-C5A5-DC07-D603-167D11D3F2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54553" y="1686240"/>
                  <a:ext cx="225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29D2055-0FF2-5934-51F5-DD6F11EC70BC}"/>
                    </a:ext>
                  </a:extLst>
                </p14:cNvPr>
                <p14:cNvContentPartPr/>
                <p14:nvPr/>
              </p14:nvContentPartPr>
              <p14:xfrm>
                <a:off x="2587473" y="1709640"/>
                <a:ext cx="327600" cy="17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29D2055-0FF2-5934-51F5-DD6F11EC70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69473" y="1692000"/>
                  <a:ext cx="363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E5BA6B-3E15-8215-16B7-9F3D8EC15AAC}"/>
                    </a:ext>
                  </a:extLst>
                </p14:cNvPr>
                <p14:cNvContentPartPr/>
                <p14:nvPr/>
              </p14:nvContentPartPr>
              <p14:xfrm>
                <a:off x="2826873" y="1719000"/>
                <a:ext cx="172440" cy="580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E5BA6B-3E15-8215-16B7-9F3D8EC15A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08873" y="1701360"/>
                  <a:ext cx="2080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6204DB-44DE-B01E-8433-C2367CBBDC5C}"/>
                    </a:ext>
                  </a:extLst>
                </p14:cNvPr>
                <p14:cNvContentPartPr/>
                <p14:nvPr/>
              </p14:nvContentPartPr>
              <p14:xfrm>
                <a:off x="3163113" y="1713960"/>
                <a:ext cx="258120" cy="171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6204DB-44DE-B01E-8433-C2367CBBDC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45473" y="1695960"/>
                  <a:ext cx="293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31001DE-7553-DB6B-7668-4EC427A60423}"/>
                    </a:ext>
                  </a:extLst>
                </p14:cNvPr>
                <p14:cNvContentPartPr/>
                <p14:nvPr/>
              </p14:nvContentPartPr>
              <p14:xfrm>
                <a:off x="3473073" y="1325520"/>
                <a:ext cx="422280" cy="572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31001DE-7553-DB6B-7668-4EC427A6042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55433" y="1307880"/>
                  <a:ext cx="45792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5604A6-F67E-07DB-4395-B614C67B6949}"/>
                    </a:ext>
                  </a:extLst>
                </p14:cNvPr>
                <p14:cNvContentPartPr/>
                <p14:nvPr/>
              </p14:nvContentPartPr>
              <p14:xfrm>
                <a:off x="3982833" y="1693440"/>
                <a:ext cx="104760" cy="168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5604A6-F67E-07DB-4395-B614C67B69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64833" y="1675800"/>
                  <a:ext cx="140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0AFC58-E457-9E20-2A5C-F902077F25D1}"/>
                    </a:ext>
                  </a:extLst>
                </p14:cNvPr>
                <p14:cNvContentPartPr/>
                <p14:nvPr/>
              </p14:nvContentPartPr>
              <p14:xfrm>
                <a:off x="4126113" y="1698480"/>
                <a:ext cx="156600" cy="161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0AFC58-E457-9E20-2A5C-F902077F25D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08473" y="1680840"/>
                  <a:ext cx="192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B07121-8D63-2F86-B5E7-913A9A02EB20}"/>
                    </a:ext>
                  </a:extLst>
                </p14:cNvPr>
                <p14:cNvContentPartPr/>
                <p14:nvPr/>
              </p14:nvContentPartPr>
              <p14:xfrm>
                <a:off x="4318353" y="1716120"/>
                <a:ext cx="172440" cy="147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B07121-8D63-2F86-B5E7-913A9A02EB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00353" y="1698120"/>
                  <a:ext cx="208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E2C122F-83A0-C5D5-F88F-973A1BB06DC7}"/>
                    </a:ext>
                  </a:extLst>
                </p14:cNvPr>
                <p14:cNvContentPartPr/>
                <p14:nvPr/>
              </p14:nvContentPartPr>
              <p14:xfrm>
                <a:off x="4177593" y="1358640"/>
                <a:ext cx="155880" cy="20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E2C122F-83A0-C5D5-F88F-973A1BB06D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59953" y="1341000"/>
                  <a:ext cx="191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12CE023-1C3C-9B86-6ECE-64050E61C46F}"/>
                    </a:ext>
                  </a:extLst>
                </p14:cNvPr>
                <p14:cNvContentPartPr/>
                <p14:nvPr/>
              </p14:nvContentPartPr>
              <p14:xfrm>
                <a:off x="3648033" y="1430640"/>
                <a:ext cx="205200" cy="23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12CE023-1C3C-9B86-6ECE-64050E61C4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30033" y="1412640"/>
                  <a:ext cx="24084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669D466-44DF-E62B-10A9-579EA90E8D2C}"/>
                  </a:ext>
                </a:extLst>
              </p14:cNvPr>
              <p14:cNvContentPartPr/>
              <p14:nvPr/>
            </p14:nvContentPartPr>
            <p14:xfrm>
              <a:off x="4823073" y="1753920"/>
              <a:ext cx="10080" cy="27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669D466-44DF-E62B-10A9-579EA90E8D2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05073" y="1735920"/>
                <a:ext cx="4572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11F8AD2-5F0F-99B4-BF35-0F1E2EFD7BE7}"/>
              </a:ext>
            </a:extLst>
          </p:cNvPr>
          <p:cNvGrpSpPr/>
          <p:nvPr/>
        </p:nvGrpSpPr>
        <p:grpSpPr>
          <a:xfrm>
            <a:off x="846873" y="2512080"/>
            <a:ext cx="592200" cy="967320"/>
            <a:chOff x="846873" y="2512080"/>
            <a:chExt cx="592200" cy="96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F46A6B-0F60-8E57-F0E7-D921E082BFC4}"/>
                    </a:ext>
                  </a:extLst>
                </p14:cNvPr>
                <p14:cNvContentPartPr/>
                <p14:nvPr/>
              </p14:nvContentPartPr>
              <p14:xfrm>
                <a:off x="846873" y="2534400"/>
                <a:ext cx="276840" cy="459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F46A6B-0F60-8E57-F0E7-D921E082BFC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9233" y="2516400"/>
                  <a:ext cx="3124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4E380CF-6301-5F63-2BEF-8A1F6DD4B650}"/>
                    </a:ext>
                  </a:extLst>
                </p14:cNvPr>
                <p14:cNvContentPartPr/>
                <p14:nvPr/>
              </p14:nvContentPartPr>
              <p14:xfrm>
                <a:off x="1218393" y="2512080"/>
                <a:ext cx="220680" cy="96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4E380CF-6301-5F63-2BEF-8A1F6DD4B6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00393" y="2494440"/>
                  <a:ext cx="256320" cy="10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B29298-96CD-4CA6-06E3-35924B6205D9}"/>
              </a:ext>
            </a:extLst>
          </p:cNvPr>
          <p:cNvGrpSpPr/>
          <p:nvPr/>
        </p:nvGrpSpPr>
        <p:grpSpPr>
          <a:xfrm>
            <a:off x="2191113" y="2551320"/>
            <a:ext cx="864000" cy="399960"/>
            <a:chOff x="2191113" y="2551320"/>
            <a:chExt cx="8640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0561C9-BD83-724E-F9BF-C27492FA5F89}"/>
                    </a:ext>
                  </a:extLst>
                </p14:cNvPr>
                <p14:cNvContentPartPr/>
                <p14:nvPr/>
              </p14:nvContentPartPr>
              <p14:xfrm>
                <a:off x="2191113" y="2572920"/>
                <a:ext cx="340200" cy="37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0561C9-BD83-724E-F9BF-C27492FA5F8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73473" y="2555280"/>
                  <a:ext cx="375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E5387E-D7F3-DF50-67CB-7E955388A3F8}"/>
                    </a:ext>
                  </a:extLst>
                </p14:cNvPr>
                <p14:cNvContentPartPr/>
                <p14:nvPr/>
              </p14:nvContentPartPr>
              <p14:xfrm>
                <a:off x="2598993" y="2551320"/>
                <a:ext cx="456120" cy="365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E5387E-D7F3-DF50-67CB-7E955388A3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0993" y="2533680"/>
                  <a:ext cx="4917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7D4541-8147-9D7D-212A-F56574E3A456}"/>
                    </a:ext>
                  </a:extLst>
                </p14:cNvPr>
                <p14:cNvContentPartPr/>
                <p14:nvPr/>
              </p14:nvContentPartPr>
              <p14:xfrm>
                <a:off x="2222793" y="2663280"/>
                <a:ext cx="203400" cy="52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7D4541-8147-9D7D-212A-F56574E3A4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04793" y="2645280"/>
                  <a:ext cx="23904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6377994-5424-9D68-DCF0-3AB32F1CF92D}"/>
                  </a:ext>
                </a:extLst>
              </p14:cNvPr>
              <p14:cNvContentPartPr/>
              <p14:nvPr/>
            </p14:nvContentPartPr>
            <p14:xfrm>
              <a:off x="374193" y="2769480"/>
              <a:ext cx="73800" cy="522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6377994-5424-9D68-DCF0-3AB32F1CF92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56553" y="2751840"/>
                <a:ext cx="10944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F4E4F777-A898-5B23-C6C8-F4DADC33427C}"/>
              </a:ext>
            </a:extLst>
          </p:cNvPr>
          <p:cNvGrpSpPr/>
          <p:nvPr/>
        </p:nvGrpSpPr>
        <p:grpSpPr>
          <a:xfrm>
            <a:off x="3616353" y="2693880"/>
            <a:ext cx="1176480" cy="531360"/>
            <a:chOff x="3616353" y="2693880"/>
            <a:chExt cx="117648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EA75EBA-0E9C-EF83-7664-BEFB8A50693A}"/>
                    </a:ext>
                  </a:extLst>
                </p14:cNvPr>
                <p14:cNvContentPartPr/>
                <p14:nvPr/>
              </p14:nvContentPartPr>
              <p14:xfrm>
                <a:off x="3616353" y="2693880"/>
                <a:ext cx="489240" cy="531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EA75EBA-0E9C-EF83-7664-BEFB8A5069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98353" y="2675880"/>
                  <a:ext cx="5248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15DC876-8606-2331-5E63-6AA84F08506F}"/>
                    </a:ext>
                  </a:extLst>
                </p14:cNvPr>
                <p14:cNvContentPartPr/>
                <p14:nvPr/>
              </p14:nvContentPartPr>
              <p14:xfrm>
                <a:off x="4144473" y="2722680"/>
                <a:ext cx="369000" cy="174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15DC876-8606-2331-5E63-6AA84F08506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26473" y="2705040"/>
                  <a:ext cx="404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8CACCAD-97A6-1E52-4BF8-3ADBEE0F6B96}"/>
                    </a:ext>
                  </a:extLst>
                </p14:cNvPr>
                <p14:cNvContentPartPr/>
                <p14:nvPr/>
              </p14:nvContentPartPr>
              <p14:xfrm>
                <a:off x="4604553" y="2734200"/>
                <a:ext cx="18828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8CACCAD-97A6-1E52-4BF8-3ADBEE0F6B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86553" y="2716560"/>
                  <a:ext cx="223920" cy="23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D363100-E627-975D-3B25-058124A7B899}"/>
                  </a:ext>
                </a:extLst>
              </p14:cNvPr>
              <p14:cNvContentPartPr/>
              <p14:nvPr/>
            </p14:nvContentPartPr>
            <p14:xfrm>
              <a:off x="4048713" y="2509920"/>
              <a:ext cx="190080" cy="140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D363100-E627-975D-3B25-058124A7B89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030713" y="2492280"/>
                <a:ext cx="22572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1403B066-A25E-8B06-323E-9B99749678A1}"/>
              </a:ext>
            </a:extLst>
          </p:cNvPr>
          <p:cNvGrpSpPr/>
          <p:nvPr/>
        </p:nvGrpSpPr>
        <p:grpSpPr>
          <a:xfrm>
            <a:off x="5511033" y="2417760"/>
            <a:ext cx="2188440" cy="841680"/>
            <a:chOff x="5511033" y="2417760"/>
            <a:chExt cx="2188440" cy="84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81FB6F-5A2D-E317-DC36-A309806798FA}"/>
                    </a:ext>
                  </a:extLst>
                </p14:cNvPr>
                <p14:cNvContentPartPr/>
                <p14:nvPr/>
              </p14:nvContentPartPr>
              <p14:xfrm>
                <a:off x="5511033" y="2768760"/>
                <a:ext cx="382680" cy="490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81FB6F-5A2D-E317-DC36-A309806798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93033" y="2751120"/>
                  <a:ext cx="41832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34F5100-BE4D-70A9-5AB6-D19E0A7E3B1E}"/>
                    </a:ext>
                  </a:extLst>
                </p14:cNvPr>
                <p14:cNvContentPartPr/>
                <p14:nvPr/>
              </p14:nvContentPartPr>
              <p14:xfrm>
                <a:off x="6044193" y="2751840"/>
                <a:ext cx="307080" cy="177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34F5100-BE4D-70A9-5AB6-D19E0A7E3B1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26553" y="2733840"/>
                  <a:ext cx="342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A1D519-BA91-74CF-DC1B-BB736F5B210F}"/>
                    </a:ext>
                  </a:extLst>
                </p14:cNvPr>
                <p14:cNvContentPartPr/>
                <p14:nvPr/>
              </p14:nvContentPartPr>
              <p14:xfrm>
                <a:off x="6459993" y="2746080"/>
                <a:ext cx="230760" cy="163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A1D519-BA91-74CF-DC1B-BB736F5B210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41993" y="2728080"/>
                  <a:ext cx="266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7EE888-4F4F-4560-453B-D0F978136E94}"/>
                    </a:ext>
                  </a:extLst>
                </p14:cNvPr>
                <p14:cNvContentPartPr/>
                <p14:nvPr/>
              </p14:nvContentPartPr>
              <p14:xfrm>
                <a:off x="6901353" y="2417760"/>
                <a:ext cx="29160" cy="50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7EE888-4F4F-4560-453B-D0F978136E9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83713" y="2400120"/>
                  <a:ext cx="648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D1666B-5FFB-70B5-E1E9-FB95330B0E37}"/>
                    </a:ext>
                  </a:extLst>
                </p14:cNvPr>
                <p14:cNvContentPartPr/>
                <p14:nvPr/>
              </p14:nvContentPartPr>
              <p14:xfrm>
                <a:off x="7073073" y="2739600"/>
                <a:ext cx="28800" cy="192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D1666B-5FFB-70B5-E1E9-FB95330B0E3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55433" y="2721600"/>
                  <a:ext cx="644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867D23A-10CD-1795-8C4C-7028834798BF}"/>
                    </a:ext>
                  </a:extLst>
                </p14:cNvPr>
                <p14:cNvContentPartPr/>
                <p14:nvPr/>
              </p14:nvContentPartPr>
              <p14:xfrm>
                <a:off x="7239753" y="2747160"/>
                <a:ext cx="117360" cy="175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867D23A-10CD-1795-8C4C-7028834798B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22113" y="2729520"/>
                  <a:ext cx="153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D363FD-B78B-CE00-A13F-EE78336C7EB8}"/>
                    </a:ext>
                  </a:extLst>
                </p14:cNvPr>
                <p14:cNvContentPartPr/>
                <p14:nvPr/>
              </p14:nvContentPartPr>
              <p14:xfrm>
                <a:off x="7506153" y="2712600"/>
                <a:ext cx="193320" cy="183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D363FD-B78B-CE00-A13F-EE78336C7EB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88513" y="2694960"/>
                  <a:ext cx="228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AC64A68-D1DF-31FF-5BAE-4AC68DC78469}"/>
                    </a:ext>
                  </a:extLst>
                </p14:cNvPr>
                <p14:cNvContentPartPr/>
                <p14:nvPr/>
              </p14:nvContentPartPr>
              <p14:xfrm>
                <a:off x="7294473" y="2509200"/>
                <a:ext cx="122040" cy="43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AC64A68-D1DF-31FF-5BAE-4AC68DC7846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76473" y="2491200"/>
                  <a:ext cx="1576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2E01C54-48EE-3967-45AE-775E4B01D971}"/>
                    </a:ext>
                  </a:extLst>
                </p14:cNvPr>
                <p14:cNvContentPartPr/>
                <p14:nvPr/>
              </p14:nvContentPartPr>
              <p14:xfrm>
                <a:off x="6829353" y="2599200"/>
                <a:ext cx="213120" cy="46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2E01C54-48EE-3967-45AE-775E4B01D97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11353" y="2581200"/>
                  <a:ext cx="248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B8CB4EA-E0BC-039B-F9F4-65B240AFC4A2}"/>
              </a:ext>
            </a:extLst>
          </p:cNvPr>
          <p:cNvGrpSpPr/>
          <p:nvPr/>
        </p:nvGrpSpPr>
        <p:grpSpPr>
          <a:xfrm>
            <a:off x="8723673" y="2692800"/>
            <a:ext cx="325080" cy="238680"/>
            <a:chOff x="8723673" y="2692800"/>
            <a:chExt cx="32508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FE4A4C8-A1CA-D851-242D-6433A32AE128}"/>
                    </a:ext>
                  </a:extLst>
                </p14:cNvPr>
                <p14:cNvContentPartPr/>
                <p14:nvPr/>
              </p14:nvContentPartPr>
              <p14:xfrm>
                <a:off x="8723673" y="2692800"/>
                <a:ext cx="32400" cy="209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FE4A4C8-A1CA-D851-242D-6433A32AE12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05673" y="2674800"/>
                  <a:ext cx="68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B84309-2D8B-BA55-6CB4-903D52159954}"/>
                    </a:ext>
                  </a:extLst>
                </p14:cNvPr>
                <p14:cNvContentPartPr/>
                <p14:nvPr/>
              </p14:nvContentPartPr>
              <p14:xfrm>
                <a:off x="8892153" y="2734200"/>
                <a:ext cx="156600" cy="197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B84309-2D8B-BA55-6CB4-903D5215995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74153" y="2716560"/>
                  <a:ext cx="19224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0804F04-5A1B-B80E-388D-72D0113A3F27}"/>
                  </a:ext>
                </a:extLst>
              </p14:cNvPr>
              <p14:cNvContentPartPr/>
              <p14:nvPr/>
            </p14:nvContentPartPr>
            <p14:xfrm>
              <a:off x="8899713" y="2522160"/>
              <a:ext cx="4680" cy="360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0804F04-5A1B-B80E-388D-72D0113A3F2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881713" y="2504160"/>
                <a:ext cx="4032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E880C12F-851B-A440-60A1-53288E62FEF8}"/>
              </a:ext>
            </a:extLst>
          </p:cNvPr>
          <p:cNvGrpSpPr/>
          <p:nvPr/>
        </p:nvGrpSpPr>
        <p:grpSpPr>
          <a:xfrm>
            <a:off x="9892953" y="2357280"/>
            <a:ext cx="2343240" cy="1037160"/>
            <a:chOff x="9892953" y="2357280"/>
            <a:chExt cx="2343240" cy="10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33AD124-90E3-98E1-D7B2-5E41DD3DE9D8}"/>
                    </a:ext>
                  </a:extLst>
                </p14:cNvPr>
                <p14:cNvContentPartPr/>
                <p14:nvPr/>
              </p14:nvContentPartPr>
              <p14:xfrm>
                <a:off x="9892953" y="2701080"/>
                <a:ext cx="268920" cy="191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33AD124-90E3-98E1-D7B2-5E41DD3DE9D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74953" y="2683080"/>
                  <a:ext cx="304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7CF0542-29DF-71DA-D10E-87117DB81777}"/>
                    </a:ext>
                  </a:extLst>
                </p14:cNvPr>
                <p14:cNvContentPartPr/>
                <p14:nvPr/>
              </p14:nvContentPartPr>
              <p14:xfrm>
                <a:off x="10341153" y="2648160"/>
                <a:ext cx="172080" cy="185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7CF0542-29DF-71DA-D10E-87117DB8177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23153" y="2630160"/>
                  <a:ext cx="207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C76E78B-3D65-4EA0-2D31-51A0BBB8DF4C}"/>
                    </a:ext>
                  </a:extLst>
                </p14:cNvPr>
                <p14:cNvContentPartPr/>
                <p14:nvPr/>
              </p14:nvContentPartPr>
              <p14:xfrm>
                <a:off x="10735713" y="2480400"/>
                <a:ext cx="66960" cy="312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C76E78B-3D65-4EA0-2D31-51A0BBB8DF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17713" y="2462760"/>
                  <a:ext cx="1026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CD6A9E-6729-CD08-330B-999FD14E4631}"/>
                    </a:ext>
                  </a:extLst>
                </p14:cNvPr>
                <p14:cNvContentPartPr/>
                <p14:nvPr/>
              </p14:nvContentPartPr>
              <p14:xfrm>
                <a:off x="10920393" y="2647440"/>
                <a:ext cx="25920" cy="126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CD6A9E-6729-CD08-330B-999FD14E463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02393" y="2629800"/>
                  <a:ext cx="61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B73430-9B70-D798-D8A9-E551271941B1}"/>
                    </a:ext>
                  </a:extLst>
                </p14:cNvPr>
                <p14:cNvContentPartPr/>
                <p14:nvPr/>
              </p14:nvContentPartPr>
              <p14:xfrm>
                <a:off x="10918233" y="2357280"/>
                <a:ext cx="63720" cy="57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B73430-9B70-D798-D8A9-E551271941B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00233" y="2339280"/>
                  <a:ext cx="99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76A3AD0-8F3B-BB55-3370-53CFA1465786}"/>
                    </a:ext>
                  </a:extLst>
                </p14:cNvPr>
                <p14:cNvContentPartPr/>
                <p14:nvPr/>
              </p14:nvContentPartPr>
              <p14:xfrm>
                <a:off x="10514673" y="2534040"/>
                <a:ext cx="285840" cy="44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76A3AD0-8F3B-BB55-3370-53CFA14657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96673" y="2516400"/>
                  <a:ext cx="321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8DB2AA4-B5F4-3028-82A0-86AE48C9489A}"/>
                    </a:ext>
                  </a:extLst>
                </p14:cNvPr>
                <p14:cNvContentPartPr/>
                <p14:nvPr/>
              </p14:nvContentPartPr>
              <p14:xfrm>
                <a:off x="11092113" y="2575800"/>
                <a:ext cx="177120" cy="248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8DB2AA4-B5F4-3028-82A0-86AE48C9489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74113" y="2557800"/>
                  <a:ext cx="2127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330381-6638-E5FF-D810-ED1EC27012A7}"/>
                    </a:ext>
                  </a:extLst>
                </p14:cNvPr>
                <p14:cNvContentPartPr/>
                <p14:nvPr/>
              </p14:nvContentPartPr>
              <p14:xfrm>
                <a:off x="11637873" y="2983680"/>
                <a:ext cx="13320" cy="10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330381-6638-E5FF-D810-ED1EC27012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19873" y="2965680"/>
                  <a:ext cx="48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71F7A95-D0A0-4E50-4C35-B507A7AE5EE8}"/>
                    </a:ext>
                  </a:extLst>
                </p14:cNvPr>
                <p14:cNvContentPartPr/>
                <p14:nvPr/>
              </p14:nvContentPartPr>
              <p14:xfrm>
                <a:off x="11184993" y="2460960"/>
                <a:ext cx="363240" cy="93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71F7A95-D0A0-4E50-4C35-B507A7AE5EE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167353" y="2442960"/>
                  <a:ext cx="39888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A11644A-8CE6-F832-7464-5C336A3AC2FB}"/>
                    </a:ext>
                  </a:extLst>
                </p14:cNvPr>
                <p14:cNvContentPartPr/>
                <p14:nvPr/>
              </p14:nvContentPartPr>
              <p14:xfrm>
                <a:off x="11585673" y="2745720"/>
                <a:ext cx="40320" cy="18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A11644A-8CE6-F832-7464-5C336A3AC2F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68033" y="2727720"/>
                  <a:ext cx="75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7C283B-AA40-6CE5-2A75-4F738261810E}"/>
                    </a:ext>
                  </a:extLst>
                </p14:cNvPr>
                <p14:cNvContentPartPr/>
                <p14:nvPr/>
              </p14:nvContentPartPr>
              <p14:xfrm>
                <a:off x="11639313" y="2628360"/>
                <a:ext cx="28440" cy="30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7C283B-AA40-6CE5-2A75-4F738261810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621673" y="2610720"/>
                  <a:ext cx="64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FE76BF-5876-5BD2-E561-0F5B76B0377A}"/>
                    </a:ext>
                  </a:extLst>
                </p14:cNvPr>
                <p14:cNvContentPartPr/>
                <p14:nvPr/>
              </p14:nvContentPartPr>
              <p14:xfrm>
                <a:off x="11719593" y="2730960"/>
                <a:ext cx="158040" cy="200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FE76BF-5876-5BD2-E561-0F5B76B0377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701593" y="2712960"/>
                  <a:ext cx="1936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3CFB423-D835-83A6-EA3D-D939AFA49775}"/>
                    </a:ext>
                  </a:extLst>
                </p14:cNvPr>
                <p14:cNvContentPartPr/>
                <p14:nvPr/>
              </p14:nvContentPartPr>
              <p14:xfrm>
                <a:off x="11907513" y="2465280"/>
                <a:ext cx="196200" cy="451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3CFB423-D835-83A6-EA3D-D939AFA4977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889513" y="2447280"/>
                  <a:ext cx="2318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B44CFFA-EB99-C57D-5194-5B0479B5285D}"/>
                    </a:ext>
                  </a:extLst>
                </p14:cNvPr>
                <p14:cNvContentPartPr/>
                <p14:nvPr/>
              </p14:nvContentPartPr>
              <p14:xfrm>
                <a:off x="12036033" y="2932920"/>
                <a:ext cx="200160" cy="192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B44CFFA-EB99-C57D-5194-5B0479B5285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018033" y="2915280"/>
                  <a:ext cx="2358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237C797-015B-B2D3-3365-C3104ACF1686}"/>
              </a:ext>
            </a:extLst>
          </p:cNvPr>
          <p:cNvGrpSpPr/>
          <p:nvPr/>
        </p:nvGrpSpPr>
        <p:grpSpPr>
          <a:xfrm>
            <a:off x="296469" y="3398400"/>
            <a:ext cx="979920" cy="481320"/>
            <a:chOff x="296469" y="3398400"/>
            <a:chExt cx="979920" cy="4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4A826EC-75A8-C270-ABBA-239801255998}"/>
                    </a:ext>
                  </a:extLst>
                </p14:cNvPr>
                <p14:cNvContentPartPr/>
                <p14:nvPr/>
              </p14:nvContentPartPr>
              <p14:xfrm>
                <a:off x="296469" y="3398400"/>
                <a:ext cx="244800" cy="453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4A826EC-75A8-C270-ABBA-23980125599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8469" y="3380400"/>
                  <a:ext cx="2804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77D643D-A34C-B7FF-5292-63DBC761F5D6}"/>
                    </a:ext>
                  </a:extLst>
                </p14:cNvPr>
                <p14:cNvContentPartPr/>
                <p14:nvPr/>
              </p14:nvContentPartPr>
              <p14:xfrm>
                <a:off x="337869" y="3439080"/>
                <a:ext cx="938520" cy="440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77D643D-A34C-B7FF-5292-63DBC761F5D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9869" y="3421080"/>
                  <a:ext cx="974160" cy="47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C6D6333-B702-4693-7BE8-B8A8D56FCA4F}"/>
                  </a:ext>
                </a:extLst>
              </p14:cNvPr>
              <p14:cNvContentPartPr/>
              <p14:nvPr/>
            </p14:nvContentPartPr>
            <p14:xfrm>
              <a:off x="1970829" y="3626280"/>
              <a:ext cx="684000" cy="2800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C6D6333-B702-4693-7BE8-B8A8D56FCA4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953189" y="3608280"/>
                <a:ext cx="71964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8CF23B6-3101-7F34-1614-A7A55F9B6D38}"/>
              </a:ext>
            </a:extLst>
          </p:cNvPr>
          <p:cNvGrpSpPr/>
          <p:nvPr/>
        </p:nvGrpSpPr>
        <p:grpSpPr>
          <a:xfrm>
            <a:off x="3428469" y="3535920"/>
            <a:ext cx="757440" cy="705960"/>
            <a:chOff x="3428469" y="3535920"/>
            <a:chExt cx="757440" cy="7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C6A2C82-1DBB-F79E-88B6-8B8954182A8E}"/>
                    </a:ext>
                  </a:extLst>
                </p14:cNvPr>
                <p14:cNvContentPartPr/>
                <p14:nvPr/>
              </p14:nvContentPartPr>
              <p14:xfrm>
                <a:off x="3428469" y="3537360"/>
                <a:ext cx="165240" cy="282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C6A2C82-1DBB-F79E-88B6-8B8954182A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0829" y="3519360"/>
                  <a:ext cx="200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C056D0-A02F-A3AB-D9D9-9E52ABF77F1A}"/>
                    </a:ext>
                  </a:extLst>
                </p14:cNvPr>
                <p14:cNvContentPartPr/>
                <p14:nvPr/>
              </p14:nvContentPartPr>
              <p14:xfrm>
                <a:off x="3698109" y="3566160"/>
                <a:ext cx="245520" cy="198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C056D0-A02F-A3AB-D9D9-9E52ABF77F1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80109" y="3548160"/>
                  <a:ext cx="281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0C8B5A7-1DA7-2BD3-8DDE-326ECD591B43}"/>
                    </a:ext>
                  </a:extLst>
                </p14:cNvPr>
                <p14:cNvContentPartPr/>
                <p14:nvPr/>
              </p14:nvContentPartPr>
              <p14:xfrm>
                <a:off x="3908349" y="3535920"/>
                <a:ext cx="277560" cy="705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0C8B5A7-1DA7-2BD3-8DDE-326ECD591B4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90709" y="3518280"/>
                  <a:ext cx="313200" cy="74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1A6FE21-1661-39B6-C9D6-1253A3C1FEE1}"/>
              </a:ext>
            </a:extLst>
          </p:cNvPr>
          <p:cNvGrpSpPr/>
          <p:nvPr/>
        </p:nvGrpSpPr>
        <p:grpSpPr>
          <a:xfrm>
            <a:off x="7399269" y="3384720"/>
            <a:ext cx="1058400" cy="443880"/>
            <a:chOff x="7399269" y="3384720"/>
            <a:chExt cx="105840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3078904-A844-B686-4BAF-77BCC8A2FEB2}"/>
                    </a:ext>
                  </a:extLst>
                </p14:cNvPr>
                <p14:cNvContentPartPr/>
                <p14:nvPr/>
              </p14:nvContentPartPr>
              <p14:xfrm>
                <a:off x="7399269" y="3384720"/>
                <a:ext cx="367560" cy="443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3078904-A844-B686-4BAF-77BCC8A2FEB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81269" y="3366720"/>
                  <a:ext cx="4032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CFB770A-6DF9-9D80-298A-18A8FB8328DC}"/>
                    </a:ext>
                  </a:extLst>
                </p14:cNvPr>
                <p14:cNvContentPartPr/>
                <p14:nvPr/>
              </p14:nvContentPartPr>
              <p14:xfrm>
                <a:off x="7898949" y="3470040"/>
                <a:ext cx="558720" cy="345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CFB770A-6DF9-9D80-298A-18A8FB8328D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80949" y="3452040"/>
                  <a:ext cx="594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3EC70C-F7F7-0771-473A-BCE80514CE2C}"/>
                    </a:ext>
                  </a:extLst>
                </p14:cNvPr>
                <p14:cNvContentPartPr/>
                <p14:nvPr/>
              </p14:nvContentPartPr>
              <p14:xfrm>
                <a:off x="7541469" y="3540240"/>
                <a:ext cx="354960" cy="57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3EC70C-F7F7-0771-473A-BCE80514CE2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23829" y="3522600"/>
                  <a:ext cx="3906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F945882-C9F7-1326-19F1-36F40407A9E6}"/>
              </a:ext>
            </a:extLst>
          </p:cNvPr>
          <p:cNvGrpSpPr/>
          <p:nvPr/>
        </p:nvGrpSpPr>
        <p:grpSpPr>
          <a:xfrm>
            <a:off x="8866989" y="3487320"/>
            <a:ext cx="1756440" cy="358200"/>
            <a:chOff x="8866989" y="3487320"/>
            <a:chExt cx="175644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207654-EA9F-40F9-4ADC-BC006A065404}"/>
                    </a:ext>
                  </a:extLst>
                </p14:cNvPr>
                <p14:cNvContentPartPr/>
                <p14:nvPr/>
              </p14:nvContentPartPr>
              <p14:xfrm>
                <a:off x="8866989" y="3576240"/>
                <a:ext cx="411120" cy="269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207654-EA9F-40F9-4ADC-BC006A06540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48989" y="3558600"/>
                  <a:ext cx="4467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5A70550-70D6-F180-97F1-4E945A58157B}"/>
                    </a:ext>
                  </a:extLst>
                </p14:cNvPr>
                <p14:cNvContentPartPr/>
                <p14:nvPr/>
              </p14:nvContentPartPr>
              <p14:xfrm>
                <a:off x="9409869" y="3625560"/>
                <a:ext cx="131040" cy="204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5A70550-70D6-F180-97F1-4E945A58157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92229" y="3607920"/>
                  <a:ext cx="166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1C1EAC2-4619-5C1E-D2C6-F2D40DB945AA}"/>
                    </a:ext>
                  </a:extLst>
                </p14:cNvPr>
                <p14:cNvContentPartPr/>
                <p14:nvPr/>
              </p14:nvContentPartPr>
              <p14:xfrm>
                <a:off x="9649269" y="3606840"/>
                <a:ext cx="366840" cy="199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1C1EAC2-4619-5C1E-D2C6-F2D40DB945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31629" y="3589200"/>
                  <a:ext cx="40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649D40-A8F0-113C-5485-BB070F990767}"/>
                    </a:ext>
                  </a:extLst>
                </p14:cNvPr>
                <p14:cNvContentPartPr/>
                <p14:nvPr/>
              </p14:nvContentPartPr>
              <p14:xfrm>
                <a:off x="10107549" y="3487320"/>
                <a:ext cx="137880" cy="343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649D40-A8F0-113C-5485-BB070F99076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89909" y="3469680"/>
                  <a:ext cx="1735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5D3957B-F3C0-3478-B726-1D3FBA68D7E9}"/>
                    </a:ext>
                  </a:extLst>
                </p14:cNvPr>
                <p14:cNvContentPartPr/>
                <p14:nvPr/>
              </p14:nvContentPartPr>
              <p14:xfrm>
                <a:off x="10268109" y="3662280"/>
                <a:ext cx="105120" cy="166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5D3957B-F3C0-3478-B726-1D3FBA68D7E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50469" y="3644280"/>
                  <a:ext cx="140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E86BB2D-BE10-6D61-7E85-F909CC9C23AB}"/>
                    </a:ext>
                  </a:extLst>
                </p14:cNvPr>
                <p14:cNvContentPartPr/>
                <p14:nvPr/>
              </p14:nvContentPartPr>
              <p14:xfrm>
                <a:off x="10440909" y="3640680"/>
                <a:ext cx="182520" cy="195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E86BB2D-BE10-6D61-7E85-F909CC9C23A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423269" y="3623040"/>
                  <a:ext cx="218160" cy="23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874600E-B84F-7282-7DB9-36DBCC92157D}"/>
                  </a:ext>
                </a:extLst>
              </p14:cNvPr>
              <p14:cNvContentPartPr/>
              <p14:nvPr/>
            </p14:nvContentPartPr>
            <p14:xfrm>
              <a:off x="11015829" y="3399120"/>
              <a:ext cx="630360" cy="8841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874600E-B84F-7282-7DB9-36DBCC92157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997829" y="3381120"/>
                <a:ext cx="666000" cy="9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93D37AE-0F6A-5F87-E126-11734C785359}"/>
              </a:ext>
            </a:extLst>
          </p:cNvPr>
          <p:cNvGrpSpPr/>
          <p:nvPr/>
        </p:nvGrpSpPr>
        <p:grpSpPr>
          <a:xfrm>
            <a:off x="453789" y="4363920"/>
            <a:ext cx="723600" cy="414720"/>
            <a:chOff x="453789" y="4363920"/>
            <a:chExt cx="72360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3798208-911C-C899-8064-1F9A93FF4BF5}"/>
                    </a:ext>
                  </a:extLst>
                </p14:cNvPr>
                <p14:cNvContentPartPr/>
                <p14:nvPr/>
              </p14:nvContentPartPr>
              <p14:xfrm>
                <a:off x="580869" y="4363920"/>
                <a:ext cx="81360" cy="412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3798208-911C-C899-8064-1F9A93FF4BF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3229" y="4345920"/>
                  <a:ext cx="1170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453316B-D767-4E83-B650-7560EBC3B1C4}"/>
                    </a:ext>
                  </a:extLst>
                </p14:cNvPr>
                <p14:cNvContentPartPr/>
                <p14:nvPr/>
              </p14:nvContentPartPr>
              <p14:xfrm>
                <a:off x="453789" y="4384080"/>
                <a:ext cx="723600" cy="394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453316B-D767-4E83-B650-7560EBC3B1C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6149" y="4366080"/>
                  <a:ext cx="759240" cy="43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4A331A0-DC0C-4E83-C7C2-8EB31F13E186}"/>
              </a:ext>
            </a:extLst>
          </p:cNvPr>
          <p:cNvGrpSpPr/>
          <p:nvPr/>
        </p:nvGrpSpPr>
        <p:grpSpPr>
          <a:xfrm>
            <a:off x="10178829" y="4183200"/>
            <a:ext cx="1696320" cy="480600"/>
            <a:chOff x="10178829" y="4183200"/>
            <a:chExt cx="1696320" cy="4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A662B6C-A9DB-FF82-2934-47F0E3D2AA46}"/>
                    </a:ext>
                  </a:extLst>
                </p14:cNvPr>
                <p14:cNvContentPartPr/>
                <p14:nvPr/>
              </p14:nvContentPartPr>
              <p14:xfrm>
                <a:off x="10178829" y="4405680"/>
                <a:ext cx="183600" cy="258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A662B6C-A9DB-FF82-2934-47F0E3D2AA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61189" y="4387680"/>
                  <a:ext cx="2192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31301DA-E22C-42AC-00C5-005063123873}"/>
                    </a:ext>
                  </a:extLst>
                </p14:cNvPr>
                <p14:cNvContentPartPr/>
                <p14:nvPr/>
              </p14:nvContentPartPr>
              <p14:xfrm>
                <a:off x="10440909" y="4269240"/>
                <a:ext cx="650160" cy="3560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31301DA-E22C-42AC-00C5-00506312387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23269" y="4251600"/>
                  <a:ext cx="685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C70E82A-12A2-D408-43AC-92972160AF8E}"/>
                    </a:ext>
                  </a:extLst>
                </p14:cNvPr>
                <p14:cNvContentPartPr/>
                <p14:nvPr/>
              </p14:nvContentPartPr>
              <p14:xfrm>
                <a:off x="11186829" y="4183200"/>
                <a:ext cx="74880" cy="452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C70E82A-12A2-D408-43AC-92972160AF8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168829" y="4165200"/>
                  <a:ext cx="1105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DC04963-F29F-44C2-F0CD-1C6BFF414188}"/>
                    </a:ext>
                  </a:extLst>
                </p14:cNvPr>
                <p14:cNvContentPartPr/>
                <p14:nvPr/>
              </p14:nvContentPartPr>
              <p14:xfrm>
                <a:off x="11415429" y="4457160"/>
                <a:ext cx="19080" cy="177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DC04963-F29F-44C2-F0CD-1C6BFF41418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397789" y="4439520"/>
                  <a:ext cx="54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4619483-887D-0C22-4843-F042170E0D4D}"/>
                    </a:ext>
                  </a:extLst>
                </p14:cNvPr>
                <p14:cNvContentPartPr/>
                <p14:nvPr/>
              </p14:nvContentPartPr>
              <p14:xfrm>
                <a:off x="11509749" y="4440600"/>
                <a:ext cx="155520" cy="182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4619483-887D-0C22-4843-F042170E0D4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491749" y="4422960"/>
                  <a:ext cx="191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F64C0B8-1BA8-8F99-12E8-FFD2BA6570BB}"/>
                    </a:ext>
                  </a:extLst>
                </p14:cNvPr>
                <p14:cNvContentPartPr/>
                <p14:nvPr/>
              </p14:nvContentPartPr>
              <p14:xfrm>
                <a:off x="11713869" y="4402440"/>
                <a:ext cx="161280" cy="193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F64C0B8-1BA8-8F99-12E8-FFD2BA6570B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695869" y="4384440"/>
                  <a:ext cx="196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417E475-1DC1-33B1-29E1-FDAA5496F590}"/>
                    </a:ext>
                  </a:extLst>
                </p14:cNvPr>
                <p14:cNvContentPartPr/>
                <p14:nvPr/>
              </p14:nvContentPartPr>
              <p14:xfrm>
                <a:off x="11046789" y="4234320"/>
                <a:ext cx="507240" cy="169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417E475-1DC1-33B1-29E1-FDAA5496F59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29149" y="4216680"/>
                  <a:ext cx="5428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967526A-1E84-ADA1-0AA3-8BFD3576DE86}"/>
              </a:ext>
            </a:extLst>
          </p:cNvPr>
          <p:cNvGrpSpPr/>
          <p:nvPr/>
        </p:nvGrpSpPr>
        <p:grpSpPr>
          <a:xfrm>
            <a:off x="268029" y="5230800"/>
            <a:ext cx="945000" cy="426600"/>
            <a:chOff x="268029" y="5230800"/>
            <a:chExt cx="94500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8367664-F0AB-6E9F-AF60-239588C1EAF2}"/>
                    </a:ext>
                  </a:extLst>
                </p14:cNvPr>
                <p14:cNvContentPartPr/>
                <p14:nvPr/>
              </p14:nvContentPartPr>
              <p14:xfrm>
                <a:off x="268029" y="5388840"/>
                <a:ext cx="345240" cy="268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8367664-F0AB-6E9F-AF60-239588C1EAF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0389" y="5371200"/>
                  <a:ext cx="380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5686BFA-9D19-0151-ECCA-BD45D2894143}"/>
                    </a:ext>
                  </a:extLst>
                </p14:cNvPr>
                <p14:cNvContentPartPr/>
                <p14:nvPr/>
              </p14:nvContentPartPr>
              <p14:xfrm>
                <a:off x="644949" y="5230800"/>
                <a:ext cx="448560" cy="411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5686BFA-9D19-0151-ECCA-BD45D289414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6949" y="5212800"/>
                  <a:ext cx="4842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BE4B656-A9CD-B4E2-43EF-C7E1C1C9ABE3}"/>
                    </a:ext>
                  </a:extLst>
                </p14:cNvPr>
                <p14:cNvContentPartPr/>
                <p14:nvPr/>
              </p14:nvContentPartPr>
              <p14:xfrm>
                <a:off x="921429" y="5351760"/>
                <a:ext cx="291600" cy="63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BE4B656-A9CD-B4E2-43EF-C7E1C1C9ABE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3789" y="5333760"/>
                  <a:ext cx="32724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2FD974B-0526-DA59-588F-CDE6F4B7CFB3}"/>
                  </a:ext>
                </a:extLst>
              </p14:cNvPr>
              <p14:cNvContentPartPr/>
              <p14:nvPr/>
            </p14:nvContentPartPr>
            <p14:xfrm>
              <a:off x="1799469" y="4365000"/>
              <a:ext cx="342000" cy="3139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2FD974B-0526-DA59-588F-CDE6F4B7CFB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781469" y="4347360"/>
                <a:ext cx="3776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9B717D4-99AE-889E-BD0A-B59100778E94}"/>
                  </a:ext>
                </a:extLst>
              </p14:cNvPr>
              <p14:cNvContentPartPr/>
              <p14:nvPr/>
            </p14:nvContentPartPr>
            <p14:xfrm>
              <a:off x="2258469" y="4085640"/>
              <a:ext cx="405000" cy="5320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9B717D4-99AE-889E-BD0A-B59100778E9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240469" y="4067640"/>
                <a:ext cx="44064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2E15CC1-4CA6-47C9-6805-C765000F4532}"/>
                  </a:ext>
                </a:extLst>
              </p14:cNvPr>
              <p14:cNvContentPartPr/>
              <p14:nvPr/>
            </p14:nvContentPartPr>
            <p14:xfrm>
              <a:off x="2763549" y="4276080"/>
              <a:ext cx="24480" cy="3416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2E15CC1-4CA6-47C9-6805-C765000F453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745549" y="4258440"/>
                <a:ext cx="601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453D3E0-9EA3-88A1-702F-706698686C50}"/>
                  </a:ext>
                </a:extLst>
              </p14:cNvPr>
              <p14:cNvContentPartPr/>
              <p14:nvPr/>
            </p14:nvContentPartPr>
            <p14:xfrm>
              <a:off x="2854629" y="4273560"/>
              <a:ext cx="35280" cy="532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453D3E0-9EA3-88A1-702F-706698686C5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836629" y="4255920"/>
                <a:ext cx="709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001C231-D3FA-C7DF-74ED-ED1F74FD7A9B}"/>
                  </a:ext>
                </a:extLst>
              </p14:cNvPr>
              <p14:cNvContentPartPr/>
              <p14:nvPr/>
            </p14:nvContentPartPr>
            <p14:xfrm>
              <a:off x="2714589" y="4278960"/>
              <a:ext cx="231840" cy="8546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001C231-D3FA-C7DF-74ED-ED1F74FD7A9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696589" y="4261320"/>
                <a:ext cx="267480" cy="8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CB72AA8-BB6F-3CB9-B1A6-D73B9D25BB41}"/>
                  </a:ext>
                </a:extLst>
              </p14:cNvPr>
              <p14:cNvContentPartPr/>
              <p14:nvPr/>
            </p14:nvContentPartPr>
            <p14:xfrm>
              <a:off x="3132549" y="4488840"/>
              <a:ext cx="144720" cy="273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CB72AA8-BB6F-3CB9-B1A6-D73B9D25BB41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114909" y="4471200"/>
                <a:ext cx="1803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C386ADA-3A3A-A242-4839-C9405899DE2D}"/>
                  </a:ext>
                </a:extLst>
              </p14:cNvPr>
              <p14:cNvContentPartPr/>
              <p14:nvPr/>
            </p14:nvContentPartPr>
            <p14:xfrm>
              <a:off x="8864469" y="4209480"/>
              <a:ext cx="386280" cy="4168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C386ADA-3A3A-A242-4839-C9405899DE2D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846829" y="4191840"/>
                <a:ext cx="42192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190C4E3-66C4-6E87-3D96-F5F505EB4F1B}"/>
                  </a:ext>
                </a:extLst>
              </p14:cNvPr>
              <p14:cNvContentPartPr/>
              <p14:nvPr/>
            </p14:nvContentPartPr>
            <p14:xfrm>
              <a:off x="9323109" y="4196520"/>
              <a:ext cx="487440" cy="4255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190C4E3-66C4-6E87-3D96-F5F505EB4F1B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305469" y="4178520"/>
                <a:ext cx="52308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12E192C-926A-2D2E-32AD-8B056B43CDB1}"/>
                  </a:ext>
                </a:extLst>
              </p14:cNvPr>
              <p14:cNvContentPartPr/>
              <p14:nvPr/>
            </p14:nvContentPartPr>
            <p14:xfrm>
              <a:off x="9030429" y="4286520"/>
              <a:ext cx="310320" cy="489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12E192C-926A-2D2E-32AD-8B056B43CDB1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012789" y="4268880"/>
                <a:ext cx="3459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202CE97A-7B4C-1647-FB70-66959A5BED90}"/>
                  </a:ext>
                </a:extLst>
              </p14:cNvPr>
              <p14:cNvContentPartPr/>
              <p14:nvPr/>
            </p14:nvContentPartPr>
            <p14:xfrm>
              <a:off x="1768509" y="5365800"/>
              <a:ext cx="492120" cy="2718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202CE97A-7B4C-1647-FB70-66959A5BED9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750509" y="5348160"/>
                <a:ext cx="5277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9DAE2BEA-A81B-4124-2F52-8A3150FD4F83}"/>
                  </a:ext>
                </a:extLst>
              </p14:cNvPr>
              <p14:cNvContentPartPr/>
              <p14:nvPr/>
            </p14:nvContentPartPr>
            <p14:xfrm>
              <a:off x="2338029" y="5267160"/>
              <a:ext cx="357480" cy="3438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9DAE2BEA-A81B-4124-2F52-8A3150FD4F8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320389" y="5249160"/>
                <a:ext cx="3931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FECD718-0C42-F0EC-18E5-4FE3AFF2291D}"/>
                  </a:ext>
                </a:extLst>
              </p14:cNvPr>
              <p14:cNvContentPartPr/>
              <p14:nvPr/>
            </p14:nvContentPartPr>
            <p14:xfrm>
              <a:off x="2615589" y="5226840"/>
              <a:ext cx="47160" cy="396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FECD718-0C42-F0EC-18E5-4FE3AFF2291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597589" y="5209200"/>
                <a:ext cx="828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1C87E8E-E48D-C721-5E9C-2BF314AB664E}"/>
                  </a:ext>
                </a:extLst>
              </p14:cNvPr>
              <p14:cNvContentPartPr/>
              <p14:nvPr/>
            </p14:nvContentPartPr>
            <p14:xfrm>
              <a:off x="2746269" y="5434200"/>
              <a:ext cx="279360" cy="2174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1C87E8E-E48D-C721-5E9C-2BF314AB664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728629" y="5416200"/>
                <a:ext cx="3150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182E327-ECE9-B0DF-5613-3EBF834E247C}"/>
                  </a:ext>
                </a:extLst>
              </p14:cNvPr>
              <p14:cNvContentPartPr/>
              <p14:nvPr/>
            </p14:nvContentPartPr>
            <p14:xfrm>
              <a:off x="3019149" y="5314680"/>
              <a:ext cx="357120" cy="2872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182E327-ECE9-B0DF-5613-3EBF834E247C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001149" y="5296680"/>
                <a:ext cx="3927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88E7A77-6570-3FC2-8D8D-288521E3FEC1}"/>
                  </a:ext>
                </a:extLst>
              </p14:cNvPr>
              <p14:cNvContentPartPr/>
              <p14:nvPr/>
            </p14:nvContentPartPr>
            <p14:xfrm>
              <a:off x="6885909" y="5271480"/>
              <a:ext cx="956880" cy="4345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88E7A77-6570-3FC2-8D8D-288521E3FEC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868269" y="5253840"/>
                <a:ext cx="9925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EE46075-2F80-75C7-E2DC-1C3DD126BEA2}"/>
                  </a:ext>
                </a:extLst>
              </p14:cNvPr>
              <p14:cNvContentPartPr/>
              <p14:nvPr/>
            </p14:nvContentPartPr>
            <p14:xfrm>
              <a:off x="6919389" y="5406840"/>
              <a:ext cx="378000" cy="576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EE46075-2F80-75C7-E2DC-1C3DD126BEA2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901389" y="5388840"/>
                <a:ext cx="4136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C3C7ADEC-9DAF-2A7A-402D-B660F2683404}"/>
                  </a:ext>
                </a:extLst>
              </p14:cNvPr>
              <p14:cNvContentPartPr/>
              <p14:nvPr/>
            </p14:nvContentPartPr>
            <p14:xfrm>
              <a:off x="8341029" y="5459400"/>
              <a:ext cx="574920" cy="2491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C3C7ADEC-9DAF-2A7A-402D-B660F268340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323389" y="5441400"/>
                <a:ext cx="6105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F575A54-9A04-19F3-B06E-1605C5D1AE75}"/>
                  </a:ext>
                </a:extLst>
              </p14:cNvPr>
              <p14:cNvContentPartPr/>
              <p14:nvPr/>
            </p14:nvContentPartPr>
            <p14:xfrm>
              <a:off x="8913069" y="5326560"/>
              <a:ext cx="81360" cy="626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F575A54-9A04-19F3-B06E-1605C5D1AE7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95069" y="5308560"/>
                <a:ext cx="1170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2BF591A-E883-D002-39A1-3063F218671F}"/>
                  </a:ext>
                </a:extLst>
              </p14:cNvPr>
              <p14:cNvContentPartPr/>
              <p14:nvPr/>
            </p14:nvContentPartPr>
            <p14:xfrm>
              <a:off x="8819109" y="5474160"/>
              <a:ext cx="592200" cy="5842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2BF591A-E883-D002-39A1-3063F218671F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801109" y="5456160"/>
                <a:ext cx="62784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E531C861-1EBF-81B8-3B99-AF561C932CDB}"/>
                  </a:ext>
                </a:extLst>
              </p14:cNvPr>
              <p14:cNvContentPartPr/>
              <p14:nvPr/>
            </p14:nvContentPartPr>
            <p14:xfrm>
              <a:off x="9521109" y="5513400"/>
              <a:ext cx="293400" cy="17496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E531C861-1EBF-81B8-3B99-AF561C932CD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503109" y="5495400"/>
                <a:ext cx="3290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D77B9D9C-226F-AA79-15A5-6F4AB3CB052E}"/>
                  </a:ext>
                </a:extLst>
              </p14:cNvPr>
              <p14:cNvContentPartPr/>
              <p14:nvPr/>
            </p14:nvContentPartPr>
            <p14:xfrm>
              <a:off x="9288909" y="5273640"/>
              <a:ext cx="61560" cy="115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D77B9D9C-226F-AA79-15A5-6F4AB3CB052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271269" y="5256000"/>
                <a:ext cx="972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0E97722C-2612-9466-73EF-9CCF987C1F57}"/>
                  </a:ext>
                </a:extLst>
              </p14:cNvPr>
              <p14:cNvContentPartPr/>
              <p14:nvPr/>
            </p14:nvContentPartPr>
            <p14:xfrm>
              <a:off x="10371429" y="5721840"/>
              <a:ext cx="34200" cy="147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0E97722C-2612-9466-73EF-9CCF987C1F57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353789" y="5703840"/>
                <a:ext cx="698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8584D0E6-3732-BB45-66B1-37260A086284}"/>
                  </a:ext>
                </a:extLst>
              </p14:cNvPr>
              <p14:cNvContentPartPr/>
              <p14:nvPr/>
            </p14:nvContentPartPr>
            <p14:xfrm>
              <a:off x="234189" y="6405480"/>
              <a:ext cx="19440" cy="115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8584D0E6-3732-BB45-66B1-37260A08628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16549" y="6387480"/>
                <a:ext cx="5508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32B9B1A-773A-B24B-A7A7-B7F247415FD8}"/>
              </a:ext>
            </a:extLst>
          </p:cNvPr>
          <p:cNvGrpSpPr/>
          <p:nvPr/>
        </p:nvGrpSpPr>
        <p:grpSpPr>
          <a:xfrm>
            <a:off x="5228109" y="2647440"/>
            <a:ext cx="329040" cy="358560"/>
            <a:chOff x="5228109" y="2647440"/>
            <a:chExt cx="32904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C1ABEC6-94A5-F35A-32D9-F6549C465C0F}"/>
                    </a:ext>
                  </a:extLst>
                </p14:cNvPr>
                <p14:cNvContentPartPr/>
                <p14:nvPr/>
              </p14:nvContentPartPr>
              <p14:xfrm>
                <a:off x="5228109" y="2796840"/>
                <a:ext cx="15480" cy="181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C1ABEC6-94A5-F35A-32D9-F6549C465C0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10469" y="2779200"/>
                  <a:ext cx="51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BCADE64-4E14-65BF-CA14-7603DC196A44}"/>
                    </a:ext>
                  </a:extLst>
                </p14:cNvPr>
                <p14:cNvContentPartPr/>
                <p14:nvPr/>
              </p14:nvContentPartPr>
              <p14:xfrm>
                <a:off x="5373909" y="2768400"/>
                <a:ext cx="183240" cy="237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BCADE64-4E14-65BF-CA14-7603DC196A4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56269" y="2750400"/>
                  <a:ext cx="2188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BCEDDFF-6585-1ABE-2D8B-FA969C8B1560}"/>
                    </a:ext>
                  </a:extLst>
                </p14:cNvPr>
                <p14:cNvContentPartPr/>
                <p14:nvPr/>
              </p14:nvContentPartPr>
              <p14:xfrm>
                <a:off x="5242509" y="2647440"/>
                <a:ext cx="75240" cy="7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BCEDDFF-6585-1ABE-2D8B-FA969C8B156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224509" y="2629440"/>
                  <a:ext cx="11088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B6C7E7C3-855C-A898-ACDD-D1D0E5ADF0B8}"/>
                  </a:ext>
                </a:extLst>
              </p14:cNvPr>
              <p14:cNvContentPartPr/>
              <p14:nvPr/>
            </p14:nvContentPartPr>
            <p14:xfrm>
              <a:off x="183047" y="6429622"/>
              <a:ext cx="43920" cy="788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B6C7E7C3-855C-A898-ACDD-D1D0E5ADF0B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65407" y="6411982"/>
                <a:ext cx="7956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A673F7B-93E8-9192-1D4E-CD0DE88BFF7D}"/>
              </a:ext>
            </a:extLst>
          </p:cNvPr>
          <p:cNvGrpSpPr/>
          <p:nvPr/>
        </p:nvGrpSpPr>
        <p:grpSpPr>
          <a:xfrm>
            <a:off x="1605407" y="6290662"/>
            <a:ext cx="758880" cy="244080"/>
            <a:chOff x="1605407" y="6290662"/>
            <a:chExt cx="75888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10D5408-BB0B-1C11-BF0E-345BAC825FB2}"/>
                    </a:ext>
                  </a:extLst>
                </p14:cNvPr>
                <p14:cNvContentPartPr/>
                <p14:nvPr/>
              </p14:nvContentPartPr>
              <p14:xfrm>
                <a:off x="1605407" y="6290662"/>
                <a:ext cx="301320" cy="238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10D5408-BB0B-1C11-BF0E-345BAC825FB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587407" y="6272662"/>
                  <a:ext cx="336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5796A41-A441-4B52-35C6-5A7C5E75508F}"/>
                    </a:ext>
                  </a:extLst>
                </p14:cNvPr>
                <p14:cNvContentPartPr/>
                <p14:nvPr/>
              </p14:nvContentPartPr>
              <p14:xfrm>
                <a:off x="2028047" y="6303262"/>
                <a:ext cx="336240" cy="231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5796A41-A441-4B52-35C6-5A7C5E75508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10407" y="6285262"/>
                  <a:ext cx="371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6EFC373-0B10-D9DD-518A-33F20D666236}"/>
                    </a:ext>
                  </a:extLst>
                </p14:cNvPr>
                <p14:cNvContentPartPr/>
                <p14:nvPr/>
              </p14:nvContentPartPr>
              <p14:xfrm>
                <a:off x="1904927" y="6347542"/>
                <a:ext cx="119520" cy="22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6EFC373-0B10-D9DD-518A-33F20D66623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887287" y="6329542"/>
                  <a:ext cx="1551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6EF927B-079A-EBCE-15F1-414D21C5F090}"/>
              </a:ext>
            </a:extLst>
          </p:cNvPr>
          <p:cNvGrpSpPr/>
          <p:nvPr/>
        </p:nvGrpSpPr>
        <p:grpSpPr>
          <a:xfrm>
            <a:off x="2869007" y="6314062"/>
            <a:ext cx="1244880" cy="513360"/>
            <a:chOff x="2869007" y="6314062"/>
            <a:chExt cx="124488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72291A8-C2DD-3252-7ECC-4A4B13666F2C}"/>
                    </a:ext>
                  </a:extLst>
                </p14:cNvPr>
                <p14:cNvContentPartPr/>
                <p14:nvPr/>
              </p14:nvContentPartPr>
              <p14:xfrm>
                <a:off x="2869007" y="6413422"/>
                <a:ext cx="453600" cy="414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72291A8-C2DD-3252-7ECC-4A4B13666F2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851007" y="6395422"/>
                  <a:ext cx="48924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4D0509A-AC30-BD20-9346-853B4AFB880F}"/>
                    </a:ext>
                  </a:extLst>
                </p14:cNvPr>
                <p14:cNvContentPartPr/>
                <p14:nvPr/>
              </p14:nvContentPartPr>
              <p14:xfrm>
                <a:off x="3373367" y="6314062"/>
                <a:ext cx="16920" cy="28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4D0509A-AC30-BD20-9346-853B4AFB880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55367" y="6296062"/>
                  <a:ext cx="5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64E0665-4025-0A82-4304-5D50F5C08CA6}"/>
                    </a:ext>
                  </a:extLst>
                </p14:cNvPr>
                <p14:cNvContentPartPr/>
                <p14:nvPr/>
              </p14:nvContentPartPr>
              <p14:xfrm>
                <a:off x="3513047" y="6363022"/>
                <a:ext cx="600840" cy="157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64E0665-4025-0A82-4304-5D50F5C08CA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495407" y="6345022"/>
                  <a:ext cx="6364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10A220E-0928-B8E1-0DB9-38D2B4080642}"/>
              </a:ext>
            </a:extLst>
          </p:cNvPr>
          <p:cNvGrpSpPr/>
          <p:nvPr/>
        </p:nvGrpSpPr>
        <p:grpSpPr>
          <a:xfrm>
            <a:off x="4782767" y="6035062"/>
            <a:ext cx="1817640" cy="617400"/>
            <a:chOff x="4782767" y="6035062"/>
            <a:chExt cx="181764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E4C1E8C-EE86-8898-7E83-1664F498450D}"/>
                    </a:ext>
                  </a:extLst>
                </p14:cNvPr>
                <p14:cNvContentPartPr/>
                <p14:nvPr/>
              </p14:nvContentPartPr>
              <p14:xfrm>
                <a:off x="4782767" y="6350782"/>
                <a:ext cx="19800" cy="153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E4C1E8C-EE86-8898-7E83-1664F498450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65127" y="6332782"/>
                  <a:ext cx="55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E3A1D0E-D6BF-44C4-F8F9-A056953E9882}"/>
                    </a:ext>
                  </a:extLst>
                </p14:cNvPr>
                <p14:cNvContentPartPr/>
                <p14:nvPr/>
              </p14:nvContentPartPr>
              <p14:xfrm>
                <a:off x="4867727" y="6202822"/>
                <a:ext cx="1080" cy="20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E3A1D0E-D6BF-44C4-F8F9-A056953E988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849727" y="6184822"/>
                  <a:ext cx="36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BE2C28C-B77D-156B-6F69-9E64E01E9342}"/>
                    </a:ext>
                  </a:extLst>
                </p14:cNvPr>
                <p14:cNvContentPartPr/>
                <p14:nvPr/>
              </p14:nvContentPartPr>
              <p14:xfrm>
                <a:off x="4966727" y="6327742"/>
                <a:ext cx="209880" cy="1573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BE2C28C-B77D-156B-6F69-9E64E01E934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948727" y="6309742"/>
                  <a:ext cx="2455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93BEAD3-C584-C50E-ED71-4CAC54AD962A}"/>
                    </a:ext>
                  </a:extLst>
                </p14:cNvPr>
                <p14:cNvContentPartPr/>
                <p14:nvPr/>
              </p14:nvContentPartPr>
              <p14:xfrm>
                <a:off x="5488007" y="6358702"/>
                <a:ext cx="18360" cy="5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93BEAD3-C584-C50E-ED71-4CAC54AD962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470367" y="6340702"/>
                  <a:ext cx="54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4781651-182C-2FF7-E1D8-CEE6F26C184F}"/>
                    </a:ext>
                  </a:extLst>
                </p14:cNvPr>
                <p14:cNvContentPartPr/>
                <p14:nvPr/>
              </p14:nvContentPartPr>
              <p14:xfrm>
                <a:off x="5300807" y="6322702"/>
                <a:ext cx="150840" cy="329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4781651-182C-2FF7-E1D8-CEE6F26C184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83167" y="6305062"/>
                  <a:ext cx="1864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5AF2895-D5BF-9B6F-811E-275F4E625C3F}"/>
                    </a:ext>
                  </a:extLst>
                </p14:cNvPr>
                <p14:cNvContentPartPr/>
                <p14:nvPr/>
              </p14:nvContentPartPr>
              <p14:xfrm>
                <a:off x="5604647" y="6310462"/>
                <a:ext cx="131760" cy="147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5AF2895-D5BF-9B6F-811E-275F4E625C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587007" y="6292462"/>
                  <a:ext cx="167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03684A6-C6CD-CC82-CDCE-DADD4E65F23C}"/>
                    </a:ext>
                  </a:extLst>
                </p14:cNvPr>
                <p14:cNvContentPartPr/>
                <p14:nvPr/>
              </p14:nvContentPartPr>
              <p14:xfrm>
                <a:off x="5810927" y="6292822"/>
                <a:ext cx="165600" cy="1584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03684A6-C6CD-CC82-CDCE-DADD4E65F2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792927" y="6274822"/>
                  <a:ext cx="20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53E1721-6F72-144B-E01B-C1E7763DC657}"/>
                    </a:ext>
                  </a:extLst>
                </p14:cNvPr>
                <p14:cNvContentPartPr/>
                <p14:nvPr/>
              </p14:nvContentPartPr>
              <p14:xfrm>
                <a:off x="6081647" y="6035062"/>
                <a:ext cx="115560" cy="375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53E1721-6F72-144B-E01B-C1E7763DC65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064007" y="6017062"/>
                  <a:ext cx="1512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4B198C7-1D8C-BFC0-A7F2-87419392B117}"/>
                    </a:ext>
                  </a:extLst>
                </p14:cNvPr>
                <p14:cNvContentPartPr/>
                <p14:nvPr/>
              </p14:nvContentPartPr>
              <p14:xfrm>
                <a:off x="6202247" y="6259702"/>
                <a:ext cx="18360" cy="120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4B198C7-1D8C-BFC0-A7F2-87419392B11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184607" y="6241702"/>
                  <a:ext cx="54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8732075-3A72-2476-649D-474DDDE56C2A}"/>
                    </a:ext>
                  </a:extLst>
                </p14:cNvPr>
                <p14:cNvContentPartPr/>
                <p14:nvPr/>
              </p14:nvContentPartPr>
              <p14:xfrm>
                <a:off x="6313847" y="6262942"/>
                <a:ext cx="94680" cy="146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8732075-3A72-2476-649D-474DDDE56C2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296207" y="6244942"/>
                  <a:ext cx="130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FFA47DC-C255-6C0F-AA82-592C54C55CFB}"/>
                    </a:ext>
                  </a:extLst>
                </p14:cNvPr>
                <p14:cNvContentPartPr/>
                <p14:nvPr/>
              </p14:nvContentPartPr>
              <p14:xfrm>
                <a:off x="6456047" y="6197062"/>
                <a:ext cx="144360" cy="195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FFA47DC-C255-6C0F-AA82-592C54C55CF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438047" y="6179062"/>
                  <a:ext cx="180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0CC3A19-478F-DCE8-8610-02F98247052E}"/>
                    </a:ext>
                  </a:extLst>
                </p14:cNvPr>
                <p14:cNvContentPartPr/>
                <p14:nvPr/>
              </p14:nvContentPartPr>
              <p14:xfrm>
                <a:off x="6318167" y="6146302"/>
                <a:ext cx="36720" cy="10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0CC3A19-478F-DCE8-8610-02F98247052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300167" y="6128662"/>
                  <a:ext cx="72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A59742D-E0EC-7360-436C-92BF88292452}"/>
                    </a:ext>
                  </a:extLst>
                </p14:cNvPr>
                <p14:cNvContentPartPr/>
                <p14:nvPr/>
              </p14:nvContentPartPr>
              <p14:xfrm>
                <a:off x="6022967" y="6201382"/>
                <a:ext cx="178920" cy="302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A59742D-E0EC-7360-436C-92BF8829245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005327" y="6183742"/>
                  <a:ext cx="2145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E017815-C903-509E-9F60-7A160C8282FD}"/>
              </a:ext>
            </a:extLst>
          </p:cNvPr>
          <p:cNvGrpSpPr/>
          <p:nvPr/>
        </p:nvGrpSpPr>
        <p:grpSpPr>
          <a:xfrm>
            <a:off x="7164527" y="6061702"/>
            <a:ext cx="781560" cy="341280"/>
            <a:chOff x="7164527" y="6061702"/>
            <a:chExt cx="78156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7E0D139-A609-D8C2-DB5E-588B3961B462}"/>
                    </a:ext>
                  </a:extLst>
                </p14:cNvPr>
                <p14:cNvContentPartPr/>
                <p14:nvPr/>
              </p14:nvContentPartPr>
              <p14:xfrm>
                <a:off x="7164527" y="6061702"/>
                <a:ext cx="202320" cy="3412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7E0D139-A609-D8C2-DB5E-588B3961B46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46887" y="6043702"/>
                  <a:ext cx="2379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54E0F6E-4B10-2376-FCAE-13B483BC61ED}"/>
                    </a:ext>
                  </a:extLst>
                </p14:cNvPr>
                <p14:cNvContentPartPr/>
                <p14:nvPr/>
              </p14:nvContentPartPr>
              <p14:xfrm>
                <a:off x="7482407" y="6208222"/>
                <a:ext cx="145800" cy="1771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54E0F6E-4B10-2376-FCAE-13B483BC61E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64407" y="6190582"/>
                  <a:ext cx="181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104710F-F3E9-F52F-4284-E64C93B53FEA}"/>
                    </a:ext>
                  </a:extLst>
                </p14:cNvPr>
                <p14:cNvContentPartPr/>
                <p14:nvPr/>
              </p14:nvContentPartPr>
              <p14:xfrm>
                <a:off x="7699127" y="6219022"/>
                <a:ext cx="246960" cy="177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104710F-F3E9-F52F-4284-E64C93B53FE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81127" y="6201022"/>
                  <a:ext cx="28260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A0F0672-117B-3D10-F9CA-DFE9EDDE0C3A}"/>
              </a:ext>
            </a:extLst>
          </p:cNvPr>
          <p:cNvGrpSpPr/>
          <p:nvPr/>
        </p:nvGrpSpPr>
        <p:grpSpPr>
          <a:xfrm>
            <a:off x="8313287" y="6105982"/>
            <a:ext cx="685080" cy="281880"/>
            <a:chOff x="8313287" y="6105982"/>
            <a:chExt cx="68508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FCBC62E-2EDB-FF46-7D40-CA6A2340A9F4}"/>
                    </a:ext>
                  </a:extLst>
                </p14:cNvPr>
                <p14:cNvContentPartPr/>
                <p14:nvPr/>
              </p14:nvContentPartPr>
              <p14:xfrm>
                <a:off x="8313287" y="6208222"/>
                <a:ext cx="262440" cy="149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FCBC62E-2EDB-FF46-7D40-CA6A2340A9F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295647" y="6190582"/>
                  <a:ext cx="298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75F2008-150D-5273-34EE-1E9C73DBBDB1}"/>
                    </a:ext>
                  </a:extLst>
                </p14:cNvPr>
                <p14:cNvContentPartPr/>
                <p14:nvPr/>
              </p14:nvContentPartPr>
              <p14:xfrm>
                <a:off x="8649167" y="6232702"/>
                <a:ext cx="107280" cy="155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75F2008-150D-5273-34EE-1E9C73DBBDB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631527" y="6215062"/>
                  <a:ext cx="142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68E435D-0EEB-276F-A4E5-36B1AC74D9F3}"/>
                    </a:ext>
                  </a:extLst>
                </p14:cNvPr>
                <p14:cNvContentPartPr/>
                <p14:nvPr/>
              </p14:nvContentPartPr>
              <p14:xfrm>
                <a:off x="8896487" y="6105982"/>
                <a:ext cx="60480" cy="258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68E435D-0EEB-276F-A4E5-36B1AC74D9F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78847" y="6087982"/>
                  <a:ext cx="96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1DF0B23-EE78-4995-0051-4C9422817A09}"/>
                    </a:ext>
                  </a:extLst>
                </p14:cNvPr>
                <p14:cNvContentPartPr/>
                <p14:nvPr/>
              </p14:nvContentPartPr>
              <p14:xfrm>
                <a:off x="8821607" y="6189862"/>
                <a:ext cx="176760" cy="381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1DF0B23-EE78-4995-0051-4C9422817A0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03967" y="6171862"/>
                  <a:ext cx="2124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8457AA3-FEF3-5E90-0766-772993F101E0}"/>
              </a:ext>
            </a:extLst>
          </p:cNvPr>
          <p:cNvGrpSpPr/>
          <p:nvPr/>
        </p:nvGrpSpPr>
        <p:grpSpPr>
          <a:xfrm>
            <a:off x="9584447" y="5987182"/>
            <a:ext cx="1972800" cy="561600"/>
            <a:chOff x="9584447" y="5987182"/>
            <a:chExt cx="1972800" cy="5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3ACE3E0-257E-05C1-684D-820DF011F452}"/>
                    </a:ext>
                  </a:extLst>
                </p14:cNvPr>
                <p14:cNvContentPartPr/>
                <p14:nvPr/>
              </p14:nvContentPartPr>
              <p14:xfrm>
                <a:off x="9584447" y="6160702"/>
                <a:ext cx="189720" cy="208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3ACE3E0-257E-05C1-684D-820DF011F45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66807" y="6142702"/>
                  <a:ext cx="225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7E36503-1EF7-C1D3-3776-723DF819367F}"/>
                    </a:ext>
                  </a:extLst>
                </p14:cNvPr>
                <p14:cNvContentPartPr/>
                <p14:nvPr/>
              </p14:nvContentPartPr>
              <p14:xfrm>
                <a:off x="9863447" y="6180142"/>
                <a:ext cx="249840" cy="131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7E36503-1EF7-C1D3-3776-723DF819367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845807" y="6162502"/>
                  <a:ext cx="285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263AF08-F78D-9070-43AE-5F7CF808AEFD}"/>
                    </a:ext>
                  </a:extLst>
                </p14:cNvPr>
                <p14:cNvContentPartPr/>
                <p14:nvPr/>
              </p14:nvContentPartPr>
              <p14:xfrm>
                <a:off x="10264847" y="6036862"/>
                <a:ext cx="52200" cy="2433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263AF08-F78D-9070-43AE-5F7CF808AEF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246847" y="6019222"/>
                  <a:ext cx="878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80CB2C9-8544-1384-63FF-EE464DC39085}"/>
                    </a:ext>
                  </a:extLst>
                </p14:cNvPr>
                <p14:cNvContentPartPr/>
                <p14:nvPr/>
              </p14:nvContentPartPr>
              <p14:xfrm>
                <a:off x="10416407" y="6134062"/>
                <a:ext cx="59760" cy="147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80CB2C9-8544-1384-63FF-EE464DC3908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398407" y="6116422"/>
                  <a:ext cx="95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9A8E153-DD4B-290A-F669-C64B79395AB8}"/>
                    </a:ext>
                  </a:extLst>
                </p14:cNvPr>
                <p14:cNvContentPartPr/>
                <p14:nvPr/>
              </p14:nvContentPartPr>
              <p14:xfrm>
                <a:off x="10421087" y="6001222"/>
                <a:ext cx="70200" cy="518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9A8E153-DD4B-290A-F669-C64B79395AB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403447" y="5983222"/>
                  <a:ext cx="105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2D6555B-0ECC-36FD-6042-8DBD059E150E}"/>
                    </a:ext>
                  </a:extLst>
                </p14:cNvPr>
                <p14:cNvContentPartPr/>
                <p14:nvPr/>
              </p14:nvContentPartPr>
              <p14:xfrm>
                <a:off x="10128767" y="6134782"/>
                <a:ext cx="199440" cy="26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2D6555B-0ECC-36FD-6042-8DBD059E150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110767" y="6116782"/>
                  <a:ext cx="235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DBFD7B6-E068-1132-1D85-6980549CDBF6}"/>
                    </a:ext>
                  </a:extLst>
                </p14:cNvPr>
                <p14:cNvContentPartPr/>
                <p14:nvPr/>
              </p14:nvContentPartPr>
              <p14:xfrm>
                <a:off x="10553927" y="6126142"/>
                <a:ext cx="180720" cy="178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DBFD7B6-E068-1132-1D85-6980549CDBF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535927" y="6108142"/>
                  <a:ext cx="216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A3561B6-1A71-6777-58B5-7DE39BFC853C}"/>
                    </a:ext>
                  </a:extLst>
                </p14:cNvPr>
                <p14:cNvContentPartPr/>
                <p14:nvPr/>
              </p14:nvContentPartPr>
              <p14:xfrm>
                <a:off x="10667327" y="5987182"/>
                <a:ext cx="268200" cy="561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A3561B6-1A71-6777-58B5-7DE39BFC853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649327" y="5969542"/>
                  <a:ext cx="30384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EEEA00E-8337-1B30-E898-B3D6E8343AF8}"/>
                    </a:ext>
                  </a:extLst>
                </p14:cNvPr>
                <p14:cNvContentPartPr/>
                <p14:nvPr/>
              </p14:nvContentPartPr>
              <p14:xfrm>
                <a:off x="10697567" y="6148102"/>
                <a:ext cx="507240" cy="344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EEEA00E-8337-1B30-E898-B3D6E8343AF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679927" y="6130462"/>
                  <a:ext cx="5428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8B3D96A-7036-D3C0-7A21-6076F7B8DD2B}"/>
                    </a:ext>
                  </a:extLst>
                </p14:cNvPr>
                <p14:cNvContentPartPr/>
                <p14:nvPr/>
              </p14:nvContentPartPr>
              <p14:xfrm>
                <a:off x="11379047" y="6225142"/>
                <a:ext cx="178200" cy="151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8B3D96A-7036-D3C0-7A21-6076F7B8DD2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361407" y="6207502"/>
                  <a:ext cx="2138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2F50C548-0231-E32F-7078-82C6690A42A5}"/>
              </a:ext>
            </a:extLst>
          </p:cNvPr>
          <p:cNvGrpSpPr/>
          <p:nvPr/>
        </p:nvGrpSpPr>
        <p:grpSpPr>
          <a:xfrm>
            <a:off x="5024349" y="3398400"/>
            <a:ext cx="1251000" cy="461182"/>
            <a:chOff x="5024349" y="3398400"/>
            <a:chExt cx="1251000" cy="46118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618C439-92C8-F887-DBB7-80B8563E28F4}"/>
                    </a:ext>
                  </a:extLst>
                </p14:cNvPr>
                <p14:cNvContentPartPr/>
                <p14:nvPr/>
              </p14:nvContentPartPr>
              <p14:xfrm>
                <a:off x="5148189" y="3490920"/>
                <a:ext cx="252000" cy="365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618C439-92C8-F887-DBB7-80B8563E28F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130189" y="3473280"/>
                  <a:ext cx="2876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67ADC01-7E57-2C65-CC9C-B4F6DD3F444F}"/>
                    </a:ext>
                  </a:extLst>
                </p14:cNvPr>
                <p14:cNvContentPartPr/>
                <p14:nvPr/>
              </p14:nvContentPartPr>
              <p14:xfrm>
                <a:off x="5471829" y="3507120"/>
                <a:ext cx="282240" cy="314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67ADC01-7E57-2C65-CC9C-B4F6DD3F444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454189" y="3489480"/>
                  <a:ext cx="3178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C8714EA-4B70-4C79-87B5-D665E066ECA2}"/>
                    </a:ext>
                  </a:extLst>
                </p14:cNvPr>
                <p14:cNvContentPartPr/>
                <p14:nvPr/>
              </p14:nvContentPartPr>
              <p14:xfrm>
                <a:off x="5774949" y="3649320"/>
                <a:ext cx="223920" cy="172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C8714EA-4B70-4C79-87B5-D665E066ECA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57309" y="3631320"/>
                  <a:ext cx="259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7C06BC-A00B-40EE-2E68-38196D932DD0}"/>
                    </a:ext>
                  </a:extLst>
                </p14:cNvPr>
                <p14:cNvContentPartPr/>
                <p14:nvPr/>
              </p14:nvContentPartPr>
              <p14:xfrm>
                <a:off x="6147189" y="3398400"/>
                <a:ext cx="44280" cy="374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7C06BC-A00B-40EE-2E68-38196D932DD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129549" y="3380400"/>
                  <a:ext cx="799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C43DBC-EEBF-2FA4-E3FC-B0AF1E7C1C08}"/>
                    </a:ext>
                  </a:extLst>
                </p14:cNvPr>
                <p14:cNvContentPartPr/>
                <p14:nvPr/>
              </p14:nvContentPartPr>
              <p14:xfrm>
                <a:off x="6080229" y="3480480"/>
                <a:ext cx="195120" cy="41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C43DBC-EEBF-2FA4-E3FC-B0AF1E7C1C0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62229" y="3462840"/>
                  <a:ext cx="230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21CB8C2-C8D0-0B68-4B58-A775C5700950}"/>
                    </a:ext>
                  </a:extLst>
                </p14:cNvPr>
                <p14:cNvContentPartPr/>
                <p14:nvPr/>
              </p14:nvContentPartPr>
              <p14:xfrm>
                <a:off x="5024349" y="3512160"/>
                <a:ext cx="533520" cy="87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21CB8C2-C8D0-0B68-4B58-A775C570095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006349" y="3494520"/>
                  <a:ext cx="569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751C229-8E76-F68F-4356-78E835EF0180}"/>
                    </a:ext>
                  </a:extLst>
                </p14:cNvPr>
                <p14:cNvContentPartPr/>
                <p14:nvPr/>
              </p14:nvContentPartPr>
              <p14:xfrm>
                <a:off x="5597447" y="3843022"/>
                <a:ext cx="25560" cy="16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751C229-8E76-F68F-4356-78E835EF018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579807" y="3825382"/>
                  <a:ext cx="6120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9F99807-A089-942B-7304-4AF58B9ECA27}"/>
                  </a:ext>
                </a:extLst>
              </p14:cNvPr>
              <p14:cNvContentPartPr/>
              <p14:nvPr/>
            </p14:nvContentPartPr>
            <p14:xfrm>
              <a:off x="9049127" y="3861382"/>
              <a:ext cx="57600" cy="133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9F99807-A089-942B-7304-4AF58B9ECA27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9031127" y="3843382"/>
                <a:ext cx="932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195F271D-DEA0-4A75-2F03-ECF9FDC730BB}"/>
                  </a:ext>
                </a:extLst>
              </p14:cNvPr>
              <p14:cNvContentPartPr/>
              <p14:nvPr/>
            </p14:nvContentPartPr>
            <p14:xfrm>
              <a:off x="1773887" y="5025262"/>
              <a:ext cx="5400" cy="360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195F271D-DEA0-4A75-2F03-ECF9FDC730BB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756247" y="5007262"/>
                <a:ext cx="410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815DD89-1BBC-ECB8-CD06-F3C343658ECB}"/>
              </a:ext>
            </a:extLst>
          </p:cNvPr>
          <p:cNvGrpSpPr/>
          <p:nvPr/>
        </p:nvGrpSpPr>
        <p:grpSpPr>
          <a:xfrm>
            <a:off x="3552669" y="4192920"/>
            <a:ext cx="1400760" cy="906120"/>
            <a:chOff x="3552669" y="4192920"/>
            <a:chExt cx="1400760" cy="90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C7F5A0D-A5D2-1833-AC20-FAE9D3BECCAF}"/>
                    </a:ext>
                  </a:extLst>
                </p14:cNvPr>
                <p14:cNvContentPartPr/>
                <p14:nvPr/>
              </p14:nvContentPartPr>
              <p14:xfrm>
                <a:off x="3568509" y="4387320"/>
                <a:ext cx="70560" cy="711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C7F5A0D-A5D2-1833-AC20-FAE9D3BECCA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550869" y="4369320"/>
                  <a:ext cx="10620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74D8AC-A133-44E7-8186-74FC04140D4C}"/>
                    </a:ext>
                  </a:extLst>
                </p14:cNvPr>
                <p14:cNvContentPartPr/>
                <p14:nvPr/>
              </p14:nvContentPartPr>
              <p14:xfrm>
                <a:off x="3552669" y="4380480"/>
                <a:ext cx="220680" cy="201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74D8AC-A133-44E7-8186-74FC04140D4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535029" y="4362840"/>
                  <a:ext cx="256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874A47-D041-C704-0A2A-112709214BDE}"/>
                    </a:ext>
                  </a:extLst>
                </p14:cNvPr>
                <p14:cNvContentPartPr/>
                <p14:nvPr/>
              </p14:nvContentPartPr>
              <p14:xfrm>
                <a:off x="3926709" y="4192920"/>
                <a:ext cx="140760" cy="397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874A47-D041-C704-0A2A-112709214BD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908709" y="4174920"/>
                  <a:ext cx="1764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E48EB16-2911-F6AF-CA19-DEE3CE1D783B}"/>
                    </a:ext>
                  </a:extLst>
                </p14:cNvPr>
                <p14:cNvContentPartPr/>
                <p14:nvPr/>
              </p14:nvContentPartPr>
              <p14:xfrm>
                <a:off x="4094109" y="4404240"/>
                <a:ext cx="184680" cy="167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E48EB16-2911-F6AF-CA19-DEE3CE1D783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076469" y="4386240"/>
                  <a:ext cx="220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92D3645-923B-2905-174D-639309519D34}"/>
                    </a:ext>
                  </a:extLst>
                </p14:cNvPr>
                <p14:cNvContentPartPr/>
                <p14:nvPr/>
              </p14:nvContentPartPr>
              <p14:xfrm>
                <a:off x="4334589" y="4387680"/>
                <a:ext cx="237600" cy="223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92D3645-923B-2905-174D-639309519D3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316589" y="4370040"/>
                  <a:ext cx="273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D541296-4E36-A6D7-5A7C-283B7D742551}"/>
                    </a:ext>
                  </a:extLst>
                </p14:cNvPr>
                <p14:cNvContentPartPr/>
                <p14:nvPr/>
              </p14:nvContentPartPr>
              <p14:xfrm>
                <a:off x="4649589" y="4393080"/>
                <a:ext cx="122040" cy="174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D541296-4E36-A6D7-5A7C-283B7D74255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631589" y="4375080"/>
                  <a:ext cx="157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9E7886E-8D12-D3EA-9C23-3305F5E683A9}"/>
                    </a:ext>
                  </a:extLst>
                </p14:cNvPr>
                <p14:cNvContentPartPr/>
                <p14:nvPr/>
              </p14:nvContentPartPr>
              <p14:xfrm>
                <a:off x="4771989" y="4413600"/>
                <a:ext cx="181440" cy="219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9E7886E-8D12-D3EA-9C23-3305F5E683A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753989" y="4395600"/>
                  <a:ext cx="2170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B2D0D7D-2D08-7744-8530-2EEE29F1B10A}"/>
                    </a:ext>
                  </a:extLst>
                </p14:cNvPr>
                <p14:cNvContentPartPr/>
                <p14:nvPr/>
              </p14:nvContentPartPr>
              <p14:xfrm>
                <a:off x="4069967" y="4726822"/>
                <a:ext cx="15120" cy="5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B2D0D7D-2D08-7744-8530-2EEE29F1B10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051967" y="4709182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ACA478F9-0102-EE6A-2FBB-80A80539380B}"/>
              </a:ext>
            </a:extLst>
          </p:cNvPr>
          <p:cNvGrpSpPr/>
          <p:nvPr/>
        </p:nvGrpSpPr>
        <p:grpSpPr>
          <a:xfrm>
            <a:off x="5883669" y="4208760"/>
            <a:ext cx="2342160" cy="816840"/>
            <a:chOff x="5883669" y="4208760"/>
            <a:chExt cx="2342160" cy="81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52C26FB-913C-1695-B5DF-B6762B10EBDF}"/>
                    </a:ext>
                  </a:extLst>
                </p14:cNvPr>
                <p14:cNvContentPartPr/>
                <p14:nvPr/>
              </p14:nvContentPartPr>
              <p14:xfrm>
                <a:off x="5883669" y="4377960"/>
                <a:ext cx="745560" cy="258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52C26FB-913C-1695-B5DF-B6762B10EBD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66029" y="4359960"/>
                  <a:ext cx="781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785A01B-B7A3-33AB-FADA-EE40331A88BD}"/>
                    </a:ext>
                  </a:extLst>
                </p14:cNvPr>
                <p14:cNvContentPartPr/>
                <p14:nvPr/>
              </p14:nvContentPartPr>
              <p14:xfrm>
                <a:off x="6538509" y="4460760"/>
                <a:ext cx="25920" cy="564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785A01B-B7A3-33AB-FADA-EE40331A88B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520509" y="4442760"/>
                  <a:ext cx="6156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5FEF686-8851-B344-FE74-A97950F961DC}"/>
                    </a:ext>
                  </a:extLst>
                </p14:cNvPr>
                <p14:cNvContentPartPr/>
                <p14:nvPr/>
              </p14:nvContentPartPr>
              <p14:xfrm>
                <a:off x="6750909" y="4383720"/>
                <a:ext cx="575640" cy="286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5FEF686-8851-B344-FE74-A97950F961D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733269" y="4365720"/>
                  <a:ext cx="6112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DA2185D-4CB9-620B-BCCD-30A9D976B37E}"/>
                    </a:ext>
                  </a:extLst>
                </p14:cNvPr>
                <p14:cNvContentPartPr/>
                <p14:nvPr/>
              </p14:nvContentPartPr>
              <p14:xfrm>
                <a:off x="7066629" y="4332960"/>
                <a:ext cx="276120" cy="305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DA2185D-4CB9-620B-BCCD-30A9D976B37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048629" y="4314960"/>
                  <a:ext cx="3117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1EE238F-A71A-9504-571B-C9EFB5A1C94C}"/>
                    </a:ext>
                  </a:extLst>
                </p14:cNvPr>
                <p14:cNvContentPartPr/>
                <p14:nvPr/>
              </p14:nvContentPartPr>
              <p14:xfrm>
                <a:off x="7417269" y="4362840"/>
                <a:ext cx="150120" cy="218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1EE238F-A71A-9504-571B-C9EFB5A1C94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399269" y="4344840"/>
                  <a:ext cx="185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C9A0B94-5C01-7F9B-4776-07D9B713E15A}"/>
                    </a:ext>
                  </a:extLst>
                </p14:cNvPr>
                <p14:cNvContentPartPr/>
                <p14:nvPr/>
              </p14:nvContentPartPr>
              <p14:xfrm>
                <a:off x="7707069" y="4393080"/>
                <a:ext cx="240120" cy="18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C9A0B94-5C01-7F9B-4776-07D9B713E15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689429" y="4375080"/>
                  <a:ext cx="275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25BB6E4-1B0C-9D8A-00E3-AFF0585B7B07}"/>
                    </a:ext>
                  </a:extLst>
                </p14:cNvPr>
                <p14:cNvContentPartPr/>
                <p14:nvPr/>
              </p14:nvContentPartPr>
              <p14:xfrm>
                <a:off x="8079309" y="4208760"/>
                <a:ext cx="45360" cy="345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25BB6E4-1B0C-9D8A-00E3-AFF0585B7B0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61309" y="4190760"/>
                  <a:ext cx="810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D90958D-F664-D8A6-0D2F-C5693532CC89}"/>
                    </a:ext>
                  </a:extLst>
                </p14:cNvPr>
                <p14:cNvContentPartPr/>
                <p14:nvPr/>
              </p14:nvContentPartPr>
              <p14:xfrm>
                <a:off x="7983909" y="4267080"/>
                <a:ext cx="241920" cy="57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D90958D-F664-D8A6-0D2F-C5693532CC8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965909" y="4249080"/>
                  <a:ext cx="27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7CEE803-B250-E68D-1112-FA350302BE86}"/>
                    </a:ext>
                  </a:extLst>
                </p14:cNvPr>
                <p14:cNvContentPartPr/>
                <p14:nvPr/>
              </p14:nvContentPartPr>
              <p14:xfrm>
                <a:off x="7738367" y="4507582"/>
                <a:ext cx="17640" cy="39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7CEE803-B250-E68D-1112-FA350302BE8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720367" y="4489582"/>
                  <a:ext cx="532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1C915513-421B-7A10-C810-90C9B5E86CFF}"/>
                  </a:ext>
                </a:extLst>
              </p14:cNvPr>
              <p14:cNvContentPartPr/>
              <p14:nvPr/>
            </p14:nvContentPartPr>
            <p14:xfrm>
              <a:off x="9751847" y="4697302"/>
              <a:ext cx="360" cy="3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1C915513-421B-7A10-C810-90C9B5E86CFF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9734207" y="46796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D135CBDF-1C84-8D85-DACD-5DB9B94BA69D}"/>
              </a:ext>
            </a:extLst>
          </p:cNvPr>
          <p:cNvGrpSpPr/>
          <p:nvPr/>
        </p:nvGrpSpPr>
        <p:grpSpPr>
          <a:xfrm>
            <a:off x="594167" y="6047302"/>
            <a:ext cx="538200" cy="729720"/>
            <a:chOff x="594167" y="6047302"/>
            <a:chExt cx="538200" cy="72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91BDDA-3CCE-836E-38EB-8969B249A7EE}"/>
                    </a:ext>
                  </a:extLst>
                </p14:cNvPr>
                <p14:cNvContentPartPr/>
                <p14:nvPr/>
              </p14:nvContentPartPr>
              <p14:xfrm>
                <a:off x="594167" y="6183022"/>
                <a:ext cx="198720" cy="289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91BDDA-3CCE-836E-38EB-8969B249A7E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76167" y="6165382"/>
                  <a:ext cx="2343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2A77156-A592-72BC-A336-764102C0B865}"/>
                    </a:ext>
                  </a:extLst>
                </p14:cNvPr>
                <p14:cNvContentPartPr/>
                <p14:nvPr/>
              </p14:nvContentPartPr>
              <p14:xfrm>
                <a:off x="800447" y="6160702"/>
                <a:ext cx="197640" cy="616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2A77156-A592-72BC-A336-764102C0B86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82447" y="6142702"/>
                  <a:ext cx="23328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B301874-7FCB-1948-CEAB-29F33AFFB5B5}"/>
                    </a:ext>
                  </a:extLst>
                </p14:cNvPr>
                <p14:cNvContentPartPr/>
                <p14:nvPr/>
              </p14:nvContentPartPr>
              <p14:xfrm>
                <a:off x="1083047" y="6047302"/>
                <a:ext cx="49320" cy="38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B301874-7FCB-1948-CEAB-29F33AFFB5B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65407" y="6029662"/>
                  <a:ext cx="8496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3D33FEAD-A236-96E8-817F-53098A8FC341}"/>
              </a:ext>
            </a:extLst>
          </p:cNvPr>
          <p:cNvGrpSpPr/>
          <p:nvPr/>
        </p:nvGrpSpPr>
        <p:grpSpPr>
          <a:xfrm>
            <a:off x="4193469" y="5236920"/>
            <a:ext cx="1922760" cy="491782"/>
            <a:chOff x="4193469" y="5236920"/>
            <a:chExt cx="1922760" cy="49178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BF7116B-8535-6274-986D-4F7A99AEBEA6}"/>
                    </a:ext>
                  </a:extLst>
                </p14:cNvPr>
                <p14:cNvContentPartPr/>
                <p14:nvPr/>
              </p14:nvContentPartPr>
              <p14:xfrm>
                <a:off x="4193469" y="5410800"/>
                <a:ext cx="849960" cy="252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BF7116B-8535-6274-986D-4F7A99AEBEA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175469" y="5392800"/>
                  <a:ext cx="885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64C131C-44CD-BBD6-1BA2-C537680D7B51}"/>
                    </a:ext>
                  </a:extLst>
                </p14:cNvPr>
                <p14:cNvContentPartPr/>
                <p14:nvPr/>
              </p14:nvContentPartPr>
              <p14:xfrm>
                <a:off x="5158629" y="5283720"/>
                <a:ext cx="41400" cy="348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64C131C-44CD-BBD6-1BA2-C537680D7B5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140629" y="5265720"/>
                  <a:ext cx="770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A3B1401-9DA6-6261-EC65-1F8C630BF717}"/>
                    </a:ext>
                  </a:extLst>
                </p14:cNvPr>
                <p14:cNvContentPartPr/>
                <p14:nvPr/>
              </p14:nvContentPartPr>
              <p14:xfrm>
                <a:off x="5129109" y="5340240"/>
                <a:ext cx="196200" cy="75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A3B1401-9DA6-6261-EC65-1F8C630BF71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111109" y="5322600"/>
                  <a:ext cx="231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530E53A-0274-2B87-7534-96659F89BDCB}"/>
                    </a:ext>
                  </a:extLst>
                </p14:cNvPr>
                <p14:cNvContentPartPr/>
                <p14:nvPr/>
              </p14:nvContentPartPr>
              <p14:xfrm>
                <a:off x="5353749" y="5472000"/>
                <a:ext cx="203400" cy="151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530E53A-0274-2B87-7534-96659F89BDC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335749" y="5454360"/>
                  <a:ext cx="2390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D1DA836-7D9A-1E66-79D3-C851BA30FDCA}"/>
                    </a:ext>
                  </a:extLst>
                </p14:cNvPr>
                <p14:cNvContentPartPr/>
                <p14:nvPr/>
              </p14:nvContentPartPr>
              <p14:xfrm>
                <a:off x="5670189" y="5469480"/>
                <a:ext cx="11880" cy="149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D1DA836-7D9A-1E66-79D3-C851BA30FDC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652189" y="5451480"/>
                  <a:ext cx="47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6FAA5B7-D9E8-3BD7-D146-C5AC2AE6EBC7}"/>
                    </a:ext>
                  </a:extLst>
                </p14:cNvPr>
                <p14:cNvContentPartPr/>
                <p14:nvPr/>
              </p14:nvContentPartPr>
              <p14:xfrm>
                <a:off x="5796189" y="5436000"/>
                <a:ext cx="320040" cy="171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6FAA5B7-D9E8-3BD7-D146-C5AC2AE6EBC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778549" y="5418000"/>
                  <a:ext cx="355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9FE00B0-FEE8-D84F-86C3-17F3AF12C0A0}"/>
                    </a:ext>
                  </a:extLst>
                </p14:cNvPr>
                <p14:cNvContentPartPr/>
                <p14:nvPr/>
              </p14:nvContentPartPr>
              <p14:xfrm>
                <a:off x="5823549" y="5236920"/>
                <a:ext cx="1080" cy="37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9FE00B0-FEE8-D84F-86C3-17F3AF12C0A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805549" y="5218920"/>
                  <a:ext cx="36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B535344-CCD8-9450-EBEB-F4658ED3A583}"/>
                    </a:ext>
                  </a:extLst>
                </p14:cNvPr>
                <p14:cNvContentPartPr/>
                <p14:nvPr/>
              </p14:nvContentPartPr>
              <p14:xfrm>
                <a:off x="5064287" y="5720782"/>
                <a:ext cx="9000" cy="7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B535344-CCD8-9450-EBEB-F4658ED3A58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046647" y="5703142"/>
                  <a:ext cx="44640" cy="4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5646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055C952-DBFB-937F-1CB0-0870746EA876}"/>
              </a:ext>
            </a:extLst>
          </p:cNvPr>
          <p:cNvGrpSpPr/>
          <p:nvPr/>
        </p:nvGrpSpPr>
        <p:grpSpPr>
          <a:xfrm>
            <a:off x="219047" y="270742"/>
            <a:ext cx="999720" cy="338760"/>
            <a:chOff x="219047" y="270742"/>
            <a:chExt cx="99972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756025-E0B2-9515-7D1B-CE55548C5FB9}"/>
                    </a:ext>
                  </a:extLst>
                </p14:cNvPr>
                <p14:cNvContentPartPr/>
                <p14:nvPr/>
              </p14:nvContentPartPr>
              <p14:xfrm>
                <a:off x="219047" y="270742"/>
                <a:ext cx="213120" cy="338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756025-E0B2-9515-7D1B-CE55548C5FB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1047" y="253102"/>
                  <a:ext cx="2487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6D2FCB9-C9AC-34A8-F741-B2FDA685025B}"/>
                    </a:ext>
                  </a:extLst>
                </p14:cNvPr>
                <p14:cNvContentPartPr/>
                <p14:nvPr/>
              </p14:nvContentPartPr>
              <p14:xfrm>
                <a:off x="554207" y="317902"/>
                <a:ext cx="385200" cy="252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6D2FCB9-C9AC-34A8-F741-B2FDA68502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6567" y="300262"/>
                  <a:ext cx="420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864A10-4754-9B90-BD60-D9E6B789CDE6}"/>
                    </a:ext>
                  </a:extLst>
                </p14:cNvPr>
                <p14:cNvContentPartPr/>
                <p14:nvPr/>
              </p14:nvContentPartPr>
              <p14:xfrm>
                <a:off x="977567" y="390262"/>
                <a:ext cx="241200" cy="178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864A10-4754-9B90-BD60-D9E6B789CD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9567" y="372262"/>
                  <a:ext cx="2768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994E42B-9251-6F1B-5A8C-26D9D1DBADCA}"/>
                    </a:ext>
                  </a:extLst>
                </p14:cNvPr>
                <p14:cNvContentPartPr/>
                <p14:nvPr/>
              </p14:nvContentPartPr>
              <p14:xfrm>
                <a:off x="304367" y="388462"/>
                <a:ext cx="191160" cy="49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994E42B-9251-6F1B-5A8C-26D9D1DBAD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6367" y="370462"/>
                  <a:ext cx="22680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FCF0F82-7B16-7BBF-F060-E45937810906}"/>
                  </a:ext>
                </a:extLst>
              </p14:cNvPr>
              <p14:cNvContentPartPr/>
              <p14:nvPr/>
            </p14:nvContentPartPr>
            <p14:xfrm>
              <a:off x="1835807" y="360742"/>
              <a:ext cx="552240" cy="235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FCF0F82-7B16-7BBF-F060-E459378109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17807" y="343102"/>
                <a:ext cx="587880" cy="27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4B25A45-E5E8-1334-F22C-DB2F5CD60AAA}"/>
              </a:ext>
            </a:extLst>
          </p:cNvPr>
          <p:cNvGrpSpPr/>
          <p:nvPr/>
        </p:nvGrpSpPr>
        <p:grpSpPr>
          <a:xfrm>
            <a:off x="2711687" y="363622"/>
            <a:ext cx="611640" cy="680400"/>
            <a:chOff x="2711687" y="363622"/>
            <a:chExt cx="611640" cy="68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897E57-5A18-D067-0903-6FBEC362AE89}"/>
                    </a:ext>
                  </a:extLst>
                </p14:cNvPr>
                <p14:cNvContentPartPr/>
                <p14:nvPr/>
              </p14:nvContentPartPr>
              <p14:xfrm>
                <a:off x="2711687" y="363622"/>
                <a:ext cx="146880" cy="195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897E57-5A18-D067-0903-6FBEC362AE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94047" y="345622"/>
                  <a:ext cx="182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84A558-7BD3-2921-F1F1-DBAF94F674A6}"/>
                    </a:ext>
                  </a:extLst>
                </p14:cNvPr>
                <p14:cNvContentPartPr/>
                <p14:nvPr/>
              </p14:nvContentPartPr>
              <p14:xfrm>
                <a:off x="2917607" y="392782"/>
                <a:ext cx="217440" cy="147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84A558-7BD3-2921-F1F1-DBAF94F674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9967" y="374782"/>
                  <a:ext cx="253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8C9BA72-5F45-8341-68AA-15C1782EB03D}"/>
                    </a:ext>
                  </a:extLst>
                </p14:cNvPr>
                <p14:cNvContentPartPr/>
                <p14:nvPr/>
              </p14:nvContentPartPr>
              <p14:xfrm>
                <a:off x="3029927" y="365062"/>
                <a:ext cx="293400" cy="67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8C9BA72-5F45-8341-68AA-15C1782EB0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11927" y="347422"/>
                  <a:ext cx="329040" cy="71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6499C2-DC5F-AD8D-6016-7C9E6EBCF829}"/>
              </a:ext>
            </a:extLst>
          </p:cNvPr>
          <p:cNvGrpSpPr/>
          <p:nvPr/>
        </p:nvGrpSpPr>
        <p:grpSpPr>
          <a:xfrm>
            <a:off x="3701327" y="160222"/>
            <a:ext cx="969840" cy="365400"/>
            <a:chOff x="3701327" y="160222"/>
            <a:chExt cx="9698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2428D3-A41C-FE4F-D558-6AADBD40C5EA}"/>
                    </a:ext>
                  </a:extLst>
                </p14:cNvPr>
                <p14:cNvContentPartPr/>
                <p14:nvPr/>
              </p14:nvContentPartPr>
              <p14:xfrm>
                <a:off x="3701327" y="185422"/>
                <a:ext cx="239040" cy="33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2428D3-A41C-FE4F-D558-6AADBD40C5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83687" y="167782"/>
                  <a:ext cx="2746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8EC428-874C-3D74-9534-BAB0CA4C0DD4}"/>
                    </a:ext>
                  </a:extLst>
                </p14:cNvPr>
                <p14:cNvContentPartPr/>
                <p14:nvPr/>
              </p14:nvContentPartPr>
              <p14:xfrm>
                <a:off x="4075007" y="212782"/>
                <a:ext cx="135360" cy="269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8EC428-874C-3D74-9534-BAB0CA4C0D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7367" y="194782"/>
                  <a:ext cx="1710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DB7577-0D7D-47DA-12CB-7661B0BEDBFE}"/>
                    </a:ext>
                  </a:extLst>
                </p14:cNvPr>
                <p14:cNvContentPartPr/>
                <p14:nvPr/>
              </p14:nvContentPartPr>
              <p14:xfrm>
                <a:off x="4273007" y="316102"/>
                <a:ext cx="192600" cy="209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DB7577-0D7D-47DA-12CB-7661B0BEDB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55007" y="298102"/>
                  <a:ext cx="228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6991A1-DCCE-C4D8-7E5E-2B4B14F40EB6}"/>
                    </a:ext>
                  </a:extLst>
                </p14:cNvPr>
                <p14:cNvContentPartPr/>
                <p14:nvPr/>
              </p14:nvContentPartPr>
              <p14:xfrm>
                <a:off x="4588727" y="160222"/>
                <a:ext cx="38880" cy="324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6991A1-DCCE-C4D8-7E5E-2B4B14F40E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70727" y="142222"/>
                  <a:ext cx="74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196951-AD1C-349C-40AE-793E51A12886}"/>
                    </a:ext>
                  </a:extLst>
                </p14:cNvPr>
                <p14:cNvContentPartPr/>
                <p14:nvPr/>
              </p14:nvContentPartPr>
              <p14:xfrm>
                <a:off x="4458767" y="281182"/>
                <a:ext cx="212400" cy="47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196951-AD1C-349C-40AE-793E51A128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1127" y="263542"/>
                  <a:ext cx="2480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01DA12C-37A0-849B-D6F1-F6A87853838F}"/>
                    </a:ext>
                  </a:extLst>
                </p14:cNvPr>
                <p14:cNvContentPartPr/>
                <p14:nvPr/>
              </p14:nvContentPartPr>
              <p14:xfrm>
                <a:off x="3717167" y="310342"/>
                <a:ext cx="369000" cy="65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01DA12C-37A0-849B-D6F1-F6A8785383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99527" y="292702"/>
                  <a:ext cx="40464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0B6FC2-AB7D-49C1-567B-244808F2971C}"/>
              </a:ext>
            </a:extLst>
          </p:cNvPr>
          <p:cNvGrpSpPr/>
          <p:nvPr/>
        </p:nvGrpSpPr>
        <p:grpSpPr>
          <a:xfrm>
            <a:off x="5497727" y="164542"/>
            <a:ext cx="729720" cy="386640"/>
            <a:chOff x="5497727" y="164542"/>
            <a:chExt cx="72972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5B5543-5445-F7A3-1986-BEE29F10705B}"/>
                    </a:ext>
                  </a:extLst>
                </p14:cNvPr>
                <p14:cNvContentPartPr/>
                <p14:nvPr/>
              </p14:nvContentPartPr>
              <p14:xfrm>
                <a:off x="5497727" y="164542"/>
                <a:ext cx="301680" cy="38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5B5543-5445-F7A3-1986-BEE29F1070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79727" y="146902"/>
                  <a:ext cx="3373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C91CE9C-DDB9-6683-B0AB-59379860387C}"/>
                    </a:ext>
                  </a:extLst>
                </p14:cNvPr>
                <p14:cNvContentPartPr/>
                <p14:nvPr/>
              </p14:nvContentPartPr>
              <p14:xfrm>
                <a:off x="5818127" y="241222"/>
                <a:ext cx="409320" cy="309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C91CE9C-DDB9-6683-B0AB-59379860387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00487" y="223222"/>
                  <a:ext cx="4449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B41C8E-1505-70FD-DA59-6D51BF7A7D7D}"/>
                    </a:ext>
                  </a:extLst>
                </p14:cNvPr>
                <p14:cNvContentPartPr/>
                <p14:nvPr/>
              </p14:nvContentPartPr>
              <p14:xfrm>
                <a:off x="5653607" y="336982"/>
                <a:ext cx="170280" cy="3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B41C8E-1505-70FD-DA59-6D51BF7A7D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35967" y="319342"/>
                  <a:ext cx="2059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79E954-94B4-B0FF-495F-64CC1B4D024B}"/>
              </a:ext>
            </a:extLst>
          </p:cNvPr>
          <p:cNvGrpSpPr/>
          <p:nvPr/>
        </p:nvGrpSpPr>
        <p:grpSpPr>
          <a:xfrm>
            <a:off x="6880487" y="225022"/>
            <a:ext cx="2223720" cy="722160"/>
            <a:chOff x="6880487" y="225022"/>
            <a:chExt cx="2223720" cy="72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82085E0-D167-CF96-4D93-4A5DE4A69819}"/>
                    </a:ext>
                  </a:extLst>
                </p14:cNvPr>
                <p14:cNvContentPartPr/>
                <p14:nvPr/>
              </p14:nvContentPartPr>
              <p14:xfrm>
                <a:off x="6880487" y="374782"/>
                <a:ext cx="353880" cy="134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82085E0-D167-CF96-4D93-4A5DE4A698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62847" y="356782"/>
                  <a:ext cx="389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150011-63A3-346E-18E1-59310F35B878}"/>
                    </a:ext>
                  </a:extLst>
                </p14:cNvPr>
                <p14:cNvContentPartPr/>
                <p14:nvPr/>
              </p14:nvContentPartPr>
              <p14:xfrm>
                <a:off x="7294127" y="366502"/>
                <a:ext cx="116280" cy="157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150011-63A3-346E-18E1-59310F35B8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76487" y="348502"/>
                  <a:ext cx="151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137D8B-6AB3-D951-FCEA-38C87A821F28}"/>
                    </a:ext>
                  </a:extLst>
                </p14:cNvPr>
                <p14:cNvContentPartPr/>
                <p14:nvPr/>
              </p14:nvContentPartPr>
              <p14:xfrm>
                <a:off x="7461167" y="356422"/>
                <a:ext cx="310320" cy="171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137D8B-6AB3-D951-FCEA-38C87A821F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43167" y="338782"/>
                  <a:ext cx="345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D4D0A7-C4D5-463E-8CCF-59DC2F89E32E}"/>
                    </a:ext>
                  </a:extLst>
                </p14:cNvPr>
                <p14:cNvContentPartPr/>
                <p14:nvPr/>
              </p14:nvContentPartPr>
              <p14:xfrm>
                <a:off x="7850687" y="225022"/>
                <a:ext cx="187920" cy="338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D4D0A7-C4D5-463E-8CCF-59DC2F89E32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32687" y="207022"/>
                  <a:ext cx="2235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9F3146-228B-7BC0-B41F-C155790CA3D8}"/>
                    </a:ext>
                  </a:extLst>
                </p14:cNvPr>
                <p14:cNvContentPartPr/>
                <p14:nvPr/>
              </p14:nvContentPartPr>
              <p14:xfrm>
                <a:off x="8125727" y="358222"/>
                <a:ext cx="294120" cy="168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9F3146-228B-7BC0-B41F-C155790CA3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08087" y="340222"/>
                  <a:ext cx="329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58EB19-B2C2-845E-AF4B-C5EFBA38E714}"/>
                    </a:ext>
                  </a:extLst>
                </p14:cNvPr>
                <p14:cNvContentPartPr/>
                <p14:nvPr/>
              </p14:nvContentPartPr>
              <p14:xfrm>
                <a:off x="8733047" y="263182"/>
                <a:ext cx="371160" cy="684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58EB19-B2C2-845E-AF4B-C5EFBA38E7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15407" y="245182"/>
                  <a:ext cx="406800" cy="71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D366377-D792-AB71-83C8-B2B60E96B395}"/>
              </a:ext>
            </a:extLst>
          </p:cNvPr>
          <p:cNvGrpSpPr/>
          <p:nvPr/>
        </p:nvGrpSpPr>
        <p:grpSpPr>
          <a:xfrm>
            <a:off x="413807" y="973102"/>
            <a:ext cx="1689120" cy="932760"/>
            <a:chOff x="413807" y="973102"/>
            <a:chExt cx="1689120" cy="9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267FB1-984A-3B4C-474A-5DE4481FE957}"/>
                    </a:ext>
                  </a:extLst>
                </p14:cNvPr>
                <p14:cNvContentPartPr/>
                <p14:nvPr/>
              </p14:nvContentPartPr>
              <p14:xfrm>
                <a:off x="413807" y="1083622"/>
                <a:ext cx="405360" cy="822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267FB1-984A-3B4C-474A-5DE4481FE9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167" y="1065622"/>
                  <a:ext cx="44100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2976E8-CADF-FC82-A8F4-CD318B1A6B63}"/>
                    </a:ext>
                  </a:extLst>
                </p14:cNvPr>
                <p14:cNvContentPartPr/>
                <p14:nvPr/>
              </p14:nvContentPartPr>
              <p14:xfrm>
                <a:off x="769487" y="1225822"/>
                <a:ext cx="209880" cy="151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2976E8-CADF-FC82-A8F4-CD318B1A6B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1487" y="1208182"/>
                  <a:ext cx="245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46ABB3-BC2A-8242-C60A-F5AF20EA151E}"/>
                    </a:ext>
                  </a:extLst>
                </p14:cNvPr>
                <p14:cNvContentPartPr/>
                <p14:nvPr/>
              </p14:nvContentPartPr>
              <p14:xfrm>
                <a:off x="954887" y="973102"/>
                <a:ext cx="1118160" cy="385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46ABB3-BC2A-8242-C60A-F5AF20EA151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7247" y="955462"/>
                  <a:ext cx="11538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8CAE29-A176-6B77-86CE-D467F5F0E0E3}"/>
                    </a:ext>
                  </a:extLst>
                </p14:cNvPr>
                <p14:cNvContentPartPr/>
                <p14:nvPr/>
              </p14:nvContentPartPr>
              <p14:xfrm>
                <a:off x="1864247" y="1124302"/>
                <a:ext cx="238680" cy="12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8CAE29-A176-6B77-86CE-D467F5F0E0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46247" y="1106302"/>
                  <a:ext cx="2743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A170840-69E2-13C4-B9ED-234E0C1B018D}"/>
              </a:ext>
            </a:extLst>
          </p:cNvPr>
          <p:cNvGrpSpPr/>
          <p:nvPr/>
        </p:nvGrpSpPr>
        <p:grpSpPr>
          <a:xfrm>
            <a:off x="2595407" y="1084342"/>
            <a:ext cx="761040" cy="333000"/>
            <a:chOff x="2595407" y="1084342"/>
            <a:chExt cx="76104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110A84-4250-E79A-2ECB-D3CF069D77DC}"/>
                    </a:ext>
                  </a:extLst>
                </p14:cNvPr>
                <p14:cNvContentPartPr/>
                <p14:nvPr/>
              </p14:nvContentPartPr>
              <p14:xfrm>
                <a:off x="2635007" y="1084342"/>
                <a:ext cx="721440" cy="333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110A84-4250-E79A-2ECB-D3CF069D77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17007" y="1066702"/>
                  <a:ext cx="7570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EFD76E-5849-59F3-1D64-DA6E892F890C}"/>
                    </a:ext>
                  </a:extLst>
                </p14:cNvPr>
                <p14:cNvContentPartPr/>
                <p14:nvPr/>
              </p14:nvContentPartPr>
              <p14:xfrm>
                <a:off x="2595407" y="1200262"/>
                <a:ext cx="180720" cy="43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EFD76E-5849-59F3-1D64-DA6E892F89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77767" y="1182622"/>
                  <a:ext cx="2163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634430-AE36-7E02-D049-EA51EBB4E0C6}"/>
              </a:ext>
            </a:extLst>
          </p:cNvPr>
          <p:cNvGrpSpPr/>
          <p:nvPr/>
        </p:nvGrpSpPr>
        <p:grpSpPr>
          <a:xfrm>
            <a:off x="3773327" y="954742"/>
            <a:ext cx="1598760" cy="495000"/>
            <a:chOff x="3773327" y="954742"/>
            <a:chExt cx="159876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13F82F-DD22-4656-AB00-3310E78FC423}"/>
                    </a:ext>
                  </a:extLst>
                </p14:cNvPr>
                <p14:cNvContentPartPr/>
                <p14:nvPr/>
              </p14:nvContentPartPr>
              <p14:xfrm>
                <a:off x="3773327" y="1123222"/>
                <a:ext cx="189360" cy="326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13F82F-DD22-4656-AB00-3310E78FC4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55327" y="1105582"/>
                  <a:ext cx="2250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72C76B-B565-C31B-9EBA-BD8D12183444}"/>
                    </a:ext>
                  </a:extLst>
                </p14:cNvPr>
                <p14:cNvContentPartPr/>
                <p14:nvPr/>
              </p14:nvContentPartPr>
              <p14:xfrm>
                <a:off x="4004087" y="954742"/>
                <a:ext cx="800640" cy="460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72C76B-B565-C31B-9EBA-BD8D121834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86447" y="937102"/>
                  <a:ext cx="8362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339A27-723C-9734-EA0E-5A361D24F6F3}"/>
                    </a:ext>
                  </a:extLst>
                </p14:cNvPr>
                <p14:cNvContentPartPr/>
                <p14:nvPr/>
              </p14:nvContentPartPr>
              <p14:xfrm>
                <a:off x="4848647" y="1213582"/>
                <a:ext cx="305640" cy="165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339A27-723C-9734-EA0E-5A361D24F6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30647" y="1195942"/>
                  <a:ext cx="341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0E48DBE-E6E3-3040-46D9-0C6F4AFA1E24}"/>
                    </a:ext>
                  </a:extLst>
                </p14:cNvPr>
                <p14:cNvContentPartPr/>
                <p14:nvPr/>
              </p14:nvContentPartPr>
              <p14:xfrm>
                <a:off x="5155727" y="1200622"/>
                <a:ext cx="216360" cy="114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0E48DBE-E6E3-3040-46D9-0C6F4AFA1E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38087" y="1182622"/>
                  <a:ext cx="252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04DF11-164D-BDC7-68EB-7F38076F96BC}"/>
                    </a:ext>
                  </a:extLst>
                </p14:cNvPr>
                <p14:cNvContentPartPr/>
                <p14:nvPr/>
              </p14:nvContentPartPr>
              <p14:xfrm>
                <a:off x="5072207" y="981382"/>
                <a:ext cx="106920" cy="31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04DF11-164D-BDC7-68EB-7F38076F96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54207" y="963742"/>
                  <a:ext cx="1425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B153A6E-883E-7D8C-82F1-5D7E15FFF9EE}"/>
                    </a:ext>
                  </a:extLst>
                </p14:cNvPr>
                <p14:cNvContentPartPr/>
                <p14:nvPr/>
              </p14:nvContentPartPr>
              <p14:xfrm>
                <a:off x="4721567" y="1086142"/>
                <a:ext cx="169920" cy="33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153A6E-883E-7D8C-82F1-5D7E15FFF9E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03927" y="1068142"/>
                  <a:ext cx="2055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382C6A6-6DBF-963A-003B-48DE3E1CCC47}"/>
              </a:ext>
            </a:extLst>
          </p:cNvPr>
          <p:cNvGrpSpPr/>
          <p:nvPr/>
        </p:nvGrpSpPr>
        <p:grpSpPr>
          <a:xfrm>
            <a:off x="5957807" y="982822"/>
            <a:ext cx="855360" cy="408960"/>
            <a:chOff x="5957807" y="982822"/>
            <a:chExt cx="85536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A3B5AF6-F2F8-F888-41FD-B3E249ACEF25}"/>
                    </a:ext>
                  </a:extLst>
                </p14:cNvPr>
                <p14:cNvContentPartPr/>
                <p14:nvPr/>
              </p14:nvContentPartPr>
              <p14:xfrm>
                <a:off x="5957807" y="1187662"/>
                <a:ext cx="259560" cy="204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A3B5AF6-F2F8-F888-41FD-B3E249ACEF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40167" y="1169662"/>
                  <a:ext cx="295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ADAF44-D91E-7DD5-375B-7990D5315732}"/>
                    </a:ext>
                  </a:extLst>
                </p14:cNvPr>
                <p14:cNvContentPartPr/>
                <p14:nvPr/>
              </p14:nvContentPartPr>
              <p14:xfrm>
                <a:off x="6375047" y="1141582"/>
                <a:ext cx="160560" cy="180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ADAF44-D91E-7DD5-375B-7990D53157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57047" y="1123942"/>
                  <a:ext cx="196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76ED155-D148-C096-A486-49D6398C70D4}"/>
                    </a:ext>
                  </a:extLst>
                </p14:cNvPr>
                <p14:cNvContentPartPr/>
                <p14:nvPr/>
              </p14:nvContentPartPr>
              <p14:xfrm>
                <a:off x="6764567" y="982822"/>
                <a:ext cx="48600" cy="328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76ED155-D148-C096-A486-49D6398C70D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46927" y="964822"/>
                  <a:ext cx="84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4ECBC3-9314-11F4-1851-C9FF900BC648}"/>
                    </a:ext>
                  </a:extLst>
                </p14:cNvPr>
                <p14:cNvContentPartPr/>
                <p14:nvPr/>
              </p14:nvContentPartPr>
              <p14:xfrm>
                <a:off x="6520847" y="1047622"/>
                <a:ext cx="276840" cy="27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4ECBC3-9314-11F4-1851-C9FF900BC64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03207" y="1029982"/>
                  <a:ext cx="31248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DD55A21-57C2-DDD2-07BA-B8A7B7FC50CF}"/>
              </a:ext>
            </a:extLst>
          </p:cNvPr>
          <p:cNvGrpSpPr/>
          <p:nvPr/>
        </p:nvGrpSpPr>
        <p:grpSpPr>
          <a:xfrm>
            <a:off x="7408607" y="915862"/>
            <a:ext cx="1342440" cy="445320"/>
            <a:chOff x="7408607" y="915862"/>
            <a:chExt cx="134244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C7961BB-2984-3254-3C57-86DA09F61D11}"/>
                    </a:ext>
                  </a:extLst>
                </p14:cNvPr>
                <p14:cNvContentPartPr/>
                <p14:nvPr/>
              </p14:nvContentPartPr>
              <p14:xfrm>
                <a:off x="7408607" y="917662"/>
                <a:ext cx="736920" cy="443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C7961BB-2984-3254-3C57-86DA09F61D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90607" y="900022"/>
                  <a:ext cx="7725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04960B0-6673-DFF9-A78F-9FFCC70C22C4}"/>
                    </a:ext>
                  </a:extLst>
                </p14:cNvPr>
                <p14:cNvContentPartPr/>
                <p14:nvPr/>
              </p14:nvContentPartPr>
              <p14:xfrm>
                <a:off x="8109887" y="915862"/>
                <a:ext cx="54000" cy="23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04960B0-6673-DFF9-A78F-9FFCC70C22C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91887" y="898222"/>
                  <a:ext cx="89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A929A2-E874-D277-A55E-E5C142BF0C3F}"/>
                    </a:ext>
                  </a:extLst>
                </p14:cNvPr>
                <p14:cNvContentPartPr/>
                <p14:nvPr/>
              </p14:nvContentPartPr>
              <p14:xfrm>
                <a:off x="8233367" y="932062"/>
                <a:ext cx="517680" cy="36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A929A2-E874-D277-A55E-E5C142BF0C3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15367" y="914062"/>
                  <a:ext cx="55332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1E983FA-F868-3A83-619E-9080EF827E14}"/>
              </a:ext>
            </a:extLst>
          </p:cNvPr>
          <p:cNvGrpSpPr/>
          <p:nvPr/>
        </p:nvGrpSpPr>
        <p:grpSpPr>
          <a:xfrm>
            <a:off x="9443687" y="195862"/>
            <a:ext cx="2431440" cy="1179000"/>
            <a:chOff x="9443687" y="195862"/>
            <a:chExt cx="2431440" cy="11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2625DC-9CBF-4B63-CA4E-8546A8D87485}"/>
                    </a:ext>
                  </a:extLst>
                </p14:cNvPr>
                <p14:cNvContentPartPr/>
                <p14:nvPr/>
              </p14:nvContentPartPr>
              <p14:xfrm>
                <a:off x="9462407" y="226102"/>
                <a:ext cx="236160" cy="329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2625DC-9CBF-4B63-CA4E-8546A8D874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44767" y="208102"/>
                  <a:ext cx="271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80D536-2EBD-64B5-D940-206DCCB2A23F}"/>
                    </a:ext>
                  </a:extLst>
                </p14:cNvPr>
                <p14:cNvContentPartPr/>
                <p14:nvPr/>
              </p14:nvContentPartPr>
              <p14:xfrm>
                <a:off x="9794687" y="239062"/>
                <a:ext cx="353160" cy="29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80D536-2EBD-64B5-D940-206DCCB2A2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76687" y="221062"/>
                  <a:ext cx="3888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4D6868-C1C9-A136-5493-B51AA6474BF7}"/>
                    </a:ext>
                  </a:extLst>
                </p14:cNvPr>
                <p14:cNvContentPartPr/>
                <p14:nvPr/>
              </p14:nvContentPartPr>
              <p14:xfrm>
                <a:off x="10033007" y="239422"/>
                <a:ext cx="286920" cy="748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4D6868-C1C9-A136-5493-B51AA6474B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15367" y="221422"/>
                  <a:ext cx="32256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E4EC83-5C46-AC80-7F14-5102D2E3A45D}"/>
                    </a:ext>
                  </a:extLst>
                </p14:cNvPr>
                <p14:cNvContentPartPr/>
                <p14:nvPr/>
              </p14:nvContentPartPr>
              <p14:xfrm>
                <a:off x="10556087" y="309262"/>
                <a:ext cx="219960" cy="613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E4EC83-5C46-AC80-7F14-5102D2E3A4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38087" y="291622"/>
                  <a:ext cx="25560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E92016-C842-905F-D152-476C0D6C0BBE}"/>
                    </a:ext>
                  </a:extLst>
                </p14:cNvPr>
                <p14:cNvContentPartPr/>
                <p14:nvPr/>
              </p14:nvContentPartPr>
              <p14:xfrm>
                <a:off x="10618367" y="322942"/>
                <a:ext cx="278640" cy="169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E92016-C842-905F-D152-476C0D6C0B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600727" y="304942"/>
                  <a:ext cx="314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542626-A4C9-265A-6ADC-B24EC8595BC1}"/>
                    </a:ext>
                  </a:extLst>
                </p14:cNvPr>
                <p14:cNvContentPartPr/>
                <p14:nvPr/>
              </p14:nvContentPartPr>
              <p14:xfrm>
                <a:off x="10965407" y="195862"/>
                <a:ext cx="90360" cy="290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542626-A4C9-265A-6ADC-B24EC8595B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947407" y="178222"/>
                  <a:ext cx="1260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86F4DF-B3FA-10D2-30A2-3CB9077DC19C}"/>
                    </a:ext>
                  </a:extLst>
                </p14:cNvPr>
                <p14:cNvContentPartPr/>
                <p14:nvPr/>
              </p14:nvContentPartPr>
              <p14:xfrm>
                <a:off x="11078087" y="312502"/>
                <a:ext cx="173880" cy="18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86F4DF-B3FA-10D2-30A2-3CB9077DC19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60447" y="294862"/>
                  <a:ext cx="209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200832-A6F5-C855-721F-88AC7AB1F090}"/>
                    </a:ext>
                  </a:extLst>
                </p14:cNvPr>
                <p14:cNvContentPartPr/>
                <p14:nvPr/>
              </p14:nvContentPartPr>
              <p14:xfrm>
                <a:off x="11295887" y="341662"/>
                <a:ext cx="579240" cy="16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200832-A6F5-C855-721F-88AC7AB1F0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77887" y="323662"/>
                  <a:ext cx="614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D81B967-7292-0A04-18A4-F4678B527DDC}"/>
                    </a:ext>
                  </a:extLst>
                </p14:cNvPr>
                <p14:cNvContentPartPr/>
                <p14:nvPr/>
              </p14:nvContentPartPr>
              <p14:xfrm>
                <a:off x="11199767" y="361102"/>
                <a:ext cx="140760" cy="170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D81B967-7292-0A04-18A4-F4678B527DD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182127" y="343462"/>
                  <a:ext cx="176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9DF5CD-A97E-6DB8-9729-A30273FA309F}"/>
                    </a:ext>
                  </a:extLst>
                </p14:cNvPr>
                <p14:cNvContentPartPr/>
                <p14:nvPr/>
              </p14:nvContentPartPr>
              <p14:xfrm>
                <a:off x="9443687" y="950062"/>
                <a:ext cx="205920" cy="424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9DF5CD-A97E-6DB8-9729-A30273FA30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25687" y="932062"/>
                  <a:ext cx="2415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3A6F1C-D9A6-6B4E-928A-98C5000A7A3F}"/>
                    </a:ext>
                  </a:extLst>
                </p14:cNvPr>
                <p14:cNvContentPartPr/>
                <p14:nvPr/>
              </p14:nvContentPartPr>
              <p14:xfrm>
                <a:off x="9736007" y="1158862"/>
                <a:ext cx="156960" cy="163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3A6F1C-D9A6-6B4E-928A-98C5000A7A3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18007" y="1141222"/>
                  <a:ext cx="192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C4E5B5-E7A9-DF42-8046-51D5077EAC32}"/>
                    </a:ext>
                  </a:extLst>
                </p14:cNvPr>
                <p14:cNvContentPartPr/>
                <p14:nvPr/>
              </p14:nvContentPartPr>
              <p14:xfrm>
                <a:off x="9975767" y="1180822"/>
                <a:ext cx="246600" cy="188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C4E5B5-E7A9-DF42-8046-51D5077EAC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58127" y="1163182"/>
                  <a:ext cx="282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BB5CFA-4F8D-6079-B137-2696ABC7F9CC}"/>
                    </a:ext>
                  </a:extLst>
                </p14:cNvPr>
                <p14:cNvContentPartPr/>
                <p14:nvPr/>
              </p14:nvContentPartPr>
              <p14:xfrm>
                <a:off x="10555007" y="1133302"/>
                <a:ext cx="331560" cy="158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BB5CFA-4F8D-6079-B137-2696ABC7F9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37007" y="1115662"/>
                  <a:ext cx="367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6416C14-9B8D-4FB0-5DF8-BD5A88805860}"/>
                    </a:ext>
                  </a:extLst>
                </p14:cNvPr>
                <p14:cNvContentPartPr/>
                <p14:nvPr/>
              </p14:nvContentPartPr>
              <p14:xfrm>
                <a:off x="10942727" y="1096942"/>
                <a:ext cx="120240" cy="159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6416C14-9B8D-4FB0-5DF8-BD5A888058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24727" y="1079302"/>
                  <a:ext cx="155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DD1FFEE-F8B9-6F1C-D4DE-5B6094502653}"/>
                    </a:ext>
                  </a:extLst>
                </p14:cNvPr>
                <p14:cNvContentPartPr/>
                <p14:nvPr/>
              </p14:nvContentPartPr>
              <p14:xfrm>
                <a:off x="11186807" y="903622"/>
                <a:ext cx="113760" cy="322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DD1FFEE-F8B9-6F1C-D4DE-5B60945026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168807" y="885622"/>
                  <a:ext cx="149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6BB551-AC83-334F-2A46-D74EAEE63CCE}"/>
                    </a:ext>
                  </a:extLst>
                </p14:cNvPr>
                <p14:cNvContentPartPr/>
                <p14:nvPr/>
              </p14:nvContentPartPr>
              <p14:xfrm>
                <a:off x="11028767" y="899302"/>
                <a:ext cx="293040" cy="90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6BB551-AC83-334F-2A46-D74EAEE63CC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11127" y="881302"/>
                  <a:ext cx="32868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7FE0176-5008-1C81-5598-39E113556F61}"/>
              </a:ext>
            </a:extLst>
          </p:cNvPr>
          <p:cNvGrpSpPr/>
          <p:nvPr/>
        </p:nvGrpSpPr>
        <p:grpSpPr>
          <a:xfrm>
            <a:off x="480767" y="1828102"/>
            <a:ext cx="1351080" cy="482760"/>
            <a:chOff x="480767" y="1828102"/>
            <a:chExt cx="135108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9EC16B1-13D2-31FB-44D8-752E991536E0}"/>
                    </a:ext>
                  </a:extLst>
                </p14:cNvPr>
                <p14:cNvContentPartPr/>
                <p14:nvPr/>
              </p14:nvContentPartPr>
              <p14:xfrm>
                <a:off x="480767" y="2031502"/>
                <a:ext cx="592200" cy="279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9EC16B1-13D2-31FB-44D8-752E991536E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3127" y="2013502"/>
                  <a:ext cx="627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7487236-FB1E-67F0-7650-9331CFAF1828}"/>
                    </a:ext>
                  </a:extLst>
                </p14:cNvPr>
                <p14:cNvContentPartPr/>
                <p14:nvPr/>
              </p14:nvContentPartPr>
              <p14:xfrm>
                <a:off x="1112207" y="1865182"/>
                <a:ext cx="111600" cy="386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7487236-FB1E-67F0-7650-9331CFAF182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4207" y="1847182"/>
                  <a:ext cx="1472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46FCB9-E4FF-33CC-E6AF-0F3035AC8EF9}"/>
                    </a:ext>
                  </a:extLst>
                </p14:cNvPr>
                <p14:cNvContentPartPr/>
                <p14:nvPr/>
              </p14:nvContentPartPr>
              <p14:xfrm>
                <a:off x="1010327" y="2002702"/>
                <a:ext cx="222120" cy="73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46FCB9-E4FF-33CC-E6AF-0F3035AC8E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2687" y="1984702"/>
                  <a:ext cx="257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554768-41DD-EE3E-AE16-EB5B6415D17E}"/>
                    </a:ext>
                  </a:extLst>
                </p14:cNvPr>
                <p14:cNvContentPartPr/>
                <p14:nvPr/>
              </p14:nvContentPartPr>
              <p14:xfrm>
                <a:off x="1263767" y="2075782"/>
                <a:ext cx="198000" cy="163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554768-41DD-EE3E-AE16-EB5B6415D1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46127" y="2057782"/>
                  <a:ext cx="233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EDA4945-DA92-B991-E005-A82C4961DEBF}"/>
                    </a:ext>
                  </a:extLst>
                </p14:cNvPr>
                <p14:cNvContentPartPr/>
                <p14:nvPr/>
              </p14:nvContentPartPr>
              <p14:xfrm>
                <a:off x="1514687" y="2048422"/>
                <a:ext cx="34560" cy="165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EDA4945-DA92-B991-E005-A82C4961DE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96687" y="2030422"/>
                  <a:ext cx="70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F823746-C990-5ECB-FEAB-E1680B6DB9D2}"/>
                    </a:ext>
                  </a:extLst>
                </p14:cNvPr>
                <p14:cNvContentPartPr/>
                <p14:nvPr/>
              </p14:nvContentPartPr>
              <p14:xfrm>
                <a:off x="1663367" y="2068942"/>
                <a:ext cx="168480" cy="156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F823746-C990-5ECB-FEAB-E1680B6DB9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45367" y="2050942"/>
                  <a:ext cx="204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6090B75-B6E0-2099-4A3B-51DB509B8943}"/>
                    </a:ext>
                  </a:extLst>
                </p14:cNvPr>
                <p14:cNvContentPartPr/>
                <p14:nvPr/>
              </p14:nvContentPartPr>
              <p14:xfrm>
                <a:off x="1434407" y="1828102"/>
                <a:ext cx="126000" cy="25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6090B75-B6E0-2099-4A3B-51DB509B894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16767" y="1810462"/>
                  <a:ext cx="1616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771A53A-9A96-022A-9F37-5786EB79366D}"/>
              </a:ext>
            </a:extLst>
          </p:cNvPr>
          <p:cNvGrpSpPr/>
          <p:nvPr/>
        </p:nvGrpSpPr>
        <p:grpSpPr>
          <a:xfrm>
            <a:off x="2422967" y="1796062"/>
            <a:ext cx="808920" cy="466560"/>
            <a:chOff x="2422967" y="1796062"/>
            <a:chExt cx="8089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5F41CE-0742-34C2-8FFE-115F1D7EB2F8}"/>
                    </a:ext>
                  </a:extLst>
                </p14:cNvPr>
                <p14:cNvContentPartPr/>
                <p14:nvPr/>
              </p14:nvContentPartPr>
              <p14:xfrm>
                <a:off x="2422967" y="1922782"/>
                <a:ext cx="300240" cy="339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5F41CE-0742-34C2-8FFE-115F1D7EB2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04967" y="1905142"/>
                  <a:ext cx="3358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16BF98-69B9-9E03-82BF-088D5D936168}"/>
                    </a:ext>
                  </a:extLst>
                </p14:cNvPr>
                <p14:cNvContentPartPr/>
                <p14:nvPr/>
              </p14:nvContentPartPr>
              <p14:xfrm>
                <a:off x="2782247" y="1796062"/>
                <a:ext cx="449640" cy="324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16BF98-69B9-9E03-82BF-088D5D9361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64607" y="1778422"/>
                  <a:ext cx="4852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6D8A8B7-0FB4-6464-F80C-E731C6254BF3}"/>
                    </a:ext>
                  </a:extLst>
                </p14:cNvPr>
                <p14:cNvContentPartPr/>
                <p14:nvPr/>
              </p14:nvContentPartPr>
              <p14:xfrm>
                <a:off x="2514767" y="1873462"/>
                <a:ext cx="346680" cy="150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6D8A8B7-0FB4-6464-F80C-E731C6254B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97127" y="1855462"/>
                  <a:ext cx="38232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CEE21C1-1175-99FB-5A18-B45570D6F5E2}"/>
              </a:ext>
            </a:extLst>
          </p:cNvPr>
          <p:cNvGrpSpPr/>
          <p:nvPr/>
        </p:nvGrpSpPr>
        <p:grpSpPr>
          <a:xfrm>
            <a:off x="4044767" y="1694542"/>
            <a:ext cx="1351440" cy="1008000"/>
            <a:chOff x="4044767" y="1694542"/>
            <a:chExt cx="1351440" cy="10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347875-6BE3-8240-93E7-7FFED1BF7252}"/>
                    </a:ext>
                  </a:extLst>
                </p14:cNvPr>
                <p14:cNvContentPartPr/>
                <p14:nvPr/>
              </p14:nvContentPartPr>
              <p14:xfrm>
                <a:off x="4044767" y="1948702"/>
                <a:ext cx="614520" cy="308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347875-6BE3-8240-93E7-7FFED1BF725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27127" y="1931062"/>
                  <a:ext cx="6501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00A3C78-DEB9-2AC1-7E7B-F969BC82DEB7}"/>
                    </a:ext>
                  </a:extLst>
                </p14:cNvPr>
                <p14:cNvContentPartPr/>
                <p14:nvPr/>
              </p14:nvContentPartPr>
              <p14:xfrm>
                <a:off x="4660007" y="1812622"/>
                <a:ext cx="21960" cy="52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00A3C78-DEB9-2AC1-7E7B-F969BC82DEB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42007" y="1794982"/>
                  <a:ext cx="57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BB9A7A8-2F17-4726-084E-5CD96CD360E4}"/>
                    </a:ext>
                  </a:extLst>
                </p14:cNvPr>
                <p14:cNvContentPartPr/>
                <p14:nvPr/>
              </p14:nvContentPartPr>
              <p14:xfrm>
                <a:off x="4744247" y="2045542"/>
                <a:ext cx="263520" cy="657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BB9A7A8-2F17-4726-084E-5CD96CD360E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26247" y="2027542"/>
                  <a:ext cx="29916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DB15D31-949F-90CB-653B-BAEA2C95BEC1}"/>
                    </a:ext>
                  </a:extLst>
                </p14:cNvPr>
                <p14:cNvContentPartPr/>
                <p14:nvPr/>
              </p14:nvContentPartPr>
              <p14:xfrm>
                <a:off x="5036207" y="2023582"/>
                <a:ext cx="54360" cy="157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DB15D31-949F-90CB-653B-BAEA2C95BEC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18567" y="2005942"/>
                  <a:ext cx="90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C17F80-9131-B2E7-BBFB-1B88ABED1E0F}"/>
                    </a:ext>
                  </a:extLst>
                </p14:cNvPr>
                <p14:cNvContentPartPr/>
                <p14:nvPr/>
              </p14:nvContentPartPr>
              <p14:xfrm>
                <a:off x="5191007" y="2007382"/>
                <a:ext cx="205200" cy="182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C17F80-9131-B2E7-BBFB-1B88ABED1E0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73367" y="1989742"/>
                  <a:ext cx="240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3AA8CC-A9EE-C1CF-99AD-D5963018778D}"/>
                    </a:ext>
                  </a:extLst>
                </p14:cNvPr>
                <p14:cNvContentPartPr/>
                <p14:nvPr/>
              </p14:nvContentPartPr>
              <p14:xfrm>
                <a:off x="4906607" y="1694542"/>
                <a:ext cx="65880" cy="27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3AA8CC-A9EE-C1CF-99AD-D5963018778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88967" y="1676902"/>
                  <a:ext cx="10152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10AFA0A-A30F-843C-B2C3-66A6CBDB5C9F}"/>
                  </a:ext>
                </a:extLst>
              </p14:cNvPr>
              <p14:cNvContentPartPr/>
              <p14:nvPr/>
            </p14:nvContentPartPr>
            <p14:xfrm>
              <a:off x="5884367" y="1978582"/>
              <a:ext cx="10080" cy="5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10AFA0A-A30F-843C-B2C3-66A6CBDB5C9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866727" y="1960582"/>
                <a:ext cx="457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AEF4053B-CD9E-4840-D634-FB99C3AA0BBF}"/>
              </a:ext>
            </a:extLst>
          </p:cNvPr>
          <p:cNvGrpSpPr/>
          <p:nvPr/>
        </p:nvGrpSpPr>
        <p:grpSpPr>
          <a:xfrm>
            <a:off x="301847" y="2920342"/>
            <a:ext cx="264600" cy="929520"/>
            <a:chOff x="301847" y="2920342"/>
            <a:chExt cx="264600" cy="92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B2CCFCE-AC43-7543-3C92-350FD557187A}"/>
                    </a:ext>
                  </a:extLst>
                </p14:cNvPr>
                <p14:cNvContentPartPr/>
                <p14:nvPr/>
              </p14:nvContentPartPr>
              <p14:xfrm>
                <a:off x="301847" y="3165862"/>
                <a:ext cx="7200" cy="227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B2CCFCE-AC43-7543-3C92-350FD557187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4207" y="3148222"/>
                  <a:ext cx="42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0EB842-FA4A-145C-7689-CE0E511E1659}"/>
                    </a:ext>
                  </a:extLst>
                </p14:cNvPr>
                <p14:cNvContentPartPr/>
                <p14:nvPr/>
              </p14:nvContentPartPr>
              <p14:xfrm>
                <a:off x="423167" y="3234622"/>
                <a:ext cx="21600" cy="144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0EB842-FA4A-145C-7689-CE0E511E16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5167" y="3216982"/>
                  <a:ext cx="572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3AB4B6A-7C5E-832F-80C5-7A9B7DD070D7}"/>
                    </a:ext>
                  </a:extLst>
                </p14:cNvPr>
                <p14:cNvContentPartPr/>
                <p14:nvPr/>
              </p14:nvContentPartPr>
              <p14:xfrm>
                <a:off x="388607" y="2920342"/>
                <a:ext cx="177840" cy="929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3AB4B6A-7C5E-832F-80C5-7A9B7DD070D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0607" y="2902342"/>
                  <a:ext cx="213480" cy="9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CE4C0FF-FB65-FA34-0931-647736A94632}"/>
                  </a:ext>
                </a:extLst>
              </p14:cNvPr>
              <p14:cNvContentPartPr/>
              <p14:nvPr/>
            </p14:nvContentPartPr>
            <p14:xfrm>
              <a:off x="578327" y="4287982"/>
              <a:ext cx="9000" cy="522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CE4C0FF-FB65-FA34-0931-647736A9463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0687" y="4269982"/>
                <a:ext cx="4464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9179785-62A3-514B-8E68-27EE777D1F97}"/>
              </a:ext>
            </a:extLst>
          </p:cNvPr>
          <p:cNvGrpSpPr/>
          <p:nvPr/>
        </p:nvGrpSpPr>
        <p:grpSpPr>
          <a:xfrm>
            <a:off x="1074767" y="3134902"/>
            <a:ext cx="561240" cy="816120"/>
            <a:chOff x="1074767" y="3134902"/>
            <a:chExt cx="561240" cy="81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F7F508D-804F-3BF1-696B-AD2CF7E26127}"/>
                    </a:ext>
                  </a:extLst>
                </p14:cNvPr>
                <p14:cNvContentPartPr/>
                <p14:nvPr/>
              </p14:nvContentPartPr>
              <p14:xfrm>
                <a:off x="1074767" y="3151822"/>
                <a:ext cx="182880" cy="414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F7F508D-804F-3BF1-696B-AD2CF7E2612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127" y="3134182"/>
                  <a:ext cx="2185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6E1859-CD6A-D5FA-99EE-4F1B7B8B3BD1}"/>
                    </a:ext>
                  </a:extLst>
                </p14:cNvPr>
                <p14:cNvContentPartPr/>
                <p14:nvPr/>
              </p14:nvContentPartPr>
              <p14:xfrm>
                <a:off x="1326407" y="3134902"/>
                <a:ext cx="309600" cy="816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6E1859-CD6A-D5FA-99EE-4F1B7B8B3BD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08767" y="3117262"/>
                  <a:ext cx="345240" cy="85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7983E3-9AF5-FA5E-8A04-E23BE1890A7F}"/>
              </a:ext>
            </a:extLst>
          </p:cNvPr>
          <p:cNvGrpSpPr/>
          <p:nvPr/>
        </p:nvGrpSpPr>
        <p:grpSpPr>
          <a:xfrm>
            <a:off x="2249807" y="3115102"/>
            <a:ext cx="707040" cy="426960"/>
            <a:chOff x="2249807" y="3115102"/>
            <a:chExt cx="70704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CC50537-0A35-9039-DA8F-3432F6A80C2C}"/>
                    </a:ext>
                  </a:extLst>
                </p14:cNvPr>
                <p14:cNvContentPartPr/>
                <p14:nvPr/>
              </p14:nvContentPartPr>
              <p14:xfrm>
                <a:off x="2289767" y="3115102"/>
                <a:ext cx="169200" cy="426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CC50537-0A35-9039-DA8F-3432F6A80C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71767" y="3097102"/>
                  <a:ext cx="2048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894FE4-6234-6F97-AF97-EB084C90DBC9}"/>
                    </a:ext>
                  </a:extLst>
                </p14:cNvPr>
                <p14:cNvContentPartPr/>
                <p14:nvPr/>
              </p14:nvContentPartPr>
              <p14:xfrm>
                <a:off x="2529887" y="3138862"/>
                <a:ext cx="426960" cy="340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894FE4-6234-6F97-AF97-EB084C90DBC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11887" y="3120862"/>
                  <a:ext cx="4626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3054B01-D2D2-5AD1-2E02-BD0B231E38DB}"/>
                    </a:ext>
                  </a:extLst>
                </p14:cNvPr>
                <p14:cNvContentPartPr/>
                <p14:nvPr/>
              </p14:nvContentPartPr>
              <p14:xfrm>
                <a:off x="2249807" y="3279262"/>
                <a:ext cx="226080" cy="104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3054B01-D2D2-5AD1-2E02-BD0B231E38D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31807" y="3261262"/>
                  <a:ext cx="26172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9BDDB03-2A18-B7D8-926E-789998CEE4DF}"/>
              </a:ext>
            </a:extLst>
          </p:cNvPr>
          <p:cNvGrpSpPr/>
          <p:nvPr/>
        </p:nvGrpSpPr>
        <p:grpSpPr>
          <a:xfrm>
            <a:off x="3487847" y="3018262"/>
            <a:ext cx="1476720" cy="829800"/>
            <a:chOff x="3487847" y="3018262"/>
            <a:chExt cx="1476720" cy="82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0EA2F37-3B90-5585-8CBA-483CEA10AC04}"/>
                    </a:ext>
                  </a:extLst>
                </p14:cNvPr>
                <p14:cNvContentPartPr/>
                <p14:nvPr/>
              </p14:nvContentPartPr>
              <p14:xfrm>
                <a:off x="3487847" y="3285382"/>
                <a:ext cx="172080" cy="233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0EA2F37-3B90-5585-8CBA-483CEA10AC0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69847" y="3267382"/>
                  <a:ext cx="207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7ED0205-7D41-3ECA-9E0B-10E9DFD3B9FC}"/>
                    </a:ext>
                  </a:extLst>
                </p14:cNvPr>
                <p14:cNvContentPartPr/>
                <p14:nvPr/>
              </p14:nvContentPartPr>
              <p14:xfrm>
                <a:off x="3688727" y="3038422"/>
                <a:ext cx="123840" cy="475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7ED0205-7D41-3ECA-9E0B-10E9DFD3B9F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71087" y="3020782"/>
                  <a:ext cx="1594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3FA852-6F66-9AED-96E6-5CD380A127F3}"/>
                    </a:ext>
                  </a:extLst>
                </p14:cNvPr>
                <p14:cNvContentPartPr/>
                <p14:nvPr/>
              </p14:nvContentPartPr>
              <p14:xfrm>
                <a:off x="3691247" y="3256942"/>
                <a:ext cx="347760" cy="208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3FA852-6F66-9AED-96E6-5CD380A127F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73607" y="3239302"/>
                  <a:ext cx="383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42E226C-4224-BD02-3919-F61C6CF61D2E}"/>
                    </a:ext>
                  </a:extLst>
                </p14:cNvPr>
                <p14:cNvContentPartPr/>
                <p14:nvPr/>
              </p14:nvContentPartPr>
              <p14:xfrm>
                <a:off x="4085087" y="3271342"/>
                <a:ext cx="132840" cy="18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42E226C-4224-BD02-3919-F61C6CF61D2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67447" y="3253702"/>
                  <a:ext cx="168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B61AB4E-BA83-875F-89B9-3E1AF78A40C9}"/>
                    </a:ext>
                  </a:extLst>
                </p14:cNvPr>
                <p14:cNvContentPartPr/>
                <p14:nvPr/>
              </p14:nvContentPartPr>
              <p14:xfrm>
                <a:off x="4239167" y="3273502"/>
                <a:ext cx="64440" cy="165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B61AB4E-BA83-875F-89B9-3E1AF78A40C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21527" y="3255862"/>
                  <a:ext cx="100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6EA9F35-0883-9F35-9EAE-BDC9FE187182}"/>
                    </a:ext>
                  </a:extLst>
                </p14:cNvPr>
                <p14:cNvContentPartPr/>
                <p14:nvPr/>
              </p14:nvContentPartPr>
              <p14:xfrm>
                <a:off x="4179767" y="3141742"/>
                <a:ext cx="30600" cy="28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6EA9F35-0883-9F35-9EAE-BDC9FE1871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62127" y="3124102"/>
                  <a:ext cx="66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0552F6E-DF93-F208-3088-497D6C214258}"/>
                    </a:ext>
                  </a:extLst>
                </p14:cNvPr>
                <p14:cNvContentPartPr/>
                <p14:nvPr/>
              </p14:nvContentPartPr>
              <p14:xfrm>
                <a:off x="4358687" y="3018262"/>
                <a:ext cx="605880" cy="829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0552F6E-DF93-F208-3088-497D6C21425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340687" y="3000262"/>
                  <a:ext cx="64152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1C5BBE5-3ACA-5D2E-9F72-02BD14DA0A0C}"/>
                    </a:ext>
                  </a:extLst>
                </p14:cNvPr>
                <p14:cNvContentPartPr/>
                <p14:nvPr/>
              </p14:nvContentPartPr>
              <p14:xfrm>
                <a:off x="4804007" y="3145702"/>
                <a:ext cx="92880" cy="66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1C5BBE5-3ACA-5D2E-9F72-02BD14DA0A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86367" y="3127702"/>
                  <a:ext cx="1285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DA831EF-EA24-88E9-9702-2571845D41CA}"/>
              </a:ext>
            </a:extLst>
          </p:cNvPr>
          <p:cNvGrpSpPr/>
          <p:nvPr/>
        </p:nvGrpSpPr>
        <p:grpSpPr>
          <a:xfrm>
            <a:off x="5473607" y="3108982"/>
            <a:ext cx="873720" cy="425160"/>
            <a:chOff x="5473607" y="3108982"/>
            <a:chExt cx="87372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D1087E6-8EF6-102F-B950-AAA45E245FCE}"/>
                    </a:ext>
                  </a:extLst>
                </p14:cNvPr>
                <p14:cNvContentPartPr/>
                <p14:nvPr/>
              </p14:nvContentPartPr>
              <p14:xfrm>
                <a:off x="5473607" y="3108982"/>
                <a:ext cx="328320" cy="425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D1087E6-8EF6-102F-B950-AAA45E245FC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55607" y="3091342"/>
                  <a:ext cx="3639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EEB000-7BCC-DB76-0F9A-94A139A32911}"/>
                    </a:ext>
                  </a:extLst>
                </p14:cNvPr>
                <p14:cNvContentPartPr/>
                <p14:nvPr/>
              </p14:nvContentPartPr>
              <p14:xfrm>
                <a:off x="5804087" y="3246142"/>
                <a:ext cx="43560" cy="43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EEB000-7BCC-DB76-0F9A-94A139A3291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86447" y="3228142"/>
                  <a:ext cx="79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16A2172-3CA6-9695-8709-851ABD1CCDB5}"/>
                    </a:ext>
                  </a:extLst>
                </p14:cNvPr>
                <p14:cNvContentPartPr/>
                <p14:nvPr/>
              </p14:nvContentPartPr>
              <p14:xfrm>
                <a:off x="5918567" y="3303382"/>
                <a:ext cx="428760" cy="225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16A2172-3CA6-9695-8709-851ABD1CCDB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00927" y="3285742"/>
                  <a:ext cx="46440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B1F985A-CB3D-A8E0-D0B2-00F22D902A43}"/>
              </a:ext>
            </a:extLst>
          </p:cNvPr>
          <p:cNvGrpSpPr/>
          <p:nvPr/>
        </p:nvGrpSpPr>
        <p:grpSpPr>
          <a:xfrm>
            <a:off x="6858167" y="3182062"/>
            <a:ext cx="1243440" cy="876240"/>
            <a:chOff x="6858167" y="3182062"/>
            <a:chExt cx="1243440" cy="87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063C6F4-11EC-B53E-2B13-AE58AED8F0EE}"/>
                    </a:ext>
                  </a:extLst>
                </p14:cNvPr>
                <p14:cNvContentPartPr/>
                <p14:nvPr/>
              </p14:nvContentPartPr>
              <p14:xfrm>
                <a:off x="6858167" y="3182062"/>
                <a:ext cx="327960" cy="876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063C6F4-11EC-B53E-2B13-AE58AED8F0E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40167" y="3164062"/>
                  <a:ext cx="36360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8773ABC-F4F4-1287-1E25-7380E1711313}"/>
                    </a:ext>
                  </a:extLst>
                </p14:cNvPr>
                <p14:cNvContentPartPr/>
                <p14:nvPr/>
              </p14:nvContentPartPr>
              <p14:xfrm>
                <a:off x="7246967" y="3333622"/>
                <a:ext cx="448560" cy="230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773ABC-F4F4-1287-1E25-7380E17113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29327" y="3315622"/>
                  <a:ext cx="484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F16E9F-315A-9158-6334-8CF117FE5B17}"/>
                    </a:ext>
                  </a:extLst>
                </p14:cNvPr>
                <p14:cNvContentPartPr/>
                <p14:nvPr/>
              </p14:nvContentPartPr>
              <p14:xfrm>
                <a:off x="7821167" y="3339382"/>
                <a:ext cx="280440" cy="208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F16E9F-315A-9158-6334-8CF117FE5B1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03167" y="3321382"/>
                  <a:ext cx="31608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683303B-9C38-163A-6F50-008174DFE36F}"/>
              </a:ext>
            </a:extLst>
          </p:cNvPr>
          <p:cNvGrpSpPr/>
          <p:nvPr/>
        </p:nvGrpSpPr>
        <p:grpSpPr>
          <a:xfrm>
            <a:off x="8696327" y="3083422"/>
            <a:ext cx="2947320" cy="765360"/>
            <a:chOff x="8696327" y="3083422"/>
            <a:chExt cx="2947320" cy="76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BA7E30-6402-3EB5-7710-02E1E28530B7}"/>
                    </a:ext>
                  </a:extLst>
                </p14:cNvPr>
                <p14:cNvContentPartPr/>
                <p14:nvPr/>
              </p14:nvContentPartPr>
              <p14:xfrm>
                <a:off x="8735207" y="3112942"/>
                <a:ext cx="181080" cy="469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BA7E30-6402-3EB5-7710-02E1E28530B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17207" y="3095302"/>
                  <a:ext cx="21672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D4DBB0F-1AE1-772E-C62E-1198C4530B70}"/>
                    </a:ext>
                  </a:extLst>
                </p14:cNvPr>
                <p14:cNvContentPartPr/>
                <p14:nvPr/>
              </p14:nvContentPartPr>
              <p14:xfrm>
                <a:off x="8696327" y="3150022"/>
                <a:ext cx="468360" cy="356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D4DBB0F-1AE1-772E-C62E-1198C4530B7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78687" y="3132022"/>
                  <a:ext cx="5040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6C43DDE-8001-FE51-C69A-323464B66507}"/>
                    </a:ext>
                  </a:extLst>
                </p14:cNvPr>
                <p14:cNvContentPartPr/>
                <p14:nvPr/>
              </p14:nvContentPartPr>
              <p14:xfrm>
                <a:off x="9183047" y="3319582"/>
                <a:ext cx="291960" cy="158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6C43DDE-8001-FE51-C69A-323464B6650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65047" y="3301942"/>
                  <a:ext cx="3276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F86F106-3646-B030-3B10-F1E9FF3F651B}"/>
                    </a:ext>
                  </a:extLst>
                </p14:cNvPr>
                <p14:cNvContentPartPr/>
                <p14:nvPr/>
              </p14:nvContentPartPr>
              <p14:xfrm>
                <a:off x="9573647" y="3327502"/>
                <a:ext cx="159480" cy="147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F86F106-3646-B030-3B10-F1E9FF3F65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56007" y="3309862"/>
                  <a:ext cx="195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5969840-B555-A573-54D1-489035E691C3}"/>
                    </a:ext>
                  </a:extLst>
                </p14:cNvPr>
                <p14:cNvContentPartPr/>
                <p14:nvPr/>
              </p14:nvContentPartPr>
              <p14:xfrm>
                <a:off x="9752207" y="3155062"/>
                <a:ext cx="482040" cy="693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5969840-B555-A573-54D1-489035E691C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34207" y="3137062"/>
                  <a:ext cx="51768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8309593-43E8-1A47-DDF4-2819A261E12B}"/>
                    </a:ext>
                  </a:extLst>
                </p14:cNvPr>
                <p14:cNvContentPartPr/>
                <p14:nvPr/>
              </p14:nvContentPartPr>
              <p14:xfrm>
                <a:off x="10756967" y="3083422"/>
                <a:ext cx="886680" cy="409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8309593-43E8-1A47-DDF4-2819A261E12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9327" y="3065782"/>
                  <a:ext cx="9223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53AD575-CF12-0205-AA5C-6D7BD52FBF01}"/>
                    </a:ext>
                  </a:extLst>
                </p14:cNvPr>
                <p14:cNvContentPartPr/>
                <p14:nvPr/>
              </p14:nvContentPartPr>
              <p14:xfrm>
                <a:off x="10460687" y="3179542"/>
                <a:ext cx="271440" cy="61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53AD575-CF12-0205-AA5C-6D7BD52FBF0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43047" y="3161902"/>
                  <a:ext cx="30708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7228F81-B727-D1EC-965A-A67BC73307F0}"/>
                  </a:ext>
                </a:extLst>
              </p14:cNvPr>
              <p14:cNvContentPartPr/>
              <p14:nvPr/>
            </p14:nvContentPartPr>
            <p14:xfrm>
              <a:off x="1765247" y="3843022"/>
              <a:ext cx="141480" cy="450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7228F81-B727-D1EC-965A-A67BC73307F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747247" y="3825382"/>
                <a:ext cx="17712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DD59884-A7C3-CC2B-87AF-00356978D9C0}"/>
              </a:ext>
            </a:extLst>
          </p:cNvPr>
          <p:cNvGrpSpPr/>
          <p:nvPr/>
        </p:nvGrpSpPr>
        <p:grpSpPr>
          <a:xfrm>
            <a:off x="966047" y="4107982"/>
            <a:ext cx="1556640" cy="779400"/>
            <a:chOff x="966047" y="4107982"/>
            <a:chExt cx="1556640" cy="77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1C0ADD-C7CE-BD6E-6CDA-59CCC79CF107}"/>
                    </a:ext>
                  </a:extLst>
                </p14:cNvPr>
                <p14:cNvContentPartPr/>
                <p14:nvPr/>
              </p14:nvContentPartPr>
              <p14:xfrm>
                <a:off x="966047" y="4233622"/>
                <a:ext cx="477000" cy="267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1C0ADD-C7CE-BD6E-6CDA-59CCC79CF10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8047" y="4215622"/>
                  <a:ext cx="512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1E3BD83-1DF5-1794-5C0B-27717924A12E}"/>
                    </a:ext>
                  </a:extLst>
                </p14:cNvPr>
                <p14:cNvContentPartPr/>
                <p14:nvPr/>
              </p14:nvContentPartPr>
              <p14:xfrm>
                <a:off x="1366367" y="4107982"/>
                <a:ext cx="25200" cy="58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1E3BD83-1DF5-1794-5C0B-27717924A12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48367" y="4089982"/>
                  <a:ext cx="60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9F29A08-F367-523C-DAB9-0D0A7A822763}"/>
                    </a:ext>
                  </a:extLst>
                </p14:cNvPr>
                <p14:cNvContentPartPr/>
                <p14:nvPr/>
              </p14:nvContentPartPr>
              <p14:xfrm>
                <a:off x="1514327" y="4309222"/>
                <a:ext cx="223920" cy="578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9F29A08-F367-523C-DAB9-0D0A7A82276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96687" y="4291582"/>
                  <a:ext cx="25956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CE8BA71-6F41-23E9-C19A-E5FDB5701322}"/>
                    </a:ext>
                  </a:extLst>
                </p14:cNvPr>
                <p14:cNvContentPartPr/>
                <p14:nvPr/>
              </p14:nvContentPartPr>
              <p14:xfrm>
                <a:off x="1804847" y="4267462"/>
                <a:ext cx="71280" cy="158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CE8BA71-6F41-23E9-C19A-E5FDB570132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787207" y="4249822"/>
                  <a:ext cx="106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C7714C6-8885-6BB8-4706-8CF125CE0763}"/>
                    </a:ext>
                  </a:extLst>
                </p14:cNvPr>
                <p14:cNvContentPartPr/>
                <p14:nvPr/>
              </p14:nvContentPartPr>
              <p14:xfrm>
                <a:off x="1996007" y="4126342"/>
                <a:ext cx="270720" cy="199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C7714C6-8885-6BB8-4706-8CF125CE076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978007" y="4108702"/>
                  <a:ext cx="306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8D3E8C7-12B1-2CFA-D4BC-BF260F8F2761}"/>
                    </a:ext>
                  </a:extLst>
                </p14:cNvPr>
                <p14:cNvContentPartPr/>
                <p14:nvPr/>
              </p14:nvContentPartPr>
              <p14:xfrm>
                <a:off x="2474807" y="4208782"/>
                <a:ext cx="47880" cy="209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8D3E8C7-12B1-2CFA-D4BC-BF260F8F276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56807" y="4190782"/>
                  <a:ext cx="8352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4DAA2C0-3C6B-27DC-3135-0A00252EE736}"/>
              </a:ext>
            </a:extLst>
          </p:cNvPr>
          <p:cNvGrpSpPr/>
          <p:nvPr/>
        </p:nvGrpSpPr>
        <p:grpSpPr>
          <a:xfrm>
            <a:off x="3076007" y="4030222"/>
            <a:ext cx="903240" cy="500040"/>
            <a:chOff x="3076007" y="4030222"/>
            <a:chExt cx="90324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9465F1E-C3E7-D204-B525-8F3922E0DEF3}"/>
                    </a:ext>
                  </a:extLst>
                </p14:cNvPr>
                <p14:cNvContentPartPr/>
                <p14:nvPr/>
              </p14:nvContentPartPr>
              <p14:xfrm>
                <a:off x="3076007" y="4042462"/>
                <a:ext cx="244800" cy="487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9465F1E-C3E7-D204-B525-8F3922E0DEF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58007" y="4024462"/>
                  <a:ext cx="2804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AC46048-D45E-4746-FFC8-BE84C7EE10C8}"/>
                    </a:ext>
                  </a:extLst>
                </p14:cNvPr>
                <p14:cNvContentPartPr/>
                <p14:nvPr/>
              </p14:nvContentPartPr>
              <p14:xfrm>
                <a:off x="3390287" y="4030222"/>
                <a:ext cx="588960" cy="405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AC46048-D45E-4746-FFC8-BE84C7EE10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72647" y="4012582"/>
                  <a:ext cx="6246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3A72552-07A1-B991-E3FE-D3A37473D09E}"/>
                    </a:ext>
                  </a:extLst>
                </p14:cNvPr>
                <p14:cNvContentPartPr/>
                <p14:nvPr/>
              </p14:nvContentPartPr>
              <p14:xfrm>
                <a:off x="3158087" y="4282222"/>
                <a:ext cx="276120" cy="100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3A72552-07A1-B991-E3FE-D3A37473D09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40447" y="4264582"/>
                  <a:ext cx="31176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CA7F120-2304-3BA0-D45E-0AA039CF176A}"/>
                  </a:ext>
                </a:extLst>
              </p14:cNvPr>
              <p14:cNvContentPartPr/>
              <p14:nvPr/>
            </p14:nvContentPartPr>
            <p14:xfrm>
              <a:off x="4471367" y="4271422"/>
              <a:ext cx="514800" cy="2509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CA7F120-2304-3BA0-D45E-0AA039CF176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453367" y="4253422"/>
                <a:ext cx="550440" cy="28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DB5944C-4CF9-3C61-88C9-6E2D745AEF09}"/>
              </a:ext>
            </a:extLst>
          </p:cNvPr>
          <p:cNvGrpSpPr/>
          <p:nvPr/>
        </p:nvGrpSpPr>
        <p:grpSpPr>
          <a:xfrm>
            <a:off x="5368847" y="4105822"/>
            <a:ext cx="1042920" cy="503280"/>
            <a:chOff x="5368847" y="4105822"/>
            <a:chExt cx="104292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8E4432-2973-92F6-9DEE-83E13493692C}"/>
                    </a:ext>
                  </a:extLst>
                </p14:cNvPr>
                <p14:cNvContentPartPr/>
                <p14:nvPr/>
              </p14:nvContentPartPr>
              <p14:xfrm>
                <a:off x="5596727" y="4105822"/>
                <a:ext cx="37440" cy="460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8E4432-2973-92F6-9DEE-83E13493692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79087" y="4088182"/>
                  <a:ext cx="730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2B9BB6F-F7F4-3541-DCD0-91C44EEEF6EF}"/>
                    </a:ext>
                  </a:extLst>
                </p14:cNvPr>
                <p14:cNvContentPartPr/>
                <p14:nvPr/>
              </p14:nvContentPartPr>
              <p14:xfrm>
                <a:off x="5698247" y="4356742"/>
                <a:ext cx="151920" cy="146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2B9BB6F-F7F4-3541-DCD0-91C44EEEF6E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80247" y="4338742"/>
                  <a:ext cx="187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743199F-A77E-E6ED-FB75-F28C8DB37D17}"/>
                    </a:ext>
                  </a:extLst>
                </p14:cNvPr>
                <p14:cNvContentPartPr/>
                <p14:nvPr/>
              </p14:nvContentPartPr>
              <p14:xfrm>
                <a:off x="5888327" y="4136062"/>
                <a:ext cx="36720" cy="473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743199F-A77E-E6ED-FB75-F28C8DB37D1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70327" y="4118422"/>
                  <a:ext cx="7236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412540A-A0BA-8250-EAFE-985972524FA2}"/>
                    </a:ext>
                  </a:extLst>
                </p14:cNvPr>
                <p14:cNvContentPartPr/>
                <p14:nvPr/>
              </p14:nvContentPartPr>
              <p14:xfrm>
                <a:off x="5900927" y="4278262"/>
                <a:ext cx="510840" cy="215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412540A-A0BA-8250-EAFE-985972524FA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83287" y="4260622"/>
                  <a:ext cx="546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3F4867-6D59-4090-DA33-DB36643F5337}"/>
                    </a:ext>
                  </a:extLst>
                </p14:cNvPr>
                <p14:cNvContentPartPr/>
                <p14:nvPr/>
              </p14:nvContentPartPr>
              <p14:xfrm>
                <a:off x="5368847" y="4169182"/>
                <a:ext cx="523440" cy="160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3F4867-6D59-4090-DA33-DB36643F533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50847" y="4151182"/>
                  <a:ext cx="55908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3CB45C2-5EF4-519A-CFD6-6CAEB2B0DF55}"/>
              </a:ext>
            </a:extLst>
          </p:cNvPr>
          <p:cNvGrpSpPr/>
          <p:nvPr/>
        </p:nvGrpSpPr>
        <p:grpSpPr>
          <a:xfrm>
            <a:off x="7218527" y="4187182"/>
            <a:ext cx="731520" cy="716760"/>
            <a:chOff x="7218527" y="4187182"/>
            <a:chExt cx="731520" cy="71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A1D7F6-AB05-B452-7829-FCF958F7C02F}"/>
                    </a:ext>
                  </a:extLst>
                </p14:cNvPr>
                <p14:cNvContentPartPr/>
                <p14:nvPr/>
              </p14:nvContentPartPr>
              <p14:xfrm>
                <a:off x="7218527" y="4216702"/>
                <a:ext cx="201240" cy="196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A1D7F6-AB05-B452-7829-FCF958F7C02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00887" y="4199062"/>
                  <a:ext cx="2368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E6755DE-106D-D54B-DA3D-F00EC2B38C2E}"/>
                    </a:ext>
                  </a:extLst>
                </p14:cNvPr>
                <p14:cNvContentPartPr/>
                <p14:nvPr/>
              </p14:nvContentPartPr>
              <p14:xfrm>
                <a:off x="7483847" y="4223902"/>
                <a:ext cx="187200" cy="149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E6755DE-106D-D54B-DA3D-F00EC2B38C2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65847" y="4206262"/>
                  <a:ext cx="222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ED20C83-54D0-ABFC-1B66-86AB4EA9D214}"/>
                    </a:ext>
                  </a:extLst>
                </p14:cNvPr>
                <p14:cNvContentPartPr/>
                <p14:nvPr/>
              </p14:nvContentPartPr>
              <p14:xfrm>
                <a:off x="7642967" y="4187182"/>
                <a:ext cx="307080" cy="716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ED20C83-54D0-ABFC-1B66-86AB4EA9D21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625327" y="4169182"/>
                  <a:ext cx="342720" cy="75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1AB7811-0A6B-9023-531B-F07C9FAA7F5E}"/>
              </a:ext>
            </a:extLst>
          </p:cNvPr>
          <p:cNvGrpSpPr/>
          <p:nvPr/>
        </p:nvGrpSpPr>
        <p:grpSpPr>
          <a:xfrm>
            <a:off x="8544767" y="4042462"/>
            <a:ext cx="1160640" cy="921240"/>
            <a:chOff x="8544767" y="4042462"/>
            <a:chExt cx="1160640" cy="92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5403A83-07DB-4AEA-BC6F-7872A09FF758}"/>
                    </a:ext>
                  </a:extLst>
                </p14:cNvPr>
                <p14:cNvContentPartPr/>
                <p14:nvPr/>
              </p14:nvContentPartPr>
              <p14:xfrm>
                <a:off x="8544767" y="4042462"/>
                <a:ext cx="107640" cy="921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5403A83-07DB-4AEA-BC6F-7872A09FF7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26767" y="4024822"/>
                  <a:ext cx="14328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1815472-B599-499D-CA93-A465FF3664A7}"/>
                    </a:ext>
                  </a:extLst>
                </p14:cNvPr>
                <p14:cNvContentPartPr/>
                <p14:nvPr/>
              </p14:nvContentPartPr>
              <p14:xfrm>
                <a:off x="8544767" y="4248382"/>
                <a:ext cx="163800" cy="225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1815472-B599-499D-CA93-A465FF3664A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26767" y="4230742"/>
                  <a:ext cx="199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A4FDD0F-5F12-963D-C970-58028F0D11A4}"/>
                    </a:ext>
                  </a:extLst>
                </p14:cNvPr>
                <p14:cNvContentPartPr/>
                <p14:nvPr/>
              </p14:nvContentPartPr>
              <p14:xfrm>
                <a:off x="8803607" y="4231102"/>
                <a:ext cx="140760" cy="222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A4FDD0F-5F12-963D-C970-58028F0D11A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85607" y="4213102"/>
                  <a:ext cx="1764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FA40A02-2D52-ED8B-9BD2-EF04E9C34BA7}"/>
                    </a:ext>
                  </a:extLst>
                </p14:cNvPr>
                <p14:cNvContentPartPr/>
                <p14:nvPr/>
              </p14:nvContentPartPr>
              <p14:xfrm>
                <a:off x="9088367" y="4273222"/>
                <a:ext cx="40680" cy="132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FA40A02-2D52-ED8B-9BD2-EF04E9C34BA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70367" y="4255582"/>
                  <a:ext cx="76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1F02C24-E8ED-EE96-9503-EC0576415CBC}"/>
                    </a:ext>
                  </a:extLst>
                </p14:cNvPr>
                <p14:cNvContentPartPr/>
                <p14:nvPr/>
              </p14:nvContentPartPr>
              <p14:xfrm>
                <a:off x="9009887" y="4070182"/>
                <a:ext cx="25560" cy="45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1F02C24-E8ED-EE96-9503-EC0576415CB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91887" y="4052182"/>
                  <a:ext cx="61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CAA3DAE-FEAA-9934-190F-BB63533C0FC2}"/>
                    </a:ext>
                  </a:extLst>
                </p14:cNvPr>
                <p14:cNvContentPartPr/>
                <p14:nvPr/>
              </p14:nvContentPartPr>
              <p14:xfrm>
                <a:off x="9179087" y="4241902"/>
                <a:ext cx="202680" cy="177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CAA3DAE-FEAA-9934-190F-BB63533C0FC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61447" y="4223902"/>
                  <a:ext cx="238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8542153-C6E7-237A-A33B-5A73B060A85E}"/>
                    </a:ext>
                  </a:extLst>
                </p14:cNvPr>
                <p14:cNvContentPartPr/>
                <p14:nvPr/>
              </p14:nvContentPartPr>
              <p14:xfrm>
                <a:off x="9457007" y="4085302"/>
                <a:ext cx="114120" cy="343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8542153-C6E7-237A-A33B-5A73B060A85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439007" y="4067302"/>
                  <a:ext cx="149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A41716-E2BD-733B-1C75-E97EC3F3172D}"/>
                    </a:ext>
                  </a:extLst>
                </p14:cNvPr>
                <p14:cNvContentPartPr/>
                <p14:nvPr/>
              </p14:nvContentPartPr>
              <p14:xfrm>
                <a:off x="9395447" y="4149382"/>
                <a:ext cx="309960" cy="51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A41716-E2BD-733B-1C75-E97EC3F3172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77447" y="4131382"/>
                  <a:ext cx="34560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F4F2E2E-7301-D90E-9243-822B9B233A6C}"/>
              </a:ext>
            </a:extLst>
          </p:cNvPr>
          <p:cNvGrpSpPr/>
          <p:nvPr/>
        </p:nvGrpSpPr>
        <p:grpSpPr>
          <a:xfrm>
            <a:off x="10364927" y="4029142"/>
            <a:ext cx="1116720" cy="726120"/>
            <a:chOff x="10364927" y="4029142"/>
            <a:chExt cx="1116720" cy="72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9F8E58D-66BB-2721-3E23-609EC3C49356}"/>
                    </a:ext>
                  </a:extLst>
                </p14:cNvPr>
                <p14:cNvContentPartPr/>
                <p14:nvPr/>
              </p14:nvContentPartPr>
              <p14:xfrm>
                <a:off x="10364927" y="4089982"/>
                <a:ext cx="118440" cy="531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9F8E58D-66BB-2721-3E23-609EC3C4935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46927" y="4071982"/>
                  <a:ext cx="15408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14F68C0-6CE3-0218-749B-3C04B829E2A7}"/>
                    </a:ext>
                  </a:extLst>
                </p14:cNvPr>
                <p14:cNvContentPartPr/>
                <p14:nvPr/>
              </p14:nvContentPartPr>
              <p14:xfrm>
                <a:off x="10493087" y="4158022"/>
                <a:ext cx="300600" cy="318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14F68C0-6CE3-0218-749B-3C04B829E2A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475447" y="4140022"/>
                  <a:ext cx="3362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E3D561-9DD1-887D-9DCD-1DB22773BCF8}"/>
                    </a:ext>
                  </a:extLst>
                </p14:cNvPr>
                <p14:cNvContentPartPr/>
                <p14:nvPr/>
              </p14:nvContentPartPr>
              <p14:xfrm>
                <a:off x="10865327" y="4473382"/>
                <a:ext cx="21600" cy="173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E3D561-9DD1-887D-9DCD-1DB22773BCF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47687" y="4455382"/>
                  <a:ext cx="57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6E1AD76-E0EF-EF47-F33F-4536FC27331E}"/>
                    </a:ext>
                  </a:extLst>
                </p14:cNvPr>
                <p14:cNvContentPartPr/>
                <p14:nvPr/>
              </p14:nvContentPartPr>
              <p14:xfrm>
                <a:off x="11085287" y="4197622"/>
                <a:ext cx="173520" cy="264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6E1AD76-E0EF-EF47-F33F-4536FC27331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67287" y="4179982"/>
                  <a:ext cx="2091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D210D80-A484-8D28-4A6A-47BCED14AFB9}"/>
                    </a:ext>
                  </a:extLst>
                </p14:cNvPr>
                <p14:cNvContentPartPr/>
                <p14:nvPr/>
              </p14:nvContentPartPr>
              <p14:xfrm>
                <a:off x="11321087" y="4029142"/>
                <a:ext cx="160560" cy="726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D210D80-A484-8D28-4A6A-47BCED14AFB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303087" y="4011142"/>
                  <a:ext cx="196200" cy="76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E1C541D-541F-9A41-5B97-3BC5B01C5018}"/>
                  </a:ext>
                </a:extLst>
              </p14:cNvPr>
              <p14:cNvContentPartPr/>
              <p14:nvPr/>
            </p14:nvContentPartPr>
            <p14:xfrm>
              <a:off x="827087" y="5232262"/>
              <a:ext cx="367200" cy="2451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E1C541D-541F-9A41-5B97-3BC5B01C501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09087" y="5214622"/>
                <a:ext cx="40284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48F4DF7-6E7A-F178-2DD3-1D47EC16803F}"/>
              </a:ext>
            </a:extLst>
          </p:cNvPr>
          <p:cNvGrpSpPr/>
          <p:nvPr/>
        </p:nvGrpSpPr>
        <p:grpSpPr>
          <a:xfrm>
            <a:off x="1689647" y="5049382"/>
            <a:ext cx="545400" cy="408240"/>
            <a:chOff x="1689647" y="5049382"/>
            <a:chExt cx="54540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7AFF32F-BC16-0429-4ADD-B305EE579C6F}"/>
                    </a:ext>
                  </a:extLst>
                </p14:cNvPr>
                <p14:cNvContentPartPr/>
                <p14:nvPr/>
              </p14:nvContentPartPr>
              <p14:xfrm>
                <a:off x="1689647" y="5049382"/>
                <a:ext cx="160560" cy="408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7AFF32F-BC16-0429-4ADD-B305EE579C6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72007" y="5031742"/>
                  <a:ext cx="1962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E7B9953-C090-75D2-7CAC-E7E9EE5F7D74}"/>
                    </a:ext>
                  </a:extLst>
                </p14:cNvPr>
                <p14:cNvContentPartPr/>
                <p14:nvPr/>
              </p14:nvContentPartPr>
              <p14:xfrm>
                <a:off x="1918607" y="5076382"/>
                <a:ext cx="316440" cy="345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E7B9953-C090-75D2-7CAC-E7E9EE5F7D7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900967" y="5058742"/>
                  <a:ext cx="352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7E8B5F6-EE2D-45E2-8619-62931E9128F2}"/>
                    </a:ext>
                  </a:extLst>
                </p14:cNvPr>
                <p14:cNvContentPartPr/>
                <p14:nvPr/>
              </p14:nvContentPartPr>
              <p14:xfrm>
                <a:off x="1705847" y="5255662"/>
                <a:ext cx="203760" cy="30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7E8B5F6-EE2D-45E2-8619-62931E9128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688207" y="5238022"/>
                  <a:ext cx="2394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DDD4852-E152-683D-FBBE-221625D20EAC}"/>
              </a:ext>
            </a:extLst>
          </p:cNvPr>
          <p:cNvGrpSpPr/>
          <p:nvPr/>
        </p:nvGrpSpPr>
        <p:grpSpPr>
          <a:xfrm>
            <a:off x="2567687" y="4986382"/>
            <a:ext cx="1407600" cy="425520"/>
            <a:chOff x="2567687" y="4986382"/>
            <a:chExt cx="1407600" cy="4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7993095-163E-1BC3-CF2F-C748174C3F39}"/>
                    </a:ext>
                  </a:extLst>
                </p14:cNvPr>
                <p14:cNvContentPartPr/>
                <p14:nvPr/>
              </p14:nvContentPartPr>
              <p14:xfrm>
                <a:off x="2567687" y="5246662"/>
                <a:ext cx="383760" cy="164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7993095-163E-1BC3-CF2F-C748174C3F3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50047" y="5228662"/>
                  <a:ext cx="419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7AF6464-EF0E-1945-E8AA-696A5C134455}"/>
                    </a:ext>
                  </a:extLst>
                </p14:cNvPr>
                <p14:cNvContentPartPr/>
                <p14:nvPr/>
              </p14:nvContentPartPr>
              <p14:xfrm>
                <a:off x="2905367" y="5309662"/>
                <a:ext cx="169560" cy="43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7AF6464-EF0E-1945-E8AA-696A5C13445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887367" y="5291662"/>
                  <a:ext cx="205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C859D3B-AF1E-08D3-D060-EC03A86BB5FB}"/>
                    </a:ext>
                  </a:extLst>
                </p14:cNvPr>
                <p14:cNvContentPartPr/>
                <p14:nvPr/>
              </p14:nvContentPartPr>
              <p14:xfrm>
                <a:off x="3164567" y="5200222"/>
                <a:ext cx="165240" cy="210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C859D3B-AF1E-08D3-D060-EC03A86BB5F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146927" y="5182222"/>
                  <a:ext cx="200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397C424-962A-F198-5C0E-CECABC3EA0BD}"/>
                    </a:ext>
                  </a:extLst>
                </p14:cNvPr>
                <p14:cNvContentPartPr/>
                <p14:nvPr/>
              </p14:nvContentPartPr>
              <p14:xfrm>
                <a:off x="3416207" y="5222542"/>
                <a:ext cx="293400" cy="174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397C424-962A-F198-5C0E-CECABC3EA0B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98207" y="5204542"/>
                  <a:ext cx="329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6CA9745-FE23-FD78-BA28-1A9E896E792C}"/>
                    </a:ext>
                  </a:extLst>
                </p14:cNvPr>
                <p14:cNvContentPartPr/>
                <p14:nvPr/>
              </p14:nvContentPartPr>
              <p14:xfrm>
                <a:off x="3725447" y="5221102"/>
                <a:ext cx="55080" cy="190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6CA9745-FE23-FD78-BA28-1A9E896E792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07807" y="5203462"/>
                  <a:ext cx="90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84B3E6F-6F1C-ED93-4E79-5565705E8C7F}"/>
                    </a:ext>
                  </a:extLst>
                </p14:cNvPr>
                <p14:cNvContentPartPr/>
                <p14:nvPr/>
              </p14:nvContentPartPr>
              <p14:xfrm>
                <a:off x="3866927" y="5239102"/>
                <a:ext cx="108360" cy="149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84B3E6F-6F1C-ED93-4E79-5565705E8C7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48927" y="5221102"/>
                  <a:ext cx="144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B52B2DD-103B-6E4E-123E-F86E0D1707EE}"/>
                    </a:ext>
                  </a:extLst>
                </p14:cNvPr>
                <p14:cNvContentPartPr/>
                <p14:nvPr/>
              </p14:nvContentPartPr>
              <p14:xfrm>
                <a:off x="3724007" y="4986382"/>
                <a:ext cx="6120" cy="69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B52B2DD-103B-6E4E-123E-F86E0D1707E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06367" y="4968382"/>
                  <a:ext cx="4176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B6E84BA-DDAA-68BB-D060-0870D42FC7E6}"/>
                  </a:ext>
                </a:extLst>
              </p14:cNvPr>
              <p14:cNvContentPartPr/>
              <p14:nvPr/>
            </p14:nvContentPartPr>
            <p14:xfrm>
              <a:off x="4505927" y="5405422"/>
              <a:ext cx="61920" cy="2138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B6E84BA-DDAA-68BB-D060-0870D42FC7E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487927" y="5387782"/>
                <a:ext cx="9756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9CFFAD1-68AF-5E29-5990-4EB522BE89AE}"/>
              </a:ext>
            </a:extLst>
          </p:cNvPr>
          <p:cNvGrpSpPr/>
          <p:nvPr/>
        </p:nvGrpSpPr>
        <p:grpSpPr>
          <a:xfrm>
            <a:off x="5374247" y="5011582"/>
            <a:ext cx="720720" cy="524160"/>
            <a:chOff x="5374247" y="5011582"/>
            <a:chExt cx="720720" cy="52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0ECD79-97B1-81B5-00D7-2D9F957B5785}"/>
                    </a:ext>
                  </a:extLst>
                </p14:cNvPr>
                <p14:cNvContentPartPr/>
                <p14:nvPr/>
              </p14:nvContentPartPr>
              <p14:xfrm>
                <a:off x="5374247" y="5245222"/>
                <a:ext cx="184680" cy="232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0ECD79-97B1-81B5-00D7-2D9F957B57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56607" y="5227582"/>
                  <a:ext cx="220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E101125-DF58-3281-4678-E50009D21981}"/>
                    </a:ext>
                  </a:extLst>
                </p14:cNvPr>
                <p14:cNvContentPartPr/>
                <p14:nvPr/>
              </p14:nvContentPartPr>
              <p14:xfrm>
                <a:off x="5653607" y="5316142"/>
                <a:ext cx="204480" cy="161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E101125-DF58-3281-4678-E50009D2198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5967" y="5298142"/>
                  <a:ext cx="240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DA7355B-2537-4709-67B6-7A5E24BD8117}"/>
                    </a:ext>
                  </a:extLst>
                </p14:cNvPr>
                <p14:cNvContentPartPr/>
                <p14:nvPr/>
              </p14:nvContentPartPr>
              <p14:xfrm>
                <a:off x="5934767" y="5011582"/>
                <a:ext cx="160200" cy="524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DA7355B-2537-4709-67B6-7A5E24BD811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917127" y="4993942"/>
                  <a:ext cx="195840" cy="55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212AFBC-14C5-DCB2-9E99-F0E2242C5C17}"/>
              </a:ext>
            </a:extLst>
          </p:cNvPr>
          <p:cNvGrpSpPr/>
          <p:nvPr/>
        </p:nvGrpSpPr>
        <p:grpSpPr>
          <a:xfrm>
            <a:off x="6817127" y="5132902"/>
            <a:ext cx="2016720" cy="398160"/>
            <a:chOff x="6817127" y="5132902"/>
            <a:chExt cx="201672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A0013D5-6316-7343-05C6-8D248D869136}"/>
                    </a:ext>
                  </a:extLst>
                </p14:cNvPr>
                <p14:cNvContentPartPr/>
                <p14:nvPr/>
              </p14:nvContentPartPr>
              <p14:xfrm>
                <a:off x="6817127" y="5132902"/>
                <a:ext cx="577080" cy="397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A0013D5-6316-7343-05C6-8D248D86913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799127" y="5114902"/>
                  <a:ext cx="6127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2EF5B3D-06A6-8806-7741-75E9DBB1C094}"/>
                    </a:ext>
                  </a:extLst>
                </p14:cNvPr>
                <p14:cNvContentPartPr/>
                <p14:nvPr/>
              </p14:nvContentPartPr>
              <p14:xfrm>
                <a:off x="7386647" y="5153062"/>
                <a:ext cx="80280" cy="367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2EF5B3D-06A6-8806-7741-75E9DBB1C09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69007" y="5135062"/>
                  <a:ext cx="1159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F88785C-DD38-4673-F015-FEB719852988}"/>
                    </a:ext>
                  </a:extLst>
                </p14:cNvPr>
                <p14:cNvContentPartPr/>
                <p14:nvPr/>
              </p14:nvContentPartPr>
              <p14:xfrm>
                <a:off x="7275407" y="5258902"/>
                <a:ext cx="202680" cy="24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F88785C-DD38-4673-F015-FEB71985298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257767" y="5241262"/>
                  <a:ext cx="238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5F3939F-1293-6555-5BBF-E24BF2847F88}"/>
                    </a:ext>
                  </a:extLst>
                </p14:cNvPr>
                <p14:cNvContentPartPr/>
                <p14:nvPr/>
              </p14:nvContentPartPr>
              <p14:xfrm>
                <a:off x="7573127" y="5297422"/>
                <a:ext cx="339840" cy="233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5F3939F-1293-6555-5BBF-E24BF2847F8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555127" y="5279422"/>
                  <a:ext cx="375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395933F-E88A-C683-56F9-5327488D82F5}"/>
                    </a:ext>
                  </a:extLst>
                </p14:cNvPr>
                <p14:cNvContentPartPr/>
                <p14:nvPr/>
              </p14:nvContentPartPr>
              <p14:xfrm>
                <a:off x="7963007" y="5279782"/>
                <a:ext cx="389160" cy="210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395933F-E88A-C683-56F9-5327488D82F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945007" y="5262142"/>
                  <a:ext cx="424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BBE9F3-C6E5-28FD-5318-4BEED912E7E5}"/>
                    </a:ext>
                  </a:extLst>
                </p14:cNvPr>
                <p14:cNvContentPartPr/>
                <p14:nvPr/>
              </p14:nvContentPartPr>
              <p14:xfrm>
                <a:off x="8415887" y="5327302"/>
                <a:ext cx="417960" cy="166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BBE9F3-C6E5-28FD-5318-4BEED912E7E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398247" y="5309662"/>
                  <a:ext cx="453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813F4B2-0937-F50B-A67F-44861E7EE78D}"/>
                    </a:ext>
                  </a:extLst>
                </p14:cNvPr>
                <p14:cNvContentPartPr/>
                <p14:nvPr/>
              </p14:nvContentPartPr>
              <p14:xfrm>
                <a:off x="8423447" y="5218582"/>
                <a:ext cx="108000" cy="9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813F4B2-0937-F50B-A67F-44861E7EE78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405447" y="5200942"/>
                  <a:ext cx="1436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4F712D8-984F-9C0C-E3D6-774B0C93C044}"/>
              </a:ext>
            </a:extLst>
          </p:cNvPr>
          <p:cNvGrpSpPr/>
          <p:nvPr/>
        </p:nvGrpSpPr>
        <p:grpSpPr>
          <a:xfrm>
            <a:off x="9142367" y="5069902"/>
            <a:ext cx="807840" cy="384840"/>
            <a:chOff x="9142367" y="5069902"/>
            <a:chExt cx="80784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1DC07BF-FC3B-094A-F66A-34D6FC70409B}"/>
                    </a:ext>
                  </a:extLst>
                </p14:cNvPr>
                <p14:cNvContentPartPr/>
                <p14:nvPr/>
              </p14:nvContentPartPr>
              <p14:xfrm>
                <a:off x="9142367" y="5069902"/>
                <a:ext cx="331920" cy="384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1DC07BF-FC3B-094A-F66A-34D6FC70409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124727" y="5051902"/>
                  <a:ext cx="3675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E3FA3FC-A076-104F-D3D0-63185CCDB60B}"/>
                    </a:ext>
                  </a:extLst>
                </p14:cNvPr>
                <p14:cNvContentPartPr/>
                <p14:nvPr/>
              </p14:nvContentPartPr>
              <p14:xfrm>
                <a:off x="9535847" y="5075662"/>
                <a:ext cx="414360" cy="312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E3FA3FC-A076-104F-D3D0-63185CCDB60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518207" y="5058022"/>
                  <a:ext cx="450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A0ED99D-37F8-001D-13E0-C5615D105992}"/>
                    </a:ext>
                  </a:extLst>
                </p14:cNvPr>
                <p14:cNvContentPartPr/>
                <p14:nvPr/>
              </p14:nvContentPartPr>
              <p14:xfrm>
                <a:off x="9271607" y="5226862"/>
                <a:ext cx="224640" cy="26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A0ED99D-37F8-001D-13E0-C5615D10599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53607" y="5208862"/>
                  <a:ext cx="2602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DF42162-EA77-9B7B-2314-CF7D83A84AD3}"/>
              </a:ext>
            </a:extLst>
          </p:cNvPr>
          <p:cNvGrpSpPr/>
          <p:nvPr/>
        </p:nvGrpSpPr>
        <p:grpSpPr>
          <a:xfrm>
            <a:off x="10364927" y="4993222"/>
            <a:ext cx="1556640" cy="397800"/>
            <a:chOff x="10364927" y="4993222"/>
            <a:chExt cx="155664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B0E8765-E7A1-572D-BD22-E34CF0547D86}"/>
                    </a:ext>
                  </a:extLst>
                </p14:cNvPr>
                <p14:cNvContentPartPr/>
                <p14:nvPr/>
              </p14:nvContentPartPr>
              <p14:xfrm>
                <a:off x="10364927" y="5145862"/>
                <a:ext cx="298800" cy="245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B0E8765-E7A1-572D-BD22-E34CF0547D8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347287" y="5127862"/>
                  <a:ext cx="334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A13685E-B5F2-097A-4637-A422BCEFBBC6}"/>
                    </a:ext>
                  </a:extLst>
                </p14:cNvPr>
                <p14:cNvContentPartPr/>
                <p14:nvPr/>
              </p14:nvContentPartPr>
              <p14:xfrm>
                <a:off x="10722407" y="5050822"/>
                <a:ext cx="577800" cy="321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A13685E-B5F2-097A-4637-A422BCEFBBC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704767" y="5033182"/>
                  <a:ext cx="6134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0790C8-BBAC-6EA1-40EC-E70008BDC9F4}"/>
                    </a:ext>
                  </a:extLst>
                </p14:cNvPr>
                <p14:cNvContentPartPr/>
                <p14:nvPr/>
              </p14:nvContentPartPr>
              <p14:xfrm>
                <a:off x="11386967" y="4993222"/>
                <a:ext cx="32760" cy="3538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0790C8-BBAC-6EA1-40EC-E70008BDC9F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368967" y="4975222"/>
                  <a:ext cx="684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E6C085E-0E35-CB5C-CA08-0DC483AEA779}"/>
                    </a:ext>
                  </a:extLst>
                </p14:cNvPr>
                <p14:cNvContentPartPr/>
                <p14:nvPr/>
              </p14:nvContentPartPr>
              <p14:xfrm>
                <a:off x="11500367" y="5203462"/>
                <a:ext cx="23760" cy="122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E6C085E-0E35-CB5C-CA08-0DC483AEA77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482727" y="5185822"/>
                  <a:ext cx="59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F1E89DB-FF72-EABA-F59C-417F1D34F33C}"/>
                    </a:ext>
                  </a:extLst>
                </p14:cNvPr>
                <p14:cNvContentPartPr/>
                <p14:nvPr/>
              </p14:nvContentPartPr>
              <p14:xfrm>
                <a:off x="11571647" y="5189062"/>
                <a:ext cx="136440" cy="121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F1E89DB-FF72-EABA-F59C-417F1D34F33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554007" y="5171422"/>
                  <a:ext cx="172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23C5F23-6F61-316D-5B30-F8ABD200BDD5}"/>
                    </a:ext>
                  </a:extLst>
                </p14:cNvPr>
                <p14:cNvContentPartPr/>
                <p14:nvPr/>
              </p14:nvContentPartPr>
              <p14:xfrm>
                <a:off x="11765327" y="5191582"/>
                <a:ext cx="156240" cy="141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23C5F23-6F61-316D-5B30-F8ABD200BDD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747327" y="5173942"/>
                  <a:ext cx="1918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4106678-E38A-858F-C4AE-B59024DBD50B}"/>
                    </a:ext>
                  </a:extLst>
                </p14:cNvPr>
                <p14:cNvContentPartPr/>
                <p14:nvPr/>
              </p14:nvContentPartPr>
              <p14:xfrm>
                <a:off x="11485607" y="5038942"/>
                <a:ext cx="104760" cy="34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4106678-E38A-858F-C4AE-B59024DBD50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467607" y="5020942"/>
                  <a:ext cx="140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FA07A78-2D02-18F4-6940-1A88A98D80C8}"/>
                    </a:ext>
                  </a:extLst>
                </p14:cNvPr>
                <p14:cNvContentPartPr/>
                <p14:nvPr/>
              </p14:nvContentPartPr>
              <p14:xfrm>
                <a:off x="11141807" y="5113462"/>
                <a:ext cx="173520" cy="17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FA07A78-2D02-18F4-6940-1A88A98D80C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123807" y="5095822"/>
                  <a:ext cx="2091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6995853-DC53-3C4D-6E7A-4D761B2A95DD}"/>
              </a:ext>
            </a:extLst>
          </p:cNvPr>
          <p:cNvGrpSpPr/>
          <p:nvPr/>
        </p:nvGrpSpPr>
        <p:grpSpPr>
          <a:xfrm>
            <a:off x="667967" y="5882782"/>
            <a:ext cx="555840" cy="390960"/>
            <a:chOff x="667967" y="5882782"/>
            <a:chExt cx="55584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7110E4D-B311-9DB2-87AB-6B5A4A703ACA}"/>
                    </a:ext>
                  </a:extLst>
                </p14:cNvPr>
                <p14:cNvContentPartPr/>
                <p14:nvPr/>
              </p14:nvContentPartPr>
              <p14:xfrm>
                <a:off x="667967" y="5996182"/>
                <a:ext cx="186480" cy="249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7110E4D-B311-9DB2-87AB-6B5A4A703AC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50327" y="5978182"/>
                  <a:ext cx="222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A6D7B02-6A99-0576-AACF-084B4AE4C4BD}"/>
                    </a:ext>
                  </a:extLst>
                </p14:cNvPr>
                <p14:cNvContentPartPr/>
                <p14:nvPr/>
              </p14:nvContentPartPr>
              <p14:xfrm>
                <a:off x="919247" y="6032542"/>
                <a:ext cx="183240" cy="196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A6D7B02-6A99-0576-AACF-084B4AE4C4B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1607" y="6014902"/>
                  <a:ext cx="218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ED4078B-ECFC-AE6A-5341-9178ED1ED669}"/>
                    </a:ext>
                  </a:extLst>
                </p14:cNvPr>
                <p14:cNvContentPartPr/>
                <p14:nvPr/>
              </p14:nvContentPartPr>
              <p14:xfrm>
                <a:off x="1162967" y="5882782"/>
                <a:ext cx="22320" cy="390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ED4078B-ECFC-AE6A-5341-9178ED1ED66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44967" y="5865142"/>
                  <a:ext cx="579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315B1D6-2613-65EE-4D2B-BA97C4E496DA}"/>
                    </a:ext>
                  </a:extLst>
                </p14:cNvPr>
                <p14:cNvContentPartPr/>
                <p14:nvPr/>
              </p14:nvContentPartPr>
              <p14:xfrm>
                <a:off x="1064327" y="6004822"/>
                <a:ext cx="159480" cy="77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315B1D6-2613-65EE-4D2B-BA97C4E496D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46327" y="5986822"/>
                  <a:ext cx="19512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34D124F-0F5F-B26A-EB67-6675031FF955}"/>
                  </a:ext>
                </a:extLst>
              </p14:cNvPr>
              <p14:cNvContentPartPr/>
              <p14:nvPr/>
            </p14:nvContentPartPr>
            <p14:xfrm>
              <a:off x="1612247" y="6013462"/>
              <a:ext cx="375480" cy="7542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34D124F-0F5F-B26A-EB67-6675031FF955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594247" y="5995462"/>
                <a:ext cx="411120" cy="78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1555F155-854D-5B1E-9A7F-164833B659C7}"/>
              </a:ext>
            </a:extLst>
          </p:cNvPr>
          <p:cNvGrpSpPr/>
          <p:nvPr/>
        </p:nvGrpSpPr>
        <p:grpSpPr>
          <a:xfrm>
            <a:off x="2288327" y="5860822"/>
            <a:ext cx="738360" cy="368280"/>
            <a:chOff x="2288327" y="5860822"/>
            <a:chExt cx="73836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BCCB288-23C4-82A8-47A9-960AA0B64BD7}"/>
                    </a:ext>
                  </a:extLst>
                </p14:cNvPr>
                <p14:cNvContentPartPr/>
                <p14:nvPr/>
              </p14:nvContentPartPr>
              <p14:xfrm>
                <a:off x="2288327" y="5860822"/>
                <a:ext cx="738360" cy="368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BCCB288-23C4-82A8-47A9-960AA0B64BD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270687" y="5842822"/>
                  <a:ext cx="7740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B82B288-A2E9-5388-EBD9-31EE0590E33E}"/>
                    </a:ext>
                  </a:extLst>
                </p14:cNvPr>
                <p14:cNvContentPartPr/>
                <p14:nvPr/>
              </p14:nvContentPartPr>
              <p14:xfrm>
                <a:off x="2349167" y="5980702"/>
                <a:ext cx="199440" cy="76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B82B288-A2E9-5388-EBD9-31EE0590E33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331167" y="5962702"/>
                  <a:ext cx="2350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C19D624-711D-423B-CF81-201AB405F5B0}"/>
              </a:ext>
            </a:extLst>
          </p:cNvPr>
          <p:cNvGrpSpPr/>
          <p:nvPr/>
        </p:nvGrpSpPr>
        <p:grpSpPr>
          <a:xfrm>
            <a:off x="3478487" y="5882422"/>
            <a:ext cx="1036440" cy="694080"/>
            <a:chOff x="3478487" y="5882422"/>
            <a:chExt cx="1036440" cy="69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DE6F5FB-1B4E-F6D7-4AAD-10B8437E9B94}"/>
                    </a:ext>
                  </a:extLst>
                </p14:cNvPr>
                <p14:cNvContentPartPr/>
                <p14:nvPr/>
              </p14:nvContentPartPr>
              <p14:xfrm>
                <a:off x="3478487" y="5998342"/>
                <a:ext cx="178200" cy="578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DE6F5FB-1B4E-F6D7-4AAD-10B8437E9B9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60487" y="5980342"/>
                  <a:ext cx="21384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E290427-C592-9940-29DA-26C4ABC0ECEC}"/>
                    </a:ext>
                  </a:extLst>
                </p14:cNvPr>
                <p14:cNvContentPartPr/>
                <p14:nvPr/>
              </p14:nvContentPartPr>
              <p14:xfrm>
                <a:off x="3774407" y="5978902"/>
                <a:ext cx="68400" cy="191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E290427-C592-9940-29DA-26C4ABC0ECE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756407" y="5960902"/>
                  <a:ext cx="104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D4B9ABA-0C1E-B84E-22C4-71A2FAFF1F52}"/>
                    </a:ext>
                  </a:extLst>
                </p14:cNvPr>
                <p14:cNvContentPartPr/>
                <p14:nvPr/>
              </p14:nvContentPartPr>
              <p14:xfrm>
                <a:off x="3884927" y="5952262"/>
                <a:ext cx="333720" cy="183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D4B9ABA-0C1E-B84E-22C4-71A2FAFF1F5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866927" y="5934262"/>
                  <a:ext cx="369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72E0EFC-DC35-DADC-5209-85DA56DD84B7}"/>
                    </a:ext>
                  </a:extLst>
                </p14:cNvPr>
                <p14:cNvContentPartPr/>
                <p14:nvPr/>
              </p14:nvContentPartPr>
              <p14:xfrm>
                <a:off x="4310447" y="5927422"/>
                <a:ext cx="204480" cy="182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72E0EFC-DC35-DADC-5209-85DA56DD84B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292447" y="5909782"/>
                  <a:ext cx="24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CDD6E45-7EF9-F11A-AB01-5BDE9FDEAC17}"/>
                    </a:ext>
                  </a:extLst>
                </p14:cNvPr>
                <p14:cNvContentPartPr/>
                <p14:nvPr/>
              </p14:nvContentPartPr>
              <p14:xfrm>
                <a:off x="3707807" y="5882422"/>
                <a:ext cx="88200" cy="8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CDD6E45-7EF9-F11A-AB01-5BDE9FDEAC1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90167" y="5864422"/>
                  <a:ext cx="1238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24C2AD57-46C8-6007-EB7E-6D377D16108B}"/>
              </a:ext>
            </a:extLst>
          </p:cNvPr>
          <p:cNvGrpSpPr/>
          <p:nvPr/>
        </p:nvGrpSpPr>
        <p:grpSpPr>
          <a:xfrm>
            <a:off x="5080487" y="5676862"/>
            <a:ext cx="2187000" cy="954360"/>
            <a:chOff x="5080487" y="5676862"/>
            <a:chExt cx="2187000" cy="95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7FE3632-CCAD-8B1A-8BC8-3572BCB37C83}"/>
                    </a:ext>
                  </a:extLst>
                </p14:cNvPr>
                <p14:cNvContentPartPr/>
                <p14:nvPr/>
              </p14:nvContentPartPr>
              <p14:xfrm>
                <a:off x="5110007" y="6025342"/>
                <a:ext cx="18720" cy="154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7FE3632-CCAD-8B1A-8BC8-3572BCB37C8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092367" y="6007342"/>
                  <a:ext cx="54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39E1638-FADA-B85D-8506-08E1B547119E}"/>
                    </a:ext>
                  </a:extLst>
                </p14:cNvPr>
                <p14:cNvContentPartPr/>
                <p14:nvPr/>
              </p14:nvContentPartPr>
              <p14:xfrm>
                <a:off x="5080487" y="5886742"/>
                <a:ext cx="22680" cy="43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39E1638-FADA-B85D-8506-08E1B54711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062487" y="5868742"/>
                  <a:ext cx="58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3430944-6D9C-3631-23B1-D7A5ECC877D4}"/>
                    </a:ext>
                  </a:extLst>
                </p14:cNvPr>
                <p14:cNvContentPartPr/>
                <p14:nvPr/>
              </p14:nvContentPartPr>
              <p14:xfrm>
                <a:off x="5221967" y="6042262"/>
                <a:ext cx="122400" cy="128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3430944-6D9C-3631-23B1-D7A5ECC877D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204327" y="6024262"/>
                  <a:ext cx="158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DAD21A5-352F-2EFA-0EFA-8738214FB46E}"/>
                    </a:ext>
                  </a:extLst>
                </p14:cNvPr>
                <p14:cNvContentPartPr/>
                <p14:nvPr/>
              </p14:nvContentPartPr>
              <p14:xfrm>
                <a:off x="5436527" y="6031822"/>
                <a:ext cx="158040" cy="162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DAD21A5-352F-2EFA-0EFA-8738214FB46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18887" y="6013822"/>
                  <a:ext cx="193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5814A17-6742-1AA3-6A90-9CC44CEC94E8}"/>
                    </a:ext>
                  </a:extLst>
                </p14:cNvPr>
                <p14:cNvContentPartPr/>
                <p14:nvPr/>
              </p14:nvContentPartPr>
              <p14:xfrm>
                <a:off x="5600327" y="6028582"/>
                <a:ext cx="150840" cy="602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5814A17-6742-1AA3-6A90-9CC44CEC94E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582687" y="6010582"/>
                  <a:ext cx="18648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68E29F7-3258-4CDC-2340-79199AEAF756}"/>
                    </a:ext>
                  </a:extLst>
                </p14:cNvPr>
                <p14:cNvContentPartPr/>
                <p14:nvPr/>
              </p14:nvContentPartPr>
              <p14:xfrm>
                <a:off x="5869607" y="6055582"/>
                <a:ext cx="304560" cy="157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68E29F7-3258-4CDC-2340-79199AEAF75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851967" y="6037942"/>
                  <a:ext cx="3402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200CC85-52BE-48D2-3DA6-1C7BEC1D5CF1}"/>
                    </a:ext>
                  </a:extLst>
                </p14:cNvPr>
                <p14:cNvContentPartPr/>
                <p14:nvPr/>
              </p14:nvContentPartPr>
              <p14:xfrm>
                <a:off x="6213767" y="6056302"/>
                <a:ext cx="206640" cy="161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200CC85-52BE-48D2-3DA6-1C7BEC1D5CF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95767" y="6038662"/>
                  <a:ext cx="242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38D26A8-D366-6082-FB5F-94EC56E792C4}"/>
                    </a:ext>
                  </a:extLst>
                </p14:cNvPr>
                <p14:cNvContentPartPr/>
                <p14:nvPr/>
              </p14:nvContentPartPr>
              <p14:xfrm>
                <a:off x="6517967" y="5676862"/>
                <a:ext cx="33120" cy="5277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38D26A8-D366-6082-FB5F-94EC56E792C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499967" y="5659222"/>
                  <a:ext cx="6876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A8B9A35-ADDA-A81B-F02C-A94B4BC85ACB}"/>
                    </a:ext>
                  </a:extLst>
                </p14:cNvPr>
                <p14:cNvContentPartPr/>
                <p14:nvPr/>
              </p14:nvContentPartPr>
              <p14:xfrm>
                <a:off x="6668087" y="6013462"/>
                <a:ext cx="72720" cy="1551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A8B9A35-ADDA-A81B-F02C-A94B4BC85AC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650447" y="5995822"/>
                  <a:ext cx="108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80525AA-3695-B8C2-1E1A-0A793C6ECD51}"/>
                    </a:ext>
                  </a:extLst>
                </p14:cNvPr>
                <p14:cNvContentPartPr/>
                <p14:nvPr/>
              </p14:nvContentPartPr>
              <p14:xfrm>
                <a:off x="6813167" y="6047662"/>
                <a:ext cx="175320" cy="135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80525AA-3695-B8C2-1E1A-0A793C6ECD5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95167" y="6029662"/>
                  <a:ext cx="210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9EFF54A-8AA4-10BC-BFD7-DEDA6078B938}"/>
                    </a:ext>
                  </a:extLst>
                </p14:cNvPr>
                <p14:cNvContentPartPr/>
                <p14:nvPr/>
              </p14:nvContentPartPr>
              <p14:xfrm>
                <a:off x="7053647" y="6070702"/>
                <a:ext cx="213840" cy="160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9EFF54A-8AA4-10BC-BFD7-DEDA6078B93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036007" y="6052702"/>
                  <a:ext cx="249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7BB3D2D-8BC8-EA38-1932-1732E328717E}"/>
                    </a:ext>
                  </a:extLst>
                </p14:cNvPr>
                <p14:cNvContentPartPr/>
                <p14:nvPr/>
              </p14:nvContentPartPr>
              <p14:xfrm>
                <a:off x="6741167" y="5744542"/>
                <a:ext cx="119160" cy="37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7BB3D2D-8BC8-EA38-1932-1732E328717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723167" y="5726542"/>
                  <a:ext cx="154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A5AA201-8C61-7496-5978-3128E4F0EE2B}"/>
                    </a:ext>
                  </a:extLst>
                </p14:cNvPr>
                <p14:cNvContentPartPr/>
                <p14:nvPr/>
              </p14:nvContentPartPr>
              <p14:xfrm>
                <a:off x="6207287" y="5862622"/>
                <a:ext cx="258120" cy="32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A5AA201-8C61-7496-5978-3128E4F0EE2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189647" y="5844622"/>
                  <a:ext cx="29376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1E7F189-806D-41FD-B192-3EA17B234157}"/>
                  </a:ext>
                </a:extLst>
              </p14:cNvPr>
              <p14:cNvContentPartPr/>
              <p14:nvPr/>
            </p14:nvContentPartPr>
            <p14:xfrm>
              <a:off x="8009807" y="6082582"/>
              <a:ext cx="31320" cy="165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1E7F189-806D-41FD-B192-3EA17B234157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991807" y="6064942"/>
                <a:ext cx="66960" cy="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0468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BB617E-7461-08FC-335D-8A2B412E5317}"/>
              </a:ext>
            </a:extLst>
          </p:cNvPr>
          <p:cNvGrpSpPr/>
          <p:nvPr/>
        </p:nvGrpSpPr>
        <p:grpSpPr>
          <a:xfrm>
            <a:off x="155327" y="207382"/>
            <a:ext cx="499680" cy="465480"/>
            <a:chOff x="155327" y="207382"/>
            <a:chExt cx="499680" cy="46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B56B57F-E772-36F6-44EF-9358E326CF30}"/>
                    </a:ext>
                  </a:extLst>
                </p14:cNvPr>
                <p14:cNvContentPartPr/>
                <p14:nvPr/>
              </p14:nvContentPartPr>
              <p14:xfrm>
                <a:off x="155327" y="207382"/>
                <a:ext cx="285480" cy="465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B56B57F-E772-36F6-44EF-9358E326CF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7327" y="189382"/>
                  <a:ext cx="3211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70B1DD-BB7B-27B5-59A2-42050165CC0D}"/>
                    </a:ext>
                  </a:extLst>
                </p14:cNvPr>
                <p14:cNvContentPartPr/>
                <p14:nvPr/>
              </p14:nvContentPartPr>
              <p14:xfrm>
                <a:off x="645647" y="474862"/>
                <a:ext cx="9360" cy="15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70B1DD-BB7B-27B5-59A2-42050165CC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8007" y="456862"/>
                  <a:ext cx="450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4A6D44-DF08-D541-252E-944AD7CE7A63}"/>
              </a:ext>
            </a:extLst>
          </p:cNvPr>
          <p:cNvGrpSpPr/>
          <p:nvPr/>
        </p:nvGrpSpPr>
        <p:grpSpPr>
          <a:xfrm>
            <a:off x="1117247" y="180022"/>
            <a:ext cx="1228320" cy="451080"/>
            <a:chOff x="1117247" y="180022"/>
            <a:chExt cx="122832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BB0671-A3E9-C867-79EE-1261C10461CF}"/>
                    </a:ext>
                  </a:extLst>
                </p14:cNvPr>
                <p14:cNvContentPartPr/>
                <p14:nvPr/>
              </p14:nvContentPartPr>
              <p14:xfrm>
                <a:off x="1117247" y="279022"/>
                <a:ext cx="338400" cy="352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BB0671-A3E9-C867-79EE-1261C10461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9247" y="261022"/>
                  <a:ext cx="3740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A90B28-9E1D-8A74-AE23-954D6393DA69}"/>
                    </a:ext>
                  </a:extLst>
                </p14:cNvPr>
                <p14:cNvContentPartPr/>
                <p14:nvPr/>
              </p14:nvContentPartPr>
              <p14:xfrm>
                <a:off x="1382927" y="438862"/>
                <a:ext cx="219960" cy="167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A90B28-9E1D-8A74-AE23-954D6393DA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5287" y="421222"/>
                  <a:ext cx="255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A7312B-F368-2720-0C33-B7735B252505}"/>
                    </a:ext>
                  </a:extLst>
                </p14:cNvPr>
                <p14:cNvContentPartPr/>
                <p14:nvPr/>
              </p14:nvContentPartPr>
              <p14:xfrm>
                <a:off x="1599647" y="272542"/>
                <a:ext cx="51120" cy="4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A7312B-F368-2720-0C33-B7735B2525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1647" y="254902"/>
                  <a:ext cx="86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5FBA4C-5A72-B4CA-FEF5-442F7F7CFFB0}"/>
                    </a:ext>
                  </a:extLst>
                </p14:cNvPr>
                <p14:cNvContentPartPr/>
                <p14:nvPr/>
              </p14:nvContentPartPr>
              <p14:xfrm>
                <a:off x="1670567" y="436342"/>
                <a:ext cx="256320" cy="173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5FBA4C-5A72-B4CA-FEF5-442F7F7CFF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52927" y="418702"/>
                  <a:ext cx="291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957C0C-5AB1-E169-4850-A634DCBF8ECB}"/>
                    </a:ext>
                  </a:extLst>
                </p14:cNvPr>
                <p14:cNvContentPartPr/>
                <p14:nvPr/>
              </p14:nvContentPartPr>
              <p14:xfrm>
                <a:off x="1313087" y="500782"/>
                <a:ext cx="145440" cy="1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957C0C-5AB1-E169-4850-A634DCBF8E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95447" y="483142"/>
                  <a:ext cx="181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A566A7-0C5D-6A93-1A37-51AFF9705250}"/>
                    </a:ext>
                  </a:extLst>
                </p14:cNvPr>
                <p14:cNvContentPartPr/>
                <p14:nvPr/>
              </p14:nvContentPartPr>
              <p14:xfrm>
                <a:off x="2093567" y="180022"/>
                <a:ext cx="252000" cy="360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A566A7-0C5D-6A93-1A37-51AFF97052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5927" y="162022"/>
                  <a:ext cx="287640" cy="39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DBA775-2C1D-5510-62F1-1D0DC6726772}"/>
              </a:ext>
            </a:extLst>
          </p:cNvPr>
          <p:cNvGrpSpPr/>
          <p:nvPr/>
        </p:nvGrpSpPr>
        <p:grpSpPr>
          <a:xfrm>
            <a:off x="2878007" y="259942"/>
            <a:ext cx="718920" cy="347040"/>
            <a:chOff x="2878007" y="259942"/>
            <a:chExt cx="71892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30A58C-5362-0690-93AD-5527840DDDF1}"/>
                    </a:ext>
                  </a:extLst>
                </p14:cNvPr>
                <p14:cNvContentPartPr/>
                <p14:nvPr/>
              </p14:nvContentPartPr>
              <p14:xfrm>
                <a:off x="2878007" y="259942"/>
                <a:ext cx="718920" cy="347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30A58C-5362-0690-93AD-5527840DDD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60367" y="241942"/>
                  <a:ext cx="7545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0034FD-FDE2-64CB-E854-827182869ABA}"/>
                    </a:ext>
                  </a:extLst>
                </p14:cNvPr>
                <p14:cNvContentPartPr/>
                <p14:nvPr/>
              </p14:nvContentPartPr>
              <p14:xfrm>
                <a:off x="3038927" y="367222"/>
                <a:ext cx="90720" cy="33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0034FD-FDE2-64CB-E854-827182869A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20927" y="349582"/>
                  <a:ext cx="1263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9D0FE7C-2111-FBDD-079D-50112B88545A}"/>
              </a:ext>
            </a:extLst>
          </p:cNvPr>
          <p:cNvGrpSpPr/>
          <p:nvPr/>
        </p:nvGrpSpPr>
        <p:grpSpPr>
          <a:xfrm>
            <a:off x="3964127" y="156262"/>
            <a:ext cx="1420560" cy="388080"/>
            <a:chOff x="3964127" y="156262"/>
            <a:chExt cx="142056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31A710-E4B2-A908-214E-7672546190C0}"/>
                    </a:ext>
                  </a:extLst>
                </p14:cNvPr>
                <p14:cNvContentPartPr/>
                <p14:nvPr/>
              </p14:nvContentPartPr>
              <p14:xfrm>
                <a:off x="3964127" y="342022"/>
                <a:ext cx="191880" cy="20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31A710-E4B2-A908-214E-7672546190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46127" y="324382"/>
                  <a:ext cx="227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3A35B58-CACC-8577-3271-ACDC81AF1279}"/>
                    </a:ext>
                  </a:extLst>
                </p14:cNvPr>
                <p14:cNvContentPartPr/>
                <p14:nvPr/>
              </p14:nvContentPartPr>
              <p14:xfrm>
                <a:off x="4244927" y="176062"/>
                <a:ext cx="582840" cy="332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3A35B58-CACC-8577-3271-ACDC81AF12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27287" y="158422"/>
                  <a:ext cx="6184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CD60B4-C096-7F97-BFFC-A6029C84FBC8}"/>
                    </a:ext>
                  </a:extLst>
                </p14:cNvPr>
                <p14:cNvContentPartPr/>
                <p14:nvPr/>
              </p14:nvContentPartPr>
              <p14:xfrm>
                <a:off x="4812647" y="156262"/>
                <a:ext cx="60480" cy="331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CD60B4-C096-7F97-BFFC-A6029C84FBC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95007" y="138262"/>
                  <a:ext cx="961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81C294-21C8-A2BF-0E0B-754ADE118E53}"/>
                    </a:ext>
                  </a:extLst>
                </p14:cNvPr>
                <p14:cNvContentPartPr/>
                <p14:nvPr/>
              </p14:nvContentPartPr>
              <p14:xfrm>
                <a:off x="4927847" y="338062"/>
                <a:ext cx="198360" cy="15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81C294-21C8-A2BF-0E0B-754ADE118E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9847" y="320062"/>
                  <a:ext cx="234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8204E52-9EA8-3CF6-9F97-3724192D0398}"/>
                    </a:ext>
                  </a:extLst>
                </p14:cNvPr>
                <p14:cNvContentPartPr/>
                <p14:nvPr/>
              </p14:nvContentPartPr>
              <p14:xfrm>
                <a:off x="5188127" y="348142"/>
                <a:ext cx="196560" cy="156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8204E52-9EA8-3CF6-9F97-3724192D03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0127" y="330502"/>
                  <a:ext cx="232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0CDD76-77BF-DF8C-96FB-4A6E05640578}"/>
                    </a:ext>
                  </a:extLst>
                </p14:cNvPr>
                <p14:cNvContentPartPr/>
                <p14:nvPr/>
              </p14:nvContentPartPr>
              <p14:xfrm>
                <a:off x="4957727" y="254902"/>
                <a:ext cx="741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0CDD76-77BF-DF8C-96FB-4A6E056405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40087" y="236902"/>
                  <a:ext cx="109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D6DEDE6-4F4B-0B03-70BA-13A0AE2693CE}"/>
                    </a:ext>
                  </a:extLst>
                </p14:cNvPr>
                <p14:cNvContentPartPr/>
                <p14:nvPr/>
              </p14:nvContentPartPr>
              <p14:xfrm>
                <a:off x="4748927" y="327262"/>
                <a:ext cx="209880" cy="44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D6DEDE6-4F4B-0B03-70BA-13A0AE2693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30927" y="309262"/>
                  <a:ext cx="24552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0FBB192-3765-3475-5C38-C8C16727202A}"/>
              </a:ext>
            </a:extLst>
          </p:cNvPr>
          <p:cNvGrpSpPr/>
          <p:nvPr/>
        </p:nvGrpSpPr>
        <p:grpSpPr>
          <a:xfrm>
            <a:off x="5862767" y="189742"/>
            <a:ext cx="729000" cy="407520"/>
            <a:chOff x="5862767" y="189742"/>
            <a:chExt cx="72900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59DB8D-5E33-9D90-7D04-62C0EE69975F}"/>
                    </a:ext>
                  </a:extLst>
                </p14:cNvPr>
                <p14:cNvContentPartPr/>
                <p14:nvPr/>
              </p14:nvContentPartPr>
              <p14:xfrm>
                <a:off x="5862767" y="342742"/>
                <a:ext cx="240120" cy="254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59DB8D-5E33-9D90-7D04-62C0EE6997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44767" y="324742"/>
                  <a:ext cx="2757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B8E9FE-D944-6CCB-5C4D-BD2ED44825AD}"/>
                    </a:ext>
                  </a:extLst>
                </p14:cNvPr>
                <p14:cNvContentPartPr/>
                <p14:nvPr/>
              </p14:nvContentPartPr>
              <p14:xfrm>
                <a:off x="6185687" y="353542"/>
                <a:ext cx="148680" cy="159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B8E9FE-D944-6CCB-5C4D-BD2ED44825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68047" y="335902"/>
                  <a:ext cx="184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02A94D-0BDB-0D76-2364-6103EB84D868}"/>
                    </a:ext>
                  </a:extLst>
                </p14:cNvPr>
                <p14:cNvContentPartPr/>
                <p14:nvPr/>
              </p14:nvContentPartPr>
              <p14:xfrm>
                <a:off x="6471527" y="189742"/>
                <a:ext cx="67680" cy="27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02A94D-0BDB-0D76-2364-6103EB84D8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53527" y="172102"/>
                  <a:ext cx="1033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3D93F1-2E82-C96F-E410-60EE4E490998}"/>
                    </a:ext>
                  </a:extLst>
                </p14:cNvPr>
                <p14:cNvContentPartPr/>
                <p14:nvPr/>
              </p14:nvContentPartPr>
              <p14:xfrm>
                <a:off x="6421487" y="259222"/>
                <a:ext cx="170280" cy="49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3D93F1-2E82-C96F-E410-60EE4E49099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03487" y="241222"/>
                  <a:ext cx="20592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BB1BEE7-D3AF-C1C3-BD63-83F541F6A7B0}"/>
                  </a:ext>
                </a:extLst>
              </p14:cNvPr>
              <p14:cNvContentPartPr/>
              <p14:nvPr/>
            </p14:nvContentPartPr>
            <p14:xfrm>
              <a:off x="7218527" y="184342"/>
              <a:ext cx="456840" cy="792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BB1BEE7-D3AF-C1C3-BD63-83F541F6A7B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00887" y="166342"/>
                <a:ext cx="492480" cy="82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55F9E77-17EE-2952-99EA-DE1359A0C3F4}"/>
              </a:ext>
            </a:extLst>
          </p:cNvPr>
          <p:cNvGrpSpPr/>
          <p:nvPr/>
        </p:nvGrpSpPr>
        <p:grpSpPr>
          <a:xfrm>
            <a:off x="8384927" y="190822"/>
            <a:ext cx="784080" cy="396000"/>
            <a:chOff x="8384927" y="190822"/>
            <a:chExt cx="78408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6E8583-9FF0-AEC3-711A-12DD28C98386}"/>
                    </a:ext>
                  </a:extLst>
                </p14:cNvPr>
                <p14:cNvContentPartPr/>
                <p14:nvPr/>
              </p14:nvContentPartPr>
              <p14:xfrm>
                <a:off x="8494727" y="190822"/>
                <a:ext cx="191160" cy="39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6E8583-9FF0-AEC3-711A-12DD28C983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77087" y="172822"/>
                  <a:ext cx="2268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1EBE07-8BB4-D599-54C5-E49CE5B77EFC}"/>
                    </a:ext>
                  </a:extLst>
                </p14:cNvPr>
                <p14:cNvContentPartPr/>
                <p14:nvPr/>
              </p14:nvContentPartPr>
              <p14:xfrm>
                <a:off x="8815487" y="268582"/>
                <a:ext cx="353520" cy="239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1EBE07-8BB4-D599-54C5-E49CE5B77E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97847" y="250582"/>
                  <a:ext cx="3891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BE0602-EE8B-E645-DFAB-B1223584AEDD}"/>
                    </a:ext>
                  </a:extLst>
                </p14:cNvPr>
                <p14:cNvContentPartPr/>
                <p14:nvPr/>
              </p14:nvContentPartPr>
              <p14:xfrm>
                <a:off x="8384927" y="302422"/>
                <a:ext cx="326160" cy="71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BE0602-EE8B-E645-DFAB-B1223584AE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67287" y="284422"/>
                  <a:ext cx="3618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B5C6DA-13C1-592D-6C9D-CF064D313834}"/>
              </a:ext>
            </a:extLst>
          </p:cNvPr>
          <p:cNvGrpSpPr/>
          <p:nvPr/>
        </p:nvGrpSpPr>
        <p:grpSpPr>
          <a:xfrm>
            <a:off x="9836447" y="204862"/>
            <a:ext cx="2003400" cy="984600"/>
            <a:chOff x="9836447" y="204862"/>
            <a:chExt cx="2003400" cy="9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11A792-F6EE-D66D-3328-0B9EAB16CDA4}"/>
                    </a:ext>
                  </a:extLst>
                </p14:cNvPr>
                <p14:cNvContentPartPr/>
                <p14:nvPr/>
              </p14:nvContentPartPr>
              <p14:xfrm>
                <a:off x="9836447" y="204862"/>
                <a:ext cx="307440" cy="984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11A792-F6EE-D66D-3328-0B9EAB16CD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18447" y="186862"/>
                  <a:ext cx="34308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89644C-C445-4FEC-98FE-C2D3807B039E}"/>
                    </a:ext>
                  </a:extLst>
                </p14:cNvPr>
                <p14:cNvContentPartPr/>
                <p14:nvPr/>
              </p14:nvContentPartPr>
              <p14:xfrm>
                <a:off x="10131647" y="421942"/>
                <a:ext cx="230400" cy="15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89644C-C445-4FEC-98FE-C2D3807B03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13647" y="403942"/>
                  <a:ext cx="26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43DFD6-A7AA-5702-2B0C-9D190923D4EB}"/>
                    </a:ext>
                  </a:extLst>
                </p14:cNvPr>
                <p14:cNvContentPartPr/>
                <p14:nvPr/>
              </p14:nvContentPartPr>
              <p14:xfrm>
                <a:off x="10395167" y="252382"/>
                <a:ext cx="266040" cy="370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43DFD6-A7AA-5702-2B0C-9D190923D4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77527" y="234382"/>
                  <a:ext cx="301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6EB15C-8E7B-07A6-55F3-7E96CF10462B}"/>
                    </a:ext>
                  </a:extLst>
                </p14:cNvPr>
                <p14:cNvContentPartPr/>
                <p14:nvPr/>
              </p14:nvContentPartPr>
              <p14:xfrm>
                <a:off x="10728887" y="444982"/>
                <a:ext cx="143280" cy="175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6EB15C-8E7B-07A6-55F3-7E96CF1046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11247" y="427342"/>
                  <a:ext cx="178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1BAD5C-185C-5829-0126-58F0336138F3}"/>
                    </a:ext>
                  </a:extLst>
                </p14:cNvPr>
                <p14:cNvContentPartPr/>
                <p14:nvPr/>
              </p14:nvContentPartPr>
              <p14:xfrm>
                <a:off x="10951367" y="435262"/>
                <a:ext cx="432000" cy="165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1BAD5C-185C-5829-0126-58F0336138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33367" y="417622"/>
                  <a:ext cx="467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F22018-A6EB-E4BC-F9EF-A9A3809003D5}"/>
                    </a:ext>
                  </a:extLst>
                </p14:cNvPr>
                <p14:cNvContentPartPr/>
                <p14:nvPr/>
              </p14:nvContentPartPr>
              <p14:xfrm>
                <a:off x="11442767" y="422302"/>
                <a:ext cx="200880" cy="137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F22018-A6EB-E4BC-F9EF-A9A3809003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25127" y="404662"/>
                  <a:ext cx="236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6FDFB30-5B4D-23E2-A5D8-4791C2CF8F28}"/>
                    </a:ext>
                  </a:extLst>
                </p14:cNvPr>
                <p14:cNvContentPartPr/>
                <p14:nvPr/>
              </p14:nvContentPartPr>
              <p14:xfrm>
                <a:off x="11473367" y="429142"/>
                <a:ext cx="366480" cy="618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6FDFB30-5B4D-23E2-A5D8-4791C2CF8F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455727" y="411502"/>
                  <a:ext cx="40212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F0E516-09EB-DF53-9ACD-DCB01917AEDE}"/>
                    </a:ext>
                  </a:extLst>
                </p14:cNvPr>
                <p14:cNvContentPartPr/>
                <p14:nvPr/>
              </p14:nvContentPartPr>
              <p14:xfrm>
                <a:off x="11232527" y="312862"/>
                <a:ext cx="6228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F0E516-09EB-DF53-9ACD-DCB01917AE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14887" y="295222"/>
                  <a:ext cx="979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F7B152E-14C2-7A17-B264-E627CD7F966B}"/>
              </a:ext>
            </a:extLst>
          </p:cNvPr>
          <p:cNvGrpSpPr/>
          <p:nvPr/>
        </p:nvGrpSpPr>
        <p:grpSpPr>
          <a:xfrm>
            <a:off x="1101767" y="891022"/>
            <a:ext cx="2048400" cy="937800"/>
            <a:chOff x="1101767" y="891022"/>
            <a:chExt cx="2048400" cy="93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6BF58D-3084-9AF4-918A-1040715B6AFF}"/>
                    </a:ext>
                  </a:extLst>
                </p14:cNvPr>
                <p14:cNvContentPartPr/>
                <p14:nvPr/>
              </p14:nvContentPartPr>
              <p14:xfrm>
                <a:off x="1137047" y="1185862"/>
                <a:ext cx="18360" cy="249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6BF58D-3084-9AF4-918A-1040715B6AF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19047" y="1168222"/>
                  <a:ext cx="540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5E2769-D961-E9B5-540A-B64D46CE9A23}"/>
                    </a:ext>
                  </a:extLst>
                </p14:cNvPr>
                <p14:cNvContentPartPr/>
                <p14:nvPr/>
              </p14:nvContentPartPr>
              <p14:xfrm>
                <a:off x="1101767" y="1112062"/>
                <a:ext cx="23400" cy="34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5E2769-D961-E9B5-540A-B64D46CE9A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3767" y="1094062"/>
                  <a:ext cx="59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F2F883-B1C3-096C-BCB2-F1743C83DF21}"/>
                    </a:ext>
                  </a:extLst>
                </p14:cNvPr>
                <p14:cNvContentPartPr/>
                <p14:nvPr/>
              </p14:nvContentPartPr>
              <p14:xfrm>
                <a:off x="1233527" y="1240582"/>
                <a:ext cx="135000" cy="192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F2F883-B1C3-096C-BCB2-F1743C83DF2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15527" y="1222942"/>
                  <a:ext cx="170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17881D8-B052-42B8-AB04-3152E842F5D0}"/>
                    </a:ext>
                  </a:extLst>
                </p14:cNvPr>
                <p14:cNvContentPartPr/>
                <p14:nvPr/>
              </p14:nvContentPartPr>
              <p14:xfrm>
                <a:off x="1435487" y="1263262"/>
                <a:ext cx="173520" cy="146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17881D8-B052-42B8-AB04-3152E842F5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17847" y="1245262"/>
                  <a:ext cx="2091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E5B2708-3CB5-B0C4-0612-3EAAA276AF5B}"/>
                    </a:ext>
                  </a:extLst>
                </p14:cNvPr>
                <p14:cNvContentPartPr/>
                <p14:nvPr/>
              </p14:nvContentPartPr>
              <p14:xfrm>
                <a:off x="1598927" y="1234462"/>
                <a:ext cx="156240" cy="594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E5B2708-3CB5-B0C4-0612-3EAAA276AF5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80927" y="1216822"/>
                  <a:ext cx="1918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77A3DD-E7CD-BD05-1A81-6B9AE19BD54A}"/>
                    </a:ext>
                  </a:extLst>
                </p14:cNvPr>
                <p14:cNvContentPartPr/>
                <p14:nvPr/>
              </p14:nvContentPartPr>
              <p14:xfrm>
                <a:off x="1866047" y="1246702"/>
                <a:ext cx="171000" cy="19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77A3DD-E7CD-BD05-1A81-6B9AE19BD5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48407" y="1228702"/>
                  <a:ext cx="206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FBE8FE-D054-E74F-3F11-04EBEC3614AE}"/>
                    </a:ext>
                  </a:extLst>
                </p14:cNvPr>
                <p14:cNvContentPartPr/>
                <p14:nvPr/>
              </p14:nvContentPartPr>
              <p14:xfrm>
                <a:off x="2115527" y="917662"/>
                <a:ext cx="307080" cy="56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FBE8FE-D054-E74F-3F11-04EBEC3614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97887" y="899662"/>
                  <a:ext cx="34272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FF5C04D-5ABF-09AD-3AFA-8425A41D46A4}"/>
                    </a:ext>
                  </a:extLst>
                </p14:cNvPr>
                <p14:cNvContentPartPr/>
                <p14:nvPr/>
              </p14:nvContentPartPr>
              <p14:xfrm>
                <a:off x="2513687" y="1193422"/>
                <a:ext cx="30600" cy="16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FF5C04D-5ABF-09AD-3AFA-8425A41D46A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95687" y="1175782"/>
                  <a:ext cx="66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9D152E8-32D6-C762-5B67-24EAF7676E4F}"/>
                    </a:ext>
                  </a:extLst>
                </p14:cNvPr>
                <p14:cNvContentPartPr/>
                <p14:nvPr/>
              </p14:nvContentPartPr>
              <p14:xfrm>
                <a:off x="2590007" y="1177942"/>
                <a:ext cx="135000" cy="18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D152E8-32D6-C762-5B67-24EAF7676E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72007" y="1159942"/>
                  <a:ext cx="170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FDA1A6-32A6-AB24-AB72-B5B2526BD709}"/>
                    </a:ext>
                  </a:extLst>
                </p14:cNvPr>
                <p14:cNvContentPartPr/>
                <p14:nvPr/>
              </p14:nvContentPartPr>
              <p14:xfrm>
                <a:off x="2803847" y="1193422"/>
                <a:ext cx="205200" cy="157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FDA1A6-32A6-AB24-AB72-B5B2526BD7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85847" y="1175782"/>
                  <a:ext cx="24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BF87FF-7AA8-C764-D1C4-C985AD822B90}"/>
                    </a:ext>
                  </a:extLst>
                </p14:cNvPr>
                <p14:cNvContentPartPr/>
                <p14:nvPr/>
              </p14:nvContentPartPr>
              <p14:xfrm>
                <a:off x="3029927" y="1144822"/>
                <a:ext cx="120240" cy="120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BF87FF-7AA8-C764-D1C4-C985AD822B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2287" y="1127182"/>
                  <a:ext cx="155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DD1049A-4EB2-0191-EEC4-873DF25D3F1A}"/>
                    </a:ext>
                  </a:extLst>
                </p14:cNvPr>
                <p14:cNvContentPartPr/>
                <p14:nvPr/>
              </p14:nvContentPartPr>
              <p14:xfrm>
                <a:off x="2923007" y="891022"/>
                <a:ext cx="30600" cy="51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DD1049A-4EB2-0191-EEC4-873DF25D3F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05367" y="873382"/>
                  <a:ext cx="66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7DBC993-6326-A72A-7611-0880803E34F3}"/>
                    </a:ext>
                  </a:extLst>
                </p14:cNvPr>
                <p14:cNvContentPartPr/>
                <p14:nvPr/>
              </p14:nvContentPartPr>
              <p14:xfrm>
                <a:off x="2178167" y="991462"/>
                <a:ext cx="367920" cy="28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7DBC993-6326-A72A-7611-0880803E34F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60527" y="973462"/>
                  <a:ext cx="40356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2385F3-D04A-6B7C-9665-F927E0197EB1}"/>
                  </a:ext>
                </a:extLst>
              </p14:cNvPr>
              <p14:cNvContentPartPr/>
              <p14:nvPr/>
            </p14:nvContentPartPr>
            <p14:xfrm>
              <a:off x="4066007" y="1151662"/>
              <a:ext cx="11520" cy="12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2385F3-D04A-6B7C-9665-F927E0197EB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048367" y="1133662"/>
                <a:ext cx="471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52BEBDD-2564-D29E-B68E-75E739338EE3}"/>
                  </a:ext>
                </a:extLst>
              </p14:cNvPr>
              <p14:cNvContentPartPr/>
              <p14:nvPr/>
            </p14:nvContentPartPr>
            <p14:xfrm>
              <a:off x="4019567" y="3913582"/>
              <a:ext cx="3177720" cy="24634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52BEBDD-2564-D29E-B68E-75E739338EE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001927" y="3895942"/>
                <a:ext cx="3213360" cy="2499120"/>
              </a:xfrm>
              <a:prstGeom prst="rect">
                <a:avLst/>
              </a:prstGeom>
            </p:spPr>
          </p:pic>
        </mc:Fallback>
      </mc:AlternateContent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9187E0C2-A085-C5F9-A6EE-7C669BF58F16}"/>
              </a:ext>
            </a:extLst>
          </p:cNvPr>
          <p:cNvCxnSpPr>
            <a:cxnSpLocks/>
          </p:cNvCxnSpPr>
          <p:nvPr/>
        </p:nvCxnSpPr>
        <p:spPr>
          <a:xfrm>
            <a:off x="3860118" y="5030302"/>
            <a:ext cx="3025498" cy="146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FBB1288-29B1-F14E-6147-302D5C2E38BA}"/>
                  </a:ext>
                </a:extLst>
              </p14:cNvPr>
              <p14:cNvContentPartPr/>
              <p14:nvPr/>
            </p14:nvContentPartPr>
            <p14:xfrm>
              <a:off x="6864647" y="4283437"/>
              <a:ext cx="155880" cy="298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FBB1288-29B1-F14E-6147-302D5C2E38B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846647" y="4265437"/>
                <a:ext cx="1915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D696B89E-2CA9-73E3-F2CF-4227CFA6CEC8}"/>
                  </a:ext>
                </a:extLst>
              </p14:cNvPr>
              <p14:cNvContentPartPr/>
              <p14:nvPr/>
            </p14:nvContentPartPr>
            <p14:xfrm>
              <a:off x="10831847" y="4635157"/>
              <a:ext cx="8280" cy="288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D696B89E-2CA9-73E3-F2CF-4227CFA6CEC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13847" y="4617157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1D53387-B59A-98FC-AE82-452B2C7E5E70}"/>
                  </a:ext>
                </a:extLst>
              </p14:cNvPr>
              <p14:cNvContentPartPr/>
              <p14:nvPr/>
            </p14:nvContentPartPr>
            <p14:xfrm>
              <a:off x="3255287" y="5171197"/>
              <a:ext cx="3309480" cy="164880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1D53387-B59A-98FC-AE82-452B2C7E5E7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219647" y="5099557"/>
                <a:ext cx="3381120" cy="17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C8EBF71E-B47D-B3D8-6ACD-D93D19BA938A}"/>
                  </a:ext>
                </a:extLst>
              </p14:cNvPr>
              <p14:cNvContentPartPr/>
              <p14:nvPr/>
            </p14:nvContentPartPr>
            <p14:xfrm>
              <a:off x="4630127" y="4732357"/>
              <a:ext cx="1440" cy="1224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C8EBF71E-B47D-B3D8-6ACD-D93D19BA938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12487" y="4714357"/>
                <a:ext cx="370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9FAABE91-B635-E5BF-0C1B-EC657317F3C3}"/>
                  </a:ext>
                </a:extLst>
              </p14:cNvPr>
              <p14:cNvContentPartPr/>
              <p14:nvPr/>
            </p14:nvContentPartPr>
            <p14:xfrm>
              <a:off x="-219073" y="6186757"/>
              <a:ext cx="59400" cy="17424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9FAABE91-B635-E5BF-0C1B-EC657317F3C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236713" y="6169117"/>
                <a:ext cx="950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EF5E62A-188D-B017-9B77-71DA1BC97520}"/>
                  </a:ext>
                </a:extLst>
              </p14:cNvPr>
              <p14:cNvContentPartPr/>
              <p14:nvPr/>
            </p14:nvContentPartPr>
            <p14:xfrm>
              <a:off x="508127" y="2097742"/>
              <a:ext cx="49680" cy="2012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EF5E62A-188D-B017-9B77-71DA1BC9752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90487" y="2080102"/>
                <a:ext cx="853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C6C87CE-C73B-AEBF-B18D-48124CF7A273}"/>
                  </a:ext>
                </a:extLst>
              </p14:cNvPr>
              <p14:cNvContentPartPr/>
              <p14:nvPr/>
            </p14:nvContentPartPr>
            <p14:xfrm>
              <a:off x="514607" y="1864102"/>
              <a:ext cx="204480" cy="6962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C6C87CE-C73B-AEBF-B18D-48124CF7A27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96967" y="1846102"/>
                <a:ext cx="240120" cy="73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367B475-5ABD-694C-840D-3C9EEA0539BE}"/>
                  </a:ext>
                </a:extLst>
              </p14:cNvPr>
              <p14:cNvContentPartPr/>
              <p14:nvPr/>
            </p14:nvContentPartPr>
            <p14:xfrm>
              <a:off x="1835447" y="2001622"/>
              <a:ext cx="284040" cy="341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367B475-5ABD-694C-840D-3C9EEA0539B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17447" y="1983982"/>
                <a:ext cx="31968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4C3D8CF-89A8-51D7-17F9-E5DB63217061}"/>
                  </a:ext>
                </a:extLst>
              </p14:cNvPr>
              <p14:cNvContentPartPr/>
              <p14:nvPr/>
            </p14:nvContentPartPr>
            <p14:xfrm>
              <a:off x="2166647" y="2134462"/>
              <a:ext cx="328320" cy="1864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4C3D8CF-89A8-51D7-17F9-E5DB6321706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149007" y="2116462"/>
                <a:ext cx="3639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7972801-50F4-C47E-4B0B-AC3ADCBBDA43}"/>
                  </a:ext>
                </a:extLst>
              </p14:cNvPr>
              <p14:cNvContentPartPr/>
              <p14:nvPr/>
            </p14:nvContentPartPr>
            <p14:xfrm>
              <a:off x="2502527" y="2182702"/>
              <a:ext cx="224640" cy="140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7972801-50F4-C47E-4B0B-AC3ADCBBDA4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84527" y="2165062"/>
                <a:ext cx="2602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932D6E6-535C-C83E-2264-F5E66B23A17D}"/>
                  </a:ext>
                </a:extLst>
              </p14:cNvPr>
              <p14:cNvContentPartPr/>
              <p14:nvPr/>
            </p14:nvContentPartPr>
            <p14:xfrm>
              <a:off x="2638607" y="2108182"/>
              <a:ext cx="33480" cy="2095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932D6E6-535C-C83E-2264-F5E66B23A17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620967" y="2090182"/>
                <a:ext cx="69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CF669D8-74AE-DF40-98B1-0053A4BE531C}"/>
                  </a:ext>
                </a:extLst>
              </p14:cNvPr>
              <p14:cNvContentPartPr/>
              <p14:nvPr/>
            </p14:nvContentPartPr>
            <p14:xfrm>
              <a:off x="2882687" y="1988662"/>
              <a:ext cx="217080" cy="3531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CF669D8-74AE-DF40-98B1-0053A4BE531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865047" y="1971022"/>
                <a:ext cx="25272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B96B6B7-8756-1012-9603-44AD223835BB}"/>
                  </a:ext>
                </a:extLst>
              </p14:cNvPr>
              <p14:cNvContentPartPr/>
              <p14:nvPr/>
            </p14:nvContentPartPr>
            <p14:xfrm>
              <a:off x="3113807" y="2144182"/>
              <a:ext cx="210960" cy="596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B96B6B7-8756-1012-9603-44AD223835B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096167" y="2126542"/>
                <a:ext cx="246600" cy="6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2F405D1-7F98-D0C8-A546-7A72437F3E61}"/>
                  </a:ext>
                </a:extLst>
              </p14:cNvPr>
              <p14:cNvContentPartPr/>
              <p14:nvPr/>
            </p14:nvContentPartPr>
            <p14:xfrm>
              <a:off x="8035007" y="2024302"/>
              <a:ext cx="272520" cy="2250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2F405D1-7F98-D0C8-A546-7A72437F3E6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017007" y="2006302"/>
                <a:ext cx="3081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523AAA7-E46A-D0FD-AD49-2B264D7D4B3C}"/>
                  </a:ext>
                </a:extLst>
              </p14:cNvPr>
              <p14:cNvContentPartPr/>
              <p14:nvPr/>
            </p14:nvContentPartPr>
            <p14:xfrm>
              <a:off x="8419127" y="2079742"/>
              <a:ext cx="126000" cy="302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523AAA7-E46A-D0FD-AD49-2B264D7D4B3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401127" y="2061742"/>
                <a:ext cx="161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9480294-5E35-28E3-AF68-8C94761A5643}"/>
                  </a:ext>
                </a:extLst>
              </p14:cNvPr>
              <p14:cNvContentPartPr/>
              <p14:nvPr/>
            </p14:nvContentPartPr>
            <p14:xfrm>
              <a:off x="8594807" y="1913782"/>
              <a:ext cx="323640" cy="2631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9480294-5E35-28E3-AF68-8C94761A564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577167" y="1896142"/>
                <a:ext cx="3592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25C3B75-7600-121C-8516-A98891A2F755}"/>
                  </a:ext>
                </a:extLst>
              </p14:cNvPr>
              <p14:cNvContentPartPr/>
              <p14:nvPr/>
            </p14:nvContentPartPr>
            <p14:xfrm>
              <a:off x="8853287" y="2008102"/>
              <a:ext cx="271080" cy="6321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25C3B75-7600-121C-8516-A98891A2F75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835647" y="1990462"/>
                <a:ext cx="306720" cy="6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4D8B7CD-CBE9-ED56-817E-591BE2415F96}"/>
                  </a:ext>
                </a:extLst>
              </p14:cNvPr>
              <p14:cNvContentPartPr/>
              <p14:nvPr/>
            </p14:nvContentPartPr>
            <p14:xfrm>
              <a:off x="9237767" y="1917022"/>
              <a:ext cx="252720" cy="247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4D8B7CD-CBE9-ED56-817E-591BE2415F9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220127" y="1899022"/>
                <a:ext cx="2883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092A9C1-72B8-F186-DD91-C5060FD98869}"/>
                  </a:ext>
                </a:extLst>
              </p14:cNvPr>
              <p14:cNvContentPartPr/>
              <p14:nvPr/>
            </p14:nvContentPartPr>
            <p14:xfrm>
              <a:off x="9338207" y="2140582"/>
              <a:ext cx="246240" cy="1447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092A9C1-72B8-F186-DD91-C5060FD9886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320567" y="2122582"/>
                <a:ext cx="2818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E4ED6AF-D9F9-FAEF-A07D-2758B4151394}"/>
                  </a:ext>
                </a:extLst>
              </p14:cNvPr>
              <p14:cNvContentPartPr/>
              <p14:nvPr/>
            </p14:nvContentPartPr>
            <p14:xfrm>
              <a:off x="9847967" y="1856902"/>
              <a:ext cx="505440" cy="2336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E4ED6AF-D9F9-FAEF-A07D-2758B415139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829967" y="1838902"/>
                <a:ext cx="5410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AE1E9CA-4CFE-2F8E-4DA4-B8E1A676DF99}"/>
                  </a:ext>
                </a:extLst>
              </p14:cNvPr>
              <p14:cNvContentPartPr/>
              <p14:nvPr/>
            </p14:nvContentPartPr>
            <p14:xfrm>
              <a:off x="2797007" y="2969302"/>
              <a:ext cx="209520" cy="2408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AE1E9CA-4CFE-2F8E-4DA4-B8E1A676DF9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779367" y="2951302"/>
                <a:ext cx="2451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CB721C2-83B0-B72C-394F-3B9A6ADE43B9}"/>
                  </a:ext>
                </a:extLst>
              </p14:cNvPr>
              <p14:cNvContentPartPr/>
              <p14:nvPr/>
            </p14:nvContentPartPr>
            <p14:xfrm>
              <a:off x="2949647" y="3166942"/>
              <a:ext cx="162360" cy="1332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CB721C2-83B0-B72C-394F-3B9A6ADE43B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931647" y="3149302"/>
                <a:ext cx="1980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E070D72-744B-67D4-29FA-82E7B100DA3D}"/>
                  </a:ext>
                </a:extLst>
              </p14:cNvPr>
              <p14:cNvContentPartPr/>
              <p14:nvPr/>
            </p14:nvContentPartPr>
            <p14:xfrm>
              <a:off x="3195167" y="2939782"/>
              <a:ext cx="270720" cy="2829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E070D72-744B-67D4-29FA-82E7B100DA3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177527" y="2922142"/>
                <a:ext cx="3063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66609B8-EEDE-1B5A-7B2F-4D0A397027B2}"/>
                  </a:ext>
                </a:extLst>
              </p14:cNvPr>
              <p14:cNvContentPartPr/>
              <p14:nvPr/>
            </p14:nvContentPartPr>
            <p14:xfrm>
              <a:off x="7609847" y="2937622"/>
              <a:ext cx="171720" cy="2833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66609B8-EEDE-1B5A-7B2F-4D0A397027B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591847" y="2919982"/>
                <a:ext cx="2073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0F20D14-FF59-A8D9-442C-DDA172C1C7F0}"/>
                  </a:ext>
                </a:extLst>
              </p14:cNvPr>
              <p14:cNvContentPartPr/>
              <p14:nvPr/>
            </p14:nvContentPartPr>
            <p14:xfrm>
              <a:off x="7857527" y="3042382"/>
              <a:ext cx="268200" cy="1699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0F20D14-FF59-A8D9-442C-DDA172C1C7F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839527" y="3024742"/>
                <a:ext cx="3038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1311917-8542-72F6-BB57-D1E9BC224EC6}"/>
                  </a:ext>
                </a:extLst>
              </p14:cNvPr>
              <p14:cNvContentPartPr/>
              <p14:nvPr/>
            </p14:nvContentPartPr>
            <p14:xfrm>
              <a:off x="8150927" y="3070102"/>
              <a:ext cx="117720" cy="28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1311917-8542-72F6-BB57-D1E9BC224EC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132927" y="3052102"/>
                <a:ext cx="1533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63CE475-7BE2-BBE2-7A8B-7CF9774F179B}"/>
                  </a:ext>
                </a:extLst>
              </p14:cNvPr>
              <p14:cNvContentPartPr/>
              <p14:nvPr/>
            </p14:nvContentPartPr>
            <p14:xfrm>
              <a:off x="8189087" y="2962462"/>
              <a:ext cx="50040" cy="2278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63CE475-7BE2-BBE2-7A8B-7CF9774F179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171087" y="2944822"/>
                <a:ext cx="856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11FD8E9-D154-C01A-9B56-E57668FA84FE}"/>
                  </a:ext>
                </a:extLst>
              </p14:cNvPr>
              <p14:cNvContentPartPr/>
              <p14:nvPr/>
            </p14:nvContentPartPr>
            <p14:xfrm>
              <a:off x="8448647" y="2871022"/>
              <a:ext cx="143280" cy="3247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11FD8E9-D154-C01A-9B56-E57668FA84F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431007" y="2853022"/>
                <a:ext cx="1789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64D8B3D-F19B-2A91-16A4-0F85ABD465A3}"/>
                  </a:ext>
                </a:extLst>
              </p14:cNvPr>
              <p14:cNvContentPartPr/>
              <p14:nvPr/>
            </p14:nvContentPartPr>
            <p14:xfrm>
              <a:off x="8445047" y="3034822"/>
              <a:ext cx="307800" cy="536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64D8B3D-F19B-2A91-16A4-0F85ABD465A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427047" y="3017182"/>
                <a:ext cx="34344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8B4D16C-19EE-07E1-1892-85170845EC94}"/>
                  </a:ext>
                </a:extLst>
              </p14:cNvPr>
              <p14:cNvContentPartPr/>
              <p14:nvPr/>
            </p14:nvContentPartPr>
            <p14:xfrm>
              <a:off x="9037967" y="2908822"/>
              <a:ext cx="178560" cy="2113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8B4D16C-19EE-07E1-1892-85170845EC9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020327" y="2890822"/>
                <a:ext cx="2142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FE1B960-4CC0-F1C0-6761-9D7E63EE048E}"/>
                  </a:ext>
                </a:extLst>
              </p14:cNvPr>
              <p14:cNvContentPartPr/>
              <p14:nvPr/>
            </p14:nvContentPartPr>
            <p14:xfrm>
              <a:off x="9155327" y="3102142"/>
              <a:ext cx="210960" cy="1080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FE1B960-4CC0-F1C0-6761-9D7E63EE048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137687" y="3084502"/>
                <a:ext cx="2466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654F201-29D6-C7B6-EABC-E041692D3C68}"/>
                  </a:ext>
                </a:extLst>
              </p14:cNvPr>
              <p14:cNvContentPartPr/>
              <p14:nvPr/>
            </p14:nvContentPartPr>
            <p14:xfrm>
              <a:off x="9607127" y="2835022"/>
              <a:ext cx="38160" cy="2800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654F201-29D6-C7B6-EABC-E041692D3C6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589487" y="2817382"/>
                <a:ext cx="738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3A671DB-B1A8-F764-7EFD-24408D096380}"/>
                  </a:ext>
                </a:extLst>
              </p14:cNvPr>
              <p14:cNvContentPartPr/>
              <p14:nvPr/>
            </p14:nvContentPartPr>
            <p14:xfrm>
              <a:off x="9782807" y="2837182"/>
              <a:ext cx="151200" cy="2167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3A671DB-B1A8-F764-7EFD-24408D0963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765167" y="2819182"/>
                <a:ext cx="1868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15EEFA8-FA79-7E2A-826A-4EC951BE566A}"/>
                  </a:ext>
                </a:extLst>
              </p14:cNvPr>
              <p14:cNvContentPartPr/>
              <p14:nvPr/>
            </p14:nvContentPartPr>
            <p14:xfrm>
              <a:off x="10138127" y="2864182"/>
              <a:ext cx="4680" cy="244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15EEFA8-FA79-7E2A-826A-4EC951BE566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120127" y="2846542"/>
                <a:ext cx="403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8A3EB30-FFAA-1380-18E9-C83A293C9782}"/>
                  </a:ext>
                </a:extLst>
              </p14:cNvPr>
              <p14:cNvContentPartPr/>
              <p14:nvPr/>
            </p14:nvContentPartPr>
            <p14:xfrm>
              <a:off x="9980807" y="3052102"/>
              <a:ext cx="175320" cy="2646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8A3EB30-FFAA-1380-18E9-C83A293C978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962807" y="3034462"/>
                <a:ext cx="2109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6935753-CEFB-2721-57F2-C2F6B4464447}"/>
                  </a:ext>
                </a:extLst>
              </p14:cNvPr>
              <p14:cNvContentPartPr/>
              <p14:nvPr/>
            </p14:nvContentPartPr>
            <p14:xfrm>
              <a:off x="10682087" y="2947342"/>
              <a:ext cx="208800" cy="1681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6935753-CEFB-2721-57F2-C2F6B446444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664087" y="2929702"/>
                <a:ext cx="2444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F8F72B2-008C-EEDE-47DA-B5EEFC757020}"/>
                  </a:ext>
                </a:extLst>
              </p14:cNvPr>
              <p14:cNvContentPartPr/>
              <p14:nvPr/>
            </p14:nvContentPartPr>
            <p14:xfrm>
              <a:off x="10978007" y="2878582"/>
              <a:ext cx="146160" cy="2217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F8F72B2-008C-EEDE-47DA-B5EEFC75702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960367" y="2860582"/>
                <a:ext cx="18180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AFC5B90-B678-4597-B0DA-2D1B47C10389}"/>
                  </a:ext>
                </a:extLst>
              </p14:cNvPr>
              <p14:cNvContentPartPr/>
              <p14:nvPr/>
            </p14:nvContentPartPr>
            <p14:xfrm>
              <a:off x="11071607" y="3063982"/>
              <a:ext cx="124920" cy="1184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AFC5B90-B678-4597-B0DA-2D1B47C1038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053967" y="3045982"/>
                <a:ext cx="1605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32AE35B-AE15-BBA0-DF3F-8D5DA572E0CE}"/>
                  </a:ext>
                </a:extLst>
              </p14:cNvPr>
              <p14:cNvContentPartPr/>
              <p14:nvPr/>
            </p14:nvContentPartPr>
            <p14:xfrm>
              <a:off x="11331887" y="2854102"/>
              <a:ext cx="191880" cy="234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32AE35B-AE15-BBA0-DF3F-8D5DA572E0C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313887" y="2836102"/>
                <a:ext cx="2275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16033DC-E13D-E415-803F-FF82DBA92FB7}"/>
                  </a:ext>
                </a:extLst>
              </p14:cNvPr>
              <p14:cNvContentPartPr/>
              <p14:nvPr/>
            </p14:nvContentPartPr>
            <p14:xfrm>
              <a:off x="11501807" y="3102862"/>
              <a:ext cx="106200" cy="1177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16033DC-E13D-E415-803F-FF82DBA92FB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1483807" y="3085222"/>
                <a:ext cx="14184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277E9D1-62B0-FBBA-5AB5-69EF55459B7C}"/>
                  </a:ext>
                </a:extLst>
              </p14:cNvPr>
              <p14:cNvContentPartPr/>
              <p14:nvPr/>
            </p14:nvContentPartPr>
            <p14:xfrm>
              <a:off x="10592807" y="3544582"/>
              <a:ext cx="148680" cy="3517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277E9D1-62B0-FBBA-5AB5-69EF55459B7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574807" y="3526582"/>
                <a:ext cx="18432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26A0445-8F2D-6F51-2FCA-A4F5572A11C9}"/>
                  </a:ext>
                </a:extLst>
              </p14:cNvPr>
              <p14:cNvContentPartPr/>
              <p14:nvPr/>
            </p14:nvContentPartPr>
            <p14:xfrm>
              <a:off x="11006807" y="3384022"/>
              <a:ext cx="199440" cy="2869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26A0445-8F2D-6F51-2FCA-A4F5572A11C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989167" y="3366022"/>
                <a:ext cx="2350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DD281F-DEC1-1BFE-CB7D-4C3264EBB613}"/>
                  </a:ext>
                </a:extLst>
              </p14:cNvPr>
              <p14:cNvContentPartPr/>
              <p14:nvPr/>
            </p14:nvContentPartPr>
            <p14:xfrm>
              <a:off x="11082407" y="3613342"/>
              <a:ext cx="247320" cy="1584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DD281F-DEC1-1BFE-CB7D-4C3264EBB61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064767" y="3595342"/>
                <a:ext cx="2829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BDDAEDE-4C0A-9CF6-EB00-3478A7174911}"/>
                  </a:ext>
                </a:extLst>
              </p14:cNvPr>
              <p14:cNvContentPartPr/>
              <p14:nvPr/>
            </p14:nvContentPartPr>
            <p14:xfrm>
              <a:off x="11413247" y="3413902"/>
              <a:ext cx="283680" cy="2516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BDDAEDE-4C0A-9CF6-EB00-3478A717491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395247" y="3396262"/>
                <a:ext cx="3193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3C001285-9539-317D-493B-6BC9B7BA61F1}"/>
                  </a:ext>
                </a:extLst>
              </p14:cNvPr>
              <p14:cNvContentPartPr/>
              <p14:nvPr/>
            </p14:nvContentPartPr>
            <p14:xfrm>
              <a:off x="7869407" y="4405477"/>
              <a:ext cx="143640" cy="26892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3C001285-9539-317D-493B-6BC9B7BA61F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851407" y="4387837"/>
                <a:ext cx="17928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D81837C-A979-CE44-D9D8-DF8741BA7F82}"/>
                  </a:ext>
                </a:extLst>
              </p14:cNvPr>
              <p14:cNvContentPartPr/>
              <p14:nvPr/>
            </p14:nvContentPartPr>
            <p14:xfrm>
              <a:off x="8078207" y="4442197"/>
              <a:ext cx="136440" cy="2098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D81837C-A979-CE44-D9D8-DF8741BA7F8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060207" y="4424557"/>
                <a:ext cx="1720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92A68A7D-303D-69A1-66A8-928DB8D2AB2F}"/>
                  </a:ext>
                </a:extLst>
              </p14:cNvPr>
              <p14:cNvContentPartPr/>
              <p14:nvPr/>
            </p14:nvContentPartPr>
            <p14:xfrm>
              <a:off x="8307167" y="4422037"/>
              <a:ext cx="122400" cy="22752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92A68A7D-303D-69A1-66A8-928DB8D2AB2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289527" y="4404397"/>
                <a:ext cx="1580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E6EF375C-80BF-F290-327C-9C7FBD7D93DD}"/>
                  </a:ext>
                </a:extLst>
              </p14:cNvPr>
              <p14:cNvContentPartPr/>
              <p14:nvPr/>
            </p14:nvContentPartPr>
            <p14:xfrm>
              <a:off x="9023207" y="4464157"/>
              <a:ext cx="231840" cy="16452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E6EF375C-80BF-F290-327C-9C7FBD7D93DD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005567" y="4446517"/>
                <a:ext cx="2674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DA704D2-FCE4-8822-CC10-C98BC63B22B6}"/>
                  </a:ext>
                </a:extLst>
              </p14:cNvPr>
              <p14:cNvContentPartPr/>
              <p14:nvPr/>
            </p14:nvContentPartPr>
            <p14:xfrm>
              <a:off x="9248927" y="4455157"/>
              <a:ext cx="136080" cy="1353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DA704D2-FCE4-8822-CC10-C98BC63B22B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231287" y="4437157"/>
                <a:ext cx="1717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A6B6D6A7-8EF5-DFC3-59CA-DD476485DF50}"/>
                  </a:ext>
                </a:extLst>
              </p14:cNvPr>
              <p14:cNvContentPartPr/>
              <p14:nvPr/>
            </p14:nvContentPartPr>
            <p14:xfrm>
              <a:off x="9288527" y="4437877"/>
              <a:ext cx="66600" cy="1533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A6B6D6A7-8EF5-DFC3-59CA-DD476485DF5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270887" y="4419877"/>
                <a:ext cx="1022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36502158-03DC-0A3B-CDEB-A3D260352EB0}"/>
                  </a:ext>
                </a:extLst>
              </p14:cNvPr>
              <p14:cNvContentPartPr/>
              <p14:nvPr/>
            </p14:nvContentPartPr>
            <p14:xfrm>
              <a:off x="9429647" y="4415557"/>
              <a:ext cx="182160" cy="17460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36502158-03DC-0A3B-CDEB-A3D260352EB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412007" y="4397557"/>
                <a:ext cx="2178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358D97AD-7BB7-1D17-C18F-BBFC1F3177FA}"/>
                  </a:ext>
                </a:extLst>
              </p14:cNvPr>
              <p14:cNvContentPartPr/>
              <p14:nvPr/>
            </p14:nvContentPartPr>
            <p14:xfrm>
              <a:off x="12056927" y="4861597"/>
              <a:ext cx="5760" cy="194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358D97AD-7BB7-1D17-C18F-BBFC1F3177F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2039287" y="4843597"/>
                <a:ext cx="414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85F356E1-291F-A2EA-6376-3B92F17B3D91}"/>
                  </a:ext>
                </a:extLst>
              </p14:cNvPr>
              <p14:cNvContentPartPr/>
              <p14:nvPr/>
            </p14:nvContentPartPr>
            <p14:xfrm>
              <a:off x="9842567" y="4448317"/>
              <a:ext cx="232200" cy="936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85F356E1-291F-A2EA-6376-3B92F17B3D9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824927" y="4430317"/>
                <a:ext cx="2678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ACDDBF9-7BB8-3F62-CF89-36910F71CD10}"/>
                  </a:ext>
                </a:extLst>
              </p14:cNvPr>
              <p14:cNvContentPartPr/>
              <p14:nvPr/>
            </p14:nvContentPartPr>
            <p14:xfrm>
              <a:off x="9945167" y="4417357"/>
              <a:ext cx="36000" cy="1789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ACDDBF9-7BB8-3F62-CF89-36910F71CD1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927167" y="4399717"/>
                <a:ext cx="716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0AEE07D-0572-12C8-33B9-8C642292D715}"/>
                  </a:ext>
                </a:extLst>
              </p14:cNvPr>
              <p14:cNvContentPartPr/>
              <p14:nvPr/>
            </p14:nvContentPartPr>
            <p14:xfrm>
              <a:off x="10240727" y="4332037"/>
              <a:ext cx="125280" cy="2419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0AEE07D-0572-12C8-33B9-8C642292D71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222727" y="4314037"/>
                <a:ext cx="1609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880E4411-69A1-D117-CFA4-182E1A6CCE4F}"/>
                  </a:ext>
                </a:extLst>
              </p14:cNvPr>
              <p14:cNvContentPartPr/>
              <p14:nvPr/>
            </p14:nvContentPartPr>
            <p14:xfrm>
              <a:off x="10433687" y="4395757"/>
              <a:ext cx="148680" cy="1425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880E4411-69A1-D117-CFA4-182E1A6CCE4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415687" y="4377757"/>
                <a:ext cx="1843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4B6EF66F-0CCE-0D8C-21D2-4CB87338C47A}"/>
                  </a:ext>
                </a:extLst>
              </p14:cNvPr>
              <p14:cNvContentPartPr/>
              <p14:nvPr/>
            </p14:nvContentPartPr>
            <p14:xfrm>
              <a:off x="10486607" y="4390717"/>
              <a:ext cx="106560" cy="1987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4B6EF66F-0CCE-0D8C-21D2-4CB87338C47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468967" y="4373077"/>
                <a:ext cx="1422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02972FD0-C6A1-CDD5-82BD-16CE1BDE7C25}"/>
                  </a:ext>
                </a:extLst>
              </p14:cNvPr>
              <p14:cNvContentPartPr/>
              <p14:nvPr/>
            </p14:nvContentPartPr>
            <p14:xfrm>
              <a:off x="10601087" y="4355077"/>
              <a:ext cx="253080" cy="2012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02972FD0-C6A1-CDD5-82BD-16CE1BDE7C2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583447" y="4337077"/>
                <a:ext cx="2887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A9BF715E-EB9D-9700-0579-1577BA5908B4}"/>
                  </a:ext>
                </a:extLst>
              </p14:cNvPr>
              <p14:cNvContentPartPr/>
              <p14:nvPr/>
            </p14:nvContentPartPr>
            <p14:xfrm>
              <a:off x="10976927" y="4439317"/>
              <a:ext cx="140400" cy="1548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A9BF715E-EB9D-9700-0579-1577BA5908B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958927" y="4421677"/>
                <a:ext cx="1760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E287EA94-38EC-8034-A130-978638006F5F}"/>
                  </a:ext>
                </a:extLst>
              </p14:cNvPr>
              <p14:cNvContentPartPr/>
              <p14:nvPr/>
            </p14:nvContentPartPr>
            <p14:xfrm>
              <a:off x="11023727" y="4519597"/>
              <a:ext cx="144360" cy="284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E287EA94-38EC-8034-A130-978638006F5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005727" y="4501597"/>
                <a:ext cx="1800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8C35DE9A-D77E-208E-FAE0-020A4B2DDFBC}"/>
                  </a:ext>
                </a:extLst>
              </p14:cNvPr>
              <p14:cNvContentPartPr/>
              <p14:nvPr/>
            </p14:nvContentPartPr>
            <p14:xfrm>
              <a:off x="11331527" y="4302157"/>
              <a:ext cx="254520" cy="2440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8C35DE9A-D77E-208E-FAE0-020A4B2DDFB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313887" y="4284157"/>
                <a:ext cx="2901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21664DBE-193B-352E-EB6A-91929BB766F1}"/>
                  </a:ext>
                </a:extLst>
              </p14:cNvPr>
              <p14:cNvContentPartPr/>
              <p14:nvPr/>
            </p14:nvContentPartPr>
            <p14:xfrm>
              <a:off x="11371127" y="4598077"/>
              <a:ext cx="360" cy="3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21664DBE-193B-352E-EB6A-91929BB766F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353487" y="45800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00FA44E-D02F-2525-737F-CE96E7FEF762}"/>
                  </a:ext>
                </a:extLst>
              </p14:cNvPr>
              <p14:cNvContentPartPr/>
              <p14:nvPr/>
            </p14:nvContentPartPr>
            <p14:xfrm>
              <a:off x="11716367" y="4310437"/>
              <a:ext cx="150840" cy="2167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00FA44E-D02F-2525-737F-CE96E7FEF76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1698367" y="4292437"/>
                <a:ext cx="1864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9734B62-7B27-C403-49F9-936F0891A927}"/>
                  </a:ext>
                </a:extLst>
              </p14:cNvPr>
              <p14:cNvContentPartPr/>
              <p14:nvPr/>
            </p14:nvContentPartPr>
            <p14:xfrm>
              <a:off x="11730407" y="4517797"/>
              <a:ext cx="161280" cy="666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9734B62-7B27-C403-49F9-936F0891A92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712767" y="4499797"/>
                <a:ext cx="1969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70F60189-CEE9-10A1-706A-2E1FC55A61D2}"/>
                  </a:ext>
                </a:extLst>
              </p14:cNvPr>
              <p14:cNvContentPartPr/>
              <p14:nvPr/>
            </p14:nvContentPartPr>
            <p14:xfrm>
              <a:off x="11967287" y="4256077"/>
              <a:ext cx="129240" cy="3150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70F60189-CEE9-10A1-706A-2E1FC55A61D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1949647" y="4238077"/>
                <a:ext cx="1648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633BD739-D8BD-67DF-00F1-0984FBFF479B}"/>
                  </a:ext>
                </a:extLst>
              </p14:cNvPr>
              <p14:cNvContentPartPr/>
              <p14:nvPr/>
            </p14:nvContentPartPr>
            <p14:xfrm>
              <a:off x="11560847" y="4679077"/>
              <a:ext cx="15480" cy="111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633BD739-D8BD-67DF-00F1-0984FBFF479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1543207" y="4661077"/>
                <a:ext cx="511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E3A3A18B-CD0A-B6A3-F71A-518F8A5A4EED}"/>
                  </a:ext>
                </a:extLst>
              </p14:cNvPr>
              <p14:cNvContentPartPr/>
              <p14:nvPr/>
            </p14:nvContentPartPr>
            <p14:xfrm>
              <a:off x="8020247" y="4928197"/>
              <a:ext cx="599760" cy="27828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E3A3A18B-CD0A-B6A3-F71A-518F8A5A4EE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002247" y="4910557"/>
                <a:ext cx="6354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AE411C69-51A9-5A7C-9A2B-979A8EF83A93}"/>
                  </a:ext>
                </a:extLst>
              </p14:cNvPr>
              <p14:cNvContentPartPr/>
              <p14:nvPr/>
            </p14:nvContentPartPr>
            <p14:xfrm>
              <a:off x="8566367" y="4888597"/>
              <a:ext cx="34200" cy="2448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AE411C69-51A9-5A7C-9A2B-979A8EF83A9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548367" y="4870957"/>
                <a:ext cx="698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40C8533-A81A-4706-5486-A43109205A37}"/>
                  </a:ext>
                </a:extLst>
              </p14:cNvPr>
              <p14:cNvContentPartPr/>
              <p14:nvPr/>
            </p14:nvContentPartPr>
            <p14:xfrm>
              <a:off x="8654927" y="4911997"/>
              <a:ext cx="399600" cy="2656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40C8533-A81A-4706-5486-A43109205A3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637287" y="4894357"/>
                <a:ext cx="4352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6B9AF2EE-75D2-780C-7F7C-7062B93A3AC5}"/>
                  </a:ext>
                </a:extLst>
              </p14:cNvPr>
              <p14:cNvContentPartPr/>
              <p14:nvPr/>
            </p14:nvContentPartPr>
            <p14:xfrm>
              <a:off x="9278087" y="4975717"/>
              <a:ext cx="48600" cy="1944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6B9AF2EE-75D2-780C-7F7C-7062B93A3AC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260447" y="4958077"/>
                <a:ext cx="842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EA1D00FF-E106-48BA-170E-71BA5003E15F}"/>
                  </a:ext>
                </a:extLst>
              </p14:cNvPr>
              <p14:cNvContentPartPr/>
              <p14:nvPr/>
            </p14:nvContentPartPr>
            <p14:xfrm>
              <a:off x="9423527" y="4989037"/>
              <a:ext cx="124200" cy="1677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EA1D00FF-E106-48BA-170E-71BA5003E15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405527" y="4971037"/>
                <a:ext cx="1598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F13819E4-7F60-A6E6-95AB-8C02CF85EAC8}"/>
                  </a:ext>
                </a:extLst>
              </p14:cNvPr>
              <p14:cNvContentPartPr/>
              <p14:nvPr/>
            </p14:nvContentPartPr>
            <p14:xfrm>
              <a:off x="9286727" y="4914877"/>
              <a:ext cx="64080" cy="2304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F13819E4-7F60-A6E6-95AB-8C02CF85EAC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269087" y="4896877"/>
                <a:ext cx="9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6323037-12B3-659E-67D2-C184D2BA5161}"/>
                  </a:ext>
                </a:extLst>
              </p14:cNvPr>
              <p14:cNvContentPartPr/>
              <p14:nvPr/>
            </p14:nvContentPartPr>
            <p14:xfrm>
              <a:off x="9851927" y="4848277"/>
              <a:ext cx="997200" cy="3376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6323037-12B3-659E-67D2-C184D2BA5161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833927" y="4830277"/>
                <a:ext cx="103284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B015B8D-2AEB-6043-23B0-C5E3735E286F}"/>
                  </a:ext>
                </a:extLst>
              </p14:cNvPr>
              <p14:cNvContentPartPr/>
              <p14:nvPr/>
            </p14:nvContentPartPr>
            <p14:xfrm>
              <a:off x="9890447" y="4942597"/>
              <a:ext cx="275760" cy="493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B015B8D-2AEB-6043-23B0-C5E3735E286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872447" y="4924597"/>
                <a:ext cx="3114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3216B74-40CF-D2C6-D090-47DECFC32EA5}"/>
                  </a:ext>
                </a:extLst>
              </p14:cNvPr>
              <p14:cNvContentPartPr/>
              <p14:nvPr/>
            </p14:nvContentPartPr>
            <p14:xfrm>
              <a:off x="284927" y="4239022"/>
              <a:ext cx="11520" cy="1990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3216B74-40CF-D2C6-D090-47DECFC32EA5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66927" y="4221022"/>
                <a:ext cx="471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80B5B2F-58BC-6F38-7A6E-DEA75B92F7C1}"/>
                  </a:ext>
                </a:extLst>
              </p14:cNvPr>
              <p14:cNvContentPartPr/>
              <p14:nvPr/>
            </p14:nvContentPartPr>
            <p14:xfrm>
              <a:off x="282767" y="4049302"/>
              <a:ext cx="146160" cy="8128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80B5B2F-58BC-6F38-7A6E-DEA75B92F7C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64767" y="4031302"/>
                <a:ext cx="181800" cy="84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78BA7F5-7A59-B01F-2EEF-AF22D8F8EF7D}"/>
                  </a:ext>
                </a:extLst>
              </p14:cNvPr>
              <p14:cNvContentPartPr/>
              <p14:nvPr/>
            </p14:nvContentPartPr>
            <p14:xfrm>
              <a:off x="867047" y="4168102"/>
              <a:ext cx="225000" cy="3625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78BA7F5-7A59-B01F-2EEF-AF22D8F8EF7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49047" y="4150102"/>
                <a:ext cx="26064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465DBBA-DE49-CCBD-E116-CCF28B91602C}"/>
                  </a:ext>
                </a:extLst>
              </p14:cNvPr>
              <p14:cNvContentPartPr/>
              <p14:nvPr/>
            </p14:nvContentPartPr>
            <p14:xfrm>
              <a:off x="1128767" y="4337302"/>
              <a:ext cx="253440" cy="1764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465DBBA-DE49-CCBD-E116-CCF28B91602C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111127" y="4319662"/>
                <a:ext cx="2890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E2890F5-DC4A-AF30-06B0-BDA4C27F86D9}"/>
                  </a:ext>
                </a:extLst>
              </p14:cNvPr>
              <p14:cNvContentPartPr/>
              <p14:nvPr/>
            </p14:nvContentPartPr>
            <p14:xfrm>
              <a:off x="1414967" y="4354582"/>
              <a:ext cx="148320" cy="273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E2890F5-DC4A-AF30-06B0-BDA4C27F86D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397327" y="4336582"/>
                <a:ext cx="1839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FDBC442-71A6-1CE6-2B5A-72A48C0E267D}"/>
                  </a:ext>
                </a:extLst>
              </p14:cNvPr>
              <p14:cNvContentPartPr/>
              <p14:nvPr/>
            </p14:nvContentPartPr>
            <p14:xfrm>
              <a:off x="1475447" y="4273582"/>
              <a:ext cx="34200" cy="1944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FDBC442-71A6-1CE6-2B5A-72A48C0E267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457807" y="4255942"/>
                <a:ext cx="698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8F082BE-281E-B7B6-D999-36CA83EEDDEC}"/>
                  </a:ext>
                </a:extLst>
              </p14:cNvPr>
              <p14:cNvContentPartPr/>
              <p14:nvPr/>
            </p14:nvContentPartPr>
            <p14:xfrm>
              <a:off x="1628447" y="4163782"/>
              <a:ext cx="185760" cy="300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8F082BE-281E-B7B6-D999-36CA83EEDDE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610807" y="4145782"/>
                <a:ext cx="2214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B339E2AB-C03E-A234-0C85-F6D3958F3A25}"/>
                  </a:ext>
                </a:extLst>
              </p14:cNvPr>
              <p14:cNvContentPartPr/>
              <p14:nvPr/>
            </p14:nvContentPartPr>
            <p14:xfrm>
              <a:off x="1826447" y="4320742"/>
              <a:ext cx="174600" cy="5335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B339E2AB-C03E-A234-0C85-F6D3958F3A2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808807" y="4302742"/>
                <a:ext cx="21024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7B2B109-ACF5-8EB3-41EB-F3E1CF599443}"/>
                  </a:ext>
                </a:extLst>
              </p14:cNvPr>
              <p14:cNvContentPartPr/>
              <p14:nvPr/>
            </p14:nvContentPartPr>
            <p14:xfrm>
              <a:off x="2277887" y="4207702"/>
              <a:ext cx="201240" cy="2268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7B2B109-ACF5-8EB3-41EB-F3E1CF599443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260247" y="4190062"/>
                <a:ext cx="2368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6659BD3-6FD5-753D-5903-961A3F1147CC}"/>
                  </a:ext>
                </a:extLst>
              </p14:cNvPr>
              <p14:cNvContentPartPr/>
              <p14:nvPr/>
            </p14:nvContentPartPr>
            <p14:xfrm>
              <a:off x="2290487" y="4480942"/>
              <a:ext cx="196920" cy="802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6659BD3-6FD5-753D-5903-961A3F1147CC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272487" y="4462942"/>
                <a:ext cx="2325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A067D00-FEF4-EE3B-49A2-AA70B591E0DB}"/>
                  </a:ext>
                </a:extLst>
              </p14:cNvPr>
              <p14:cNvContentPartPr/>
              <p14:nvPr/>
            </p14:nvContentPartPr>
            <p14:xfrm>
              <a:off x="2959007" y="4060102"/>
              <a:ext cx="192600" cy="3006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A067D00-FEF4-EE3B-49A2-AA70B591E0DB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941007" y="4042462"/>
                <a:ext cx="22824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E8FC3AC-0D55-1A76-E6B9-4E406BAF9F4D}"/>
                  </a:ext>
                </a:extLst>
              </p14:cNvPr>
              <p14:cNvContentPartPr/>
              <p14:nvPr/>
            </p14:nvContentPartPr>
            <p14:xfrm>
              <a:off x="4040807" y="4464742"/>
              <a:ext cx="3960" cy="28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E8FC3AC-0D55-1A76-E6B9-4E406BAF9F4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022807" y="4447102"/>
                <a:ext cx="396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8FFE6FC9-C84C-3FEE-506E-C338368B9313}"/>
                  </a:ext>
                </a:extLst>
              </p14:cNvPr>
              <p14:cNvContentPartPr/>
              <p14:nvPr/>
            </p14:nvContentPartPr>
            <p14:xfrm>
              <a:off x="489767" y="5018062"/>
              <a:ext cx="283680" cy="3700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8FFE6FC9-C84C-3FEE-506E-C338368B9313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72127" y="5000422"/>
                <a:ext cx="31932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0802A06-4728-B2C4-E4DB-150ED94C25B3}"/>
                  </a:ext>
                </a:extLst>
              </p14:cNvPr>
              <p14:cNvContentPartPr/>
              <p14:nvPr/>
            </p14:nvContentPartPr>
            <p14:xfrm>
              <a:off x="796847" y="5209942"/>
              <a:ext cx="277560" cy="1501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0802A06-4728-B2C4-E4DB-150ED94C25B3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78847" y="5192302"/>
                <a:ext cx="313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B2AD4EA-5AAE-7041-1CEA-2899D1F904C5}"/>
                  </a:ext>
                </a:extLst>
              </p14:cNvPr>
              <p14:cNvContentPartPr/>
              <p14:nvPr/>
            </p14:nvContentPartPr>
            <p14:xfrm>
              <a:off x="1094927" y="5207422"/>
              <a:ext cx="164880" cy="313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B2AD4EA-5AAE-7041-1CEA-2899D1F904C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76927" y="5189782"/>
                <a:ext cx="2005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73991197-97CF-7AAB-97CB-7DD5666CCC80}"/>
                  </a:ext>
                </a:extLst>
              </p14:cNvPr>
              <p14:cNvContentPartPr/>
              <p14:nvPr/>
            </p14:nvContentPartPr>
            <p14:xfrm>
              <a:off x="1187087" y="5127142"/>
              <a:ext cx="28800" cy="2368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73991197-97CF-7AAB-97CB-7DD5666CCC80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69087" y="5109502"/>
                <a:ext cx="644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1488D36-16DD-2C60-079D-6AD51A6184E7}"/>
                  </a:ext>
                </a:extLst>
              </p14:cNvPr>
              <p14:cNvContentPartPr/>
              <p14:nvPr/>
            </p14:nvContentPartPr>
            <p14:xfrm>
              <a:off x="1362047" y="5034262"/>
              <a:ext cx="159840" cy="3618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1488D36-16DD-2C60-079D-6AD51A6184E7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344407" y="5016622"/>
                <a:ext cx="1954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D0EB769-D943-3C5D-5681-F3F7FFB813AC}"/>
                  </a:ext>
                </a:extLst>
              </p14:cNvPr>
              <p14:cNvContentPartPr/>
              <p14:nvPr/>
            </p14:nvContentPartPr>
            <p14:xfrm>
              <a:off x="1547447" y="5255302"/>
              <a:ext cx="204480" cy="5248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D0EB769-D943-3C5D-5681-F3F7FFB813A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529447" y="5237302"/>
                <a:ext cx="24012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E902972-FED0-2D6B-B0F7-C5D3FF70C436}"/>
                  </a:ext>
                </a:extLst>
              </p14:cNvPr>
              <p14:cNvContentPartPr/>
              <p14:nvPr/>
            </p14:nvContentPartPr>
            <p14:xfrm>
              <a:off x="1940927" y="5211742"/>
              <a:ext cx="146880" cy="493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E902972-FED0-2D6B-B0F7-C5D3FF70C43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922927" y="5194102"/>
                <a:ext cx="1825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4829B3D-C645-672E-BB03-074F7EF04202}"/>
                  </a:ext>
                </a:extLst>
              </p14:cNvPr>
              <p14:cNvContentPartPr/>
              <p14:nvPr/>
            </p14:nvContentPartPr>
            <p14:xfrm>
              <a:off x="1948487" y="5292382"/>
              <a:ext cx="151920" cy="457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4829B3D-C645-672E-BB03-074F7EF04202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930487" y="5274382"/>
                <a:ext cx="1875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B527D4E-17F8-3820-6EDB-8D40A91F4259}"/>
                  </a:ext>
                </a:extLst>
              </p14:cNvPr>
              <p14:cNvContentPartPr/>
              <p14:nvPr/>
            </p14:nvContentPartPr>
            <p14:xfrm>
              <a:off x="2404967" y="5030302"/>
              <a:ext cx="222120" cy="3877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B527D4E-17F8-3820-6EDB-8D40A91F425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386967" y="5012302"/>
                <a:ext cx="25776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D6D364D-4376-569A-6B5A-77A230B21308}"/>
                  </a:ext>
                </a:extLst>
              </p14:cNvPr>
              <p14:cNvContentPartPr/>
              <p14:nvPr/>
            </p14:nvContentPartPr>
            <p14:xfrm>
              <a:off x="226607" y="5963422"/>
              <a:ext cx="209880" cy="2034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D6D364D-4376-569A-6B5A-77A230B2130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08607" y="5945782"/>
                <a:ext cx="2455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429BE2B-EEFC-72AD-0652-7FDD9D9CAF6E}"/>
                  </a:ext>
                </a:extLst>
              </p14:cNvPr>
              <p14:cNvContentPartPr/>
              <p14:nvPr/>
            </p14:nvContentPartPr>
            <p14:xfrm>
              <a:off x="480047" y="6042262"/>
              <a:ext cx="70200" cy="165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429BE2B-EEFC-72AD-0652-7FDD9D9CAF6E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62407" y="6024262"/>
                <a:ext cx="105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96603B8-1F73-330F-572E-F571851A14C6}"/>
                  </a:ext>
                </a:extLst>
              </p14:cNvPr>
              <p14:cNvContentPartPr/>
              <p14:nvPr/>
            </p14:nvContentPartPr>
            <p14:xfrm>
              <a:off x="494087" y="6085822"/>
              <a:ext cx="137880" cy="558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96603B8-1F73-330F-572E-F571851A14C6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476447" y="6067822"/>
                <a:ext cx="1735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E6AAA68-3522-2729-29D6-C532242DA068}"/>
                  </a:ext>
                </a:extLst>
              </p14:cNvPr>
              <p14:cNvContentPartPr/>
              <p14:nvPr/>
            </p14:nvContentPartPr>
            <p14:xfrm>
              <a:off x="720527" y="5926702"/>
              <a:ext cx="127440" cy="1681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E6AAA68-3522-2729-29D6-C532242DA06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02527" y="5909062"/>
                <a:ext cx="1630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9063A63-DE44-B062-A842-5E24E07C652C}"/>
                  </a:ext>
                </a:extLst>
              </p14:cNvPr>
              <p14:cNvContentPartPr/>
              <p14:nvPr/>
            </p14:nvContentPartPr>
            <p14:xfrm>
              <a:off x="944447" y="6103102"/>
              <a:ext cx="83520" cy="1396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9063A63-DE44-B062-A842-5E24E07C652C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26807" y="6085462"/>
                <a:ext cx="1191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EBC6B776-3E94-71EF-404B-C1FCE28BD19D}"/>
                  </a:ext>
                </a:extLst>
              </p14:cNvPr>
              <p14:cNvContentPartPr/>
              <p14:nvPr/>
            </p14:nvContentPartPr>
            <p14:xfrm>
              <a:off x="1147487" y="6037222"/>
              <a:ext cx="251280" cy="4071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EBC6B776-3E94-71EF-404B-C1FCE28BD19D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29487" y="6019582"/>
                <a:ext cx="28692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0A0FB2B-4862-1D93-EF56-A9AC042A7142}"/>
                  </a:ext>
                </a:extLst>
              </p14:cNvPr>
              <p14:cNvContentPartPr/>
              <p14:nvPr/>
            </p14:nvContentPartPr>
            <p14:xfrm>
              <a:off x="1541327" y="6028942"/>
              <a:ext cx="130320" cy="547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0A0FB2B-4862-1D93-EF56-A9AC042A714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523687" y="6010942"/>
                <a:ext cx="1659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399FD7B-E36A-4CEF-55BD-60EE3BAC26CB}"/>
                  </a:ext>
                </a:extLst>
              </p14:cNvPr>
              <p14:cNvContentPartPr/>
              <p14:nvPr/>
            </p14:nvContentPartPr>
            <p14:xfrm>
              <a:off x="1556087" y="6090862"/>
              <a:ext cx="159840" cy="568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399FD7B-E36A-4CEF-55BD-60EE3BAC26C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538447" y="6072862"/>
                <a:ext cx="1954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75101CF-09A7-5067-1C97-BE349F84872C}"/>
                  </a:ext>
                </a:extLst>
              </p14:cNvPr>
              <p14:cNvContentPartPr/>
              <p14:nvPr/>
            </p14:nvContentPartPr>
            <p14:xfrm>
              <a:off x="1892327" y="5964142"/>
              <a:ext cx="436320" cy="2242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75101CF-09A7-5067-1C97-BE349F84872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874327" y="5946502"/>
                <a:ext cx="4719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3D30F9B-4787-3034-E142-1FFD750F4072}"/>
                  </a:ext>
                </a:extLst>
              </p14:cNvPr>
              <p14:cNvContentPartPr/>
              <p14:nvPr/>
            </p14:nvContentPartPr>
            <p14:xfrm>
              <a:off x="210407" y="6468142"/>
              <a:ext cx="149400" cy="3276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3D30F9B-4787-3034-E142-1FFD750F407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92407" y="6450502"/>
                <a:ext cx="1850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2DF1179A-BE1C-0FE1-DF38-5F6800D94122}"/>
                  </a:ext>
                </a:extLst>
              </p14:cNvPr>
              <p14:cNvContentPartPr/>
              <p14:nvPr/>
            </p14:nvContentPartPr>
            <p14:xfrm>
              <a:off x="501647" y="6496942"/>
              <a:ext cx="115920" cy="277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2DF1179A-BE1C-0FE1-DF38-5F6800D94122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84007" y="6479302"/>
                <a:ext cx="1515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84504CA-008F-4D11-3172-EE3C1D84C3C1}"/>
                  </a:ext>
                </a:extLst>
              </p14:cNvPr>
              <p14:cNvContentPartPr/>
              <p14:nvPr/>
            </p14:nvContentPartPr>
            <p14:xfrm>
              <a:off x="525047" y="6578302"/>
              <a:ext cx="120960" cy="428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84504CA-008F-4D11-3172-EE3C1D84C3C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507407" y="6560302"/>
                <a:ext cx="1566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EB4E29A1-D04A-CA02-372F-D961E196613F}"/>
                  </a:ext>
                </a:extLst>
              </p14:cNvPr>
              <p14:cNvContentPartPr/>
              <p14:nvPr/>
            </p14:nvContentPartPr>
            <p14:xfrm>
              <a:off x="811607" y="6410542"/>
              <a:ext cx="114840" cy="1677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EB4E29A1-D04A-CA02-372F-D961E196613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793607" y="6392542"/>
                <a:ext cx="150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5D4F709-83D5-1CB3-38F4-DA916C019826}"/>
                  </a:ext>
                </a:extLst>
              </p14:cNvPr>
              <p14:cNvContentPartPr/>
              <p14:nvPr/>
            </p14:nvContentPartPr>
            <p14:xfrm>
              <a:off x="1031567" y="6649222"/>
              <a:ext cx="47160" cy="1170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5D4F709-83D5-1CB3-38F4-DA916C01982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13927" y="6631582"/>
                <a:ext cx="828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E94E6BA-B469-B2F4-89CE-B7DD4276294C}"/>
                  </a:ext>
                </a:extLst>
              </p14:cNvPr>
              <p14:cNvContentPartPr/>
              <p14:nvPr/>
            </p14:nvContentPartPr>
            <p14:xfrm>
              <a:off x="1278887" y="6547342"/>
              <a:ext cx="252000" cy="1173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E94E6BA-B469-B2F4-89CE-B7DD4276294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261247" y="6529342"/>
                <a:ext cx="2876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0A3A3C6-895C-528B-2E2C-E6F47B2A53A2}"/>
                  </a:ext>
                </a:extLst>
              </p14:cNvPr>
              <p14:cNvContentPartPr/>
              <p14:nvPr/>
            </p14:nvContentPartPr>
            <p14:xfrm>
              <a:off x="1645727" y="6517102"/>
              <a:ext cx="109800" cy="367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0A3A3C6-895C-528B-2E2C-E6F47B2A53A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628087" y="6499102"/>
                <a:ext cx="14544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C0CB6AF-C80C-A845-B10E-5CCB28CA37E3}"/>
                  </a:ext>
                </a:extLst>
              </p14:cNvPr>
              <p14:cNvContentPartPr/>
              <p14:nvPr/>
            </p14:nvContentPartPr>
            <p14:xfrm>
              <a:off x="1676687" y="6577582"/>
              <a:ext cx="155160" cy="406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C0CB6AF-C80C-A845-B10E-5CCB28CA37E3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659047" y="6559582"/>
                <a:ext cx="1908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E8FF4EB8-06D7-475F-A6B6-F480FCE025C5}"/>
                  </a:ext>
                </a:extLst>
              </p14:cNvPr>
              <p14:cNvContentPartPr/>
              <p14:nvPr/>
            </p14:nvContentPartPr>
            <p14:xfrm>
              <a:off x="1922927" y="6406582"/>
              <a:ext cx="227160" cy="26676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E8FF4EB8-06D7-475F-A6B6-F480FCE025C5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905287" y="6388942"/>
                <a:ext cx="2628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7BFEE443-83DA-5818-0392-5B528C47D4E9}"/>
                  </a:ext>
                </a:extLst>
              </p14:cNvPr>
              <p14:cNvContentPartPr/>
              <p14:nvPr/>
            </p14:nvContentPartPr>
            <p14:xfrm>
              <a:off x="1027607" y="4720837"/>
              <a:ext cx="386280" cy="777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7BFEE443-83DA-5818-0392-5B528C47D4E9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09607" y="4703197"/>
                <a:ext cx="4219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985BF1ED-2911-40C2-0099-C0D767CF02C0}"/>
                  </a:ext>
                </a:extLst>
              </p14:cNvPr>
              <p14:cNvContentPartPr/>
              <p14:nvPr/>
            </p14:nvContentPartPr>
            <p14:xfrm>
              <a:off x="998447" y="4495477"/>
              <a:ext cx="2488320" cy="3837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985BF1ED-2911-40C2-0099-C0D767CF02C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980807" y="4477837"/>
                <a:ext cx="25239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1DD7BB6C-3A06-07A0-6584-218E8C6A8D45}"/>
                  </a:ext>
                </a:extLst>
              </p14:cNvPr>
              <p14:cNvContentPartPr/>
              <p14:nvPr/>
            </p14:nvContentPartPr>
            <p14:xfrm>
              <a:off x="987287" y="4701397"/>
              <a:ext cx="2561400" cy="3150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1DD7BB6C-3A06-07A0-6584-218E8C6A8D45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69287" y="4683397"/>
                <a:ext cx="259704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4EFF803-61E7-1D43-1CD1-644679BEE67D}"/>
                  </a:ext>
                </a:extLst>
              </p14:cNvPr>
              <p14:cNvContentPartPr/>
              <p14:nvPr/>
            </p14:nvContentPartPr>
            <p14:xfrm>
              <a:off x="1370687" y="4633357"/>
              <a:ext cx="2156400" cy="2829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4EFF803-61E7-1D43-1CD1-644679BEE67D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352687" y="4615357"/>
                <a:ext cx="21920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1CE0467-BD04-E809-0BF5-ECFC278F0054}"/>
                  </a:ext>
                </a:extLst>
              </p14:cNvPr>
              <p14:cNvContentPartPr/>
              <p14:nvPr/>
            </p14:nvContentPartPr>
            <p14:xfrm>
              <a:off x="4048727" y="5230462"/>
              <a:ext cx="3600" cy="21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1CE0467-BD04-E809-0BF5-ECFC278F0054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031087" y="5212462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93704A6-B802-50A1-2CB8-8BC4E017472C}"/>
                  </a:ext>
                </a:extLst>
              </p14:cNvPr>
              <p14:cNvContentPartPr/>
              <p14:nvPr/>
            </p14:nvContentPartPr>
            <p14:xfrm>
              <a:off x="6458567" y="6252142"/>
              <a:ext cx="14400" cy="1666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93704A6-B802-50A1-2CB8-8BC4E017472C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6440567" y="6234502"/>
                <a:ext cx="500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0FDBEAB8-42EF-181F-227E-7FE7D0DA423B}"/>
                  </a:ext>
                </a:extLst>
              </p14:cNvPr>
              <p14:cNvContentPartPr/>
              <p14:nvPr/>
            </p14:nvContentPartPr>
            <p14:xfrm>
              <a:off x="6382247" y="6553102"/>
              <a:ext cx="242640" cy="2001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0FDBEAB8-42EF-181F-227E-7FE7D0DA423B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6364607" y="6535462"/>
                <a:ext cx="2782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DF2C43A-B783-9870-D372-36973D44817B}"/>
                  </a:ext>
                </a:extLst>
              </p14:cNvPr>
              <p14:cNvContentPartPr/>
              <p14:nvPr/>
            </p14:nvContentPartPr>
            <p14:xfrm>
              <a:off x="6451007" y="6296062"/>
              <a:ext cx="22680" cy="2628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DF2C43A-B783-9870-D372-36973D44817B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6433367" y="6278062"/>
                <a:ext cx="583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04800CAA-75EF-BFF6-396D-B5F6BCCF9F40}"/>
                  </a:ext>
                </a:extLst>
              </p14:cNvPr>
              <p14:cNvContentPartPr/>
              <p14:nvPr/>
            </p14:nvContentPartPr>
            <p14:xfrm>
              <a:off x="6453527" y="6280582"/>
              <a:ext cx="36360" cy="1008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04800CAA-75EF-BFF6-396D-B5F6BCCF9F40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6435527" y="6262942"/>
                <a:ext cx="720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96AF75F-8EF9-3D25-668E-6882F2BE9526}"/>
                  </a:ext>
                </a:extLst>
              </p14:cNvPr>
              <p14:cNvContentPartPr/>
              <p14:nvPr/>
            </p14:nvContentPartPr>
            <p14:xfrm>
              <a:off x="6328967" y="6087982"/>
              <a:ext cx="313200" cy="3484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96AF75F-8EF9-3D25-668E-6882F2BE9526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6311327" y="6069982"/>
                <a:ext cx="34884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4709EF03-6A0D-CBA0-30E1-CA3C4C1C648C}"/>
                  </a:ext>
                </a:extLst>
              </p14:cNvPr>
              <p14:cNvContentPartPr/>
              <p14:nvPr/>
            </p14:nvContentPartPr>
            <p14:xfrm>
              <a:off x="6767087" y="5973277"/>
              <a:ext cx="165600" cy="2689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4709EF03-6A0D-CBA0-30E1-CA3C4C1C648C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6749087" y="5955277"/>
                <a:ext cx="2012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D8C8A1C4-C8B5-D8DD-16B6-0A88A60DB21E}"/>
                  </a:ext>
                </a:extLst>
              </p14:cNvPr>
              <p14:cNvContentPartPr/>
              <p14:nvPr/>
            </p14:nvContentPartPr>
            <p14:xfrm>
              <a:off x="6798767" y="6066157"/>
              <a:ext cx="194040" cy="561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D8C8A1C4-C8B5-D8DD-16B6-0A88A60DB21E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6780767" y="6048517"/>
                <a:ext cx="2296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F2200E49-7618-DFFD-371C-9D2148DD7480}"/>
                  </a:ext>
                </a:extLst>
              </p14:cNvPr>
              <p14:cNvContentPartPr/>
              <p14:nvPr/>
            </p14:nvContentPartPr>
            <p14:xfrm>
              <a:off x="3946127" y="6441142"/>
              <a:ext cx="256320" cy="2250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F2200E49-7618-DFFD-371C-9D2148DD748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3928127" y="6423502"/>
                <a:ext cx="2919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7D2A7AEE-F6D9-69EE-F09A-C5468CE840CE}"/>
                  </a:ext>
                </a:extLst>
              </p14:cNvPr>
              <p14:cNvContentPartPr/>
              <p14:nvPr/>
            </p14:nvContentPartPr>
            <p14:xfrm>
              <a:off x="4162487" y="6921382"/>
              <a:ext cx="6480" cy="72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7D2A7AEE-F6D9-69EE-F09A-C5468CE840CE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4144847" y="6903742"/>
                <a:ext cx="421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0541506E-A940-B13A-BAB2-389EC673FE74}"/>
                  </a:ext>
                </a:extLst>
              </p14:cNvPr>
              <p14:cNvContentPartPr/>
              <p14:nvPr/>
            </p14:nvContentPartPr>
            <p14:xfrm>
              <a:off x="4953767" y="6303622"/>
              <a:ext cx="28440" cy="1314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0541506E-A940-B13A-BAB2-389EC673FE74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4935767" y="6285982"/>
                <a:ext cx="640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306C26AD-CED4-C5A6-B1BD-8E62347107FC}"/>
                  </a:ext>
                </a:extLst>
              </p14:cNvPr>
              <p14:cNvContentPartPr/>
              <p14:nvPr/>
            </p14:nvContentPartPr>
            <p14:xfrm>
              <a:off x="5703287" y="6364102"/>
              <a:ext cx="33480" cy="1227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306C26AD-CED4-C5A6-B1BD-8E62347107FC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5685287" y="6346462"/>
                <a:ext cx="6912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D063A514-C5E2-03F0-DFE3-9C93A25036B3}"/>
                  </a:ext>
                </a:extLst>
              </p14:cNvPr>
              <p14:cNvContentPartPr/>
              <p14:nvPr/>
            </p14:nvContentPartPr>
            <p14:xfrm>
              <a:off x="4728407" y="5801197"/>
              <a:ext cx="128520" cy="2602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D063A514-C5E2-03F0-DFE3-9C93A25036B3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4710767" y="5783557"/>
                <a:ext cx="1641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DD69D4B3-045B-4F44-C9CC-48AD701C7128}"/>
                  </a:ext>
                </a:extLst>
              </p14:cNvPr>
              <p14:cNvContentPartPr/>
              <p14:nvPr/>
            </p14:nvContentPartPr>
            <p14:xfrm>
              <a:off x="4984727" y="5974357"/>
              <a:ext cx="30240" cy="1206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DD69D4B3-045B-4F44-C9CC-48AD701C712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4966727" y="5956717"/>
                <a:ext cx="658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8C924C69-B98F-44DE-9C96-76168165AD5F}"/>
                  </a:ext>
                </a:extLst>
              </p14:cNvPr>
              <p14:cNvContentPartPr/>
              <p14:nvPr/>
            </p14:nvContentPartPr>
            <p14:xfrm>
              <a:off x="5349407" y="5163277"/>
              <a:ext cx="150840" cy="1947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8C924C69-B98F-44DE-9C96-76168165AD5F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5331767" y="5145637"/>
                <a:ext cx="1864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C04B4EF3-E88E-EB14-ED46-51A286CE8BC2}"/>
                  </a:ext>
                </a:extLst>
              </p14:cNvPr>
              <p14:cNvContentPartPr/>
              <p14:nvPr/>
            </p14:nvContentPartPr>
            <p14:xfrm>
              <a:off x="5594567" y="5247877"/>
              <a:ext cx="348840" cy="10872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C04B4EF3-E88E-EB14-ED46-51A286CE8BC2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5576567" y="5230237"/>
                <a:ext cx="384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FBD5115-7779-A493-6816-8CA60BAE731A}"/>
                  </a:ext>
                </a:extLst>
              </p14:cNvPr>
              <p14:cNvContentPartPr/>
              <p14:nvPr/>
            </p14:nvContentPartPr>
            <p14:xfrm>
              <a:off x="4012007" y="5774782"/>
              <a:ext cx="446040" cy="770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FBD5115-7779-A493-6816-8CA60BAE731A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3994007" y="5756782"/>
                <a:ext cx="4816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4FAB0F56-5380-BD66-3C74-DF27418BD278}"/>
                  </a:ext>
                </a:extLst>
              </p14:cNvPr>
              <p14:cNvContentPartPr/>
              <p14:nvPr/>
            </p14:nvContentPartPr>
            <p14:xfrm>
              <a:off x="3787007" y="5770822"/>
              <a:ext cx="12240" cy="168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4FAB0F56-5380-BD66-3C74-DF27418BD278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3769367" y="5753182"/>
                <a:ext cx="478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2851F79-E9DA-E9EC-B21F-990FB211B938}"/>
                  </a:ext>
                </a:extLst>
              </p14:cNvPr>
              <p14:cNvContentPartPr/>
              <p14:nvPr/>
            </p14:nvContentPartPr>
            <p14:xfrm>
              <a:off x="4075727" y="5165662"/>
              <a:ext cx="186840" cy="111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2851F79-E9DA-E9EC-B21F-990FB211B938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4058087" y="5147662"/>
                <a:ext cx="2224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BB33AD6-FF12-EDD3-703A-CC9C7C7E8331}"/>
                  </a:ext>
                </a:extLst>
              </p14:cNvPr>
              <p14:cNvContentPartPr/>
              <p14:nvPr/>
            </p14:nvContentPartPr>
            <p14:xfrm>
              <a:off x="3786647" y="5112022"/>
              <a:ext cx="170280" cy="1627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BB33AD6-FF12-EDD3-703A-CC9C7C7E8331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3769007" y="5094382"/>
                <a:ext cx="20592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E57DB82-FD6F-E6D5-56B4-A7B71C2BC677}"/>
                  </a:ext>
                </a:extLst>
              </p14:cNvPr>
              <p14:cNvContentPartPr/>
              <p14:nvPr/>
            </p14:nvContentPartPr>
            <p14:xfrm>
              <a:off x="4114247" y="5168542"/>
              <a:ext cx="20880" cy="1548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E57DB82-FD6F-E6D5-56B4-A7B71C2BC677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4096247" y="5150542"/>
                <a:ext cx="56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BDD2E5F-C202-FD96-3803-93B7D7C0D864}"/>
                  </a:ext>
                </a:extLst>
              </p14:cNvPr>
              <p14:cNvContentPartPr/>
              <p14:nvPr/>
            </p14:nvContentPartPr>
            <p14:xfrm>
              <a:off x="4044047" y="5001862"/>
              <a:ext cx="276120" cy="3340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BDD2E5F-C202-FD96-3803-93B7D7C0D864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4026407" y="4984222"/>
                <a:ext cx="31176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6EDBBCA-0B7F-45AB-E8C0-D56EC00BCE86}"/>
                  </a:ext>
                </a:extLst>
              </p14:cNvPr>
              <p14:cNvContentPartPr/>
              <p14:nvPr/>
            </p14:nvContentPartPr>
            <p14:xfrm>
              <a:off x="4311527" y="4893997"/>
              <a:ext cx="25200" cy="1404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6EDBBCA-0B7F-45AB-E8C0-D56EC00BCE86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4293887" y="4875997"/>
                <a:ext cx="608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4870190-EAA1-031E-D03C-3DA098A4881F}"/>
                  </a:ext>
                </a:extLst>
              </p14:cNvPr>
              <p14:cNvContentPartPr/>
              <p14:nvPr/>
            </p14:nvContentPartPr>
            <p14:xfrm>
              <a:off x="4271207" y="4802557"/>
              <a:ext cx="233640" cy="26532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4870190-EAA1-031E-D03C-3DA098A4881F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4253207" y="4784917"/>
                <a:ext cx="2692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461BC8E3-14B6-3A80-53F6-6177643CEE37}"/>
                  </a:ext>
                </a:extLst>
              </p14:cNvPr>
              <p14:cNvContentPartPr/>
              <p14:nvPr/>
            </p14:nvContentPartPr>
            <p14:xfrm>
              <a:off x="4243487" y="5237077"/>
              <a:ext cx="11520" cy="291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461BC8E3-14B6-3A80-53F6-6177643CEE37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225847" y="5219077"/>
                <a:ext cx="471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1B405ED7-D79A-2A30-A70E-BD7FF74415EB}"/>
                  </a:ext>
                </a:extLst>
              </p14:cNvPr>
              <p14:cNvContentPartPr/>
              <p14:nvPr/>
            </p14:nvContentPartPr>
            <p14:xfrm>
              <a:off x="4153847" y="5325637"/>
              <a:ext cx="195480" cy="43452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1B405ED7-D79A-2A30-A70E-BD7FF74415EB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4136207" y="5307997"/>
                <a:ext cx="2311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F3F88FE8-4D05-D699-C274-46E290D662F4}"/>
                  </a:ext>
                </a:extLst>
              </p14:cNvPr>
              <p14:cNvContentPartPr/>
              <p14:nvPr/>
            </p14:nvContentPartPr>
            <p14:xfrm>
              <a:off x="4268327" y="5414197"/>
              <a:ext cx="308520" cy="7387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F3F88FE8-4D05-D699-C274-46E290D662F4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4250327" y="5396557"/>
                <a:ext cx="344160" cy="77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3B22ECAE-A721-8C03-8DF0-608990F1B05F}"/>
                  </a:ext>
                </a:extLst>
              </p14:cNvPr>
              <p14:cNvContentPartPr/>
              <p14:nvPr/>
            </p14:nvContentPartPr>
            <p14:xfrm>
              <a:off x="4517447" y="5502037"/>
              <a:ext cx="316800" cy="7653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3B22ECAE-A721-8C03-8DF0-608990F1B05F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4499447" y="5484037"/>
                <a:ext cx="352440" cy="80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DF324C2-D369-1107-4111-BA15BCF3BBB8}"/>
                  </a:ext>
                </a:extLst>
              </p14:cNvPr>
              <p14:cNvContentPartPr/>
              <p14:nvPr/>
            </p14:nvContentPartPr>
            <p14:xfrm>
              <a:off x="4797167" y="5640997"/>
              <a:ext cx="274680" cy="68868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DF324C2-D369-1107-4111-BA15BCF3BBB8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4779167" y="5622997"/>
                <a:ext cx="310320" cy="7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F51B5386-0570-444C-77C5-B99C2FDFDFC7}"/>
                  </a:ext>
                </a:extLst>
              </p14:cNvPr>
              <p14:cNvContentPartPr/>
              <p14:nvPr/>
            </p14:nvContentPartPr>
            <p14:xfrm>
              <a:off x="5011367" y="5786437"/>
              <a:ext cx="284760" cy="6282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F51B5386-0570-444C-77C5-B99C2FDFDFC7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4993727" y="5768437"/>
                <a:ext cx="32040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60690911-2BF3-8FDB-F4BC-2D44F7782F1C}"/>
                  </a:ext>
                </a:extLst>
              </p14:cNvPr>
              <p14:cNvContentPartPr/>
              <p14:nvPr/>
            </p14:nvContentPartPr>
            <p14:xfrm>
              <a:off x="5296847" y="5928637"/>
              <a:ext cx="246600" cy="50580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60690911-2BF3-8FDB-F4BC-2D44F7782F1C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5279207" y="5910997"/>
                <a:ext cx="28224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63C5CD3E-CD4F-11E9-19B8-C9F829BA8372}"/>
                  </a:ext>
                </a:extLst>
              </p14:cNvPr>
              <p14:cNvContentPartPr/>
              <p14:nvPr/>
            </p14:nvContentPartPr>
            <p14:xfrm>
              <a:off x="5533727" y="6063637"/>
              <a:ext cx="276120" cy="53964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63C5CD3E-CD4F-11E9-19B8-C9F829BA837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5516087" y="6045997"/>
                <a:ext cx="31176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50B33084-1E75-378D-A16D-8697131E93BD}"/>
                  </a:ext>
                </a:extLst>
              </p14:cNvPr>
              <p14:cNvContentPartPr/>
              <p14:nvPr/>
            </p14:nvContentPartPr>
            <p14:xfrm>
              <a:off x="5386487" y="6031237"/>
              <a:ext cx="555840" cy="90648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50B33084-1E75-378D-A16D-8697131E93BD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5368847" y="6013237"/>
                <a:ext cx="591480" cy="9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63B89CBA-DD5F-4F7C-03DD-5583ED89C0B0}"/>
                  </a:ext>
                </a:extLst>
              </p14:cNvPr>
              <p14:cNvContentPartPr/>
              <p14:nvPr/>
            </p14:nvContentPartPr>
            <p14:xfrm>
              <a:off x="5657927" y="6161557"/>
              <a:ext cx="378720" cy="74952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63B89CBA-DD5F-4F7C-03DD-5583ED89C0B0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5640287" y="6143557"/>
                <a:ext cx="41436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AE9174F7-4F2B-D8B9-9226-4CB02D35A043}"/>
                  </a:ext>
                </a:extLst>
              </p14:cNvPr>
              <p14:cNvContentPartPr/>
              <p14:nvPr/>
            </p14:nvContentPartPr>
            <p14:xfrm>
              <a:off x="5953847" y="6263077"/>
              <a:ext cx="353160" cy="58860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AE9174F7-4F2B-D8B9-9226-4CB02D35A043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5935847" y="6245077"/>
                <a:ext cx="38880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629CDFBD-337F-C439-7918-365C0AC194E8}"/>
                  </a:ext>
                </a:extLst>
              </p14:cNvPr>
              <p14:cNvContentPartPr/>
              <p14:nvPr/>
            </p14:nvContentPartPr>
            <p14:xfrm>
              <a:off x="3532487" y="5173717"/>
              <a:ext cx="502560" cy="125028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629CDFBD-337F-C439-7918-365C0AC194E8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3514487" y="5156077"/>
                <a:ext cx="538200" cy="12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F75493F4-DE0D-276E-1568-8FDE82B0DED4}"/>
                  </a:ext>
                </a:extLst>
              </p14:cNvPr>
              <p14:cNvContentPartPr/>
              <p14:nvPr/>
            </p14:nvContentPartPr>
            <p14:xfrm>
              <a:off x="3627167" y="5192797"/>
              <a:ext cx="698400" cy="165060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F75493F4-DE0D-276E-1568-8FDE82B0DED4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3609167" y="5175157"/>
                <a:ext cx="734040" cy="16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FD62033D-0CF2-CC0C-3144-FACFBD342713}"/>
                  </a:ext>
                </a:extLst>
              </p14:cNvPr>
              <p14:cNvContentPartPr/>
              <p14:nvPr/>
            </p14:nvContentPartPr>
            <p14:xfrm>
              <a:off x="4056287" y="5552437"/>
              <a:ext cx="611280" cy="126144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FD62033D-0CF2-CC0C-3144-FACFBD342713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4038287" y="5534437"/>
                <a:ext cx="646920" cy="12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ED0E511F-0677-ACD0-8828-C9C716841EA3}"/>
                  </a:ext>
                </a:extLst>
              </p14:cNvPr>
              <p14:cNvContentPartPr/>
              <p14:nvPr/>
            </p14:nvContentPartPr>
            <p14:xfrm>
              <a:off x="4330967" y="5629477"/>
              <a:ext cx="739440" cy="12553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ED0E511F-0677-ACD0-8828-C9C716841EA3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4312967" y="5611837"/>
                <a:ext cx="775080" cy="12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E2F7622-4984-06E5-76B1-AE6A868B5B07}"/>
                  </a:ext>
                </a:extLst>
              </p14:cNvPr>
              <p14:cNvContentPartPr/>
              <p14:nvPr/>
            </p14:nvContentPartPr>
            <p14:xfrm>
              <a:off x="4834247" y="5863837"/>
              <a:ext cx="823680" cy="103392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E2F7622-4984-06E5-76B1-AE6A868B5B07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4816607" y="5846197"/>
                <a:ext cx="859320" cy="10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3D99C134-F666-D157-F14E-96B9BFF35CD8}"/>
                  </a:ext>
                </a:extLst>
              </p14:cNvPr>
              <p14:cNvContentPartPr/>
              <p14:nvPr/>
            </p14:nvContentPartPr>
            <p14:xfrm>
              <a:off x="5354447" y="6104677"/>
              <a:ext cx="525600" cy="72756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3D99C134-F666-D157-F14E-96B9BFF35CD8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5336447" y="6086677"/>
                <a:ext cx="561240" cy="76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D2B16F31-1A13-5122-89D0-04EDCEDF7251}"/>
                  </a:ext>
                </a:extLst>
              </p14:cNvPr>
              <p14:cNvContentPartPr/>
              <p14:nvPr/>
            </p14:nvContentPartPr>
            <p14:xfrm>
              <a:off x="3182927" y="5111437"/>
              <a:ext cx="644040" cy="133632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D2B16F31-1A13-5122-89D0-04EDCEDF7251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3164927" y="5093437"/>
                <a:ext cx="679680" cy="13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902F4373-E907-8DE5-90B4-918FDF2BEA6E}"/>
                  </a:ext>
                </a:extLst>
              </p14:cNvPr>
              <p14:cNvContentPartPr/>
              <p14:nvPr/>
            </p14:nvContentPartPr>
            <p14:xfrm>
              <a:off x="6235727" y="6370717"/>
              <a:ext cx="257400" cy="58968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902F4373-E907-8DE5-90B4-918FDF2BEA6E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6218087" y="6352717"/>
                <a:ext cx="29304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303D50B0-8A6D-0FA8-A8F5-4A9E20A0FAE2}"/>
                  </a:ext>
                </a:extLst>
              </p14:cNvPr>
              <p14:cNvContentPartPr/>
              <p14:nvPr/>
            </p14:nvContentPartPr>
            <p14:xfrm>
              <a:off x="6526967" y="6480157"/>
              <a:ext cx="258840" cy="49572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303D50B0-8A6D-0FA8-A8F5-4A9E20A0FAE2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6509327" y="6462157"/>
                <a:ext cx="29448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9851FAA5-E037-1E2D-CD41-2B2D3D8E5B6D}"/>
                  </a:ext>
                </a:extLst>
              </p14:cNvPr>
              <p14:cNvContentPartPr/>
              <p14:nvPr/>
            </p14:nvContentPartPr>
            <p14:xfrm>
              <a:off x="7340207" y="5504197"/>
              <a:ext cx="579960" cy="28800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9851FAA5-E037-1E2D-CD41-2B2D3D8E5B6D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7322567" y="5486197"/>
                <a:ext cx="6156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0CEBEAA5-8C53-8722-46AE-FFC16F17A9A3}"/>
                  </a:ext>
                </a:extLst>
              </p14:cNvPr>
              <p14:cNvContentPartPr/>
              <p14:nvPr/>
            </p14:nvContentPartPr>
            <p14:xfrm>
              <a:off x="8013767" y="5608957"/>
              <a:ext cx="307440" cy="1846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0CEBEAA5-8C53-8722-46AE-FFC16F17A9A3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7995767" y="5591317"/>
                <a:ext cx="3430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1B28105E-AA75-CF7F-C201-A83311916E80}"/>
                  </a:ext>
                </a:extLst>
              </p14:cNvPr>
              <p14:cNvContentPartPr/>
              <p14:nvPr/>
            </p14:nvContentPartPr>
            <p14:xfrm>
              <a:off x="8687687" y="5471797"/>
              <a:ext cx="665280" cy="33732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1B28105E-AA75-CF7F-C201-A83311916E80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8669687" y="5454157"/>
                <a:ext cx="7009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574FEB7F-FC19-5997-EF5B-93B18222D8D5}"/>
                  </a:ext>
                </a:extLst>
              </p14:cNvPr>
              <p14:cNvContentPartPr/>
              <p14:nvPr/>
            </p14:nvContentPartPr>
            <p14:xfrm>
              <a:off x="8710007" y="5589877"/>
              <a:ext cx="239400" cy="5292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574FEB7F-FC19-5997-EF5B-93B18222D8D5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8692367" y="5572237"/>
                <a:ext cx="2750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D4FB5E7D-7D4C-DD29-3F67-E3E784DF8418}"/>
                  </a:ext>
                </a:extLst>
              </p14:cNvPr>
              <p14:cNvContentPartPr/>
              <p14:nvPr/>
            </p14:nvContentPartPr>
            <p14:xfrm>
              <a:off x="8539007" y="5745757"/>
              <a:ext cx="72000" cy="12600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D4FB5E7D-7D4C-DD29-3F67-E3E784DF8418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8521367" y="5728117"/>
                <a:ext cx="1076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95F2F0BA-5064-BD04-7998-9278BB4FC7A3}"/>
                  </a:ext>
                </a:extLst>
              </p14:cNvPr>
              <p14:cNvContentPartPr/>
              <p14:nvPr/>
            </p14:nvContentPartPr>
            <p14:xfrm>
              <a:off x="9631607" y="5591677"/>
              <a:ext cx="236880" cy="1674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95F2F0BA-5064-BD04-7998-9278BB4FC7A3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9613607" y="5574037"/>
                <a:ext cx="2725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2AB13A38-E3A2-C066-8955-FB05670C38FE}"/>
                  </a:ext>
                </a:extLst>
              </p14:cNvPr>
              <p14:cNvContentPartPr/>
              <p14:nvPr/>
            </p14:nvContentPartPr>
            <p14:xfrm>
              <a:off x="9965327" y="5485477"/>
              <a:ext cx="594720" cy="22284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2AB13A38-E3A2-C066-8955-FB05670C38FE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9947327" y="5467477"/>
                <a:ext cx="6303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36B63E4C-1FCF-FA80-78A1-51E4223E852C}"/>
                  </a:ext>
                </a:extLst>
              </p14:cNvPr>
              <p14:cNvContentPartPr/>
              <p14:nvPr/>
            </p14:nvContentPartPr>
            <p14:xfrm>
              <a:off x="10631687" y="5390797"/>
              <a:ext cx="41400" cy="30636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36B63E4C-1FCF-FA80-78A1-51E4223E852C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0614047" y="5372797"/>
                <a:ext cx="770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63C689C5-F5E6-47BB-5A23-58010C1F672C}"/>
                  </a:ext>
                </a:extLst>
              </p14:cNvPr>
              <p14:cNvContentPartPr/>
              <p14:nvPr/>
            </p14:nvContentPartPr>
            <p14:xfrm>
              <a:off x="10766687" y="5545957"/>
              <a:ext cx="28800" cy="14940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63C689C5-F5E6-47BB-5A23-58010C1F672C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10749047" y="5527957"/>
                <a:ext cx="644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E7BCF2AB-218E-1BC6-6507-CB38719F1B91}"/>
                  </a:ext>
                </a:extLst>
              </p14:cNvPr>
              <p14:cNvContentPartPr/>
              <p14:nvPr/>
            </p14:nvContentPartPr>
            <p14:xfrm>
              <a:off x="10894847" y="5546677"/>
              <a:ext cx="119520" cy="10296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E7BCF2AB-218E-1BC6-6507-CB38719F1B91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10877207" y="5529037"/>
                <a:ext cx="1551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6C061E75-FC09-7476-5EB3-14D8CB28791E}"/>
                  </a:ext>
                </a:extLst>
              </p14:cNvPr>
              <p14:cNvContentPartPr/>
              <p14:nvPr/>
            </p14:nvContentPartPr>
            <p14:xfrm>
              <a:off x="11113367" y="5519317"/>
              <a:ext cx="155160" cy="12132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6C061E75-FC09-7476-5EB3-14D8CB28791E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11095367" y="5501677"/>
                <a:ext cx="1908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BD86E6D0-D322-DF9D-1D26-84E205312EA3}"/>
                  </a:ext>
                </a:extLst>
              </p14:cNvPr>
              <p14:cNvContentPartPr/>
              <p14:nvPr/>
            </p14:nvContentPartPr>
            <p14:xfrm>
              <a:off x="10849127" y="5378197"/>
              <a:ext cx="70200" cy="2232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BD86E6D0-D322-DF9D-1D26-84E205312EA3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10831127" y="5360197"/>
                <a:ext cx="105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BFC78063-FCAF-91AD-632D-88AE567A430B}"/>
                  </a:ext>
                </a:extLst>
              </p14:cNvPr>
              <p14:cNvContentPartPr/>
              <p14:nvPr/>
            </p14:nvContentPartPr>
            <p14:xfrm>
              <a:off x="10408847" y="5475037"/>
              <a:ext cx="258120" cy="3420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BFC78063-FCAF-91AD-632D-88AE567A430B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0390847" y="5457037"/>
                <a:ext cx="2937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5FC3BECC-08FC-6671-A913-8C33CBE2D411}"/>
                  </a:ext>
                </a:extLst>
              </p14:cNvPr>
              <p14:cNvContentPartPr/>
              <p14:nvPr/>
            </p14:nvContentPartPr>
            <p14:xfrm>
              <a:off x="11327567" y="5345077"/>
              <a:ext cx="646560" cy="33588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5FC3BECC-08FC-6671-A913-8C33CBE2D411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11309567" y="5327077"/>
                <a:ext cx="68220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4CE1106E-E09A-02E5-4E7B-6E0FFB0CFB86}"/>
                  </a:ext>
                </a:extLst>
              </p14:cNvPr>
              <p14:cNvContentPartPr/>
              <p14:nvPr/>
            </p14:nvContentPartPr>
            <p14:xfrm>
              <a:off x="11744087" y="5415637"/>
              <a:ext cx="374040" cy="2988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4CE1106E-E09A-02E5-4E7B-6E0FFB0CFB86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11726447" y="5397637"/>
                <a:ext cx="4096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AF4A1461-D907-D6E1-C2AD-81CC68EB706C}"/>
                  </a:ext>
                </a:extLst>
              </p14:cNvPr>
              <p14:cNvContentPartPr/>
              <p14:nvPr/>
            </p14:nvContentPartPr>
            <p14:xfrm>
              <a:off x="7647287" y="6224557"/>
              <a:ext cx="26640" cy="15624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AF4A1461-D907-D6E1-C2AD-81CC68EB706C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7629287" y="6206557"/>
                <a:ext cx="622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4661D824-1FC7-76EC-163F-CE0B07F6C418}"/>
                  </a:ext>
                </a:extLst>
              </p14:cNvPr>
              <p14:cNvContentPartPr/>
              <p14:nvPr/>
            </p14:nvContentPartPr>
            <p14:xfrm>
              <a:off x="7792007" y="6190717"/>
              <a:ext cx="78840" cy="16812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4661D824-1FC7-76EC-163F-CE0B07F6C418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7774367" y="6172717"/>
                <a:ext cx="1144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A304AF1A-BEC5-4BAF-A2A4-AA19693FABC7}"/>
                  </a:ext>
                </a:extLst>
              </p14:cNvPr>
              <p14:cNvContentPartPr/>
              <p14:nvPr/>
            </p14:nvContentPartPr>
            <p14:xfrm>
              <a:off x="7725767" y="6029077"/>
              <a:ext cx="10800" cy="3492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A304AF1A-BEC5-4BAF-A2A4-AA19693FABC7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7707767" y="6011437"/>
                <a:ext cx="464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AC48AE8A-2A6D-9A62-3687-42A02AC6B189}"/>
                  </a:ext>
                </a:extLst>
              </p14:cNvPr>
              <p14:cNvContentPartPr/>
              <p14:nvPr/>
            </p14:nvContentPartPr>
            <p14:xfrm>
              <a:off x="8196647" y="6132397"/>
              <a:ext cx="596880" cy="25200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AC48AE8A-2A6D-9A62-3687-42A02AC6B189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8178647" y="6114397"/>
                <a:ext cx="6325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39E282D3-0B62-E977-AFE6-54C054FB010F}"/>
                  </a:ext>
                </a:extLst>
              </p14:cNvPr>
              <p14:cNvContentPartPr/>
              <p14:nvPr/>
            </p14:nvContentPartPr>
            <p14:xfrm>
              <a:off x="8206367" y="6236797"/>
              <a:ext cx="162360" cy="6228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39E282D3-0B62-E977-AFE6-54C054FB010F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8188727" y="6219157"/>
                <a:ext cx="1980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8AB09ABC-3204-B665-608D-CC6564CF0E5B}"/>
                  </a:ext>
                </a:extLst>
              </p14:cNvPr>
              <p14:cNvContentPartPr/>
              <p14:nvPr/>
            </p14:nvContentPartPr>
            <p14:xfrm>
              <a:off x="9070727" y="6005677"/>
              <a:ext cx="255600" cy="24408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8AB09ABC-3204-B665-608D-CC6564CF0E5B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9052727" y="5987677"/>
                <a:ext cx="291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C71EB6BA-D37D-5405-9D1B-320DFF47F548}"/>
                  </a:ext>
                </a:extLst>
              </p14:cNvPr>
              <p14:cNvContentPartPr/>
              <p14:nvPr/>
            </p14:nvContentPartPr>
            <p14:xfrm>
              <a:off x="9372047" y="5958877"/>
              <a:ext cx="512640" cy="63288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C71EB6BA-D37D-5405-9D1B-320DFF47F54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9354047" y="5940877"/>
                <a:ext cx="54828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7BD9BF5-1DCD-EF70-AD26-8224BF4E696B}"/>
                  </a:ext>
                </a:extLst>
              </p14:cNvPr>
              <p14:cNvContentPartPr/>
              <p14:nvPr/>
            </p14:nvContentPartPr>
            <p14:xfrm>
              <a:off x="9992687" y="6085597"/>
              <a:ext cx="162360" cy="3636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7BD9BF5-1DCD-EF70-AD26-8224BF4E696B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9974687" y="6067597"/>
                <a:ext cx="198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64266465-3B43-A480-C1E1-874C4F1D2B3A}"/>
                  </a:ext>
                </a:extLst>
              </p14:cNvPr>
              <p14:cNvContentPartPr/>
              <p14:nvPr/>
            </p14:nvContentPartPr>
            <p14:xfrm>
              <a:off x="10429007" y="6007477"/>
              <a:ext cx="25200" cy="46152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64266465-3B43-A480-C1E1-874C4F1D2B3A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0411367" y="5989477"/>
                <a:ext cx="608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BF897C24-485E-B272-29A9-3841563806E0}"/>
                  </a:ext>
                </a:extLst>
              </p14:cNvPr>
              <p14:cNvContentPartPr/>
              <p14:nvPr/>
            </p14:nvContentPartPr>
            <p14:xfrm>
              <a:off x="10428647" y="6025837"/>
              <a:ext cx="245160" cy="13572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BF897C24-485E-B272-29A9-3841563806E0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0410647" y="6007837"/>
                <a:ext cx="2808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C7F42828-1A14-0E73-F6DE-5CBFE06B42A8}"/>
                  </a:ext>
                </a:extLst>
              </p14:cNvPr>
              <p14:cNvContentPartPr/>
              <p14:nvPr/>
            </p14:nvContentPartPr>
            <p14:xfrm>
              <a:off x="10672727" y="5935837"/>
              <a:ext cx="284760" cy="23220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C7F42828-1A14-0E73-F6DE-5CBFE06B42A8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10655087" y="5918197"/>
                <a:ext cx="3204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81BED191-CC3A-9C83-E495-A0DCD4CB0988}"/>
                  </a:ext>
                </a:extLst>
              </p14:cNvPr>
              <p14:cNvContentPartPr/>
              <p14:nvPr/>
            </p14:nvContentPartPr>
            <p14:xfrm>
              <a:off x="11082407" y="5962837"/>
              <a:ext cx="419040" cy="13896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81BED191-CC3A-9C83-E495-A0DCD4CB0988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11064407" y="5944837"/>
                <a:ext cx="4546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C977628F-5C7B-69AF-BCB1-0E72184A2810}"/>
                  </a:ext>
                </a:extLst>
              </p14:cNvPr>
              <p14:cNvContentPartPr/>
              <p14:nvPr/>
            </p14:nvContentPartPr>
            <p14:xfrm>
              <a:off x="7351007" y="6541357"/>
              <a:ext cx="483840" cy="20664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C977628F-5C7B-69AF-BCB1-0E72184A2810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7333007" y="6523357"/>
                <a:ext cx="5194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60129EF9-1AAB-63E4-A230-2A13DA582DE2}"/>
                  </a:ext>
                </a:extLst>
              </p14:cNvPr>
              <p14:cNvContentPartPr/>
              <p14:nvPr/>
            </p14:nvContentPartPr>
            <p14:xfrm>
              <a:off x="7806767" y="6522637"/>
              <a:ext cx="41760" cy="1836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60129EF9-1AAB-63E4-A230-2A13DA582DE2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7788767" y="6504997"/>
                <a:ext cx="774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E2920E5E-BB5D-F66B-A958-79C7DEABA61F}"/>
                  </a:ext>
                </a:extLst>
              </p14:cNvPr>
              <p14:cNvContentPartPr/>
              <p14:nvPr/>
            </p14:nvContentPartPr>
            <p14:xfrm>
              <a:off x="7852487" y="6610837"/>
              <a:ext cx="146520" cy="16164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E2920E5E-BB5D-F66B-A958-79C7DEABA61F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7834487" y="6592837"/>
                <a:ext cx="1821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9F958556-E53E-7761-34BD-FDFB2EC973E8}"/>
                  </a:ext>
                </a:extLst>
              </p14:cNvPr>
              <p14:cNvContentPartPr/>
              <p14:nvPr/>
            </p14:nvContentPartPr>
            <p14:xfrm>
              <a:off x="8045447" y="6517237"/>
              <a:ext cx="208800" cy="25128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9F958556-E53E-7761-34BD-FDFB2EC973E8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8027807" y="6499237"/>
                <a:ext cx="2444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609FB10D-5DCF-55B1-B552-61A40C48277D}"/>
                  </a:ext>
                </a:extLst>
              </p14:cNvPr>
              <p14:cNvContentPartPr/>
              <p14:nvPr/>
            </p14:nvContentPartPr>
            <p14:xfrm>
              <a:off x="8580767" y="6572317"/>
              <a:ext cx="489600" cy="21060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609FB10D-5DCF-55B1-B552-61A40C48277D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8563127" y="6554677"/>
                <a:ext cx="5252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5F89C5CB-51FB-E37E-8F55-2AACB8822DD3}"/>
                  </a:ext>
                </a:extLst>
              </p14:cNvPr>
              <p14:cNvContentPartPr/>
              <p14:nvPr/>
            </p14:nvContentPartPr>
            <p14:xfrm>
              <a:off x="9166487" y="6447757"/>
              <a:ext cx="77400" cy="32328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5F89C5CB-51FB-E37E-8F55-2AACB8822DD3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9148847" y="6430117"/>
                <a:ext cx="1130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1108CF50-D168-A5D4-9235-CFF870211F0D}"/>
                  </a:ext>
                </a:extLst>
              </p14:cNvPr>
              <p14:cNvContentPartPr/>
              <p14:nvPr/>
            </p14:nvContentPartPr>
            <p14:xfrm>
              <a:off x="9085847" y="6554677"/>
              <a:ext cx="177840" cy="622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1108CF50-D168-A5D4-9235-CFF870211F0D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9067847" y="6537037"/>
                <a:ext cx="2134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3769BFC5-EDE8-1C0A-1A11-F36461F5DB9F}"/>
                  </a:ext>
                </a:extLst>
              </p14:cNvPr>
              <p14:cNvContentPartPr/>
              <p14:nvPr/>
            </p14:nvContentPartPr>
            <p14:xfrm>
              <a:off x="9287807" y="6616237"/>
              <a:ext cx="251280" cy="14544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3769BFC5-EDE8-1C0A-1A11-F36461F5DB9F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9270167" y="6598237"/>
                <a:ext cx="2869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032D8EA3-2C0B-41CE-FF7B-8D34066FA031}"/>
                  </a:ext>
                </a:extLst>
              </p14:cNvPr>
              <p14:cNvContentPartPr/>
              <p14:nvPr/>
            </p14:nvContentPartPr>
            <p14:xfrm>
              <a:off x="9499487" y="6546037"/>
              <a:ext cx="33840" cy="2088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032D8EA3-2C0B-41CE-FF7B-8D34066FA031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9481847" y="6528397"/>
                <a:ext cx="694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04A3000E-0FCE-2E91-604C-F18D998D4ED2}"/>
                  </a:ext>
                </a:extLst>
              </p14:cNvPr>
              <p14:cNvContentPartPr/>
              <p14:nvPr/>
            </p14:nvContentPartPr>
            <p14:xfrm>
              <a:off x="9567527" y="6650797"/>
              <a:ext cx="190080" cy="12420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04A3000E-0FCE-2E91-604C-F18D998D4ED2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9549887" y="6632797"/>
                <a:ext cx="2257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B224BC89-579A-E442-EEF5-10D7ADC132ED}"/>
                  </a:ext>
                </a:extLst>
              </p14:cNvPr>
              <p14:cNvContentPartPr/>
              <p14:nvPr/>
            </p14:nvContentPartPr>
            <p14:xfrm>
              <a:off x="9824567" y="6572677"/>
              <a:ext cx="153360" cy="20124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B224BC89-579A-E442-EEF5-10D7ADC132ED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9806567" y="6554677"/>
                <a:ext cx="1890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9DE5BE50-476E-F036-404D-AD43BA6370AC}"/>
                  </a:ext>
                </a:extLst>
              </p14:cNvPr>
              <p14:cNvContentPartPr/>
              <p14:nvPr/>
            </p14:nvContentPartPr>
            <p14:xfrm>
              <a:off x="10246487" y="6525877"/>
              <a:ext cx="23760" cy="23724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9DE5BE50-476E-F036-404D-AD43BA6370AC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10228487" y="6507877"/>
                <a:ext cx="594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45289E13-0C3B-7CB0-82FA-566629B5F5F3}"/>
                  </a:ext>
                </a:extLst>
              </p14:cNvPr>
              <p14:cNvContentPartPr/>
              <p14:nvPr/>
            </p14:nvContentPartPr>
            <p14:xfrm>
              <a:off x="10163327" y="6526597"/>
              <a:ext cx="574200" cy="25236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45289E13-0C3B-7CB0-82FA-566629B5F5F3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0145327" y="6508597"/>
                <a:ext cx="6098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48473A9D-11F7-68EE-D7DD-0ABF1885083D}"/>
                  </a:ext>
                </a:extLst>
              </p14:cNvPr>
              <p14:cNvContentPartPr/>
              <p14:nvPr/>
            </p14:nvContentPartPr>
            <p14:xfrm>
              <a:off x="10941287" y="6488437"/>
              <a:ext cx="426600" cy="21780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48473A9D-11F7-68EE-D7DD-0ABF1885083D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0923287" y="6470437"/>
                <a:ext cx="462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9B2E3C60-287C-413E-5DC1-C7F87E7DF9CA}"/>
                  </a:ext>
                </a:extLst>
              </p14:cNvPr>
              <p14:cNvContentPartPr/>
              <p14:nvPr/>
            </p14:nvContentPartPr>
            <p14:xfrm>
              <a:off x="11390207" y="6390877"/>
              <a:ext cx="27720" cy="2520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9B2E3C60-287C-413E-5DC1-C7F87E7DF9CA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1372567" y="6373237"/>
                <a:ext cx="633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05C8B3A2-2930-71D4-B6EE-B12F1530C1D1}"/>
                  </a:ext>
                </a:extLst>
              </p14:cNvPr>
              <p14:cNvContentPartPr/>
              <p14:nvPr/>
            </p14:nvContentPartPr>
            <p14:xfrm>
              <a:off x="11375087" y="6472597"/>
              <a:ext cx="331200" cy="42660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05C8B3A2-2930-71D4-B6EE-B12F1530C1D1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11357087" y="6454597"/>
                <a:ext cx="36684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125A428C-41B6-64AE-A9FC-4CB09CD650C3}"/>
                  </a:ext>
                </a:extLst>
              </p14:cNvPr>
              <p14:cNvContentPartPr/>
              <p14:nvPr/>
            </p14:nvContentPartPr>
            <p14:xfrm>
              <a:off x="11788007" y="6457117"/>
              <a:ext cx="258120" cy="13968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125A428C-41B6-64AE-A9FC-4CB09CD650C3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1770367" y="6439477"/>
                <a:ext cx="293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E1FCA828-3ED0-7272-9D2A-98BF503F24A5}"/>
                  </a:ext>
                </a:extLst>
              </p14:cNvPr>
              <p14:cNvContentPartPr/>
              <p14:nvPr/>
            </p14:nvContentPartPr>
            <p14:xfrm>
              <a:off x="11560487" y="6288997"/>
              <a:ext cx="48600" cy="2736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E1FCA828-3ED0-7272-9D2A-98BF503F24A5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11542487" y="6271357"/>
                <a:ext cx="842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FDCA48C-308A-AD8E-77FF-A109F129C541}"/>
                  </a:ext>
                </a:extLst>
              </p14:cNvPr>
              <p14:cNvContentPartPr/>
              <p14:nvPr/>
            </p14:nvContentPartPr>
            <p14:xfrm>
              <a:off x="12138647" y="6550357"/>
              <a:ext cx="360" cy="36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FDCA48C-308A-AD8E-77FF-A109F129C54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2121007" y="653271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0422AA0C-4A77-130A-3565-1D13FB833F70}"/>
                  </a:ext>
                </a:extLst>
              </p14:cNvPr>
              <p14:cNvContentPartPr/>
              <p14:nvPr/>
            </p14:nvContentPartPr>
            <p14:xfrm>
              <a:off x="4206407" y="6338317"/>
              <a:ext cx="101160" cy="63072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0422AA0C-4A77-130A-3565-1D13FB833F70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188767" y="6320677"/>
                <a:ext cx="136800" cy="66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678AF91-5986-9153-DE09-9912530A4C43}"/>
                  </a:ext>
                </a:extLst>
              </p14:cNvPr>
              <p14:cNvContentPartPr/>
              <p14:nvPr/>
            </p14:nvContentPartPr>
            <p14:xfrm>
              <a:off x="3367247" y="6372877"/>
              <a:ext cx="1051200" cy="8100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678AF91-5986-9153-DE09-9912530A4C43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3349247" y="6355237"/>
                <a:ext cx="10868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B2E0B84-4D41-1BBB-BC72-9FAFB0EF22C8}"/>
                  </a:ext>
                </a:extLst>
              </p14:cNvPr>
              <p14:cNvContentPartPr/>
              <p14:nvPr/>
            </p14:nvContentPartPr>
            <p14:xfrm>
              <a:off x="3811847" y="2045902"/>
              <a:ext cx="158760" cy="1915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B2E0B84-4D41-1BBB-BC72-9FAFB0EF22C8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3793847" y="2028262"/>
                <a:ext cx="194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FCFD5A6-8ACD-B52E-EF8E-8A3CDACE64A3}"/>
                  </a:ext>
                </a:extLst>
              </p14:cNvPr>
              <p14:cNvContentPartPr/>
              <p14:nvPr/>
            </p14:nvContentPartPr>
            <p14:xfrm>
              <a:off x="3792767" y="2319142"/>
              <a:ext cx="210960" cy="81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FCFD5A6-8ACD-B52E-EF8E-8A3CDACE64A3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775127" y="2301502"/>
                <a:ext cx="2466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D89CE70-449F-042F-9AC1-015FAAFE8D16}"/>
                  </a:ext>
                </a:extLst>
              </p14:cNvPr>
              <p14:cNvContentPartPr/>
              <p14:nvPr/>
            </p14:nvContentPartPr>
            <p14:xfrm>
              <a:off x="4077887" y="2005222"/>
              <a:ext cx="273600" cy="3384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D89CE70-449F-042F-9AC1-015FAAFE8D16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4059887" y="1987222"/>
                <a:ext cx="30924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B8EF720-0016-F7DD-9B5D-BCF16E52CB7E}"/>
                  </a:ext>
                </a:extLst>
              </p14:cNvPr>
              <p14:cNvContentPartPr/>
              <p14:nvPr/>
            </p14:nvContentPartPr>
            <p14:xfrm>
              <a:off x="6639287" y="2057062"/>
              <a:ext cx="10800" cy="171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B8EF720-0016-F7DD-9B5D-BCF16E52CB7E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6621287" y="2039062"/>
                <a:ext cx="464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ACAAB79-F65F-ACD9-94FE-590347F4BCA8}"/>
                  </a:ext>
                </a:extLst>
              </p14:cNvPr>
              <p14:cNvContentPartPr/>
              <p14:nvPr/>
            </p14:nvContentPartPr>
            <p14:xfrm>
              <a:off x="6753047" y="2042302"/>
              <a:ext cx="27000" cy="1702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ACAAB79-F65F-ACD9-94FE-590347F4BCA8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6735047" y="2024302"/>
                <a:ext cx="626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22FFD1C-E7B2-40FC-C535-012F20D117AE}"/>
                  </a:ext>
                </a:extLst>
              </p14:cNvPr>
              <p14:cNvContentPartPr/>
              <p14:nvPr/>
            </p14:nvContentPartPr>
            <p14:xfrm>
              <a:off x="6697247" y="1820182"/>
              <a:ext cx="239400" cy="709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22FFD1C-E7B2-40FC-C535-012F20D117AE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6679607" y="1802542"/>
                <a:ext cx="27504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60510F1-0B3F-8CF2-99C0-1E03C687DB00}"/>
                  </a:ext>
                </a:extLst>
              </p14:cNvPr>
              <p14:cNvContentPartPr/>
              <p14:nvPr/>
            </p14:nvContentPartPr>
            <p14:xfrm>
              <a:off x="6642887" y="2783182"/>
              <a:ext cx="12600" cy="277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60510F1-0B3F-8CF2-99C0-1E03C687DB00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6624887" y="2765182"/>
                <a:ext cx="48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3F2C548-E67F-32B8-39D1-798C7F243C2E}"/>
                  </a:ext>
                </a:extLst>
              </p14:cNvPr>
              <p14:cNvContentPartPr/>
              <p14:nvPr/>
            </p14:nvContentPartPr>
            <p14:xfrm>
              <a:off x="6499247" y="2967502"/>
              <a:ext cx="36720" cy="1926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3F2C548-E67F-32B8-39D1-798C7F243C2E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6481607" y="2949502"/>
                <a:ext cx="723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65E4597-899D-5E66-57D3-9A9C6125786A}"/>
                  </a:ext>
                </a:extLst>
              </p14:cNvPr>
              <p14:cNvContentPartPr/>
              <p14:nvPr/>
            </p14:nvContentPartPr>
            <p14:xfrm>
              <a:off x="6629927" y="2925022"/>
              <a:ext cx="134640" cy="2368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65E4597-899D-5E66-57D3-9A9C6125786A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6611927" y="2907382"/>
                <a:ext cx="1702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6FC7BA1-A4ED-033C-EDB1-E7B7E30B5D33}"/>
                  </a:ext>
                </a:extLst>
              </p14:cNvPr>
              <p14:cNvContentPartPr/>
              <p14:nvPr/>
            </p14:nvContentPartPr>
            <p14:xfrm>
              <a:off x="6724967" y="2755102"/>
              <a:ext cx="267480" cy="7682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6FC7BA1-A4ED-033C-EDB1-E7B7E30B5D33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6707327" y="2737102"/>
                <a:ext cx="303120" cy="8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E51B1DAB-55CE-1E8D-0D74-2CC2CC9BC4DE}"/>
                  </a:ext>
                </a:extLst>
              </p14:cNvPr>
              <p14:cNvContentPartPr/>
              <p14:nvPr/>
            </p14:nvContentPartPr>
            <p14:xfrm>
              <a:off x="6207287" y="2376157"/>
              <a:ext cx="180720" cy="19332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E51B1DAB-55CE-1E8D-0D74-2CC2CC9BC4DE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6189647" y="2358157"/>
                <a:ext cx="2163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6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3925907B-3B36-9C20-E981-B5BE1C5B2015}"/>
                  </a:ext>
                </a:extLst>
              </p14:cNvPr>
              <p14:cNvContentPartPr/>
              <p14:nvPr/>
            </p14:nvContentPartPr>
            <p14:xfrm>
              <a:off x="11101127" y="3822277"/>
              <a:ext cx="736920" cy="14400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3925907B-3B36-9C20-E981-B5BE1C5B2015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11083127" y="3804277"/>
                <a:ext cx="7725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8E535168-D3E4-C2AD-9046-BFE7D08123A8}"/>
                  </a:ext>
                </a:extLst>
              </p14:cNvPr>
              <p14:cNvContentPartPr/>
              <p14:nvPr/>
            </p14:nvContentPartPr>
            <p14:xfrm>
              <a:off x="11136047" y="3882397"/>
              <a:ext cx="783000" cy="15408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8E535168-D3E4-C2AD-9046-BFE7D08123A8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11118047" y="3864397"/>
                <a:ext cx="8186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8B25A613-1BE8-574C-6C9E-1BB31AE3C869}"/>
                  </a:ext>
                </a:extLst>
              </p14:cNvPr>
              <p14:cNvContentPartPr/>
              <p14:nvPr/>
            </p14:nvContentPartPr>
            <p14:xfrm>
              <a:off x="11065127" y="3860077"/>
              <a:ext cx="1014480" cy="22716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8B25A613-1BE8-574C-6C9E-1BB31AE3C869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11047487" y="3842437"/>
                <a:ext cx="10501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D9B56B13-10D1-A7B9-5026-5E6A3D3F30EA}"/>
                  </a:ext>
                </a:extLst>
              </p14:cNvPr>
              <p14:cNvContentPartPr/>
              <p14:nvPr/>
            </p14:nvContentPartPr>
            <p14:xfrm>
              <a:off x="11014367" y="3990037"/>
              <a:ext cx="9360" cy="180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D9B56B13-10D1-A7B9-5026-5E6A3D3F30EA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10996367" y="3972037"/>
                <a:ext cx="450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69CDD401-7D3F-9DC8-BDB8-13C3124BE240}"/>
                  </a:ext>
                </a:extLst>
              </p14:cNvPr>
              <p14:cNvContentPartPr/>
              <p14:nvPr/>
            </p14:nvContentPartPr>
            <p14:xfrm>
              <a:off x="6505007" y="4182277"/>
              <a:ext cx="195120" cy="4827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69CDD401-7D3F-9DC8-BDB8-13C3124BE240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6487367" y="4164637"/>
                <a:ext cx="23076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A11C3AA-EA5A-1883-7351-5F26845079D6}"/>
                  </a:ext>
                </a:extLst>
              </p14:cNvPr>
              <p14:cNvContentPartPr/>
              <p14:nvPr/>
            </p14:nvContentPartPr>
            <p14:xfrm>
              <a:off x="6839087" y="4271197"/>
              <a:ext cx="200880" cy="2448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A11C3AA-EA5A-1883-7351-5F26845079D6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6821447" y="4253197"/>
                <a:ext cx="2365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05569DE-0EE9-0C51-0117-22FFA24CDB70}"/>
                  </a:ext>
                </a:extLst>
              </p14:cNvPr>
              <p14:cNvContentPartPr/>
              <p14:nvPr/>
            </p14:nvContentPartPr>
            <p14:xfrm>
              <a:off x="7149407" y="4404397"/>
              <a:ext cx="27720" cy="1598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05569DE-0EE9-0C51-0117-22FFA24CDB70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7131407" y="4386397"/>
                <a:ext cx="63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6FF3B191-22BB-7035-9351-2B640D3B5DC1}"/>
                  </a:ext>
                </a:extLst>
              </p14:cNvPr>
              <p14:cNvContentPartPr/>
              <p14:nvPr/>
            </p14:nvContentPartPr>
            <p14:xfrm>
              <a:off x="7293767" y="4263637"/>
              <a:ext cx="172080" cy="2437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6FF3B191-22BB-7035-9351-2B640D3B5DC1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7276127" y="4245997"/>
                <a:ext cx="2077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D1EBD60-1D7F-9EF0-7025-F732594BC171}"/>
                  </a:ext>
                </a:extLst>
              </p14:cNvPr>
              <p14:cNvContentPartPr/>
              <p14:nvPr/>
            </p14:nvContentPartPr>
            <p14:xfrm>
              <a:off x="7361447" y="4191637"/>
              <a:ext cx="207000" cy="4456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D1EBD60-1D7F-9EF0-7025-F732594BC171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7343447" y="4173637"/>
                <a:ext cx="24264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D5816EF9-7344-64ED-4278-B6B917A7C1A0}"/>
                  </a:ext>
                </a:extLst>
              </p14:cNvPr>
              <p14:cNvContentPartPr/>
              <p14:nvPr/>
            </p14:nvContentPartPr>
            <p14:xfrm>
              <a:off x="7111607" y="4672957"/>
              <a:ext cx="2880" cy="212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D5816EF9-7344-64ED-4278-B6B917A7C1A0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7093607" y="4654957"/>
                <a:ext cx="385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20C1D956-26E5-559F-80A1-903ACCC5D8EF}"/>
                  </a:ext>
                </a:extLst>
              </p14:cNvPr>
              <p14:cNvContentPartPr/>
              <p14:nvPr/>
            </p14:nvContentPartPr>
            <p14:xfrm>
              <a:off x="7111607" y="4631197"/>
              <a:ext cx="6480" cy="108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20C1D956-26E5-559F-80A1-903ACCC5D8EF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7093607" y="4613557"/>
                <a:ext cx="421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E39006A-4D68-9BDE-509F-820199026165}"/>
                  </a:ext>
                </a:extLst>
              </p14:cNvPr>
              <p14:cNvContentPartPr/>
              <p14:nvPr/>
            </p14:nvContentPartPr>
            <p14:xfrm>
              <a:off x="7140767" y="4633357"/>
              <a:ext cx="360" cy="36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E39006A-4D68-9BDE-509F-82019902616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122767" y="46153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8AA3834B-61D0-B862-9C32-0525BE06C77C}"/>
                  </a:ext>
                </a:extLst>
              </p14:cNvPr>
              <p14:cNvContentPartPr/>
              <p14:nvPr/>
            </p14:nvContentPartPr>
            <p14:xfrm>
              <a:off x="7140767" y="4633357"/>
              <a:ext cx="1080" cy="39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8AA3834B-61D0-B862-9C32-0525BE06C77C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7122767" y="4615357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0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F364AC5A-22EC-7C4A-D9F9-E432541DC10A}"/>
                  </a:ext>
                </a:extLst>
              </p14:cNvPr>
              <p14:cNvContentPartPr/>
              <p14:nvPr/>
            </p14:nvContentPartPr>
            <p14:xfrm>
              <a:off x="6176327" y="4400797"/>
              <a:ext cx="9000" cy="2808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F364AC5A-22EC-7C4A-D9F9-E432541DC10A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6158687" y="4382797"/>
                <a:ext cx="446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0A3C5EB-D04D-4A07-C824-824D79A6CC1E}"/>
                  </a:ext>
                </a:extLst>
              </p14:cNvPr>
              <p14:cNvContentPartPr/>
              <p14:nvPr/>
            </p14:nvContentPartPr>
            <p14:xfrm>
              <a:off x="453407" y="3036982"/>
              <a:ext cx="20160" cy="1879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0A3C5EB-D04D-4A07-C824-824D79A6CC1E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435767" y="3019342"/>
                <a:ext cx="558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97D89F7-E4F7-2080-D175-F657CEF0CFEF}"/>
                  </a:ext>
                </a:extLst>
              </p14:cNvPr>
              <p14:cNvContentPartPr/>
              <p14:nvPr/>
            </p14:nvContentPartPr>
            <p14:xfrm>
              <a:off x="540167" y="3067222"/>
              <a:ext cx="19080" cy="123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97D89F7-E4F7-2080-D175-F657CEF0CFEF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522167" y="3049582"/>
                <a:ext cx="547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5657DE3-4DE6-AB79-1DFE-DD6C79A827C9}"/>
                  </a:ext>
                </a:extLst>
              </p14:cNvPr>
              <p14:cNvContentPartPr/>
              <p14:nvPr/>
            </p14:nvContentPartPr>
            <p14:xfrm>
              <a:off x="619007" y="3044182"/>
              <a:ext cx="12240" cy="1425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5657DE3-4DE6-AB79-1DFE-DD6C79A827C9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601367" y="3026542"/>
                <a:ext cx="47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E440247-DC9D-13A1-7EAD-0D76E27ED46D}"/>
                  </a:ext>
                </a:extLst>
              </p14:cNvPr>
              <p14:cNvContentPartPr/>
              <p14:nvPr/>
            </p14:nvContentPartPr>
            <p14:xfrm>
              <a:off x="679847" y="2786062"/>
              <a:ext cx="247320" cy="6973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E440247-DC9D-13A1-7EAD-0D76E27ED46D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661847" y="2768422"/>
                <a:ext cx="28296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7DBC880-37C5-AF9A-96F7-55DD69B8D0FD}"/>
                  </a:ext>
                </a:extLst>
              </p14:cNvPr>
              <p14:cNvContentPartPr/>
              <p14:nvPr/>
            </p14:nvContentPartPr>
            <p14:xfrm>
              <a:off x="1720247" y="3078022"/>
              <a:ext cx="290880" cy="2181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7DBC880-37C5-AF9A-96F7-55DD69B8D0FD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1702607" y="3060382"/>
                <a:ext cx="3265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E3EF485-22E0-1BEF-5C58-29FC1E991794}"/>
                  </a:ext>
                </a:extLst>
              </p14:cNvPr>
              <p14:cNvContentPartPr/>
              <p14:nvPr/>
            </p14:nvContentPartPr>
            <p14:xfrm>
              <a:off x="2064047" y="3136702"/>
              <a:ext cx="120960" cy="392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E3EF485-22E0-1BEF-5C58-29FC1E991794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2046407" y="3119062"/>
                <a:ext cx="1566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D5B783E-66D9-1485-921C-E1994340FC98}"/>
                  </a:ext>
                </a:extLst>
              </p14:cNvPr>
              <p14:cNvContentPartPr/>
              <p14:nvPr/>
            </p14:nvContentPartPr>
            <p14:xfrm>
              <a:off x="2183207" y="3052102"/>
              <a:ext cx="284400" cy="559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D5B783E-66D9-1485-921C-E1994340FC98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2165567" y="3034462"/>
                <a:ext cx="32004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6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8C9C048B-43B2-383B-CE46-93266675A158}"/>
                  </a:ext>
                </a:extLst>
              </p14:cNvPr>
              <p14:cNvContentPartPr/>
              <p14:nvPr/>
            </p14:nvContentPartPr>
            <p14:xfrm>
              <a:off x="792116" y="3276877"/>
              <a:ext cx="424440" cy="35028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8C9C048B-43B2-383B-CE46-93266675A158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774116" y="3259237"/>
                <a:ext cx="4600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8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4C979AE8-EA01-567E-3ABA-F27EB3529062}"/>
                  </a:ext>
                </a:extLst>
              </p14:cNvPr>
              <p14:cNvContentPartPr/>
              <p14:nvPr/>
            </p14:nvContentPartPr>
            <p14:xfrm>
              <a:off x="749996" y="3145117"/>
              <a:ext cx="962640" cy="62280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4C979AE8-EA01-567E-3ABA-F27EB3529062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732356" y="3127477"/>
                <a:ext cx="99828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0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5DF6DE90-A0DC-65FE-10D9-6F42A7F73BED}"/>
                  </a:ext>
                </a:extLst>
              </p14:cNvPr>
              <p14:cNvContentPartPr/>
              <p14:nvPr/>
            </p14:nvContentPartPr>
            <p14:xfrm>
              <a:off x="6673796" y="3349957"/>
              <a:ext cx="578520" cy="27144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5DF6DE90-A0DC-65FE-10D9-6F42A7F73BED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6656156" y="3331957"/>
                <a:ext cx="6141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2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05657BE2-9D49-BBA6-A22D-98C5B83ACB6A}"/>
                  </a:ext>
                </a:extLst>
              </p14:cNvPr>
              <p14:cNvContentPartPr/>
              <p14:nvPr/>
            </p14:nvContentPartPr>
            <p14:xfrm>
              <a:off x="6655796" y="3516277"/>
              <a:ext cx="680760" cy="23724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05657BE2-9D49-BBA6-A22D-98C5B83ACB6A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6638156" y="3498277"/>
                <a:ext cx="7164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4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60CC9BE7-57A8-87F7-1277-C1AE6AD25E22}"/>
                  </a:ext>
                </a:extLst>
              </p14:cNvPr>
              <p14:cNvContentPartPr/>
              <p14:nvPr/>
            </p14:nvContentPartPr>
            <p14:xfrm>
              <a:off x="5632316" y="2929837"/>
              <a:ext cx="2880" cy="288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60CC9BE7-57A8-87F7-1277-C1AE6AD25E22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5614316" y="2912197"/>
                <a:ext cx="385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6" name="Group 445">
            <a:extLst>
              <a:ext uri="{FF2B5EF4-FFF2-40B4-BE49-F238E27FC236}">
                <a16:creationId xmlns:a16="http://schemas.microsoft.com/office/drawing/2014/main" id="{98F351B7-A052-EE0C-E4DC-4A308B865B71}"/>
              </a:ext>
            </a:extLst>
          </p:cNvPr>
          <p:cNvGrpSpPr/>
          <p:nvPr/>
        </p:nvGrpSpPr>
        <p:grpSpPr>
          <a:xfrm>
            <a:off x="4244876" y="2886637"/>
            <a:ext cx="497571" cy="201960"/>
            <a:chOff x="4244876" y="2886637"/>
            <a:chExt cx="497571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AD2866D-383D-1696-F620-CCEA5CADB8E3}"/>
                    </a:ext>
                  </a:extLst>
                </p14:cNvPr>
                <p14:cNvContentPartPr/>
                <p14:nvPr/>
              </p14:nvContentPartPr>
              <p14:xfrm>
                <a:off x="4692047" y="2886637"/>
                <a:ext cx="50400" cy="252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AD2866D-383D-1696-F620-CCEA5CADB8E3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674047" y="2868997"/>
                  <a:ext cx="86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492C851F-1361-4B82-32DA-3CD181608DA2}"/>
                    </a:ext>
                  </a:extLst>
                </p14:cNvPr>
                <p14:cNvContentPartPr/>
                <p14:nvPr/>
              </p14:nvContentPartPr>
              <p14:xfrm>
                <a:off x="4244876" y="3082117"/>
                <a:ext cx="36720" cy="64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492C851F-1361-4B82-32DA-3CD181608DA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227236" y="3064117"/>
                  <a:ext cx="72360" cy="4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7264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A21ADEB-0651-DD04-F09B-3F9192801918}"/>
                  </a:ext>
                </a:extLst>
              </p14:cNvPr>
              <p14:cNvContentPartPr/>
              <p14:nvPr/>
            </p14:nvContentPartPr>
            <p14:xfrm>
              <a:off x="1661207" y="1194862"/>
              <a:ext cx="1884240" cy="1794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A21ADEB-0651-DD04-F09B-3F91928019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5567" y="1123222"/>
                <a:ext cx="1955880" cy="19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A06F5B-6D10-FEF4-E889-6A2A0FB0C2DF}"/>
                  </a:ext>
                </a:extLst>
              </p14:cNvPr>
              <p14:cNvContentPartPr/>
              <p14:nvPr/>
            </p14:nvContentPartPr>
            <p14:xfrm>
              <a:off x="1742207" y="1432102"/>
              <a:ext cx="994680" cy="1441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A06F5B-6D10-FEF4-E889-6A2A0FB0C2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6567" y="1360102"/>
                <a:ext cx="1066320" cy="158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063563A-9581-15D6-3D28-30EC57667D24}"/>
              </a:ext>
            </a:extLst>
          </p:cNvPr>
          <p:cNvGrpSpPr/>
          <p:nvPr/>
        </p:nvGrpSpPr>
        <p:grpSpPr>
          <a:xfrm>
            <a:off x="718727" y="371182"/>
            <a:ext cx="4470480" cy="3136320"/>
            <a:chOff x="718727" y="371182"/>
            <a:chExt cx="4470480" cy="31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CCFB28D-7380-881C-25E6-95E4ADEAE0FA}"/>
                    </a:ext>
                  </a:extLst>
                </p14:cNvPr>
                <p14:cNvContentPartPr/>
                <p14:nvPr/>
              </p14:nvContentPartPr>
              <p14:xfrm>
                <a:off x="1554287" y="371182"/>
                <a:ext cx="168120" cy="2958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CCFB28D-7380-881C-25E6-95E4ADEAE0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36647" y="353182"/>
                  <a:ext cx="203760" cy="29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026F691-5ED1-C5D5-086D-F3BC136C7B58}"/>
                    </a:ext>
                  </a:extLst>
                </p14:cNvPr>
                <p14:cNvContentPartPr/>
                <p14:nvPr/>
              </p14:nvContentPartPr>
              <p14:xfrm>
                <a:off x="1042727" y="2951662"/>
                <a:ext cx="4146480" cy="170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026F691-5ED1-C5D5-086D-F3BC136C7B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4727" y="2933662"/>
                  <a:ext cx="4182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2C5A99C-D413-F38B-F9CC-14DAAB48E8AB}"/>
                    </a:ext>
                  </a:extLst>
                </p14:cNvPr>
                <p14:cNvContentPartPr/>
                <p14:nvPr/>
              </p14:nvContentPartPr>
              <p14:xfrm>
                <a:off x="1434047" y="858262"/>
                <a:ext cx="2810520" cy="264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2C5A99C-D413-F38B-F9CC-14DAAB48E8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6407" y="840262"/>
                  <a:ext cx="2846160" cy="26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70981D7-E0F4-179C-B738-FDC39BC451AD}"/>
                    </a:ext>
                  </a:extLst>
                </p14:cNvPr>
                <p14:cNvContentPartPr/>
                <p14:nvPr/>
              </p14:nvContentPartPr>
              <p14:xfrm>
                <a:off x="2555447" y="670342"/>
                <a:ext cx="223200" cy="141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70981D7-E0F4-179C-B738-FDC39BC451A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7807" y="652702"/>
                  <a:ext cx="258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ED4D3C-8B8B-A8E6-9C7C-3D3481CB83BD}"/>
                    </a:ext>
                  </a:extLst>
                </p14:cNvPr>
                <p14:cNvContentPartPr/>
                <p14:nvPr/>
              </p14:nvContentPartPr>
              <p14:xfrm>
                <a:off x="2852447" y="601222"/>
                <a:ext cx="147600" cy="184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ED4D3C-8B8B-A8E6-9C7C-3D3481CB83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34807" y="583222"/>
                  <a:ext cx="183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500D06-697E-AC52-2748-99AAFEB36A8A}"/>
                    </a:ext>
                  </a:extLst>
                </p14:cNvPr>
                <p14:cNvContentPartPr/>
                <p14:nvPr/>
              </p14:nvContentPartPr>
              <p14:xfrm>
                <a:off x="3010847" y="767182"/>
                <a:ext cx="104400" cy="104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500D06-697E-AC52-2748-99AAFEB36A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92847" y="749542"/>
                  <a:ext cx="140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3E27A88-C2C5-41F2-19A8-FD295F837645}"/>
                    </a:ext>
                  </a:extLst>
                </p14:cNvPr>
                <p14:cNvContentPartPr/>
                <p14:nvPr/>
              </p14:nvContentPartPr>
              <p14:xfrm>
                <a:off x="3263927" y="627862"/>
                <a:ext cx="126360" cy="174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3E27A88-C2C5-41F2-19A8-FD295F8376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45927" y="610222"/>
                  <a:ext cx="162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975374-A772-5147-363A-C3F6C33DF5C3}"/>
                    </a:ext>
                  </a:extLst>
                </p14:cNvPr>
                <p14:cNvContentPartPr/>
                <p14:nvPr/>
              </p14:nvContentPartPr>
              <p14:xfrm>
                <a:off x="3494687" y="772942"/>
                <a:ext cx="31680" cy="175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975374-A772-5147-363A-C3F6C33DF5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76687" y="755302"/>
                  <a:ext cx="67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BA63A8-2E05-8FE0-E2A8-34CD71F8B60D}"/>
                    </a:ext>
                  </a:extLst>
                </p14:cNvPr>
                <p14:cNvContentPartPr/>
                <p14:nvPr/>
              </p14:nvContentPartPr>
              <p14:xfrm>
                <a:off x="3741647" y="667102"/>
                <a:ext cx="175680" cy="469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BA63A8-2E05-8FE0-E2A8-34CD71F8B6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007" y="649462"/>
                  <a:ext cx="21132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5A6E63-6A3F-9273-1C96-0C41D10277EC}"/>
                    </a:ext>
                  </a:extLst>
                </p14:cNvPr>
                <p14:cNvContentPartPr/>
                <p14:nvPr/>
              </p14:nvContentPartPr>
              <p14:xfrm>
                <a:off x="4060607" y="533902"/>
                <a:ext cx="206640" cy="316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5A6E63-6A3F-9273-1C96-0C41D10277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2607" y="516262"/>
                  <a:ext cx="2422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9F208E-5898-A6C9-C351-3CDB9FE38042}"/>
                    </a:ext>
                  </a:extLst>
                </p14:cNvPr>
                <p14:cNvContentPartPr/>
                <p14:nvPr/>
              </p14:nvContentPartPr>
              <p14:xfrm>
                <a:off x="4595567" y="515182"/>
                <a:ext cx="228600" cy="273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9F208E-5898-A6C9-C351-3CDB9FE380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77567" y="497182"/>
                  <a:ext cx="2642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989E28-AB0C-4D46-2F39-ECAD041741DE}"/>
                    </a:ext>
                  </a:extLst>
                </p14:cNvPr>
                <p14:cNvContentPartPr/>
                <p14:nvPr/>
              </p14:nvContentPartPr>
              <p14:xfrm>
                <a:off x="5013167" y="680782"/>
                <a:ext cx="11520" cy="5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989E28-AB0C-4D46-2F39-ECAD041741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95167" y="663142"/>
                  <a:ext cx="47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E45B3F-24D8-2AD7-4C98-3B3D234E8BD1}"/>
                    </a:ext>
                  </a:extLst>
                </p14:cNvPr>
                <p14:cNvContentPartPr/>
                <p14:nvPr/>
              </p14:nvContentPartPr>
              <p14:xfrm>
                <a:off x="1365287" y="3133822"/>
                <a:ext cx="132480" cy="35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E45B3F-24D8-2AD7-4C98-3B3D234E8B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47647" y="3116182"/>
                  <a:ext cx="1681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39FCC73-B1D4-A974-A467-DFF88E855BF4}"/>
                    </a:ext>
                  </a:extLst>
                </p14:cNvPr>
                <p14:cNvContentPartPr/>
                <p14:nvPr/>
              </p14:nvContentPartPr>
              <p14:xfrm>
                <a:off x="4325927" y="3186382"/>
                <a:ext cx="150120" cy="213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39FCC73-B1D4-A974-A467-DFF88E855B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07927" y="3168382"/>
                  <a:ext cx="185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F47277-14C8-2AD6-D919-7EAA09E22B4B}"/>
                    </a:ext>
                  </a:extLst>
                </p14:cNvPr>
                <p14:cNvContentPartPr/>
                <p14:nvPr/>
              </p14:nvContentPartPr>
              <p14:xfrm>
                <a:off x="4335647" y="3261262"/>
                <a:ext cx="134640" cy="6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F47277-14C8-2AD6-D919-7EAA09E22B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17647" y="3243262"/>
                  <a:ext cx="170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A6F76F-CE81-AD47-E91B-F6CAD6F8C7D7}"/>
                    </a:ext>
                  </a:extLst>
                </p14:cNvPr>
                <p14:cNvContentPartPr/>
                <p14:nvPr/>
              </p14:nvContentPartPr>
              <p14:xfrm>
                <a:off x="1713407" y="757102"/>
                <a:ext cx="49680" cy="153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A6F76F-CE81-AD47-E91B-F6CAD6F8C7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95407" y="739102"/>
                  <a:ext cx="85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78D78F-B021-252A-0072-8201BDB50CFD}"/>
                    </a:ext>
                  </a:extLst>
                </p14:cNvPr>
                <p14:cNvContentPartPr/>
                <p14:nvPr/>
              </p14:nvContentPartPr>
              <p14:xfrm>
                <a:off x="1740767" y="700222"/>
                <a:ext cx="174960" cy="268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78D78F-B021-252A-0072-8201BDB50CF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22767" y="682222"/>
                  <a:ext cx="2106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20249DB-48F2-246F-E074-2FFA5C073F12}"/>
                    </a:ext>
                  </a:extLst>
                </p14:cNvPr>
                <p14:cNvContentPartPr/>
                <p14:nvPr/>
              </p14:nvContentPartPr>
              <p14:xfrm>
                <a:off x="3959807" y="2732422"/>
                <a:ext cx="83880" cy="19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20249DB-48F2-246F-E074-2FFA5C073F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41807" y="2714422"/>
                  <a:ext cx="119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C0568B-8FE7-DDC5-8BAA-39C9B14675CB}"/>
                    </a:ext>
                  </a:extLst>
                </p14:cNvPr>
                <p14:cNvContentPartPr/>
                <p14:nvPr/>
              </p14:nvContentPartPr>
              <p14:xfrm>
                <a:off x="4119647" y="2706502"/>
                <a:ext cx="123120" cy="230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C0568B-8FE7-DDC5-8BAA-39C9B14675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01647" y="2688862"/>
                  <a:ext cx="158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FFB19F4-7538-3B02-1EEE-3580941C3FBE}"/>
                    </a:ext>
                  </a:extLst>
                </p14:cNvPr>
                <p14:cNvContentPartPr/>
                <p14:nvPr/>
              </p14:nvContentPartPr>
              <p14:xfrm>
                <a:off x="4289567" y="2815942"/>
                <a:ext cx="65160" cy="115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FFB19F4-7538-3B02-1EEE-3580941C3F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71567" y="2797942"/>
                  <a:ext cx="1008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A9EAF0-20D4-12DF-AF6D-DDBBE298D6CB}"/>
                    </a:ext>
                  </a:extLst>
                </p14:cNvPr>
                <p14:cNvContentPartPr/>
                <p14:nvPr/>
              </p14:nvContentPartPr>
              <p14:xfrm>
                <a:off x="4414487" y="2665102"/>
                <a:ext cx="84600" cy="151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A9EAF0-20D4-12DF-AF6D-DDBBE298D6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96487" y="2647102"/>
                  <a:ext cx="120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FEC257-B401-31E0-708F-338DBE092B5D}"/>
                    </a:ext>
                  </a:extLst>
                </p14:cNvPr>
                <p14:cNvContentPartPr/>
                <p14:nvPr/>
              </p14:nvContentPartPr>
              <p14:xfrm>
                <a:off x="4471367" y="2552422"/>
                <a:ext cx="214200" cy="465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FEC257-B401-31E0-708F-338DBE092B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53367" y="2534422"/>
                  <a:ext cx="2498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7D03C0F-0E3F-D99C-8BCE-01014B891F69}"/>
                    </a:ext>
                  </a:extLst>
                </p14:cNvPr>
                <p14:cNvContentPartPr/>
                <p14:nvPr/>
              </p14:nvContentPartPr>
              <p14:xfrm>
                <a:off x="718727" y="954742"/>
                <a:ext cx="61920" cy="294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7D03C0F-0E3F-D99C-8BCE-01014B891F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0727" y="937102"/>
                  <a:ext cx="975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38CE3E-44CF-A969-20AD-793E09FDC82C}"/>
                    </a:ext>
                  </a:extLst>
                </p14:cNvPr>
                <p14:cNvContentPartPr/>
                <p14:nvPr/>
              </p14:nvContentPartPr>
              <p14:xfrm>
                <a:off x="853367" y="963742"/>
                <a:ext cx="106200" cy="166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38CE3E-44CF-A969-20AD-793E09FDC82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5727" y="945742"/>
                  <a:ext cx="1418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A88D89-BF32-C2F6-20FA-2A79CEAACAF9}"/>
                    </a:ext>
                  </a:extLst>
                </p14:cNvPr>
                <p14:cNvContentPartPr/>
                <p14:nvPr/>
              </p14:nvContentPartPr>
              <p14:xfrm>
                <a:off x="1050287" y="1082902"/>
                <a:ext cx="22680" cy="177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A88D89-BF32-C2F6-20FA-2A79CEAACA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2287" y="1064902"/>
                  <a:ext cx="58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8CFE6A-ED4E-B8BF-05CA-2FCA2472B4FA}"/>
                    </a:ext>
                  </a:extLst>
                </p14:cNvPr>
                <p14:cNvContentPartPr/>
                <p14:nvPr/>
              </p14:nvContentPartPr>
              <p14:xfrm>
                <a:off x="1072607" y="974902"/>
                <a:ext cx="125640" cy="17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8CFE6A-ED4E-B8BF-05CA-2FCA2472B4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4967" y="956902"/>
                  <a:ext cx="161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F1B5FB-66C7-21CB-2BC8-8423A81EA75A}"/>
                    </a:ext>
                  </a:extLst>
                </p14:cNvPr>
                <p14:cNvContentPartPr/>
                <p14:nvPr/>
              </p14:nvContentPartPr>
              <p14:xfrm>
                <a:off x="1073687" y="794542"/>
                <a:ext cx="225720" cy="69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F1B5FB-66C7-21CB-2BC8-8423A81EA7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6047" y="776902"/>
                  <a:ext cx="26136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09D54F-978E-4932-73AD-097CEF38904E}"/>
                    </a:ext>
                  </a:extLst>
                </p14:cNvPr>
                <p14:cNvContentPartPr/>
                <p14:nvPr/>
              </p14:nvContentPartPr>
              <p14:xfrm>
                <a:off x="1031927" y="1846462"/>
                <a:ext cx="5040" cy="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09D54F-978E-4932-73AD-097CEF38904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3927" y="1828462"/>
                  <a:ext cx="406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49111D2-F63A-3849-1ACE-794421358C51}"/>
              </a:ext>
            </a:extLst>
          </p:cNvPr>
          <p:cNvGrpSpPr/>
          <p:nvPr/>
        </p:nvGrpSpPr>
        <p:grpSpPr>
          <a:xfrm>
            <a:off x="6158327" y="347062"/>
            <a:ext cx="2437920" cy="567360"/>
            <a:chOff x="6158327" y="347062"/>
            <a:chExt cx="243792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3AEBA4-CF28-927A-CE3E-F4BE5546BA90}"/>
                    </a:ext>
                  </a:extLst>
                </p14:cNvPr>
                <p14:cNvContentPartPr/>
                <p14:nvPr/>
              </p14:nvContentPartPr>
              <p14:xfrm>
                <a:off x="6158327" y="429142"/>
                <a:ext cx="261000" cy="258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D3AEBA4-CF28-927A-CE3E-F4BE5546BA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40687" y="411502"/>
                  <a:ext cx="2966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75C1932-89ED-E695-4D42-5D299E3D7BAA}"/>
                    </a:ext>
                  </a:extLst>
                </p14:cNvPr>
                <p14:cNvContentPartPr/>
                <p14:nvPr/>
              </p14:nvContentPartPr>
              <p14:xfrm>
                <a:off x="6450287" y="347062"/>
                <a:ext cx="212040" cy="318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75C1932-89ED-E695-4D42-5D299E3D7BA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32647" y="329422"/>
                  <a:ext cx="247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8994623-2CB7-6AD9-31E2-DFD24BD5F7F1}"/>
                    </a:ext>
                  </a:extLst>
                </p14:cNvPr>
                <p14:cNvContentPartPr/>
                <p14:nvPr/>
              </p14:nvContentPartPr>
              <p14:xfrm>
                <a:off x="6616247" y="606622"/>
                <a:ext cx="151560" cy="159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8994623-2CB7-6AD9-31E2-DFD24BD5F7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98247" y="588622"/>
                  <a:ext cx="187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764E65-0D46-049E-7AFA-47DE579E847D}"/>
                    </a:ext>
                  </a:extLst>
                </p14:cNvPr>
                <p14:cNvContentPartPr/>
                <p14:nvPr/>
              </p14:nvContentPartPr>
              <p14:xfrm>
                <a:off x="6852047" y="457222"/>
                <a:ext cx="182160" cy="21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764E65-0D46-049E-7AFA-47DE579E84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34047" y="439222"/>
                  <a:ext cx="217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1EF4E6E-0D56-1CD4-4DF1-C04985F178AD}"/>
                    </a:ext>
                  </a:extLst>
                </p14:cNvPr>
                <p14:cNvContentPartPr/>
                <p14:nvPr/>
              </p14:nvContentPartPr>
              <p14:xfrm>
                <a:off x="7182167" y="680422"/>
                <a:ext cx="22320" cy="143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1EF4E6E-0D56-1CD4-4DF1-C04985F178A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64167" y="662422"/>
                  <a:ext cx="57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0ADE37-9529-BC14-97E4-58A713E8F131}"/>
                    </a:ext>
                  </a:extLst>
                </p14:cNvPr>
                <p14:cNvContentPartPr/>
                <p14:nvPr/>
              </p14:nvContentPartPr>
              <p14:xfrm>
                <a:off x="7376927" y="473062"/>
                <a:ext cx="202320" cy="441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0ADE37-9529-BC14-97E4-58A713E8F1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58927" y="455422"/>
                  <a:ext cx="2379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9244538-6BDC-050F-F701-4596DC043916}"/>
                    </a:ext>
                  </a:extLst>
                </p14:cNvPr>
                <p14:cNvContentPartPr/>
                <p14:nvPr/>
              </p14:nvContentPartPr>
              <p14:xfrm>
                <a:off x="7736927" y="365422"/>
                <a:ext cx="146520" cy="266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9244538-6BDC-050F-F701-4596DC0439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19287" y="347782"/>
                  <a:ext cx="1821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AF5F68-10D3-BECE-A6DF-0B7D0704BCDC}"/>
                    </a:ext>
                  </a:extLst>
                </p14:cNvPr>
                <p14:cNvContentPartPr/>
                <p14:nvPr/>
              </p14:nvContentPartPr>
              <p14:xfrm>
                <a:off x="7883807" y="551542"/>
                <a:ext cx="149040" cy="156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AF5F68-10D3-BECE-A6DF-0B7D0704BC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65807" y="533902"/>
                  <a:ext cx="184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CE6584-CAB3-89BD-121D-C528196F5405}"/>
                    </a:ext>
                  </a:extLst>
                </p14:cNvPr>
                <p14:cNvContentPartPr/>
                <p14:nvPr/>
              </p14:nvContentPartPr>
              <p14:xfrm>
                <a:off x="8132567" y="430582"/>
                <a:ext cx="149400" cy="176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CE6584-CAB3-89BD-121D-C528196F54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14567" y="412942"/>
                  <a:ext cx="185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D19259-06D6-6B69-17C2-A94A420E815F}"/>
                    </a:ext>
                  </a:extLst>
                </p14:cNvPr>
                <p14:cNvContentPartPr/>
                <p14:nvPr/>
              </p14:nvContentPartPr>
              <p14:xfrm>
                <a:off x="8482127" y="687622"/>
                <a:ext cx="114120" cy="172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D19259-06D6-6B69-17C2-A94A420E81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64487" y="669982"/>
                  <a:ext cx="14976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DB29FCB-D192-2DB7-986E-361CFE4ECEB7}"/>
              </a:ext>
            </a:extLst>
          </p:cNvPr>
          <p:cNvGrpSpPr/>
          <p:nvPr/>
        </p:nvGrpSpPr>
        <p:grpSpPr>
          <a:xfrm>
            <a:off x="9095207" y="373342"/>
            <a:ext cx="767880" cy="356400"/>
            <a:chOff x="9095207" y="373342"/>
            <a:chExt cx="76788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5CBF36-5040-EFA6-5266-F27EBEA1C1E3}"/>
                    </a:ext>
                  </a:extLst>
                </p14:cNvPr>
                <p14:cNvContentPartPr/>
                <p14:nvPr/>
              </p14:nvContentPartPr>
              <p14:xfrm>
                <a:off x="9095207" y="373342"/>
                <a:ext cx="315720" cy="356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5CBF36-5040-EFA6-5266-F27EBEA1C1E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77207" y="355702"/>
                  <a:ext cx="351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CE86B7-0C03-7873-F5F5-1DED1A742412}"/>
                    </a:ext>
                  </a:extLst>
                </p14:cNvPr>
                <p14:cNvContentPartPr/>
                <p14:nvPr/>
              </p14:nvContentPartPr>
              <p14:xfrm>
                <a:off x="9535487" y="392062"/>
                <a:ext cx="327600" cy="27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CE86B7-0C03-7873-F5F5-1DED1A7424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17487" y="374422"/>
                  <a:ext cx="3632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FDF649A-1590-120E-BA97-75FB89854F8A}"/>
                    </a:ext>
                  </a:extLst>
                </p14:cNvPr>
                <p14:cNvContentPartPr/>
                <p14:nvPr/>
              </p14:nvContentPartPr>
              <p14:xfrm>
                <a:off x="9231287" y="464422"/>
                <a:ext cx="195120" cy="2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FDF649A-1590-120E-BA97-75FB89854F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13287" y="446422"/>
                  <a:ext cx="2307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552B2E9-54D6-6675-65ED-48FE9F5C8B59}"/>
              </a:ext>
            </a:extLst>
          </p:cNvPr>
          <p:cNvGrpSpPr/>
          <p:nvPr/>
        </p:nvGrpSpPr>
        <p:grpSpPr>
          <a:xfrm>
            <a:off x="10534127" y="303502"/>
            <a:ext cx="1373040" cy="415080"/>
            <a:chOff x="10534127" y="303502"/>
            <a:chExt cx="137304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B68EE2-14E7-4E10-119D-EF6279D4621C}"/>
                    </a:ext>
                  </a:extLst>
                </p14:cNvPr>
                <p14:cNvContentPartPr/>
                <p14:nvPr/>
              </p14:nvContentPartPr>
              <p14:xfrm>
                <a:off x="10534127" y="443182"/>
                <a:ext cx="109440" cy="241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B68EE2-14E7-4E10-119D-EF6279D462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16487" y="425182"/>
                  <a:ext cx="1450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D43242A-9428-ABF3-ED0C-3DCB00D49427}"/>
                    </a:ext>
                  </a:extLst>
                </p14:cNvPr>
                <p14:cNvContentPartPr/>
                <p14:nvPr/>
              </p14:nvContentPartPr>
              <p14:xfrm>
                <a:off x="10742207" y="361102"/>
                <a:ext cx="493560" cy="330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D43242A-9428-ABF3-ED0C-3DCB00D494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24207" y="343462"/>
                  <a:ext cx="5292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75B01E-F489-1A0B-1648-65DDF4AF3C80}"/>
                    </a:ext>
                  </a:extLst>
                </p14:cNvPr>
                <p14:cNvContentPartPr/>
                <p14:nvPr/>
              </p14:nvContentPartPr>
              <p14:xfrm>
                <a:off x="11337647" y="303502"/>
                <a:ext cx="20160" cy="415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75B01E-F489-1A0B-1648-65DDF4AF3C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20007" y="285862"/>
                  <a:ext cx="558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808BA6-2352-E474-A05F-60A8390F850B}"/>
                    </a:ext>
                  </a:extLst>
                </p14:cNvPr>
                <p14:cNvContentPartPr/>
                <p14:nvPr/>
              </p14:nvContentPartPr>
              <p14:xfrm>
                <a:off x="11462567" y="544342"/>
                <a:ext cx="20160" cy="141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808BA6-2352-E474-A05F-60A8390F85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44927" y="526342"/>
                  <a:ext cx="55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242A4F8-0C33-EEE7-2631-1BE0B10F2FC1}"/>
                    </a:ext>
                  </a:extLst>
                </p14:cNvPr>
                <p14:cNvContentPartPr/>
                <p14:nvPr/>
              </p14:nvContentPartPr>
              <p14:xfrm>
                <a:off x="11577767" y="520222"/>
                <a:ext cx="137520" cy="159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242A4F8-0C33-EEE7-2631-1BE0B10F2F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59767" y="502582"/>
                  <a:ext cx="173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967BA6E-7ADD-D2B8-4169-4F45B35033E8}"/>
                    </a:ext>
                  </a:extLst>
                </p14:cNvPr>
                <p14:cNvContentPartPr/>
                <p14:nvPr/>
              </p14:nvContentPartPr>
              <p14:xfrm>
                <a:off x="11770007" y="559462"/>
                <a:ext cx="137160" cy="143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967BA6E-7ADD-D2B8-4169-4F45B35033E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52367" y="541462"/>
                  <a:ext cx="172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1CD2C2-69F5-9F49-17BA-950CFC524B5D}"/>
                    </a:ext>
                  </a:extLst>
                </p14:cNvPr>
                <p14:cNvContentPartPr/>
                <p14:nvPr/>
              </p14:nvContentPartPr>
              <p14:xfrm>
                <a:off x="11507927" y="342022"/>
                <a:ext cx="80280" cy="1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1CD2C2-69F5-9F49-17BA-950CFC524B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89927" y="324382"/>
                  <a:ext cx="115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8A8E89-4C41-7CED-444E-D3AA45BF6135}"/>
                    </a:ext>
                  </a:extLst>
                </p14:cNvPr>
                <p14:cNvContentPartPr/>
                <p14:nvPr/>
              </p14:nvContentPartPr>
              <p14:xfrm>
                <a:off x="11242967" y="441382"/>
                <a:ext cx="132480" cy="21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8A8E89-4C41-7CED-444E-D3AA45BF613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24967" y="423742"/>
                  <a:ext cx="16812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4D7D8A5-4A70-0850-E0EA-BFF81862F3FD}"/>
              </a:ext>
            </a:extLst>
          </p:cNvPr>
          <p:cNvGrpSpPr/>
          <p:nvPr/>
        </p:nvGrpSpPr>
        <p:grpSpPr>
          <a:xfrm>
            <a:off x="6332927" y="1075702"/>
            <a:ext cx="5270760" cy="1770840"/>
            <a:chOff x="6332927" y="1075702"/>
            <a:chExt cx="5270760" cy="177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7E110B5-0A72-9FAB-5C07-AA9BCAF83859}"/>
                    </a:ext>
                  </a:extLst>
                </p14:cNvPr>
                <p14:cNvContentPartPr/>
                <p14:nvPr/>
              </p14:nvContentPartPr>
              <p14:xfrm>
                <a:off x="6332927" y="1248142"/>
                <a:ext cx="53280" cy="229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7E110B5-0A72-9FAB-5C07-AA9BCAF838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15287" y="1230502"/>
                  <a:ext cx="88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98D0154-8021-6199-488D-1B9A22B1572C}"/>
                    </a:ext>
                  </a:extLst>
                </p14:cNvPr>
                <p14:cNvContentPartPr/>
                <p14:nvPr/>
              </p14:nvContentPartPr>
              <p14:xfrm>
                <a:off x="6390887" y="1315102"/>
                <a:ext cx="133200" cy="222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98D0154-8021-6199-488D-1B9A22B157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73247" y="1297462"/>
                  <a:ext cx="168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DACC4D0-EE74-4875-AF54-56E23010890C}"/>
                    </a:ext>
                  </a:extLst>
                </p14:cNvPr>
                <p14:cNvContentPartPr/>
                <p14:nvPr/>
              </p14:nvContentPartPr>
              <p14:xfrm>
                <a:off x="6376127" y="1100902"/>
                <a:ext cx="15120" cy="77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DACC4D0-EE74-4875-AF54-56E2301089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58487" y="1082902"/>
                  <a:ext cx="50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3C5174-B1FE-0F79-B3D3-9F296DA67FA8}"/>
                    </a:ext>
                  </a:extLst>
                </p14:cNvPr>
                <p14:cNvContentPartPr/>
                <p14:nvPr/>
              </p14:nvContentPartPr>
              <p14:xfrm>
                <a:off x="7098647" y="1206022"/>
                <a:ext cx="235440" cy="390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3C5174-B1FE-0F79-B3D3-9F296DA67FA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80647" y="1188022"/>
                  <a:ext cx="2710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A34CEB-C6B2-2FAB-B902-F0980D5BA3AB}"/>
                    </a:ext>
                  </a:extLst>
                </p14:cNvPr>
                <p14:cNvContentPartPr/>
                <p14:nvPr/>
              </p14:nvContentPartPr>
              <p14:xfrm>
                <a:off x="7467647" y="1253542"/>
                <a:ext cx="319680" cy="263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A34CEB-C6B2-2FAB-B902-F0980D5BA3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50007" y="1235542"/>
                  <a:ext cx="3553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19BE48-E653-1443-0196-1E33B4AC8F6C}"/>
                    </a:ext>
                  </a:extLst>
                </p14:cNvPr>
                <p14:cNvContentPartPr/>
                <p14:nvPr/>
              </p14:nvContentPartPr>
              <p14:xfrm>
                <a:off x="7049327" y="1265782"/>
                <a:ext cx="393120" cy="91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19BE48-E653-1443-0196-1E33B4AC8F6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31327" y="1248142"/>
                  <a:ext cx="428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CFD882-8939-B2D6-E687-8CB1990853AC}"/>
                    </a:ext>
                  </a:extLst>
                </p14:cNvPr>
                <p14:cNvContentPartPr/>
                <p14:nvPr/>
              </p14:nvContentPartPr>
              <p14:xfrm>
                <a:off x="8483207" y="1094782"/>
                <a:ext cx="267480" cy="469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CFD882-8939-B2D6-E687-8CB1990853A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65207" y="1076782"/>
                  <a:ext cx="30312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0679BF0-30BA-37E6-EE45-E5ABF38C0754}"/>
                    </a:ext>
                  </a:extLst>
                </p14:cNvPr>
                <p14:cNvContentPartPr/>
                <p14:nvPr/>
              </p14:nvContentPartPr>
              <p14:xfrm>
                <a:off x="8790647" y="1331662"/>
                <a:ext cx="282600" cy="21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0679BF0-30BA-37E6-EE45-E5ABF38C07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73007" y="1314022"/>
                  <a:ext cx="318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E659829-9144-7C67-81D2-DFA288B0B46E}"/>
                    </a:ext>
                  </a:extLst>
                </p14:cNvPr>
                <p14:cNvContentPartPr/>
                <p14:nvPr/>
              </p14:nvContentPartPr>
              <p14:xfrm>
                <a:off x="9114287" y="1161382"/>
                <a:ext cx="140760" cy="320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E659829-9144-7C67-81D2-DFA288B0B4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6287" y="1143742"/>
                  <a:ext cx="176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4A187F5-4326-C42E-3EC4-CC6951904D0C}"/>
                    </a:ext>
                  </a:extLst>
                </p14:cNvPr>
                <p14:cNvContentPartPr/>
                <p14:nvPr/>
              </p14:nvContentPartPr>
              <p14:xfrm>
                <a:off x="9133007" y="1119262"/>
                <a:ext cx="230760" cy="832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4A187F5-4326-C42E-3EC4-CC6951904D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15367" y="1101622"/>
                  <a:ext cx="266400" cy="8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708B69C-8ACE-6B2B-5491-1C6B66B314E0}"/>
                    </a:ext>
                  </a:extLst>
                </p14:cNvPr>
                <p14:cNvContentPartPr/>
                <p14:nvPr/>
              </p14:nvContentPartPr>
              <p14:xfrm>
                <a:off x="9491207" y="1390342"/>
                <a:ext cx="134640" cy="69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708B69C-8ACE-6B2B-5491-1C6B66B314E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73567" y="1372342"/>
                  <a:ext cx="170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6BDEEE9-6744-D196-0432-8B6AAEBF7F87}"/>
                    </a:ext>
                  </a:extLst>
                </p14:cNvPr>
                <p14:cNvContentPartPr/>
                <p14:nvPr/>
              </p14:nvContentPartPr>
              <p14:xfrm>
                <a:off x="9804047" y="1279462"/>
                <a:ext cx="58320" cy="777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6BDEEE9-6744-D196-0432-8B6AAEBF7F8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6047" y="1261822"/>
                  <a:ext cx="9396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3D0420-8E1A-95B0-DCD3-3D99BADCDFED}"/>
                    </a:ext>
                  </a:extLst>
                </p14:cNvPr>
                <p14:cNvContentPartPr/>
                <p14:nvPr/>
              </p14:nvContentPartPr>
              <p14:xfrm>
                <a:off x="9802607" y="1322662"/>
                <a:ext cx="175320" cy="194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3D0420-8E1A-95B0-DCD3-3D99BADCDF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84967" y="1304662"/>
                  <a:ext cx="210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3C8A68E-D7F8-71E2-38DC-8F4771DDEB8D}"/>
                    </a:ext>
                  </a:extLst>
                </p14:cNvPr>
                <p14:cNvContentPartPr/>
                <p14:nvPr/>
              </p14:nvContentPartPr>
              <p14:xfrm>
                <a:off x="10094927" y="1075702"/>
                <a:ext cx="40320" cy="414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3C8A68E-D7F8-71E2-38DC-8F4771DDEB8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76927" y="1058062"/>
                  <a:ext cx="759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3F369C-EF56-C1EA-237C-B8802E604ED9}"/>
                    </a:ext>
                  </a:extLst>
                </p14:cNvPr>
                <p14:cNvContentPartPr/>
                <p14:nvPr/>
              </p14:nvContentPartPr>
              <p14:xfrm>
                <a:off x="10205807" y="1311862"/>
                <a:ext cx="133560" cy="157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3F369C-EF56-C1EA-237C-B8802E604ED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88167" y="1293862"/>
                  <a:ext cx="1692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A854299-AAAA-35F1-1AF4-B69A467059D1}"/>
                    </a:ext>
                  </a:extLst>
                </p14:cNvPr>
                <p14:cNvContentPartPr/>
                <p14:nvPr/>
              </p14:nvContentPartPr>
              <p14:xfrm>
                <a:off x="10419287" y="1310062"/>
                <a:ext cx="419760" cy="154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A854299-AAAA-35F1-1AF4-B69A467059D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01647" y="1292062"/>
                  <a:ext cx="455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42AF8AB-CD3C-34D8-078F-B1C287AAD57B}"/>
                    </a:ext>
                  </a:extLst>
                </p14:cNvPr>
                <p14:cNvContentPartPr/>
                <p14:nvPr/>
              </p14:nvContentPartPr>
              <p14:xfrm>
                <a:off x="6426887" y="2066062"/>
                <a:ext cx="612720" cy="270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42AF8AB-CD3C-34D8-078F-B1C287AAD57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09247" y="2048422"/>
                  <a:ext cx="648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96E2A9C-F1D6-4073-E2DA-9714B587FF35}"/>
                    </a:ext>
                  </a:extLst>
                </p14:cNvPr>
                <p14:cNvContentPartPr/>
                <p14:nvPr/>
              </p14:nvContentPartPr>
              <p14:xfrm>
                <a:off x="7132127" y="1857622"/>
                <a:ext cx="75600" cy="38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96E2A9C-F1D6-4073-E2DA-9714B587FF3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14127" y="1839982"/>
                  <a:ext cx="1112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328182-51C0-5D94-862F-F35D54F1CD37}"/>
                    </a:ext>
                  </a:extLst>
                </p14:cNvPr>
                <p14:cNvContentPartPr/>
                <p14:nvPr/>
              </p14:nvContentPartPr>
              <p14:xfrm>
                <a:off x="7067687" y="2032942"/>
                <a:ext cx="193320" cy="34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328182-51C0-5D94-862F-F35D54F1CD3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49687" y="2015302"/>
                  <a:ext cx="228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CC99DD-5F42-850B-4BEC-210522D63E80}"/>
                    </a:ext>
                  </a:extLst>
                </p14:cNvPr>
                <p14:cNvContentPartPr/>
                <p14:nvPr/>
              </p14:nvContentPartPr>
              <p14:xfrm>
                <a:off x="7256687" y="2045902"/>
                <a:ext cx="205200" cy="207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CC99DD-5F42-850B-4BEC-210522D63E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39047" y="2027902"/>
                  <a:ext cx="240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D58E1D2-7C1E-01C0-D935-1154BF0CB39A}"/>
                    </a:ext>
                  </a:extLst>
                </p14:cNvPr>
                <p14:cNvContentPartPr/>
                <p14:nvPr/>
              </p14:nvContentPartPr>
              <p14:xfrm>
                <a:off x="7550087" y="2053822"/>
                <a:ext cx="40320" cy="145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D58E1D2-7C1E-01C0-D935-1154BF0CB3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32087" y="2036182"/>
                  <a:ext cx="75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5DDBB7-B3BD-3838-7431-9A52D7D615A2}"/>
                    </a:ext>
                  </a:extLst>
                </p14:cNvPr>
                <p14:cNvContentPartPr/>
                <p14:nvPr/>
              </p14:nvContentPartPr>
              <p14:xfrm>
                <a:off x="7522367" y="1843942"/>
                <a:ext cx="46080" cy="44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5DDBB7-B3BD-3838-7431-9A52D7D615A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04367" y="1825942"/>
                  <a:ext cx="817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F7838C-31FD-9572-E7E9-87560AA63A6E}"/>
                    </a:ext>
                  </a:extLst>
                </p14:cNvPr>
                <p14:cNvContentPartPr/>
                <p14:nvPr/>
              </p14:nvContentPartPr>
              <p14:xfrm>
                <a:off x="7656647" y="2030062"/>
                <a:ext cx="231840" cy="164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F7838C-31FD-9572-E7E9-87560AA63A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38647" y="2012422"/>
                  <a:ext cx="267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F6093F-E8B6-7177-6C3C-DA612818E4C5}"/>
                    </a:ext>
                  </a:extLst>
                </p14:cNvPr>
                <p14:cNvContentPartPr/>
                <p14:nvPr/>
              </p14:nvContentPartPr>
              <p14:xfrm>
                <a:off x="7949327" y="2062102"/>
                <a:ext cx="57600" cy="140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F6093F-E8B6-7177-6C3C-DA612818E4C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31327" y="2044102"/>
                  <a:ext cx="93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7684140-F49C-0334-1D76-0F9392D95E9E}"/>
                    </a:ext>
                  </a:extLst>
                </p14:cNvPr>
                <p14:cNvContentPartPr/>
                <p14:nvPr/>
              </p14:nvContentPartPr>
              <p14:xfrm>
                <a:off x="7960847" y="1856542"/>
                <a:ext cx="56520" cy="37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7684140-F49C-0334-1D76-0F9392D95E9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42847" y="1838902"/>
                  <a:ext cx="92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245D7E0-E197-EFBE-5EDE-78FE2EC9CEF1}"/>
                    </a:ext>
                  </a:extLst>
                </p14:cNvPr>
                <p14:cNvContentPartPr/>
                <p14:nvPr/>
              </p14:nvContentPartPr>
              <p14:xfrm>
                <a:off x="8046887" y="2034382"/>
                <a:ext cx="17532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245D7E0-E197-EFBE-5EDE-78FE2EC9CEF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29247" y="2016382"/>
                  <a:ext cx="210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40ACEB-DCDF-DABF-5CE1-75D1AE14B2CB}"/>
                    </a:ext>
                  </a:extLst>
                </p14:cNvPr>
                <p14:cNvContentPartPr/>
                <p14:nvPr/>
              </p14:nvContentPartPr>
              <p14:xfrm>
                <a:off x="8058767" y="2040502"/>
                <a:ext cx="372600" cy="762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40ACEB-DCDF-DABF-5CE1-75D1AE14B2C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41127" y="2022862"/>
                  <a:ext cx="40824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18F026-3B6F-F148-330E-46CDFDBCD1EA}"/>
                    </a:ext>
                  </a:extLst>
                </p14:cNvPr>
                <p14:cNvContentPartPr/>
                <p14:nvPr/>
              </p14:nvContentPartPr>
              <p14:xfrm>
                <a:off x="9059927" y="2120422"/>
                <a:ext cx="774000" cy="348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18F026-3B6F-F148-330E-46CDFDBCD1E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42287" y="2102782"/>
                  <a:ext cx="8096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E69F5B2-106C-10D7-C519-C08963976059}"/>
                    </a:ext>
                  </a:extLst>
                </p14:cNvPr>
                <p14:cNvContentPartPr/>
                <p14:nvPr/>
              </p14:nvContentPartPr>
              <p14:xfrm>
                <a:off x="9092327" y="2212222"/>
                <a:ext cx="147960" cy="18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E69F5B2-106C-10D7-C519-C089639760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74327" y="2194582"/>
                  <a:ext cx="183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0CC3280-1AF2-2A85-9164-586418513347}"/>
                    </a:ext>
                  </a:extLst>
                </p14:cNvPr>
                <p14:cNvContentPartPr/>
                <p14:nvPr/>
              </p14:nvContentPartPr>
              <p14:xfrm>
                <a:off x="10211927" y="2284222"/>
                <a:ext cx="538920" cy="258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0CC3280-1AF2-2A85-9164-5864185133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94287" y="2266582"/>
                  <a:ext cx="5745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07445E-AA7A-F4D4-EE68-82AF0B57D040}"/>
                    </a:ext>
                  </a:extLst>
                </p14:cNvPr>
                <p14:cNvContentPartPr/>
                <p14:nvPr/>
              </p14:nvContentPartPr>
              <p14:xfrm>
                <a:off x="10752647" y="2162542"/>
                <a:ext cx="51840" cy="40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07445E-AA7A-F4D4-EE68-82AF0B57D04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35007" y="2144542"/>
                  <a:ext cx="87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F31EC7-2F45-70A8-1EE7-00F73CC39B72}"/>
                    </a:ext>
                  </a:extLst>
                </p14:cNvPr>
                <p14:cNvContentPartPr/>
                <p14:nvPr/>
              </p14:nvContentPartPr>
              <p14:xfrm>
                <a:off x="10709087" y="2350822"/>
                <a:ext cx="305640" cy="495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F31EC7-2F45-70A8-1EE7-00F73CC39B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691447" y="2333182"/>
                  <a:ext cx="3412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678F21-8F60-FD8C-7545-31B1ECD2243B}"/>
                    </a:ext>
                  </a:extLst>
                </p14:cNvPr>
                <p14:cNvContentPartPr/>
                <p14:nvPr/>
              </p14:nvContentPartPr>
              <p14:xfrm>
                <a:off x="11178527" y="2292142"/>
                <a:ext cx="33480" cy="185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678F21-8F60-FD8C-7545-31B1ECD224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60527" y="2274502"/>
                  <a:ext cx="69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CD1676F-771E-2DA2-83F2-9FB9B65B5186}"/>
                    </a:ext>
                  </a:extLst>
                </p14:cNvPr>
                <p14:cNvContentPartPr/>
                <p14:nvPr/>
              </p14:nvContentPartPr>
              <p14:xfrm>
                <a:off x="11348447" y="2303662"/>
                <a:ext cx="255240" cy="146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CD1676F-771E-2DA2-83F2-9FB9B65B518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330447" y="2286022"/>
                  <a:ext cx="290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9E80602-1218-EFD2-5C8C-B2ACF00B9028}"/>
                    </a:ext>
                  </a:extLst>
                </p14:cNvPr>
                <p14:cNvContentPartPr/>
                <p14:nvPr/>
              </p14:nvContentPartPr>
              <p14:xfrm>
                <a:off x="11117687" y="1965622"/>
                <a:ext cx="122760" cy="33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9E80602-1218-EFD2-5C8C-B2ACF00B902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99687" y="1947622"/>
                  <a:ext cx="15840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C5CE5B2-4A5C-0B95-B753-E76CB50EF32C}"/>
              </a:ext>
            </a:extLst>
          </p:cNvPr>
          <p:cNvGrpSpPr/>
          <p:nvPr/>
        </p:nvGrpSpPr>
        <p:grpSpPr>
          <a:xfrm>
            <a:off x="6328607" y="2798662"/>
            <a:ext cx="1265760" cy="525960"/>
            <a:chOff x="6328607" y="2798662"/>
            <a:chExt cx="126576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0AEF314-C137-15F4-8394-B9AC20F04DA7}"/>
                    </a:ext>
                  </a:extLst>
                </p14:cNvPr>
                <p14:cNvContentPartPr/>
                <p14:nvPr/>
              </p14:nvContentPartPr>
              <p14:xfrm>
                <a:off x="6450287" y="2856262"/>
                <a:ext cx="125280" cy="430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0AEF314-C137-15F4-8394-B9AC20F04DA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32647" y="2838262"/>
                  <a:ext cx="1609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13B88F-3009-9D04-0D4C-43B26C68CDC8}"/>
                    </a:ext>
                  </a:extLst>
                </p14:cNvPr>
                <p14:cNvContentPartPr/>
                <p14:nvPr/>
              </p14:nvContentPartPr>
              <p14:xfrm>
                <a:off x="6333647" y="3006022"/>
                <a:ext cx="113040" cy="24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13B88F-3009-9D04-0D4C-43B26C68CDC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15647" y="2988022"/>
                  <a:ext cx="148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274CDF-55DF-A1C8-C69E-040B11E37622}"/>
                    </a:ext>
                  </a:extLst>
                </p14:cNvPr>
                <p14:cNvContentPartPr/>
                <p14:nvPr/>
              </p14:nvContentPartPr>
              <p14:xfrm>
                <a:off x="6328607" y="2798662"/>
                <a:ext cx="637920" cy="525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274CDF-55DF-A1C8-C69E-040B11E3762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10967" y="2781022"/>
                  <a:ext cx="67356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7845229-F96A-51DA-2C5E-987F07F196BD}"/>
                    </a:ext>
                  </a:extLst>
                </p14:cNvPr>
                <p14:cNvContentPartPr/>
                <p14:nvPr/>
              </p14:nvContentPartPr>
              <p14:xfrm>
                <a:off x="7044287" y="2886862"/>
                <a:ext cx="371520" cy="383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7845229-F96A-51DA-2C5E-987F07F196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26287" y="2869222"/>
                  <a:ext cx="4071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0C9F3AC-3DED-4A9C-6242-BA392571FF29}"/>
                    </a:ext>
                  </a:extLst>
                </p14:cNvPr>
                <p14:cNvContentPartPr/>
                <p14:nvPr/>
              </p14:nvContentPartPr>
              <p14:xfrm>
                <a:off x="7239047" y="2947702"/>
                <a:ext cx="355320" cy="25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0C9F3AC-3DED-4A9C-6242-BA392571FF2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221047" y="2929702"/>
                  <a:ext cx="3909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26ABFD1-BF15-3CC2-56D9-552E6947B42A}"/>
              </a:ext>
            </a:extLst>
          </p:cNvPr>
          <p:cNvGrpSpPr/>
          <p:nvPr/>
        </p:nvGrpSpPr>
        <p:grpSpPr>
          <a:xfrm>
            <a:off x="8051567" y="2937262"/>
            <a:ext cx="1013400" cy="459720"/>
            <a:chOff x="8051567" y="2937262"/>
            <a:chExt cx="1013400" cy="45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5FC5518-1355-CC56-EDE9-C96892ED0E40}"/>
                    </a:ext>
                  </a:extLst>
                </p14:cNvPr>
                <p14:cNvContentPartPr/>
                <p14:nvPr/>
              </p14:nvContentPartPr>
              <p14:xfrm>
                <a:off x="8051567" y="2941582"/>
                <a:ext cx="521280" cy="455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5FC5518-1355-CC56-EDE9-C96892ED0E4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33567" y="2923582"/>
                  <a:ext cx="5569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9881DF7-5050-56EE-FB13-5CA3850D6569}"/>
                    </a:ext>
                  </a:extLst>
                </p14:cNvPr>
                <p14:cNvContentPartPr/>
                <p14:nvPr/>
              </p14:nvContentPartPr>
              <p14:xfrm>
                <a:off x="8558447" y="2937262"/>
                <a:ext cx="89280" cy="41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9881DF7-5050-56EE-FB13-5CA3850D656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40447" y="2919622"/>
                  <a:ext cx="124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9CEA9BF-9CF5-E787-5830-972B01E378C3}"/>
                    </a:ext>
                  </a:extLst>
                </p14:cNvPr>
                <p14:cNvContentPartPr/>
                <p14:nvPr/>
              </p14:nvContentPartPr>
              <p14:xfrm>
                <a:off x="8698487" y="3127342"/>
                <a:ext cx="131400" cy="162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9CEA9BF-9CF5-E787-5830-972B01E378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80487" y="3109702"/>
                  <a:ext cx="167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08595B6-57A3-582C-0782-115CED903090}"/>
                    </a:ext>
                  </a:extLst>
                </p14:cNvPr>
                <p14:cNvContentPartPr/>
                <p14:nvPr/>
              </p14:nvContentPartPr>
              <p14:xfrm>
                <a:off x="8882807" y="3134542"/>
                <a:ext cx="182160" cy="156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08595B6-57A3-582C-0782-115CED90309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65167" y="3116902"/>
                  <a:ext cx="2178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9008F2F-EF12-A39C-F446-83ED1D286BD5}"/>
              </a:ext>
            </a:extLst>
          </p:cNvPr>
          <p:cNvGrpSpPr/>
          <p:nvPr/>
        </p:nvGrpSpPr>
        <p:grpSpPr>
          <a:xfrm>
            <a:off x="9725207" y="2883982"/>
            <a:ext cx="657360" cy="381600"/>
            <a:chOff x="9725207" y="2883982"/>
            <a:chExt cx="65736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4929149-C6ED-4A52-4C75-1ED130608A48}"/>
                    </a:ext>
                  </a:extLst>
                </p14:cNvPr>
                <p14:cNvContentPartPr/>
                <p14:nvPr/>
              </p14:nvContentPartPr>
              <p14:xfrm>
                <a:off x="9725207" y="3038062"/>
                <a:ext cx="295200" cy="227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4929149-C6ED-4A52-4C75-1ED130608A4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07567" y="3020062"/>
                  <a:ext cx="330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BB91C31-74BB-0D02-83BE-15B59D6FF861}"/>
                    </a:ext>
                  </a:extLst>
                </p14:cNvPr>
                <p14:cNvContentPartPr/>
                <p14:nvPr/>
              </p14:nvContentPartPr>
              <p14:xfrm>
                <a:off x="10112207" y="3088462"/>
                <a:ext cx="270360" cy="171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BB91C31-74BB-0D02-83BE-15B59D6FF86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094207" y="3070822"/>
                  <a:ext cx="306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33EDA0E-08AC-E640-7BF1-D4CDC8D52370}"/>
                    </a:ext>
                  </a:extLst>
                </p14:cNvPr>
                <p14:cNvContentPartPr/>
                <p14:nvPr/>
              </p14:nvContentPartPr>
              <p14:xfrm>
                <a:off x="9999167" y="2883982"/>
                <a:ext cx="96480" cy="28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33EDA0E-08AC-E640-7BF1-D4CDC8D523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81167" y="2865982"/>
                  <a:ext cx="1321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80DE5B1-3F7C-5705-45FA-8643FD1779E3}"/>
              </a:ext>
            </a:extLst>
          </p:cNvPr>
          <p:cNvGrpSpPr/>
          <p:nvPr/>
        </p:nvGrpSpPr>
        <p:grpSpPr>
          <a:xfrm>
            <a:off x="10724927" y="2959222"/>
            <a:ext cx="1029600" cy="359640"/>
            <a:chOff x="10724927" y="2959222"/>
            <a:chExt cx="102960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EC6694B-8205-0BC9-0018-8AAC85F0EF78}"/>
                    </a:ext>
                  </a:extLst>
                </p14:cNvPr>
                <p14:cNvContentPartPr/>
                <p14:nvPr/>
              </p14:nvContentPartPr>
              <p14:xfrm>
                <a:off x="10887287" y="2968222"/>
                <a:ext cx="83520" cy="350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EC6694B-8205-0BC9-0018-8AAC85F0EF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69647" y="2950222"/>
                  <a:ext cx="1191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B75C07D-1377-7898-6568-71660CF965F8}"/>
                    </a:ext>
                  </a:extLst>
                </p14:cNvPr>
                <p14:cNvContentPartPr/>
                <p14:nvPr/>
              </p14:nvContentPartPr>
              <p14:xfrm>
                <a:off x="10724927" y="2959222"/>
                <a:ext cx="1029600" cy="321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B75C07D-1377-7898-6568-71660CF965F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06927" y="2941582"/>
                  <a:ext cx="1065240" cy="35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3A41632-D27A-0F8B-95AD-DA801B0C68AF}"/>
                  </a:ext>
                </a:extLst>
              </p14:cNvPr>
              <p14:cNvContentPartPr/>
              <p14:nvPr/>
            </p14:nvContentPartPr>
            <p14:xfrm rot="21357142">
              <a:off x="6759167" y="3925102"/>
              <a:ext cx="219600" cy="2178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3A41632-D27A-0F8B-95AD-DA801B0C68A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 rot="21357142">
                <a:off x="6741527" y="3907462"/>
                <a:ext cx="25524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56F5789-1C13-FF3C-1168-FBCC586BDC86}"/>
              </a:ext>
            </a:extLst>
          </p:cNvPr>
          <p:cNvGrpSpPr/>
          <p:nvPr/>
        </p:nvGrpSpPr>
        <p:grpSpPr>
          <a:xfrm>
            <a:off x="6198287" y="3612982"/>
            <a:ext cx="3075120" cy="1101960"/>
            <a:chOff x="6198287" y="3612982"/>
            <a:chExt cx="3075120" cy="11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C44E9E7-F620-582A-7D9D-427209136B63}"/>
                    </a:ext>
                  </a:extLst>
                </p14:cNvPr>
                <p14:cNvContentPartPr/>
                <p14:nvPr/>
              </p14:nvContentPartPr>
              <p14:xfrm>
                <a:off x="6198287" y="3624862"/>
                <a:ext cx="485640" cy="965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C44E9E7-F620-582A-7D9D-427209136B6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80287" y="3607222"/>
                  <a:ext cx="52128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A6BAAD-19E9-0BA3-EEBD-D2FBCDF5AC7F}"/>
                    </a:ext>
                  </a:extLst>
                </p14:cNvPr>
                <p14:cNvContentPartPr/>
                <p14:nvPr/>
              </p14:nvContentPartPr>
              <p14:xfrm>
                <a:off x="6674567" y="3775702"/>
                <a:ext cx="57600" cy="61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A6BAAD-19E9-0BA3-EEBD-D2FBCDF5AC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56927" y="3757702"/>
                  <a:ext cx="93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7BFE5F-39D7-8083-5286-5F6484B8A334}"/>
                    </a:ext>
                  </a:extLst>
                </p14:cNvPr>
                <p14:cNvContentPartPr/>
                <p14:nvPr/>
              </p14:nvContentPartPr>
              <p14:xfrm>
                <a:off x="7538927" y="4066582"/>
                <a:ext cx="18720" cy="68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7BFE5F-39D7-8083-5286-5F6484B8A33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21287" y="4048582"/>
                  <a:ext cx="54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918C316-E8DE-936F-AA0D-97270475337F}"/>
                    </a:ext>
                  </a:extLst>
                </p14:cNvPr>
                <p14:cNvContentPartPr/>
                <p14:nvPr/>
              </p14:nvContentPartPr>
              <p14:xfrm>
                <a:off x="6969767" y="3612982"/>
                <a:ext cx="394200" cy="558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918C316-E8DE-936F-AA0D-97270475337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52127" y="3594982"/>
                  <a:ext cx="42984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4F836E-A04E-9760-C0A0-52FFE6E8E38F}"/>
                    </a:ext>
                  </a:extLst>
                </p14:cNvPr>
                <p14:cNvContentPartPr/>
                <p14:nvPr/>
              </p14:nvContentPartPr>
              <p14:xfrm>
                <a:off x="7216727" y="3910702"/>
                <a:ext cx="238680" cy="100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4F836E-A04E-9760-C0A0-52FFE6E8E38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98727" y="3892702"/>
                  <a:ext cx="274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1C9E486-723C-DE9C-2340-2FE3F0F7460B}"/>
                    </a:ext>
                  </a:extLst>
                </p14:cNvPr>
                <p14:cNvContentPartPr/>
                <p14:nvPr/>
              </p14:nvContentPartPr>
              <p14:xfrm>
                <a:off x="7814687" y="3929062"/>
                <a:ext cx="172440" cy="785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1C9E486-723C-DE9C-2340-2FE3F0F746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797047" y="3911062"/>
                  <a:ext cx="20808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1BED19D-4FE1-A402-9C75-88AD283884FF}"/>
                    </a:ext>
                  </a:extLst>
                </p14:cNvPr>
                <p14:cNvContentPartPr/>
                <p14:nvPr/>
              </p14:nvContentPartPr>
              <p14:xfrm>
                <a:off x="8120327" y="3994942"/>
                <a:ext cx="158040" cy="169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1BED19D-4FE1-A402-9C75-88AD283884F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02687" y="3976942"/>
                  <a:ext cx="1936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01BEE6C-C8C6-349C-EB8E-3BB39A1BF42A}"/>
                    </a:ext>
                  </a:extLst>
                </p14:cNvPr>
                <p14:cNvContentPartPr/>
                <p14:nvPr/>
              </p14:nvContentPartPr>
              <p14:xfrm>
                <a:off x="8377367" y="3980182"/>
                <a:ext cx="125280" cy="222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01BEE6C-C8C6-349C-EB8E-3BB39A1BF42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59367" y="3962182"/>
                  <a:ext cx="160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DA796BA-BCCA-929D-2824-558E3A4AA1A0}"/>
                    </a:ext>
                  </a:extLst>
                </p14:cNvPr>
                <p14:cNvContentPartPr/>
                <p14:nvPr/>
              </p14:nvContentPartPr>
              <p14:xfrm>
                <a:off x="8616407" y="3974782"/>
                <a:ext cx="217800" cy="231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DA796BA-BCCA-929D-2824-558E3A4AA1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598407" y="3956782"/>
                  <a:ext cx="253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835AEAA-C393-14DC-CF9A-95CAB0F296FA}"/>
                    </a:ext>
                  </a:extLst>
                </p14:cNvPr>
                <p14:cNvContentPartPr/>
                <p14:nvPr/>
              </p14:nvContentPartPr>
              <p14:xfrm>
                <a:off x="8887847" y="3985222"/>
                <a:ext cx="385560" cy="176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835AEAA-C393-14DC-CF9A-95CAB0F296F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870207" y="3967582"/>
                  <a:ext cx="421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7EB4E29-8E52-2A76-F45E-BDE1A9E22B30}"/>
                    </a:ext>
                  </a:extLst>
                </p14:cNvPr>
                <p14:cNvContentPartPr/>
                <p14:nvPr/>
              </p14:nvContentPartPr>
              <p14:xfrm>
                <a:off x="8514887" y="3723862"/>
                <a:ext cx="173520" cy="483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7EB4E29-8E52-2A76-F45E-BDE1A9E22B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96887" y="3706222"/>
                  <a:ext cx="209160" cy="51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7642015-0196-66DB-54F0-5B84B664814C}"/>
                  </a:ext>
                </a:extLst>
              </p14:cNvPr>
              <p14:cNvContentPartPr/>
              <p14:nvPr/>
            </p14:nvContentPartPr>
            <p14:xfrm>
              <a:off x="9325247" y="4007182"/>
              <a:ext cx="186120" cy="2419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7642015-0196-66DB-54F0-5B84B664814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307247" y="3989542"/>
                <a:ext cx="2217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0542EC9-3D00-3415-7788-880687337AEB}"/>
                  </a:ext>
                </a:extLst>
              </p14:cNvPr>
              <p14:cNvContentPartPr/>
              <p14:nvPr/>
            </p14:nvContentPartPr>
            <p14:xfrm>
              <a:off x="9625847" y="3665542"/>
              <a:ext cx="168480" cy="4557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0542EC9-3D00-3415-7788-880687337AE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608207" y="3647902"/>
                <a:ext cx="20412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B949A81-129F-C4A7-13FE-69D4C2CADDB2}"/>
                  </a:ext>
                </a:extLst>
              </p14:cNvPr>
              <p14:cNvContentPartPr/>
              <p14:nvPr/>
            </p14:nvContentPartPr>
            <p14:xfrm>
              <a:off x="9601727" y="3879022"/>
              <a:ext cx="163440" cy="522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B949A81-129F-C4A7-13FE-69D4C2CADDB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584087" y="3861382"/>
                <a:ext cx="1990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CE98AB8-3701-AA42-622F-A9CB549E41BE}"/>
                  </a:ext>
                </a:extLst>
              </p14:cNvPr>
              <p14:cNvContentPartPr/>
              <p14:nvPr/>
            </p14:nvContentPartPr>
            <p14:xfrm>
              <a:off x="10205807" y="4033102"/>
              <a:ext cx="25560" cy="20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CE98AB8-3701-AA42-622F-A9CB549E41B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188167" y="4015102"/>
                <a:ext cx="6120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399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C10386C-1AAE-5245-344D-D1EAC8CE5CCC}"/>
              </a:ext>
            </a:extLst>
          </p:cNvPr>
          <p:cNvGrpSpPr/>
          <p:nvPr/>
        </p:nvGrpSpPr>
        <p:grpSpPr>
          <a:xfrm>
            <a:off x="350807" y="213862"/>
            <a:ext cx="222480" cy="578160"/>
            <a:chOff x="350807" y="213862"/>
            <a:chExt cx="22248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71FFA5-C8D1-5F17-6E45-3107D2F4FCB7}"/>
                    </a:ext>
                  </a:extLst>
                </p14:cNvPr>
                <p14:cNvContentPartPr/>
                <p14:nvPr/>
              </p14:nvContentPartPr>
              <p14:xfrm>
                <a:off x="350807" y="331582"/>
                <a:ext cx="30960" cy="222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71FFA5-C8D1-5F17-6E45-3107D2F4FC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3167" y="313582"/>
                  <a:ext cx="66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3908AE-9FE5-7A3F-3055-BF37A1484909}"/>
                    </a:ext>
                  </a:extLst>
                </p14:cNvPr>
                <p14:cNvContentPartPr/>
                <p14:nvPr/>
              </p14:nvContentPartPr>
              <p14:xfrm>
                <a:off x="441167" y="371902"/>
                <a:ext cx="25200" cy="20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3908AE-9FE5-7A3F-3055-BF37A14849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3167" y="354262"/>
                  <a:ext cx="60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9B0B3-F2D0-96DC-4552-BBB3299BBFB8}"/>
                    </a:ext>
                  </a:extLst>
                </p14:cNvPr>
                <p14:cNvContentPartPr/>
                <p14:nvPr/>
              </p14:nvContentPartPr>
              <p14:xfrm>
                <a:off x="430367" y="213862"/>
                <a:ext cx="142920" cy="578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9B0B3-F2D0-96DC-4552-BBB3299BBF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2727" y="196222"/>
                  <a:ext cx="178560" cy="61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BDA72F-8622-C58B-DCE5-9C9D2912CA93}"/>
              </a:ext>
            </a:extLst>
          </p:cNvPr>
          <p:cNvGrpSpPr/>
          <p:nvPr/>
        </p:nvGrpSpPr>
        <p:grpSpPr>
          <a:xfrm>
            <a:off x="1168367" y="268942"/>
            <a:ext cx="971280" cy="710640"/>
            <a:chOff x="1168367" y="268942"/>
            <a:chExt cx="971280" cy="71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BEC013-CA5C-247E-AB72-B6BA78823A4A}"/>
                    </a:ext>
                  </a:extLst>
                </p14:cNvPr>
                <p14:cNvContentPartPr/>
                <p14:nvPr/>
              </p14:nvContentPartPr>
              <p14:xfrm>
                <a:off x="1168367" y="386302"/>
                <a:ext cx="343800" cy="185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BEC013-CA5C-247E-AB72-B6BA78823A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727" y="368662"/>
                  <a:ext cx="379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9947AC-CAA5-2E34-DDA8-37BE0B8B8799}"/>
                    </a:ext>
                  </a:extLst>
                </p14:cNvPr>
                <p14:cNvContentPartPr/>
                <p14:nvPr/>
              </p14:nvContentPartPr>
              <p14:xfrm>
                <a:off x="1621247" y="359302"/>
                <a:ext cx="123120" cy="4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9947AC-CAA5-2E34-DDA8-37BE0B8B87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3607" y="341302"/>
                  <a:ext cx="158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75696F-8A03-7888-CF1A-76C51DC09C85}"/>
                    </a:ext>
                  </a:extLst>
                </p14:cNvPr>
                <p14:cNvContentPartPr/>
                <p14:nvPr/>
              </p14:nvContentPartPr>
              <p14:xfrm>
                <a:off x="1776767" y="268942"/>
                <a:ext cx="190440" cy="266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75696F-8A03-7888-CF1A-76C51DC09C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8767" y="251302"/>
                  <a:ext cx="2260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EC87620-103B-ADEE-DB0D-C915784AE774}"/>
                    </a:ext>
                  </a:extLst>
                </p14:cNvPr>
                <p14:cNvContentPartPr/>
                <p14:nvPr/>
              </p14:nvContentPartPr>
              <p14:xfrm>
                <a:off x="1965047" y="382702"/>
                <a:ext cx="174600" cy="596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EC87620-103B-ADEE-DB0D-C915784AE7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7407" y="364702"/>
                  <a:ext cx="210240" cy="63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DBCBBD-9094-AF33-5EF1-A2DC26BDBAE4}"/>
              </a:ext>
            </a:extLst>
          </p:cNvPr>
          <p:cNvGrpSpPr/>
          <p:nvPr/>
        </p:nvGrpSpPr>
        <p:grpSpPr>
          <a:xfrm>
            <a:off x="2503607" y="356782"/>
            <a:ext cx="327960" cy="402480"/>
            <a:chOff x="2503607" y="356782"/>
            <a:chExt cx="32796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0672420-18F8-569A-19FC-2B161C1C4428}"/>
                    </a:ext>
                  </a:extLst>
                </p14:cNvPr>
                <p14:cNvContentPartPr/>
                <p14:nvPr/>
              </p14:nvContentPartPr>
              <p14:xfrm>
                <a:off x="2503607" y="356782"/>
                <a:ext cx="208080" cy="255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0672420-18F8-569A-19FC-2B161C1C44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85967" y="339142"/>
                  <a:ext cx="243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0F1111-69CD-414D-A249-038C71D72CF5}"/>
                    </a:ext>
                  </a:extLst>
                </p14:cNvPr>
                <p14:cNvContentPartPr/>
                <p14:nvPr/>
              </p14:nvContentPartPr>
              <p14:xfrm>
                <a:off x="2612327" y="591862"/>
                <a:ext cx="219240" cy="16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0F1111-69CD-414D-A249-038C71D72C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94327" y="573862"/>
                  <a:ext cx="25488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4A420A-3403-BCE3-E671-9BD47FCA9D43}"/>
                  </a:ext>
                </a:extLst>
              </p14:cNvPr>
              <p14:cNvContentPartPr/>
              <p14:nvPr/>
            </p14:nvContentPartPr>
            <p14:xfrm>
              <a:off x="3153047" y="435982"/>
              <a:ext cx="493200" cy="236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4A420A-3403-BCE3-E671-9BD47FCA9D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5407" y="418342"/>
                <a:ext cx="5288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C1D388-0C0F-0C6E-1C06-E842E19A018B}"/>
                  </a:ext>
                </a:extLst>
              </p14:cNvPr>
              <p14:cNvContentPartPr/>
              <p14:nvPr/>
            </p14:nvContentPartPr>
            <p14:xfrm>
              <a:off x="1128767" y="1255342"/>
              <a:ext cx="4344120" cy="3402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C1D388-0C0F-0C6E-1C06-E842E19A01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11127" y="1237702"/>
                <a:ext cx="4379760" cy="343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98AA71A-DD80-CFD5-707A-CD65305E743D}"/>
              </a:ext>
            </a:extLst>
          </p:cNvPr>
          <p:cNvGrpSpPr/>
          <p:nvPr/>
        </p:nvGrpSpPr>
        <p:grpSpPr>
          <a:xfrm>
            <a:off x="7120607" y="267862"/>
            <a:ext cx="783000" cy="286200"/>
            <a:chOff x="7120607" y="267862"/>
            <a:chExt cx="78300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09C0CE-8919-3F7D-9BA8-D11AE8636E96}"/>
                    </a:ext>
                  </a:extLst>
                </p14:cNvPr>
                <p14:cNvContentPartPr/>
                <p14:nvPr/>
              </p14:nvContentPartPr>
              <p14:xfrm>
                <a:off x="7120607" y="390622"/>
                <a:ext cx="200520" cy="16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09C0CE-8919-3F7D-9BA8-D11AE8636E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02967" y="372982"/>
                  <a:ext cx="236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BFFE8C-077E-CC07-B4FF-385A7FA8EF74}"/>
                    </a:ext>
                  </a:extLst>
                </p14:cNvPr>
                <p14:cNvContentPartPr/>
                <p14:nvPr/>
              </p14:nvContentPartPr>
              <p14:xfrm>
                <a:off x="7429127" y="447862"/>
                <a:ext cx="130320" cy="22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BFFE8C-077E-CC07-B4FF-385A7FA8EF7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11487" y="429862"/>
                  <a:ext cx="165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31A3AE6-F89F-54D9-150B-D6F1C4D99638}"/>
                    </a:ext>
                  </a:extLst>
                </p14:cNvPr>
                <p14:cNvContentPartPr/>
                <p14:nvPr/>
              </p14:nvContentPartPr>
              <p14:xfrm>
                <a:off x="7457927" y="521302"/>
                <a:ext cx="106920" cy="26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31A3AE6-F89F-54D9-150B-D6F1C4D996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40287" y="503662"/>
                  <a:ext cx="142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974028-D8D5-2316-21FC-6AA843799ACA}"/>
                    </a:ext>
                  </a:extLst>
                </p14:cNvPr>
                <p14:cNvContentPartPr/>
                <p14:nvPr/>
              </p14:nvContentPartPr>
              <p14:xfrm>
                <a:off x="7731527" y="267862"/>
                <a:ext cx="172080" cy="238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974028-D8D5-2316-21FC-6AA843799A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13527" y="249862"/>
                  <a:ext cx="20772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9CB2D33-BEDC-500C-0191-BA6962FDC888}"/>
                  </a:ext>
                </a:extLst>
              </p14:cNvPr>
              <p14:cNvContentPartPr/>
              <p14:nvPr/>
            </p14:nvContentPartPr>
            <p14:xfrm>
              <a:off x="8241647" y="428422"/>
              <a:ext cx="106200" cy="232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9CB2D33-BEDC-500C-0191-BA6962FDC8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223647" y="410782"/>
                <a:ext cx="1418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0655062-30D1-737D-3214-D1700FB4F6B4}"/>
                  </a:ext>
                </a:extLst>
              </p14:cNvPr>
              <p14:cNvContentPartPr/>
              <p14:nvPr/>
            </p14:nvContentPartPr>
            <p14:xfrm>
              <a:off x="8953007" y="343102"/>
              <a:ext cx="199440" cy="496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0655062-30D1-737D-3214-D1700FB4F6B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35007" y="325462"/>
                <a:ext cx="235080" cy="53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219B90C-88F8-6856-03A8-DCAFFF325E51}"/>
              </a:ext>
            </a:extLst>
          </p:cNvPr>
          <p:cNvGrpSpPr/>
          <p:nvPr/>
        </p:nvGrpSpPr>
        <p:grpSpPr>
          <a:xfrm>
            <a:off x="9392567" y="382702"/>
            <a:ext cx="208440" cy="118080"/>
            <a:chOff x="9392567" y="382702"/>
            <a:chExt cx="20844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632046-F096-67A5-D0E4-B671F6E70105}"/>
                    </a:ext>
                  </a:extLst>
                </p14:cNvPr>
                <p14:cNvContentPartPr/>
                <p14:nvPr/>
              </p14:nvContentPartPr>
              <p14:xfrm>
                <a:off x="9396167" y="382702"/>
                <a:ext cx="124560" cy="33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632046-F096-67A5-D0E4-B671F6E701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78167" y="365062"/>
                  <a:ext cx="160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7C16DC-C088-705A-5622-4FC60C7AEF30}"/>
                    </a:ext>
                  </a:extLst>
                </p14:cNvPr>
                <p14:cNvContentPartPr/>
                <p14:nvPr/>
              </p14:nvContentPartPr>
              <p14:xfrm>
                <a:off x="9392567" y="451462"/>
                <a:ext cx="208440" cy="4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7C16DC-C088-705A-5622-4FC60C7AEF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74567" y="433462"/>
                  <a:ext cx="24408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FAD370E-2AE3-85DA-4B60-8508B08C358F}"/>
                  </a:ext>
                </a:extLst>
              </p14:cNvPr>
              <p14:cNvContentPartPr/>
              <p14:nvPr/>
            </p14:nvContentPartPr>
            <p14:xfrm>
              <a:off x="9898007" y="352462"/>
              <a:ext cx="170280" cy="20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FAD370E-2AE3-85DA-4B60-8508B08C358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80367" y="334462"/>
                <a:ext cx="205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50228AB-77BD-6D79-21ED-24B324F5A626}"/>
                  </a:ext>
                </a:extLst>
              </p14:cNvPr>
              <p14:cNvContentPartPr/>
              <p14:nvPr/>
            </p14:nvContentPartPr>
            <p14:xfrm>
              <a:off x="10288967" y="168862"/>
              <a:ext cx="17280" cy="302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50228AB-77BD-6D79-21ED-24B324F5A62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70967" y="150862"/>
                <a:ext cx="52920" cy="33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516D944C-7E01-3152-09D6-BA4AC51AC228}"/>
              </a:ext>
            </a:extLst>
          </p:cNvPr>
          <p:cNvGrpSpPr/>
          <p:nvPr/>
        </p:nvGrpSpPr>
        <p:grpSpPr>
          <a:xfrm>
            <a:off x="5273447" y="251302"/>
            <a:ext cx="1219680" cy="468720"/>
            <a:chOff x="5273447" y="251302"/>
            <a:chExt cx="121968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693D89-427E-0E2E-CA84-21A4162AE127}"/>
                    </a:ext>
                  </a:extLst>
                </p14:cNvPr>
                <p14:cNvContentPartPr/>
                <p14:nvPr/>
              </p14:nvContentPartPr>
              <p14:xfrm>
                <a:off x="5273447" y="285142"/>
                <a:ext cx="180000" cy="187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693D89-427E-0E2E-CA84-21A4162AE1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55447" y="267142"/>
                  <a:ext cx="215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4B8DD6-5825-81FA-9498-7C393B7232FC}"/>
                    </a:ext>
                  </a:extLst>
                </p14:cNvPr>
                <p14:cNvContentPartPr/>
                <p14:nvPr/>
              </p14:nvContentPartPr>
              <p14:xfrm>
                <a:off x="5507807" y="375862"/>
                <a:ext cx="89640" cy="13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4B8DD6-5825-81FA-9498-7C393B7232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89807" y="357862"/>
                  <a:ext cx="125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3EAC01-121A-CC64-D266-EC91C136AC08}"/>
                    </a:ext>
                  </a:extLst>
                </p14:cNvPr>
                <p14:cNvContentPartPr/>
                <p14:nvPr/>
              </p14:nvContentPartPr>
              <p14:xfrm>
                <a:off x="5655047" y="251302"/>
                <a:ext cx="149760" cy="203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3EAC01-121A-CC64-D266-EC91C136AC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7407" y="233662"/>
                  <a:ext cx="1854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C825122-9603-0E6A-9EBA-854E822DB4E3}"/>
                    </a:ext>
                  </a:extLst>
                </p14:cNvPr>
                <p14:cNvContentPartPr/>
                <p14:nvPr/>
              </p14:nvContentPartPr>
              <p14:xfrm>
                <a:off x="5728487" y="292702"/>
                <a:ext cx="181800" cy="427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C825122-9603-0E6A-9EBA-854E822DB4E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10847" y="275062"/>
                  <a:ext cx="2174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6A53ED2-B9BB-EF94-2152-4511FE4815D2}"/>
                    </a:ext>
                  </a:extLst>
                </p14:cNvPr>
                <p14:cNvContentPartPr/>
                <p14:nvPr/>
              </p14:nvContentPartPr>
              <p14:xfrm>
                <a:off x="6047807" y="338782"/>
                <a:ext cx="76680" cy="29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6A53ED2-B9BB-EF94-2152-4511FE4815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29807" y="321142"/>
                  <a:ext cx="112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39BA09-4397-99C8-D570-01E39F9FD86E}"/>
                    </a:ext>
                  </a:extLst>
                </p14:cNvPr>
                <p14:cNvContentPartPr/>
                <p14:nvPr/>
              </p14:nvContentPartPr>
              <p14:xfrm>
                <a:off x="6003887" y="420502"/>
                <a:ext cx="104760" cy="37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39BA09-4397-99C8-D570-01E39F9FD8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5887" y="402502"/>
                  <a:ext cx="140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EC25C2-E7F0-3CC4-8A38-DD9D694E9F18}"/>
                    </a:ext>
                  </a:extLst>
                </p14:cNvPr>
                <p14:cNvContentPartPr/>
                <p14:nvPr/>
              </p14:nvContentPartPr>
              <p14:xfrm>
                <a:off x="6241847" y="255262"/>
                <a:ext cx="251280" cy="198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EC25C2-E7F0-3CC4-8A38-DD9D694E9F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24207" y="237262"/>
                  <a:ext cx="28692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7B68C7E-3D10-0E60-23C6-B2021A0C914A}"/>
                  </a:ext>
                </a:extLst>
              </p14:cNvPr>
              <p14:cNvContentPartPr/>
              <p14:nvPr/>
            </p14:nvContentPartPr>
            <p14:xfrm>
              <a:off x="7189367" y="1134382"/>
              <a:ext cx="180360" cy="472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7B68C7E-3D10-0E60-23C6-B2021A0C914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71727" y="1116382"/>
                <a:ext cx="216000" cy="50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89B815F-E0B5-3D0E-31AC-D8A243020896}"/>
              </a:ext>
            </a:extLst>
          </p:cNvPr>
          <p:cNvGrpSpPr/>
          <p:nvPr/>
        </p:nvGrpSpPr>
        <p:grpSpPr>
          <a:xfrm>
            <a:off x="7599047" y="1074622"/>
            <a:ext cx="605160" cy="291600"/>
            <a:chOff x="7599047" y="1074622"/>
            <a:chExt cx="60516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619F5C5-7071-F8DF-9744-8F18DD6C191D}"/>
                    </a:ext>
                  </a:extLst>
                </p14:cNvPr>
                <p14:cNvContentPartPr/>
                <p14:nvPr/>
              </p14:nvContentPartPr>
              <p14:xfrm>
                <a:off x="7599047" y="1239862"/>
                <a:ext cx="128880" cy="33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619F5C5-7071-F8DF-9744-8F18DD6C19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81047" y="1222222"/>
                  <a:ext cx="164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692894-4867-3081-C074-87A316FB7F16}"/>
                    </a:ext>
                  </a:extLst>
                </p14:cNvPr>
                <p14:cNvContentPartPr/>
                <p14:nvPr/>
              </p14:nvContentPartPr>
              <p14:xfrm>
                <a:off x="7614167" y="1307542"/>
                <a:ext cx="174600" cy="58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3692894-4867-3081-C074-87A316FB7F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96167" y="1289542"/>
                  <a:ext cx="210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62B8F4-1BC5-35F2-B4EF-A1B5EB727ECB}"/>
                    </a:ext>
                  </a:extLst>
                </p14:cNvPr>
                <p14:cNvContentPartPr/>
                <p14:nvPr/>
              </p14:nvContentPartPr>
              <p14:xfrm>
                <a:off x="7914407" y="1074622"/>
                <a:ext cx="289800" cy="278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62B8F4-1BC5-35F2-B4EF-A1B5EB727E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96407" y="1056982"/>
                  <a:ext cx="32544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B38BD9B-3BE4-6F2E-D93E-C1AA7A5E7689}"/>
              </a:ext>
            </a:extLst>
          </p:cNvPr>
          <p:cNvGrpSpPr/>
          <p:nvPr/>
        </p:nvGrpSpPr>
        <p:grpSpPr>
          <a:xfrm>
            <a:off x="9269447" y="1060942"/>
            <a:ext cx="639360" cy="191880"/>
            <a:chOff x="9269447" y="1060942"/>
            <a:chExt cx="63936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7C7A4F-3B35-D5EE-E0B1-D816D09E7DE7}"/>
                    </a:ext>
                  </a:extLst>
                </p14:cNvPr>
                <p14:cNvContentPartPr/>
                <p14:nvPr/>
              </p14:nvContentPartPr>
              <p14:xfrm>
                <a:off x="9269447" y="1060942"/>
                <a:ext cx="227520" cy="19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7C7A4F-3B35-D5EE-E0B1-D816D09E7DE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51807" y="1042942"/>
                  <a:ext cx="263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E898574-2340-962E-8FC2-3C34439E4DF3}"/>
                    </a:ext>
                  </a:extLst>
                </p14:cNvPr>
                <p14:cNvContentPartPr/>
                <p14:nvPr/>
              </p14:nvContentPartPr>
              <p14:xfrm>
                <a:off x="9635207" y="1071022"/>
                <a:ext cx="152640" cy="14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E898574-2340-962E-8FC2-3C34439E4D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17207" y="1053382"/>
                  <a:ext cx="188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8AC08F-4DF3-5155-2DFF-9C3E4C91AF64}"/>
                    </a:ext>
                  </a:extLst>
                </p14:cNvPr>
                <p14:cNvContentPartPr/>
                <p14:nvPr/>
              </p14:nvContentPartPr>
              <p14:xfrm>
                <a:off x="9697127" y="1108102"/>
                <a:ext cx="211680" cy="6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8AC08F-4DF3-5155-2DFF-9C3E4C91AF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79487" y="1090462"/>
                  <a:ext cx="24732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1CECD0F-2AD5-DF54-25B2-358380119793}"/>
                  </a:ext>
                </a:extLst>
              </p14:cNvPr>
              <p14:cNvContentPartPr/>
              <p14:nvPr/>
            </p14:nvContentPartPr>
            <p14:xfrm>
              <a:off x="10169447" y="946102"/>
              <a:ext cx="579960" cy="2462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1CECD0F-2AD5-DF54-25B2-35838011979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151447" y="928462"/>
                <a:ext cx="615600" cy="281880"/>
              </a:xfrm>
              <a:prstGeom prst="rect">
                <a:avLst/>
              </a:prstGeom>
            </p:spPr>
          </p:pic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C514014-A324-D53D-DC0A-5567D923ED54}"/>
              </a:ext>
            </a:extLst>
          </p:cNvPr>
          <p:cNvCxnSpPr>
            <a:cxnSpLocks/>
          </p:cNvCxnSpPr>
          <p:nvPr/>
        </p:nvCxnSpPr>
        <p:spPr>
          <a:xfrm flipV="1">
            <a:off x="466367" y="2595914"/>
            <a:ext cx="6308785" cy="3583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24D5736-7514-CCE3-6B57-DF443702E483}"/>
              </a:ext>
            </a:extLst>
          </p:cNvPr>
          <p:cNvGrpSpPr/>
          <p:nvPr/>
        </p:nvGrpSpPr>
        <p:grpSpPr>
          <a:xfrm>
            <a:off x="7617407" y="2116822"/>
            <a:ext cx="871920" cy="475920"/>
            <a:chOff x="7617407" y="2116822"/>
            <a:chExt cx="87192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6F7A86-B74E-BC13-32BC-C3497C5BDBD4}"/>
                    </a:ext>
                  </a:extLst>
                </p14:cNvPr>
                <p14:cNvContentPartPr/>
                <p14:nvPr/>
              </p14:nvContentPartPr>
              <p14:xfrm>
                <a:off x="7617407" y="2145982"/>
                <a:ext cx="83880" cy="390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6F7A86-B74E-BC13-32BC-C3497C5BDB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99407" y="2127982"/>
                  <a:ext cx="119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ADF66E-7A5A-9461-404F-B1222A040FAB}"/>
                    </a:ext>
                  </a:extLst>
                </p14:cNvPr>
                <p14:cNvContentPartPr/>
                <p14:nvPr/>
              </p14:nvContentPartPr>
              <p14:xfrm>
                <a:off x="7878767" y="2252182"/>
                <a:ext cx="106560" cy="198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ADF66E-7A5A-9461-404F-B1222A040F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60767" y="2234542"/>
                  <a:ext cx="142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B92399-7DE9-89CC-A229-3A7C35F58F0B}"/>
                    </a:ext>
                  </a:extLst>
                </p14:cNvPr>
                <p14:cNvContentPartPr/>
                <p14:nvPr/>
              </p14:nvContentPartPr>
              <p14:xfrm>
                <a:off x="8079647" y="2391502"/>
                <a:ext cx="30960" cy="159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B92399-7DE9-89CC-A229-3A7C35F58F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62007" y="2373862"/>
                  <a:ext cx="66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4A6C781-73B7-6F9A-948F-4109F9EAF01C}"/>
                    </a:ext>
                  </a:extLst>
                </p14:cNvPr>
                <p14:cNvContentPartPr/>
                <p14:nvPr/>
              </p14:nvContentPartPr>
              <p14:xfrm>
                <a:off x="8233007" y="2265862"/>
                <a:ext cx="106200" cy="185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4A6C781-73B7-6F9A-948F-4109F9EAF0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15367" y="2247862"/>
                  <a:ext cx="141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32EC34-40EB-F28E-39E9-DD7FAD3C0AB7}"/>
                    </a:ext>
                  </a:extLst>
                </p14:cNvPr>
                <p14:cNvContentPartPr/>
                <p14:nvPr/>
              </p14:nvContentPartPr>
              <p14:xfrm>
                <a:off x="8382767" y="2116822"/>
                <a:ext cx="106560" cy="475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32EC34-40EB-F28E-39E9-DD7FAD3C0AB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64767" y="2099182"/>
                  <a:ext cx="142200" cy="51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A2E999F-6B95-AA4F-D02B-CF12420B111F}"/>
                  </a:ext>
                </a:extLst>
              </p14:cNvPr>
              <p14:cNvContentPartPr/>
              <p14:nvPr/>
            </p14:nvContentPartPr>
            <p14:xfrm>
              <a:off x="6914327" y="2296102"/>
              <a:ext cx="36000" cy="322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A2E999F-6B95-AA4F-D02B-CF12420B111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896687" y="2278102"/>
                <a:ext cx="7164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B588659-D3E9-274E-7954-7392A30C3777}"/>
                  </a:ext>
                </a:extLst>
              </p14:cNvPr>
              <p14:cNvContentPartPr/>
              <p14:nvPr/>
            </p14:nvContentPartPr>
            <p14:xfrm>
              <a:off x="6883007" y="2271622"/>
              <a:ext cx="170280" cy="2023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B588659-D3E9-274E-7954-7392A30C377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65367" y="2253622"/>
                <a:ext cx="2059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1297D35-FC72-F7FF-F036-FF7C9C8D6998}"/>
                  </a:ext>
                </a:extLst>
              </p14:cNvPr>
              <p14:cNvContentPartPr/>
              <p14:nvPr/>
            </p14:nvContentPartPr>
            <p14:xfrm>
              <a:off x="7076327" y="2430382"/>
              <a:ext cx="225720" cy="1267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1297D35-FC72-F7FF-F036-FF7C9C8D69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58327" y="2412742"/>
                <a:ext cx="2613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47B552C-C2E1-0115-C20D-D5F2D6503205}"/>
                  </a:ext>
                </a:extLst>
              </p14:cNvPr>
              <p14:cNvContentPartPr/>
              <p14:nvPr/>
            </p14:nvContentPartPr>
            <p14:xfrm>
              <a:off x="7301327" y="2227702"/>
              <a:ext cx="65880" cy="238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47B552C-C2E1-0115-C20D-D5F2D650320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83687" y="2210062"/>
                <a:ext cx="1015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45E177C-5DAD-EBF5-0D05-23FB78829E07}"/>
                  </a:ext>
                </a:extLst>
              </p14:cNvPr>
              <p14:cNvContentPartPr/>
              <p14:nvPr/>
            </p14:nvContentPartPr>
            <p14:xfrm>
              <a:off x="7297007" y="2256142"/>
              <a:ext cx="180360" cy="777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45E177C-5DAD-EBF5-0D05-23FB78829E0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279367" y="2238502"/>
                <a:ext cx="2160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A57F61F-2C3D-0694-A97B-DF254FF9EC71}"/>
                  </a:ext>
                </a:extLst>
              </p14:cNvPr>
              <p14:cNvContentPartPr/>
              <p14:nvPr/>
            </p14:nvContentPartPr>
            <p14:xfrm>
              <a:off x="8787767" y="2300062"/>
              <a:ext cx="45360" cy="1562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A57F61F-2C3D-0694-A97B-DF254FF9EC7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769767" y="2282422"/>
                <a:ext cx="8100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73100CD-51E4-893E-9206-6AD7A2E7BF51}"/>
                  </a:ext>
                </a:extLst>
              </p14:cNvPr>
              <p14:cNvContentPartPr/>
              <p14:nvPr/>
            </p14:nvContentPartPr>
            <p14:xfrm>
              <a:off x="8957327" y="2330302"/>
              <a:ext cx="143280" cy="1346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73100CD-51E4-893E-9206-6AD7A2E7BF5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939327" y="2312662"/>
                <a:ext cx="178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14CEE41-2E0B-DDD8-697D-6E8C016937D8}"/>
                  </a:ext>
                </a:extLst>
              </p14:cNvPr>
              <p14:cNvContentPartPr/>
              <p14:nvPr/>
            </p14:nvContentPartPr>
            <p14:xfrm>
              <a:off x="8947607" y="2181262"/>
              <a:ext cx="83520" cy="41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14CEE41-2E0B-DDD8-697D-6E8C016937D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929607" y="2163622"/>
                <a:ext cx="1191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207A20B-27AF-8CE0-4426-55521C83F3F2}"/>
                  </a:ext>
                </a:extLst>
              </p14:cNvPr>
              <p14:cNvContentPartPr/>
              <p14:nvPr/>
            </p14:nvContentPartPr>
            <p14:xfrm>
              <a:off x="9549167" y="2183062"/>
              <a:ext cx="309600" cy="3182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207A20B-27AF-8CE0-4426-55521C83F3F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531167" y="2165422"/>
                <a:ext cx="3452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C271F3D-4A5F-9473-41A2-55877EC0BF50}"/>
                  </a:ext>
                </a:extLst>
              </p14:cNvPr>
              <p14:cNvContentPartPr/>
              <p14:nvPr/>
            </p14:nvContentPartPr>
            <p14:xfrm>
              <a:off x="9879287" y="2147782"/>
              <a:ext cx="343080" cy="2502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C271F3D-4A5F-9473-41A2-55877EC0BF5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861287" y="2130142"/>
                <a:ext cx="3787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C871233-3DEE-B982-B635-9614831182E4}"/>
                  </a:ext>
                </a:extLst>
              </p14:cNvPr>
              <p14:cNvContentPartPr/>
              <p14:nvPr/>
            </p14:nvContentPartPr>
            <p14:xfrm>
              <a:off x="9658607" y="2225182"/>
              <a:ext cx="166320" cy="338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C871233-3DEE-B982-B635-9614831182E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640607" y="2207542"/>
                <a:ext cx="2019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1AAF2E4-4F6A-806F-9D5D-8DE2E43CF4ED}"/>
                  </a:ext>
                </a:extLst>
              </p14:cNvPr>
              <p14:cNvContentPartPr/>
              <p14:nvPr/>
            </p14:nvContentPartPr>
            <p14:xfrm>
              <a:off x="10500287" y="2254702"/>
              <a:ext cx="8640" cy="1360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1AAF2E4-4F6A-806F-9D5D-8DE2E43CF4E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482647" y="2237062"/>
                <a:ext cx="44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ABC6A75-1104-8241-B1FD-21DC07357280}"/>
                  </a:ext>
                </a:extLst>
              </p14:cNvPr>
              <p14:cNvContentPartPr/>
              <p14:nvPr/>
            </p14:nvContentPartPr>
            <p14:xfrm>
              <a:off x="10513967" y="2120062"/>
              <a:ext cx="19080" cy="298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ABC6A75-1104-8241-B1FD-21DC0735728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495967" y="2102422"/>
                <a:ext cx="547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CAA45EF-8DDE-E0B9-419D-236230BBDC05}"/>
                  </a:ext>
                </a:extLst>
              </p14:cNvPr>
              <p14:cNvContentPartPr/>
              <p14:nvPr/>
            </p14:nvContentPartPr>
            <p14:xfrm>
              <a:off x="10613687" y="2269462"/>
              <a:ext cx="150480" cy="1166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CAA45EF-8DDE-E0B9-419D-236230BBDC0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595687" y="2251822"/>
                <a:ext cx="1861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87CE908-1EB8-7EE1-E2F4-EA0E1726D5C2}"/>
                  </a:ext>
                </a:extLst>
              </p14:cNvPr>
              <p14:cNvContentPartPr/>
              <p14:nvPr/>
            </p14:nvContentPartPr>
            <p14:xfrm>
              <a:off x="10816007" y="2232742"/>
              <a:ext cx="240840" cy="1695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87CE908-1EB8-7EE1-E2F4-EA0E1726D5C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798007" y="2215102"/>
                <a:ext cx="276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0834FE8-E5DF-4D43-F754-58BB2DA454C2}"/>
                  </a:ext>
                </a:extLst>
              </p14:cNvPr>
              <p14:cNvContentPartPr/>
              <p14:nvPr/>
            </p14:nvContentPartPr>
            <p14:xfrm>
              <a:off x="11025887" y="2247862"/>
              <a:ext cx="129600" cy="499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0834FE8-E5DF-4D43-F754-58BB2DA454C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007887" y="2229862"/>
                <a:ext cx="16524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FCE7AAE-1AC9-F6EE-0F2C-B812AA0D01CA}"/>
                  </a:ext>
                </a:extLst>
              </p14:cNvPr>
              <p14:cNvContentPartPr/>
              <p14:nvPr/>
            </p14:nvContentPartPr>
            <p14:xfrm>
              <a:off x="11217407" y="2215822"/>
              <a:ext cx="146520" cy="1425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FCE7AAE-1AC9-F6EE-0F2C-B812AA0D01C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199767" y="2197822"/>
                <a:ext cx="1821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82425C7-A6F1-2947-05C4-669850891A6A}"/>
                  </a:ext>
                </a:extLst>
              </p14:cNvPr>
              <p14:cNvContentPartPr/>
              <p14:nvPr/>
            </p14:nvContentPartPr>
            <p14:xfrm>
              <a:off x="11370767" y="2221582"/>
              <a:ext cx="187560" cy="1378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82425C7-A6F1-2947-05C4-669850891A6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352767" y="2203942"/>
                <a:ext cx="2232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D26945F-454D-1C59-F431-4135A77A8303}"/>
                  </a:ext>
                </a:extLst>
              </p14:cNvPr>
              <p14:cNvContentPartPr/>
              <p14:nvPr/>
            </p14:nvContentPartPr>
            <p14:xfrm>
              <a:off x="11586047" y="1990102"/>
              <a:ext cx="20880" cy="3772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D26945F-454D-1C59-F431-4135A77A830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568407" y="1972462"/>
                <a:ext cx="5652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E7941AD-E988-A009-BD77-1394D09E8FD4}"/>
                  </a:ext>
                </a:extLst>
              </p14:cNvPr>
              <p14:cNvContentPartPr/>
              <p14:nvPr/>
            </p14:nvContentPartPr>
            <p14:xfrm>
              <a:off x="11703767" y="2225182"/>
              <a:ext cx="20880" cy="1062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E7941AD-E988-A009-BD77-1394D09E8FD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685767" y="2207542"/>
                <a:ext cx="565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BA455FF-9020-A59E-5766-5A4AC5E89064}"/>
                  </a:ext>
                </a:extLst>
              </p14:cNvPr>
              <p14:cNvContentPartPr/>
              <p14:nvPr/>
            </p14:nvContentPartPr>
            <p14:xfrm>
              <a:off x="11787287" y="2215462"/>
              <a:ext cx="104760" cy="1620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BA455FF-9020-A59E-5766-5A4AC5E8906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769647" y="2197822"/>
                <a:ext cx="1404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0174A0B-FAB6-5449-A739-111DDED96D6B}"/>
                  </a:ext>
                </a:extLst>
              </p14:cNvPr>
              <p14:cNvContentPartPr/>
              <p14:nvPr/>
            </p14:nvContentPartPr>
            <p14:xfrm>
              <a:off x="11954327" y="2197102"/>
              <a:ext cx="91080" cy="147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0174A0B-FAB6-5449-A739-111DDED96D6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936687" y="2179102"/>
                <a:ext cx="1267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8BFA9A1-EB9A-42EF-8077-2F26D3CFD71C}"/>
                  </a:ext>
                </a:extLst>
              </p14:cNvPr>
              <p14:cNvContentPartPr/>
              <p14:nvPr/>
            </p14:nvContentPartPr>
            <p14:xfrm>
              <a:off x="11789447" y="2091982"/>
              <a:ext cx="70200" cy="284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8BFA9A1-EB9A-42EF-8077-2F26D3CFD71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771447" y="2074342"/>
                <a:ext cx="1058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5F2BA3D-F46B-27C4-474C-50DA4D12E45E}"/>
                  </a:ext>
                </a:extLst>
              </p14:cNvPr>
              <p14:cNvContentPartPr/>
              <p14:nvPr/>
            </p14:nvContentPartPr>
            <p14:xfrm>
              <a:off x="11183207" y="2153542"/>
              <a:ext cx="264960" cy="248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5F2BA3D-F46B-27C4-474C-50DA4D12E45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165567" y="2135542"/>
                <a:ext cx="3006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CF50144-4172-39D7-674C-6DEA05A21B9F}"/>
                  </a:ext>
                </a:extLst>
              </p14:cNvPr>
              <p14:cNvContentPartPr/>
              <p14:nvPr/>
            </p14:nvContentPartPr>
            <p14:xfrm>
              <a:off x="11894207" y="3853102"/>
              <a:ext cx="14760" cy="100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CF50144-4172-39D7-674C-6DEA05A21B9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876567" y="3835462"/>
                <a:ext cx="504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2F5E169-5C99-E52D-8E6F-411F8CDD54B3}"/>
                  </a:ext>
                </a:extLst>
              </p14:cNvPr>
              <p14:cNvContentPartPr/>
              <p14:nvPr/>
            </p14:nvContentPartPr>
            <p14:xfrm>
              <a:off x="214727" y="4627822"/>
              <a:ext cx="1343160" cy="93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2F5E169-5C99-E52D-8E6F-411F8CDD54B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97087" y="4609822"/>
                <a:ext cx="13788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C8948F2-6C00-0220-ECB3-DFB1D54D1F39}"/>
                  </a:ext>
                </a:extLst>
              </p14:cNvPr>
              <p14:cNvContentPartPr/>
              <p14:nvPr/>
            </p14:nvContentPartPr>
            <p14:xfrm>
              <a:off x="2153687" y="4549342"/>
              <a:ext cx="30600" cy="2286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C8948F2-6C00-0220-ECB3-DFB1D54D1F3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135687" y="4531702"/>
                <a:ext cx="6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96B0D00-80B8-E725-7F4D-FB3DE81738CA}"/>
                  </a:ext>
                </a:extLst>
              </p14:cNvPr>
              <p14:cNvContentPartPr/>
              <p14:nvPr/>
            </p14:nvContentPartPr>
            <p14:xfrm>
              <a:off x="2168087" y="4964782"/>
              <a:ext cx="12600" cy="1134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96B0D00-80B8-E725-7F4D-FB3DE81738C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150087" y="4947142"/>
                <a:ext cx="482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5A4D2A5-975C-D0AE-F004-D29635B32D5A}"/>
                  </a:ext>
                </a:extLst>
              </p14:cNvPr>
              <p14:cNvContentPartPr/>
              <p14:nvPr/>
            </p14:nvContentPartPr>
            <p14:xfrm>
              <a:off x="3126047" y="4594702"/>
              <a:ext cx="25560" cy="167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5A4D2A5-975C-D0AE-F004-D29635B32D5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108047" y="4576702"/>
                <a:ext cx="612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2E0F672-57DB-D1F3-C43D-6ED97E669ECF}"/>
                  </a:ext>
                </a:extLst>
              </p14:cNvPr>
              <p14:cNvContentPartPr/>
              <p14:nvPr/>
            </p14:nvContentPartPr>
            <p14:xfrm>
              <a:off x="3121727" y="4636102"/>
              <a:ext cx="1440" cy="14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2E0F672-57DB-D1F3-C43D-6ED97E669EC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103727" y="4618102"/>
                <a:ext cx="37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19AE573-A8B7-FBE5-C48F-E5CC943C6B92}"/>
                  </a:ext>
                </a:extLst>
              </p14:cNvPr>
              <p14:cNvContentPartPr/>
              <p14:nvPr/>
            </p14:nvContentPartPr>
            <p14:xfrm>
              <a:off x="2892767" y="4465462"/>
              <a:ext cx="405000" cy="3470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19AE573-A8B7-FBE5-C48F-E5CC943C6B9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875127" y="4447822"/>
                <a:ext cx="4406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80B4988-EE61-36E4-7F62-0E37863293C3}"/>
                  </a:ext>
                </a:extLst>
              </p14:cNvPr>
              <p14:cNvContentPartPr/>
              <p14:nvPr/>
            </p14:nvContentPartPr>
            <p14:xfrm>
              <a:off x="7576727" y="3173422"/>
              <a:ext cx="255240" cy="2318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80B4988-EE61-36E4-7F62-0E37863293C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558727" y="3155422"/>
                <a:ext cx="2908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691E9D8-7A90-163E-173F-4B0F480D0418}"/>
                  </a:ext>
                </a:extLst>
              </p14:cNvPr>
              <p14:cNvContentPartPr/>
              <p14:nvPr/>
            </p14:nvContentPartPr>
            <p14:xfrm>
              <a:off x="7897127" y="3277822"/>
              <a:ext cx="110160" cy="14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691E9D8-7A90-163E-173F-4B0F480D041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879487" y="3260182"/>
                <a:ext cx="1458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820C20A-063C-9A84-AD74-7BBD945D099E}"/>
                  </a:ext>
                </a:extLst>
              </p14:cNvPr>
              <p14:cNvContentPartPr/>
              <p14:nvPr/>
            </p14:nvContentPartPr>
            <p14:xfrm>
              <a:off x="8050487" y="3152182"/>
              <a:ext cx="213120" cy="2620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820C20A-063C-9A84-AD74-7BBD945D099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032847" y="3134542"/>
                <a:ext cx="24876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82B1FD6-755B-01FC-B703-BA2C83B4C87A}"/>
                  </a:ext>
                </a:extLst>
              </p14:cNvPr>
              <p14:cNvContentPartPr/>
              <p14:nvPr/>
            </p14:nvContentPartPr>
            <p14:xfrm>
              <a:off x="8163887" y="3253702"/>
              <a:ext cx="252360" cy="6825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82B1FD6-755B-01FC-B703-BA2C83B4C87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145887" y="3236062"/>
                <a:ext cx="288000" cy="7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4233897-BD11-EA12-A42B-150AC4D3FED2}"/>
                  </a:ext>
                </a:extLst>
              </p14:cNvPr>
              <p14:cNvContentPartPr/>
              <p14:nvPr/>
            </p14:nvContentPartPr>
            <p14:xfrm>
              <a:off x="8602367" y="3275302"/>
              <a:ext cx="98640" cy="302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4233897-BD11-EA12-A42B-150AC4D3FED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584727" y="3257302"/>
                <a:ext cx="1342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4142036-5507-E8A4-DFE1-111B0AF0B6E4}"/>
                  </a:ext>
                </a:extLst>
              </p14:cNvPr>
              <p14:cNvContentPartPr/>
              <p14:nvPr/>
            </p14:nvContentPartPr>
            <p14:xfrm>
              <a:off x="8591567" y="3006382"/>
              <a:ext cx="204840" cy="3132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4142036-5507-E8A4-DFE1-111B0AF0B6E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573927" y="2988382"/>
                <a:ext cx="2404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BD1AD1A-F9AB-C19A-07D6-A1C178D9BE9A}"/>
                  </a:ext>
                </a:extLst>
              </p14:cNvPr>
              <p14:cNvContentPartPr/>
              <p14:nvPr/>
            </p14:nvContentPartPr>
            <p14:xfrm>
              <a:off x="8622527" y="3260542"/>
              <a:ext cx="273240" cy="2372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BD1AD1A-F9AB-C19A-07D6-A1C178D9BE9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604887" y="3242902"/>
                <a:ext cx="3088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327EDB3-F346-ABEF-129A-E45A3ABA7E8C}"/>
                  </a:ext>
                </a:extLst>
              </p14:cNvPr>
              <p14:cNvContentPartPr/>
              <p14:nvPr/>
            </p14:nvContentPartPr>
            <p14:xfrm>
              <a:off x="9128327" y="3033382"/>
              <a:ext cx="616680" cy="2851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327EDB3-F346-ABEF-129A-E45A3ABA7E8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110327" y="3015742"/>
                <a:ext cx="6523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ECD8A83-2C62-9FA1-3F2A-E39C4757D815}"/>
                  </a:ext>
                </a:extLst>
              </p14:cNvPr>
              <p14:cNvContentPartPr/>
              <p14:nvPr/>
            </p14:nvContentPartPr>
            <p14:xfrm>
              <a:off x="7469447" y="3859942"/>
              <a:ext cx="169200" cy="3128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ECD8A83-2C62-9FA1-3F2A-E39C4757D81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451807" y="3842302"/>
                <a:ext cx="2048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36D5125-0755-3F3B-08E3-F554076F9CE6}"/>
                  </a:ext>
                </a:extLst>
              </p14:cNvPr>
              <p14:cNvContentPartPr/>
              <p14:nvPr/>
            </p14:nvContentPartPr>
            <p14:xfrm>
              <a:off x="7792727" y="4056502"/>
              <a:ext cx="164160" cy="295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36D5125-0755-3F3B-08E3-F554076F9CE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774727" y="4038862"/>
                <a:ext cx="1998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D0FBC09-E8A3-5B65-1169-A843B5B5A30C}"/>
                  </a:ext>
                </a:extLst>
              </p14:cNvPr>
              <p14:cNvContentPartPr/>
              <p14:nvPr/>
            </p14:nvContentPartPr>
            <p14:xfrm>
              <a:off x="8211767" y="4011142"/>
              <a:ext cx="239040" cy="1821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D0FBC09-E8A3-5B65-1169-A843B5B5A30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194127" y="3993502"/>
                <a:ext cx="2746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42B04D2-C782-74E8-082B-174D64995D21}"/>
                  </a:ext>
                </a:extLst>
              </p14:cNvPr>
              <p14:cNvContentPartPr/>
              <p14:nvPr/>
            </p14:nvContentPartPr>
            <p14:xfrm>
              <a:off x="8494367" y="3961822"/>
              <a:ext cx="148680" cy="1868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42B04D2-C782-74E8-082B-174D64995D2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476727" y="3944182"/>
                <a:ext cx="1843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7B2B35B-E96E-BBB1-0C6E-28CCD51C3A16}"/>
                  </a:ext>
                </a:extLst>
              </p14:cNvPr>
              <p14:cNvContentPartPr/>
              <p14:nvPr/>
            </p14:nvContentPartPr>
            <p14:xfrm>
              <a:off x="8500487" y="4005022"/>
              <a:ext cx="127800" cy="1627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7B2B35B-E96E-BBB1-0C6E-28CCD51C3A1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482847" y="3987022"/>
                <a:ext cx="163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AA654F8-5B6B-8EA0-D20C-427D10B1BACC}"/>
                  </a:ext>
                </a:extLst>
              </p14:cNvPr>
              <p14:cNvContentPartPr/>
              <p14:nvPr/>
            </p14:nvContentPartPr>
            <p14:xfrm>
              <a:off x="8726567" y="3909262"/>
              <a:ext cx="209880" cy="2196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AA654F8-5B6B-8EA0-D20C-427D10B1BAC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708567" y="3891622"/>
                <a:ext cx="2455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6F98D6E-5509-B16D-3DA9-8F772FB05298}"/>
                  </a:ext>
                </a:extLst>
              </p14:cNvPr>
              <p14:cNvContentPartPr/>
              <p14:nvPr/>
            </p14:nvContentPartPr>
            <p14:xfrm>
              <a:off x="9487967" y="4030582"/>
              <a:ext cx="158760" cy="18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6F98D6E-5509-B16D-3DA9-8F772FB0529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469967" y="4012942"/>
                <a:ext cx="1944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A1E7208-9096-1FE0-4E53-F84B124CC264}"/>
                  </a:ext>
                </a:extLst>
              </p14:cNvPr>
              <p14:cNvContentPartPr/>
              <p14:nvPr/>
            </p14:nvContentPartPr>
            <p14:xfrm>
              <a:off x="9504527" y="4103662"/>
              <a:ext cx="213840" cy="590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A1E7208-9096-1FE0-4E53-F84B124CC26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486887" y="4085662"/>
                <a:ext cx="249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01B51D2-3571-88A1-4D10-D8074CB2BCC0}"/>
                  </a:ext>
                </a:extLst>
              </p14:cNvPr>
              <p14:cNvContentPartPr/>
              <p14:nvPr/>
            </p14:nvContentPartPr>
            <p14:xfrm>
              <a:off x="10031927" y="3906022"/>
              <a:ext cx="258120" cy="3279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01B51D2-3571-88A1-4D10-D8074CB2BCC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013927" y="3888382"/>
                <a:ext cx="2937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9AE6603-264A-DEE3-AA73-832AFE0D1C31}"/>
                  </a:ext>
                </a:extLst>
              </p14:cNvPr>
              <p14:cNvContentPartPr/>
              <p14:nvPr/>
            </p14:nvContentPartPr>
            <p14:xfrm>
              <a:off x="10390487" y="4060822"/>
              <a:ext cx="150480" cy="40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9AE6603-264A-DEE3-AA73-832AFE0D1C3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372487" y="4043182"/>
                <a:ext cx="1861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015F554-EDF5-0F56-E331-F03B2475B538}"/>
                  </a:ext>
                </a:extLst>
              </p14:cNvPr>
              <p14:cNvContentPartPr/>
              <p14:nvPr/>
            </p14:nvContentPartPr>
            <p14:xfrm>
              <a:off x="10587047" y="3872902"/>
              <a:ext cx="356760" cy="3124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015F554-EDF5-0F56-E331-F03B2475B53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569047" y="3854902"/>
                <a:ext cx="3924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89EEAB5-9323-0E98-6539-4C4C477EEC4A}"/>
                  </a:ext>
                </a:extLst>
              </p14:cNvPr>
              <p14:cNvContentPartPr/>
              <p14:nvPr/>
            </p14:nvContentPartPr>
            <p14:xfrm>
              <a:off x="11175647" y="3977302"/>
              <a:ext cx="169200" cy="374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89EEAB5-9323-0E98-6539-4C4C477EEC4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157647" y="3959662"/>
                <a:ext cx="2048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C376FFB-D744-D0E5-1282-6E2E56DEE1C2}"/>
                  </a:ext>
                </a:extLst>
              </p14:cNvPr>
              <p14:cNvContentPartPr/>
              <p14:nvPr/>
            </p14:nvContentPartPr>
            <p14:xfrm>
              <a:off x="11217767" y="4065142"/>
              <a:ext cx="120960" cy="273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C376FFB-D744-D0E5-1282-6E2E56DEE1C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200127" y="4047502"/>
                <a:ext cx="1566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63EB903-4DE8-9D12-1F99-237D438FA350}"/>
                  </a:ext>
                </a:extLst>
              </p14:cNvPr>
              <p14:cNvContentPartPr/>
              <p14:nvPr/>
            </p14:nvContentPartPr>
            <p14:xfrm>
              <a:off x="11561207" y="3890542"/>
              <a:ext cx="213840" cy="2476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63EB903-4DE8-9D12-1F99-237D438FA35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543207" y="3872902"/>
                <a:ext cx="2494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F0995D7-FA29-4D9C-D9C7-4452E73AE09E}"/>
                  </a:ext>
                </a:extLst>
              </p14:cNvPr>
              <p14:cNvContentPartPr/>
              <p14:nvPr/>
            </p14:nvContentPartPr>
            <p14:xfrm>
              <a:off x="11855327" y="3880462"/>
              <a:ext cx="164520" cy="3157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F0995D7-FA29-4D9C-D9C7-4452E73AE09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837687" y="3862822"/>
                <a:ext cx="2001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AC79FFF-BB3D-19DE-B0B6-E15148C9F1D7}"/>
                  </a:ext>
                </a:extLst>
              </p14:cNvPr>
              <p14:cNvContentPartPr/>
              <p14:nvPr/>
            </p14:nvContentPartPr>
            <p14:xfrm>
              <a:off x="11844887" y="4249462"/>
              <a:ext cx="234720" cy="1778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AC79FFF-BB3D-19DE-B0B6-E15148C9F1D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1827247" y="4231822"/>
                <a:ext cx="2703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97E9048-9A53-3394-9480-1E2FAB76084B}"/>
                  </a:ext>
                </a:extLst>
              </p14:cNvPr>
              <p14:cNvContentPartPr/>
              <p14:nvPr/>
            </p14:nvContentPartPr>
            <p14:xfrm>
              <a:off x="11900327" y="3826822"/>
              <a:ext cx="124920" cy="10350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97E9048-9A53-3394-9480-1E2FAB76084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882327" y="3809182"/>
                <a:ext cx="160560" cy="10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3280FAB9-0D7F-1DA6-2548-C0DB230F1D50}"/>
                  </a:ext>
                </a:extLst>
              </p14:cNvPr>
              <p14:cNvContentPartPr/>
              <p14:nvPr/>
            </p14:nvContentPartPr>
            <p14:xfrm>
              <a:off x="10745087" y="4714582"/>
              <a:ext cx="285120" cy="3196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3280FAB9-0D7F-1DA6-2548-C0DB230F1D5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727087" y="4696942"/>
                <a:ext cx="320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5B52BCE-8E0C-B2A8-7677-08D7FE3B1756}"/>
                  </a:ext>
                </a:extLst>
              </p14:cNvPr>
              <p14:cNvContentPartPr/>
              <p14:nvPr/>
            </p14:nvContentPartPr>
            <p14:xfrm>
              <a:off x="11163407" y="4707022"/>
              <a:ext cx="176040" cy="3114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5B52BCE-8E0C-B2A8-7677-08D7FE3B175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145407" y="4689382"/>
                <a:ext cx="21168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96FBAD9-C31E-3EB7-BC57-72ED47BDD954}"/>
                  </a:ext>
                </a:extLst>
              </p14:cNvPr>
              <p14:cNvContentPartPr/>
              <p14:nvPr/>
            </p14:nvContentPartPr>
            <p14:xfrm>
              <a:off x="11366807" y="4709182"/>
              <a:ext cx="211320" cy="2732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96FBAD9-C31E-3EB7-BC57-72ED47BDD95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349167" y="4691182"/>
                <a:ext cx="2469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2899D23-6731-7835-3AE4-9330348A9A77}"/>
                  </a:ext>
                </a:extLst>
              </p14:cNvPr>
              <p14:cNvContentPartPr/>
              <p14:nvPr/>
            </p14:nvContentPartPr>
            <p14:xfrm>
              <a:off x="6399527" y="5320822"/>
              <a:ext cx="386280" cy="3031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2899D23-6731-7835-3AE4-9330348A9A7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381887" y="5302822"/>
                <a:ext cx="42192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54ECA3FE-E2E5-6FAF-C344-ACCF772E8004}"/>
                  </a:ext>
                </a:extLst>
              </p14:cNvPr>
              <p14:cNvContentPartPr/>
              <p14:nvPr/>
            </p14:nvContentPartPr>
            <p14:xfrm>
              <a:off x="6767447" y="5198422"/>
              <a:ext cx="324360" cy="3294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54ECA3FE-E2E5-6FAF-C344-ACCF772E800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749447" y="5180422"/>
                <a:ext cx="3600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73DA91E-9F92-B231-E653-34ADAB4CA740}"/>
                  </a:ext>
                </a:extLst>
              </p14:cNvPr>
              <p14:cNvContentPartPr/>
              <p14:nvPr/>
            </p14:nvContentPartPr>
            <p14:xfrm>
              <a:off x="6915407" y="5170342"/>
              <a:ext cx="63360" cy="133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73DA91E-9F92-B231-E653-34ADAB4CA74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897767" y="5152702"/>
                <a:ext cx="99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57CE4F7-2B2C-6B3F-33CA-3CB80C066AFD}"/>
                  </a:ext>
                </a:extLst>
              </p14:cNvPr>
              <p14:cNvContentPartPr/>
              <p14:nvPr/>
            </p14:nvContentPartPr>
            <p14:xfrm>
              <a:off x="7201247" y="5312542"/>
              <a:ext cx="137880" cy="1915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57CE4F7-2B2C-6B3F-33CA-3CB80C066AF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183247" y="5294902"/>
                <a:ext cx="1735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43D465B-84B7-A090-1248-E359608092BD}"/>
                  </a:ext>
                </a:extLst>
              </p14:cNvPr>
              <p14:cNvContentPartPr/>
              <p14:nvPr/>
            </p14:nvContentPartPr>
            <p14:xfrm>
              <a:off x="7341647" y="5185462"/>
              <a:ext cx="291960" cy="3146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43D465B-84B7-A090-1248-E359608092B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323647" y="5167822"/>
                <a:ext cx="3276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56C20D8-B311-2FE8-7955-486C92409BB2}"/>
                  </a:ext>
                </a:extLst>
              </p14:cNvPr>
              <p14:cNvContentPartPr/>
              <p14:nvPr/>
            </p14:nvContentPartPr>
            <p14:xfrm>
              <a:off x="8058767" y="5320102"/>
              <a:ext cx="36720" cy="2156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56C20D8-B311-2FE8-7955-486C92409BB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040767" y="5302462"/>
                <a:ext cx="723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1B0E177-7FEB-CD3E-BB9C-3CBB0A99142B}"/>
                  </a:ext>
                </a:extLst>
              </p14:cNvPr>
              <p14:cNvContentPartPr/>
              <p14:nvPr/>
            </p14:nvContentPartPr>
            <p14:xfrm>
              <a:off x="8204567" y="5330182"/>
              <a:ext cx="56880" cy="2048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1B0E177-7FEB-CD3E-BB9C-3CBB0A99142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186567" y="5312542"/>
                <a:ext cx="925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93680CD-A966-F2CB-F2D4-CBAEC5DB38A2}"/>
                  </a:ext>
                </a:extLst>
              </p14:cNvPr>
              <p14:cNvContentPartPr/>
              <p14:nvPr/>
            </p14:nvContentPartPr>
            <p14:xfrm>
              <a:off x="8067767" y="5181502"/>
              <a:ext cx="16920" cy="468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93680CD-A966-F2CB-F2D4-CBAEC5DB38A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050127" y="5163862"/>
                <a:ext cx="52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4496DEC-A9B1-AE00-ACCA-FC2A715923DD}"/>
                  </a:ext>
                </a:extLst>
              </p14:cNvPr>
              <p14:cNvContentPartPr/>
              <p14:nvPr/>
            </p14:nvContentPartPr>
            <p14:xfrm>
              <a:off x="8706767" y="5395342"/>
              <a:ext cx="231120" cy="1710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4496DEC-A9B1-AE00-ACCA-FC2A715923D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688767" y="5377702"/>
                <a:ext cx="2667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BA57D322-304C-6172-13AC-482A47B991F1}"/>
                  </a:ext>
                </a:extLst>
              </p14:cNvPr>
              <p14:cNvContentPartPr/>
              <p14:nvPr/>
            </p14:nvContentPartPr>
            <p14:xfrm>
              <a:off x="9025367" y="5190142"/>
              <a:ext cx="414000" cy="3535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BA57D322-304C-6172-13AC-482A47B991F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007367" y="5172502"/>
                <a:ext cx="44964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4FA96B8-8A15-74DA-B9D1-DD6C5C29EC7A}"/>
                  </a:ext>
                </a:extLst>
              </p14:cNvPr>
              <p14:cNvContentPartPr/>
              <p14:nvPr/>
            </p14:nvContentPartPr>
            <p14:xfrm>
              <a:off x="9255047" y="5289142"/>
              <a:ext cx="208080" cy="288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4FA96B8-8A15-74DA-B9D1-DD6C5C29EC7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237047" y="5271502"/>
                <a:ext cx="2437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2D509EC-D5B2-D123-4D4F-2B7DE483A43E}"/>
                  </a:ext>
                </a:extLst>
              </p14:cNvPr>
              <p14:cNvContentPartPr/>
              <p14:nvPr/>
            </p14:nvContentPartPr>
            <p14:xfrm>
              <a:off x="9937607" y="5152342"/>
              <a:ext cx="1066680" cy="4467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2D509EC-D5B2-D123-4D4F-2B7DE483A43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919607" y="5134702"/>
                <a:ext cx="110232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BD5BFA0-7828-0ACC-2C5C-D9B0C889F831}"/>
                  </a:ext>
                </a:extLst>
              </p14:cNvPr>
              <p14:cNvContentPartPr/>
              <p14:nvPr/>
            </p14:nvContentPartPr>
            <p14:xfrm>
              <a:off x="10713407" y="5372662"/>
              <a:ext cx="42120" cy="1609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BD5BFA0-7828-0ACC-2C5C-D9B0C889F83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695407" y="5354662"/>
                <a:ext cx="777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8399587-66C1-DD4D-6AEB-3D4331F279FC}"/>
                  </a:ext>
                </a:extLst>
              </p14:cNvPr>
              <p14:cNvContentPartPr/>
              <p14:nvPr/>
            </p14:nvContentPartPr>
            <p14:xfrm>
              <a:off x="10028327" y="5271862"/>
              <a:ext cx="515160" cy="504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8399587-66C1-DD4D-6AEB-3D4331F279F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010327" y="5254222"/>
                <a:ext cx="5508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2808C0F8-A2BD-1E5D-639D-05F4ABC167F5}"/>
                  </a:ext>
                </a:extLst>
              </p14:cNvPr>
              <p14:cNvContentPartPr/>
              <p14:nvPr/>
            </p14:nvContentPartPr>
            <p14:xfrm>
              <a:off x="2485967" y="3442342"/>
              <a:ext cx="190800" cy="3301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2808C0F8-A2BD-1E5D-639D-05F4ABC167F5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467967" y="3424702"/>
                <a:ext cx="2264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21427EF9-4D04-8B34-AB45-5139789A5308}"/>
                  </a:ext>
                </a:extLst>
              </p14:cNvPr>
              <p14:cNvContentPartPr/>
              <p14:nvPr/>
            </p14:nvContentPartPr>
            <p14:xfrm>
              <a:off x="2797007" y="3725662"/>
              <a:ext cx="16920" cy="1260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21427EF9-4D04-8B34-AB45-5139789A530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779007" y="3708022"/>
                <a:ext cx="5256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E850B06-AFB6-EE0A-E410-F7B65E82FDC1}"/>
              </a:ext>
            </a:extLst>
          </p:cNvPr>
          <p:cNvGrpSpPr/>
          <p:nvPr/>
        </p:nvGrpSpPr>
        <p:grpSpPr>
          <a:xfrm>
            <a:off x="5088767" y="2774677"/>
            <a:ext cx="1818000" cy="1690560"/>
            <a:chOff x="5088767" y="2774677"/>
            <a:chExt cx="1818000" cy="169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F1417B9-DB2D-E5D1-F8E9-38B048FEAF2B}"/>
                    </a:ext>
                  </a:extLst>
                </p14:cNvPr>
                <p14:cNvContentPartPr/>
                <p14:nvPr/>
              </p14:nvContentPartPr>
              <p14:xfrm>
                <a:off x="6371447" y="3927622"/>
                <a:ext cx="168840" cy="364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F1417B9-DB2D-E5D1-F8E9-38B048FEAF2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353807" y="3909622"/>
                  <a:ext cx="2044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7FB81C4-C91B-04EF-81B6-25A571DF434D}"/>
                    </a:ext>
                  </a:extLst>
                </p14:cNvPr>
                <p14:cNvContentPartPr/>
                <p14:nvPr/>
              </p14:nvContentPartPr>
              <p14:xfrm>
                <a:off x="6530927" y="3972982"/>
                <a:ext cx="145440" cy="265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7FB81C4-C91B-04EF-81B6-25A571DF434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12927" y="3955342"/>
                  <a:ext cx="1810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4B1CF32-7609-8B1E-70C9-177C3C36F826}"/>
                    </a:ext>
                  </a:extLst>
                </p14:cNvPr>
                <p14:cNvContentPartPr/>
                <p14:nvPr/>
              </p14:nvContentPartPr>
              <p14:xfrm>
                <a:off x="6772127" y="3983422"/>
                <a:ext cx="134640" cy="331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4B1CF32-7609-8B1E-70C9-177C3C36F82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54487" y="3965422"/>
                  <a:ext cx="170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2DB266C-C797-0A4C-A790-54476E5089A7}"/>
                    </a:ext>
                  </a:extLst>
                </p14:cNvPr>
                <p14:cNvContentPartPr/>
                <p14:nvPr/>
              </p14:nvContentPartPr>
              <p14:xfrm>
                <a:off x="5088767" y="3930862"/>
                <a:ext cx="197280" cy="240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2DB266C-C797-0A4C-A790-54476E5089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70767" y="3913222"/>
                  <a:ext cx="2329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5A84D5A-BBA2-992E-878A-9563D6BDA30E}"/>
                    </a:ext>
                  </a:extLst>
                </p14:cNvPr>
                <p14:cNvContentPartPr/>
                <p14:nvPr/>
              </p14:nvContentPartPr>
              <p14:xfrm>
                <a:off x="5379287" y="3992062"/>
                <a:ext cx="340560" cy="154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5A84D5A-BBA2-992E-878A-9563D6BDA30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1287" y="3974422"/>
                  <a:ext cx="376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3A801EF-4039-A492-41A3-9328C23706C6}"/>
                    </a:ext>
                  </a:extLst>
                </p14:cNvPr>
                <p14:cNvContentPartPr/>
                <p14:nvPr/>
              </p14:nvContentPartPr>
              <p14:xfrm>
                <a:off x="5179847" y="3679717"/>
                <a:ext cx="308160" cy="785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3A801EF-4039-A492-41A3-9328C23706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61847" y="3662077"/>
                  <a:ext cx="34380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3D6B73D-C052-13D1-E0FC-5BB2A935FAFE}"/>
                    </a:ext>
                  </a:extLst>
                </p14:cNvPr>
                <p14:cNvContentPartPr/>
                <p14:nvPr/>
              </p14:nvContentPartPr>
              <p14:xfrm>
                <a:off x="5600687" y="3401797"/>
                <a:ext cx="234000" cy="7282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3D6B73D-C052-13D1-E0FC-5BB2A935FAF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582687" y="3384157"/>
                  <a:ext cx="26964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6B1CC22-565B-345D-5683-7EB49ACAC245}"/>
                    </a:ext>
                  </a:extLst>
                </p14:cNvPr>
                <p14:cNvContentPartPr/>
                <p14:nvPr/>
              </p14:nvContentPartPr>
              <p14:xfrm>
                <a:off x="6004247" y="3153037"/>
                <a:ext cx="225720" cy="550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6B1CC22-565B-345D-5683-7EB49ACAC24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86607" y="3135397"/>
                  <a:ext cx="26136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80E5D49-0AF6-9E40-EC5E-C0AB441B6DF3}"/>
                    </a:ext>
                  </a:extLst>
                </p14:cNvPr>
                <p14:cNvContentPartPr/>
                <p14:nvPr/>
              </p14:nvContentPartPr>
              <p14:xfrm>
                <a:off x="6307007" y="3171397"/>
                <a:ext cx="177480" cy="527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80E5D49-0AF6-9E40-EC5E-C0AB441B6DF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89367" y="3153397"/>
                  <a:ext cx="21312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319FB6A-017E-241F-6DF3-0092479FF2DF}"/>
                    </a:ext>
                  </a:extLst>
                </p14:cNvPr>
                <p14:cNvContentPartPr/>
                <p14:nvPr/>
              </p14:nvContentPartPr>
              <p14:xfrm>
                <a:off x="6417167" y="3086437"/>
                <a:ext cx="162000" cy="267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319FB6A-017E-241F-6DF3-0092479FF2D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99527" y="3068437"/>
                  <a:ext cx="197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DA0C64E-F184-08F5-1761-1BAC023F1D7B}"/>
                    </a:ext>
                  </a:extLst>
                </p14:cNvPr>
                <p14:cNvContentPartPr/>
                <p14:nvPr/>
              </p14:nvContentPartPr>
              <p14:xfrm>
                <a:off x="6628847" y="2774677"/>
                <a:ext cx="203040" cy="452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DA0C64E-F184-08F5-1761-1BAC023F1D7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10847" y="2756677"/>
                  <a:ext cx="23868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80D7B82-0A51-B1E0-532E-D9207CBFFF3B}"/>
              </a:ext>
            </a:extLst>
          </p:cNvPr>
          <p:cNvGrpSpPr/>
          <p:nvPr/>
        </p:nvGrpSpPr>
        <p:grpSpPr>
          <a:xfrm>
            <a:off x="852287" y="4584262"/>
            <a:ext cx="780480" cy="2164320"/>
            <a:chOff x="852287" y="4584262"/>
            <a:chExt cx="780480" cy="21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BE2E25-A980-B184-9E59-E38067C97DB0}"/>
                    </a:ext>
                  </a:extLst>
                </p14:cNvPr>
                <p14:cNvContentPartPr/>
                <p14:nvPr/>
              </p14:nvContentPartPr>
              <p14:xfrm>
                <a:off x="1074407" y="4861822"/>
                <a:ext cx="171360" cy="215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BE2E25-A980-B184-9E59-E38067C97DB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6767" y="4843822"/>
                  <a:ext cx="207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0C7FC9-9DD9-B7FA-C343-DB12CB9C9F51}"/>
                    </a:ext>
                  </a:extLst>
                </p14:cNvPr>
                <p14:cNvContentPartPr/>
                <p14:nvPr/>
              </p14:nvContentPartPr>
              <p14:xfrm>
                <a:off x="1323527" y="5579302"/>
                <a:ext cx="268200" cy="35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0C7FC9-9DD9-B7FA-C343-DB12CB9C9F5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05887" y="5561302"/>
                  <a:ext cx="303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646AC77-2D3D-1F5A-6633-EB0C408CEB20}"/>
                    </a:ext>
                  </a:extLst>
                </p14:cNvPr>
                <p14:cNvContentPartPr/>
                <p14:nvPr/>
              </p14:nvContentPartPr>
              <p14:xfrm>
                <a:off x="852287" y="5721502"/>
                <a:ext cx="164520" cy="46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646AC77-2D3D-1F5A-6633-EB0C408CEB2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34647" y="5703862"/>
                  <a:ext cx="200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CBDD320-DF2A-EEDF-52F7-379A7EA6315A}"/>
                    </a:ext>
                  </a:extLst>
                </p14:cNvPr>
                <p14:cNvContentPartPr/>
                <p14:nvPr/>
              </p14:nvContentPartPr>
              <p14:xfrm>
                <a:off x="1072607" y="5593342"/>
                <a:ext cx="31320" cy="331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CBDD320-DF2A-EEDF-52F7-379A7EA6315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54967" y="5575702"/>
                  <a:ext cx="669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650A50-B7B7-1CFF-0C1A-64F33A001ADC}"/>
                    </a:ext>
                  </a:extLst>
                </p14:cNvPr>
                <p14:cNvContentPartPr/>
                <p14:nvPr/>
              </p14:nvContentPartPr>
              <p14:xfrm>
                <a:off x="1441247" y="5591902"/>
                <a:ext cx="9000" cy="30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650A50-B7B7-1CFF-0C1A-64F33A001AD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23247" y="5573902"/>
                  <a:ext cx="44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0A00F00-F342-59B9-A7EF-8DB686293FE3}"/>
                    </a:ext>
                  </a:extLst>
                </p14:cNvPr>
                <p14:cNvContentPartPr/>
                <p14:nvPr/>
              </p14:nvContentPartPr>
              <p14:xfrm>
                <a:off x="1279607" y="5402902"/>
                <a:ext cx="353160" cy="457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A00F00-F342-59B9-A7EF-8DB686293FE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61967" y="5385262"/>
                  <a:ext cx="38880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251472E-8A62-CCE9-75BB-37EE5F43DB88}"/>
                    </a:ext>
                  </a:extLst>
                </p14:cNvPr>
                <p14:cNvContentPartPr/>
                <p14:nvPr/>
              </p14:nvContentPartPr>
              <p14:xfrm>
                <a:off x="1585247" y="5509822"/>
                <a:ext cx="9720" cy="24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251472E-8A62-CCE9-75BB-37EE5F43DB8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67607" y="5492182"/>
                  <a:ext cx="45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C18C237-F588-620E-625D-3681E5AEF5FB}"/>
                    </a:ext>
                  </a:extLst>
                </p14:cNvPr>
                <p14:cNvContentPartPr/>
                <p14:nvPr/>
              </p14:nvContentPartPr>
              <p14:xfrm>
                <a:off x="1350527" y="4584262"/>
                <a:ext cx="85320" cy="2164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C18C237-F588-620E-625D-3681E5AEF5F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32887" y="4566262"/>
                  <a:ext cx="120960" cy="219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D334951C-6BFF-ED1E-3A66-5507F42ECD4C}"/>
                  </a:ext>
                </a:extLst>
              </p14:cNvPr>
              <p14:cNvContentPartPr/>
              <p14:nvPr/>
            </p14:nvContentPartPr>
            <p14:xfrm>
              <a:off x="3540407" y="2867782"/>
              <a:ext cx="3391200" cy="165924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D334951C-6BFF-ED1E-3A66-5507F42ECD4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504407" y="2796142"/>
                <a:ext cx="3462840" cy="18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97DFFB1-8250-1571-769D-0C18825D1747}"/>
                  </a:ext>
                </a:extLst>
              </p14:cNvPr>
              <p14:cNvContentPartPr/>
              <p14:nvPr/>
            </p14:nvContentPartPr>
            <p14:xfrm>
              <a:off x="3916967" y="4312102"/>
              <a:ext cx="1213560" cy="1832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97DFFB1-8250-1571-769D-0C18825D1747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881327" y="4240102"/>
                <a:ext cx="12852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62AE9FA-AEC0-4AD6-29C8-A1EE36986598}"/>
                  </a:ext>
                </a:extLst>
              </p14:cNvPr>
              <p14:cNvContentPartPr/>
              <p14:nvPr/>
            </p14:nvContentPartPr>
            <p14:xfrm>
              <a:off x="4238087" y="3778222"/>
              <a:ext cx="1552320" cy="5248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62AE9FA-AEC0-4AD6-29C8-A1EE3698659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202087" y="3706582"/>
                <a:ext cx="162396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18B368D2-A393-8082-D319-C7EE84607ED8}"/>
                  </a:ext>
                </a:extLst>
              </p14:cNvPr>
              <p14:cNvContentPartPr/>
              <p14:nvPr/>
            </p14:nvContentPartPr>
            <p14:xfrm>
              <a:off x="5098487" y="3787582"/>
              <a:ext cx="359280" cy="1029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18B368D2-A393-8082-D319-C7EE84607ED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062487" y="3715582"/>
                <a:ext cx="4309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0F87F10F-5FF8-F48E-73F2-02069790EE55}"/>
                  </a:ext>
                </a:extLst>
              </p14:cNvPr>
              <p14:cNvContentPartPr/>
              <p14:nvPr/>
            </p14:nvContentPartPr>
            <p14:xfrm>
              <a:off x="769487" y="4284022"/>
              <a:ext cx="602280" cy="2286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0F87F10F-5FF8-F48E-73F2-02069790EE5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51487" y="4266382"/>
                <a:ext cx="63792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99BA415-90AD-80D2-AE8B-91455E17E8E2}"/>
              </a:ext>
            </a:extLst>
          </p:cNvPr>
          <p:cNvGrpSpPr/>
          <p:nvPr/>
        </p:nvGrpSpPr>
        <p:grpSpPr>
          <a:xfrm>
            <a:off x="2318927" y="1827382"/>
            <a:ext cx="2325960" cy="593640"/>
            <a:chOff x="2318927" y="1827382"/>
            <a:chExt cx="2325960" cy="5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4411977-4152-4390-2648-5E4E5F7394C1}"/>
                    </a:ext>
                  </a:extLst>
                </p14:cNvPr>
                <p14:cNvContentPartPr/>
                <p14:nvPr/>
              </p14:nvContentPartPr>
              <p14:xfrm>
                <a:off x="2318927" y="1918102"/>
                <a:ext cx="206280" cy="1936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4411977-4152-4390-2648-5E4E5F7394C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00927" y="1900102"/>
                  <a:ext cx="241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97B7CAF-D04E-C73D-B32C-A5AE7262A514}"/>
                    </a:ext>
                  </a:extLst>
                </p14:cNvPr>
                <p14:cNvContentPartPr/>
                <p14:nvPr/>
              </p14:nvContentPartPr>
              <p14:xfrm>
                <a:off x="2599007" y="1827382"/>
                <a:ext cx="202680" cy="284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97B7CAF-D04E-C73D-B32C-A5AE7262A51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81007" y="1809742"/>
                  <a:ext cx="238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8498620-AE45-B387-552F-82DFA4C8A80E}"/>
                    </a:ext>
                  </a:extLst>
                </p14:cNvPr>
                <p14:cNvContentPartPr/>
                <p14:nvPr/>
              </p14:nvContentPartPr>
              <p14:xfrm>
                <a:off x="2785487" y="2066782"/>
                <a:ext cx="99360" cy="142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8498620-AE45-B387-552F-82DFA4C8A80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67487" y="2048782"/>
                  <a:ext cx="135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9F52C97-A189-66EE-AF1D-AA5F899C1426}"/>
                    </a:ext>
                  </a:extLst>
                </p14:cNvPr>
                <p14:cNvContentPartPr/>
                <p14:nvPr/>
              </p14:nvContentPartPr>
              <p14:xfrm>
                <a:off x="2993567" y="1865542"/>
                <a:ext cx="207000" cy="248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9F52C97-A189-66EE-AF1D-AA5F899C142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75927" y="1847902"/>
                  <a:ext cx="242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26CB01B-BB20-D22C-AFA7-0895F2EB3FA2}"/>
                    </a:ext>
                  </a:extLst>
                </p14:cNvPr>
                <p14:cNvContentPartPr/>
                <p14:nvPr/>
              </p14:nvContentPartPr>
              <p14:xfrm>
                <a:off x="3350327" y="2100262"/>
                <a:ext cx="63000" cy="168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26CB01B-BB20-D22C-AFA7-0895F2EB3FA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32687" y="2082622"/>
                  <a:ext cx="98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DF28C22-7083-D88E-30E8-3F82BF1B7729}"/>
                    </a:ext>
                  </a:extLst>
                </p14:cNvPr>
                <p14:cNvContentPartPr/>
                <p14:nvPr/>
              </p14:nvContentPartPr>
              <p14:xfrm>
                <a:off x="3621767" y="1888222"/>
                <a:ext cx="257400" cy="531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DF28C22-7083-D88E-30E8-3F82BF1B772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604127" y="1870222"/>
                  <a:ext cx="2930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46DA5E7-3F85-AD08-6585-B0BE579FEC44}"/>
                    </a:ext>
                  </a:extLst>
                </p14:cNvPr>
                <p14:cNvContentPartPr/>
                <p14:nvPr/>
              </p14:nvContentPartPr>
              <p14:xfrm>
                <a:off x="3980687" y="1843582"/>
                <a:ext cx="184320" cy="266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46DA5E7-3F85-AD08-6585-B0BE579FEC4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963047" y="1825942"/>
                  <a:ext cx="219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BAD2BC4-A9E6-65B6-70D7-3893967D5258}"/>
                    </a:ext>
                  </a:extLst>
                </p14:cNvPr>
                <p14:cNvContentPartPr/>
                <p14:nvPr/>
              </p14:nvContentPartPr>
              <p14:xfrm>
                <a:off x="4050527" y="2086582"/>
                <a:ext cx="200880" cy="163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BAD2BC4-A9E6-65B6-70D7-3893967D525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032887" y="2068942"/>
                  <a:ext cx="236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8CAAFF8-71B6-A4CA-9D3B-EB474C2A89AC}"/>
                    </a:ext>
                  </a:extLst>
                </p14:cNvPr>
                <p14:cNvContentPartPr/>
                <p14:nvPr/>
              </p14:nvContentPartPr>
              <p14:xfrm>
                <a:off x="4264007" y="1852582"/>
                <a:ext cx="380880" cy="247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8CAAFF8-71B6-A4CA-9D3B-EB474C2A89A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246007" y="1834942"/>
                  <a:ext cx="416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6772EC4-E907-9175-A551-7AC18017C5B5}"/>
                    </a:ext>
                  </a:extLst>
                </p14:cNvPr>
                <p14:cNvContentPartPr/>
                <p14:nvPr/>
              </p14:nvContentPartPr>
              <p14:xfrm>
                <a:off x="2480567" y="2174062"/>
                <a:ext cx="8280" cy="4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6772EC4-E907-9175-A551-7AC18017C5B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462567" y="2156062"/>
                  <a:ext cx="43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E05DA54-E805-7667-203D-D3433ACCC547}"/>
                    </a:ext>
                  </a:extLst>
                </p14:cNvPr>
                <p14:cNvContentPartPr/>
                <p14:nvPr/>
              </p14:nvContentPartPr>
              <p14:xfrm>
                <a:off x="3232247" y="2145982"/>
                <a:ext cx="11160" cy="2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E05DA54-E805-7667-203D-D3433ACCC54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214607" y="2128342"/>
                  <a:ext cx="46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29FD8B3-333D-84CA-18E6-1AA8C3709FFC}"/>
                    </a:ext>
                  </a:extLst>
                </p14:cNvPr>
                <p14:cNvContentPartPr/>
                <p14:nvPr/>
              </p14:nvContentPartPr>
              <p14:xfrm>
                <a:off x="3568127" y="2105302"/>
                <a:ext cx="21960" cy="9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29FD8B3-333D-84CA-18E6-1AA8C3709FF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50487" y="2087302"/>
                  <a:ext cx="57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B6BBE3A-5B34-54D3-4CC6-A48430D1C2B1}"/>
                    </a:ext>
                  </a:extLst>
                </p14:cNvPr>
                <p14:cNvContentPartPr/>
                <p14:nvPr/>
              </p14:nvContentPartPr>
              <p14:xfrm>
                <a:off x="3924527" y="2400862"/>
                <a:ext cx="80280" cy="201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B6BBE3A-5B34-54D3-4CC6-A48430D1C2B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06527" y="2383222"/>
                  <a:ext cx="11592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4B17E034-60C5-0A80-8F07-DA22E039E491}"/>
                  </a:ext>
                </a:extLst>
              </p14:cNvPr>
              <p14:cNvContentPartPr/>
              <p14:nvPr/>
            </p14:nvContentPartPr>
            <p14:xfrm>
              <a:off x="5459927" y="4443862"/>
              <a:ext cx="2021760" cy="5184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4B17E034-60C5-0A80-8F07-DA22E039E49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5442287" y="4425862"/>
                <a:ext cx="20574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5AE4191-E3A2-79AB-B1FC-72C9B89C702A}"/>
                  </a:ext>
                </a:extLst>
              </p14:cNvPr>
              <p14:cNvContentPartPr/>
              <p14:nvPr/>
            </p14:nvContentPartPr>
            <p14:xfrm>
              <a:off x="3262487" y="6045142"/>
              <a:ext cx="10440" cy="2376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5AE4191-E3A2-79AB-B1FC-72C9B89C702A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3244847" y="6027142"/>
                <a:ext cx="460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966527E-950D-285E-6A14-ABC5F90EE1CF}"/>
                  </a:ext>
                </a:extLst>
              </p14:cNvPr>
              <p14:cNvContentPartPr/>
              <p14:nvPr/>
            </p14:nvContentPartPr>
            <p14:xfrm>
              <a:off x="3131087" y="6273742"/>
              <a:ext cx="18720" cy="226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966527E-950D-285E-6A14-ABC5F90EE1C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113087" y="6256102"/>
                <a:ext cx="543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8C700BDA-1CEE-99FD-D980-604B61FED4D6}"/>
                  </a:ext>
                </a:extLst>
              </p14:cNvPr>
              <p14:cNvContentPartPr/>
              <p14:nvPr/>
            </p14:nvContentPartPr>
            <p14:xfrm>
              <a:off x="3451847" y="6257902"/>
              <a:ext cx="27360" cy="108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8C700BDA-1CEE-99FD-D980-604B61FED4D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434207" y="6239902"/>
                <a:ext cx="630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755FFFF-3EAB-CEBE-FE6C-9A54CE6F99EE}"/>
              </a:ext>
            </a:extLst>
          </p:cNvPr>
          <p:cNvGrpSpPr/>
          <p:nvPr/>
        </p:nvGrpSpPr>
        <p:grpSpPr>
          <a:xfrm>
            <a:off x="3981047" y="5944702"/>
            <a:ext cx="783720" cy="349920"/>
            <a:chOff x="3981047" y="5944702"/>
            <a:chExt cx="78372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3B243ED-E557-2393-4375-B40BE11AD93D}"/>
                    </a:ext>
                  </a:extLst>
                </p14:cNvPr>
                <p14:cNvContentPartPr/>
                <p14:nvPr/>
              </p14:nvContentPartPr>
              <p14:xfrm>
                <a:off x="3981047" y="5944702"/>
                <a:ext cx="326880" cy="716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3B243ED-E557-2393-4375-B40BE11AD93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63407" y="5926702"/>
                  <a:ext cx="362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5D907DE-5198-0424-4322-2F36BBEFED8E}"/>
                    </a:ext>
                  </a:extLst>
                </p14:cNvPr>
                <p14:cNvContentPartPr/>
                <p14:nvPr/>
              </p14:nvContentPartPr>
              <p14:xfrm>
                <a:off x="4120007" y="5982502"/>
                <a:ext cx="28080" cy="312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5D907DE-5198-0424-4322-2F36BBEFED8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102367" y="5964862"/>
                  <a:ext cx="63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DC706FE-0684-C578-6AA0-EC496FBB2E56}"/>
                    </a:ext>
                  </a:extLst>
                </p14:cNvPr>
                <p14:cNvContentPartPr/>
                <p14:nvPr/>
              </p14:nvContentPartPr>
              <p14:xfrm>
                <a:off x="4263287" y="5983582"/>
                <a:ext cx="501480" cy="2995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DC706FE-0684-C578-6AA0-EC496FBB2E5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245647" y="5965942"/>
                  <a:ext cx="53712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F0E0CAC1-3895-CDCF-D1B0-5D4F36DE5BF0}"/>
              </a:ext>
            </a:extLst>
          </p:cNvPr>
          <p:cNvGrpSpPr/>
          <p:nvPr/>
        </p:nvGrpSpPr>
        <p:grpSpPr>
          <a:xfrm>
            <a:off x="5258327" y="5946142"/>
            <a:ext cx="1503720" cy="361080"/>
            <a:chOff x="5258327" y="5946142"/>
            <a:chExt cx="150372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E651D2A-26A9-5CB1-9C28-12FC864A9377}"/>
                    </a:ext>
                  </a:extLst>
                </p14:cNvPr>
                <p14:cNvContentPartPr/>
                <p14:nvPr/>
              </p14:nvContentPartPr>
              <p14:xfrm>
                <a:off x="5258327" y="6067102"/>
                <a:ext cx="88920" cy="159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E651D2A-26A9-5CB1-9C28-12FC864A937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240687" y="6049102"/>
                  <a:ext cx="124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63F974B-2588-9F09-27C8-B31414FF6907}"/>
                    </a:ext>
                  </a:extLst>
                </p14:cNvPr>
                <p14:cNvContentPartPr/>
                <p14:nvPr/>
              </p14:nvContentPartPr>
              <p14:xfrm>
                <a:off x="5435807" y="6082582"/>
                <a:ext cx="123120" cy="149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63F974B-2588-9F09-27C8-B31414FF690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417807" y="6064942"/>
                  <a:ext cx="158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F82E788-2088-BC41-6047-58F7AD04F9D9}"/>
                    </a:ext>
                  </a:extLst>
                </p14:cNvPr>
                <p14:cNvContentPartPr/>
                <p14:nvPr/>
              </p14:nvContentPartPr>
              <p14:xfrm>
                <a:off x="5667287" y="5966302"/>
                <a:ext cx="291600" cy="2822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F82E788-2088-BC41-6047-58F7AD04F9D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649647" y="5948662"/>
                  <a:ext cx="327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82C1F72-60A2-4056-625C-360E462CAC4F}"/>
                    </a:ext>
                  </a:extLst>
                </p14:cNvPr>
                <p14:cNvContentPartPr/>
                <p14:nvPr/>
              </p14:nvContentPartPr>
              <p14:xfrm>
                <a:off x="5997767" y="5946142"/>
                <a:ext cx="52920" cy="339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82C1F72-60A2-4056-625C-360E462CAC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980127" y="5928142"/>
                  <a:ext cx="885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32DB90C-3761-8D06-A6F9-F72F14D14BD8}"/>
                    </a:ext>
                  </a:extLst>
                </p14:cNvPr>
                <p14:cNvContentPartPr/>
                <p14:nvPr/>
              </p14:nvContentPartPr>
              <p14:xfrm>
                <a:off x="6143567" y="6159982"/>
                <a:ext cx="72720" cy="132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32DB90C-3761-8D06-A6F9-F72F14D14BD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125927" y="6142342"/>
                  <a:ext cx="108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AB64748-4FFF-071D-3716-5AEA2D89BC92}"/>
                    </a:ext>
                  </a:extLst>
                </p14:cNvPr>
                <p14:cNvContentPartPr/>
                <p14:nvPr/>
              </p14:nvContentPartPr>
              <p14:xfrm>
                <a:off x="6308807" y="6175102"/>
                <a:ext cx="129240" cy="132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AB64748-4FFF-071D-3716-5AEA2D89BC9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290807" y="6157102"/>
                  <a:ext cx="164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17C2217-3792-16DA-6CC3-85C2ABE0C09C}"/>
                    </a:ext>
                  </a:extLst>
                </p14:cNvPr>
                <p14:cNvContentPartPr/>
                <p14:nvPr/>
              </p14:nvContentPartPr>
              <p14:xfrm>
                <a:off x="6512207" y="6146662"/>
                <a:ext cx="249840" cy="1508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17C2217-3792-16DA-6CC3-85C2ABE0C09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494207" y="6128662"/>
                  <a:ext cx="285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375C2CF-15D9-CD67-B924-2F0E078CF28C}"/>
                    </a:ext>
                  </a:extLst>
                </p14:cNvPr>
                <p14:cNvContentPartPr/>
                <p14:nvPr/>
              </p14:nvContentPartPr>
              <p14:xfrm>
                <a:off x="6217367" y="6016702"/>
                <a:ext cx="71280" cy="54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375C2CF-15D9-CD67-B924-2F0E078CF28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199727" y="5998702"/>
                  <a:ext cx="106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97087AF-8E21-5375-BA5C-7B428CC6F27F}"/>
                    </a:ext>
                  </a:extLst>
                </p14:cNvPr>
                <p14:cNvContentPartPr/>
                <p14:nvPr/>
              </p14:nvContentPartPr>
              <p14:xfrm>
                <a:off x="5960327" y="6086902"/>
                <a:ext cx="236880" cy="21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97087AF-8E21-5375-BA5C-7B428CC6F27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942327" y="6069262"/>
                  <a:ext cx="27252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344E51C-231D-33E0-B5CF-CB9F2A3B45C7}"/>
              </a:ext>
            </a:extLst>
          </p:cNvPr>
          <p:cNvGrpSpPr/>
          <p:nvPr/>
        </p:nvGrpSpPr>
        <p:grpSpPr>
          <a:xfrm>
            <a:off x="7301327" y="6025342"/>
            <a:ext cx="694080" cy="364680"/>
            <a:chOff x="7301327" y="6025342"/>
            <a:chExt cx="69408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3CF9882-D227-78F2-767C-0EAA2B1F5199}"/>
                    </a:ext>
                  </a:extLst>
                </p14:cNvPr>
                <p14:cNvContentPartPr/>
                <p14:nvPr/>
              </p14:nvContentPartPr>
              <p14:xfrm>
                <a:off x="7301327" y="6161782"/>
                <a:ext cx="410400" cy="228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3CF9882-D227-78F2-767C-0EAA2B1F519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83687" y="6144142"/>
                  <a:ext cx="446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61A11E3-5452-A074-6004-0BA2256CBF50}"/>
                    </a:ext>
                  </a:extLst>
                </p14:cNvPr>
                <p14:cNvContentPartPr/>
                <p14:nvPr/>
              </p14:nvContentPartPr>
              <p14:xfrm>
                <a:off x="7639367" y="6025342"/>
                <a:ext cx="65160" cy="324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61A11E3-5452-A074-6004-0BA2256CBF5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621367" y="6007702"/>
                  <a:ext cx="100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419AB96-390A-50A1-2070-E2891AD97185}"/>
                    </a:ext>
                  </a:extLst>
                </p14:cNvPr>
                <p14:cNvContentPartPr/>
                <p14:nvPr/>
              </p14:nvContentPartPr>
              <p14:xfrm>
                <a:off x="7834487" y="6095542"/>
                <a:ext cx="46800" cy="2563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419AB96-390A-50A1-2070-E2891AD971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816847" y="6077902"/>
                  <a:ext cx="824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CCCA446-CE60-841B-7D4D-110770D6B445}"/>
                    </a:ext>
                  </a:extLst>
                </p14:cNvPr>
                <p14:cNvContentPartPr/>
                <p14:nvPr/>
              </p14:nvContentPartPr>
              <p14:xfrm>
                <a:off x="7986767" y="6094462"/>
                <a:ext cx="8640" cy="2019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CCCA446-CE60-841B-7D4D-110770D6B44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68767" y="6076462"/>
                  <a:ext cx="44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6F4C1BA-2270-7C49-122C-A62445F7A49C}"/>
              </a:ext>
            </a:extLst>
          </p:cNvPr>
          <p:cNvGrpSpPr/>
          <p:nvPr/>
        </p:nvGrpSpPr>
        <p:grpSpPr>
          <a:xfrm>
            <a:off x="8575007" y="6019222"/>
            <a:ext cx="413640" cy="328320"/>
            <a:chOff x="8575007" y="6019222"/>
            <a:chExt cx="41364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4F9C4ED-CC18-3C1C-7A87-03EFB47336CE}"/>
                    </a:ext>
                  </a:extLst>
                </p14:cNvPr>
                <p14:cNvContentPartPr/>
                <p14:nvPr/>
              </p14:nvContentPartPr>
              <p14:xfrm>
                <a:off x="8575007" y="6019222"/>
                <a:ext cx="172080" cy="328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4F9C4ED-CC18-3C1C-7A87-03EFB47336C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557007" y="6001222"/>
                  <a:ext cx="2077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7B29D04-28E5-658E-F510-8C575CF4563B}"/>
                    </a:ext>
                  </a:extLst>
                </p14:cNvPr>
                <p14:cNvContentPartPr/>
                <p14:nvPr/>
              </p14:nvContentPartPr>
              <p14:xfrm>
                <a:off x="8825207" y="6177262"/>
                <a:ext cx="163440" cy="159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7B29D04-28E5-658E-F510-8C575CF4563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807207" y="6159622"/>
                  <a:ext cx="19908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4E1F2A97-CB9C-FE4E-04DA-E68D5B75E914}"/>
              </a:ext>
            </a:extLst>
          </p:cNvPr>
          <p:cNvGrpSpPr/>
          <p:nvPr/>
        </p:nvGrpSpPr>
        <p:grpSpPr>
          <a:xfrm>
            <a:off x="9467447" y="6024622"/>
            <a:ext cx="610920" cy="263880"/>
            <a:chOff x="9467447" y="6024622"/>
            <a:chExt cx="61092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DF1070C-20A8-4588-6124-18F6BEE22E47}"/>
                    </a:ext>
                  </a:extLst>
                </p14:cNvPr>
                <p14:cNvContentPartPr/>
                <p14:nvPr/>
              </p14:nvContentPartPr>
              <p14:xfrm>
                <a:off x="9471047" y="6024622"/>
                <a:ext cx="607320" cy="263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DF1070C-20A8-4588-6124-18F6BEE22E4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53407" y="6006982"/>
                  <a:ext cx="6429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6AFDF98-156D-C0CA-061B-5000016AFC07}"/>
                    </a:ext>
                  </a:extLst>
                </p14:cNvPr>
                <p14:cNvContentPartPr/>
                <p14:nvPr/>
              </p14:nvContentPartPr>
              <p14:xfrm>
                <a:off x="9467447" y="6088342"/>
                <a:ext cx="237240" cy="223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6AFDF98-156D-C0CA-061B-5000016AFC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449807" y="6070342"/>
                  <a:ext cx="27288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39FFC4C-D38B-27EA-3C55-2B3502C00B28}"/>
              </a:ext>
            </a:extLst>
          </p:cNvPr>
          <p:cNvGrpSpPr/>
          <p:nvPr/>
        </p:nvGrpSpPr>
        <p:grpSpPr>
          <a:xfrm>
            <a:off x="10439807" y="5904022"/>
            <a:ext cx="1116720" cy="646200"/>
            <a:chOff x="10439807" y="5904022"/>
            <a:chExt cx="1116720" cy="6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C3B956B-6416-0B07-514A-0A3CC80EAAD3}"/>
                    </a:ext>
                  </a:extLst>
                </p14:cNvPr>
                <p14:cNvContentPartPr/>
                <p14:nvPr/>
              </p14:nvContentPartPr>
              <p14:xfrm>
                <a:off x="10439807" y="5942182"/>
                <a:ext cx="734040" cy="2962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C3B956B-6416-0B07-514A-0A3CC80EAAD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421807" y="5924182"/>
                  <a:ext cx="769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8540FAE-B199-59DE-3F76-D969746E90C4}"/>
                    </a:ext>
                  </a:extLst>
                </p14:cNvPr>
                <p14:cNvContentPartPr/>
                <p14:nvPr/>
              </p14:nvContentPartPr>
              <p14:xfrm>
                <a:off x="11082407" y="5904022"/>
                <a:ext cx="276480" cy="646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8540FAE-B199-59DE-3F76-D969746E90C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064407" y="5886022"/>
                  <a:ext cx="31212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A41BEE7-E9E6-590F-8F4F-A7BD3C219D97}"/>
                    </a:ext>
                  </a:extLst>
                </p14:cNvPr>
                <p14:cNvContentPartPr/>
                <p14:nvPr/>
              </p14:nvContentPartPr>
              <p14:xfrm>
                <a:off x="11483087" y="6094462"/>
                <a:ext cx="73440" cy="212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A41BEE7-E9E6-590F-8F4F-A7BD3C219D9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465447" y="6076822"/>
                  <a:ext cx="1090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0793534-CB68-3A60-C0BD-D76C4F839DCF}"/>
              </a:ext>
            </a:extLst>
          </p:cNvPr>
          <p:cNvGrpSpPr/>
          <p:nvPr/>
        </p:nvGrpSpPr>
        <p:grpSpPr>
          <a:xfrm>
            <a:off x="1581647" y="6492397"/>
            <a:ext cx="1091880" cy="461745"/>
            <a:chOff x="1581647" y="6492397"/>
            <a:chExt cx="1091880" cy="46174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40DD47B-E641-D636-8CF7-21FEAC9695F3}"/>
                    </a:ext>
                  </a:extLst>
                </p14:cNvPr>
                <p14:cNvContentPartPr/>
                <p14:nvPr/>
              </p14:nvContentPartPr>
              <p14:xfrm>
                <a:off x="1641047" y="6625102"/>
                <a:ext cx="32400" cy="3290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40DD47B-E641-D636-8CF7-21FEAC9695F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623047" y="6607462"/>
                  <a:ext cx="680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06FAAA7-5D14-F3D3-E9B4-0F6953745DF3}"/>
                    </a:ext>
                  </a:extLst>
                </p14:cNvPr>
                <p14:cNvContentPartPr/>
                <p14:nvPr/>
              </p14:nvContentPartPr>
              <p14:xfrm>
                <a:off x="1581647" y="6630637"/>
                <a:ext cx="162360" cy="1472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06FAAA7-5D14-F3D3-E9B4-0F6953745D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563647" y="6612637"/>
                  <a:ext cx="198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F4D9BE5-35B4-4EF7-53E8-BBB2043E9394}"/>
                    </a:ext>
                  </a:extLst>
                </p14:cNvPr>
                <p14:cNvContentPartPr/>
                <p14:nvPr/>
              </p14:nvContentPartPr>
              <p14:xfrm>
                <a:off x="1823927" y="6492397"/>
                <a:ext cx="63000" cy="289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F4D9BE5-35B4-4EF7-53E8-BBB2043E939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806287" y="6474397"/>
                  <a:ext cx="98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28BA425-75A2-34BD-D84E-CDF0214D6AC1}"/>
                    </a:ext>
                  </a:extLst>
                </p14:cNvPr>
                <p14:cNvContentPartPr/>
                <p14:nvPr/>
              </p14:nvContentPartPr>
              <p14:xfrm>
                <a:off x="1972247" y="6596437"/>
                <a:ext cx="113040" cy="1519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28BA425-75A2-34BD-D84E-CDF0214D6AC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954607" y="6578437"/>
                  <a:ext cx="148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DBA1258-57DD-A80A-0A36-A5F8742EC4EB}"/>
                    </a:ext>
                  </a:extLst>
                </p14:cNvPr>
                <p14:cNvContentPartPr/>
                <p14:nvPr/>
              </p14:nvContentPartPr>
              <p14:xfrm>
                <a:off x="2177087" y="6592477"/>
                <a:ext cx="496440" cy="132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DBA1258-57DD-A80A-0A36-A5F8742EC4E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159447" y="6574837"/>
                  <a:ext cx="5320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9C002B0E-5E1D-287D-895F-53B88A2EA158}"/>
              </a:ext>
            </a:extLst>
          </p:cNvPr>
          <p:cNvGrpSpPr/>
          <p:nvPr/>
        </p:nvGrpSpPr>
        <p:grpSpPr>
          <a:xfrm>
            <a:off x="2935967" y="6472597"/>
            <a:ext cx="2003400" cy="366480"/>
            <a:chOff x="2935967" y="6472597"/>
            <a:chExt cx="200340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5357653-680A-55E2-398E-7C248798FDBA}"/>
                    </a:ext>
                  </a:extLst>
                </p14:cNvPr>
                <p14:cNvContentPartPr/>
                <p14:nvPr/>
              </p14:nvContentPartPr>
              <p14:xfrm>
                <a:off x="2935967" y="6488797"/>
                <a:ext cx="613440" cy="2584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5357653-680A-55E2-398E-7C248798FDB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918327" y="6470797"/>
                  <a:ext cx="6490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31A194A-79DD-AB81-0CF5-2CD1B0BBE931}"/>
                    </a:ext>
                  </a:extLst>
                </p14:cNvPr>
                <p14:cNvContentPartPr/>
                <p14:nvPr/>
              </p14:nvContentPartPr>
              <p14:xfrm>
                <a:off x="3571727" y="6472597"/>
                <a:ext cx="29880" cy="9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31A194A-79DD-AB81-0CF5-2CD1B0BBE93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54087" y="6454957"/>
                  <a:ext cx="65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2A06264-5C59-66C2-E3DB-AA2A8DDA26DB}"/>
                    </a:ext>
                  </a:extLst>
                </p14:cNvPr>
                <p14:cNvContentPartPr/>
                <p14:nvPr/>
              </p14:nvContentPartPr>
              <p14:xfrm>
                <a:off x="3622127" y="6661597"/>
                <a:ext cx="162360" cy="1432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2A06264-5C59-66C2-E3DB-AA2A8DDA26D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04487" y="6643597"/>
                  <a:ext cx="198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901F508-8525-D881-6B21-FC352CA40BEB}"/>
                    </a:ext>
                  </a:extLst>
                </p14:cNvPr>
                <p14:cNvContentPartPr/>
                <p14:nvPr/>
              </p14:nvContentPartPr>
              <p14:xfrm>
                <a:off x="3810047" y="6520837"/>
                <a:ext cx="280440" cy="284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901F508-8525-D881-6B21-FC352CA40B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792407" y="6503197"/>
                  <a:ext cx="3160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A801D39-2FAC-A328-388C-6FEC35650998}"/>
                    </a:ext>
                  </a:extLst>
                </p14:cNvPr>
                <p14:cNvContentPartPr/>
                <p14:nvPr/>
              </p14:nvContentPartPr>
              <p14:xfrm>
                <a:off x="4273727" y="6514717"/>
                <a:ext cx="156240" cy="2966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A801D39-2FAC-A328-388C-6FEC3565099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256087" y="6496717"/>
                  <a:ext cx="1918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0D50FC8-D1DD-7D7B-9C88-41ACBB3C0C67}"/>
                    </a:ext>
                  </a:extLst>
                </p14:cNvPr>
                <p14:cNvContentPartPr/>
                <p14:nvPr/>
              </p14:nvContentPartPr>
              <p14:xfrm>
                <a:off x="4536527" y="6636397"/>
                <a:ext cx="140760" cy="147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0D50FC8-D1DD-7D7B-9C88-41ACBB3C0C6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518527" y="6618397"/>
                  <a:ext cx="176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241DEFE-A98B-667C-9912-1EDC19139E7C}"/>
                    </a:ext>
                  </a:extLst>
                </p14:cNvPr>
                <p14:cNvContentPartPr/>
                <p14:nvPr/>
              </p14:nvContentPartPr>
              <p14:xfrm>
                <a:off x="4693487" y="6664837"/>
                <a:ext cx="245880" cy="174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241DEFE-A98B-667C-9912-1EDC19139E7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675847" y="6647197"/>
                  <a:ext cx="28152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5EEE285D-F11C-8B4D-AFDA-AD3AC7F9D718}"/>
              </a:ext>
            </a:extLst>
          </p:cNvPr>
          <p:cNvGrpSpPr/>
          <p:nvPr/>
        </p:nvGrpSpPr>
        <p:grpSpPr>
          <a:xfrm>
            <a:off x="5464967" y="6515797"/>
            <a:ext cx="776880" cy="291960"/>
            <a:chOff x="5464967" y="6515797"/>
            <a:chExt cx="77688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75B8321-1EAA-1710-77CA-512A88F24C40}"/>
                    </a:ext>
                  </a:extLst>
                </p14:cNvPr>
                <p14:cNvContentPartPr/>
                <p14:nvPr/>
              </p14:nvContentPartPr>
              <p14:xfrm>
                <a:off x="5464967" y="6618037"/>
                <a:ext cx="486000" cy="1897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75B8321-1EAA-1710-77CA-512A88F24C4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46967" y="6600037"/>
                  <a:ext cx="521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39AA1EF-04AA-8804-CAAF-7DE8CEB0A6C9}"/>
                    </a:ext>
                  </a:extLst>
                </p14:cNvPr>
                <p14:cNvContentPartPr/>
                <p14:nvPr/>
              </p14:nvContentPartPr>
              <p14:xfrm>
                <a:off x="6030527" y="6515797"/>
                <a:ext cx="211320" cy="270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39AA1EF-04AA-8804-CAAF-7DE8CEB0A6C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012527" y="6498157"/>
                  <a:ext cx="246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8648A40-D40B-5A44-DC36-735F4091AB85}"/>
                    </a:ext>
                  </a:extLst>
                </p14:cNvPr>
                <p14:cNvContentPartPr/>
                <p14:nvPr/>
              </p14:nvContentPartPr>
              <p14:xfrm>
                <a:off x="6017567" y="6589957"/>
                <a:ext cx="133920" cy="176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8648A40-D40B-5A44-DC36-735F4091AB8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99567" y="6572317"/>
                  <a:ext cx="1695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7D846C5-27E3-7257-6AD1-13796E3642AC}"/>
              </a:ext>
            </a:extLst>
          </p:cNvPr>
          <p:cNvGrpSpPr/>
          <p:nvPr/>
        </p:nvGrpSpPr>
        <p:grpSpPr>
          <a:xfrm>
            <a:off x="6845927" y="6503557"/>
            <a:ext cx="1374840" cy="334440"/>
            <a:chOff x="6845927" y="6503557"/>
            <a:chExt cx="13748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C132E23-3C02-D6F7-4A2D-F8DD567D7079}"/>
                    </a:ext>
                  </a:extLst>
                </p14:cNvPr>
                <p14:cNvContentPartPr/>
                <p14:nvPr/>
              </p14:nvContentPartPr>
              <p14:xfrm>
                <a:off x="6845927" y="6598237"/>
                <a:ext cx="534960" cy="1987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C132E23-3C02-D6F7-4A2D-F8DD567D707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828287" y="6580597"/>
                  <a:ext cx="570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4B2D6B3-CC8B-DF20-D961-CBFFFE724FB8}"/>
                    </a:ext>
                  </a:extLst>
                </p14:cNvPr>
                <p14:cNvContentPartPr/>
                <p14:nvPr/>
              </p14:nvContentPartPr>
              <p14:xfrm>
                <a:off x="7416167" y="6580237"/>
                <a:ext cx="118080" cy="257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4B2D6B3-CC8B-DF20-D961-CBFFFE724FB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398527" y="6562597"/>
                  <a:ext cx="1537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272044F-6630-3862-E6DA-961E770004B4}"/>
                    </a:ext>
                  </a:extLst>
                </p14:cNvPr>
                <p14:cNvContentPartPr/>
                <p14:nvPr/>
              </p14:nvContentPartPr>
              <p14:xfrm>
                <a:off x="7360367" y="6633877"/>
                <a:ext cx="194400" cy="313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272044F-6630-3862-E6DA-961E770004B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342367" y="6616237"/>
                  <a:ext cx="230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8088D4A-7160-D96F-2186-F0708D5E780A}"/>
                    </a:ext>
                  </a:extLst>
                </p14:cNvPr>
                <p14:cNvContentPartPr/>
                <p14:nvPr/>
              </p14:nvContentPartPr>
              <p14:xfrm>
                <a:off x="7660607" y="6678157"/>
                <a:ext cx="203400" cy="145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8088D4A-7160-D96F-2186-F0708D5E780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642607" y="6660157"/>
                  <a:ext cx="239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7BCABC3-66AC-2DF1-9F11-C3BE648419CD}"/>
                    </a:ext>
                  </a:extLst>
                </p14:cNvPr>
                <p14:cNvContentPartPr/>
                <p14:nvPr/>
              </p14:nvContentPartPr>
              <p14:xfrm>
                <a:off x="7945367" y="6686437"/>
                <a:ext cx="5040" cy="1047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7BCABC3-66AC-2DF1-9F11-C3BE648419C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927367" y="6668437"/>
                  <a:ext cx="406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8EAE2CE-2E0F-B1F7-CD16-8930C209F3C9}"/>
                    </a:ext>
                  </a:extLst>
                </p14:cNvPr>
                <p14:cNvContentPartPr/>
                <p14:nvPr/>
              </p14:nvContentPartPr>
              <p14:xfrm>
                <a:off x="8027447" y="6691477"/>
                <a:ext cx="193320" cy="1393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8EAE2CE-2E0F-B1F7-CD16-8930C209F3C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009807" y="6673837"/>
                  <a:ext cx="228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5153FEE-55D1-899B-A78E-3A1DFF51C6EF}"/>
                    </a:ext>
                  </a:extLst>
                </p14:cNvPr>
                <p14:cNvContentPartPr/>
                <p14:nvPr/>
              </p14:nvContentPartPr>
              <p14:xfrm>
                <a:off x="7957607" y="6503557"/>
                <a:ext cx="73800" cy="64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5153FEE-55D1-899B-A78E-3A1DFF51C6E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39967" y="6485557"/>
                  <a:ext cx="109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FE58BC07-2B0C-8BF2-17DF-46C106E8A2EF}"/>
              </a:ext>
            </a:extLst>
          </p:cNvPr>
          <p:cNvGrpSpPr/>
          <p:nvPr/>
        </p:nvGrpSpPr>
        <p:grpSpPr>
          <a:xfrm>
            <a:off x="8758967" y="6513997"/>
            <a:ext cx="694440" cy="292680"/>
            <a:chOff x="8758967" y="6513997"/>
            <a:chExt cx="69444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B409E6F-F48E-A2AE-2883-CBF94E92046C}"/>
                    </a:ext>
                  </a:extLst>
                </p14:cNvPr>
                <p14:cNvContentPartPr/>
                <p14:nvPr/>
              </p14:nvContentPartPr>
              <p14:xfrm>
                <a:off x="8758967" y="6513997"/>
                <a:ext cx="694440" cy="292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B409E6F-F48E-A2AE-2883-CBF94E92046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741327" y="6495997"/>
                  <a:ext cx="7300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E289DC6-983D-91C7-96D4-9A77E3D1DE20}"/>
                    </a:ext>
                  </a:extLst>
                </p14:cNvPr>
                <p14:cNvContentPartPr/>
                <p14:nvPr/>
              </p14:nvContentPartPr>
              <p14:xfrm>
                <a:off x="8877047" y="6594277"/>
                <a:ext cx="152280" cy="165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E289DC6-983D-91C7-96D4-9A77E3D1DE2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859047" y="6576637"/>
                  <a:ext cx="1879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E618C2E-C92F-4EB9-4F76-6285C66D088E}"/>
              </a:ext>
            </a:extLst>
          </p:cNvPr>
          <p:cNvGrpSpPr/>
          <p:nvPr/>
        </p:nvGrpSpPr>
        <p:grpSpPr>
          <a:xfrm>
            <a:off x="9810167" y="6435517"/>
            <a:ext cx="1210680" cy="645840"/>
            <a:chOff x="9810167" y="6435517"/>
            <a:chExt cx="1210680" cy="64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D5F8D19-79BB-A876-3C34-5D9960915B43}"/>
                    </a:ext>
                  </a:extLst>
                </p14:cNvPr>
                <p14:cNvContentPartPr/>
                <p14:nvPr/>
              </p14:nvContentPartPr>
              <p14:xfrm>
                <a:off x="9810167" y="6564037"/>
                <a:ext cx="482040" cy="2134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D5F8D19-79BB-A876-3C34-5D9960915B4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792527" y="6546037"/>
                  <a:ext cx="517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7A2D145-6042-BA7F-5BD2-FE29EA18D863}"/>
                    </a:ext>
                  </a:extLst>
                </p14:cNvPr>
                <p14:cNvContentPartPr/>
                <p14:nvPr/>
              </p14:nvContentPartPr>
              <p14:xfrm>
                <a:off x="10351247" y="6474397"/>
                <a:ext cx="20160" cy="320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7A2D145-6042-BA7F-5BD2-FE29EA18D86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333607" y="6456757"/>
                  <a:ext cx="55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CA49D78-571D-FE1F-E532-9F1383BFEF0C}"/>
                    </a:ext>
                  </a:extLst>
                </p14:cNvPr>
                <p14:cNvContentPartPr/>
                <p14:nvPr/>
              </p14:nvContentPartPr>
              <p14:xfrm>
                <a:off x="10193567" y="6610117"/>
                <a:ext cx="505800" cy="4712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CA49D78-571D-FE1F-E532-9F1383BFEF0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175567" y="6592117"/>
                  <a:ext cx="5414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37A0FCB-C36D-956F-D9CC-0F2B11A8CA60}"/>
                    </a:ext>
                  </a:extLst>
                </p14:cNvPr>
                <p14:cNvContentPartPr/>
                <p14:nvPr/>
              </p14:nvContentPartPr>
              <p14:xfrm>
                <a:off x="10804127" y="6620917"/>
                <a:ext cx="216720" cy="1566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37A0FCB-C36D-956F-D9CC-0F2B11A8CA6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786127" y="6603277"/>
                  <a:ext cx="252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E4AFFD8-13DF-E81C-A219-462C2F60556C}"/>
                    </a:ext>
                  </a:extLst>
                </p14:cNvPr>
                <p14:cNvContentPartPr/>
                <p14:nvPr/>
              </p14:nvContentPartPr>
              <p14:xfrm>
                <a:off x="10601087" y="6435517"/>
                <a:ext cx="80640" cy="147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E4AFFD8-13DF-E81C-A219-462C2F6055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583447" y="6417517"/>
                  <a:ext cx="11628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532E7DAB-A3AA-B011-6307-5596EA5DB198}"/>
                  </a:ext>
                </a:extLst>
              </p14:cNvPr>
              <p14:cNvContentPartPr/>
              <p14:nvPr/>
            </p14:nvContentPartPr>
            <p14:xfrm>
              <a:off x="11372927" y="6684277"/>
              <a:ext cx="68400" cy="165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532E7DAB-A3AA-B011-6307-5596EA5DB198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1355287" y="6666277"/>
                <a:ext cx="104040" cy="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555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22D6817-CED4-8DBC-D20F-989A7452C0B6}"/>
              </a:ext>
            </a:extLst>
          </p:cNvPr>
          <p:cNvGrpSpPr/>
          <p:nvPr/>
        </p:nvGrpSpPr>
        <p:grpSpPr>
          <a:xfrm>
            <a:off x="718727" y="515182"/>
            <a:ext cx="2164680" cy="702720"/>
            <a:chOff x="718727" y="515182"/>
            <a:chExt cx="2164680" cy="70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DF7E2C-B6BC-DAC5-39F6-9F3CC38C605B}"/>
                    </a:ext>
                  </a:extLst>
                </p14:cNvPr>
                <p14:cNvContentPartPr/>
                <p14:nvPr/>
              </p14:nvContentPartPr>
              <p14:xfrm>
                <a:off x="718727" y="518422"/>
                <a:ext cx="237960" cy="296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DF7E2C-B6BC-DAC5-39F6-9F3CC38C60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0727" y="500782"/>
                  <a:ext cx="273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61491E-E87D-2E6F-3183-AE66C513AF92}"/>
                    </a:ext>
                  </a:extLst>
                </p14:cNvPr>
                <p14:cNvContentPartPr/>
                <p14:nvPr/>
              </p14:nvContentPartPr>
              <p14:xfrm>
                <a:off x="1023647" y="515182"/>
                <a:ext cx="155880" cy="324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61491E-E87D-2E6F-3183-AE66C513AF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6007" y="497182"/>
                  <a:ext cx="191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B5DB2A-4521-C321-E8DB-1DF0AF5922C9}"/>
                    </a:ext>
                  </a:extLst>
                </p14:cNvPr>
                <p14:cNvContentPartPr/>
                <p14:nvPr/>
              </p14:nvContentPartPr>
              <p14:xfrm>
                <a:off x="1225607" y="714262"/>
                <a:ext cx="119160" cy="224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B5DB2A-4521-C321-E8DB-1DF0AF5922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7607" y="696262"/>
                  <a:ext cx="154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E58591E-FCEE-C3F3-F345-AF2C4252F1DB}"/>
                    </a:ext>
                  </a:extLst>
                </p14:cNvPr>
                <p14:cNvContentPartPr/>
                <p14:nvPr/>
              </p14:nvContentPartPr>
              <p14:xfrm>
                <a:off x="1416767" y="579622"/>
                <a:ext cx="159840" cy="293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E58591E-FCEE-C3F3-F345-AF2C4252F1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9127" y="561982"/>
                  <a:ext cx="1954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76665A-CB9D-EF2E-F3BC-EBFC6153C142}"/>
                    </a:ext>
                  </a:extLst>
                </p14:cNvPr>
                <p14:cNvContentPartPr/>
                <p14:nvPr/>
              </p14:nvContentPartPr>
              <p14:xfrm>
                <a:off x="1665167" y="844222"/>
                <a:ext cx="91800" cy="26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76665A-CB9D-EF2E-F3BC-EBFC6153C1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7167" y="826222"/>
                  <a:ext cx="127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53B992-055C-CD9E-7E84-5CE9C0B77E79}"/>
                    </a:ext>
                  </a:extLst>
                </p14:cNvPr>
                <p14:cNvContentPartPr/>
                <p14:nvPr/>
              </p14:nvContentPartPr>
              <p14:xfrm>
                <a:off x="1906367" y="677542"/>
                <a:ext cx="164880" cy="540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53B992-055C-CD9E-7E84-5CE9C0B77E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8367" y="659542"/>
                  <a:ext cx="2005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EE212C-F05F-95D1-1C9F-571D88B7A1F3}"/>
                    </a:ext>
                  </a:extLst>
                </p14:cNvPr>
                <p14:cNvContentPartPr/>
                <p14:nvPr/>
              </p14:nvContentPartPr>
              <p14:xfrm>
                <a:off x="2216327" y="591142"/>
                <a:ext cx="161640" cy="297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EE212C-F05F-95D1-1C9F-571D88B7A1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98327" y="573142"/>
                  <a:ext cx="1972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A0B41C-21ED-8692-4122-39B27151E4F8}"/>
                    </a:ext>
                  </a:extLst>
                </p14:cNvPr>
                <p14:cNvContentPartPr/>
                <p14:nvPr/>
              </p14:nvContentPartPr>
              <p14:xfrm>
                <a:off x="2402447" y="764302"/>
                <a:ext cx="120240" cy="18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A0B41C-21ED-8692-4122-39B27151E4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84807" y="746302"/>
                  <a:ext cx="155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EF377D-4996-947C-CEED-FC5406655BD6}"/>
                    </a:ext>
                  </a:extLst>
                </p14:cNvPr>
                <p14:cNvContentPartPr/>
                <p14:nvPr/>
              </p14:nvContentPartPr>
              <p14:xfrm>
                <a:off x="2699807" y="552982"/>
                <a:ext cx="183600" cy="318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EF377D-4996-947C-CEED-FC5406655B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82167" y="534982"/>
                  <a:ext cx="219240" cy="35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80A3B7F-5F87-458C-9491-B3BE01347449}"/>
                  </a:ext>
                </a:extLst>
              </p14:cNvPr>
              <p14:cNvContentPartPr/>
              <p14:nvPr/>
            </p14:nvContentPartPr>
            <p14:xfrm>
              <a:off x="3083927" y="827302"/>
              <a:ext cx="98640" cy="293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80A3B7F-5F87-458C-9491-B3BE013474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65927" y="809662"/>
                <a:ext cx="13428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00C235D-ED6B-4D1A-96A5-0B8F85A4DB72}"/>
              </a:ext>
            </a:extLst>
          </p:cNvPr>
          <p:cNvGrpSpPr/>
          <p:nvPr/>
        </p:nvGrpSpPr>
        <p:grpSpPr>
          <a:xfrm>
            <a:off x="3815087" y="461182"/>
            <a:ext cx="810000" cy="457560"/>
            <a:chOff x="3815087" y="461182"/>
            <a:chExt cx="81000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5BB603-9515-ECA4-414F-1BD6A0B2EE61}"/>
                    </a:ext>
                  </a:extLst>
                </p14:cNvPr>
                <p14:cNvContentPartPr/>
                <p14:nvPr/>
              </p14:nvContentPartPr>
              <p14:xfrm>
                <a:off x="3815087" y="461182"/>
                <a:ext cx="810000" cy="45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75BB603-9515-ECA4-414F-1BD6A0B2EE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7087" y="443542"/>
                  <a:ext cx="8456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CF1213-4BBF-672A-2514-BAE2216A04EC}"/>
                    </a:ext>
                  </a:extLst>
                </p14:cNvPr>
                <p14:cNvContentPartPr/>
                <p14:nvPr/>
              </p14:nvContentPartPr>
              <p14:xfrm>
                <a:off x="3925247" y="572062"/>
                <a:ext cx="239760" cy="4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CF1213-4BBF-672A-2514-BAE2216A04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07247" y="554062"/>
                  <a:ext cx="275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C73175-1D04-45F3-DC7E-DDDB61FE8484}"/>
              </a:ext>
            </a:extLst>
          </p:cNvPr>
          <p:cNvGrpSpPr/>
          <p:nvPr/>
        </p:nvGrpSpPr>
        <p:grpSpPr>
          <a:xfrm>
            <a:off x="5404847" y="445702"/>
            <a:ext cx="1926000" cy="545040"/>
            <a:chOff x="5404847" y="445702"/>
            <a:chExt cx="192600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02A856-8ABA-BD77-C0B3-6CABAB8F981A}"/>
                    </a:ext>
                  </a:extLst>
                </p14:cNvPr>
                <p14:cNvContentPartPr/>
                <p14:nvPr/>
              </p14:nvContentPartPr>
              <p14:xfrm>
                <a:off x="5404847" y="675382"/>
                <a:ext cx="260640" cy="27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02A856-8ABA-BD77-C0B3-6CABAB8F98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86847" y="657382"/>
                  <a:ext cx="2962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B681014-80FB-9B6E-C862-D3695CF8BCA1}"/>
                    </a:ext>
                  </a:extLst>
                </p14:cNvPr>
                <p14:cNvContentPartPr/>
                <p14:nvPr/>
              </p14:nvContentPartPr>
              <p14:xfrm>
                <a:off x="5786087" y="747022"/>
                <a:ext cx="153000" cy="16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B681014-80FB-9B6E-C862-D3695CF8BC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68447" y="729022"/>
                  <a:ext cx="188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2DB68E-86DB-099A-A244-BA274656B9DA}"/>
                    </a:ext>
                  </a:extLst>
                </p14:cNvPr>
                <p14:cNvContentPartPr/>
                <p14:nvPr/>
              </p14:nvContentPartPr>
              <p14:xfrm>
                <a:off x="6081647" y="562702"/>
                <a:ext cx="348120" cy="321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2DB68E-86DB-099A-A244-BA274656B9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64007" y="545062"/>
                  <a:ext cx="3837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56ACB8-AD57-7BB7-343E-DF66F2555BFB}"/>
                    </a:ext>
                  </a:extLst>
                </p14:cNvPr>
                <p14:cNvContentPartPr/>
                <p14:nvPr/>
              </p14:nvContentPartPr>
              <p14:xfrm>
                <a:off x="6529847" y="445702"/>
                <a:ext cx="30960" cy="49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56ACB8-AD57-7BB7-343E-DF66F2555B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11847" y="428062"/>
                  <a:ext cx="6660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28B09A8-03C4-49A5-B407-9C1B04415235}"/>
                    </a:ext>
                  </a:extLst>
                </p14:cNvPr>
                <p14:cNvContentPartPr/>
                <p14:nvPr/>
              </p14:nvContentPartPr>
              <p14:xfrm>
                <a:off x="6688607" y="747742"/>
                <a:ext cx="36360" cy="21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28B09A8-03C4-49A5-B407-9C1B044152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70967" y="729742"/>
                  <a:ext cx="72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364911-736C-F3D2-A322-CC255DABFE45}"/>
                    </a:ext>
                  </a:extLst>
                </p14:cNvPr>
                <p14:cNvContentPartPr/>
                <p14:nvPr/>
              </p14:nvContentPartPr>
              <p14:xfrm>
                <a:off x="6811367" y="804622"/>
                <a:ext cx="118440" cy="138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364911-736C-F3D2-A322-CC255DABFE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93367" y="786622"/>
                  <a:ext cx="1540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CE06DF-7716-7856-A16D-DF12F289E64A}"/>
                    </a:ext>
                  </a:extLst>
                </p14:cNvPr>
                <p14:cNvContentPartPr/>
                <p14:nvPr/>
              </p14:nvContentPartPr>
              <p14:xfrm>
                <a:off x="7105487" y="835942"/>
                <a:ext cx="225360" cy="15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CE06DF-7716-7856-A16D-DF12F289E6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87847" y="817942"/>
                  <a:ext cx="261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7A772EE-C59F-B17E-CFDC-85DA8770CBCD}"/>
                    </a:ext>
                  </a:extLst>
                </p14:cNvPr>
                <p14:cNvContentPartPr/>
                <p14:nvPr/>
              </p14:nvContentPartPr>
              <p14:xfrm>
                <a:off x="6710927" y="488542"/>
                <a:ext cx="92880" cy="37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7A772EE-C59F-B17E-CFDC-85DA8770CB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2927" y="470542"/>
                  <a:ext cx="128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BD0DB6-9892-BF79-AD79-21DFA10D0A20}"/>
                    </a:ext>
                  </a:extLst>
                </p14:cNvPr>
                <p14:cNvContentPartPr/>
                <p14:nvPr/>
              </p14:nvContentPartPr>
              <p14:xfrm>
                <a:off x="6444527" y="627142"/>
                <a:ext cx="255240" cy="4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BD0DB6-9892-BF79-AD79-21DFA10D0A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26887" y="609142"/>
                  <a:ext cx="2908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B45BA4-7B81-0386-8519-74D90CCABA7B}"/>
              </a:ext>
            </a:extLst>
          </p:cNvPr>
          <p:cNvGrpSpPr/>
          <p:nvPr/>
        </p:nvGrpSpPr>
        <p:grpSpPr>
          <a:xfrm>
            <a:off x="8016287" y="597622"/>
            <a:ext cx="682200" cy="401400"/>
            <a:chOff x="8016287" y="597622"/>
            <a:chExt cx="68220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919F36-AAF8-36B3-CDF8-7D8B1A4DF990}"/>
                    </a:ext>
                  </a:extLst>
                </p14:cNvPr>
                <p14:cNvContentPartPr/>
                <p14:nvPr/>
              </p14:nvContentPartPr>
              <p14:xfrm>
                <a:off x="8016287" y="772582"/>
                <a:ext cx="424440" cy="22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919F36-AAF8-36B3-CDF8-7D8B1A4DF9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98287" y="754582"/>
                  <a:ext cx="460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C8BC4EE-C249-3598-A1E2-E79D6BC685C6}"/>
                    </a:ext>
                  </a:extLst>
                </p14:cNvPr>
                <p14:cNvContentPartPr/>
                <p14:nvPr/>
              </p14:nvContentPartPr>
              <p14:xfrm>
                <a:off x="8507687" y="597622"/>
                <a:ext cx="85680" cy="401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C8BC4EE-C249-3598-A1E2-E79D6BC685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89687" y="579622"/>
                  <a:ext cx="121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37824F-0C2E-92C1-5730-BED061861541}"/>
                    </a:ext>
                  </a:extLst>
                </p14:cNvPr>
                <p14:cNvContentPartPr/>
                <p14:nvPr/>
              </p14:nvContentPartPr>
              <p14:xfrm>
                <a:off x="8401847" y="716782"/>
                <a:ext cx="296640" cy="32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37824F-0C2E-92C1-5730-BED0618615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83847" y="698782"/>
                  <a:ext cx="3322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E12599-30E6-1545-6A92-1A1A93B77F6E}"/>
              </a:ext>
            </a:extLst>
          </p:cNvPr>
          <p:cNvGrpSpPr/>
          <p:nvPr/>
        </p:nvGrpSpPr>
        <p:grpSpPr>
          <a:xfrm>
            <a:off x="9084767" y="673582"/>
            <a:ext cx="814320" cy="361800"/>
            <a:chOff x="9084767" y="673582"/>
            <a:chExt cx="8143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6D7B86-66E0-4A7B-F162-793982D54236}"/>
                    </a:ext>
                  </a:extLst>
                </p14:cNvPr>
                <p14:cNvContentPartPr/>
                <p14:nvPr/>
              </p14:nvContentPartPr>
              <p14:xfrm>
                <a:off x="9084767" y="825142"/>
                <a:ext cx="491400" cy="210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6D7B86-66E0-4A7B-F162-793982D542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66767" y="807142"/>
                  <a:ext cx="527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7CECA63-0F03-BF80-E8A0-C0F281CDD0F1}"/>
                    </a:ext>
                  </a:extLst>
                </p14:cNvPr>
                <p14:cNvContentPartPr/>
                <p14:nvPr/>
              </p14:nvContentPartPr>
              <p14:xfrm>
                <a:off x="9555647" y="678982"/>
                <a:ext cx="41400" cy="32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7CECA63-0F03-BF80-E8A0-C0F281CDD0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38007" y="661342"/>
                  <a:ext cx="77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45FF91-7C5A-6B90-E8A8-B0CA4EDB9AEA}"/>
                    </a:ext>
                  </a:extLst>
                </p14:cNvPr>
                <p14:cNvContentPartPr/>
                <p14:nvPr/>
              </p14:nvContentPartPr>
              <p14:xfrm>
                <a:off x="9702887" y="721462"/>
                <a:ext cx="13680" cy="27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45FF91-7C5A-6B90-E8A8-B0CA4EDB9A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85247" y="703822"/>
                  <a:ext cx="493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45696F-E59F-F48E-D228-B7AFE523CBB7}"/>
                    </a:ext>
                  </a:extLst>
                </p14:cNvPr>
                <p14:cNvContentPartPr/>
                <p14:nvPr/>
              </p14:nvContentPartPr>
              <p14:xfrm>
                <a:off x="9883607" y="673582"/>
                <a:ext cx="15480" cy="258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45696F-E59F-F48E-D228-B7AFE523CB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65967" y="655582"/>
                  <a:ext cx="5112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0AE6B3E-4167-52AF-0E40-A484A294B045}"/>
              </a:ext>
            </a:extLst>
          </p:cNvPr>
          <p:cNvGrpSpPr/>
          <p:nvPr/>
        </p:nvGrpSpPr>
        <p:grpSpPr>
          <a:xfrm>
            <a:off x="10342607" y="706702"/>
            <a:ext cx="600840" cy="332640"/>
            <a:chOff x="10342607" y="706702"/>
            <a:chExt cx="60084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A4E4AF-5624-1D11-095C-36DDC9181528}"/>
                    </a:ext>
                  </a:extLst>
                </p14:cNvPr>
                <p14:cNvContentPartPr/>
                <p14:nvPr/>
              </p14:nvContentPartPr>
              <p14:xfrm>
                <a:off x="10342607" y="706702"/>
                <a:ext cx="172080" cy="323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A4E4AF-5624-1D11-095C-36DDC9181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24607" y="689062"/>
                  <a:ext cx="2077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A6A5952-2F47-D73C-9FE3-6C4D57CC886E}"/>
                    </a:ext>
                  </a:extLst>
                </p14:cNvPr>
                <p14:cNvContentPartPr/>
                <p14:nvPr/>
              </p14:nvContentPartPr>
              <p14:xfrm>
                <a:off x="10662647" y="909382"/>
                <a:ext cx="280800" cy="129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A6A5952-2F47-D73C-9FE3-6C4D57CC886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44647" y="891742"/>
                  <a:ext cx="31644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FCF5196-BA3F-732C-56C1-B09DAE787235}"/>
                  </a:ext>
                </a:extLst>
              </p14:cNvPr>
              <p14:cNvContentPartPr/>
              <p14:nvPr/>
            </p14:nvContentPartPr>
            <p14:xfrm>
              <a:off x="744287" y="1388902"/>
              <a:ext cx="265680" cy="4208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FCF5196-BA3F-732C-56C1-B09DAE78723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26287" y="1371262"/>
                <a:ext cx="30132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08679F8-A523-3A09-0276-75D5088B7B4E}"/>
                  </a:ext>
                </a:extLst>
              </p14:cNvPr>
              <p14:cNvContentPartPr/>
              <p14:nvPr/>
            </p14:nvContentPartPr>
            <p14:xfrm>
              <a:off x="754727" y="1458742"/>
              <a:ext cx="612000" cy="385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08679F8-A523-3A09-0276-75D5088B7B4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6727" y="1440742"/>
                <a:ext cx="64764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02B1745-6FF3-07F6-1853-85A73F8D884F}"/>
                  </a:ext>
                </a:extLst>
              </p14:cNvPr>
              <p14:cNvContentPartPr/>
              <p14:nvPr/>
            </p14:nvContentPartPr>
            <p14:xfrm>
              <a:off x="1981967" y="1358662"/>
              <a:ext cx="324720" cy="461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02B1745-6FF3-07F6-1853-85A73F8D884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64327" y="1340662"/>
                <a:ext cx="36036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1329086-8B00-9BFC-2126-E5EB4BEDB0B3}"/>
                  </a:ext>
                </a:extLst>
              </p14:cNvPr>
              <p14:cNvContentPartPr/>
              <p14:nvPr/>
            </p14:nvContentPartPr>
            <p14:xfrm>
              <a:off x="2395247" y="1375942"/>
              <a:ext cx="338400" cy="4690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1329086-8B00-9BFC-2126-E5EB4BEDB0B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77247" y="1358302"/>
                <a:ext cx="37404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8C9D266-6FFA-0E08-B983-B2C96F21433E}"/>
                  </a:ext>
                </a:extLst>
              </p14:cNvPr>
              <p14:cNvContentPartPr/>
              <p14:nvPr/>
            </p14:nvContentPartPr>
            <p14:xfrm>
              <a:off x="2702687" y="1425982"/>
              <a:ext cx="244800" cy="8298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8C9D266-6FFA-0E08-B983-B2C96F21433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84687" y="1408342"/>
                <a:ext cx="280440" cy="8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1723D26-B893-E88B-7DF0-6EFA00FD9A98}"/>
                  </a:ext>
                </a:extLst>
              </p14:cNvPr>
              <p14:cNvContentPartPr/>
              <p14:nvPr/>
            </p14:nvContentPartPr>
            <p14:xfrm>
              <a:off x="2953247" y="1753942"/>
              <a:ext cx="134640" cy="100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1723D26-B893-E88B-7DF0-6EFA00FD9A9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35607" y="1736302"/>
                <a:ext cx="1702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B201706-A81A-7746-3DFA-FB6D5F339965}"/>
                  </a:ext>
                </a:extLst>
              </p14:cNvPr>
              <p14:cNvContentPartPr/>
              <p14:nvPr/>
            </p14:nvContentPartPr>
            <p14:xfrm>
              <a:off x="3299567" y="1679062"/>
              <a:ext cx="58680" cy="6595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B201706-A81A-7746-3DFA-FB6D5F33996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81927" y="1661422"/>
                <a:ext cx="9432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9E8E100-CC30-1375-3895-4FAF5C19E7E6}"/>
                  </a:ext>
                </a:extLst>
              </p14:cNvPr>
              <p14:cNvContentPartPr/>
              <p14:nvPr/>
            </p14:nvContentPartPr>
            <p14:xfrm>
              <a:off x="3223607" y="1677622"/>
              <a:ext cx="235440" cy="1944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9E8E100-CC30-1375-3895-4FAF5C19E7E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05967" y="1659622"/>
                <a:ext cx="2710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06AB064-F408-CBA6-3001-F7C6D5D48B83}"/>
                  </a:ext>
                </a:extLst>
              </p14:cNvPr>
              <p14:cNvContentPartPr/>
              <p14:nvPr/>
            </p14:nvContentPartPr>
            <p14:xfrm>
              <a:off x="3485327" y="1452622"/>
              <a:ext cx="153000" cy="4312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06AB064-F408-CBA6-3001-F7C6D5D48B8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67327" y="1434982"/>
                <a:ext cx="18864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1B164BC-3BEE-7326-59F5-80588017B6D8}"/>
                  </a:ext>
                </a:extLst>
              </p14:cNvPr>
              <p14:cNvContentPartPr/>
              <p14:nvPr/>
            </p14:nvContentPartPr>
            <p14:xfrm>
              <a:off x="3640487" y="1665022"/>
              <a:ext cx="146880" cy="1594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1B164BC-3BEE-7326-59F5-80588017B6D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22487" y="1647022"/>
                <a:ext cx="1825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AFDDACD-DCEF-6EEF-C2A8-6B6BF742554D}"/>
                  </a:ext>
                </a:extLst>
              </p14:cNvPr>
              <p14:cNvContentPartPr/>
              <p14:nvPr/>
            </p14:nvContentPartPr>
            <p14:xfrm>
              <a:off x="3880967" y="1684462"/>
              <a:ext cx="383040" cy="1720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AFDDACD-DCEF-6EEF-C2A8-6B6BF742554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862967" y="1666462"/>
                <a:ext cx="41868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2079AC6D-5D52-C3A9-69CE-9D1FFDBE08BB}"/>
              </a:ext>
            </a:extLst>
          </p:cNvPr>
          <p:cNvGrpSpPr/>
          <p:nvPr/>
        </p:nvGrpSpPr>
        <p:grpSpPr>
          <a:xfrm>
            <a:off x="4826687" y="1344262"/>
            <a:ext cx="1468800" cy="540360"/>
            <a:chOff x="4826687" y="1344262"/>
            <a:chExt cx="146880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5745C74-3519-FBBC-C1C3-7C4325B54EBC}"/>
                    </a:ext>
                  </a:extLst>
                </p14:cNvPr>
                <p14:cNvContentPartPr/>
                <p14:nvPr/>
              </p14:nvContentPartPr>
              <p14:xfrm>
                <a:off x="4826687" y="1344262"/>
                <a:ext cx="400320" cy="51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5745C74-3519-FBBC-C1C3-7C4325B54EB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08687" y="1326622"/>
                  <a:ext cx="4359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3A0640-12EC-3C80-085E-DC4B8582E358}"/>
                    </a:ext>
                  </a:extLst>
                </p14:cNvPr>
                <p14:cNvContentPartPr/>
                <p14:nvPr/>
              </p14:nvContentPartPr>
              <p14:xfrm>
                <a:off x="5167247" y="1442542"/>
                <a:ext cx="60120" cy="46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3A0640-12EC-3C80-085E-DC4B8582E3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49247" y="1424902"/>
                  <a:ext cx="95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E664BAB-97DC-CFE1-8B46-5FCE763EC6C4}"/>
                    </a:ext>
                  </a:extLst>
                </p14:cNvPr>
                <p14:cNvContentPartPr/>
                <p14:nvPr/>
              </p14:nvContentPartPr>
              <p14:xfrm>
                <a:off x="5315567" y="1605982"/>
                <a:ext cx="265320" cy="204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E664BAB-97DC-CFE1-8B46-5FCE763EC6C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7927" y="1587982"/>
                  <a:ext cx="300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FC110BE-035E-DF12-6AAB-D4A1683126C0}"/>
                    </a:ext>
                  </a:extLst>
                </p14:cNvPr>
                <p14:cNvContentPartPr/>
                <p14:nvPr/>
              </p14:nvContentPartPr>
              <p14:xfrm>
                <a:off x="5723087" y="1653142"/>
                <a:ext cx="298440" cy="231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FC110BE-035E-DF12-6AAB-D4A1683126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05087" y="1635142"/>
                  <a:ext cx="334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A167F2-7FE8-3849-10E3-CF0B4FB1FDFA}"/>
                    </a:ext>
                  </a:extLst>
                </p14:cNvPr>
                <p14:cNvContentPartPr/>
                <p14:nvPr/>
              </p14:nvContentPartPr>
              <p14:xfrm>
                <a:off x="6110087" y="1697782"/>
                <a:ext cx="185400" cy="155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A167F2-7FE8-3849-10E3-CF0B4FB1FD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92447" y="1679782"/>
                  <a:ext cx="221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CC49AF-BC9D-5982-5F67-3A60D290D4C3}"/>
                    </a:ext>
                  </a:extLst>
                </p14:cNvPr>
                <p14:cNvContentPartPr/>
                <p14:nvPr/>
              </p14:nvContentPartPr>
              <p14:xfrm>
                <a:off x="5932967" y="1448302"/>
                <a:ext cx="111600" cy="33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CC49AF-BC9D-5982-5F67-3A60D290D4C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14967" y="1430662"/>
                  <a:ext cx="1472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518E7-0CEA-7818-CFB0-D01FB05D9626}"/>
              </a:ext>
            </a:extLst>
          </p:cNvPr>
          <p:cNvGrpSpPr/>
          <p:nvPr/>
        </p:nvGrpSpPr>
        <p:grpSpPr>
          <a:xfrm>
            <a:off x="6974447" y="1507342"/>
            <a:ext cx="882000" cy="391680"/>
            <a:chOff x="6974447" y="1507342"/>
            <a:chExt cx="88200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E4E26C8-5C03-68BC-785C-D9F5053B9A8C}"/>
                    </a:ext>
                  </a:extLst>
                </p14:cNvPr>
                <p14:cNvContentPartPr/>
                <p14:nvPr/>
              </p14:nvContentPartPr>
              <p14:xfrm>
                <a:off x="6983447" y="1507342"/>
                <a:ext cx="295560" cy="391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E4E26C8-5C03-68BC-785C-D9F5053B9A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65447" y="1489342"/>
                  <a:ext cx="3312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9CF7F36-92BB-CF5D-B9B4-EE53C50DA734}"/>
                    </a:ext>
                  </a:extLst>
                </p14:cNvPr>
                <p14:cNvContentPartPr/>
                <p14:nvPr/>
              </p14:nvContentPartPr>
              <p14:xfrm>
                <a:off x="7377647" y="1526422"/>
                <a:ext cx="478800" cy="337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9CF7F36-92BB-CF5D-B9B4-EE53C50DA73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0007" y="1508422"/>
                  <a:ext cx="514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0B073D-7122-DE6E-6000-84A34F32EAFC}"/>
                    </a:ext>
                  </a:extLst>
                </p14:cNvPr>
                <p14:cNvContentPartPr/>
                <p14:nvPr/>
              </p14:nvContentPartPr>
              <p14:xfrm>
                <a:off x="6974447" y="1666822"/>
                <a:ext cx="190080" cy="35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0B073D-7122-DE6E-6000-84A34F32EA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56807" y="1648822"/>
                  <a:ext cx="2257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85358BD-8D9E-73EA-46AD-45E1E6C146FB}"/>
                    </a:ext>
                  </a:extLst>
                </p14:cNvPr>
                <p14:cNvContentPartPr/>
                <p14:nvPr/>
              </p14:nvContentPartPr>
              <p14:xfrm>
                <a:off x="7028087" y="1695982"/>
                <a:ext cx="246960" cy="21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85358BD-8D9E-73EA-46AD-45E1E6C146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10447" y="1677982"/>
                  <a:ext cx="2826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8D357C-5804-7ECD-A97F-F4F75F095834}"/>
              </a:ext>
            </a:extLst>
          </p:cNvPr>
          <p:cNvGrpSpPr/>
          <p:nvPr/>
        </p:nvGrpSpPr>
        <p:grpSpPr>
          <a:xfrm>
            <a:off x="8310407" y="1315102"/>
            <a:ext cx="978480" cy="1245600"/>
            <a:chOff x="8310407" y="1315102"/>
            <a:chExt cx="978480" cy="12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7D496F9-3027-5B2D-0C7B-A3F7879A6375}"/>
                    </a:ext>
                  </a:extLst>
                </p14:cNvPr>
                <p14:cNvContentPartPr/>
                <p14:nvPr/>
              </p14:nvContentPartPr>
              <p14:xfrm>
                <a:off x="8310407" y="1315102"/>
                <a:ext cx="275400" cy="1245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7D496F9-3027-5B2D-0C7B-A3F7879A637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92767" y="1297462"/>
                  <a:ext cx="311040" cy="12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C61860-B6E7-D409-558B-F39D3C96D01A}"/>
                    </a:ext>
                  </a:extLst>
                </p14:cNvPr>
                <p14:cNvContentPartPr/>
                <p14:nvPr/>
              </p14:nvContentPartPr>
              <p14:xfrm>
                <a:off x="8639807" y="1728382"/>
                <a:ext cx="16560" cy="81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C61860-B6E7-D409-558B-F39D3C96D01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22167" y="1710382"/>
                  <a:ext cx="52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221EF74-08DD-CDA7-EB7A-C885C739B63F}"/>
                    </a:ext>
                  </a:extLst>
                </p14:cNvPr>
                <p14:cNvContentPartPr/>
                <p14:nvPr/>
              </p14:nvContentPartPr>
              <p14:xfrm>
                <a:off x="8671847" y="1629022"/>
                <a:ext cx="18000" cy="55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221EF74-08DD-CDA7-EB7A-C885C739B6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54207" y="1611382"/>
                  <a:ext cx="53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E827162-4754-5B3F-7783-476E894D4992}"/>
                    </a:ext>
                  </a:extLst>
                </p14:cNvPr>
                <p14:cNvContentPartPr/>
                <p14:nvPr/>
              </p14:nvContentPartPr>
              <p14:xfrm>
                <a:off x="8794607" y="1724782"/>
                <a:ext cx="132120" cy="98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E827162-4754-5B3F-7783-476E894D499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76607" y="1707142"/>
                  <a:ext cx="1677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824D164-82D9-70DD-A222-834A90F6420F}"/>
                    </a:ext>
                  </a:extLst>
                </p14:cNvPr>
                <p14:cNvContentPartPr/>
                <p14:nvPr/>
              </p14:nvContentPartPr>
              <p14:xfrm>
                <a:off x="8967047" y="1696342"/>
                <a:ext cx="85680" cy="185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824D164-82D9-70DD-A222-834A90F642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49407" y="1678702"/>
                  <a:ext cx="121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6EB121B-BEA7-4A1D-576D-C26D3770EAB6}"/>
                    </a:ext>
                  </a:extLst>
                </p14:cNvPr>
                <p14:cNvContentPartPr/>
                <p14:nvPr/>
              </p14:nvContentPartPr>
              <p14:xfrm>
                <a:off x="9176207" y="1612822"/>
                <a:ext cx="45720" cy="243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6EB121B-BEA7-4A1D-576D-C26D3770EAB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58207" y="1595182"/>
                  <a:ext cx="81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90EBE6B-1056-118B-D287-EA68049A5BA4}"/>
                    </a:ext>
                  </a:extLst>
                </p14:cNvPr>
                <p14:cNvContentPartPr/>
                <p14:nvPr/>
              </p14:nvContentPartPr>
              <p14:xfrm>
                <a:off x="9120407" y="1700302"/>
                <a:ext cx="168480" cy="31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90EBE6B-1056-118B-D287-EA68049A5BA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2767" y="1682302"/>
                  <a:ext cx="20412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F75EE2D-D288-5F1B-8AB7-F4E59F292C25}"/>
              </a:ext>
            </a:extLst>
          </p:cNvPr>
          <p:cNvGrpSpPr/>
          <p:nvPr/>
        </p:nvGrpSpPr>
        <p:grpSpPr>
          <a:xfrm>
            <a:off x="9687407" y="1382062"/>
            <a:ext cx="2264400" cy="702000"/>
            <a:chOff x="9687407" y="1382062"/>
            <a:chExt cx="2264400" cy="70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14B23C7-5C76-465E-AA4A-A864C5800D73}"/>
                    </a:ext>
                  </a:extLst>
                </p14:cNvPr>
                <p14:cNvContentPartPr/>
                <p14:nvPr/>
              </p14:nvContentPartPr>
              <p14:xfrm>
                <a:off x="9687407" y="1638382"/>
                <a:ext cx="150840" cy="445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14B23C7-5C76-465E-AA4A-A864C5800D7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69407" y="1620742"/>
                  <a:ext cx="1864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680933-0DA3-8B8C-161C-DDD4BDD01CFC}"/>
                    </a:ext>
                  </a:extLst>
                </p14:cNvPr>
                <p14:cNvContentPartPr/>
                <p14:nvPr/>
              </p14:nvContentPartPr>
              <p14:xfrm>
                <a:off x="10039487" y="1636222"/>
                <a:ext cx="224280" cy="147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680933-0DA3-8B8C-161C-DDD4BDD01C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21847" y="1618582"/>
                  <a:ext cx="259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C5BA09-D889-7D48-A81C-4140C479E692}"/>
                    </a:ext>
                  </a:extLst>
                </p14:cNvPr>
                <p14:cNvContentPartPr/>
                <p14:nvPr/>
              </p14:nvContentPartPr>
              <p14:xfrm>
                <a:off x="10410647" y="1620742"/>
                <a:ext cx="133560" cy="151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C5BA09-D889-7D48-A81C-4140C479E6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92647" y="1602742"/>
                  <a:ext cx="169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4FD7D79-C32A-2A4F-348D-8441B6B230A4}"/>
                    </a:ext>
                  </a:extLst>
                </p14:cNvPr>
                <p14:cNvContentPartPr/>
                <p14:nvPr/>
              </p14:nvContentPartPr>
              <p14:xfrm>
                <a:off x="10716647" y="1408342"/>
                <a:ext cx="207360" cy="358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4FD7D79-C32A-2A4F-348D-8441B6B230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98647" y="1390342"/>
                  <a:ext cx="2430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0AB289-5EF3-3BAE-6E04-6158BB843010}"/>
                    </a:ext>
                  </a:extLst>
                </p14:cNvPr>
                <p14:cNvContentPartPr/>
                <p14:nvPr/>
              </p14:nvContentPartPr>
              <p14:xfrm>
                <a:off x="11063327" y="1605982"/>
                <a:ext cx="164880" cy="12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0AB289-5EF3-3BAE-6E04-6158BB8430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45327" y="1587982"/>
                  <a:ext cx="200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B6E99CB-2A7B-4CFC-FE97-A3D8587ED5AF}"/>
                    </a:ext>
                  </a:extLst>
                </p14:cNvPr>
                <p14:cNvContentPartPr/>
                <p14:nvPr/>
              </p14:nvContentPartPr>
              <p14:xfrm>
                <a:off x="11293007" y="1610662"/>
                <a:ext cx="141480" cy="9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B6E99CB-2A7B-4CFC-FE97-A3D8587ED5A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75007" y="1592662"/>
                  <a:ext cx="177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7EAC7E5-6B0A-B8FB-7C9B-5B6688FA8C9A}"/>
                    </a:ext>
                  </a:extLst>
                </p14:cNvPr>
                <p14:cNvContentPartPr/>
                <p14:nvPr/>
              </p14:nvContentPartPr>
              <p14:xfrm>
                <a:off x="11506487" y="1591942"/>
                <a:ext cx="208800" cy="103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7EAC7E5-6B0A-B8FB-7C9B-5B6688FA8C9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88847" y="1573942"/>
                  <a:ext cx="244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9283EF7-DA0B-2093-14CA-0435A17C5C0D}"/>
                    </a:ext>
                  </a:extLst>
                </p14:cNvPr>
                <p14:cNvContentPartPr/>
                <p14:nvPr/>
              </p14:nvContentPartPr>
              <p14:xfrm>
                <a:off x="11858207" y="1382062"/>
                <a:ext cx="93600" cy="31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9283EF7-DA0B-2093-14CA-0435A17C5C0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40207" y="1364422"/>
                  <a:ext cx="1292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05E1DC-4FE6-2417-E0A8-894CA4C9862D}"/>
                    </a:ext>
                  </a:extLst>
                </p14:cNvPr>
                <p14:cNvContentPartPr/>
                <p14:nvPr/>
              </p14:nvContentPartPr>
              <p14:xfrm>
                <a:off x="11612327" y="1473142"/>
                <a:ext cx="237960" cy="6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05E1DC-4FE6-2417-E0A8-894CA4C9862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94687" y="1455142"/>
                  <a:ext cx="27360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C204B47-DB2A-E172-5F6A-BB673C9B35B6}"/>
                  </a:ext>
                </a:extLst>
              </p14:cNvPr>
              <p14:cNvContentPartPr/>
              <p14:nvPr/>
            </p14:nvContentPartPr>
            <p14:xfrm>
              <a:off x="12244847" y="1673662"/>
              <a:ext cx="6840" cy="136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C204B47-DB2A-E172-5F6A-BB673C9B35B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2227207" y="1655662"/>
                <a:ext cx="4248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192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2026-03-16T06:01:25Z</dcterms:created>
  <dcterms:modified xsi:type="dcterms:W3CDTF">2026-03-16T06:34:20Z</dcterms:modified>
</cp:coreProperties>
</file>